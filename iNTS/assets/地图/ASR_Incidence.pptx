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2372979" y="3261335"/>
              <a:ext cx="1935" cy="5647"/>
            </a:xfrm>
            <a:custGeom>
              <a:avLst/>
              <a:pathLst>
                <a:path w="1935" h="5647">
                  <a:moveTo>
                    <a:pt x="1896" y="4790"/>
                  </a:moveTo>
                  <a:lnTo>
                    <a:pt x="1935" y="5647"/>
                  </a:lnTo>
                  <a:lnTo>
                    <a:pt x="1407" y="5188"/>
                  </a:lnTo>
                  <a:lnTo>
                    <a:pt x="703" y="3357"/>
                  </a:lnTo>
                  <a:lnTo>
                    <a:pt x="0" y="1983"/>
                  </a:lnTo>
                  <a:lnTo>
                    <a:pt x="173" y="503"/>
                  </a:lnTo>
                  <a:lnTo>
                    <a:pt x="352" y="0"/>
                  </a:lnTo>
                  <a:lnTo>
                    <a:pt x="1055" y="1373"/>
                  </a:lnTo>
                  <a:lnTo>
                    <a:pt x="1752" y="394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3855455" y="2497720"/>
              <a:ext cx="163581" cy="267845"/>
            </a:xfrm>
            <a:custGeom>
              <a:avLst/>
              <a:pathLst>
                <a:path w="163581" h="267845">
                  <a:moveTo>
                    <a:pt x="163581" y="36190"/>
                  </a:moveTo>
                  <a:lnTo>
                    <a:pt x="163001" y="36385"/>
                  </a:lnTo>
                  <a:lnTo>
                    <a:pt x="162174" y="35672"/>
                  </a:lnTo>
                  <a:lnTo>
                    <a:pt x="161851" y="34594"/>
                  </a:lnTo>
                  <a:lnTo>
                    <a:pt x="161712" y="34444"/>
                  </a:lnTo>
                  <a:lnTo>
                    <a:pt x="161056" y="35154"/>
                  </a:lnTo>
                  <a:lnTo>
                    <a:pt x="159808" y="36043"/>
                  </a:lnTo>
                  <a:lnTo>
                    <a:pt x="157686" y="38374"/>
                  </a:lnTo>
                  <a:lnTo>
                    <a:pt x="157732" y="38976"/>
                  </a:lnTo>
                  <a:lnTo>
                    <a:pt x="159115" y="41344"/>
                  </a:lnTo>
                  <a:lnTo>
                    <a:pt x="159438" y="42129"/>
                  </a:lnTo>
                  <a:lnTo>
                    <a:pt x="159608" y="42380"/>
                  </a:lnTo>
                  <a:lnTo>
                    <a:pt x="158355" y="43517"/>
                  </a:lnTo>
                  <a:lnTo>
                    <a:pt x="155671" y="46082"/>
                  </a:lnTo>
                  <a:lnTo>
                    <a:pt x="153901" y="48184"/>
                  </a:lnTo>
                  <a:lnTo>
                    <a:pt x="153481" y="48262"/>
                  </a:lnTo>
                  <a:lnTo>
                    <a:pt x="152413" y="47380"/>
                  </a:lnTo>
                  <a:lnTo>
                    <a:pt x="150839" y="46330"/>
                  </a:lnTo>
                  <a:lnTo>
                    <a:pt x="150415" y="46350"/>
                  </a:lnTo>
                  <a:lnTo>
                    <a:pt x="146773" y="46531"/>
                  </a:lnTo>
                  <a:lnTo>
                    <a:pt x="143431" y="46919"/>
                  </a:lnTo>
                  <a:lnTo>
                    <a:pt x="142034" y="47419"/>
                  </a:lnTo>
                  <a:lnTo>
                    <a:pt x="139450" y="47910"/>
                  </a:lnTo>
                  <a:lnTo>
                    <a:pt x="137822" y="48070"/>
                  </a:lnTo>
                  <a:lnTo>
                    <a:pt x="136783" y="48885"/>
                  </a:lnTo>
                  <a:lnTo>
                    <a:pt x="135645" y="49954"/>
                  </a:lnTo>
                  <a:lnTo>
                    <a:pt x="134462" y="50647"/>
                  </a:lnTo>
                  <a:lnTo>
                    <a:pt x="133586" y="50873"/>
                  </a:lnTo>
                  <a:lnTo>
                    <a:pt x="132529" y="51873"/>
                  </a:lnTo>
                  <a:lnTo>
                    <a:pt x="131835" y="53857"/>
                  </a:lnTo>
                  <a:lnTo>
                    <a:pt x="129849" y="56799"/>
                  </a:lnTo>
                  <a:lnTo>
                    <a:pt x="128731" y="58220"/>
                  </a:lnTo>
                  <a:lnTo>
                    <a:pt x="128168" y="59823"/>
                  </a:lnTo>
                  <a:lnTo>
                    <a:pt x="127529" y="59979"/>
                  </a:lnTo>
                  <a:lnTo>
                    <a:pt x="126440" y="59686"/>
                  </a:lnTo>
                  <a:lnTo>
                    <a:pt x="125593" y="61423"/>
                  </a:lnTo>
                  <a:lnTo>
                    <a:pt x="124654" y="63918"/>
                  </a:lnTo>
                  <a:lnTo>
                    <a:pt x="122943" y="67525"/>
                  </a:lnTo>
                  <a:lnTo>
                    <a:pt x="122038" y="68985"/>
                  </a:lnTo>
                  <a:lnTo>
                    <a:pt x="121495" y="71340"/>
                  </a:lnTo>
                  <a:lnTo>
                    <a:pt x="121894" y="72564"/>
                  </a:lnTo>
                  <a:lnTo>
                    <a:pt x="123287" y="74400"/>
                  </a:lnTo>
                  <a:lnTo>
                    <a:pt x="123908" y="76124"/>
                  </a:lnTo>
                  <a:lnTo>
                    <a:pt x="124249" y="77497"/>
                  </a:lnTo>
                  <a:lnTo>
                    <a:pt x="124885" y="81017"/>
                  </a:lnTo>
                  <a:lnTo>
                    <a:pt x="125288" y="84477"/>
                  </a:lnTo>
                  <a:lnTo>
                    <a:pt x="125889" y="85975"/>
                  </a:lnTo>
                  <a:lnTo>
                    <a:pt x="126064" y="88515"/>
                  </a:lnTo>
                  <a:lnTo>
                    <a:pt x="126214" y="90079"/>
                  </a:lnTo>
                  <a:lnTo>
                    <a:pt x="125889" y="91187"/>
                  </a:lnTo>
                  <a:lnTo>
                    <a:pt x="125588" y="92425"/>
                  </a:lnTo>
                  <a:lnTo>
                    <a:pt x="125588" y="93597"/>
                  </a:lnTo>
                  <a:lnTo>
                    <a:pt x="125949" y="94805"/>
                  </a:lnTo>
                  <a:lnTo>
                    <a:pt x="126267" y="95875"/>
                  </a:lnTo>
                  <a:lnTo>
                    <a:pt x="126440" y="96725"/>
                  </a:lnTo>
                  <a:lnTo>
                    <a:pt x="126226" y="97680"/>
                  </a:lnTo>
                  <a:lnTo>
                    <a:pt x="125588" y="99136"/>
                  </a:lnTo>
                  <a:lnTo>
                    <a:pt x="125265" y="100622"/>
                  </a:lnTo>
                  <a:lnTo>
                    <a:pt x="124561" y="103110"/>
                  </a:lnTo>
                  <a:lnTo>
                    <a:pt x="123460" y="104803"/>
                  </a:lnTo>
                  <a:lnTo>
                    <a:pt x="122734" y="106041"/>
                  </a:lnTo>
                  <a:lnTo>
                    <a:pt x="121957" y="108647"/>
                  </a:lnTo>
                  <a:lnTo>
                    <a:pt x="120680" y="111541"/>
                  </a:lnTo>
                  <a:lnTo>
                    <a:pt x="120139" y="113964"/>
                  </a:lnTo>
                  <a:lnTo>
                    <a:pt x="119579" y="115293"/>
                  </a:lnTo>
                  <a:lnTo>
                    <a:pt x="119003" y="116010"/>
                  </a:lnTo>
                  <a:lnTo>
                    <a:pt x="119154" y="117313"/>
                  </a:lnTo>
                  <a:lnTo>
                    <a:pt x="119654" y="118942"/>
                  </a:lnTo>
                  <a:lnTo>
                    <a:pt x="120480" y="120765"/>
                  </a:lnTo>
                  <a:lnTo>
                    <a:pt x="120443" y="123608"/>
                  </a:lnTo>
                  <a:lnTo>
                    <a:pt x="120405" y="125652"/>
                  </a:lnTo>
                  <a:lnTo>
                    <a:pt x="120431" y="128128"/>
                  </a:lnTo>
                  <a:lnTo>
                    <a:pt x="119979" y="130213"/>
                  </a:lnTo>
                  <a:lnTo>
                    <a:pt x="117673" y="132217"/>
                  </a:lnTo>
                  <a:lnTo>
                    <a:pt x="115465" y="133091"/>
                  </a:lnTo>
                  <a:lnTo>
                    <a:pt x="112759" y="133146"/>
                  </a:lnTo>
                  <a:lnTo>
                    <a:pt x="111737" y="132830"/>
                  </a:lnTo>
                  <a:lnTo>
                    <a:pt x="110918" y="132392"/>
                  </a:lnTo>
                  <a:lnTo>
                    <a:pt x="107978" y="130151"/>
                  </a:lnTo>
                  <a:lnTo>
                    <a:pt x="106785" y="131467"/>
                  </a:lnTo>
                  <a:lnTo>
                    <a:pt x="106540" y="134706"/>
                  </a:lnTo>
                  <a:lnTo>
                    <a:pt x="108681" y="139959"/>
                  </a:lnTo>
                  <a:lnTo>
                    <a:pt x="109562" y="142888"/>
                  </a:lnTo>
                  <a:lnTo>
                    <a:pt x="110533" y="147795"/>
                  </a:lnTo>
                  <a:lnTo>
                    <a:pt x="111265" y="150326"/>
                  </a:lnTo>
                  <a:lnTo>
                    <a:pt x="111003" y="152691"/>
                  </a:lnTo>
                  <a:lnTo>
                    <a:pt x="109063" y="155377"/>
                  </a:lnTo>
                  <a:lnTo>
                    <a:pt x="107131" y="157907"/>
                  </a:lnTo>
                  <a:lnTo>
                    <a:pt x="104674" y="158432"/>
                  </a:lnTo>
                  <a:lnTo>
                    <a:pt x="103130" y="159335"/>
                  </a:lnTo>
                  <a:lnTo>
                    <a:pt x="102378" y="160638"/>
                  </a:lnTo>
                  <a:lnTo>
                    <a:pt x="101828" y="166171"/>
                  </a:lnTo>
                  <a:lnTo>
                    <a:pt x="101277" y="168197"/>
                  </a:lnTo>
                  <a:lnTo>
                    <a:pt x="101286" y="170606"/>
                  </a:lnTo>
                  <a:lnTo>
                    <a:pt x="100765" y="173336"/>
                  </a:lnTo>
                  <a:lnTo>
                    <a:pt x="99975" y="175102"/>
                  </a:lnTo>
                  <a:lnTo>
                    <a:pt x="99424" y="177969"/>
                  </a:lnTo>
                  <a:lnTo>
                    <a:pt x="99596" y="183409"/>
                  </a:lnTo>
                  <a:lnTo>
                    <a:pt x="99854" y="192647"/>
                  </a:lnTo>
                  <a:lnTo>
                    <a:pt x="98805" y="195564"/>
                  </a:lnTo>
                  <a:lnTo>
                    <a:pt x="97626" y="198508"/>
                  </a:lnTo>
                  <a:lnTo>
                    <a:pt x="96381" y="200608"/>
                  </a:lnTo>
                  <a:lnTo>
                    <a:pt x="95195" y="201588"/>
                  </a:lnTo>
                  <a:lnTo>
                    <a:pt x="94211" y="201227"/>
                  </a:lnTo>
                  <a:lnTo>
                    <a:pt x="93431" y="199407"/>
                  </a:lnTo>
                  <a:lnTo>
                    <a:pt x="92972" y="197880"/>
                  </a:lnTo>
                  <a:lnTo>
                    <a:pt x="92114" y="196602"/>
                  </a:lnTo>
                  <a:lnTo>
                    <a:pt x="91240" y="196863"/>
                  </a:lnTo>
                  <a:lnTo>
                    <a:pt x="90361" y="198034"/>
                  </a:lnTo>
                  <a:lnTo>
                    <a:pt x="88959" y="197645"/>
                  </a:lnTo>
                  <a:lnTo>
                    <a:pt x="87757" y="196472"/>
                  </a:lnTo>
                  <a:lnTo>
                    <a:pt x="87156" y="196602"/>
                  </a:lnTo>
                  <a:lnTo>
                    <a:pt x="86805" y="197775"/>
                  </a:lnTo>
                  <a:lnTo>
                    <a:pt x="85522" y="200295"/>
                  </a:lnTo>
                  <a:lnTo>
                    <a:pt x="82373" y="204130"/>
                  </a:lnTo>
                  <a:lnTo>
                    <a:pt x="81089" y="204409"/>
                  </a:lnTo>
                  <a:lnTo>
                    <a:pt x="80538" y="205363"/>
                  </a:lnTo>
                  <a:lnTo>
                    <a:pt x="80757" y="206934"/>
                  </a:lnTo>
                  <a:lnTo>
                    <a:pt x="81320" y="208215"/>
                  </a:lnTo>
                  <a:lnTo>
                    <a:pt x="82301" y="209123"/>
                  </a:lnTo>
                  <a:lnTo>
                    <a:pt x="82351" y="210166"/>
                  </a:lnTo>
                  <a:lnTo>
                    <a:pt x="81484" y="211080"/>
                  </a:lnTo>
                  <a:lnTo>
                    <a:pt x="80744" y="212124"/>
                  </a:lnTo>
                  <a:lnTo>
                    <a:pt x="79114" y="213396"/>
                  </a:lnTo>
                  <a:lnTo>
                    <a:pt x="77234" y="213892"/>
                  </a:lnTo>
                  <a:lnTo>
                    <a:pt x="75288" y="213151"/>
                  </a:lnTo>
                  <a:lnTo>
                    <a:pt x="74287" y="211457"/>
                  </a:lnTo>
                  <a:lnTo>
                    <a:pt x="73112" y="211298"/>
                  </a:lnTo>
                  <a:lnTo>
                    <a:pt x="72033" y="212538"/>
                  </a:lnTo>
                  <a:lnTo>
                    <a:pt x="70921" y="214581"/>
                  </a:lnTo>
                  <a:lnTo>
                    <a:pt x="69705" y="218968"/>
                  </a:lnTo>
                  <a:lnTo>
                    <a:pt x="69382" y="219739"/>
                  </a:lnTo>
                  <a:lnTo>
                    <a:pt x="69053" y="220430"/>
                  </a:lnTo>
                  <a:lnTo>
                    <a:pt x="68264" y="221376"/>
                  </a:lnTo>
                  <a:lnTo>
                    <a:pt x="67126" y="222923"/>
                  </a:lnTo>
                  <a:lnTo>
                    <a:pt x="66555" y="226156"/>
                  </a:lnTo>
                  <a:lnTo>
                    <a:pt x="65874" y="231915"/>
                  </a:lnTo>
                  <a:lnTo>
                    <a:pt x="66034" y="235015"/>
                  </a:lnTo>
                  <a:lnTo>
                    <a:pt x="66085" y="240389"/>
                  </a:lnTo>
                  <a:lnTo>
                    <a:pt x="65817" y="244162"/>
                  </a:lnTo>
                  <a:lnTo>
                    <a:pt x="65324" y="246639"/>
                  </a:lnTo>
                  <a:lnTo>
                    <a:pt x="65423" y="248592"/>
                  </a:lnTo>
                  <a:lnTo>
                    <a:pt x="66175" y="250807"/>
                  </a:lnTo>
                  <a:lnTo>
                    <a:pt x="65874" y="252241"/>
                  </a:lnTo>
                  <a:lnTo>
                    <a:pt x="65242" y="253846"/>
                  </a:lnTo>
                  <a:lnTo>
                    <a:pt x="64627" y="254736"/>
                  </a:lnTo>
                  <a:lnTo>
                    <a:pt x="62181" y="256411"/>
                  </a:lnTo>
                  <a:lnTo>
                    <a:pt x="58826" y="258704"/>
                  </a:lnTo>
                  <a:lnTo>
                    <a:pt x="56609" y="260174"/>
                  </a:lnTo>
                  <a:lnTo>
                    <a:pt x="53310" y="262358"/>
                  </a:lnTo>
                  <a:lnTo>
                    <a:pt x="52345" y="262895"/>
                  </a:lnTo>
                  <a:lnTo>
                    <a:pt x="50341" y="263093"/>
                  </a:lnTo>
                  <a:lnTo>
                    <a:pt x="49300" y="262757"/>
                  </a:lnTo>
                  <a:lnTo>
                    <a:pt x="47894" y="262669"/>
                  </a:lnTo>
                  <a:lnTo>
                    <a:pt x="45823" y="262747"/>
                  </a:lnTo>
                  <a:lnTo>
                    <a:pt x="44377" y="263342"/>
                  </a:lnTo>
                  <a:lnTo>
                    <a:pt x="42927" y="264448"/>
                  </a:lnTo>
                  <a:lnTo>
                    <a:pt x="41860" y="265824"/>
                  </a:lnTo>
                  <a:lnTo>
                    <a:pt x="41245" y="267186"/>
                  </a:lnTo>
                  <a:lnTo>
                    <a:pt x="41027" y="267845"/>
                  </a:lnTo>
                  <a:lnTo>
                    <a:pt x="39576" y="266719"/>
                  </a:lnTo>
                  <a:lnTo>
                    <a:pt x="34995" y="264712"/>
                  </a:lnTo>
                  <a:lnTo>
                    <a:pt x="22606" y="267361"/>
                  </a:lnTo>
                  <a:lnTo>
                    <a:pt x="21435" y="266857"/>
                  </a:lnTo>
                  <a:lnTo>
                    <a:pt x="17206" y="263754"/>
                  </a:lnTo>
                  <a:lnTo>
                    <a:pt x="11761" y="259757"/>
                  </a:lnTo>
                  <a:lnTo>
                    <a:pt x="8387" y="257283"/>
                  </a:lnTo>
                  <a:lnTo>
                    <a:pt x="4060" y="254054"/>
                  </a:lnTo>
                  <a:lnTo>
                    <a:pt x="7021" y="246083"/>
                  </a:lnTo>
                  <a:lnTo>
                    <a:pt x="9605" y="239130"/>
                  </a:lnTo>
                  <a:lnTo>
                    <a:pt x="12192" y="232167"/>
                  </a:lnTo>
                  <a:lnTo>
                    <a:pt x="14744" y="225295"/>
                  </a:lnTo>
                  <a:lnTo>
                    <a:pt x="15047" y="222891"/>
                  </a:lnTo>
                  <a:lnTo>
                    <a:pt x="15085" y="218185"/>
                  </a:lnTo>
                  <a:lnTo>
                    <a:pt x="14413" y="211899"/>
                  </a:lnTo>
                  <a:lnTo>
                    <a:pt x="13335" y="209029"/>
                  </a:lnTo>
                  <a:lnTo>
                    <a:pt x="9774" y="207870"/>
                  </a:lnTo>
                  <a:lnTo>
                    <a:pt x="7097" y="206999"/>
                  </a:lnTo>
                  <a:lnTo>
                    <a:pt x="4182" y="206049"/>
                  </a:lnTo>
                  <a:lnTo>
                    <a:pt x="3803" y="205697"/>
                  </a:lnTo>
                  <a:lnTo>
                    <a:pt x="3473" y="200809"/>
                  </a:lnTo>
                  <a:lnTo>
                    <a:pt x="3617" y="198626"/>
                  </a:lnTo>
                  <a:lnTo>
                    <a:pt x="3426" y="194409"/>
                  </a:lnTo>
                  <a:lnTo>
                    <a:pt x="3454" y="191161"/>
                  </a:lnTo>
                  <a:lnTo>
                    <a:pt x="3877" y="185817"/>
                  </a:lnTo>
                  <a:lnTo>
                    <a:pt x="3901" y="183410"/>
                  </a:lnTo>
                  <a:lnTo>
                    <a:pt x="2551" y="173050"/>
                  </a:lnTo>
                  <a:lnTo>
                    <a:pt x="1803" y="167307"/>
                  </a:lnTo>
                  <a:lnTo>
                    <a:pt x="1031" y="161382"/>
                  </a:lnTo>
                  <a:lnTo>
                    <a:pt x="864" y="159494"/>
                  </a:lnTo>
                  <a:lnTo>
                    <a:pt x="849" y="157158"/>
                  </a:lnTo>
                  <a:lnTo>
                    <a:pt x="2638" y="151671"/>
                  </a:lnTo>
                  <a:lnTo>
                    <a:pt x="3192" y="150480"/>
                  </a:lnTo>
                  <a:lnTo>
                    <a:pt x="4241" y="147749"/>
                  </a:lnTo>
                  <a:lnTo>
                    <a:pt x="4896" y="146302"/>
                  </a:lnTo>
                  <a:lnTo>
                    <a:pt x="4782" y="145305"/>
                  </a:lnTo>
                  <a:lnTo>
                    <a:pt x="3641" y="144722"/>
                  </a:lnTo>
                  <a:lnTo>
                    <a:pt x="1917" y="144672"/>
                  </a:lnTo>
                  <a:lnTo>
                    <a:pt x="1000" y="143846"/>
                  </a:lnTo>
                  <a:lnTo>
                    <a:pt x="284" y="142351"/>
                  </a:lnTo>
                  <a:lnTo>
                    <a:pt x="2" y="140194"/>
                  </a:lnTo>
                  <a:lnTo>
                    <a:pt x="469" y="136351"/>
                  </a:lnTo>
                  <a:lnTo>
                    <a:pt x="0" y="128881"/>
                  </a:lnTo>
                  <a:lnTo>
                    <a:pt x="959" y="125192"/>
                  </a:lnTo>
                  <a:lnTo>
                    <a:pt x="1782" y="122605"/>
                  </a:lnTo>
                  <a:lnTo>
                    <a:pt x="4584" y="122243"/>
                  </a:lnTo>
                  <a:lnTo>
                    <a:pt x="3612" y="119330"/>
                  </a:lnTo>
                  <a:lnTo>
                    <a:pt x="3143" y="117639"/>
                  </a:lnTo>
                  <a:lnTo>
                    <a:pt x="2843" y="117150"/>
                  </a:lnTo>
                  <a:lnTo>
                    <a:pt x="2731" y="116368"/>
                  </a:lnTo>
                  <a:lnTo>
                    <a:pt x="2880" y="115586"/>
                  </a:lnTo>
                  <a:lnTo>
                    <a:pt x="3595" y="115293"/>
                  </a:lnTo>
                  <a:lnTo>
                    <a:pt x="4083" y="114316"/>
                  </a:lnTo>
                  <a:lnTo>
                    <a:pt x="4871" y="112948"/>
                  </a:lnTo>
                  <a:lnTo>
                    <a:pt x="5285" y="112361"/>
                  </a:lnTo>
                  <a:lnTo>
                    <a:pt x="5360" y="110700"/>
                  </a:lnTo>
                  <a:lnTo>
                    <a:pt x="5735" y="109527"/>
                  </a:lnTo>
                  <a:lnTo>
                    <a:pt x="6298" y="108061"/>
                  </a:lnTo>
                  <a:lnTo>
                    <a:pt x="6748" y="106399"/>
                  </a:lnTo>
                  <a:lnTo>
                    <a:pt x="6636" y="104446"/>
                  </a:lnTo>
                  <a:lnTo>
                    <a:pt x="7050" y="102100"/>
                  </a:lnTo>
                  <a:lnTo>
                    <a:pt x="7237" y="100634"/>
                  </a:lnTo>
                  <a:lnTo>
                    <a:pt x="7538" y="99363"/>
                  </a:lnTo>
                  <a:lnTo>
                    <a:pt x="7275" y="97507"/>
                  </a:lnTo>
                  <a:lnTo>
                    <a:pt x="7050" y="95943"/>
                  </a:lnTo>
                  <a:lnTo>
                    <a:pt x="6975" y="94086"/>
                  </a:lnTo>
                  <a:lnTo>
                    <a:pt x="7425" y="93597"/>
                  </a:lnTo>
                  <a:lnTo>
                    <a:pt x="7988" y="92913"/>
                  </a:lnTo>
                  <a:lnTo>
                    <a:pt x="8101" y="91447"/>
                  </a:lnTo>
                  <a:lnTo>
                    <a:pt x="8402" y="89590"/>
                  </a:lnTo>
                  <a:lnTo>
                    <a:pt x="8627" y="88124"/>
                  </a:lnTo>
                  <a:lnTo>
                    <a:pt x="9002" y="86951"/>
                  </a:lnTo>
                  <a:lnTo>
                    <a:pt x="9040" y="85780"/>
                  </a:lnTo>
                  <a:lnTo>
                    <a:pt x="8814" y="83825"/>
                  </a:lnTo>
                  <a:lnTo>
                    <a:pt x="9754" y="83532"/>
                  </a:lnTo>
                  <a:lnTo>
                    <a:pt x="10128" y="84607"/>
                  </a:lnTo>
                  <a:lnTo>
                    <a:pt x="10629" y="86005"/>
                  </a:lnTo>
                  <a:lnTo>
                    <a:pt x="12003" y="88603"/>
                  </a:lnTo>
                  <a:lnTo>
                    <a:pt x="12891" y="89358"/>
                  </a:lnTo>
                  <a:lnTo>
                    <a:pt x="14012" y="89739"/>
                  </a:lnTo>
                  <a:lnTo>
                    <a:pt x="15389" y="89383"/>
                  </a:lnTo>
                  <a:lnTo>
                    <a:pt x="16492" y="88898"/>
                  </a:lnTo>
                  <a:lnTo>
                    <a:pt x="17012" y="89022"/>
                  </a:lnTo>
                  <a:lnTo>
                    <a:pt x="18213" y="90913"/>
                  </a:lnTo>
                  <a:lnTo>
                    <a:pt x="19614" y="93565"/>
                  </a:lnTo>
                  <a:lnTo>
                    <a:pt x="20066" y="94738"/>
                  </a:lnTo>
                  <a:lnTo>
                    <a:pt x="20274" y="96545"/>
                  </a:lnTo>
                  <a:lnTo>
                    <a:pt x="20690" y="97086"/>
                  </a:lnTo>
                  <a:lnTo>
                    <a:pt x="21585" y="95300"/>
                  </a:lnTo>
                  <a:lnTo>
                    <a:pt x="22451" y="94705"/>
                  </a:lnTo>
                  <a:lnTo>
                    <a:pt x="23248" y="95044"/>
                  </a:lnTo>
                  <a:lnTo>
                    <a:pt x="24128" y="95243"/>
                  </a:lnTo>
                  <a:lnTo>
                    <a:pt x="25008" y="94588"/>
                  </a:lnTo>
                  <a:lnTo>
                    <a:pt x="25401" y="94115"/>
                  </a:lnTo>
                  <a:lnTo>
                    <a:pt x="26938" y="91801"/>
                  </a:lnTo>
                  <a:lnTo>
                    <a:pt x="28326" y="90042"/>
                  </a:lnTo>
                  <a:lnTo>
                    <a:pt x="29193" y="88960"/>
                  </a:lnTo>
                  <a:lnTo>
                    <a:pt x="29506" y="85347"/>
                  </a:lnTo>
                  <a:lnTo>
                    <a:pt x="29905" y="83294"/>
                  </a:lnTo>
                  <a:lnTo>
                    <a:pt x="30477" y="82095"/>
                  </a:lnTo>
                  <a:lnTo>
                    <a:pt x="30262" y="80613"/>
                  </a:lnTo>
                  <a:lnTo>
                    <a:pt x="30026" y="79476"/>
                  </a:lnTo>
                  <a:lnTo>
                    <a:pt x="29783" y="77941"/>
                  </a:lnTo>
                  <a:lnTo>
                    <a:pt x="30026" y="77129"/>
                  </a:lnTo>
                  <a:lnTo>
                    <a:pt x="30582" y="76766"/>
                  </a:lnTo>
                  <a:lnTo>
                    <a:pt x="31975" y="76768"/>
                  </a:lnTo>
                  <a:lnTo>
                    <a:pt x="34421" y="75150"/>
                  </a:lnTo>
                  <a:lnTo>
                    <a:pt x="36460" y="73535"/>
                  </a:lnTo>
                  <a:lnTo>
                    <a:pt x="38344" y="72219"/>
                  </a:lnTo>
                  <a:lnTo>
                    <a:pt x="39202" y="72001"/>
                  </a:lnTo>
                  <a:lnTo>
                    <a:pt x="40015" y="72226"/>
                  </a:lnTo>
                  <a:lnTo>
                    <a:pt x="40387" y="71842"/>
                  </a:lnTo>
                  <a:lnTo>
                    <a:pt x="40489" y="70585"/>
                  </a:lnTo>
                  <a:lnTo>
                    <a:pt x="40952" y="69254"/>
                  </a:lnTo>
                  <a:lnTo>
                    <a:pt x="41999" y="68183"/>
                  </a:lnTo>
                  <a:lnTo>
                    <a:pt x="43971" y="65903"/>
                  </a:lnTo>
                  <a:lnTo>
                    <a:pt x="45708" y="62517"/>
                  </a:lnTo>
                  <a:lnTo>
                    <a:pt x="46331" y="59949"/>
                  </a:lnTo>
                  <a:lnTo>
                    <a:pt x="46748" y="56198"/>
                  </a:lnTo>
                  <a:lnTo>
                    <a:pt x="47563" y="50416"/>
                  </a:lnTo>
                  <a:lnTo>
                    <a:pt x="48458" y="44075"/>
                  </a:lnTo>
                  <a:lnTo>
                    <a:pt x="48790" y="41283"/>
                  </a:lnTo>
                  <a:lnTo>
                    <a:pt x="49175" y="39132"/>
                  </a:lnTo>
                  <a:lnTo>
                    <a:pt x="50711" y="37315"/>
                  </a:lnTo>
                  <a:lnTo>
                    <a:pt x="52279" y="36004"/>
                  </a:lnTo>
                  <a:lnTo>
                    <a:pt x="54709" y="35743"/>
                  </a:lnTo>
                  <a:lnTo>
                    <a:pt x="57563" y="35613"/>
                  </a:lnTo>
                  <a:lnTo>
                    <a:pt x="58165" y="32149"/>
                  </a:lnTo>
                  <a:lnTo>
                    <a:pt x="58542" y="29211"/>
                  </a:lnTo>
                  <a:lnTo>
                    <a:pt x="59017" y="27695"/>
                  </a:lnTo>
                  <a:lnTo>
                    <a:pt x="59708" y="26462"/>
                  </a:lnTo>
                  <a:lnTo>
                    <a:pt x="59948" y="26217"/>
                  </a:lnTo>
                  <a:lnTo>
                    <a:pt x="61489" y="28021"/>
                  </a:lnTo>
                  <a:lnTo>
                    <a:pt x="63847" y="30779"/>
                  </a:lnTo>
                  <a:lnTo>
                    <a:pt x="66594" y="32156"/>
                  </a:lnTo>
                  <a:lnTo>
                    <a:pt x="67975" y="32848"/>
                  </a:lnTo>
                  <a:lnTo>
                    <a:pt x="68547" y="32737"/>
                  </a:lnTo>
                  <a:lnTo>
                    <a:pt x="72016" y="32063"/>
                  </a:lnTo>
                  <a:lnTo>
                    <a:pt x="74754" y="33141"/>
                  </a:lnTo>
                  <a:lnTo>
                    <a:pt x="76192" y="36085"/>
                  </a:lnTo>
                  <a:lnTo>
                    <a:pt x="77602" y="36842"/>
                  </a:lnTo>
                  <a:lnTo>
                    <a:pt x="78988" y="35411"/>
                  </a:lnTo>
                  <a:lnTo>
                    <a:pt x="79846" y="35155"/>
                  </a:lnTo>
                  <a:lnTo>
                    <a:pt x="80177" y="36072"/>
                  </a:lnTo>
                  <a:lnTo>
                    <a:pt x="80869" y="36460"/>
                  </a:lnTo>
                  <a:lnTo>
                    <a:pt x="81921" y="36320"/>
                  </a:lnTo>
                  <a:lnTo>
                    <a:pt x="82522" y="37131"/>
                  </a:lnTo>
                  <a:lnTo>
                    <a:pt x="82591" y="37946"/>
                  </a:lnTo>
                  <a:lnTo>
                    <a:pt x="82670" y="38894"/>
                  </a:lnTo>
                  <a:lnTo>
                    <a:pt x="83448" y="41137"/>
                  </a:lnTo>
                  <a:lnTo>
                    <a:pt x="84850" y="43861"/>
                  </a:lnTo>
                  <a:lnTo>
                    <a:pt x="86097" y="44518"/>
                  </a:lnTo>
                  <a:lnTo>
                    <a:pt x="87736" y="42398"/>
                  </a:lnTo>
                  <a:lnTo>
                    <a:pt x="88290" y="42648"/>
                  </a:lnTo>
                  <a:lnTo>
                    <a:pt x="88561" y="41961"/>
                  </a:lnTo>
                  <a:lnTo>
                    <a:pt x="88728" y="40422"/>
                  </a:lnTo>
                  <a:lnTo>
                    <a:pt x="89721" y="38972"/>
                  </a:lnTo>
                  <a:lnTo>
                    <a:pt x="91533" y="37614"/>
                  </a:lnTo>
                  <a:lnTo>
                    <a:pt x="92561" y="36402"/>
                  </a:lnTo>
                  <a:lnTo>
                    <a:pt x="92926" y="35399"/>
                  </a:lnTo>
                  <a:lnTo>
                    <a:pt x="93540" y="35115"/>
                  </a:lnTo>
                  <a:lnTo>
                    <a:pt x="94208" y="35411"/>
                  </a:lnTo>
                  <a:lnTo>
                    <a:pt x="94681" y="35036"/>
                  </a:lnTo>
                  <a:lnTo>
                    <a:pt x="94849" y="34086"/>
                  </a:lnTo>
                  <a:lnTo>
                    <a:pt x="95040" y="33672"/>
                  </a:lnTo>
                  <a:lnTo>
                    <a:pt x="95380" y="33340"/>
                  </a:lnTo>
                  <a:lnTo>
                    <a:pt x="95681" y="33167"/>
                  </a:lnTo>
                  <a:lnTo>
                    <a:pt x="96234" y="33430"/>
                  </a:lnTo>
                  <a:lnTo>
                    <a:pt x="97251" y="35160"/>
                  </a:lnTo>
                  <a:lnTo>
                    <a:pt x="98729" y="38357"/>
                  </a:lnTo>
                  <a:lnTo>
                    <a:pt x="99690" y="39832"/>
                  </a:lnTo>
                  <a:lnTo>
                    <a:pt x="100134" y="39579"/>
                  </a:lnTo>
                  <a:lnTo>
                    <a:pt x="100700" y="38601"/>
                  </a:lnTo>
                  <a:lnTo>
                    <a:pt x="101389" y="36895"/>
                  </a:lnTo>
                  <a:lnTo>
                    <a:pt x="101562" y="34440"/>
                  </a:lnTo>
                  <a:lnTo>
                    <a:pt x="101216" y="31235"/>
                  </a:lnTo>
                  <a:lnTo>
                    <a:pt x="101453" y="28653"/>
                  </a:lnTo>
                  <a:lnTo>
                    <a:pt x="102271" y="26692"/>
                  </a:lnTo>
                  <a:lnTo>
                    <a:pt x="103789" y="25481"/>
                  </a:lnTo>
                  <a:lnTo>
                    <a:pt x="106004" y="25022"/>
                  </a:lnTo>
                  <a:lnTo>
                    <a:pt x="107364" y="25297"/>
                  </a:lnTo>
                  <a:lnTo>
                    <a:pt x="107867" y="26305"/>
                  </a:lnTo>
                  <a:lnTo>
                    <a:pt x="108546" y="26865"/>
                  </a:lnTo>
                  <a:lnTo>
                    <a:pt x="109399" y="26975"/>
                  </a:lnTo>
                  <a:lnTo>
                    <a:pt x="110181" y="25823"/>
                  </a:lnTo>
                  <a:lnTo>
                    <a:pt x="110894" y="23409"/>
                  </a:lnTo>
                  <a:lnTo>
                    <a:pt x="110934" y="20418"/>
                  </a:lnTo>
                  <a:lnTo>
                    <a:pt x="110303" y="16853"/>
                  </a:lnTo>
                  <a:lnTo>
                    <a:pt x="110476" y="15719"/>
                  </a:lnTo>
                  <a:lnTo>
                    <a:pt x="110750" y="15223"/>
                  </a:lnTo>
                  <a:lnTo>
                    <a:pt x="111596" y="13934"/>
                  </a:lnTo>
                  <a:lnTo>
                    <a:pt x="112782" y="11256"/>
                  </a:lnTo>
                  <a:lnTo>
                    <a:pt x="113927" y="7812"/>
                  </a:lnTo>
                  <a:lnTo>
                    <a:pt x="115031" y="3604"/>
                  </a:lnTo>
                  <a:lnTo>
                    <a:pt x="116395" y="999"/>
                  </a:lnTo>
                  <a:lnTo>
                    <a:pt x="118019" y="0"/>
                  </a:lnTo>
                  <a:lnTo>
                    <a:pt x="119986" y="1138"/>
                  </a:lnTo>
                  <a:lnTo>
                    <a:pt x="122299" y="4415"/>
                  </a:lnTo>
                  <a:lnTo>
                    <a:pt x="123172" y="8455"/>
                  </a:lnTo>
                  <a:lnTo>
                    <a:pt x="122605" y="13252"/>
                  </a:lnTo>
                  <a:lnTo>
                    <a:pt x="122556" y="15896"/>
                  </a:lnTo>
                  <a:lnTo>
                    <a:pt x="123027" y="16386"/>
                  </a:lnTo>
                  <a:lnTo>
                    <a:pt x="123818" y="16254"/>
                  </a:lnTo>
                  <a:lnTo>
                    <a:pt x="124933" y="15498"/>
                  </a:lnTo>
                  <a:lnTo>
                    <a:pt x="125661" y="15461"/>
                  </a:lnTo>
                  <a:lnTo>
                    <a:pt x="126005" y="16142"/>
                  </a:lnTo>
                  <a:lnTo>
                    <a:pt x="125984" y="17497"/>
                  </a:lnTo>
                  <a:lnTo>
                    <a:pt x="125596" y="19524"/>
                  </a:lnTo>
                  <a:lnTo>
                    <a:pt x="125129" y="25219"/>
                  </a:lnTo>
                  <a:lnTo>
                    <a:pt x="124841" y="30150"/>
                  </a:lnTo>
                  <a:lnTo>
                    <a:pt x="124558" y="35002"/>
                  </a:lnTo>
                  <a:lnTo>
                    <a:pt x="124310" y="39266"/>
                  </a:lnTo>
                  <a:lnTo>
                    <a:pt x="124752" y="42589"/>
                  </a:lnTo>
                  <a:lnTo>
                    <a:pt x="125422" y="47611"/>
                  </a:lnTo>
                  <a:lnTo>
                    <a:pt x="126178" y="50927"/>
                  </a:lnTo>
                  <a:lnTo>
                    <a:pt x="126952" y="51990"/>
                  </a:lnTo>
                  <a:lnTo>
                    <a:pt x="127726" y="52371"/>
                  </a:lnTo>
                  <a:lnTo>
                    <a:pt x="128501" y="52068"/>
                  </a:lnTo>
                  <a:lnTo>
                    <a:pt x="130090" y="49936"/>
                  </a:lnTo>
                  <a:lnTo>
                    <a:pt x="132492" y="45974"/>
                  </a:lnTo>
                  <a:lnTo>
                    <a:pt x="134823" y="43540"/>
                  </a:lnTo>
                  <a:lnTo>
                    <a:pt x="138215" y="42176"/>
                  </a:lnTo>
                  <a:lnTo>
                    <a:pt x="139346" y="37931"/>
                  </a:lnTo>
                  <a:lnTo>
                    <a:pt x="140918" y="35129"/>
                  </a:lnTo>
                  <a:lnTo>
                    <a:pt x="144502" y="30964"/>
                  </a:lnTo>
                  <a:lnTo>
                    <a:pt x="146453" y="29375"/>
                  </a:lnTo>
                  <a:lnTo>
                    <a:pt x="147571" y="29097"/>
                  </a:lnTo>
                  <a:lnTo>
                    <a:pt x="148971" y="29854"/>
                  </a:lnTo>
                  <a:lnTo>
                    <a:pt x="149288" y="30116"/>
                  </a:lnTo>
                  <a:lnTo>
                    <a:pt x="149567" y="30315"/>
                  </a:lnTo>
                  <a:lnTo>
                    <a:pt x="150287" y="30661"/>
                  </a:lnTo>
                  <a:lnTo>
                    <a:pt x="150437" y="31931"/>
                  </a:lnTo>
                  <a:lnTo>
                    <a:pt x="150250" y="33300"/>
                  </a:lnTo>
                  <a:lnTo>
                    <a:pt x="149472" y="34430"/>
                  </a:lnTo>
                  <a:lnTo>
                    <a:pt x="149231" y="35306"/>
                  </a:lnTo>
                  <a:lnTo>
                    <a:pt x="149526" y="35962"/>
                  </a:lnTo>
                  <a:lnTo>
                    <a:pt x="150617" y="36186"/>
                  </a:lnTo>
                  <a:lnTo>
                    <a:pt x="152879" y="34668"/>
                  </a:lnTo>
                  <a:lnTo>
                    <a:pt x="154343" y="33691"/>
                  </a:lnTo>
                  <a:lnTo>
                    <a:pt x="155357" y="33300"/>
                  </a:lnTo>
                  <a:lnTo>
                    <a:pt x="155771" y="32029"/>
                  </a:lnTo>
                  <a:lnTo>
                    <a:pt x="156409" y="30759"/>
                  </a:lnTo>
                  <a:lnTo>
                    <a:pt x="157423" y="30661"/>
                  </a:lnTo>
                  <a:lnTo>
                    <a:pt x="158512" y="31345"/>
                  </a:lnTo>
                  <a:lnTo>
                    <a:pt x="159413" y="31736"/>
                  </a:lnTo>
                  <a:lnTo>
                    <a:pt x="160948" y="31378"/>
                  </a:lnTo>
                  <a:lnTo>
                    <a:pt x="161756" y="32485"/>
                  </a:lnTo>
                  <a:lnTo>
                    <a:pt x="162890" y="34585"/>
                  </a:lnTo>
                  <a:lnTo>
                    <a:pt x="163400" y="35884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3301959" y="3807085"/>
              <a:ext cx="139713" cy="359450"/>
            </a:xfrm>
            <a:custGeom>
              <a:avLst/>
              <a:pathLst>
                <a:path w="139713" h="359450">
                  <a:moveTo>
                    <a:pt x="138802" y="148235"/>
                  </a:moveTo>
                  <a:lnTo>
                    <a:pt x="139050" y="152108"/>
                  </a:lnTo>
                  <a:lnTo>
                    <a:pt x="139297" y="157484"/>
                  </a:lnTo>
                  <a:lnTo>
                    <a:pt x="139473" y="161351"/>
                  </a:lnTo>
                  <a:lnTo>
                    <a:pt x="139653" y="163079"/>
                  </a:lnTo>
                  <a:lnTo>
                    <a:pt x="139713" y="164002"/>
                  </a:lnTo>
                  <a:lnTo>
                    <a:pt x="139515" y="165001"/>
                  </a:lnTo>
                  <a:lnTo>
                    <a:pt x="139349" y="167321"/>
                  </a:lnTo>
                  <a:lnTo>
                    <a:pt x="139033" y="169376"/>
                  </a:lnTo>
                  <a:lnTo>
                    <a:pt x="138853" y="170813"/>
                  </a:lnTo>
                  <a:lnTo>
                    <a:pt x="139000" y="173447"/>
                  </a:lnTo>
                  <a:lnTo>
                    <a:pt x="138881" y="177227"/>
                  </a:lnTo>
                  <a:lnTo>
                    <a:pt x="138755" y="181215"/>
                  </a:lnTo>
                  <a:lnTo>
                    <a:pt x="138716" y="185053"/>
                  </a:lnTo>
                  <a:lnTo>
                    <a:pt x="139143" y="191936"/>
                  </a:lnTo>
                  <a:lnTo>
                    <a:pt x="139084" y="194048"/>
                  </a:lnTo>
                  <a:lnTo>
                    <a:pt x="138555" y="197640"/>
                  </a:lnTo>
                  <a:lnTo>
                    <a:pt x="138154" y="200370"/>
                  </a:lnTo>
                  <a:lnTo>
                    <a:pt x="137894" y="203536"/>
                  </a:lnTo>
                  <a:lnTo>
                    <a:pt x="137847" y="205184"/>
                  </a:lnTo>
                  <a:lnTo>
                    <a:pt x="138820" y="209850"/>
                  </a:lnTo>
                  <a:lnTo>
                    <a:pt x="138762" y="210782"/>
                  </a:lnTo>
                  <a:lnTo>
                    <a:pt x="138018" y="211070"/>
                  </a:lnTo>
                  <a:lnTo>
                    <a:pt x="137402" y="211151"/>
                  </a:lnTo>
                  <a:lnTo>
                    <a:pt x="135047" y="211151"/>
                  </a:lnTo>
                  <a:lnTo>
                    <a:pt x="131673" y="211151"/>
                  </a:lnTo>
                  <a:lnTo>
                    <a:pt x="128298" y="211151"/>
                  </a:lnTo>
                  <a:lnTo>
                    <a:pt x="124924" y="211151"/>
                  </a:lnTo>
                  <a:lnTo>
                    <a:pt x="121820" y="211151"/>
                  </a:lnTo>
                  <a:lnTo>
                    <a:pt x="118851" y="211151"/>
                  </a:lnTo>
                  <a:lnTo>
                    <a:pt x="116232" y="211151"/>
                  </a:lnTo>
                  <a:lnTo>
                    <a:pt x="116233" y="215757"/>
                  </a:lnTo>
                  <a:lnTo>
                    <a:pt x="116234" y="225239"/>
                  </a:lnTo>
                  <a:lnTo>
                    <a:pt x="116234" y="234724"/>
                  </a:lnTo>
                  <a:lnTo>
                    <a:pt x="116237" y="244206"/>
                  </a:lnTo>
                  <a:lnTo>
                    <a:pt x="116238" y="253688"/>
                  </a:lnTo>
                  <a:lnTo>
                    <a:pt x="116239" y="263171"/>
                  </a:lnTo>
                  <a:lnTo>
                    <a:pt x="116240" y="272653"/>
                  </a:lnTo>
                  <a:lnTo>
                    <a:pt x="116241" y="282135"/>
                  </a:lnTo>
                  <a:lnTo>
                    <a:pt x="116242" y="291617"/>
                  </a:lnTo>
                  <a:lnTo>
                    <a:pt x="116242" y="298456"/>
                  </a:lnTo>
                  <a:lnTo>
                    <a:pt x="116929" y="307535"/>
                  </a:lnTo>
                  <a:lnTo>
                    <a:pt x="118183" y="317415"/>
                  </a:lnTo>
                  <a:lnTo>
                    <a:pt x="118674" y="318330"/>
                  </a:lnTo>
                  <a:lnTo>
                    <a:pt x="119936" y="320145"/>
                  </a:lnTo>
                  <a:lnTo>
                    <a:pt x="121689" y="323856"/>
                  </a:lnTo>
                  <a:lnTo>
                    <a:pt x="122672" y="326666"/>
                  </a:lnTo>
                  <a:lnTo>
                    <a:pt x="124670" y="331543"/>
                  </a:lnTo>
                  <a:lnTo>
                    <a:pt x="127326" y="337762"/>
                  </a:lnTo>
                  <a:lnTo>
                    <a:pt x="129890" y="343337"/>
                  </a:lnTo>
                  <a:lnTo>
                    <a:pt x="132150" y="348248"/>
                  </a:lnTo>
                  <a:lnTo>
                    <a:pt x="128602" y="349968"/>
                  </a:lnTo>
                  <a:lnTo>
                    <a:pt x="123558" y="352415"/>
                  </a:lnTo>
                  <a:lnTo>
                    <a:pt x="120153" y="354066"/>
                  </a:lnTo>
                  <a:lnTo>
                    <a:pt x="116027" y="356066"/>
                  </a:lnTo>
                  <a:lnTo>
                    <a:pt x="113275" y="357324"/>
                  </a:lnTo>
                  <a:lnTo>
                    <a:pt x="109850" y="358888"/>
                  </a:lnTo>
                  <a:lnTo>
                    <a:pt x="109304" y="358853"/>
                  </a:lnTo>
                  <a:lnTo>
                    <a:pt x="108385" y="357774"/>
                  </a:lnTo>
                  <a:lnTo>
                    <a:pt x="106405" y="357560"/>
                  </a:lnTo>
                  <a:lnTo>
                    <a:pt x="104075" y="359046"/>
                  </a:lnTo>
                  <a:lnTo>
                    <a:pt x="102226" y="359450"/>
                  </a:lnTo>
                  <a:lnTo>
                    <a:pt x="100859" y="358769"/>
                  </a:lnTo>
                  <a:lnTo>
                    <a:pt x="99525" y="357465"/>
                  </a:lnTo>
                  <a:lnTo>
                    <a:pt x="98223" y="355540"/>
                  </a:lnTo>
                  <a:lnTo>
                    <a:pt x="95968" y="354839"/>
                  </a:lnTo>
                  <a:lnTo>
                    <a:pt x="92759" y="355361"/>
                  </a:lnTo>
                  <a:lnTo>
                    <a:pt x="89665" y="354986"/>
                  </a:lnTo>
                  <a:lnTo>
                    <a:pt x="86688" y="353711"/>
                  </a:lnTo>
                  <a:lnTo>
                    <a:pt x="84557" y="353209"/>
                  </a:lnTo>
                  <a:lnTo>
                    <a:pt x="83274" y="353480"/>
                  </a:lnTo>
                  <a:lnTo>
                    <a:pt x="81897" y="353062"/>
                  </a:lnTo>
                  <a:lnTo>
                    <a:pt x="80429" y="351962"/>
                  </a:lnTo>
                  <a:lnTo>
                    <a:pt x="79204" y="350098"/>
                  </a:lnTo>
                  <a:lnTo>
                    <a:pt x="77729" y="346162"/>
                  </a:lnTo>
                  <a:lnTo>
                    <a:pt x="76576" y="342402"/>
                  </a:lnTo>
                  <a:lnTo>
                    <a:pt x="76277" y="341865"/>
                  </a:lnTo>
                  <a:lnTo>
                    <a:pt x="75913" y="341291"/>
                  </a:lnTo>
                  <a:lnTo>
                    <a:pt x="75551" y="341121"/>
                  </a:lnTo>
                  <a:lnTo>
                    <a:pt x="72285" y="341020"/>
                  </a:lnTo>
                  <a:lnTo>
                    <a:pt x="69180" y="340924"/>
                  </a:lnTo>
                  <a:lnTo>
                    <a:pt x="67403" y="340919"/>
                  </a:lnTo>
                  <a:lnTo>
                    <a:pt x="63059" y="340901"/>
                  </a:lnTo>
                  <a:lnTo>
                    <a:pt x="58714" y="340884"/>
                  </a:lnTo>
                  <a:lnTo>
                    <a:pt x="54369" y="340867"/>
                  </a:lnTo>
                  <a:lnTo>
                    <a:pt x="50025" y="340850"/>
                  </a:lnTo>
                  <a:lnTo>
                    <a:pt x="45680" y="340832"/>
                  </a:lnTo>
                  <a:lnTo>
                    <a:pt x="41335" y="340818"/>
                  </a:lnTo>
                  <a:lnTo>
                    <a:pt x="36990" y="340800"/>
                  </a:lnTo>
                  <a:lnTo>
                    <a:pt x="32645" y="340783"/>
                  </a:lnTo>
                  <a:lnTo>
                    <a:pt x="30338" y="340774"/>
                  </a:lnTo>
                  <a:lnTo>
                    <a:pt x="28193" y="341072"/>
                  </a:lnTo>
                  <a:lnTo>
                    <a:pt x="25827" y="341401"/>
                  </a:lnTo>
                  <a:lnTo>
                    <a:pt x="25485" y="341262"/>
                  </a:lnTo>
                  <a:lnTo>
                    <a:pt x="24924" y="340806"/>
                  </a:lnTo>
                  <a:lnTo>
                    <a:pt x="24540" y="339978"/>
                  </a:lnTo>
                  <a:lnTo>
                    <a:pt x="23266" y="337840"/>
                  </a:lnTo>
                  <a:lnTo>
                    <a:pt x="22157" y="336218"/>
                  </a:lnTo>
                  <a:lnTo>
                    <a:pt x="20651" y="333491"/>
                  </a:lnTo>
                  <a:lnTo>
                    <a:pt x="19677" y="330502"/>
                  </a:lnTo>
                  <a:lnTo>
                    <a:pt x="18857" y="329549"/>
                  </a:lnTo>
                  <a:lnTo>
                    <a:pt x="17403" y="329010"/>
                  </a:lnTo>
                  <a:lnTo>
                    <a:pt x="16311" y="328482"/>
                  </a:lnTo>
                  <a:lnTo>
                    <a:pt x="15421" y="328363"/>
                  </a:lnTo>
                  <a:lnTo>
                    <a:pt x="13854" y="329774"/>
                  </a:lnTo>
                  <a:lnTo>
                    <a:pt x="12675" y="331168"/>
                  </a:lnTo>
                  <a:lnTo>
                    <a:pt x="11833" y="332516"/>
                  </a:lnTo>
                  <a:lnTo>
                    <a:pt x="10372" y="334062"/>
                  </a:lnTo>
                  <a:lnTo>
                    <a:pt x="9142" y="335603"/>
                  </a:lnTo>
                  <a:lnTo>
                    <a:pt x="6997" y="335401"/>
                  </a:lnTo>
                  <a:lnTo>
                    <a:pt x="6533" y="335624"/>
                  </a:lnTo>
                  <a:lnTo>
                    <a:pt x="5340" y="335523"/>
                  </a:lnTo>
                  <a:lnTo>
                    <a:pt x="4216" y="334181"/>
                  </a:lnTo>
                  <a:lnTo>
                    <a:pt x="3076" y="334299"/>
                  </a:lnTo>
                  <a:lnTo>
                    <a:pt x="1810" y="336013"/>
                  </a:lnTo>
                  <a:lnTo>
                    <a:pt x="0" y="336683"/>
                  </a:lnTo>
                  <a:lnTo>
                    <a:pt x="420" y="325515"/>
                  </a:lnTo>
                  <a:lnTo>
                    <a:pt x="861" y="320575"/>
                  </a:lnTo>
                  <a:lnTo>
                    <a:pt x="872" y="314671"/>
                  </a:lnTo>
                  <a:lnTo>
                    <a:pt x="612" y="299368"/>
                  </a:lnTo>
                  <a:lnTo>
                    <a:pt x="299" y="297268"/>
                  </a:lnTo>
                  <a:lnTo>
                    <a:pt x="88" y="294803"/>
                  </a:lnTo>
                  <a:lnTo>
                    <a:pt x="1210" y="292925"/>
                  </a:lnTo>
                  <a:lnTo>
                    <a:pt x="1780" y="291490"/>
                  </a:lnTo>
                  <a:lnTo>
                    <a:pt x="2552" y="288954"/>
                  </a:lnTo>
                  <a:lnTo>
                    <a:pt x="3100" y="285399"/>
                  </a:lnTo>
                  <a:lnTo>
                    <a:pt x="3749" y="277556"/>
                  </a:lnTo>
                  <a:lnTo>
                    <a:pt x="6102" y="259509"/>
                  </a:lnTo>
                  <a:lnTo>
                    <a:pt x="7220" y="241826"/>
                  </a:lnTo>
                  <a:lnTo>
                    <a:pt x="8637" y="233446"/>
                  </a:lnTo>
                  <a:lnTo>
                    <a:pt x="9168" y="224059"/>
                  </a:lnTo>
                  <a:lnTo>
                    <a:pt x="13110" y="211942"/>
                  </a:lnTo>
                  <a:lnTo>
                    <a:pt x="14082" y="204494"/>
                  </a:lnTo>
                  <a:lnTo>
                    <a:pt x="16120" y="200844"/>
                  </a:lnTo>
                  <a:lnTo>
                    <a:pt x="19008" y="196951"/>
                  </a:lnTo>
                  <a:lnTo>
                    <a:pt x="21063" y="190028"/>
                  </a:lnTo>
                  <a:lnTo>
                    <a:pt x="22057" y="185232"/>
                  </a:lnTo>
                  <a:lnTo>
                    <a:pt x="23191" y="176041"/>
                  </a:lnTo>
                  <a:lnTo>
                    <a:pt x="23178" y="166444"/>
                  </a:lnTo>
                  <a:lnTo>
                    <a:pt x="23896" y="153631"/>
                  </a:lnTo>
                  <a:lnTo>
                    <a:pt x="23738" y="149946"/>
                  </a:lnTo>
                  <a:lnTo>
                    <a:pt x="22664" y="144848"/>
                  </a:lnTo>
                  <a:lnTo>
                    <a:pt x="22464" y="141197"/>
                  </a:lnTo>
                  <a:lnTo>
                    <a:pt x="21466" y="137613"/>
                  </a:lnTo>
                  <a:lnTo>
                    <a:pt x="20398" y="134906"/>
                  </a:lnTo>
                  <a:lnTo>
                    <a:pt x="19898" y="130073"/>
                  </a:lnTo>
                  <a:lnTo>
                    <a:pt x="18045" y="122443"/>
                  </a:lnTo>
                  <a:lnTo>
                    <a:pt x="17537" y="117356"/>
                  </a:lnTo>
                  <a:lnTo>
                    <a:pt x="16650" y="113706"/>
                  </a:lnTo>
                  <a:lnTo>
                    <a:pt x="16508" y="109198"/>
                  </a:lnTo>
                  <a:lnTo>
                    <a:pt x="16040" y="104440"/>
                  </a:lnTo>
                  <a:lnTo>
                    <a:pt x="15135" y="99733"/>
                  </a:lnTo>
                  <a:lnTo>
                    <a:pt x="14256" y="94346"/>
                  </a:lnTo>
                  <a:lnTo>
                    <a:pt x="14256" y="92661"/>
                  </a:lnTo>
                  <a:lnTo>
                    <a:pt x="14804" y="90629"/>
                  </a:lnTo>
                  <a:lnTo>
                    <a:pt x="15326" y="89962"/>
                  </a:lnTo>
                  <a:lnTo>
                    <a:pt x="15150" y="90984"/>
                  </a:lnTo>
                  <a:lnTo>
                    <a:pt x="14802" y="92193"/>
                  </a:lnTo>
                  <a:lnTo>
                    <a:pt x="14884" y="93128"/>
                  </a:lnTo>
                  <a:lnTo>
                    <a:pt x="18349" y="83683"/>
                  </a:lnTo>
                  <a:lnTo>
                    <a:pt x="18569" y="81837"/>
                  </a:lnTo>
                  <a:lnTo>
                    <a:pt x="18452" y="79770"/>
                  </a:lnTo>
                  <a:lnTo>
                    <a:pt x="18433" y="77243"/>
                  </a:lnTo>
                  <a:lnTo>
                    <a:pt x="18571" y="74302"/>
                  </a:lnTo>
                  <a:lnTo>
                    <a:pt x="15304" y="56881"/>
                  </a:lnTo>
                  <a:lnTo>
                    <a:pt x="12709" y="40678"/>
                  </a:lnTo>
                  <a:lnTo>
                    <a:pt x="12268" y="32492"/>
                  </a:lnTo>
                  <a:lnTo>
                    <a:pt x="8837" y="21723"/>
                  </a:lnTo>
                  <a:lnTo>
                    <a:pt x="7484" y="14722"/>
                  </a:lnTo>
                  <a:lnTo>
                    <a:pt x="6713" y="9814"/>
                  </a:lnTo>
                  <a:lnTo>
                    <a:pt x="6134" y="7952"/>
                  </a:lnTo>
                  <a:lnTo>
                    <a:pt x="6353" y="7015"/>
                  </a:lnTo>
                  <a:lnTo>
                    <a:pt x="7236" y="6769"/>
                  </a:lnTo>
                  <a:lnTo>
                    <a:pt x="9203" y="5635"/>
                  </a:lnTo>
                  <a:lnTo>
                    <a:pt x="11895" y="4394"/>
                  </a:lnTo>
                  <a:lnTo>
                    <a:pt x="14383" y="1549"/>
                  </a:lnTo>
                  <a:lnTo>
                    <a:pt x="15047" y="285"/>
                  </a:lnTo>
                  <a:lnTo>
                    <a:pt x="16366" y="31"/>
                  </a:lnTo>
                  <a:lnTo>
                    <a:pt x="17709" y="787"/>
                  </a:lnTo>
                  <a:lnTo>
                    <a:pt x="18207" y="242"/>
                  </a:lnTo>
                  <a:lnTo>
                    <a:pt x="18491" y="196"/>
                  </a:lnTo>
                  <a:lnTo>
                    <a:pt x="21643" y="193"/>
                  </a:lnTo>
                  <a:lnTo>
                    <a:pt x="22954" y="0"/>
                  </a:lnTo>
                  <a:lnTo>
                    <a:pt x="25384" y="60"/>
                  </a:lnTo>
                  <a:lnTo>
                    <a:pt x="26920" y="294"/>
                  </a:lnTo>
                  <a:lnTo>
                    <a:pt x="27795" y="614"/>
                  </a:lnTo>
                  <a:lnTo>
                    <a:pt x="30155" y="1108"/>
                  </a:lnTo>
                  <a:lnTo>
                    <a:pt x="33099" y="995"/>
                  </a:lnTo>
                  <a:lnTo>
                    <a:pt x="34138" y="735"/>
                  </a:lnTo>
                  <a:lnTo>
                    <a:pt x="37998" y="571"/>
                  </a:lnTo>
                  <a:lnTo>
                    <a:pt x="41810" y="403"/>
                  </a:lnTo>
                  <a:lnTo>
                    <a:pt x="45238" y="256"/>
                  </a:lnTo>
                  <a:lnTo>
                    <a:pt x="49022" y="288"/>
                  </a:lnTo>
                  <a:lnTo>
                    <a:pt x="51919" y="308"/>
                  </a:lnTo>
                  <a:lnTo>
                    <a:pt x="53238" y="1330"/>
                  </a:lnTo>
                  <a:lnTo>
                    <a:pt x="54438" y="3269"/>
                  </a:lnTo>
                  <a:lnTo>
                    <a:pt x="54984" y="5026"/>
                  </a:lnTo>
                  <a:lnTo>
                    <a:pt x="55243" y="5803"/>
                  </a:lnTo>
                  <a:lnTo>
                    <a:pt x="55601" y="7664"/>
                  </a:lnTo>
                  <a:lnTo>
                    <a:pt x="56257" y="9133"/>
                  </a:lnTo>
                  <a:lnTo>
                    <a:pt x="56490" y="11412"/>
                  </a:lnTo>
                  <a:lnTo>
                    <a:pt x="56299" y="14503"/>
                  </a:lnTo>
                  <a:lnTo>
                    <a:pt x="56394" y="18217"/>
                  </a:lnTo>
                  <a:lnTo>
                    <a:pt x="56776" y="22554"/>
                  </a:lnTo>
                  <a:lnTo>
                    <a:pt x="57572" y="27107"/>
                  </a:lnTo>
                  <a:lnTo>
                    <a:pt x="58780" y="31877"/>
                  </a:lnTo>
                  <a:lnTo>
                    <a:pt x="59306" y="35663"/>
                  </a:lnTo>
                  <a:lnTo>
                    <a:pt x="59150" y="38468"/>
                  </a:lnTo>
                  <a:lnTo>
                    <a:pt x="59521" y="41435"/>
                  </a:lnTo>
                  <a:lnTo>
                    <a:pt x="60419" y="44557"/>
                  </a:lnTo>
                  <a:lnTo>
                    <a:pt x="61075" y="46210"/>
                  </a:lnTo>
                  <a:lnTo>
                    <a:pt x="61455" y="47460"/>
                  </a:lnTo>
                  <a:lnTo>
                    <a:pt x="62477" y="52247"/>
                  </a:lnTo>
                  <a:lnTo>
                    <a:pt x="64365" y="59888"/>
                  </a:lnTo>
                  <a:lnTo>
                    <a:pt x="65781" y="65619"/>
                  </a:lnTo>
                  <a:lnTo>
                    <a:pt x="66276" y="66303"/>
                  </a:lnTo>
                  <a:lnTo>
                    <a:pt x="67000" y="66058"/>
                  </a:lnTo>
                  <a:lnTo>
                    <a:pt x="68538" y="65486"/>
                  </a:lnTo>
                  <a:lnTo>
                    <a:pt x="70063" y="65377"/>
                  </a:lnTo>
                  <a:lnTo>
                    <a:pt x="71150" y="66557"/>
                  </a:lnTo>
                  <a:lnTo>
                    <a:pt x="71585" y="66355"/>
                  </a:lnTo>
                  <a:lnTo>
                    <a:pt x="73224" y="64081"/>
                  </a:lnTo>
                  <a:lnTo>
                    <a:pt x="74852" y="63386"/>
                  </a:lnTo>
                  <a:lnTo>
                    <a:pt x="76553" y="62448"/>
                  </a:lnTo>
                  <a:lnTo>
                    <a:pt x="77439" y="61484"/>
                  </a:lnTo>
                  <a:lnTo>
                    <a:pt x="78470" y="61487"/>
                  </a:lnTo>
                  <a:lnTo>
                    <a:pt x="81251" y="63322"/>
                  </a:lnTo>
                  <a:lnTo>
                    <a:pt x="81774" y="63420"/>
                  </a:lnTo>
                  <a:lnTo>
                    <a:pt x="84025" y="63420"/>
                  </a:lnTo>
                  <a:lnTo>
                    <a:pt x="86275" y="62390"/>
                  </a:lnTo>
                  <a:lnTo>
                    <a:pt x="86606" y="54706"/>
                  </a:lnTo>
                  <a:lnTo>
                    <a:pt x="86626" y="53185"/>
                  </a:lnTo>
                  <a:lnTo>
                    <a:pt x="87167" y="50296"/>
                  </a:lnTo>
                  <a:lnTo>
                    <a:pt x="87855" y="47780"/>
                  </a:lnTo>
                  <a:lnTo>
                    <a:pt x="87940" y="45373"/>
                  </a:lnTo>
                  <a:lnTo>
                    <a:pt x="87899" y="42087"/>
                  </a:lnTo>
                  <a:lnTo>
                    <a:pt x="88397" y="38096"/>
                  </a:lnTo>
                  <a:lnTo>
                    <a:pt x="89904" y="34925"/>
                  </a:lnTo>
                  <a:lnTo>
                    <a:pt x="92344" y="33424"/>
                  </a:lnTo>
                  <a:lnTo>
                    <a:pt x="93732" y="33133"/>
                  </a:lnTo>
                  <a:lnTo>
                    <a:pt x="95919" y="32241"/>
                  </a:lnTo>
                  <a:lnTo>
                    <a:pt x="99237" y="31341"/>
                  </a:lnTo>
                  <a:lnTo>
                    <a:pt x="100461" y="31462"/>
                  </a:lnTo>
                  <a:lnTo>
                    <a:pt x="100560" y="31912"/>
                  </a:lnTo>
                  <a:lnTo>
                    <a:pt x="99858" y="37426"/>
                  </a:lnTo>
                  <a:lnTo>
                    <a:pt x="99845" y="39230"/>
                  </a:lnTo>
                  <a:lnTo>
                    <a:pt x="100102" y="41051"/>
                  </a:lnTo>
                  <a:lnTo>
                    <a:pt x="100663" y="42035"/>
                  </a:lnTo>
                  <a:lnTo>
                    <a:pt x="104105" y="42144"/>
                  </a:lnTo>
                  <a:lnTo>
                    <a:pt x="107278" y="42248"/>
                  </a:lnTo>
                  <a:lnTo>
                    <a:pt x="110917" y="42595"/>
                  </a:lnTo>
                  <a:lnTo>
                    <a:pt x="113645" y="42854"/>
                  </a:lnTo>
                  <a:lnTo>
                    <a:pt x="113992" y="43126"/>
                  </a:lnTo>
                  <a:lnTo>
                    <a:pt x="114269" y="43538"/>
                  </a:lnTo>
                  <a:lnTo>
                    <a:pt x="114673" y="46268"/>
                  </a:lnTo>
                  <a:lnTo>
                    <a:pt x="114582" y="51606"/>
                  </a:lnTo>
                  <a:lnTo>
                    <a:pt x="113974" y="59401"/>
                  </a:lnTo>
                  <a:lnTo>
                    <a:pt x="114211" y="66684"/>
                  </a:lnTo>
                  <a:lnTo>
                    <a:pt x="115290" y="73457"/>
                  </a:lnTo>
                  <a:lnTo>
                    <a:pt x="115397" y="83865"/>
                  </a:lnTo>
                  <a:lnTo>
                    <a:pt x="115017" y="90075"/>
                  </a:lnTo>
                  <a:lnTo>
                    <a:pt x="114535" y="97904"/>
                  </a:lnTo>
                  <a:lnTo>
                    <a:pt x="114350" y="106777"/>
                  </a:lnTo>
                  <a:lnTo>
                    <a:pt x="114844" y="110485"/>
                  </a:lnTo>
                  <a:lnTo>
                    <a:pt x="115888" y="114366"/>
                  </a:lnTo>
                  <a:lnTo>
                    <a:pt x="117484" y="118421"/>
                  </a:lnTo>
                  <a:lnTo>
                    <a:pt x="118717" y="123676"/>
                  </a:lnTo>
                  <a:lnTo>
                    <a:pt x="119589" y="130131"/>
                  </a:lnTo>
                  <a:lnTo>
                    <a:pt x="119906" y="134197"/>
                  </a:lnTo>
                  <a:lnTo>
                    <a:pt x="119670" y="135870"/>
                  </a:lnTo>
                  <a:lnTo>
                    <a:pt x="119688" y="138773"/>
                  </a:lnTo>
                  <a:lnTo>
                    <a:pt x="119958" y="142903"/>
                  </a:lnTo>
                  <a:lnTo>
                    <a:pt x="119657" y="145641"/>
                  </a:lnTo>
                  <a:lnTo>
                    <a:pt x="118783" y="146986"/>
                  </a:lnTo>
                  <a:lnTo>
                    <a:pt x="118492" y="148841"/>
                  </a:lnTo>
                  <a:lnTo>
                    <a:pt x="118932" y="152399"/>
                  </a:lnTo>
                  <a:lnTo>
                    <a:pt x="119040" y="155628"/>
                  </a:lnTo>
                  <a:lnTo>
                    <a:pt x="119386" y="156860"/>
                  </a:lnTo>
                  <a:lnTo>
                    <a:pt x="119638" y="157761"/>
                  </a:lnTo>
                  <a:lnTo>
                    <a:pt x="120048" y="157894"/>
                  </a:lnTo>
                  <a:lnTo>
                    <a:pt x="120934" y="156736"/>
                  </a:lnTo>
                  <a:lnTo>
                    <a:pt x="121992" y="154587"/>
                  </a:lnTo>
                  <a:lnTo>
                    <a:pt x="122842" y="153675"/>
                  </a:lnTo>
                  <a:lnTo>
                    <a:pt x="124040" y="153790"/>
                  </a:lnTo>
                  <a:lnTo>
                    <a:pt x="125723" y="154396"/>
                  </a:lnTo>
                  <a:lnTo>
                    <a:pt x="128693" y="154621"/>
                  </a:lnTo>
                  <a:lnTo>
                    <a:pt x="129607" y="154235"/>
                  </a:lnTo>
                  <a:lnTo>
                    <a:pt x="132372" y="151329"/>
                  </a:lnTo>
                  <a:lnTo>
                    <a:pt x="133096" y="151118"/>
                  </a:lnTo>
                  <a:lnTo>
                    <a:pt x="134186" y="151392"/>
                  </a:lnTo>
                  <a:lnTo>
                    <a:pt x="135735" y="152249"/>
                  </a:lnTo>
                  <a:lnTo>
                    <a:pt x="137296" y="152428"/>
                  </a:lnTo>
                  <a:lnTo>
                    <a:pt x="138060" y="151528"/>
                  </a:lnTo>
                  <a:lnTo>
                    <a:pt x="138130" y="150353"/>
                  </a:lnTo>
                  <a:lnTo>
                    <a:pt x="138373" y="148818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3305086" y="3764940"/>
              <a:ext cx="11973" cy="39293"/>
            </a:xfrm>
            <a:custGeom>
              <a:avLst/>
              <a:pathLst>
                <a:path w="11973" h="39293">
                  <a:moveTo>
                    <a:pt x="2217" y="39293"/>
                  </a:moveTo>
                  <a:lnTo>
                    <a:pt x="2051" y="38503"/>
                  </a:lnTo>
                  <a:lnTo>
                    <a:pt x="1556" y="35571"/>
                  </a:lnTo>
                  <a:lnTo>
                    <a:pt x="1836" y="32792"/>
                  </a:lnTo>
                  <a:lnTo>
                    <a:pt x="2136" y="30711"/>
                  </a:lnTo>
                  <a:lnTo>
                    <a:pt x="1803" y="26472"/>
                  </a:lnTo>
                  <a:lnTo>
                    <a:pt x="1046" y="22701"/>
                  </a:lnTo>
                  <a:lnTo>
                    <a:pt x="245" y="17914"/>
                  </a:lnTo>
                  <a:lnTo>
                    <a:pt x="0" y="17002"/>
                  </a:lnTo>
                  <a:lnTo>
                    <a:pt x="672" y="15461"/>
                  </a:lnTo>
                  <a:lnTo>
                    <a:pt x="1688" y="12079"/>
                  </a:lnTo>
                  <a:lnTo>
                    <a:pt x="2111" y="10333"/>
                  </a:lnTo>
                  <a:lnTo>
                    <a:pt x="3287" y="9946"/>
                  </a:lnTo>
                  <a:lnTo>
                    <a:pt x="3728" y="8723"/>
                  </a:lnTo>
                  <a:lnTo>
                    <a:pt x="4038" y="6761"/>
                  </a:lnTo>
                  <a:lnTo>
                    <a:pt x="4158" y="5621"/>
                  </a:lnTo>
                  <a:lnTo>
                    <a:pt x="5485" y="4686"/>
                  </a:lnTo>
                  <a:lnTo>
                    <a:pt x="7078" y="3021"/>
                  </a:lnTo>
                  <a:lnTo>
                    <a:pt x="7961" y="1206"/>
                  </a:lnTo>
                  <a:lnTo>
                    <a:pt x="8855" y="49"/>
                  </a:lnTo>
                  <a:lnTo>
                    <a:pt x="9422" y="0"/>
                  </a:lnTo>
                  <a:lnTo>
                    <a:pt x="9796" y="479"/>
                  </a:lnTo>
                  <a:lnTo>
                    <a:pt x="10822" y="3630"/>
                  </a:lnTo>
                  <a:lnTo>
                    <a:pt x="11692" y="5624"/>
                  </a:lnTo>
                  <a:lnTo>
                    <a:pt x="11973" y="6082"/>
                  </a:lnTo>
                  <a:lnTo>
                    <a:pt x="11797" y="6564"/>
                  </a:lnTo>
                  <a:lnTo>
                    <a:pt x="10550" y="7872"/>
                  </a:lnTo>
                  <a:lnTo>
                    <a:pt x="9212" y="9092"/>
                  </a:lnTo>
                  <a:lnTo>
                    <a:pt x="7454" y="14079"/>
                  </a:lnTo>
                  <a:lnTo>
                    <a:pt x="6561" y="16237"/>
                  </a:lnTo>
                  <a:lnTo>
                    <a:pt x="6304" y="16774"/>
                  </a:lnTo>
                  <a:lnTo>
                    <a:pt x="5500" y="17966"/>
                  </a:lnTo>
                  <a:lnTo>
                    <a:pt x="4918" y="18987"/>
                  </a:lnTo>
                  <a:lnTo>
                    <a:pt x="4938" y="19553"/>
                  </a:lnTo>
                  <a:lnTo>
                    <a:pt x="5326" y="20205"/>
                  </a:lnTo>
                  <a:lnTo>
                    <a:pt x="5723" y="21275"/>
                  </a:lnTo>
                  <a:lnTo>
                    <a:pt x="5684" y="29422"/>
                  </a:lnTo>
                  <a:lnTo>
                    <a:pt x="5511" y="37435"/>
                  </a:lnTo>
                  <a:lnTo>
                    <a:pt x="5294" y="38113"/>
                  </a:lnTo>
                  <a:lnTo>
                    <a:pt x="4175" y="38379"/>
                  </a:lnTo>
                  <a:lnTo>
                    <a:pt x="2690" y="38933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451401" y="3094217"/>
              <a:ext cx="2048" cy="2905"/>
            </a:xfrm>
            <a:custGeom>
              <a:avLst/>
              <a:pathLst>
                <a:path w="2048" h="2905">
                  <a:moveTo>
                    <a:pt x="1803" y="1416"/>
                  </a:moveTo>
                  <a:lnTo>
                    <a:pt x="0" y="2905"/>
                  </a:lnTo>
                  <a:lnTo>
                    <a:pt x="75" y="2051"/>
                  </a:lnTo>
                  <a:lnTo>
                    <a:pt x="1521" y="0"/>
                  </a:lnTo>
                  <a:lnTo>
                    <a:pt x="2048" y="14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387552" y="2373864"/>
              <a:ext cx="19876" cy="88482"/>
            </a:xfrm>
            <a:custGeom>
              <a:avLst/>
              <a:pathLst>
                <a:path w="19876" h="88482">
                  <a:moveTo>
                    <a:pt x="8894" y="2975"/>
                  </a:moveTo>
                  <a:lnTo>
                    <a:pt x="9343" y="3643"/>
                  </a:lnTo>
                  <a:lnTo>
                    <a:pt x="10277" y="6562"/>
                  </a:lnTo>
                  <a:lnTo>
                    <a:pt x="10899" y="9130"/>
                  </a:lnTo>
                  <a:lnTo>
                    <a:pt x="12122" y="10021"/>
                  </a:lnTo>
                  <a:lnTo>
                    <a:pt x="12804" y="11021"/>
                  </a:lnTo>
                  <a:lnTo>
                    <a:pt x="13680" y="12545"/>
                  </a:lnTo>
                  <a:lnTo>
                    <a:pt x="14105" y="14079"/>
                  </a:lnTo>
                  <a:lnTo>
                    <a:pt x="14702" y="18759"/>
                  </a:lnTo>
                  <a:lnTo>
                    <a:pt x="14770" y="21586"/>
                  </a:lnTo>
                  <a:lnTo>
                    <a:pt x="14597" y="22878"/>
                  </a:lnTo>
                  <a:lnTo>
                    <a:pt x="14449" y="23213"/>
                  </a:lnTo>
                  <a:lnTo>
                    <a:pt x="13904" y="27819"/>
                  </a:lnTo>
                  <a:lnTo>
                    <a:pt x="14034" y="30166"/>
                  </a:lnTo>
                  <a:lnTo>
                    <a:pt x="14030" y="31711"/>
                  </a:lnTo>
                  <a:lnTo>
                    <a:pt x="13568" y="32322"/>
                  </a:lnTo>
                  <a:lnTo>
                    <a:pt x="13262" y="33291"/>
                  </a:lnTo>
                  <a:lnTo>
                    <a:pt x="13759" y="37129"/>
                  </a:lnTo>
                  <a:lnTo>
                    <a:pt x="13698" y="38764"/>
                  </a:lnTo>
                  <a:lnTo>
                    <a:pt x="13720" y="40640"/>
                  </a:lnTo>
                  <a:lnTo>
                    <a:pt x="14616" y="44918"/>
                  </a:lnTo>
                  <a:lnTo>
                    <a:pt x="15145" y="46241"/>
                  </a:lnTo>
                  <a:lnTo>
                    <a:pt x="15618" y="46873"/>
                  </a:lnTo>
                  <a:lnTo>
                    <a:pt x="16222" y="50811"/>
                  </a:lnTo>
                  <a:lnTo>
                    <a:pt x="16580" y="51494"/>
                  </a:lnTo>
                  <a:lnTo>
                    <a:pt x="18050" y="51120"/>
                  </a:lnTo>
                  <a:lnTo>
                    <a:pt x="18768" y="51557"/>
                  </a:lnTo>
                  <a:lnTo>
                    <a:pt x="19053" y="52491"/>
                  </a:lnTo>
                  <a:lnTo>
                    <a:pt x="19117" y="53130"/>
                  </a:lnTo>
                  <a:lnTo>
                    <a:pt x="19021" y="55335"/>
                  </a:lnTo>
                  <a:lnTo>
                    <a:pt x="19386" y="57034"/>
                  </a:lnTo>
                  <a:lnTo>
                    <a:pt x="19876" y="58782"/>
                  </a:lnTo>
                  <a:lnTo>
                    <a:pt x="19874" y="59851"/>
                  </a:lnTo>
                  <a:lnTo>
                    <a:pt x="19546" y="61596"/>
                  </a:lnTo>
                  <a:lnTo>
                    <a:pt x="18958" y="63635"/>
                  </a:lnTo>
                  <a:lnTo>
                    <a:pt x="18179" y="64417"/>
                  </a:lnTo>
                  <a:lnTo>
                    <a:pt x="17321" y="65081"/>
                  </a:lnTo>
                  <a:lnTo>
                    <a:pt x="16912" y="66664"/>
                  </a:lnTo>
                  <a:lnTo>
                    <a:pt x="16703" y="68347"/>
                  </a:lnTo>
                  <a:lnTo>
                    <a:pt x="16320" y="69596"/>
                  </a:lnTo>
                  <a:lnTo>
                    <a:pt x="16082" y="70963"/>
                  </a:lnTo>
                  <a:lnTo>
                    <a:pt x="15719" y="73760"/>
                  </a:lnTo>
                  <a:lnTo>
                    <a:pt x="15633" y="74775"/>
                  </a:lnTo>
                  <a:lnTo>
                    <a:pt x="15052" y="75801"/>
                  </a:lnTo>
                  <a:lnTo>
                    <a:pt x="14153" y="76220"/>
                  </a:lnTo>
                  <a:lnTo>
                    <a:pt x="13347" y="76306"/>
                  </a:lnTo>
                  <a:lnTo>
                    <a:pt x="12801" y="76782"/>
                  </a:lnTo>
                  <a:lnTo>
                    <a:pt x="12525" y="77736"/>
                  </a:lnTo>
                  <a:lnTo>
                    <a:pt x="12011" y="78508"/>
                  </a:lnTo>
                  <a:lnTo>
                    <a:pt x="11701" y="78851"/>
                  </a:lnTo>
                  <a:lnTo>
                    <a:pt x="11703" y="79698"/>
                  </a:lnTo>
                  <a:lnTo>
                    <a:pt x="12077" y="81476"/>
                  </a:lnTo>
                  <a:lnTo>
                    <a:pt x="12502" y="82919"/>
                  </a:lnTo>
                  <a:lnTo>
                    <a:pt x="12510" y="84076"/>
                  </a:lnTo>
                  <a:lnTo>
                    <a:pt x="12302" y="84398"/>
                  </a:lnTo>
                  <a:lnTo>
                    <a:pt x="11644" y="84252"/>
                  </a:lnTo>
                  <a:lnTo>
                    <a:pt x="11505" y="84679"/>
                  </a:lnTo>
                  <a:lnTo>
                    <a:pt x="11434" y="85969"/>
                  </a:lnTo>
                  <a:lnTo>
                    <a:pt x="11257" y="87074"/>
                  </a:lnTo>
                  <a:lnTo>
                    <a:pt x="10987" y="87748"/>
                  </a:lnTo>
                  <a:lnTo>
                    <a:pt x="10517" y="88482"/>
                  </a:lnTo>
                  <a:lnTo>
                    <a:pt x="9656" y="88243"/>
                  </a:lnTo>
                  <a:lnTo>
                    <a:pt x="8847" y="87134"/>
                  </a:lnTo>
                  <a:lnTo>
                    <a:pt x="8424" y="86793"/>
                  </a:lnTo>
                  <a:lnTo>
                    <a:pt x="8182" y="86830"/>
                  </a:lnTo>
                  <a:lnTo>
                    <a:pt x="8118" y="84123"/>
                  </a:lnTo>
                  <a:lnTo>
                    <a:pt x="7769" y="82018"/>
                  </a:lnTo>
                  <a:lnTo>
                    <a:pt x="6486" y="76957"/>
                  </a:lnTo>
                  <a:lnTo>
                    <a:pt x="2315" y="72040"/>
                  </a:lnTo>
                  <a:lnTo>
                    <a:pt x="1334" y="69826"/>
                  </a:lnTo>
                  <a:lnTo>
                    <a:pt x="902" y="67969"/>
                  </a:lnTo>
                  <a:lnTo>
                    <a:pt x="472" y="66215"/>
                  </a:lnTo>
                  <a:lnTo>
                    <a:pt x="884" y="66166"/>
                  </a:lnTo>
                  <a:lnTo>
                    <a:pt x="1293" y="66610"/>
                  </a:lnTo>
                  <a:lnTo>
                    <a:pt x="1815" y="67143"/>
                  </a:lnTo>
                  <a:lnTo>
                    <a:pt x="2027" y="66266"/>
                  </a:lnTo>
                  <a:lnTo>
                    <a:pt x="1800" y="64348"/>
                  </a:lnTo>
                  <a:lnTo>
                    <a:pt x="726" y="59862"/>
                  </a:lnTo>
                  <a:lnTo>
                    <a:pt x="645" y="58629"/>
                  </a:lnTo>
                  <a:lnTo>
                    <a:pt x="1172" y="54879"/>
                  </a:lnTo>
                  <a:lnTo>
                    <a:pt x="2050" y="50666"/>
                  </a:lnTo>
                  <a:lnTo>
                    <a:pt x="1991" y="45561"/>
                  </a:lnTo>
                  <a:lnTo>
                    <a:pt x="2264" y="41710"/>
                  </a:lnTo>
                  <a:lnTo>
                    <a:pt x="1961" y="39210"/>
                  </a:lnTo>
                  <a:lnTo>
                    <a:pt x="1816" y="36144"/>
                  </a:lnTo>
                  <a:lnTo>
                    <a:pt x="2460" y="32068"/>
                  </a:lnTo>
                  <a:lnTo>
                    <a:pt x="3010" y="31059"/>
                  </a:lnTo>
                  <a:lnTo>
                    <a:pt x="3350" y="29771"/>
                  </a:lnTo>
                  <a:lnTo>
                    <a:pt x="3371" y="25425"/>
                  </a:lnTo>
                  <a:lnTo>
                    <a:pt x="2130" y="23396"/>
                  </a:lnTo>
                  <a:lnTo>
                    <a:pt x="700" y="23014"/>
                  </a:lnTo>
                  <a:lnTo>
                    <a:pt x="736" y="21544"/>
                  </a:lnTo>
                  <a:lnTo>
                    <a:pt x="913" y="19212"/>
                  </a:lnTo>
                  <a:lnTo>
                    <a:pt x="811" y="18436"/>
                  </a:lnTo>
                  <a:lnTo>
                    <a:pt x="917" y="17104"/>
                  </a:lnTo>
                  <a:lnTo>
                    <a:pt x="569" y="15325"/>
                  </a:lnTo>
                  <a:lnTo>
                    <a:pt x="0" y="14047"/>
                  </a:lnTo>
                  <a:lnTo>
                    <a:pt x="548" y="11780"/>
                  </a:lnTo>
                  <a:lnTo>
                    <a:pt x="1350" y="9043"/>
                  </a:lnTo>
                  <a:lnTo>
                    <a:pt x="2094" y="6872"/>
                  </a:lnTo>
                  <a:lnTo>
                    <a:pt x="2996" y="4609"/>
                  </a:lnTo>
                  <a:lnTo>
                    <a:pt x="3597" y="2438"/>
                  </a:lnTo>
                  <a:lnTo>
                    <a:pt x="4244" y="572"/>
                  </a:lnTo>
                  <a:lnTo>
                    <a:pt x="4800" y="0"/>
                  </a:lnTo>
                  <a:lnTo>
                    <a:pt x="5077" y="396"/>
                  </a:lnTo>
                  <a:lnTo>
                    <a:pt x="5224" y="1211"/>
                  </a:lnTo>
                  <a:lnTo>
                    <a:pt x="5190" y="3628"/>
                  </a:lnTo>
                  <a:lnTo>
                    <a:pt x="5380" y="4462"/>
                  </a:lnTo>
                  <a:lnTo>
                    <a:pt x="5764" y="5075"/>
                  </a:lnTo>
                  <a:lnTo>
                    <a:pt x="6575" y="4775"/>
                  </a:lnTo>
                  <a:lnTo>
                    <a:pt x="7476" y="4174"/>
                  </a:lnTo>
                  <a:lnTo>
                    <a:pt x="8687" y="28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400240" y="1858914"/>
              <a:ext cx="2423" cy="1868"/>
            </a:xfrm>
            <a:custGeom>
              <a:avLst/>
              <a:pathLst>
                <a:path w="2423" h="1868">
                  <a:moveTo>
                    <a:pt x="2423" y="1011"/>
                  </a:moveTo>
                  <a:lnTo>
                    <a:pt x="2333" y="1712"/>
                  </a:lnTo>
                  <a:lnTo>
                    <a:pt x="1406" y="1868"/>
                  </a:lnTo>
                  <a:lnTo>
                    <a:pt x="1016" y="1245"/>
                  </a:lnTo>
                  <a:lnTo>
                    <a:pt x="150" y="1323"/>
                  </a:lnTo>
                  <a:lnTo>
                    <a:pt x="0" y="1011"/>
                  </a:lnTo>
                  <a:lnTo>
                    <a:pt x="359" y="389"/>
                  </a:lnTo>
                  <a:lnTo>
                    <a:pt x="1046" y="0"/>
                  </a:lnTo>
                  <a:lnTo>
                    <a:pt x="1943" y="1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390259" y="1853855"/>
              <a:ext cx="1685" cy="3280"/>
            </a:xfrm>
            <a:custGeom>
              <a:avLst/>
              <a:pathLst>
                <a:path w="1685" h="3280">
                  <a:moveTo>
                    <a:pt x="1626" y="1741"/>
                  </a:moveTo>
                  <a:lnTo>
                    <a:pt x="1685" y="2403"/>
                  </a:lnTo>
                  <a:lnTo>
                    <a:pt x="1250" y="2237"/>
                  </a:lnTo>
                  <a:lnTo>
                    <a:pt x="917" y="2464"/>
                  </a:lnTo>
                  <a:lnTo>
                    <a:pt x="690" y="3280"/>
                  </a:lnTo>
                  <a:lnTo>
                    <a:pt x="198" y="2987"/>
                  </a:lnTo>
                  <a:lnTo>
                    <a:pt x="0" y="1818"/>
                  </a:lnTo>
                  <a:lnTo>
                    <a:pt x="367" y="66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3391999" y="1849136"/>
              <a:ext cx="6661" cy="9576"/>
            </a:xfrm>
            <a:custGeom>
              <a:avLst/>
              <a:pathLst>
                <a:path w="6661" h="9576">
                  <a:moveTo>
                    <a:pt x="3602" y="1614"/>
                  </a:moveTo>
                  <a:lnTo>
                    <a:pt x="3951" y="1623"/>
                  </a:lnTo>
                  <a:lnTo>
                    <a:pt x="4106" y="1373"/>
                  </a:lnTo>
                  <a:lnTo>
                    <a:pt x="4714" y="1548"/>
                  </a:lnTo>
                  <a:lnTo>
                    <a:pt x="5627" y="2692"/>
                  </a:lnTo>
                  <a:lnTo>
                    <a:pt x="5811" y="3311"/>
                  </a:lnTo>
                  <a:lnTo>
                    <a:pt x="6441" y="3628"/>
                  </a:lnTo>
                  <a:lnTo>
                    <a:pt x="6661" y="4270"/>
                  </a:lnTo>
                  <a:lnTo>
                    <a:pt x="5932" y="6272"/>
                  </a:lnTo>
                  <a:lnTo>
                    <a:pt x="5482" y="6309"/>
                  </a:lnTo>
                  <a:lnTo>
                    <a:pt x="5146" y="6055"/>
                  </a:lnTo>
                  <a:lnTo>
                    <a:pt x="4553" y="6274"/>
                  </a:lnTo>
                  <a:lnTo>
                    <a:pt x="4205" y="6652"/>
                  </a:lnTo>
                  <a:lnTo>
                    <a:pt x="4088" y="7485"/>
                  </a:lnTo>
                  <a:lnTo>
                    <a:pt x="4107" y="9226"/>
                  </a:lnTo>
                  <a:lnTo>
                    <a:pt x="1448" y="9576"/>
                  </a:lnTo>
                  <a:lnTo>
                    <a:pt x="837" y="9066"/>
                  </a:lnTo>
                  <a:lnTo>
                    <a:pt x="0" y="5106"/>
                  </a:lnTo>
                  <a:lnTo>
                    <a:pt x="166" y="4083"/>
                  </a:lnTo>
                  <a:lnTo>
                    <a:pt x="729" y="3647"/>
                  </a:lnTo>
                  <a:lnTo>
                    <a:pt x="1212" y="3553"/>
                  </a:lnTo>
                  <a:lnTo>
                    <a:pt x="1283" y="5686"/>
                  </a:lnTo>
                  <a:lnTo>
                    <a:pt x="1991" y="5474"/>
                  </a:lnTo>
                  <a:lnTo>
                    <a:pt x="2213" y="4068"/>
                  </a:lnTo>
                  <a:lnTo>
                    <a:pt x="2263" y="3079"/>
                  </a:lnTo>
                  <a:lnTo>
                    <a:pt x="2071" y="2579"/>
                  </a:lnTo>
                  <a:lnTo>
                    <a:pt x="1590" y="2193"/>
                  </a:lnTo>
                  <a:lnTo>
                    <a:pt x="1311" y="1529"/>
                  </a:lnTo>
                  <a:lnTo>
                    <a:pt x="1712" y="461"/>
                  </a:lnTo>
                  <a:lnTo>
                    <a:pt x="2452" y="0"/>
                  </a:lnTo>
                  <a:lnTo>
                    <a:pt x="3091" y="14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3184678" y="2374018"/>
              <a:ext cx="3694" cy="6153"/>
            </a:xfrm>
            <a:custGeom>
              <a:avLst/>
              <a:pathLst>
                <a:path w="3694" h="6153">
                  <a:moveTo>
                    <a:pt x="3306" y="4119"/>
                  </a:moveTo>
                  <a:lnTo>
                    <a:pt x="2994" y="4315"/>
                  </a:lnTo>
                  <a:lnTo>
                    <a:pt x="1948" y="5518"/>
                  </a:lnTo>
                  <a:lnTo>
                    <a:pt x="1354" y="5940"/>
                  </a:lnTo>
                  <a:lnTo>
                    <a:pt x="810" y="6153"/>
                  </a:lnTo>
                  <a:lnTo>
                    <a:pt x="385" y="6065"/>
                  </a:lnTo>
                  <a:lnTo>
                    <a:pt x="150" y="5360"/>
                  </a:lnTo>
                  <a:lnTo>
                    <a:pt x="175" y="4281"/>
                  </a:lnTo>
                  <a:lnTo>
                    <a:pt x="80" y="3307"/>
                  </a:lnTo>
                  <a:lnTo>
                    <a:pt x="0" y="2787"/>
                  </a:lnTo>
                  <a:lnTo>
                    <a:pt x="153" y="1383"/>
                  </a:lnTo>
                  <a:lnTo>
                    <a:pt x="500" y="621"/>
                  </a:lnTo>
                  <a:lnTo>
                    <a:pt x="982" y="0"/>
                  </a:lnTo>
                  <a:lnTo>
                    <a:pt x="1741" y="228"/>
                  </a:lnTo>
                  <a:lnTo>
                    <a:pt x="3350" y="1131"/>
                  </a:lnTo>
                  <a:lnTo>
                    <a:pt x="3686" y="1973"/>
                  </a:lnTo>
                  <a:lnTo>
                    <a:pt x="3694" y="2540"/>
                  </a:lnTo>
                  <a:lnTo>
                    <a:pt x="3396" y="34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3777656" y="2917242"/>
              <a:ext cx="3334" cy="3645"/>
            </a:xfrm>
            <a:custGeom>
              <a:avLst/>
              <a:pathLst>
                <a:path w="3334" h="3645">
                  <a:moveTo>
                    <a:pt x="3331" y="2415"/>
                  </a:moveTo>
                  <a:lnTo>
                    <a:pt x="3334" y="3415"/>
                  </a:lnTo>
                  <a:lnTo>
                    <a:pt x="2179" y="3126"/>
                  </a:lnTo>
                  <a:lnTo>
                    <a:pt x="1869" y="3645"/>
                  </a:lnTo>
                  <a:lnTo>
                    <a:pt x="923" y="3357"/>
                  </a:lnTo>
                  <a:lnTo>
                    <a:pt x="0" y="2634"/>
                  </a:lnTo>
                  <a:lnTo>
                    <a:pt x="626" y="1422"/>
                  </a:lnTo>
                  <a:lnTo>
                    <a:pt x="2263" y="0"/>
                  </a:lnTo>
                  <a:lnTo>
                    <a:pt x="2944" y="129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3765707" y="2913760"/>
              <a:ext cx="856" cy="2820"/>
            </a:xfrm>
            <a:custGeom>
              <a:avLst/>
              <a:pathLst>
                <a:path w="856" h="2820">
                  <a:moveTo>
                    <a:pt x="393" y="2605"/>
                  </a:moveTo>
                  <a:lnTo>
                    <a:pt x="201" y="2820"/>
                  </a:lnTo>
                  <a:lnTo>
                    <a:pt x="0" y="1226"/>
                  </a:lnTo>
                  <a:lnTo>
                    <a:pt x="15" y="721"/>
                  </a:lnTo>
                  <a:lnTo>
                    <a:pt x="535" y="0"/>
                  </a:lnTo>
                  <a:lnTo>
                    <a:pt x="856" y="130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3772619" y="2912747"/>
              <a:ext cx="2888" cy="4671"/>
            </a:xfrm>
            <a:custGeom>
              <a:avLst/>
              <a:pathLst>
                <a:path w="2888" h="4671">
                  <a:moveTo>
                    <a:pt x="1604" y="4504"/>
                  </a:moveTo>
                  <a:lnTo>
                    <a:pt x="765" y="4671"/>
                  </a:lnTo>
                  <a:lnTo>
                    <a:pt x="0" y="3549"/>
                  </a:lnTo>
                  <a:lnTo>
                    <a:pt x="1607" y="2051"/>
                  </a:lnTo>
                  <a:lnTo>
                    <a:pt x="2043" y="1376"/>
                  </a:lnTo>
                  <a:lnTo>
                    <a:pt x="2515" y="0"/>
                  </a:lnTo>
                  <a:lnTo>
                    <a:pt x="2888" y="1177"/>
                  </a:lnTo>
                  <a:lnTo>
                    <a:pt x="2476" y="3047"/>
                  </a:lnTo>
                  <a:lnTo>
                    <a:pt x="2176" y="384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3785608" y="2909931"/>
              <a:ext cx="1483" cy="2452"/>
            </a:xfrm>
            <a:custGeom>
              <a:avLst/>
              <a:pathLst>
                <a:path w="1483" h="2452">
                  <a:moveTo>
                    <a:pt x="1483" y="1878"/>
                  </a:moveTo>
                  <a:lnTo>
                    <a:pt x="1383" y="2452"/>
                  </a:lnTo>
                  <a:lnTo>
                    <a:pt x="1063" y="2400"/>
                  </a:lnTo>
                  <a:lnTo>
                    <a:pt x="260" y="1878"/>
                  </a:lnTo>
                  <a:lnTo>
                    <a:pt x="0" y="1043"/>
                  </a:lnTo>
                  <a:lnTo>
                    <a:pt x="501" y="51"/>
                  </a:lnTo>
                  <a:lnTo>
                    <a:pt x="721" y="0"/>
                  </a:lnTo>
                  <a:lnTo>
                    <a:pt x="1042" y="104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754194" y="2863781"/>
              <a:ext cx="54729" cy="101846"/>
            </a:xfrm>
            <a:custGeom>
              <a:avLst/>
              <a:pathLst>
                <a:path w="54729" h="101846">
                  <a:moveTo>
                    <a:pt x="53705" y="12336"/>
                  </a:moveTo>
                  <a:lnTo>
                    <a:pt x="54450" y="14738"/>
                  </a:lnTo>
                  <a:lnTo>
                    <a:pt x="54557" y="31022"/>
                  </a:lnTo>
                  <a:lnTo>
                    <a:pt x="54729" y="32177"/>
                  </a:lnTo>
                  <a:lnTo>
                    <a:pt x="54330" y="32352"/>
                  </a:lnTo>
                  <a:lnTo>
                    <a:pt x="53884" y="33593"/>
                  </a:lnTo>
                  <a:lnTo>
                    <a:pt x="53365" y="35502"/>
                  </a:lnTo>
                  <a:lnTo>
                    <a:pt x="52647" y="36488"/>
                  </a:lnTo>
                  <a:lnTo>
                    <a:pt x="52077" y="37605"/>
                  </a:lnTo>
                  <a:lnTo>
                    <a:pt x="51533" y="38989"/>
                  </a:lnTo>
                  <a:lnTo>
                    <a:pt x="51048" y="39282"/>
                  </a:lnTo>
                  <a:lnTo>
                    <a:pt x="50418" y="37524"/>
                  </a:lnTo>
                  <a:lnTo>
                    <a:pt x="49986" y="35731"/>
                  </a:lnTo>
                  <a:lnTo>
                    <a:pt x="50092" y="35343"/>
                  </a:lnTo>
                  <a:lnTo>
                    <a:pt x="50395" y="35214"/>
                  </a:lnTo>
                  <a:lnTo>
                    <a:pt x="50512" y="34290"/>
                  </a:lnTo>
                  <a:lnTo>
                    <a:pt x="50329" y="32945"/>
                  </a:lnTo>
                  <a:lnTo>
                    <a:pt x="49904" y="32441"/>
                  </a:lnTo>
                  <a:lnTo>
                    <a:pt x="49367" y="32397"/>
                  </a:lnTo>
                  <a:lnTo>
                    <a:pt x="48855" y="32998"/>
                  </a:lnTo>
                  <a:lnTo>
                    <a:pt x="48311" y="34184"/>
                  </a:lnTo>
                  <a:lnTo>
                    <a:pt x="48003" y="35460"/>
                  </a:lnTo>
                  <a:lnTo>
                    <a:pt x="47956" y="38025"/>
                  </a:lnTo>
                  <a:lnTo>
                    <a:pt x="48099" y="40912"/>
                  </a:lnTo>
                  <a:lnTo>
                    <a:pt x="48096" y="42312"/>
                  </a:lnTo>
                  <a:lnTo>
                    <a:pt x="47797" y="44052"/>
                  </a:lnTo>
                  <a:lnTo>
                    <a:pt x="47690" y="46614"/>
                  </a:lnTo>
                  <a:lnTo>
                    <a:pt x="47902" y="48597"/>
                  </a:lnTo>
                  <a:lnTo>
                    <a:pt x="48097" y="49778"/>
                  </a:lnTo>
                  <a:lnTo>
                    <a:pt x="48116" y="50775"/>
                  </a:lnTo>
                  <a:lnTo>
                    <a:pt x="47607" y="53941"/>
                  </a:lnTo>
                  <a:lnTo>
                    <a:pt x="48048" y="54532"/>
                  </a:lnTo>
                  <a:lnTo>
                    <a:pt x="49512" y="54755"/>
                  </a:lnTo>
                  <a:lnTo>
                    <a:pt x="49940" y="56897"/>
                  </a:lnTo>
                  <a:lnTo>
                    <a:pt x="50234" y="58365"/>
                  </a:lnTo>
                  <a:lnTo>
                    <a:pt x="50154" y="59239"/>
                  </a:lnTo>
                  <a:lnTo>
                    <a:pt x="49121" y="59888"/>
                  </a:lnTo>
                  <a:lnTo>
                    <a:pt x="47814" y="60607"/>
                  </a:lnTo>
                  <a:lnTo>
                    <a:pt x="46877" y="60399"/>
                  </a:lnTo>
                  <a:lnTo>
                    <a:pt x="45188" y="61367"/>
                  </a:lnTo>
                  <a:lnTo>
                    <a:pt x="44287" y="62852"/>
                  </a:lnTo>
                  <a:lnTo>
                    <a:pt x="44552" y="63781"/>
                  </a:lnTo>
                  <a:lnTo>
                    <a:pt x="44865" y="64495"/>
                  </a:lnTo>
                  <a:lnTo>
                    <a:pt x="45004" y="66459"/>
                  </a:lnTo>
                  <a:lnTo>
                    <a:pt x="44742" y="69249"/>
                  </a:lnTo>
                  <a:lnTo>
                    <a:pt x="44262" y="71959"/>
                  </a:lnTo>
                  <a:lnTo>
                    <a:pt x="43667" y="75332"/>
                  </a:lnTo>
                  <a:lnTo>
                    <a:pt x="42978" y="79212"/>
                  </a:lnTo>
                  <a:lnTo>
                    <a:pt x="42036" y="85048"/>
                  </a:lnTo>
                  <a:lnTo>
                    <a:pt x="41237" y="89634"/>
                  </a:lnTo>
                  <a:lnTo>
                    <a:pt x="41150" y="92938"/>
                  </a:lnTo>
                  <a:lnTo>
                    <a:pt x="41171" y="95093"/>
                  </a:lnTo>
                  <a:lnTo>
                    <a:pt x="41078" y="99404"/>
                  </a:lnTo>
                  <a:lnTo>
                    <a:pt x="40324" y="101773"/>
                  </a:lnTo>
                  <a:lnTo>
                    <a:pt x="40152" y="101846"/>
                  </a:lnTo>
                  <a:lnTo>
                    <a:pt x="39251" y="101560"/>
                  </a:lnTo>
                  <a:lnTo>
                    <a:pt x="38947" y="101465"/>
                  </a:lnTo>
                  <a:lnTo>
                    <a:pt x="38087" y="101190"/>
                  </a:lnTo>
                  <a:lnTo>
                    <a:pt x="36752" y="100766"/>
                  </a:lnTo>
                  <a:lnTo>
                    <a:pt x="35018" y="100215"/>
                  </a:lnTo>
                  <a:lnTo>
                    <a:pt x="32968" y="99563"/>
                  </a:lnTo>
                  <a:lnTo>
                    <a:pt x="30679" y="98836"/>
                  </a:lnTo>
                  <a:lnTo>
                    <a:pt x="28232" y="98058"/>
                  </a:lnTo>
                  <a:lnTo>
                    <a:pt x="25706" y="97256"/>
                  </a:lnTo>
                  <a:lnTo>
                    <a:pt x="23178" y="96452"/>
                  </a:lnTo>
                  <a:lnTo>
                    <a:pt x="20731" y="95675"/>
                  </a:lnTo>
                  <a:lnTo>
                    <a:pt x="18441" y="94947"/>
                  </a:lnTo>
                  <a:lnTo>
                    <a:pt x="16392" y="94295"/>
                  </a:lnTo>
                  <a:lnTo>
                    <a:pt x="14658" y="93746"/>
                  </a:lnTo>
                  <a:lnTo>
                    <a:pt x="13322" y="93320"/>
                  </a:lnTo>
                  <a:lnTo>
                    <a:pt x="12463" y="93046"/>
                  </a:lnTo>
                  <a:lnTo>
                    <a:pt x="12159" y="92951"/>
                  </a:lnTo>
                  <a:lnTo>
                    <a:pt x="11204" y="92646"/>
                  </a:lnTo>
                  <a:lnTo>
                    <a:pt x="10687" y="91046"/>
                  </a:lnTo>
                  <a:lnTo>
                    <a:pt x="10063" y="89111"/>
                  </a:lnTo>
                  <a:lnTo>
                    <a:pt x="9439" y="87175"/>
                  </a:lnTo>
                  <a:lnTo>
                    <a:pt x="8813" y="85239"/>
                  </a:lnTo>
                  <a:lnTo>
                    <a:pt x="8189" y="83304"/>
                  </a:lnTo>
                  <a:lnTo>
                    <a:pt x="7565" y="81369"/>
                  </a:lnTo>
                  <a:lnTo>
                    <a:pt x="6939" y="79433"/>
                  </a:lnTo>
                  <a:lnTo>
                    <a:pt x="6315" y="77498"/>
                  </a:lnTo>
                  <a:lnTo>
                    <a:pt x="5689" y="75562"/>
                  </a:lnTo>
                  <a:lnTo>
                    <a:pt x="5065" y="73627"/>
                  </a:lnTo>
                  <a:lnTo>
                    <a:pt x="4441" y="71691"/>
                  </a:lnTo>
                  <a:lnTo>
                    <a:pt x="3815" y="69754"/>
                  </a:lnTo>
                  <a:lnTo>
                    <a:pt x="3191" y="67819"/>
                  </a:lnTo>
                  <a:lnTo>
                    <a:pt x="2566" y="65885"/>
                  </a:lnTo>
                  <a:lnTo>
                    <a:pt x="1941" y="63948"/>
                  </a:lnTo>
                  <a:lnTo>
                    <a:pt x="1317" y="62012"/>
                  </a:lnTo>
                  <a:lnTo>
                    <a:pt x="691" y="60077"/>
                  </a:lnTo>
                  <a:lnTo>
                    <a:pt x="275" y="58782"/>
                  </a:lnTo>
                  <a:lnTo>
                    <a:pt x="43" y="57320"/>
                  </a:lnTo>
                  <a:lnTo>
                    <a:pt x="0" y="53491"/>
                  </a:lnTo>
                  <a:lnTo>
                    <a:pt x="0" y="52655"/>
                  </a:lnTo>
                  <a:lnTo>
                    <a:pt x="421" y="51112"/>
                  </a:lnTo>
                  <a:lnTo>
                    <a:pt x="622" y="52215"/>
                  </a:lnTo>
                  <a:lnTo>
                    <a:pt x="1092" y="53711"/>
                  </a:lnTo>
                  <a:lnTo>
                    <a:pt x="1889" y="53346"/>
                  </a:lnTo>
                  <a:lnTo>
                    <a:pt x="2262" y="53595"/>
                  </a:lnTo>
                  <a:lnTo>
                    <a:pt x="2536" y="58903"/>
                  </a:lnTo>
                  <a:lnTo>
                    <a:pt x="3120" y="60790"/>
                  </a:lnTo>
                  <a:lnTo>
                    <a:pt x="3834" y="61545"/>
                  </a:lnTo>
                  <a:lnTo>
                    <a:pt x="6247" y="61966"/>
                  </a:lnTo>
                  <a:lnTo>
                    <a:pt x="7750" y="61253"/>
                  </a:lnTo>
                  <a:lnTo>
                    <a:pt x="10708" y="57787"/>
                  </a:lnTo>
                  <a:lnTo>
                    <a:pt x="12262" y="56542"/>
                  </a:lnTo>
                  <a:lnTo>
                    <a:pt x="16556" y="56759"/>
                  </a:lnTo>
                  <a:lnTo>
                    <a:pt x="19999" y="58203"/>
                  </a:lnTo>
                  <a:lnTo>
                    <a:pt x="25361" y="59059"/>
                  </a:lnTo>
                  <a:lnTo>
                    <a:pt x="26401" y="58835"/>
                  </a:lnTo>
                  <a:lnTo>
                    <a:pt x="29292" y="56053"/>
                  </a:lnTo>
                  <a:lnTo>
                    <a:pt x="31067" y="53597"/>
                  </a:lnTo>
                  <a:lnTo>
                    <a:pt x="32121" y="52892"/>
                  </a:lnTo>
                  <a:lnTo>
                    <a:pt x="32817" y="50526"/>
                  </a:lnTo>
                  <a:lnTo>
                    <a:pt x="33276" y="47440"/>
                  </a:lnTo>
                  <a:lnTo>
                    <a:pt x="33683" y="45422"/>
                  </a:lnTo>
                  <a:lnTo>
                    <a:pt x="34203" y="44460"/>
                  </a:lnTo>
                  <a:lnTo>
                    <a:pt x="34699" y="42753"/>
                  </a:lnTo>
                  <a:lnTo>
                    <a:pt x="35095" y="39969"/>
                  </a:lnTo>
                  <a:lnTo>
                    <a:pt x="36092" y="37164"/>
                  </a:lnTo>
                  <a:lnTo>
                    <a:pt x="40082" y="30333"/>
                  </a:lnTo>
                  <a:lnTo>
                    <a:pt x="42414" y="24565"/>
                  </a:lnTo>
                  <a:lnTo>
                    <a:pt x="42620" y="22704"/>
                  </a:lnTo>
                  <a:lnTo>
                    <a:pt x="43889" y="19906"/>
                  </a:lnTo>
                  <a:lnTo>
                    <a:pt x="44905" y="16843"/>
                  </a:lnTo>
                  <a:lnTo>
                    <a:pt x="49655" y="8101"/>
                  </a:lnTo>
                  <a:lnTo>
                    <a:pt x="50609" y="4495"/>
                  </a:lnTo>
                  <a:lnTo>
                    <a:pt x="51170" y="454"/>
                  </a:lnTo>
                  <a:lnTo>
                    <a:pt x="51237" y="162"/>
                  </a:lnTo>
                  <a:lnTo>
                    <a:pt x="51646" y="0"/>
                  </a:lnTo>
                  <a:lnTo>
                    <a:pt x="52225" y="611"/>
                  </a:lnTo>
                  <a:lnTo>
                    <a:pt x="52282" y="3634"/>
                  </a:lnTo>
                  <a:lnTo>
                    <a:pt x="52073" y="6491"/>
                  </a:lnTo>
                  <a:lnTo>
                    <a:pt x="52048" y="9516"/>
                  </a:lnTo>
                  <a:lnTo>
                    <a:pt x="51965" y="11158"/>
                  </a:lnTo>
                  <a:lnTo>
                    <a:pt x="52408" y="12506"/>
                  </a:lnTo>
                  <a:lnTo>
                    <a:pt x="53156" y="13083"/>
                  </a:lnTo>
                  <a:lnTo>
                    <a:pt x="53485" y="1301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806908" y="2886367"/>
              <a:ext cx="877" cy="2806"/>
            </a:xfrm>
            <a:custGeom>
              <a:avLst/>
              <a:pathLst>
                <a:path w="877" h="2806">
                  <a:moveTo>
                    <a:pt x="0" y="2674"/>
                  </a:moveTo>
                  <a:lnTo>
                    <a:pt x="337" y="2806"/>
                  </a:lnTo>
                  <a:lnTo>
                    <a:pt x="809" y="2017"/>
                  </a:lnTo>
                  <a:lnTo>
                    <a:pt x="877" y="744"/>
                  </a:lnTo>
                  <a:lnTo>
                    <a:pt x="758" y="86"/>
                  </a:lnTo>
                  <a:lnTo>
                    <a:pt x="269" y="0"/>
                  </a:lnTo>
                  <a:lnTo>
                    <a:pt x="67" y="109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2433263" y="5250882"/>
              <a:ext cx="10695" cy="5505"/>
            </a:xfrm>
            <a:custGeom>
              <a:avLst/>
              <a:pathLst>
                <a:path w="10695" h="5505">
                  <a:moveTo>
                    <a:pt x="2363" y="0"/>
                  </a:moveTo>
                  <a:lnTo>
                    <a:pt x="3616" y="683"/>
                  </a:lnTo>
                  <a:lnTo>
                    <a:pt x="6095" y="170"/>
                  </a:lnTo>
                  <a:lnTo>
                    <a:pt x="7403" y="161"/>
                  </a:lnTo>
                  <a:lnTo>
                    <a:pt x="7975" y="403"/>
                  </a:lnTo>
                  <a:lnTo>
                    <a:pt x="8231" y="773"/>
                  </a:lnTo>
                  <a:lnTo>
                    <a:pt x="9940" y="199"/>
                  </a:lnTo>
                  <a:lnTo>
                    <a:pt x="10695" y="262"/>
                  </a:lnTo>
                  <a:lnTo>
                    <a:pt x="10500" y="1529"/>
                  </a:lnTo>
                  <a:lnTo>
                    <a:pt x="8926" y="2790"/>
                  </a:lnTo>
                  <a:lnTo>
                    <a:pt x="8278" y="2256"/>
                  </a:lnTo>
                  <a:lnTo>
                    <a:pt x="4933" y="2371"/>
                  </a:lnTo>
                  <a:lnTo>
                    <a:pt x="3452" y="3667"/>
                  </a:lnTo>
                  <a:lnTo>
                    <a:pt x="2823" y="3655"/>
                  </a:lnTo>
                  <a:lnTo>
                    <a:pt x="1362" y="5505"/>
                  </a:lnTo>
                  <a:lnTo>
                    <a:pt x="293" y="4337"/>
                  </a:lnTo>
                  <a:lnTo>
                    <a:pt x="0" y="3260"/>
                  </a:lnTo>
                  <a:lnTo>
                    <a:pt x="773" y="1728"/>
                  </a:lnTo>
                  <a:lnTo>
                    <a:pt x="1501" y="1696"/>
                  </a:lnTo>
                  <a:lnTo>
                    <a:pt x="1998" y="107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2389023" y="5189905"/>
              <a:ext cx="39451" cy="70311"/>
            </a:xfrm>
            <a:custGeom>
              <a:avLst/>
              <a:pathLst>
                <a:path w="39451" h="70311">
                  <a:moveTo>
                    <a:pt x="0" y="65036"/>
                  </a:moveTo>
                  <a:lnTo>
                    <a:pt x="64" y="58365"/>
                  </a:lnTo>
                  <a:lnTo>
                    <a:pt x="152" y="49387"/>
                  </a:lnTo>
                  <a:lnTo>
                    <a:pt x="170" y="41377"/>
                  </a:lnTo>
                  <a:lnTo>
                    <a:pt x="187" y="33574"/>
                  </a:lnTo>
                  <a:lnTo>
                    <a:pt x="206" y="25494"/>
                  </a:lnTo>
                  <a:lnTo>
                    <a:pt x="224" y="17411"/>
                  </a:lnTo>
                  <a:lnTo>
                    <a:pt x="244" y="8772"/>
                  </a:lnTo>
                  <a:lnTo>
                    <a:pt x="264" y="0"/>
                  </a:lnTo>
                  <a:lnTo>
                    <a:pt x="931" y="1249"/>
                  </a:lnTo>
                  <a:lnTo>
                    <a:pt x="3570" y="7312"/>
                  </a:lnTo>
                  <a:lnTo>
                    <a:pt x="4258" y="9790"/>
                  </a:lnTo>
                  <a:lnTo>
                    <a:pt x="4690" y="12682"/>
                  </a:lnTo>
                  <a:lnTo>
                    <a:pt x="3636" y="10844"/>
                  </a:lnTo>
                  <a:lnTo>
                    <a:pt x="2521" y="11897"/>
                  </a:lnTo>
                  <a:lnTo>
                    <a:pt x="1972" y="13626"/>
                  </a:lnTo>
                  <a:lnTo>
                    <a:pt x="1503" y="15501"/>
                  </a:lnTo>
                  <a:lnTo>
                    <a:pt x="1507" y="16820"/>
                  </a:lnTo>
                  <a:lnTo>
                    <a:pt x="1870" y="17974"/>
                  </a:lnTo>
                  <a:lnTo>
                    <a:pt x="2953" y="18978"/>
                  </a:lnTo>
                  <a:lnTo>
                    <a:pt x="5587" y="19319"/>
                  </a:lnTo>
                  <a:lnTo>
                    <a:pt x="5781" y="19691"/>
                  </a:lnTo>
                  <a:lnTo>
                    <a:pt x="7321" y="26931"/>
                  </a:lnTo>
                  <a:lnTo>
                    <a:pt x="8095" y="28547"/>
                  </a:lnTo>
                  <a:lnTo>
                    <a:pt x="8995" y="29831"/>
                  </a:lnTo>
                  <a:lnTo>
                    <a:pt x="11072" y="33522"/>
                  </a:lnTo>
                  <a:lnTo>
                    <a:pt x="13065" y="37507"/>
                  </a:lnTo>
                  <a:lnTo>
                    <a:pt x="15431" y="41284"/>
                  </a:lnTo>
                  <a:lnTo>
                    <a:pt x="17984" y="44187"/>
                  </a:lnTo>
                  <a:lnTo>
                    <a:pt x="20304" y="46389"/>
                  </a:lnTo>
                  <a:lnTo>
                    <a:pt x="22519" y="49079"/>
                  </a:lnTo>
                  <a:lnTo>
                    <a:pt x="24882" y="52844"/>
                  </a:lnTo>
                  <a:lnTo>
                    <a:pt x="27452" y="55577"/>
                  </a:lnTo>
                  <a:lnTo>
                    <a:pt x="30212" y="57510"/>
                  </a:lnTo>
                  <a:lnTo>
                    <a:pt x="33000" y="59121"/>
                  </a:lnTo>
                  <a:lnTo>
                    <a:pt x="37290" y="58492"/>
                  </a:lnTo>
                  <a:lnTo>
                    <a:pt x="38622" y="58668"/>
                  </a:lnTo>
                  <a:lnTo>
                    <a:pt x="39451" y="59851"/>
                  </a:lnTo>
                  <a:lnTo>
                    <a:pt x="38618" y="63123"/>
                  </a:lnTo>
                  <a:lnTo>
                    <a:pt x="37555" y="65755"/>
                  </a:lnTo>
                  <a:lnTo>
                    <a:pt x="36134" y="66840"/>
                  </a:lnTo>
                  <a:lnTo>
                    <a:pt x="34633" y="67238"/>
                  </a:lnTo>
                  <a:lnTo>
                    <a:pt x="33276" y="67186"/>
                  </a:lnTo>
                  <a:lnTo>
                    <a:pt x="31922" y="66701"/>
                  </a:lnTo>
                  <a:lnTo>
                    <a:pt x="30653" y="66978"/>
                  </a:lnTo>
                  <a:lnTo>
                    <a:pt x="29439" y="68083"/>
                  </a:lnTo>
                  <a:lnTo>
                    <a:pt x="28175" y="68632"/>
                  </a:lnTo>
                  <a:lnTo>
                    <a:pt x="26872" y="68704"/>
                  </a:lnTo>
                  <a:lnTo>
                    <a:pt x="25601" y="69639"/>
                  </a:lnTo>
                  <a:lnTo>
                    <a:pt x="24324" y="70311"/>
                  </a:lnTo>
                  <a:lnTo>
                    <a:pt x="23000" y="69754"/>
                  </a:lnTo>
                  <a:lnTo>
                    <a:pt x="19562" y="67143"/>
                  </a:lnTo>
                  <a:lnTo>
                    <a:pt x="17329" y="66519"/>
                  </a:lnTo>
                  <a:lnTo>
                    <a:pt x="9765" y="65481"/>
                  </a:lnTo>
                  <a:lnTo>
                    <a:pt x="7336" y="64883"/>
                  </a:lnTo>
                  <a:lnTo>
                    <a:pt x="4918" y="63971"/>
                  </a:lnTo>
                  <a:lnTo>
                    <a:pt x="3651" y="63934"/>
                  </a:lnTo>
                  <a:lnTo>
                    <a:pt x="1841" y="64523"/>
                  </a:lnTo>
                  <a:lnTo>
                    <a:pt x="392" y="644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463517" y="4789031"/>
              <a:ext cx="2578" cy="4392"/>
            </a:xfrm>
            <a:custGeom>
              <a:avLst/>
              <a:pathLst>
                <a:path w="2578" h="4392">
                  <a:moveTo>
                    <a:pt x="2466" y="2530"/>
                  </a:moveTo>
                  <a:lnTo>
                    <a:pt x="2578" y="4392"/>
                  </a:lnTo>
                  <a:lnTo>
                    <a:pt x="1987" y="4172"/>
                  </a:lnTo>
                  <a:lnTo>
                    <a:pt x="583" y="2383"/>
                  </a:lnTo>
                  <a:lnTo>
                    <a:pt x="110" y="706"/>
                  </a:lnTo>
                  <a:lnTo>
                    <a:pt x="0" y="0"/>
                  </a:lnTo>
                  <a:lnTo>
                    <a:pt x="1434" y="767"/>
                  </a:lnTo>
                  <a:lnTo>
                    <a:pt x="2110" y="14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333119" y="4278314"/>
              <a:ext cx="226061" cy="902844"/>
            </a:xfrm>
            <a:custGeom>
              <a:avLst/>
              <a:pathLst>
                <a:path w="226061" h="902844">
                  <a:moveTo>
                    <a:pt x="124061" y="12740"/>
                  </a:moveTo>
                  <a:lnTo>
                    <a:pt x="124348" y="13562"/>
                  </a:lnTo>
                  <a:lnTo>
                    <a:pt x="124345" y="14416"/>
                  </a:lnTo>
                  <a:lnTo>
                    <a:pt x="125304" y="16165"/>
                  </a:lnTo>
                  <a:lnTo>
                    <a:pt x="127223" y="18811"/>
                  </a:lnTo>
                  <a:lnTo>
                    <a:pt x="129021" y="23930"/>
                  </a:lnTo>
                  <a:lnTo>
                    <a:pt x="130697" y="31525"/>
                  </a:lnTo>
                  <a:lnTo>
                    <a:pt x="132271" y="37135"/>
                  </a:lnTo>
                  <a:lnTo>
                    <a:pt x="133741" y="40762"/>
                  </a:lnTo>
                  <a:lnTo>
                    <a:pt x="135093" y="43325"/>
                  </a:lnTo>
                  <a:lnTo>
                    <a:pt x="136325" y="44822"/>
                  </a:lnTo>
                  <a:lnTo>
                    <a:pt x="136983" y="46034"/>
                  </a:lnTo>
                  <a:lnTo>
                    <a:pt x="137068" y="46966"/>
                  </a:lnTo>
                  <a:lnTo>
                    <a:pt x="138222" y="48903"/>
                  </a:lnTo>
                  <a:lnTo>
                    <a:pt x="140442" y="51843"/>
                  </a:lnTo>
                  <a:lnTo>
                    <a:pt x="141847" y="54781"/>
                  </a:lnTo>
                  <a:lnTo>
                    <a:pt x="142435" y="57712"/>
                  </a:lnTo>
                  <a:lnTo>
                    <a:pt x="144627" y="60739"/>
                  </a:lnTo>
                  <a:lnTo>
                    <a:pt x="148425" y="63856"/>
                  </a:lnTo>
                  <a:lnTo>
                    <a:pt x="151187" y="65345"/>
                  </a:lnTo>
                  <a:lnTo>
                    <a:pt x="152912" y="65204"/>
                  </a:lnTo>
                  <a:lnTo>
                    <a:pt x="155385" y="67697"/>
                  </a:lnTo>
                  <a:lnTo>
                    <a:pt x="158609" y="72816"/>
                  </a:lnTo>
                  <a:lnTo>
                    <a:pt x="160575" y="76368"/>
                  </a:lnTo>
                  <a:lnTo>
                    <a:pt x="161285" y="78345"/>
                  </a:lnTo>
                  <a:lnTo>
                    <a:pt x="163393" y="81548"/>
                  </a:lnTo>
                  <a:lnTo>
                    <a:pt x="168653" y="88176"/>
                  </a:lnTo>
                  <a:lnTo>
                    <a:pt x="170975" y="89838"/>
                  </a:lnTo>
                  <a:lnTo>
                    <a:pt x="172074" y="91353"/>
                  </a:lnTo>
                  <a:lnTo>
                    <a:pt x="172726" y="93278"/>
                  </a:lnTo>
                  <a:lnTo>
                    <a:pt x="173370" y="93864"/>
                  </a:lnTo>
                  <a:lnTo>
                    <a:pt x="174005" y="93117"/>
                  </a:lnTo>
                  <a:lnTo>
                    <a:pt x="175325" y="93806"/>
                  </a:lnTo>
                  <a:lnTo>
                    <a:pt x="177331" y="95936"/>
                  </a:lnTo>
                  <a:lnTo>
                    <a:pt x="178900" y="98513"/>
                  </a:lnTo>
                  <a:lnTo>
                    <a:pt x="180919" y="104186"/>
                  </a:lnTo>
                  <a:lnTo>
                    <a:pt x="181563" y="106451"/>
                  </a:lnTo>
                  <a:lnTo>
                    <a:pt x="181836" y="108480"/>
                  </a:lnTo>
                  <a:lnTo>
                    <a:pt x="181739" y="110266"/>
                  </a:lnTo>
                  <a:lnTo>
                    <a:pt x="181124" y="112173"/>
                  </a:lnTo>
                  <a:lnTo>
                    <a:pt x="179992" y="114196"/>
                  </a:lnTo>
                  <a:lnTo>
                    <a:pt x="179660" y="115079"/>
                  </a:lnTo>
                  <a:lnTo>
                    <a:pt x="179634" y="115933"/>
                  </a:lnTo>
                  <a:lnTo>
                    <a:pt x="179345" y="117639"/>
                  </a:lnTo>
                  <a:lnTo>
                    <a:pt x="178405" y="121280"/>
                  </a:lnTo>
                  <a:lnTo>
                    <a:pt x="178167" y="122974"/>
                  </a:lnTo>
                  <a:lnTo>
                    <a:pt x="178117" y="124224"/>
                  </a:lnTo>
                  <a:lnTo>
                    <a:pt x="177521" y="125594"/>
                  </a:lnTo>
                  <a:lnTo>
                    <a:pt x="175939" y="128125"/>
                  </a:lnTo>
                  <a:lnTo>
                    <a:pt x="175613" y="129354"/>
                  </a:lnTo>
                  <a:lnTo>
                    <a:pt x="175534" y="130676"/>
                  </a:lnTo>
                  <a:lnTo>
                    <a:pt x="175335" y="131461"/>
                  </a:lnTo>
                  <a:lnTo>
                    <a:pt x="175119" y="131790"/>
                  </a:lnTo>
                  <a:lnTo>
                    <a:pt x="174814" y="133114"/>
                  </a:lnTo>
                  <a:lnTo>
                    <a:pt x="174570" y="135302"/>
                  </a:lnTo>
                  <a:lnTo>
                    <a:pt x="174545" y="138112"/>
                  </a:lnTo>
                  <a:lnTo>
                    <a:pt x="174741" y="141541"/>
                  </a:lnTo>
                  <a:lnTo>
                    <a:pt x="174703" y="142646"/>
                  </a:lnTo>
                  <a:lnTo>
                    <a:pt x="174353" y="143237"/>
                  </a:lnTo>
                  <a:lnTo>
                    <a:pt x="174157" y="144031"/>
                  </a:lnTo>
                  <a:lnTo>
                    <a:pt x="174087" y="145632"/>
                  </a:lnTo>
                  <a:lnTo>
                    <a:pt x="173790" y="146804"/>
                  </a:lnTo>
                  <a:lnTo>
                    <a:pt x="173268" y="147548"/>
                  </a:lnTo>
                  <a:lnTo>
                    <a:pt x="173075" y="148405"/>
                  </a:lnTo>
                  <a:lnTo>
                    <a:pt x="173212" y="149372"/>
                  </a:lnTo>
                  <a:lnTo>
                    <a:pt x="172827" y="150330"/>
                  </a:lnTo>
                  <a:lnTo>
                    <a:pt x="171920" y="151274"/>
                  </a:lnTo>
                  <a:lnTo>
                    <a:pt x="171365" y="152647"/>
                  </a:lnTo>
                  <a:lnTo>
                    <a:pt x="171161" y="154451"/>
                  </a:lnTo>
                  <a:lnTo>
                    <a:pt x="170656" y="156061"/>
                  </a:lnTo>
                  <a:lnTo>
                    <a:pt x="169851" y="157484"/>
                  </a:lnTo>
                  <a:lnTo>
                    <a:pt x="169588" y="159374"/>
                  </a:lnTo>
                  <a:lnTo>
                    <a:pt x="170007" y="162868"/>
                  </a:lnTo>
                  <a:lnTo>
                    <a:pt x="174964" y="161659"/>
                  </a:lnTo>
                  <a:lnTo>
                    <a:pt x="179008" y="162935"/>
                  </a:lnTo>
                  <a:lnTo>
                    <a:pt x="183788" y="166299"/>
                  </a:lnTo>
                  <a:lnTo>
                    <a:pt x="186961" y="167471"/>
                  </a:lnTo>
                  <a:lnTo>
                    <a:pt x="188526" y="166455"/>
                  </a:lnTo>
                  <a:lnTo>
                    <a:pt x="189687" y="166600"/>
                  </a:lnTo>
                  <a:lnTo>
                    <a:pt x="190443" y="167901"/>
                  </a:lnTo>
                  <a:lnTo>
                    <a:pt x="191459" y="168169"/>
                  </a:lnTo>
                  <a:lnTo>
                    <a:pt x="192734" y="167405"/>
                  </a:lnTo>
                  <a:lnTo>
                    <a:pt x="193789" y="167996"/>
                  </a:lnTo>
                  <a:lnTo>
                    <a:pt x="194622" y="169944"/>
                  </a:lnTo>
                  <a:lnTo>
                    <a:pt x="195379" y="169459"/>
                  </a:lnTo>
                  <a:lnTo>
                    <a:pt x="196060" y="166545"/>
                  </a:lnTo>
                  <a:lnTo>
                    <a:pt x="196841" y="164418"/>
                  </a:lnTo>
                  <a:lnTo>
                    <a:pt x="197723" y="163079"/>
                  </a:lnTo>
                  <a:lnTo>
                    <a:pt x="198821" y="162672"/>
                  </a:lnTo>
                  <a:lnTo>
                    <a:pt x="200137" y="163203"/>
                  </a:lnTo>
                  <a:lnTo>
                    <a:pt x="201187" y="164274"/>
                  </a:lnTo>
                  <a:lnTo>
                    <a:pt x="201971" y="165884"/>
                  </a:lnTo>
                  <a:lnTo>
                    <a:pt x="202826" y="165838"/>
                  </a:lnTo>
                  <a:lnTo>
                    <a:pt x="203755" y="164132"/>
                  </a:lnTo>
                  <a:lnTo>
                    <a:pt x="204199" y="162092"/>
                  </a:lnTo>
                  <a:lnTo>
                    <a:pt x="204159" y="159714"/>
                  </a:lnTo>
                  <a:lnTo>
                    <a:pt x="204527" y="158012"/>
                  </a:lnTo>
                  <a:lnTo>
                    <a:pt x="205301" y="156987"/>
                  </a:lnTo>
                  <a:lnTo>
                    <a:pt x="205824" y="155599"/>
                  </a:lnTo>
                  <a:lnTo>
                    <a:pt x="206097" y="153854"/>
                  </a:lnTo>
                  <a:lnTo>
                    <a:pt x="207015" y="152786"/>
                  </a:lnTo>
                  <a:lnTo>
                    <a:pt x="208579" y="152402"/>
                  </a:lnTo>
                  <a:lnTo>
                    <a:pt x="209398" y="151545"/>
                  </a:lnTo>
                  <a:lnTo>
                    <a:pt x="209469" y="150212"/>
                  </a:lnTo>
                  <a:lnTo>
                    <a:pt x="209932" y="148986"/>
                  </a:lnTo>
                  <a:lnTo>
                    <a:pt x="210787" y="147866"/>
                  </a:lnTo>
                  <a:lnTo>
                    <a:pt x="211371" y="146469"/>
                  </a:lnTo>
                  <a:lnTo>
                    <a:pt x="211686" y="144790"/>
                  </a:lnTo>
                  <a:lnTo>
                    <a:pt x="212203" y="143734"/>
                  </a:lnTo>
                  <a:lnTo>
                    <a:pt x="212923" y="143304"/>
                  </a:lnTo>
                  <a:lnTo>
                    <a:pt x="213723" y="139777"/>
                  </a:lnTo>
                  <a:lnTo>
                    <a:pt x="214601" y="133155"/>
                  </a:lnTo>
                  <a:lnTo>
                    <a:pt x="215121" y="124201"/>
                  </a:lnTo>
                  <a:lnTo>
                    <a:pt x="215303" y="111504"/>
                  </a:lnTo>
                  <a:lnTo>
                    <a:pt x="216189" y="111515"/>
                  </a:lnTo>
                  <a:lnTo>
                    <a:pt x="216602" y="112456"/>
                  </a:lnTo>
                  <a:lnTo>
                    <a:pt x="217256" y="112950"/>
                  </a:lnTo>
                  <a:lnTo>
                    <a:pt x="217944" y="111876"/>
                  </a:lnTo>
                  <a:lnTo>
                    <a:pt x="218528" y="111380"/>
                  </a:lnTo>
                  <a:lnTo>
                    <a:pt x="219457" y="111336"/>
                  </a:lnTo>
                  <a:lnTo>
                    <a:pt x="219956" y="110130"/>
                  </a:lnTo>
                  <a:lnTo>
                    <a:pt x="220541" y="109937"/>
                  </a:lnTo>
                  <a:lnTo>
                    <a:pt x="220943" y="110592"/>
                  </a:lnTo>
                  <a:lnTo>
                    <a:pt x="221332" y="111380"/>
                  </a:lnTo>
                  <a:lnTo>
                    <a:pt x="222157" y="111559"/>
                  </a:lnTo>
                  <a:lnTo>
                    <a:pt x="222810" y="113619"/>
                  </a:lnTo>
                  <a:lnTo>
                    <a:pt x="223533" y="114245"/>
                  </a:lnTo>
                  <a:lnTo>
                    <a:pt x="223839" y="116609"/>
                  </a:lnTo>
                  <a:lnTo>
                    <a:pt x="224304" y="122836"/>
                  </a:lnTo>
                  <a:lnTo>
                    <a:pt x="225171" y="126503"/>
                  </a:lnTo>
                  <a:lnTo>
                    <a:pt x="226030" y="130682"/>
                  </a:lnTo>
                  <a:lnTo>
                    <a:pt x="226061" y="132546"/>
                  </a:lnTo>
                  <a:lnTo>
                    <a:pt x="225579" y="134427"/>
                  </a:lnTo>
                  <a:lnTo>
                    <a:pt x="225497" y="137126"/>
                  </a:lnTo>
                  <a:lnTo>
                    <a:pt x="225197" y="143725"/>
                  </a:lnTo>
                  <a:lnTo>
                    <a:pt x="225098" y="146152"/>
                  </a:lnTo>
                  <a:lnTo>
                    <a:pt x="225395" y="147808"/>
                  </a:lnTo>
                  <a:lnTo>
                    <a:pt x="225507" y="150117"/>
                  </a:lnTo>
                  <a:lnTo>
                    <a:pt x="225039" y="152939"/>
                  </a:lnTo>
                  <a:lnTo>
                    <a:pt x="224134" y="157158"/>
                  </a:lnTo>
                  <a:lnTo>
                    <a:pt x="223255" y="158295"/>
                  </a:lnTo>
                  <a:lnTo>
                    <a:pt x="223031" y="158341"/>
                  </a:lnTo>
                  <a:lnTo>
                    <a:pt x="221841" y="160782"/>
                  </a:lnTo>
                  <a:lnTo>
                    <a:pt x="221004" y="161697"/>
                  </a:lnTo>
                  <a:lnTo>
                    <a:pt x="220520" y="161079"/>
                  </a:lnTo>
                  <a:lnTo>
                    <a:pt x="219967" y="162138"/>
                  </a:lnTo>
                  <a:lnTo>
                    <a:pt x="219343" y="164868"/>
                  </a:lnTo>
                  <a:lnTo>
                    <a:pt x="218584" y="166095"/>
                  </a:lnTo>
                  <a:lnTo>
                    <a:pt x="217208" y="166773"/>
                  </a:lnTo>
                  <a:lnTo>
                    <a:pt x="216797" y="167093"/>
                  </a:lnTo>
                  <a:lnTo>
                    <a:pt x="215995" y="166998"/>
                  </a:lnTo>
                  <a:lnTo>
                    <a:pt x="215308" y="167679"/>
                  </a:lnTo>
                  <a:lnTo>
                    <a:pt x="214736" y="169139"/>
                  </a:lnTo>
                  <a:lnTo>
                    <a:pt x="214124" y="169681"/>
                  </a:lnTo>
                  <a:lnTo>
                    <a:pt x="213473" y="169315"/>
                  </a:lnTo>
                  <a:lnTo>
                    <a:pt x="212882" y="169849"/>
                  </a:lnTo>
                  <a:lnTo>
                    <a:pt x="212353" y="171286"/>
                  </a:lnTo>
                  <a:lnTo>
                    <a:pt x="212045" y="172844"/>
                  </a:lnTo>
                  <a:lnTo>
                    <a:pt x="211961" y="174518"/>
                  </a:lnTo>
                  <a:lnTo>
                    <a:pt x="211442" y="175658"/>
                  </a:lnTo>
                  <a:lnTo>
                    <a:pt x="210488" y="176266"/>
                  </a:lnTo>
                  <a:lnTo>
                    <a:pt x="210158" y="177109"/>
                  </a:lnTo>
                  <a:lnTo>
                    <a:pt x="210216" y="178281"/>
                  </a:lnTo>
                  <a:lnTo>
                    <a:pt x="209789" y="179193"/>
                  </a:lnTo>
                  <a:lnTo>
                    <a:pt x="208174" y="180139"/>
                  </a:lnTo>
                  <a:lnTo>
                    <a:pt x="207007" y="181827"/>
                  </a:lnTo>
                  <a:lnTo>
                    <a:pt x="206288" y="184245"/>
                  </a:lnTo>
                  <a:lnTo>
                    <a:pt x="205529" y="185769"/>
                  </a:lnTo>
                  <a:lnTo>
                    <a:pt x="204328" y="186704"/>
                  </a:lnTo>
                  <a:lnTo>
                    <a:pt x="202703" y="189160"/>
                  </a:lnTo>
                  <a:lnTo>
                    <a:pt x="202470" y="190677"/>
                  </a:lnTo>
                  <a:lnTo>
                    <a:pt x="203089" y="192077"/>
                  </a:lnTo>
                  <a:lnTo>
                    <a:pt x="203311" y="193321"/>
                  </a:lnTo>
                  <a:lnTo>
                    <a:pt x="203137" y="194406"/>
                  </a:lnTo>
                  <a:lnTo>
                    <a:pt x="202629" y="194553"/>
                  </a:lnTo>
                  <a:lnTo>
                    <a:pt x="201788" y="193759"/>
                  </a:lnTo>
                  <a:lnTo>
                    <a:pt x="201188" y="193595"/>
                  </a:lnTo>
                  <a:lnTo>
                    <a:pt x="200829" y="194062"/>
                  </a:lnTo>
                  <a:lnTo>
                    <a:pt x="200660" y="194937"/>
                  </a:lnTo>
                  <a:lnTo>
                    <a:pt x="200680" y="196227"/>
                  </a:lnTo>
                  <a:lnTo>
                    <a:pt x="200379" y="197101"/>
                  </a:lnTo>
                  <a:lnTo>
                    <a:pt x="199757" y="197565"/>
                  </a:lnTo>
                  <a:lnTo>
                    <a:pt x="199363" y="198630"/>
                  </a:lnTo>
                  <a:lnTo>
                    <a:pt x="199197" y="200292"/>
                  </a:lnTo>
                  <a:lnTo>
                    <a:pt x="198418" y="202387"/>
                  </a:lnTo>
                  <a:lnTo>
                    <a:pt x="197025" y="204912"/>
                  </a:lnTo>
                  <a:lnTo>
                    <a:pt x="195925" y="208317"/>
                  </a:lnTo>
                  <a:lnTo>
                    <a:pt x="195120" y="212597"/>
                  </a:lnTo>
                  <a:lnTo>
                    <a:pt x="194181" y="215410"/>
                  </a:lnTo>
                  <a:lnTo>
                    <a:pt x="193105" y="216758"/>
                  </a:lnTo>
                  <a:lnTo>
                    <a:pt x="192366" y="218677"/>
                  </a:lnTo>
                  <a:lnTo>
                    <a:pt x="191960" y="221167"/>
                  </a:lnTo>
                  <a:lnTo>
                    <a:pt x="190814" y="225025"/>
                  </a:lnTo>
                  <a:lnTo>
                    <a:pt x="188928" y="230254"/>
                  </a:lnTo>
                  <a:lnTo>
                    <a:pt x="187216" y="233841"/>
                  </a:lnTo>
                  <a:lnTo>
                    <a:pt x="185679" y="235789"/>
                  </a:lnTo>
                  <a:lnTo>
                    <a:pt x="184816" y="237988"/>
                  </a:lnTo>
                  <a:lnTo>
                    <a:pt x="184625" y="240438"/>
                  </a:lnTo>
                  <a:lnTo>
                    <a:pt x="183629" y="243228"/>
                  </a:lnTo>
                  <a:lnTo>
                    <a:pt x="181828" y="246362"/>
                  </a:lnTo>
                  <a:lnTo>
                    <a:pt x="181316" y="247776"/>
                  </a:lnTo>
                  <a:lnTo>
                    <a:pt x="180898" y="248933"/>
                  </a:lnTo>
                  <a:lnTo>
                    <a:pt x="180839" y="250944"/>
                  </a:lnTo>
                  <a:lnTo>
                    <a:pt x="180138" y="253587"/>
                  </a:lnTo>
                  <a:lnTo>
                    <a:pt x="178792" y="256860"/>
                  </a:lnTo>
                  <a:lnTo>
                    <a:pt x="178323" y="259690"/>
                  </a:lnTo>
                  <a:lnTo>
                    <a:pt x="178936" y="263266"/>
                  </a:lnTo>
                  <a:lnTo>
                    <a:pt x="179026" y="267597"/>
                  </a:lnTo>
                  <a:lnTo>
                    <a:pt x="178759" y="269337"/>
                  </a:lnTo>
                  <a:lnTo>
                    <a:pt x="178166" y="269926"/>
                  </a:lnTo>
                  <a:lnTo>
                    <a:pt x="178030" y="271043"/>
                  </a:lnTo>
                  <a:lnTo>
                    <a:pt x="178351" y="272693"/>
                  </a:lnTo>
                  <a:lnTo>
                    <a:pt x="178369" y="274860"/>
                  </a:lnTo>
                  <a:lnTo>
                    <a:pt x="178086" y="277547"/>
                  </a:lnTo>
                  <a:lnTo>
                    <a:pt x="177462" y="280623"/>
                  </a:lnTo>
                  <a:lnTo>
                    <a:pt x="176496" y="284086"/>
                  </a:lnTo>
                  <a:lnTo>
                    <a:pt x="176264" y="286400"/>
                  </a:lnTo>
                  <a:lnTo>
                    <a:pt x="176765" y="287566"/>
                  </a:lnTo>
                  <a:lnTo>
                    <a:pt x="177012" y="288801"/>
                  </a:lnTo>
                  <a:lnTo>
                    <a:pt x="177002" y="290114"/>
                  </a:lnTo>
                  <a:lnTo>
                    <a:pt x="176796" y="292016"/>
                  </a:lnTo>
                  <a:lnTo>
                    <a:pt x="176394" y="294506"/>
                  </a:lnTo>
                  <a:lnTo>
                    <a:pt x="175787" y="296356"/>
                  </a:lnTo>
                  <a:lnTo>
                    <a:pt x="174973" y="297562"/>
                  </a:lnTo>
                  <a:lnTo>
                    <a:pt x="174729" y="299085"/>
                  </a:lnTo>
                  <a:lnTo>
                    <a:pt x="175054" y="300927"/>
                  </a:lnTo>
                  <a:lnTo>
                    <a:pt x="175100" y="302848"/>
                  </a:lnTo>
                  <a:lnTo>
                    <a:pt x="174865" y="304842"/>
                  </a:lnTo>
                  <a:lnTo>
                    <a:pt x="175004" y="306787"/>
                  </a:lnTo>
                  <a:lnTo>
                    <a:pt x="175516" y="308680"/>
                  </a:lnTo>
                  <a:lnTo>
                    <a:pt x="175478" y="310836"/>
                  </a:lnTo>
                  <a:lnTo>
                    <a:pt x="174591" y="315262"/>
                  </a:lnTo>
                  <a:lnTo>
                    <a:pt x="174377" y="317989"/>
                  </a:lnTo>
                  <a:lnTo>
                    <a:pt x="174933" y="329670"/>
                  </a:lnTo>
                  <a:lnTo>
                    <a:pt x="174595" y="331307"/>
                  </a:lnTo>
                  <a:lnTo>
                    <a:pt x="174032" y="333188"/>
                  </a:lnTo>
                  <a:lnTo>
                    <a:pt x="173368" y="333324"/>
                  </a:lnTo>
                  <a:lnTo>
                    <a:pt x="172606" y="332998"/>
                  </a:lnTo>
                  <a:lnTo>
                    <a:pt x="172055" y="334169"/>
                  </a:lnTo>
                  <a:lnTo>
                    <a:pt x="171710" y="339323"/>
                  </a:lnTo>
                  <a:lnTo>
                    <a:pt x="170661" y="350479"/>
                  </a:lnTo>
                  <a:lnTo>
                    <a:pt x="170850" y="353125"/>
                  </a:lnTo>
                  <a:lnTo>
                    <a:pt x="171690" y="357419"/>
                  </a:lnTo>
                  <a:lnTo>
                    <a:pt x="171998" y="360154"/>
                  </a:lnTo>
                  <a:lnTo>
                    <a:pt x="172230" y="362218"/>
                  </a:lnTo>
                  <a:lnTo>
                    <a:pt x="172418" y="366125"/>
                  </a:lnTo>
                  <a:lnTo>
                    <a:pt x="171930" y="367885"/>
                  </a:lnTo>
                  <a:lnTo>
                    <a:pt x="171479" y="368194"/>
                  </a:lnTo>
                  <a:lnTo>
                    <a:pt x="170908" y="369175"/>
                  </a:lnTo>
                  <a:lnTo>
                    <a:pt x="171581" y="373939"/>
                  </a:lnTo>
                  <a:lnTo>
                    <a:pt x="172118" y="376132"/>
                  </a:lnTo>
                  <a:lnTo>
                    <a:pt x="173658" y="380619"/>
                  </a:lnTo>
                  <a:lnTo>
                    <a:pt x="179560" y="386855"/>
                  </a:lnTo>
                  <a:lnTo>
                    <a:pt x="182009" y="390532"/>
                  </a:lnTo>
                  <a:lnTo>
                    <a:pt x="184782" y="395541"/>
                  </a:lnTo>
                  <a:lnTo>
                    <a:pt x="186293" y="400683"/>
                  </a:lnTo>
                  <a:lnTo>
                    <a:pt x="186426" y="404922"/>
                  </a:lnTo>
                  <a:lnTo>
                    <a:pt x="184212" y="411256"/>
                  </a:lnTo>
                  <a:lnTo>
                    <a:pt x="183967" y="416575"/>
                  </a:lnTo>
                  <a:lnTo>
                    <a:pt x="184421" y="420312"/>
                  </a:lnTo>
                  <a:lnTo>
                    <a:pt x="185221" y="423780"/>
                  </a:lnTo>
                  <a:lnTo>
                    <a:pt x="187366" y="428290"/>
                  </a:lnTo>
                  <a:lnTo>
                    <a:pt x="188944" y="429938"/>
                  </a:lnTo>
                  <a:lnTo>
                    <a:pt x="191076" y="429759"/>
                  </a:lnTo>
                  <a:lnTo>
                    <a:pt x="191440" y="431017"/>
                  </a:lnTo>
                  <a:lnTo>
                    <a:pt x="191659" y="432123"/>
                  </a:lnTo>
                  <a:lnTo>
                    <a:pt x="191998" y="441247"/>
                  </a:lnTo>
                  <a:lnTo>
                    <a:pt x="191955" y="444675"/>
                  </a:lnTo>
                  <a:lnTo>
                    <a:pt x="191329" y="447821"/>
                  </a:lnTo>
                  <a:lnTo>
                    <a:pt x="187235" y="462260"/>
                  </a:lnTo>
                  <a:lnTo>
                    <a:pt x="183737" y="471073"/>
                  </a:lnTo>
                  <a:lnTo>
                    <a:pt x="182470" y="475938"/>
                  </a:lnTo>
                  <a:lnTo>
                    <a:pt x="182019" y="481150"/>
                  </a:lnTo>
                  <a:lnTo>
                    <a:pt x="180899" y="483631"/>
                  </a:lnTo>
                  <a:lnTo>
                    <a:pt x="174840" y="491498"/>
                  </a:lnTo>
                  <a:lnTo>
                    <a:pt x="165438" y="498516"/>
                  </a:lnTo>
                  <a:lnTo>
                    <a:pt x="157840" y="502160"/>
                  </a:lnTo>
                  <a:lnTo>
                    <a:pt x="156114" y="503387"/>
                  </a:lnTo>
                  <a:lnTo>
                    <a:pt x="143899" y="507398"/>
                  </a:lnTo>
                  <a:lnTo>
                    <a:pt x="141535" y="507960"/>
                  </a:lnTo>
                  <a:lnTo>
                    <a:pt x="138461" y="507602"/>
                  </a:lnTo>
                  <a:lnTo>
                    <a:pt x="135967" y="508133"/>
                  </a:lnTo>
                  <a:lnTo>
                    <a:pt x="133180" y="507040"/>
                  </a:lnTo>
                  <a:lnTo>
                    <a:pt x="130694" y="505779"/>
                  </a:lnTo>
                  <a:lnTo>
                    <a:pt x="129304" y="502651"/>
                  </a:lnTo>
                  <a:lnTo>
                    <a:pt x="127652" y="502261"/>
                  </a:lnTo>
                  <a:lnTo>
                    <a:pt x="127201" y="503822"/>
                  </a:lnTo>
                  <a:lnTo>
                    <a:pt x="128006" y="507816"/>
                  </a:lnTo>
                  <a:lnTo>
                    <a:pt x="127614" y="512618"/>
                  </a:lnTo>
                  <a:lnTo>
                    <a:pt x="128103" y="515356"/>
                  </a:lnTo>
                  <a:lnTo>
                    <a:pt x="129079" y="515904"/>
                  </a:lnTo>
                  <a:lnTo>
                    <a:pt x="130017" y="517321"/>
                  </a:lnTo>
                  <a:lnTo>
                    <a:pt x="130844" y="519214"/>
                  </a:lnTo>
                  <a:lnTo>
                    <a:pt x="129417" y="519411"/>
                  </a:lnTo>
                  <a:lnTo>
                    <a:pt x="129971" y="520920"/>
                  </a:lnTo>
                  <a:lnTo>
                    <a:pt x="130581" y="521806"/>
                  </a:lnTo>
                  <a:lnTo>
                    <a:pt x="130513" y="524963"/>
                  </a:lnTo>
                  <a:lnTo>
                    <a:pt x="129960" y="532558"/>
                  </a:lnTo>
                  <a:lnTo>
                    <a:pt x="128569" y="534185"/>
                  </a:lnTo>
                  <a:lnTo>
                    <a:pt x="128195" y="534624"/>
                  </a:lnTo>
                  <a:lnTo>
                    <a:pt x="127774" y="536260"/>
                  </a:lnTo>
                  <a:lnTo>
                    <a:pt x="126890" y="543526"/>
                  </a:lnTo>
                  <a:lnTo>
                    <a:pt x="126604" y="548235"/>
                  </a:lnTo>
                  <a:lnTo>
                    <a:pt x="126984" y="551274"/>
                  </a:lnTo>
                  <a:lnTo>
                    <a:pt x="128656" y="557651"/>
                  </a:lnTo>
                  <a:lnTo>
                    <a:pt x="128026" y="561789"/>
                  </a:lnTo>
                  <a:lnTo>
                    <a:pt x="126968" y="564040"/>
                  </a:lnTo>
                  <a:lnTo>
                    <a:pt x="122392" y="568660"/>
                  </a:lnTo>
                  <a:lnTo>
                    <a:pt x="120563" y="570507"/>
                  </a:lnTo>
                  <a:lnTo>
                    <a:pt x="117681" y="571771"/>
                  </a:lnTo>
                  <a:lnTo>
                    <a:pt x="113037" y="571987"/>
                  </a:lnTo>
                  <a:lnTo>
                    <a:pt x="111320" y="571699"/>
                  </a:lnTo>
                  <a:lnTo>
                    <a:pt x="107343" y="567497"/>
                  </a:lnTo>
                  <a:lnTo>
                    <a:pt x="104388" y="564975"/>
                  </a:lnTo>
                  <a:lnTo>
                    <a:pt x="101685" y="562967"/>
                  </a:lnTo>
                  <a:lnTo>
                    <a:pt x="99056" y="561763"/>
                  </a:lnTo>
                  <a:lnTo>
                    <a:pt x="99432" y="561157"/>
                  </a:lnTo>
                  <a:lnTo>
                    <a:pt x="99608" y="560072"/>
                  </a:lnTo>
                  <a:lnTo>
                    <a:pt x="98869" y="559460"/>
                  </a:lnTo>
                  <a:lnTo>
                    <a:pt x="98331" y="559328"/>
                  </a:lnTo>
                  <a:lnTo>
                    <a:pt x="96598" y="561512"/>
                  </a:lnTo>
                  <a:lnTo>
                    <a:pt x="95872" y="563740"/>
                  </a:lnTo>
                  <a:lnTo>
                    <a:pt x="95663" y="565699"/>
                  </a:lnTo>
                  <a:lnTo>
                    <a:pt x="95627" y="570388"/>
                  </a:lnTo>
                  <a:lnTo>
                    <a:pt x="95935" y="574322"/>
                  </a:lnTo>
                  <a:lnTo>
                    <a:pt x="97179" y="584017"/>
                  </a:lnTo>
                  <a:lnTo>
                    <a:pt x="97307" y="589284"/>
                  </a:lnTo>
                  <a:lnTo>
                    <a:pt x="96716" y="595926"/>
                  </a:lnTo>
                  <a:lnTo>
                    <a:pt x="97542" y="599831"/>
                  </a:lnTo>
                  <a:lnTo>
                    <a:pt x="98545" y="601597"/>
                  </a:lnTo>
                  <a:lnTo>
                    <a:pt x="100799" y="603340"/>
                  </a:lnTo>
                  <a:lnTo>
                    <a:pt x="101674" y="604528"/>
                  </a:lnTo>
                  <a:lnTo>
                    <a:pt x="102636" y="604338"/>
                  </a:lnTo>
                  <a:lnTo>
                    <a:pt x="102932" y="604800"/>
                  </a:lnTo>
                  <a:lnTo>
                    <a:pt x="102790" y="605657"/>
                  </a:lnTo>
                  <a:lnTo>
                    <a:pt x="102223" y="607333"/>
                  </a:lnTo>
                  <a:lnTo>
                    <a:pt x="102258" y="609108"/>
                  </a:lnTo>
                  <a:lnTo>
                    <a:pt x="103968" y="609633"/>
                  </a:lnTo>
                  <a:lnTo>
                    <a:pt x="105738" y="609275"/>
                  </a:lnTo>
                  <a:lnTo>
                    <a:pt x="107597" y="608491"/>
                  </a:lnTo>
                  <a:lnTo>
                    <a:pt x="108036" y="607258"/>
                  </a:lnTo>
                  <a:lnTo>
                    <a:pt x="108048" y="604679"/>
                  </a:lnTo>
                  <a:lnTo>
                    <a:pt x="105870" y="604226"/>
                  </a:lnTo>
                  <a:lnTo>
                    <a:pt x="106147" y="603265"/>
                  </a:lnTo>
                  <a:lnTo>
                    <a:pt x="107797" y="602217"/>
                  </a:lnTo>
                  <a:lnTo>
                    <a:pt x="109959" y="600497"/>
                  </a:lnTo>
                  <a:lnTo>
                    <a:pt x="111064" y="600180"/>
                  </a:lnTo>
                  <a:lnTo>
                    <a:pt x="111814" y="601334"/>
                  </a:lnTo>
                  <a:lnTo>
                    <a:pt x="112322" y="602390"/>
                  </a:lnTo>
                  <a:lnTo>
                    <a:pt x="112945" y="605169"/>
                  </a:lnTo>
                  <a:lnTo>
                    <a:pt x="113331" y="608828"/>
                  </a:lnTo>
                  <a:lnTo>
                    <a:pt x="113348" y="613232"/>
                  </a:lnTo>
                  <a:lnTo>
                    <a:pt x="113088" y="617375"/>
                  </a:lnTo>
                  <a:lnTo>
                    <a:pt x="112779" y="618850"/>
                  </a:lnTo>
                  <a:lnTo>
                    <a:pt x="112234" y="620610"/>
                  </a:lnTo>
                  <a:lnTo>
                    <a:pt x="108348" y="622855"/>
                  </a:lnTo>
                  <a:lnTo>
                    <a:pt x="107259" y="622269"/>
                  </a:lnTo>
                  <a:lnTo>
                    <a:pt x="106245" y="619141"/>
                  </a:lnTo>
                  <a:lnTo>
                    <a:pt x="105927" y="615907"/>
                  </a:lnTo>
                  <a:lnTo>
                    <a:pt x="105060" y="613725"/>
                  </a:lnTo>
                  <a:lnTo>
                    <a:pt x="103203" y="611988"/>
                  </a:lnTo>
                  <a:lnTo>
                    <a:pt x="101356" y="612519"/>
                  </a:lnTo>
                  <a:lnTo>
                    <a:pt x="99522" y="615526"/>
                  </a:lnTo>
                  <a:lnTo>
                    <a:pt x="97720" y="616504"/>
                  </a:lnTo>
                  <a:lnTo>
                    <a:pt x="97081" y="619240"/>
                  </a:lnTo>
                  <a:lnTo>
                    <a:pt x="101598" y="623675"/>
                  </a:lnTo>
                  <a:lnTo>
                    <a:pt x="103728" y="624907"/>
                  </a:lnTo>
                  <a:lnTo>
                    <a:pt x="104423" y="624864"/>
                  </a:lnTo>
                  <a:lnTo>
                    <a:pt x="105118" y="625447"/>
                  </a:lnTo>
                  <a:lnTo>
                    <a:pt x="104476" y="627091"/>
                  </a:lnTo>
                  <a:lnTo>
                    <a:pt x="103834" y="628113"/>
                  </a:lnTo>
                  <a:lnTo>
                    <a:pt x="100621" y="630370"/>
                  </a:lnTo>
                  <a:lnTo>
                    <a:pt x="99204" y="631945"/>
                  </a:lnTo>
                  <a:lnTo>
                    <a:pt x="97551" y="635038"/>
                  </a:lnTo>
                  <a:lnTo>
                    <a:pt x="95232" y="641791"/>
                  </a:lnTo>
                  <a:lnTo>
                    <a:pt x="94521" y="643263"/>
                  </a:lnTo>
                  <a:lnTo>
                    <a:pt x="94166" y="644980"/>
                  </a:lnTo>
                  <a:lnTo>
                    <a:pt x="93927" y="649634"/>
                  </a:lnTo>
                  <a:lnTo>
                    <a:pt x="94678" y="657353"/>
                  </a:lnTo>
                  <a:lnTo>
                    <a:pt x="93885" y="660588"/>
                  </a:lnTo>
                  <a:lnTo>
                    <a:pt x="94372" y="664178"/>
                  </a:lnTo>
                  <a:lnTo>
                    <a:pt x="94096" y="666573"/>
                  </a:lnTo>
                  <a:lnTo>
                    <a:pt x="93284" y="670018"/>
                  </a:lnTo>
                  <a:lnTo>
                    <a:pt x="90033" y="675458"/>
                  </a:lnTo>
                  <a:lnTo>
                    <a:pt x="89457" y="679440"/>
                  </a:lnTo>
                  <a:lnTo>
                    <a:pt x="90584" y="681786"/>
                  </a:lnTo>
                  <a:lnTo>
                    <a:pt x="90509" y="683838"/>
                  </a:lnTo>
                  <a:lnTo>
                    <a:pt x="90133" y="685693"/>
                  </a:lnTo>
                  <a:lnTo>
                    <a:pt x="88783" y="685673"/>
                  </a:lnTo>
                  <a:lnTo>
                    <a:pt x="83872" y="684421"/>
                  </a:lnTo>
                  <a:lnTo>
                    <a:pt x="82083" y="686455"/>
                  </a:lnTo>
                  <a:lnTo>
                    <a:pt x="80426" y="688937"/>
                  </a:lnTo>
                  <a:lnTo>
                    <a:pt x="79974" y="690126"/>
                  </a:lnTo>
                  <a:lnTo>
                    <a:pt x="79388" y="690867"/>
                  </a:lnTo>
                  <a:lnTo>
                    <a:pt x="76011" y="692189"/>
                  </a:lnTo>
                  <a:lnTo>
                    <a:pt x="75341" y="693066"/>
                  </a:lnTo>
                  <a:lnTo>
                    <a:pt x="71751" y="702519"/>
                  </a:lnTo>
                  <a:lnTo>
                    <a:pt x="70213" y="708380"/>
                  </a:lnTo>
                  <a:lnTo>
                    <a:pt x="68355" y="714128"/>
                  </a:lnTo>
                  <a:lnTo>
                    <a:pt x="67868" y="716564"/>
                  </a:lnTo>
                  <a:lnTo>
                    <a:pt x="67762" y="719940"/>
                  </a:lnTo>
                  <a:lnTo>
                    <a:pt x="68021" y="722976"/>
                  </a:lnTo>
                  <a:lnTo>
                    <a:pt x="68279" y="725218"/>
                  </a:lnTo>
                  <a:lnTo>
                    <a:pt x="68925" y="728095"/>
                  </a:lnTo>
                  <a:lnTo>
                    <a:pt x="70286" y="731376"/>
                  </a:lnTo>
                  <a:lnTo>
                    <a:pt x="77210" y="744734"/>
                  </a:lnTo>
                  <a:lnTo>
                    <a:pt x="78646" y="745899"/>
                  </a:lnTo>
                  <a:lnTo>
                    <a:pt x="86048" y="747331"/>
                  </a:lnTo>
                  <a:lnTo>
                    <a:pt x="87693" y="749192"/>
                  </a:lnTo>
                  <a:lnTo>
                    <a:pt x="88653" y="752147"/>
                  </a:lnTo>
                  <a:lnTo>
                    <a:pt x="89006" y="754752"/>
                  </a:lnTo>
                  <a:lnTo>
                    <a:pt x="88582" y="761355"/>
                  </a:lnTo>
                  <a:lnTo>
                    <a:pt x="88140" y="763418"/>
                  </a:lnTo>
                  <a:lnTo>
                    <a:pt x="87322" y="765291"/>
                  </a:lnTo>
                  <a:lnTo>
                    <a:pt x="85570" y="767706"/>
                  </a:lnTo>
                  <a:lnTo>
                    <a:pt x="83474" y="768990"/>
                  </a:lnTo>
                  <a:lnTo>
                    <a:pt x="84074" y="769902"/>
                  </a:lnTo>
                  <a:lnTo>
                    <a:pt x="84926" y="769772"/>
                  </a:lnTo>
                  <a:lnTo>
                    <a:pt x="86778" y="768990"/>
                  </a:lnTo>
                  <a:lnTo>
                    <a:pt x="87580" y="769772"/>
                  </a:lnTo>
                  <a:lnTo>
                    <a:pt x="88188" y="772369"/>
                  </a:lnTo>
                  <a:lnTo>
                    <a:pt x="87029" y="773423"/>
                  </a:lnTo>
                  <a:lnTo>
                    <a:pt x="86674" y="774681"/>
                  </a:lnTo>
                  <a:lnTo>
                    <a:pt x="85836" y="776600"/>
                  </a:lnTo>
                  <a:lnTo>
                    <a:pt x="81565" y="784226"/>
                  </a:lnTo>
                  <a:lnTo>
                    <a:pt x="79260" y="786506"/>
                  </a:lnTo>
                  <a:lnTo>
                    <a:pt x="77142" y="789562"/>
                  </a:lnTo>
                  <a:lnTo>
                    <a:pt x="74300" y="792658"/>
                  </a:lnTo>
                  <a:lnTo>
                    <a:pt x="73189" y="794436"/>
                  </a:lnTo>
                  <a:lnTo>
                    <a:pt x="71686" y="798170"/>
                  </a:lnTo>
                  <a:lnTo>
                    <a:pt x="69381" y="802233"/>
                  </a:lnTo>
                  <a:lnTo>
                    <a:pt x="66899" y="810948"/>
                  </a:lnTo>
                  <a:lnTo>
                    <a:pt x="66799" y="812642"/>
                  </a:lnTo>
                  <a:lnTo>
                    <a:pt x="67159" y="813770"/>
                  </a:lnTo>
                  <a:lnTo>
                    <a:pt x="65779" y="829038"/>
                  </a:lnTo>
                  <a:lnTo>
                    <a:pt x="65297" y="830833"/>
                  </a:lnTo>
                  <a:lnTo>
                    <a:pt x="64298" y="832749"/>
                  </a:lnTo>
                  <a:lnTo>
                    <a:pt x="61667" y="835908"/>
                  </a:lnTo>
                  <a:lnTo>
                    <a:pt x="60400" y="836298"/>
                  </a:lnTo>
                  <a:lnTo>
                    <a:pt x="58726" y="834469"/>
                  </a:lnTo>
                  <a:lnTo>
                    <a:pt x="57780" y="832555"/>
                  </a:lnTo>
                  <a:lnTo>
                    <a:pt x="56856" y="829277"/>
                  </a:lnTo>
                  <a:lnTo>
                    <a:pt x="55740" y="825895"/>
                  </a:lnTo>
                  <a:lnTo>
                    <a:pt x="55682" y="827104"/>
                  </a:lnTo>
                  <a:lnTo>
                    <a:pt x="56070" y="829159"/>
                  </a:lnTo>
                  <a:lnTo>
                    <a:pt x="55808" y="831309"/>
                  </a:lnTo>
                  <a:lnTo>
                    <a:pt x="52953" y="832284"/>
                  </a:lnTo>
                  <a:lnTo>
                    <a:pt x="52197" y="833297"/>
                  </a:lnTo>
                  <a:lnTo>
                    <a:pt x="54773" y="832844"/>
                  </a:lnTo>
                  <a:lnTo>
                    <a:pt x="56531" y="833487"/>
                  </a:lnTo>
                  <a:lnTo>
                    <a:pt x="57273" y="834275"/>
                  </a:lnTo>
                  <a:lnTo>
                    <a:pt x="57941" y="835908"/>
                  </a:lnTo>
                  <a:lnTo>
                    <a:pt x="58530" y="837874"/>
                  </a:lnTo>
                  <a:lnTo>
                    <a:pt x="58035" y="838961"/>
                  </a:lnTo>
                  <a:lnTo>
                    <a:pt x="56628" y="839862"/>
                  </a:lnTo>
                  <a:lnTo>
                    <a:pt x="54806" y="841515"/>
                  </a:lnTo>
                  <a:lnTo>
                    <a:pt x="52653" y="844505"/>
                  </a:lnTo>
                  <a:lnTo>
                    <a:pt x="51457" y="847956"/>
                  </a:lnTo>
                  <a:lnTo>
                    <a:pt x="50941" y="850438"/>
                  </a:lnTo>
                  <a:lnTo>
                    <a:pt x="50359" y="855444"/>
                  </a:lnTo>
                  <a:lnTo>
                    <a:pt x="50205" y="858751"/>
                  </a:lnTo>
                  <a:lnTo>
                    <a:pt x="49295" y="861296"/>
                  </a:lnTo>
                  <a:lnTo>
                    <a:pt x="47893" y="863588"/>
                  </a:lnTo>
                  <a:lnTo>
                    <a:pt x="47971" y="864110"/>
                  </a:lnTo>
                  <a:lnTo>
                    <a:pt x="48922" y="862938"/>
                  </a:lnTo>
                  <a:lnTo>
                    <a:pt x="49682" y="862569"/>
                  </a:lnTo>
                  <a:lnTo>
                    <a:pt x="50335" y="865622"/>
                  </a:lnTo>
                  <a:lnTo>
                    <a:pt x="51219" y="871725"/>
                  </a:lnTo>
                  <a:lnTo>
                    <a:pt x="51629" y="875950"/>
                  </a:lnTo>
                  <a:lnTo>
                    <a:pt x="51564" y="877205"/>
                  </a:lnTo>
                  <a:lnTo>
                    <a:pt x="51303" y="878925"/>
                  </a:lnTo>
                  <a:lnTo>
                    <a:pt x="49489" y="879340"/>
                  </a:lnTo>
                  <a:lnTo>
                    <a:pt x="47871" y="879288"/>
                  </a:lnTo>
                  <a:lnTo>
                    <a:pt x="46680" y="880027"/>
                  </a:lnTo>
                  <a:lnTo>
                    <a:pt x="47320" y="880789"/>
                  </a:lnTo>
                  <a:lnTo>
                    <a:pt x="48410" y="880518"/>
                  </a:lnTo>
                  <a:lnTo>
                    <a:pt x="49920" y="882327"/>
                  </a:lnTo>
                  <a:lnTo>
                    <a:pt x="51596" y="881557"/>
                  </a:lnTo>
                  <a:lnTo>
                    <a:pt x="52359" y="882766"/>
                  </a:lnTo>
                  <a:lnTo>
                    <a:pt x="52910" y="883874"/>
                  </a:lnTo>
                  <a:lnTo>
                    <a:pt x="55476" y="892692"/>
                  </a:lnTo>
                  <a:lnTo>
                    <a:pt x="57717" y="898143"/>
                  </a:lnTo>
                  <a:lnTo>
                    <a:pt x="58849" y="901378"/>
                  </a:lnTo>
                  <a:lnTo>
                    <a:pt x="58286" y="902844"/>
                  </a:lnTo>
                  <a:lnTo>
                    <a:pt x="58086" y="900887"/>
                  </a:lnTo>
                  <a:lnTo>
                    <a:pt x="56623" y="900383"/>
                  </a:lnTo>
                  <a:lnTo>
                    <a:pt x="55199" y="899855"/>
                  </a:lnTo>
                  <a:lnTo>
                    <a:pt x="52822" y="898455"/>
                  </a:lnTo>
                  <a:lnTo>
                    <a:pt x="49624" y="896328"/>
                  </a:lnTo>
                  <a:lnTo>
                    <a:pt x="46419" y="896328"/>
                  </a:lnTo>
                  <a:lnTo>
                    <a:pt x="43873" y="894533"/>
                  </a:lnTo>
                  <a:lnTo>
                    <a:pt x="41061" y="892548"/>
                  </a:lnTo>
                  <a:lnTo>
                    <a:pt x="35127" y="892372"/>
                  </a:lnTo>
                  <a:lnTo>
                    <a:pt x="29899" y="892251"/>
                  </a:lnTo>
                  <a:lnTo>
                    <a:pt x="24545" y="892127"/>
                  </a:lnTo>
                  <a:lnTo>
                    <a:pt x="21117" y="892049"/>
                  </a:lnTo>
                  <a:lnTo>
                    <a:pt x="18822" y="891997"/>
                  </a:lnTo>
                  <a:lnTo>
                    <a:pt x="18227" y="891247"/>
                  </a:lnTo>
                  <a:lnTo>
                    <a:pt x="18427" y="888771"/>
                  </a:lnTo>
                  <a:lnTo>
                    <a:pt x="17576" y="886947"/>
                  </a:lnTo>
                  <a:lnTo>
                    <a:pt x="16343" y="884742"/>
                  </a:lnTo>
                  <a:lnTo>
                    <a:pt x="14844" y="883178"/>
                  </a:lnTo>
                  <a:lnTo>
                    <a:pt x="14100" y="881086"/>
                  </a:lnTo>
                  <a:lnTo>
                    <a:pt x="13269" y="878737"/>
                  </a:lnTo>
                  <a:lnTo>
                    <a:pt x="13738" y="876654"/>
                  </a:lnTo>
                  <a:lnTo>
                    <a:pt x="14455" y="871589"/>
                  </a:lnTo>
                  <a:lnTo>
                    <a:pt x="14471" y="869356"/>
                  </a:lnTo>
                  <a:lnTo>
                    <a:pt x="13820" y="867792"/>
                  </a:lnTo>
                  <a:lnTo>
                    <a:pt x="13620" y="865576"/>
                  </a:lnTo>
                  <a:lnTo>
                    <a:pt x="13820" y="864534"/>
                  </a:lnTo>
                  <a:lnTo>
                    <a:pt x="14408" y="863743"/>
                  </a:lnTo>
                  <a:lnTo>
                    <a:pt x="14761" y="860105"/>
                  </a:lnTo>
                  <a:lnTo>
                    <a:pt x="14485" y="856538"/>
                  </a:lnTo>
                  <a:lnTo>
                    <a:pt x="14035" y="853355"/>
                  </a:lnTo>
                  <a:lnTo>
                    <a:pt x="13441" y="851950"/>
                  </a:lnTo>
                  <a:lnTo>
                    <a:pt x="12673" y="851283"/>
                  </a:lnTo>
                  <a:lnTo>
                    <a:pt x="12110" y="851159"/>
                  </a:lnTo>
                  <a:lnTo>
                    <a:pt x="10854" y="852345"/>
                  </a:lnTo>
                  <a:lnTo>
                    <a:pt x="8773" y="852051"/>
                  </a:lnTo>
                  <a:lnTo>
                    <a:pt x="8066" y="852507"/>
                  </a:lnTo>
                  <a:lnTo>
                    <a:pt x="7048" y="853788"/>
                  </a:lnTo>
                  <a:lnTo>
                    <a:pt x="5608" y="855675"/>
                  </a:lnTo>
                  <a:lnTo>
                    <a:pt x="4807" y="855023"/>
                  </a:lnTo>
                  <a:lnTo>
                    <a:pt x="4562" y="853006"/>
                  </a:lnTo>
                  <a:lnTo>
                    <a:pt x="4027" y="851254"/>
                  </a:lnTo>
                  <a:lnTo>
                    <a:pt x="3686" y="849711"/>
                  </a:lnTo>
                  <a:lnTo>
                    <a:pt x="3430" y="847171"/>
                  </a:lnTo>
                  <a:lnTo>
                    <a:pt x="3003" y="843902"/>
                  </a:lnTo>
                  <a:lnTo>
                    <a:pt x="2153" y="840038"/>
                  </a:lnTo>
                  <a:lnTo>
                    <a:pt x="851" y="836910"/>
                  </a:lnTo>
                  <a:lnTo>
                    <a:pt x="778" y="834102"/>
                  </a:lnTo>
                  <a:lnTo>
                    <a:pt x="537" y="830576"/>
                  </a:lnTo>
                  <a:lnTo>
                    <a:pt x="1201" y="827136"/>
                  </a:lnTo>
                  <a:lnTo>
                    <a:pt x="814" y="824285"/>
                  </a:lnTo>
                  <a:lnTo>
                    <a:pt x="0" y="820883"/>
                  </a:lnTo>
                  <a:lnTo>
                    <a:pt x="250" y="817365"/>
                  </a:lnTo>
                  <a:lnTo>
                    <a:pt x="1051" y="815409"/>
                  </a:lnTo>
                  <a:lnTo>
                    <a:pt x="1302" y="812933"/>
                  </a:lnTo>
                  <a:lnTo>
                    <a:pt x="5007" y="812543"/>
                  </a:lnTo>
                  <a:lnTo>
                    <a:pt x="4853" y="809213"/>
                  </a:lnTo>
                  <a:lnTo>
                    <a:pt x="5469" y="806521"/>
                  </a:lnTo>
                  <a:lnTo>
                    <a:pt x="6161" y="804083"/>
                  </a:lnTo>
                  <a:lnTo>
                    <a:pt x="6751" y="802972"/>
                  </a:lnTo>
                  <a:lnTo>
                    <a:pt x="8071" y="802002"/>
                  </a:lnTo>
                  <a:lnTo>
                    <a:pt x="9627" y="800594"/>
                  </a:lnTo>
                  <a:lnTo>
                    <a:pt x="10503" y="798978"/>
                  </a:lnTo>
                  <a:lnTo>
                    <a:pt x="10922" y="797538"/>
                  </a:lnTo>
                  <a:lnTo>
                    <a:pt x="11179" y="795671"/>
                  </a:lnTo>
                  <a:lnTo>
                    <a:pt x="11245" y="793686"/>
                  </a:lnTo>
                  <a:lnTo>
                    <a:pt x="10990" y="789455"/>
                  </a:lnTo>
                  <a:lnTo>
                    <a:pt x="11280" y="788157"/>
                  </a:lnTo>
                  <a:lnTo>
                    <a:pt x="12242" y="786443"/>
                  </a:lnTo>
                  <a:lnTo>
                    <a:pt x="13870" y="784919"/>
                  </a:lnTo>
                  <a:lnTo>
                    <a:pt x="14571" y="780879"/>
                  </a:lnTo>
                  <a:lnTo>
                    <a:pt x="14170" y="777362"/>
                  </a:lnTo>
                  <a:lnTo>
                    <a:pt x="13267" y="774580"/>
                  </a:lnTo>
                  <a:lnTo>
                    <a:pt x="12118" y="773322"/>
                  </a:lnTo>
                  <a:lnTo>
                    <a:pt x="12017" y="770456"/>
                  </a:lnTo>
                  <a:lnTo>
                    <a:pt x="12536" y="767732"/>
                  </a:lnTo>
                  <a:lnTo>
                    <a:pt x="13213" y="764818"/>
                  </a:lnTo>
                  <a:lnTo>
                    <a:pt x="14021" y="761465"/>
                  </a:lnTo>
                  <a:lnTo>
                    <a:pt x="13970" y="759118"/>
                  </a:lnTo>
                  <a:lnTo>
                    <a:pt x="14686" y="757748"/>
                  </a:lnTo>
                  <a:lnTo>
                    <a:pt x="16724" y="754689"/>
                  </a:lnTo>
                  <a:lnTo>
                    <a:pt x="17425" y="751694"/>
                  </a:lnTo>
                  <a:lnTo>
                    <a:pt x="18143" y="750880"/>
                  </a:lnTo>
                  <a:lnTo>
                    <a:pt x="18978" y="750519"/>
                  </a:lnTo>
                  <a:lnTo>
                    <a:pt x="19028" y="748825"/>
                  </a:lnTo>
                  <a:lnTo>
                    <a:pt x="18418" y="747146"/>
                  </a:lnTo>
                  <a:lnTo>
                    <a:pt x="18319" y="745034"/>
                  </a:lnTo>
                  <a:lnTo>
                    <a:pt x="18391" y="742693"/>
                  </a:lnTo>
                  <a:lnTo>
                    <a:pt x="18577" y="739574"/>
                  </a:lnTo>
                  <a:lnTo>
                    <a:pt x="19529" y="738402"/>
                  </a:lnTo>
                  <a:lnTo>
                    <a:pt x="20934" y="735869"/>
                  </a:lnTo>
                  <a:lnTo>
                    <a:pt x="21309" y="734259"/>
                  </a:lnTo>
                  <a:lnTo>
                    <a:pt x="21360" y="732103"/>
                  </a:lnTo>
                  <a:lnTo>
                    <a:pt x="20950" y="727653"/>
                  </a:lnTo>
                  <a:lnTo>
                    <a:pt x="20600" y="724462"/>
                  </a:lnTo>
                  <a:lnTo>
                    <a:pt x="20424" y="723285"/>
                  </a:lnTo>
                  <a:lnTo>
                    <a:pt x="19782" y="721120"/>
                  </a:lnTo>
                  <a:lnTo>
                    <a:pt x="19310" y="719755"/>
                  </a:lnTo>
                  <a:lnTo>
                    <a:pt x="20064" y="718047"/>
                  </a:lnTo>
                  <a:lnTo>
                    <a:pt x="21482" y="716249"/>
                  </a:lnTo>
                  <a:lnTo>
                    <a:pt x="22083" y="713644"/>
                  </a:lnTo>
                  <a:lnTo>
                    <a:pt x="21532" y="711427"/>
                  </a:lnTo>
                  <a:lnTo>
                    <a:pt x="20730" y="710256"/>
                  </a:lnTo>
                  <a:lnTo>
                    <a:pt x="20480" y="706868"/>
                  </a:lnTo>
                  <a:lnTo>
                    <a:pt x="20781" y="702568"/>
                  </a:lnTo>
                  <a:lnTo>
                    <a:pt x="21381" y="701264"/>
                  </a:lnTo>
                  <a:lnTo>
                    <a:pt x="23484" y="700612"/>
                  </a:lnTo>
                  <a:lnTo>
                    <a:pt x="23685" y="698396"/>
                  </a:lnTo>
                  <a:lnTo>
                    <a:pt x="25287" y="695271"/>
                  </a:lnTo>
                  <a:lnTo>
                    <a:pt x="25237" y="692272"/>
                  </a:lnTo>
                  <a:lnTo>
                    <a:pt x="24218" y="690434"/>
                  </a:lnTo>
                  <a:lnTo>
                    <a:pt x="23221" y="687468"/>
                  </a:lnTo>
                  <a:lnTo>
                    <a:pt x="22483" y="684848"/>
                  </a:lnTo>
                  <a:lnTo>
                    <a:pt x="20029" y="683413"/>
                  </a:lnTo>
                  <a:lnTo>
                    <a:pt x="17425" y="682631"/>
                  </a:lnTo>
                  <a:lnTo>
                    <a:pt x="17075" y="680156"/>
                  </a:lnTo>
                  <a:lnTo>
                    <a:pt x="17175" y="678721"/>
                  </a:lnTo>
                  <a:lnTo>
                    <a:pt x="18387" y="679301"/>
                  </a:lnTo>
                  <a:lnTo>
                    <a:pt x="20365" y="678796"/>
                  </a:lnTo>
                  <a:lnTo>
                    <a:pt x="21854" y="678678"/>
                  </a:lnTo>
                  <a:lnTo>
                    <a:pt x="22891" y="678430"/>
                  </a:lnTo>
                  <a:lnTo>
                    <a:pt x="24085" y="678069"/>
                  </a:lnTo>
                  <a:lnTo>
                    <a:pt x="25187" y="679114"/>
                  </a:lnTo>
                  <a:lnTo>
                    <a:pt x="26289" y="678462"/>
                  </a:lnTo>
                  <a:lnTo>
                    <a:pt x="26739" y="674552"/>
                  </a:lnTo>
                  <a:lnTo>
                    <a:pt x="27440" y="672468"/>
                  </a:lnTo>
                  <a:lnTo>
                    <a:pt x="27541" y="670512"/>
                  </a:lnTo>
                  <a:lnTo>
                    <a:pt x="26840" y="668951"/>
                  </a:lnTo>
                  <a:lnTo>
                    <a:pt x="25555" y="668469"/>
                  </a:lnTo>
                  <a:lnTo>
                    <a:pt x="19942" y="667234"/>
                  </a:lnTo>
                  <a:lnTo>
                    <a:pt x="19772" y="665670"/>
                  </a:lnTo>
                  <a:lnTo>
                    <a:pt x="19820" y="663047"/>
                  </a:lnTo>
                  <a:lnTo>
                    <a:pt x="20032" y="660369"/>
                  </a:lnTo>
                  <a:lnTo>
                    <a:pt x="20029" y="659047"/>
                  </a:lnTo>
                  <a:lnTo>
                    <a:pt x="20542" y="657884"/>
                  </a:lnTo>
                  <a:lnTo>
                    <a:pt x="21122" y="655454"/>
                  </a:lnTo>
                  <a:lnTo>
                    <a:pt x="21532" y="653833"/>
                  </a:lnTo>
                  <a:lnTo>
                    <a:pt x="21124" y="651729"/>
                  </a:lnTo>
                  <a:lnTo>
                    <a:pt x="20230" y="648621"/>
                  </a:lnTo>
                  <a:lnTo>
                    <a:pt x="20881" y="647187"/>
                  </a:lnTo>
                  <a:lnTo>
                    <a:pt x="20933" y="645476"/>
                  </a:lnTo>
                  <a:lnTo>
                    <a:pt x="20730" y="643802"/>
                  </a:lnTo>
                  <a:lnTo>
                    <a:pt x="19802" y="641941"/>
                  </a:lnTo>
                  <a:lnTo>
                    <a:pt x="18978" y="639370"/>
                  </a:lnTo>
                  <a:lnTo>
                    <a:pt x="18978" y="636634"/>
                  </a:lnTo>
                  <a:lnTo>
                    <a:pt x="19940" y="635907"/>
                  </a:lnTo>
                  <a:lnTo>
                    <a:pt x="20580" y="635070"/>
                  </a:lnTo>
                  <a:lnTo>
                    <a:pt x="20730" y="633376"/>
                  </a:lnTo>
                  <a:lnTo>
                    <a:pt x="20380" y="631293"/>
                  </a:lnTo>
                  <a:lnTo>
                    <a:pt x="19050" y="630658"/>
                  </a:lnTo>
                  <a:lnTo>
                    <a:pt x="17278" y="629377"/>
                  </a:lnTo>
                  <a:lnTo>
                    <a:pt x="16736" y="628303"/>
                  </a:lnTo>
                  <a:lnTo>
                    <a:pt x="16236" y="626070"/>
                  </a:lnTo>
                  <a:lnTo>
                    <a:pt x="16608" y="619768"/>
                  </a:lnTo>
                  <a:lnTo>
                    <a:pt x="16422" y="615970"/>
                  </a:lnTo>
                  <a:lnTo>
                    <a:pt x="16267" y="613869"/>
                  </a:lnTo>
                  <a:lnTo>
                    <a:pt x="16702" y="612253"/>
                  </a:lnTo>
                  <a:lnTo>
                    <a:pt x="17292" y="610799"/>
                  </a:lnTo>
                  <a:lnTo>
                    <a:pt x="17012" y="607408"/>
                  </a:lnTo>
                  <a:lnTo>
                    <a:pt x="16484" y="605631"/>
                  </a:lnTo>
                  <a:lnTo>
                    <a:pt x="16670" y="604257"/>
                  </a:lnTo>
                  <a:lnTo>
                    <a:pt x="17167" y="602884"/>
                  </a:lnTo>
                  <a:lnTo>
                    <a:pt x="17602" y="601187"/>
                  </a:lnTo>
                  <a:lnTo>
                    <a:pt x="17975" y="600783"/>
                  </a:lnTo>
                  <a:lnTo>
                    <a:pt x="18534" y="601752"/>
                  </a:lnTo>
                  <a:lnTo>
                    <a:pt x="19480" y="601184"/>
                  </a:lnTo>
                  <a:lnTo>
                    <a:pt x="20613" y="599813"/>
                  </a:lnTo>
                  <a:lnTo>
                    <a:pt x="20738" y="598197"/>
                  </a:lnTo>
                  <a:lnTo>
                    <a:pt x="20510" y="595886"/>
                  </a:lnTo>
                  <a:lnTo>
                    <a:pt x="19665" y="590077"/>
                  </a:lnTo>
                  <a:lnTo>
                    <a:pt x="18906" y="586485"/>
                  </a:lnTo>
                  <a:lnTo>
                    <a:pt x="19061" y="585192"/>
                  </a:lnTo>
                  <a:lnTo>
                    <a:pt x="19362" y="583830"/>
                  </a:lnTo>
                  <a:lnTo>
                    <a:pt x="19123" y="578890"/>
                  </a:lnTo>
                  <a:lnTo>
                    <a:pt x="19198" y="575906"/>
                  </a:lnTo>
                  <a:lnTo>
                    <a:pt x="19253" y="567107"/>
                  </a:lnTo>
                  <a:lnTo>
                    <a:pt x="19340" y="564103"/>
                  </a:lnTo>
                  <a:lnTo>
                    <a:pt x="18565" y="561036"/>
                  </a:lnTo>
                  <a:lnTo>
                    <a:pt x="18669" y="558156"/>
                  </a:lnTo>
                  <a:lnTo>
                    <a:pt x="19218" y="556055"/>
                  </a:lnTo>
                  <a:lnTo>
                    <a:pt x="19732" y="553213"/>
                  </a:lnTo>
                  <a:lnTo>
                    <a:pt x="20117" y="550694"/>
                  </a:lnTo>
                  <a:lnTo>
                    <a:pt x="20520" y="549563"/>
                  </a:lnTo>
                  <a:lnTo>
                    <a:pt x="21203" y="548997"/>
                  </a:lnTo>
                  <a:lnTo>
                    <a:pt x="21359" y="547624"/>
                  </a:lnTo>
                  <a:lnTo>
                    <a:pt x="21048" y="546573"/>
                  </a:lnTo>
                  <a:lnTo>
                    <a:pt x="20163" y="544937"/>
                  </a:lnTo>
                  <a:lnTo>
                    <a:pt x="19962" y="542937"/>
                  </a:lnTo>
                  <a:lnTo>
                    <a:pt x="20148" y="541402"/>
                  </a:lnTo>
                  <a:lnTo>
                    <a:pt x="20582" y="540513"/>
                  </a:lnTo>
                  <a:lnTo>
                    <a:pt x="21255" y="540522"/>
                  </a:lnTo>
                  <a:lnTo>
                    <a:pt x="21762" y="538332"/>
                  </a:lnTo>
                  <a:lnTo>
                    <a:pt x="21906" y="535625"/>
                  </a:lnTo>
                  <a:lnTo>
                    <a:pt x="22011" y="534373"/>
                  </a:lnTo>
                  <a:lnTo>
                    <a:pt x="21622" y="532791"/>
                  </a:lnTo>
                  <a:lnTo>
                    <a:pt x="21341" y="529060"/>
                  </a:lnTo>
                  <a:lnTo>
                    <a:pt x="21079" y="526939"/>
                  </a:lnTo>
                  <a:lnTo>
                    <a:pt x="21390" y="526050"/>
                  </a:lnTo>
                  <a:lnTo>
                    <a:pt x="21824" y="525727"/>
                  </a:lnTo>
                  <a:lnTo>
                    <a:pt x="22588" y="526226"/>
                  </a:lnTo>
                  <a:lnTo>
                    <a:pt x="23128" y="525970"/>
                  </a:lnTo>
                  <a:lnTo>
                    <a:pt x="23222" y="524838"/>
                  </a:lnTo>
                  <a:lnTo>
                    <a:pt x="23284" y="523627"/>
                  </a:lnTo>
                  <a:lnTo>
                    <a:pt x="23488" y="522801"/>
                  </a:lnTo>
                  <a:lnTo>
                    <a:pt x="23969" y="520057"/>
                  </a:lnTo>
                  <a:lnTo>
                    <a:pt x="24485" y="516655"/>
                  </a:lnTo>
                  <a:lnTo>
                    <a:pt x="24605" y="514254"/>
                  </a:lnTo>
                  <a:lnTo>
                    <a:pt x="24421" y="507744"/>
                  </a:lnTo>
                  <a:lnTo>
                    <a:pt x="24694" y="506249"/>
                  </a:lnTo>
                  <a:lnTo>
                    <a:pt x="25244" y="504884"/>
                  </a:lnTo>
                  <a:lnTo>
                    <a:pt x="26009" y="503600"/>
                  </a:lnTo>
                  <a:lnTo>
                    <a:pt x="27014" y="502535"/>
                  </a:lnTo>
                  <a:lnTo>
                    <a:pt x="28265" y="501003"/>
                  </a:lnTo>
                  <a:lnTo>
                    <a:pt x="29804" y="500440"/>
                  </a:lnTo>
                  <a:lnTo>
                    <a:pt x="30425" y="498744"/>
                  </a:lnTo>
                  <a:lnTo>
                    <a:pt x="30859" y="496481"/>
                  </a:lnTo>
                  <a:lnTo>
                    <a:pt x="30984" y="494623"/>
                  </a:lnTo>
                  <a:lnTo>
                    <a:pt x="30394" y="493330"/>
                  </a:lnTo>
                  <a:lnTo>
                    <a:pt x="29618" y="491795"/>
                  </a:lnTo>
                  <a:lnTo>
                    <a:pt x="29249" y="487922"/>
                  </a:lnTo>
                  <a:lnTo>
                    <a:pt x="29048" y="484350"/>
                  </a:lnTo>
                  <a:lnTo>
                    <a:pt x="28934" y="479837"/>
                  </a:lnTo>
                  <a:lnTo>
                    <a:pt x="28162" y="475958"/>
                  </a:lnTo>
                  <a:lnTo>
                    <a:pt x="27351" y="471595"/>
                  </a:lnTo>
                  <a:lnTo>
                    <a:pt x="27134" y="467717"/>
                  </a:lnTo>
                  <a:lnTo>
                    <a:pt x="27405" y="465593"/>
                  </a:lnTo>
                  <a:lnTo>
                    <a:pt x="27723" y="462223"/>
                  </a:lnTo>
                  <a:lnTo>
                    <a:pt x="27382" y="460690"/>
                  </a:lnTo>
                  <a:lnTo>
                    <a:pt x="26979" y="457943"/>
                  </a:lnTo>
                  <a:lnTo>
                    <a:pt x="27398" y="455791"/>
                  </a:lnTo>
                  <a:lnTo>
                    <a:pt x="27910" y="452449"/>
                  </a:lnTo>
                  <a:lnTo>
                    <a:pt x="27848" y="450752"/>
                  </a:lnTo>
                  <a:lnTo>
                    <a:pt x="27444" y="446712"/>
                  </a:lnTo>
                  <a:lnTo>
                    <a:pt x="27072" y="444450"/>
                  </a:lnTo>
                  <a:lnTo>
                    <a:pt x="27444" y="442026"/>
                  </a:lnTo>
                  <a:lnTo>
                    <a:pt x="28034" y="439764"/>
                  </a:lnTo>
                  <a:lnTo>
                    <a:pt x="28500" y="438552"/>
                  </a:lnTo>
                  <a:lnTo>
                    <a:pt x="28422" y="436601"/>
                  </a:lnTo>
                  <a:lnTo>
                    <a:pt x="28624" y="434997"/>
                  </a:lnTo>
                  <a:lnTo>
                    <a:pt x="29505" y="433920"/>
                  </a:lnTo>
                  <a:lnTo>
                    <a:pt x="30331" y="431929"/>
                  </a:lnTo>
                  <a:lnTo>
                    <a:pt x="30921" y="431687"/>
                  </a:lnTo>
                  <a:lnTo>
                    <a:pt x="31636" y="431687"/>
                  </a:lnTo>
                  <a:lnTo>
                    <a:pt x="32101" y="431121"/>
                  </a:lnTo>
                  <a:lnTo>
                    <a:pt x="32288" y="429586"/>
                  </a:lnTo>
                  <a:lnTo>
                    <a:pt x="32412" y="427889"/>
                  </a:lnTo>
                  <a:lnTo>
                    <a:pt x="33548" y="425783"/>
                  </a:lnTo>
                  <a:lnTo>
                    <a:pt x="34212" y="423846"/>
                  </a:lnTo>
                  <a:lnTo>
                    <a:pt x="35423" y="423442"/>
                  </a:lnTo>
                  <a:lnTo>
                    <a:pt x="36013" y="421345"/>
                  </a:lnTo>
                  <a:lnTo>
                    <a:pt x="36026" y="418649"/>
                  </a:lnTo>
                  <a:lnTo>
                    <a:pt x="35889" y="415931"/>
                  </a:lnTo>
                  <a:lnTo>
                    <a:pt x="36293" y="412780"/>
                  </a:lnTo>
                  <a:lnTo>
                    <a:pt x="35843" y="407973"/>
                  </a:lnTo>
                  <a:lnTo>
                    <a:pt x="35889" y="405427"/>
                  </a:lnTo>
                  <a:lnTo>
                    <a:pt x="35423" y="403327"/>
                  </a:lnTo>
                  <a:lnTo>
                    <a:pt x="35516" y="401064"/>
                  </a:lnTo>
                  <a:lnTo>
                    <a:pt x="35268" y="399610"/>
                  </a:lnTo>
                  <a:lnTo>
                    <a:pt x="34565" y="399070"/>
                  </a:lnTo>
                  <a:lnTo>
                    <a:pt x="34305" y="397267"/>
                  </a:lnTo>
                  <a:lnTo>
                    <a:pt x="34647" y="396378"/>
                  </a:lnTo>
                  <a:lnTo>
                    <a:pt x="35311" y="395694"/>
                  </a:lnTo>
                  <a:lnTo>
                    <a:pt x="36145" y="394312"/>
                  </a:lnTo>
                  <a:lnTo>
                    <a:pt x="36770" y="387660"/>
                  </a:lnTo>
                  <a:lnTo>
                    <a:pt x="37065" y="385687"/>
                  </a:lnTo>
                  <a:lnTo>
                    <a:pt x="37353" y="383309"/>
                  </a:lnTo>
                  <a:lnTo>
                    <a:pt x="37317" y="382077"/>
                  </a:lnTo>
                  <a:lnTo>
                    <a:pt x="37717" y="380299"/>
                  </a:lnTo>
                  <a:lnTo>
                    <a:pt x="38217" y="377598"/>
                  </a:lnTo>
                  <a:lnTo>
                    <a:pt x="39006" y="374987"/>
                  </a:lnTo>
                  <a:lnTo>
                    <a:pt x="39457" y="373189"/>
                  </a:lnTo>
                  <a:lnTo>
                    <a:pt x="39894" y="370765"/>
                  </a:lnTo>
                  <a:lnTo>
                    <a:pt x="40018" y="369311"/>
                  </a:lnTo>
                  <a:lnTo>
                    <a:pt x="40577" y="368586"/>
                  </a:lnTo>
                  <a:lnTo>
                    <a:pt x="41219" y="368399"/>
                  </a:lnTo>
                  <a:lnTo>
                    <a:pt x="41975" y="367940"/>
                  </a:lnTo>
                  <a:lnTo>
                    <a:pt x="42285" y="367051"/>
                  </a:lnTo>
                  <a:lnTo>
                    <a:pt x="42229" y="365756"/>
                  </a:lnTo>
                  <a:lnTo>
                    <a:pt x="42182" y="362893"/>
                  </a:lnTo>
                  <a:lnTo>
                    <a:pt x="41955" y="358348"/>
                  </a:lnTo>
                  <a:lnTo>
                    <a:pt x="41810" y="352484"/>
                  </a:lnTo>
                  <a:lnTo>
                    <a:pt x="41943" y="348632"/>
                  </a:lnTo>
                  <a:lnTo>
                    <a:pt x="42440" y="344754"/>
                  </a:lnTo>
                  <a:lnTo>
                    <a:pt x="42906" y="342653"/>
                  </a:lnTo>
                  <a:lnTo>
                    <a:pt x="42782" y="341037"/>
                  </a:lnTo>
                  <a:lnTo>
                    <a:pt x="42658" y="339259"/>
                  </a:lnTo>
                  <a:lnTo>
                    <a:pt x="41788" y="338290"/>
                  </a:lnTo>
                  <a:lnTo>
                    <a:pt x="40961" y="339130"/>
                  </a:lnTo>
                  <a:lnTo>
                    <a:pt x="40385" y="338896"/>
                  </a:lnTo>
                  <a:lnTo>
                    <a:pt x="39646" y="336836"/>
                  </a:lnTo>
                  <a:lnTo>
                    <a:pt x="39429" y="334654"/>
                  </a:lnTo>
                  <a:lnTo>
                    <a:pt x="39553" y="331664"/>
                  </a:lnTo>
                  <a:lnTo>
                    <a:pt x="40131" y="329800"/>
                  </a:lnTo>
                  <a:lnTo>
                    <a:pt x="40360" y="327463"/>
                  </a:lnTo>
                  <a:lnTo>
                    <a:pt x="40018" y="326736"/>
                  </a:lnTo>
                  <a:lnTo>
                    <a:pt x="39291" y="325183"/>
                  </a:lnTo>
                  <a:lnTo>
                    <a:pt x="38600" y="319825"/>
                  </a:lnTo>
                  <a:lnTo>
                    <a:pt x="38683" y="315262"/>
                  </a:lnTo>
                  <a:lnTo>
                    <a:pt x="38000" y="314050"/>
                  </a:lnTo>
                  <a:lnTo>
                    <a:pt x="37682" y="310484"/>
                  </a:lnTo>
                  <a:lnTo>
                    <a:pt x="36976" y="309205"/>
                  </a:lnTo>
                  <a:lnTo>
                    <a:pt x="36696" y="306539"/>
                  </a:lnTo>
                  <a:lnTo>
                    <a:pt x="36479" y="303792"/>
                  </a:lnTo>
                  <a:lnTo>
                    <a:pt x="36572" y="302577"/>
                  </a:lnTo>
                  <a:lnTo>
                    <a:pt x="37306" y="302242"/>
                  </a:lnTo>
                  <a:lnTo>
                    <a:pt x="37721" y="300075"/>
                  </a:lnTo>
                  <a:lnTo>
                    <a:pt x="37410" y="298860"/>
                  </a:lnTo>
                  <a:lnTo>
                    <a:pt x="36851" y="297810"/>
                  </a:lnTo>
                  <a:lnTo>
                    <a:pt x="36137" y="297891"/>
                  </a:lnTo>
                  <a:lnTo>
                    <a:pt x="35498" y="296653"/>
                  </a:lnTo>
                  <a:lnTo>
                    <a:pt x="34641" y="291467"/>
                  </a:lnTo>
                  <a:lnTo>
                    <a:pt x="33964" y="288602"/>
                  </a:lnTo>
                  <a:lnTo>
                    <a:pt x="34178" y="284421"/>
                  </a:lnTo>
                  <a:lnTo>
                    <a:pt x="34311" y="281154"/>
                  </a:lnTo>
                  <a:lnTo>
                    <a:pt x="34602" y="278361"/>
                  </a:lnTo>
                  <a:lnTo>
                    <a:pt x="34710" y="276162"/>
                  </a:lnTo>
                  <a:lnTo>
                    <a:pt x="35237" y="275109"/>
                  </a:lnTo>
                  <a:lnTo>
                    <a:pt x="35734" y="275596"/>
                  </a:lnTo>
                  <a:lnTo>
                    <a:pt x="36199" y="275354"/>
                  </a:lnTo>
                  <a:lnTo>
                    <a:pt x="36629" y="273562"/>
                  </a:lnTo>
                  <a:lnTo>
                    <a:pt x="37100" y="272445"/>
                  </a:lnTo>
                  <a:lnTo>
                    <a:pt x="37069" y="271556"/>
                  </a:lnTo>
                  <a:lnTo>
                    <a:pt x="36789" y="270587"/>
                  </a:lnTo>
                  <a:lnTo>
                    <a:pt x="36656" y="268890"/>
                  </a:lnTo>
                  <a:lnTo>
                    <a:pt x="36985" y="266870"/>
                  </a:lnTo>
                  <a:lnTo>
                    <a:pt x="37551" y="262239"/>
                  </a:lnTo>
                  <a:lnTo>
                    <a:pt x="38407" y="257140"/>
                  </a:lnTo>
                  <a:lnTo>
                    <a:pt x="38777" y="255235"/>
                  </a:lnTo>
                  <a:lnTo>
                    <a:pt x="38683" y="253619"/>
                  </a:lnTo>
                  <a:lnTo>
                    <a:pt x="38870" y="252892"/>
                  </a:lnTo>
                  <a:lnTo>
                    <a:pt x="39451" y="253700"/>
                  </a:lnTo>
                  <a:lnTo>
                    <a:pt x="41105" y="252811"/>
                  </a:lnTo>
                  <a:lnTo>
                    <a:pt x="41664" y="250549"/>
                  </a:lnTo>
                  <a:lnTo>
                    <a:pt x="41881" y="248529"/>
                  </a:lnTo>
                  <a:lnTo>
                    <a:pt x="42378" y="247398"/>
                  </a:lnTo>
                  <a:lnTo>
                    <a:pt x="42161" y="245782"/>
                  </a:lnTo>
                  <a:lnTo>
                    <a:pt x="41478" y="245297"/>
                  </a:lnTo>
                  <a:lnTo>
                    <a:pt x="41064" y="244541"/>
                  </a:lnTo>
                  <a:lnTo>
                    <a:pt x="41229" y="242711"/>
                  </a:lnTo>
                  <a:lnTo>
                    <a:pt x="41471" y="238504"/>
                  </a:lnTo>
                  <a:lnTo>
                    <a:pt x="41431" y="235405"/>
                  </a:lnTo>
                  <a:lnTo>
                    <a:pt x="40807" y="228794"/>
                  </a:lnTo>
                  <a:lnTo>
                    <a:pt x="40305" y="222252"/>
                  </a:lnTo>
                  <a:lnTo>
                    <a:pt x="40660" y="220065"/>
                  </a:lnTo>
                  <a:lnTo>
                    <a:pt x="41741" y="217075"/>
                  </a:lnTo>
                  <a:lnTo>
                    <a:pt x="42564" y="215728"/>
                  </a:lnTo>
                  <a:lnTo>
                    <a:pt x="42712" y="214022"/>
                  </a:lnTo>
                  <a:lnTo>
                    <a:pt x="43526" y="206292"/>
                  </a:lnTo>
                  <a:lnTo>
                    <a:pt x="43620" y="202073"/>
                  </a:lnTo>
                  <a:lnTo>
                    <a:pt x="44154" y="199735"/>
                  </a:lnTo>
                  <a:lnTo>
                    <a:pt x="44505" y="195349"/>
                  </a:lnTo>
                  <a:lnTo>
                    <a:pt x="45979" y="191569"/>
                  </a:lnTo>
                  <a:lnTo>
                    <a:pt x="46414" y="189064"/>
                  </a:lnTo>
                  <a:lnTo>
                    <a:pt x="47004" y="188822"/>
                  </a:lnTo>
                  <a:lnTo>
                    <a:pt x="47314" y="188014"/>
                  </a:lnTo>
                  <a:lnTo>
                    <a:pt x="48096" y="185221"/>
                  </a:lnTo>
                  <a:lnTo>
                    <a:pt x="49112" y="182349"/>
                  </a:lnTo>
                  <a:lnTo>
                    <a:pt x="49984" y="180904"/>
                  </a:lnTo>
                  <a:lnTo>
                    <a:pt x="50202" y="178641"/>
                  </a:lnTo>
                  <a:lnTo>
                    <a:pt x="50619" y="175551"/>
                  </a:lnTo>
                  <a:lnTo>
                    <a:pt x="51486" y="170423"/>
                  </a:lnTo>
                  <a:lnTo>
                    <a:pt x="51972" y="166848"/>
                  </a:lnTo>
                  <a:lnTo>
                    <a:pt x="52624" y="165552"/>
                  </a:lnTo>
                  <a:lnTo>
                    <a:pt x="53383" y="160869"/>
                  </a:lnTo>
                  <a:lnTo>
                    <a:pt x="53710" y="158122"/>
                  </a:lnTo>
                  <a:lnTo>
                    <a:pt x="54579" y="156990"/>
                  </a:lnTo>
                  <a:lnTo>
                    <a:pt x="55262" y="156667"/>
                  </a:lnTo>
                  <a:lnTo>
                    <a:pt x="55915" y="157963"/>
                  </a:lnTo>
                  <a:lnTo>
                    <a:pt x="56597" y="157717"/>
                  </a:lnTo>
                  <a:lnTo>
                    <a:pt x="57219" y="156101"/>
                  </a:lnTo>
                  <a:lnTo>
                    <a:pt x="58717" y="155002"/>
                  </a:lnTo>
                  <a:lnTo>
                    <a:pt x="59392" y="154405"/>
                  </a:lnTo>
                  <a:lnTo>
                    <a:pt x="59702" y="152789"/>
                  </a:lnTo>
                  <a:lnTo>
                    <a:pt x="59702" y="149961"/>
                  </a:lnTo>
                  <a:lnTo>
                    <a:pt x="59081" y="147860"/>
                  </a:lnTo>
                  <a:lnTo>
                    <a:pt x="57812" y="143838"/>
                  </a:lnTo>
                  <a:lnTo>
                    <a:pt x="56721" y="139347"/>
                  </a:lnTo>
                  <a:lnTo>
                    <a:pt x="56603" y="137931"/>
                  </a:lnTo>
                  <a:lnTo>
                    <a:pt x="56596" y="136384"/>
                  </a:lnTo>
                  <a:lnTo>
                    <a:pt x="56782" y="134430"/>
                  </a:lnTo>
                  <a:lnTo>
                    <a:pt x="57304" y="132214"/>
                  </a:lnTo>
                  <a:lnTo>
                    <a:pt x="58614" y="128572"/>
                  </a:lnTo>
                  <a:lnTo>
                    <a:pt x="58474" y="125964"/>
                  </a:lnTo>
                  <a:lnTo>
                    <a:pt x="57520" y="116378"/>
                  </a:lnTo>
                  <a:lnTo>
                    <a:pt x="57167" y="113734"/>
                  </a:lnTo>
                  <a:lnTo>
                    <a:pt x="56504" y="108832"/>
                  </a:lnTo>
                  <a:lnTo>
                    <a:pt x="56597" y="106893"/>
                  </a:lnTo>
                  <a:lnTo>
                    <a:pt x="57179" y="101476"/>
                  </a:lnTo>
                  <a:lnTo>
                    <a:pt x="57684" y="99298"/>
                  </a:lnTo>
                  <a:lnTo>
                    <a:pt x="58430" y="98894"/>
                  </a:lnTo>
                  <a:lnTo>
                    <a:pt x="58833" y="98166"/>
                  </a:lnTo>
                  <a:lnTo>
                    <a:pt x="58957" y="97197"/>
                  </a:lnTo>
                  <a:lnTo>
                    <a:pt x="58460" y="95988"/>
                  </a:lnTo>
                  <a:lnTo>
                    <a:pt x="58243" y="94450"/>
                  </a:lnTo>
                  <a:lnTo>
                    <a:pt x="58025" y="92271"/>
                  </a:lnTo>
                  <a:lnTo>
                    <a:pt x="57336" y="91503"/>
                  </a:lnTo>
                  <a:lnTo>
                    <a:pt x="56939" y="89685"/>
                  </a:lnTo>
                  <a:lnTo>
                    <a:pt x="56939" y="87016"/>
                  </a:lnTo>
                  <a:lnTo>
                    <a:pt x="57560" y="83542"/>
                  </a:lnTo>
                  <a:lnTo>
                    <a:pt x="58243" y="82572"/>
                  </a:lnTo>
                  <a:lnTo>
                    <a:pt x="58522" y="81040"/>
                  </a:lnTo>
                  <a:lnTo>
                    <a:pt x="59254" y="79626"/>
                  </a:lnTo>
                  <a:lnTo>
                    <a:pt x="59919" y="78535"/>
                  </a:lnTo>
                  <a:lnTo>
                    <a:pt x="60478" y="76515"/>
                  </a:lnTo>
                  <a:lnTo>
                    <a:pt x="62783" y="74042"/>
                  </a:lnTo>
                  <a:lnTo>
                    <a:pt x="64612" y="72123"/>
                  </a:lnTo>
                  <a:lnTo>
                    <a:pt x="68183" y="68447"/>
                  </a:lnTo>
                  <a:lnTo>
                    <a:pt x="70631" y="65931"/>
                  </a:lnTo>
                  <a:lnTo>
                    <a:pt x="70865" y="64188"/>
                  </a:lnTo>
                  <a:lnTo>
                    <a:pt x="71052" y="63002"/>
                  </a:lnTo>
                  <a:lnTo>
                    <a:pt x="72188" y="54117"/>
                  </a:lnTo>
                  <a:lnTo>
                    <a:pt x="73657" y="42626"/>
                  </a:lnTo>
                  <a:lnTo>
                    <a:pt x="74576" y="35424"/>
                  </a:lnTo>
                  <a:lnTo>
                    <a:pt x="72463" y="30114"/>
                  </a:lnTo>
                  <a:lnTo>
                    <a:pt x="72837" y="28700"/>
                  </a:lnTo>
                  <a:lnTo>
                    <a:pt x="74047" y="25067"/>
                  </a:lnTo>
                  <a:lnTo>
                    <a:pt x="74295" y="22153"/>
                  </a:lnTo>
                  <a:lnTo>
                    <a:pt x="74777" y="20900"/>
                  </a:lnTo>
                  <a:lnTo>
                    <a:pt x="76944" y="17940"/>
                  </a:lnTo>
                  <a:lnTo>
                    <a:pt x="77316" y="15972"/>
                  </a:lnTo>
                  <a:lnTo>
                    <a:pt x="77508" y="13793"/>
                  </a:lnTo>
                  <a:lnTo>
                    <a:pt x="77949" y="12226"/>
                  </a:lnTo>
                  <a:lnTo>
                    <a:pt x="78775" y="11903"/>
                  </a:lnTo>
                  <a:lnTo>
                    <a:pt x="80274" y="10515"/>
                  </a:lnTo>
                  <a:lnTo>
                    <a:pt x="81885" y="9196"/>
                  </a:lnTo>
                  <a:lnTo>
                    <a:pt x="82370" y="7404"/>
                  </a:lnTo>
                  <a:lnTo>
                    <a:pt x="82828" y="4282"/>
                  </a:lnTo>
                  <a:lnTo>
                    <a:pt x="83220" y="825"/>
                  </a:lnTo>
                  <a:lnTo>
                    <a:pt x="83531" y="0"/>
                  </a:lnTo>
                  <a:lnTo>
                    <a:pt x="84048" y="92"/>
                  </a:lnTo>
                  <a:lnTo>
                    <a:pt x="84912" y="960"/>
                  </a:lnTo>
                  <a:lnTo>
                    <a:pt x="85366" y="2273"/>
                  </a:lnTo>
                  <a:lnTo>
                    <a:pt x="87619" y="6417"/>
                  </a:lnTo>
                  <a:lnTo>
                    <a:pt x="88631" y="8778"/>
                  </a:lnTo>
                  <a:lnTo>
                    <a:pt x="89595" y="9092"/>
                  </a:lnTo>
                  <a:lnTo>
                    <a:pt x="91496" y="8628"/>
                  </a:lnTo>
                  <a:lnTo>
                    <a:pt x="91881" y="8734"/>
                  </a:lnTo>
                  <a:lnTo>
                    <a:pt x="96730" y="8870"/>
                  </a:lnTo>
                  <a:lnTo>
                    <a:pt x="97471" y="9075"/>
                  </a:lnTo>
                  <a:lnTo>
                    <a:pt x="99169" y="10088"/>
                  </a:lnTo>
                  <a:lnTo>
                    <a:pt x="100128" y="10896"/>
                  </a:lnTo>
                  <a:lnTo>
                    <a:pt x="100792" y="11317"/>
                  </a:lnTo>
                  <a:lnTo>
                    <a:pt x="101866" y="12595"/>
                  </a:lnTo>
                  <a:lnTo>
                    <a:pt x="102796" y="16814"/>
                  </a:lnTo>
                  <a:lnTo>
                    <a:pt x="103317" y="20176"/>
                  </a:lnTo>
                  <a:lnTo>
                    <a:pt x="103683" y="23131"/>
                  </a:lnTo>
                  <a:lnTo>
                    <a:pt x="104496" y="28322"/>
                  </a:lnTo>
                  <a:lnTo>
                    <a:pt x="105048" y="30290"/>
                  </a:lnTo>
                  <a:lnTo>
                    <a:pt x="105246" y="29335"/>
                  </a:lnTo>
                  <a:lnTo>
                    <a:pt x="105717" y="23662"/>
                  </a:lnTo>
                  <a:lnTo>
                    <a:pt x="106368" y="20352"/>
                  </a:lnTo>
                  <a:lnTo>
                    <a:pt x="107245" y="16644"/>
                  </a:lnTo>
                  <a:lnTo>
                    <a:pt x="109014" y="7978"/>
                  </a:lnTo>
                  <a:lnTo>
                    <a:pt x="109632" y="6680"/>
                  </a:lnTo>
                  <a:lnTo>
                    <a:pt x="110320" y="6048"/>
                  </a:lnTo>
                  <a:lnTo>
                    <a:pt x="110802" y="5996"/>
                  </a:lnTo>
                  <a:lnTo>
                    <a:pt x="111291" y="6639"/>
                  </a:lnTo>
                  <a:lnTo>
                    <a:pt x="111957" y="6648"/>
                  </a:lnTo>
                  <a:lnTo>
                    <a:pt x="112429" y="5961"/>
                  </a:lnTo>
                  <a:lnTo>
                    <a:pt x="117064" y="5852"/>
                  </a:lnTo>
                  <a:lnTo>
                    <a:pt x="121980" y="5808"/>
                  </a:lnTo>
                  <a:lnTo>
                    <a:pt x="122198" y="7300"/>
                  </a:lnTo>
                  <a:lnTo>
                    <a:pt x="122998" y="10558"/>
                  </a:lnTo>
                  <a:lnTo>
                    <a:pt x="123899" y="122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685044" y="2432463"/>
              <a:ext cx="948" cy="1929"/>
            </a:xfrm>
            <a:custGeom>
              <a:avLst/>
              <a:pathLst>
                <a:path w="948" h="1929">
                  <a:moveTo>
                    <a:pt x="835" y="1441"/>
                  </a:moveTo>
                  <a:lnTo>
                    <a:pt x="403" y="1929"/>
                  </a:lnTo>
                  <a:lnTo>
                    <a:pt x="0" y="1709"/>
                  </a:lnTo>
                  <a:lnTo>
                    <a:pt x="0" y="487"/>
                  </a:lnTo>
                  <a:lnTo>
                    <a:pt x="291" y="0"/>
                  </a:lnTo>
                  <a:lnTo>
                    <a:pt x="628" y="24"/>
                  </a:lnTo>
                  <a:lnTo>
                    <a:pt x="948" y="4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661886" y="2413961"/>
              <a:ext cx="35716" cy="71565"/>
            </a:xfrm>
            <a:custGeom>
              <a:avLst/>
              <a:pathLst>
                <a:path w="35716" h="71565">
                  <a:moveTo>
                    <a:pt x="34647" y="70453"/>
                  </a:moveTo>
                  <a:lnTo>
                    <a:pt x="32684" y="70277"/>
                  </a:lnTo>
                  <a:lnTo>
                    <a:pt x="31007" y="71565"/>
                  </a:lnTo>
                  <a:lnTo>
                    <a:pt x="30375" y="71307"/>
                  </a:lnTo>
                  <a:lnTo>
                    <a:pt x="29955" y="69029"/>
                  </a:lnTo>
                  <a:lnTo>
                    <a:pt x="29597" y="67177"/>
                  </a:lnTo>
                  <a:lnTo>
                    <a:pt x="28529" y="62432"/>
                  </a:lnTo>
                  <a:lnTo>
                    <a:pt x="28820" y="60488"/>
                  </a:lnTo>
                  <a:lnTo>
                    <a:pt x="28224" y="59365"/>
                  </a:lnTo>
                  <a:lnTo>
                    <a:pt x="26789" y="57347"/>
                  </a:lnTo>
                  <a:lnTo>
                    <a:pt x="26422" y="56512"/>
                  </a:lnTo>
                  <a:lnTo>
                    <a:pt x="26625" y="55366"/>
                  </a:lnTo>
                  <a:lnTo>
                    <a:pt x="26765" y="53272"/>
                  </a:lnTo>
                  <a:lnTo>
                    <a:pt x="26628" y="51573"/>
                  </a:lnTo>
                  <a:lnTo>
                    <a:pt x="26242" y="51061"/>
                  </a:lnTo>
                  <a:lnTo>
                    <a:pt x="25526" y="51028"/>
                  </a:lnTo>
                  <a:lnTo>
                    <a:pt x="24656" y="51449"/>
                  </a:lnTo>
                  <a:lnTo>
                    <a:pt x="22908" y="53084"/>
                  </a:lnTo>
                  <a:lnTo>
                    <a:pt x="21694" y="52038"/>
                  </a:lnTo>
                  <a:lnTo>
                    <a:pt x="20994" y="50983"/>
                  </a:lnTo>
                  <a:lnTo>
                    <a:pt x="20588" y="50100"/>
                  </a:lnTo>
                  <a:lnTo>
                    <a:pt x="19680" y="50834"/>
                  </a:lnTo>
                  <a:lnTo>
                    <a:pt x="19456" y="50478"/>
                  </a:lnTo>
                  <a:lnTo>
                    <a:pt x="19408" y="48294"/>
                  </a:lnTo>
                  <a:lnTo>
                    <a:pt x="19135" y="47119"/>
                  </a:lnTo>
                  <a:lnTo>
                    <a:pt x="18589" y="45746"/>
                  </a:lnTo>
                  <a:lnTo>
                    <a:pt x="18080" y="45086"/>
                  </a:lnTo>
                  <a:lnTo>
                    <a:pt x="16212" y="46445"/>
                  </a:lnTo>
                  <a:lnTo>
                    <a:pt x="15089" y="46907"/>
                  </a:lnTo>
                  <a:lnTo>
                    <a:pt x="14697" y="45637"/>
                  </a:lnTo>
                  <a:lnTo>
                    <a:pt x="12729" y="41468"/>
                  </a:lnTo>
                  <a:lnTo>
                    <a:pt x="10903" y="38272"/>
                  </a:lnTo>
                  <a:lnTo>
                    <a:pt x="9649" y="36953"/>
                  </a:lnTo>
                  <a:lnTo>
                    <a:pt x="8386" y="37090"/>
                  </a:lnTo>
                  <a:lnTo>
                    <a:pt x="6426" y="37729"/>
                  </a:lnTo>
                  <a:lnTo>
                    <a:pt x="5706" y="37462"/>
                  </a:lnTo>
                  <a:lnTo>
                    <a:pt x="3999" y="36070"/>
                  </a:lnTo>
                  <a:lnTo>
                    <a:pt x="2574" y="34412"/>
                  </a:lnTo>
                  <a:lnTo>
                    <a:pt x="2768" y="33724"/>
                  </a:lnTo>
                  <a:lnTo>
                    <a:pt x="3070" y="33226"/>
                  </a:lnTo>
                  <a:lnTo>
                    <a:pt x="2710" y="31075"/>
                  </a:lnTo>
                  <a:lnTo>
                    <a:pt x="1918" y="27609"/>
                  </a:lnTo>
                  <a:lnTo>
                    <a:pt x="2002" y="26524"/>
                  </a:lnTo>
                  <a:lnTo>
                    <a:pt x="1752" y="25025"/>
                  </a:lnTo>
                  <a:lnTo>
                    <a:pt x="1474" y="23893"/>
                  </a:lnTo>
                  <a:lnTo>
                    <a:pt x="2593" y="21183"/>
                  </a:lnTo>
                  <a:lnTo>
                    <a:pt x="3105" y="19006"/>
                  </a:lnTo>
                  <a:lnTo>
                    <a:pt x="3215" y="16885"/>
                  </a:lnTo>
                  <a:lnTo>
                    <a:pt x="2918" y="14680"/>
                  </a:lnTo>
                  <a:lnTo>
                    <a:pt x="2182" y="10695"/>
                  </a:lnTo>
                  <a:lnTo>
                    <a:pt x="1728" y="9537"/>
                  </a:lnTo>
                  <a:lnTo>
                    <a:pt x="886" y="8454"/>
                  </a:lnTo>
                  <a:lnTo>
                    <a:pt x="179" y="6686"/>
                  </a:lnTo>
                  <a:lnTo>
                    <a:pt x="0" y="5432"/>
                  </a:lnTo>
                  <a:lnTo>
                    <a:pt x="596" y="5184"/>
                  </a:lnTo>
                  <a:lnTo>
                    <a:pt x="2334" y="5150"/>
                  </a:lnTo>
                  <a:lnTo>
                    <a:pt x="4016" y="4723"/>
                  </a:lnTo>
                  <a:lnTo>
                    <a:pt x="5333" y="3900"/>
                  </a:lnTo>
                  <a:lnTo>
                    <a:pt x="7242" y="3204"/>
                  </a:lnTo>
                  <a:lnTo>
                    <a:pt x="8028" y="2588"/>
                  </a:lnTo>
                  <a:lnTo>
                    <a:pt x="8946" y="2294"/>
                  </a:lnTo>
                  <a:lnTo>
                    <a:pt x="11736" y="2953"/>
                  </a:lnTo>
                  <a:lnTo>
                    <a:pt x="12779" y="2445"/>
                  </a:lnTo>
                  <a:lnTo>
                    <a:pt x="15919" y="2351"/>
                  </a:lnTo>
                  <a:lnTo>
                    <a:pt x="16000" y="2091"/>
                  </a:lnTo>
                  <a:lnTo>
                    <a:pt x="15573" y="1252"/>
                  </a:lnTo>
                  <a:lnTo>
                    <a:pt x="15578" y="933"/>
                  </a:lnTo>
                  <a:lnTo>
                    <a:pt x="17446" y="398"/>
                  </a:lnTo>
                  <a:lnTo>
                    <a:pt x="17736" y="0"/>
                  </a:lnTo>
                  <a:lnTo>
                    <a:pt x="17981" y="1337"/>
                  </a:lnTo>
                  <a:lnTo>
                    <a:pt x="18683" y="2822"/>
                  </a:lnTo>
                  <a:lnTo>
                    <a:pt x="19450" y="3422"/>
                  </a:lnTo>
                  <a:lnTo>
                    <a:pt x="19862" y="4241"/>
                  </a:lnTo>
                  <a:lnTo>
                    <a:pt x="19880" y="4863"/>
                  </a:lnTo>
                  <a:lnTo>
                    <a:pt x="18523" y="5618"/>
                  </a:lnTo>
                  <a:lnTo>
                    <a:pt x="18431" y="5993"/>
                  </a:lnTo>
                  <a:lnTo>
                    <a:pt x="18521" y="6364"/>
                  </a:lnTo>
                  <a:lnTo>
                    <a:pt x="18924" y="6548"/>
                  </a:lnTo>
                  <a:lnTo>
                    <a:pt x="20825" y="8413"/>
                  </a:lnTo>
                  <a:lnTo>
                    <a:pt x="21910" y="8453"/>
                  </a:lnTo>
                  <a:lnTo>
                    <a:pt x="22480" y="9020"/>
                  </a:lnTo>
                  <a:lnTo>
                    <a:pt x="22765" y="10134"/>
                  </a:lnTo>
                  <a:lnTo>
                    <a:pt x="23671" y="11649"/>
                  </a:lnTo>
                  <a:lnTo>
                    <a:pt x="24392" y="13121"/>
                  </a:lnTo>
                  <a:lnTo>
                    <a:pt x="24436" y="13628"/>
                  </a:lnTo>
                  <a:lnTo>
                    <a:pt x="24300" y="14374"/>
                  </a:lnTo>
                  <a:lnTo>
                    <a:pt x="22278" y="17251"/>
                  </a:lnTo>
                  <a:lnTo>
                    <a:pt x="22023" y="18243"/>
                  </a:lnTo>
                  <a:lnTo>
                    <a:pt x="21992" y="19292"/>
                  </a:lnTo>
                  <a:lnTo>
                    <a:pt x="22880" y="22415"/>
                  </a:lnTo>
                  <a:lnTo>
                    <a:pt x="24188" y="25829"/>
                  </a:lnTo>
                  <a:lnTo>
                    <a:pt x="26075" y="28422"/>
                  </a:lnTo>
                  <a:lnTo>
                    <a:pt x="28674" y="31238"/>
                  </a:lnTo>
                  <a:lnTo>
                    <a:pt x="28708" y="32981"/>
                  </a:lnTo>
                  <a:lnTo>
                    <a:pt x="28295" y="35053"/>
                  </a:lnTo>
                  <a:lnTo>
                    <a:pt x="27941" y="36460"/>
                  </a:lnTo>
                  <a:lnTo>
                    <a:pt x="27780" y="37412"/>
                  </a:lnTo>
                  <a:lnTo>
                    <a:pt x="27464" y="37813"/>
                  </a:lnTo>
                  <a:lnTo>
                    <a:pt x="24876" y="37726"/>
                  </a:lnTo>
                  <a:lnTo>
                    <a:pt x="24488" y="38063"/>
                  </a:lnTo>
                  <a:lnTo>
                    <a:pt x="24317" y="38471"/>
                  </a:lnTo>
                  <a:lnTo>
                    <a:pt x="24304" y="38810"/>
                  </a:lnTo>
                  <a:lnTo>
                    <a:pt x="25235" y="39441"/>
                  </a:lnTo>
                  <a:lnTo>
                    <a:pt x="26687" y="41660"/>
                  </a:lnTo>
                  <a:lnTo>
                    <a:pt x="27522" y="43809"/>
                  </a:lnTo>
                  <a:lnTo>
                    <a:pt x="28394" y="44749"/>
                  </a:lnTo>
                  <a:lnTo>
                    <a:pt x="29370" y="46463"/>
                  </a:lnTo>
                  <a:lnTo>
                    <a:pt x="30152" y="48061"/>
                  </a:lnTo>
                  <a:lnTo>
                    <a:pt x="31370" y="50129"/>
                  </a:lnTo>
                  <a:lnTo>
                    <a:pt x="32729" y="49451"/>
                  </a:lnTo>
                  <a:lnTo>
                    <a:pt x="34543" y="51290"/>
                  </a:lnTo>
                  <a:lnTo>
                    <a:pt x="34618" y="52541"/>
                  </a:lnTo>
                  <a:lnTo>
                    <a:pt x="34505" y="53657"/>
                  </a:lnTo>
                  <a:lnTo>
                    <a:pt x="33364" y="54875"/>
                  </a:lnTo>
                  <a:lnTo>
                    <a:pt x="33222" y="55379"/>
                  </a:lnTo>
                  <a:lnTo>
                    <a:pt x="33223" y="55802"/>
                  </a:lnTo>
                  <a:lnTo>
                    <a:pt x="33373" y="56400"/>
                  </a:lnTo>
                  <a:lnTo>
                    <a:pt x="34041" y="57397"/>
                  </a:lnTo>
                  <a:lnTo>
                    <a:pt x="34829" y="58874"/>
                  </a:lnTo>
                  <a:lnTo>
                    <a:pt x="35716" y="61086"/>
                  </a:lnTo>
                  <a:lnTo>
                    <a:pt x="35321" y="61744"/>
                  </a:lnTo>
                  <a:lnTo>
                    <a:pt x="34494" y="61839"/>
                  </a:lnTo>
                  <a:lnTo>
                    <a:pt x="33849" y="61568"/>
                  </a:lnTo>
                  <a:lnTo>
                    <a:pt x="33621" y="62016"/>
                  </a:lnTo>
                  <a:lnTo>
                    <a:pt x="33634" y="62741"/>
                  </a:lnTo>
                  <a:lnTo>
                    <a:pt x="34474" y="64419"/>
                  </a:lnTo>
                  <a:lnTo>
                    <a:pt x="34638" y="65644"/>
                  </a:lnTo>
                  <a:lnTo>
                    <a:pt x="34603" y="677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679140" y="2420030"/>
              <a:ext cx="792" cy="2061"/>
            </a:xfrm>
            <a:custGeom>
              <a:avLst/>
              <a:pathLst>
                <a:path w="792" h="2061">
                  <a:moveTo>
                    <a:pt x="115" y="1724"/>
                  </a:moveTo>
                  <a:lnTo>
                    <a:pt x="490" y="2061"/>
                  </a:lnTo>
                  <a:lnTo>
                    <a:pt x="735" y="1724"/>
                  </a:lnTo>
                  <a:lnTo>
                    <a:pt x="792" y="937"/>
                  </a:lnTo>
                  <a:lnTo>
                    <a:pt x="706" y="224"/>
                  </a:lnTo>
                  <a:lnTo>
                    <a:pt x="402" y="0"/>
                  </a:lnTo>
                  <a:lnTo>
                    <a:pt x="28" y="187"/>
                  </a:lnTo>
                  <a:lnTo>
                    <a:pt x="0" y="9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228867" y="4055363"/>
              <a:ext cx="2866" cy="3024"/>
            </a:xfrm>
            <a:custGeom>
              <a:avLst/>
              <a:pathLst>
                <a:path w="2866" h="3024">
                  <a:moveTo>
                    <a:pt x="1070" y="2770"/>
                  </a:moveTo>
                  <a:lnTo>
                    <a:pt x="582" y="3024"/>
                  </a:lnTo>
                  <a:lnTo>
                    <a:pt x="0" y="1615"/>
                  </a:lnTo>
                  <a:lnTo>
                    <a:pt x="1131" y="548"/>
                  </a:lnTo>
                  <a:lnTo>
                    <a:pt x="1491" y="0"/>
                  </a:lnTo>
                  <a:lnTo>
                    <a:pt x="2866" y="277"/>
                  </a:lnTo>
                  <a:lnTo>
                    <a:pt x="2044" y="7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1308634" y="6081992"/>
              <a:ext cx="24536" cy="8838"/>
            </a:xfrm>
            <a:custGeom>
              <a:avLst/>
              <a:pathLst>
                <a:path w="24536" h="8838">
                  <a:moveTo>
                    <a:pt x="20464" y="8157"/>
                  </a:moveTo>
                  <a:lnTo>
                    <a:pt x="16931" y="8838"/>
                  </a:lnTo>
                  <a:lnTo>
                    <a:pt x="8509" y="7508"/>
                  </a:lnTo>
                  <a:lnTo>
                    <a:pt x="6288" y="6412"/>
                  </a:lnTo>
                  <a:lnTo>
                    <a:pt x="5082" y="5286"/>
                  </a:lnTo>
                  <a:lnTo>
                    <a:pt x="2768" y="4285"/>
                  </a:lnTo>
                  <a:lnTo>
                    <a:pt x="2205" y="3719"/>
                  </a:lnTo>
                  <a:lnTo>
                    <a:pt x="2200" y="2501"/>
                  </a:lnTo>
                  <a:lnTo>
                    <a:pt x="1835" y="1760"/>
                  </a:lnTo>
                  <a:lnTo>
                    <a:pt x="1044" y="1082"/>
                  </a:lnTo>
                  <a:lnTo>
                    <a:pt x="688" y="418"/>
                  </a:lnTo>
                  <a:lnTo>
                    <a:pt x="0" y="0"/>
                  </a:lnTo>
                  <a:lnTo>
                    <a:pt x="11326" y="655"/>
                  </a:lnTo>
                  <a:lnTo>
                    <a:pt x="15731" y="1670"/>
                  </a:lnTo>
                  <a:lnTo>
                    <a:pt x="16535" y="2366"/>
                  </a:lnTo>
                  <a:lnTo>
                    <a:pt x="24536" y="5445"/>
                  </a:lnTo>
                  <a:lnTo>
                    <a:pt x="22344" y="590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1363222" y="6050570"/>
              <a:ext cx="13106" cy="9831"/>
            </a:xfrm>
            <a:custGeom>
              <a:avLst/>
              <a:pathLst>
                <a:path w="13106" h="9831">
                  <a:moveTo>
                    <a:pt x="11369" y="9623"/>
                  </a:moveTo>
                  <a:lnTo>
                    <a:pt x="10361" y="9831"/>
                  </a:lnTo>
                  <a:lnTo>
                    <a:pt x="9477" y="8250"/>
                  </a:lnTo>
                  <a:lnTo>
                    <a:pt x="5035" y="5009"/>
                  </a:lnTo>
                  <a:lnTo>
                    <a:pt x="2447" y="2842"/>
                  </a:lnTo>
                  <a:lnTo>
                    <a:pt x="708" y="1162"/>
                  </a:lnTo>
                  <a:lnTo>
                    <a:pt x="0" y="0"/>
                  </a:lnTo>
                  <a:lnTo>
                    <a:pt x="851" y="14"/>
                  </a:lnTo>
                  <a:lnTo>
                    <a:pt x="7290" y="3581"/>
                  </a:lnTo>
                  <a:lnTo>
                    <a:pt x="8265" y="4963"/>
                  </a:lnTo>
                  <a:lnTo>
                    <a:pt x="13106" y="743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306871" y="6035859"/>
              <a:ext cx="39563" cy="9349"/>
            </a:xfrm>
            <a:custGeom>
              <a:avLst/>
              <a:pathLst>
                <a:path w="39563" h="9349">
                  <a:moveTo>
                    <a:pt x="39563" y="9101"/>
                  </a:moveTo>
                  <a:lnTo>
                    <a:pt x="38383" y="9349"/>
                  </a:lnTo>
                  <a:lnTo>
                    <a:pt x="7927" y="5938"/>
                  </a:lnTo>
                  <a:lnTo>
                    <a:pt x="2102" y="4827"/>
                  </a:lnTo>
                  <a:lnTo>
                    <a:pt x="693" y="4201"/>
                  </a:lnTo>
                  <a:lnTo>
                    <a:pt x="135" y="3624"/>
                  </a:lnTo>
                  <a:lnTo>
                    <a:pt x="0" y="3234"/>
                  </a:lnTo>
                  <a:lnTo>
                    <a:pt x="240" y="2089"/>
                  </a:lnTo>
                  <a:lnTo>
                    <a:pt x="933" y="1258"/>
                  </a:lnTo>
                  <a:lnTo>
                    <a:pt x="8523" y="0"/>
                  </a:lnTo>
                  <a:lnTo>
                    <a:pt x="16973" y="940"/>
                  </a:lnTo>
                  <a:lnTo>
                    <a:pt x="27169" y="3405"/>
                  </a:lnTo>
                  <a:lnTo>
                    <a:pt x="34217" y="5379"/>
                  </a:lnTo>
                  <a:lnTo>
                    <a:pt x="37862" y="7110"/>
                  </a:lnTo>
                  <a:lnTo>
                    <a:pt x="39355" y="84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1399986" y="5991065"/>
              <a:ext cx="20674" cy="7993"/>
            </a:xfrm>
            <a:custGeom>
              <a:avLst/>
              <a:pathLst>
                <a:path w="20674" h="7993">
                  <a:moveTo>
                    <a:pt x="20674" y="7912"/>
                  </a:moveTo>
                  <a:lnTo>
                    <a:pt x="18590" y="7993"/>
                  </a:lnTo>
                  <a:lnTo>
                    <a:pt x="15924" y="7699"/>
                  </a:lnTo>
                  <a:lnTo>
                    <a:pt x="13873" y="6942"/>
                  </a:lnTo>
                  <a:lnTo>
                    <a:pt x="9192" y="5932"/>
                  </a:lnTo>
                  <a:lnTo>
                    <a:pt x="8021" y="3967"/>
                  </a:lnTo>
                  <a:lnTo>
                    <a:pt x="2564" y="2392"/>
                  </a:lnTo>
                  <a:lnTo>
                    <a:pt x="0" y="1893"/>
                  </a:lnTo>
                  <a:lnTo>
                    <a:pt x="873" y="0"/>
                  </a:lnTo>
                  <a:lnTo>
                    <a:pt x="6687" y="2516"/>
                  </a:lnTo>
                  <a:lnTo>
                    <a:pt x="13808" y="5023"/>
                  </a:lnTo>
                  <a:lnTo>
                    <a:pt x="19596" y="656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2410395" y="5990341"/>
              <a:ext cx="84592" cy="35669"/>
            </a:xfrm>
            <a:custGeom>
              <a:avLst/>
              <a:pathLst>
                <a:path w="84592" h="35669">
                  <a:moveTo>
                    <a:pt x="79910" y="17821"/>
                  </a:moveTo>
                  <a:lnTo>
                    <a:pt x="79458" y="24144"/>
                  </a:lnTo>
                  <a:lnTo>
                    <a:pt x="79485" y="27052"/>
                  </a:lnTo>
                  <a:lnTo>
                    <a:pt x="78871" y="29320"/>
                  </a:lnTo>
                  <a:lnTo>
                    <a:pt x="77725" y="30532"/>
                  </a:lnTo>
                  <a:lnTo>
                    <a:pt x="75473" y="32495"/>
                  </a:lnTo>
                  <a:lnTo>
                    <a:pt x="73843" y="33695"/>
                  </a:lnTo>
                  <a:lnTo>
                    <a:pt x="70271" y="35669"/>
                  </a:lnTo>
                  <a:lnTo>
                    <a:pt x="53913" y="33923"/>
                  </a:lnTo>
                  <a:lnTo>
                    <a:pt x="46564" y="32304"/>
                  </a:lnTo>
                  <a:lnTo>
                    <a:pt x="43500" y="30281"/>
                  </a:lnTo>
                  <a:lnTo>
                    <a:pt x="42981" y="29358"/>
                  </a:lnTo>
                  <a:lnTo>
                    <a:pt x="42056" y="26192"/>
                  </a:lnTo>
                  <a:lnTo>
                    <a:pt x="41187" y="25229"/>
                  </a:lnTo>
                  <a:lnTo>
                    <a:pt x="34704" y="25884"/>
                  </a:lnTo>
                  <a:lnTo>
                    <a:pt x="30729" y="26871"/>
                  </a:lnTo>
                  <a:lnTo>
                    <a:pt x="30031" y="27387"/>
                  </a:lnTo>
                  <a:lnTo>
                    <a:pt x="28970" y="29341"/>
                  </a:lnTo>
                  <a:lnTo>
                    <a:pt x="28421" y="29771"/>
                  </a:lnTo>
                  <a:lnTo>
                    <a:pt x="17808" y="25601"/>
                  </a:lnTo>
                  <a:lnTo>
                    <a:pt x="6670" y="20713"/>
                  </a:lnTo>
                  <a:lnTo>
                    <a:pt x="2040" y="18219"/>
                  </a:lnTo>
                  <a:lnTo>
                    <a:pt x="426" y="17065"/>
                  </a:lnTo>
                  <a:lnTo>
                    <a:pt x="0" y="16335"/>
                  </a:lnTo>
                  <a:lnTo>
                    <a:pt x="1022" y="15348"/>
                  </a:lnTo>
                  <a:lnTo>
                    <a:pt x="2074" y="14702"/>
                  </a:lnTo>
                  <a:lnTo>
                    <a:pt x="3275" y="14283"/>
                  </a:lnTo>
                  <a:lnTo>
                    <a:pt x="4476" y="14220"/>
                  </a:lnTo>
                  <a:lnTo>
                    <a:pt x="5397" y="14589"/>
                  </a:lnTo>
                  <a:lnTo>
                    <a:pt x="6288" y="15282"/>
                  </a:lnTo>
                  <a:lnTo>
                    <a:pt x="6853" y="17882"/>
                  </a:lnTo>
                  <a:lnTo>
                    <a:pt x="7445" y="18326"/>
                  </a:lnTo>
                  <a:lnTo>
                    <a:pt x="8982" y="19013"/>
                  </a:lnTo>
                  <a:lnTo>
                    <a:pt x="48287" y="18684"/>
                  </a:lnTo>
                  <a:lnTo>
                    <a:pt x="51545" y="18545"/>
                  </a:lnTo>
                  <a:lnTo>
                    <a:pt x="58342" y="17821"/>
                  </a:lnTo>
                  <a:lnTo>
                    <a:pt x="61981" y="16710"/>
                  </a:lnTo>
                  <a:lnTo>
                    <a:pt x="63331" y="15236"/>
                  </a:lnTo>
                  <a:lnTo>
                    <a:pt x="60029" y="14858"/>
                  </a:lnTo>
                  <a:lnTo>
                    <a:pt x="58749" y="13735"/>
                  </a:lnTo>
                  <a:lnTo>
                    <a:pt x="57649" y="11623"/>
                  </a:lnTo>
                  <a:lnTo>
                    <a:pt x="57393" y="9701"/>
                  </a:lnTo>
                  <a:lnTo>
                    <a:pt x="57764" y="8235"/>
                  </a:lnTo>
                  <a:lnTo>
                    <a:pt x="62100" y="7528"/>
                  </a:lnTo>
                  <a:lnTo>
                    <a:pt x="62737" y="7011"/>
                  </a:lnTo>
                  <a:lnTo>
                    <a:pt x="61602" y="6192"/>
                  </a:lnTo>
                  <a:lnTo>
                    <a:pt x="61637" y="4308"/>
                  </a:lnTo>
                  <a:lnTo>
                    <a:pt x="64228" y="3580"/>
                  </a:lnTo>
                  <a:lnTo>
                    <a:pt x="65235" y="2005"/>
                  </a:lnTo>
                  <a:lnTo>
                    <a:pt x="70316" y="0"/>
                  </a:lnTo>
                  <a:lnTo>
                    <a:pt x="78327" y="1061"/>
                  </a:lnTo>
                  <a:lnTo>
                    <a:pt x="80223" y="3967"/>
                  </a:lnTo>
                  <a:lnTo>
                    <a:pt x="79700" y="5820"/>
                  </a:lnTo>
                  <a:lnTo>
                    <a:pt x="79323" y="7684"/>
                  </a:lnTo>
                  <a:lnTo>
                    <a:pt x="79299" y="10636"/>
                  </a:lnTo>
                  <a:lnTo>
                    <a:pt x="82588" y="11051"/>
                  </a:lnTo>
                  <a:lnTo>
                    <a:pt x="83613" y="12110"/>
                  </a:lnTo>
                  <a:lnTo>
                    <a:pt x="84592" y="13450"/>
                  </a:lnTo>
                  <a:lnTo>
                    <a:pt x="83400" y="13493"/>
                  </a:lnTo>
                  <a:lnTo>
                    <a:pt x="82225" y="13799"/>
                  </a:lnTo>
                  <a:lnTo>
                    <a:pt x="81290" y="15201"/>
                  </a:lnTo>
                  <a:lnTo>
                    <a:pt x="80485" y="1697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2805234" y="5987187"/>
              <a:ext cx="27092" cy="11126"/>
            </a:xfrm>
            <a:custGeom>
              <a:avLst/>
              <a:pathLst>
                <a:path w="27092" h="11126">
                  <a:moveTo>
                    <a:pt x="10009" y="4850"/>
                  </a:moveTo>
                  <a:lnTo>
                    <a:pt x="11528" y="5442"/>
                  </a:lnTo>
                  <a:lnTo>
                    <a:pt x="13166" y="4048"/>
                  </a:lnTo>
                  <a:lnTo>
                    <a:pt x="12931" y="2706"/>
                  </a:lnTo>
                  <a:lnTo>
                    <a:pt x="13857" y="386"/>
                  </a:lnTo>
                  <a:lnTo>
                    <a:pt x="15217" y="2920"/>
                  </a:lnTo>
                  <a:lnTo>
                    <a:pt x="24180" y="5583"/>
                  </a:lnTo>
                  <a:lnTo>
                    <a:pt x="27092" y="8134"/>
                  </a:lnTo>
                  <a:lnTo>
                    <a:pt x="25885" y="8734"/>
                  </a:lnTo>
                  <a:lnTo>
                    <a:pt x="24984" y="8619"/>
                  </a:lnTo>
                  <a:lnTo>
                    <a:pt x="22384" y="8919"/>
                  </a:lnTo>
                  <a:lnTo>
                    <a:pt x="17920" y="11126"/>
                  </a:lnTo>
                  <a:lnTo>
                    <a:pt x="13125" y="8988"/>
                  </a:lnTo>
                  <a:lnTo>
                    <a:pt x="4610" y="7488"/>
                  </a:lnTo>
                  <a:lnTo>
                    <a:pt x="2000" y="6360"/>
                  </a:lnTo>
                  <a:lnTo>
                    <a:pt x="0" y="2900"/>
                  </a:lnTo>
                  <a:lnTo>
                    <a:pt x="3632" y="0"/>
                  </a:lnTo>
                  <a:lnTo>
                    <a:pt x="4490" y="30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2798614" y="5984102"/>
              <a:ext cx="7378" cy="4518"/>
            </a:xfrm>
            <a:custGeom>
              <a:avLst/>
              <a:pathLst>
                <a:path w="7378" h="4518">
                  <a:moveTo>
                    <a:pt x="2733" y="4247"/>
                  </a:moveTo>
                  <a:lnTo>
                    <a:pt x="776" y="4518"/>
                  </a:lnTo>
                  <a:lnTo>
                    <a:pt x="0" y="3794"/>
                  </a:lnTo>
                  <a:lnTo>
                    <a:pt x="935" y="1843"/>
                  </a:lnTo>
                  <a:lnTo>
                    <a:pt x="2346" y="141"/>
                  </a:lnTo>
                  <a:lnTo>
                    <a:pt x="4919" y="0"/>
                  </a:lnTo>
                  <a:lnTo>
                    <a:pt x="7378" y="1122"/>
                  </a:lnTo>
                  <a:lnTo>
                    <a:pt x="7114" y="2184"/>
                  </a:lnTo>
                  <a:lnTo>
                    <a:pt x="6609" y="227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2398612" y="5984059"/>
              <a:ext cx="26166" cy="16341"/>
            </a:xfrm>
            <a:custGeom>
              <a:avLst/>
              <a:pathLst>
                <a:path w="26166" h="16341">
                  <a:moveTo>
                    <a:pt x="18567" y="16234"/>
                  </a:moveTo>
                  <a:lnTo>
                    <a:pt x="17505" y="16341"/>
                  </a:lnTo>
                  <a:lnTo>
                    <a:pt x="16911" y="16153"/>
                  </a:lnTo>
                  <a:lnTo>
                    <a:pt x="16372" y="15539"/>
                  </a:lnTo>
                  <a:lnTo>
                    <a:pt x="15878" y="13147"/>
                  </a:lnTo>
                  <a:lnTo>
                    <a:pt x="10271" y="11242"/>
                  </a:lnTo>
                  <a:lnTo>
                    <a:pt x="9611" y="10171"/>
                  </a:lnTo>
                  <a:lnTo>
                    <a:pt x="9255" y="7828"/>
                  </a:lnTo>
                  <a:lnTo>
                    <a:pt x="8306" y="6896"/>
                  </a:lnTo>
                  <a:lnTo>
                    <a:pt x="1017" y="2712"/>
                  </a:lnTo>
                  <a:lnTo>
                    <a:pt x="431" y="1803"/>
                  </a:lnTo>
                  <a:lnTo>
                    <a:pt x="0" y="516"/>
                  </a:lnTo>
                  <a:lnTo>
                    <a:pt x="1371" y="0"/>
                  </a:lnTo>
                  <a:lnTo>
                    <a:pt x="4207" y="943"/>
                  </a:lnTo>
                  <a:lnTo>
                    <a:pt x="9423" y="1188"/>
                  </a:lnTo>
                  <a:lnTo>
                    <a:pt x="10531" y="1590"/>
                  </a:lnTo>
                  <a:lnTo>
                    <a:pt x="11622" y="2351"/>
                  </a:lnTo>
                  <a:lnTo>
                    <a:pt x="17430" y="2469"/>
                  </a:lnTo>
                  <a:lnTo>
                    <a:pt x="20378" y="2836"/>
                  </a:lnTo>
                  <a:lnTo>
                    <a:pt x="22011" y="6184"/>
                  </a:lnTo>
                  <a:lnTo>
                    <a:pt x="25316" y="7162"/>
                  </a:lnTo>
                  <a:lnTo>
                    <a:pt x="25767" y="9115"/>
                  </a:lnTo>
                  <a:lnTo>
                    <a:pt x="26166" y="12584"/>
                  </a:lnTo>
                  <a:lnTo>
                    <a:pt x="21685" y="15132"/>
                  </a:lnTo>
                  <a:lnTo>
                    <a:pt x="20659" y="1553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2390207" y="5974770"/>
              <a:ext cx="16809" cy="8484"/>
            </a:xfrm>
            <a:custGeom>
              <a:avLst/>
              <a:pathLst>
                <a:path w="16809" h="8484">
                  <a:moveTo>
                    <a:pt x="14614" y="7049"/>
                  </a:moveTo>
                  <a:lnTo>
                    <a:pt x="12656" y="8484"/>
                  </a:lnTo>
                  <a:lnTo>
                    <a:pt x="4399" y="7814"/>
                  </a:lnTo>
                  <a:lnTo>
                    <a:pt x="1599" y="7384"/>
                  </a:lnTo>
                  <a:lnTo>
                    <a:pt x="0" y="6599"/>
                  </a:lnTo>
                  <a:lnTo>
                    <a:pt x="1438" y="3520"/>
                  </a:lnTo>
                  <a:lnTo>
                    <a:pt x="2550" y="2487"/>
                  </a:lnTo>
                  <a:lnTo>
                    <a:pt x="3587" y="2095"/>
                  </a:lnTo>
                  <a:lnTo>
                    <a:pt x="5863" y="386"/>
                  </a:lnTo>
                  <a:lnTo>
                    <a:pt x="9479" y="0"/>
                  </a:lnTo>
                  <a:lnTo>
                    <a:pt x="12200" y="262"/>
                  </a:lnTo>
                  <a:lnTo>
                    <a:pt x="16809" y="1607"/>
                  </a:lnTo>
                  <a:lnTo>
                    <a:pt x="15624" y="2880"/>
                  </a:lnTo>
                  <a:lnTo>
                    <a:pt x="14869" y="3356"/>
                  </a:lnTo>
                  <a:lnTo>
                    <a:pt x="14126" y="531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2752993" y="5971105"/>
              <a:ext cx="30280" cy="7892"/>
            </a:xfrm>
            <a:custGeom>
              <a:avLst/>
              <a:pathLst>
                <a:path w="30280" h="7892">
                  <a:moveTo>
                    <a:pt x="30280" y="6806"/>
                  </a:moveTo>
                  <a:lnTo>
                    <a:pt x="28965" y="7892"/>
                  </a:lnTo>
                  <a:lnTo>
                    <a:pt x="1356" y="6028"/>
                  </a:lnTo>
                  <a:lnTo>
                    <a:pt x="0" y="5693"/>
                  </a:lnTo>
                  <a:lnTo>
                    <a:pt x="395" y="3508"/>
                  </a:lnTo>
                  <a:lnTo>
                    <a:pt x="4121" y="3122"/>
                  </a:lnTo>
                  <a:lnTo>
                    <a:pt x="6277" y="2692"/>
                  </a:lnTo>
                  <a:lnTo>
                    <a:pt x="9204" y="1739"/>
                  </a:lnTo>
                  <a:lnTo>
                    <a:pt x="11394" y="54"/>
                  </a:lnTo>
                  <a:lnTo>
                    <a:pt x="12106" y="0"/>
                  </a:lnTo>
                  <a:lnTo>
                    <a:pt x="25087" y="3927"/>
                  </a:lnTo>
                  <a:lnTo>
                    <a:pt x="29592" y="5569"/>
                  </a:lnTo>
                  <a:lnTo>
                    <a:pt x="30133" y="636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1303119" y="5960145"/>
              <a:ext cx="60014" cy="33254"/>
            </a:xfrm>
            <a:custGeom>
              <a:avLst/>
              <a:pathLst>
                <a:path w="60014" h="33254">
                  <a:moveTo>
                    <a:pt x="59374" y="32157"/>
                  </a:moveTo>
                  <a:lnTo>
                    <a:pt x="45189" y="33254"/>
                  </a:lnTo>
                  <a:lnTo>
                    <a:pt x="39459" y="32293"/>
                  </a:lnTo>
                  <a:lnTo>
                    <a:pt x="27436" y="29087"/>
                  </a:lnTo>
                  <a:lnTo>
                    <a:pt x="10951" y="23215"/>
                  </a:lnTo>
                  <a:lnTo>
                    <a:pt x="6463" y="21359"/>
                  </a:lnTo>
                  <a:lnTo>
                    <a:pt x="3528" y="19786"/>
                  </a:lnTo>
                  <a:lnTo>
                    <a:pt x="634" y="17778"/>
                  </a:lnTo>
                  <a:lnTo>
                    <a:pt x="0" y="15553"/>
                  </a:lnTo>
                  <a:lnTo>
                    <a:pt x="417" y="12367"/>
                  </a:lnTo>
                  <a:lnTo>
                    <a:pt x="932" y="9799"/>
                  </a:lnTo>
                  <a:lnTo>
                    <a:pt x="1772" y="8160"/>
                  </a:lnTo>
                  <a:lnTo>
                    <a:pt x="5302" y="6195"/>
                  </a:lnTo>
                  <a:lnTo>
                    <a:pt x="7056" y="4037"/>
                  </a:lnTo>
                  <a:lnTo>
                    <a:pt x="10632" y="1794"/>
                  </a:lnTo>
                  <a:lnTo>
                    <a:pt x="11645" y="86"/>
                  </a:lnTo>
                  <a:lnTo>
                    <a:pt x="13143" y="0"/>
                  </a:lnTo>
                  <a:lnTo>
                    <a:pt x="15998" y="179"/>
                  </a:lnTo>
                  <a:lnTo>
                    <a:pt x="18850" y="669"/>
                  </a:lnTo>
                  <a:lnTo>
                    <a:pt x="21479" y="1211"/>
                  </a:lnTo>
                  <a:lnTo>
                    <a:pt x="24084" y="2196"/>
                  </a:lnTo>
                  <a:lnTo>
                    <a:pt x="29963" y="5373"/>
                  </a:lnTo>
                  <a:lnTo>
                    <a:pt x="34045" y="8507"/>
                  </a:lnTo>
                  <a:lnTo>
                    <a:pt x="39939" y="12189"/>
                  </a:lnTo>
                  <a:lnTo>
                    <a:pt x="45785" y="16321"/>
                  </a:lnTo>
                  <a:lnTo>
                    <a:pt x="49034" y="17882"/>
                  </a:lnTo>
                  <a:lnTo>
                    <a:pt x="52207" y="20190"/>
                  </a:lnTo>
                  <a:lnTo>
                    <a:pt x="55219" y="23313"/>
                  </a:lnTo>
                  <a:lnTo>
                    <a:pt x="55814" y="24409"/>
                  </a:lnTo>
                  <a:lnTo>
                    <a:pt x="57067" y="25762"/>
                  </a:lnTo>
                  <a:lnTo>
                    <a:pt x="57821" y="27130"/>
                  </a:lnTo>
                  <a:lnTo>
                    <a:pt x="58626" y="28230"/>
                  </a:lnTo>
                  <a:lnTo>
                    <a:pt x="59392" y="28821"/>
                  </a:lnTo>
                  <a:lnTo>
                    <a:pt x="60014" y="30022"/>
                  </a:lnTo>
                  <a:lnTo>
                    <a:pt x="59866" y="3136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2353477" y="5948225"/>
              <a:ext cx="57407" cy="40402"/>
            </a:xfrm>
            <a:custGeom>
              <a:avLst/>
              <a:pathLst>
                <a:path w="57407" h="40402">
                  <a:moveTo>
                    <a:pt x="16459" y="40309"/>
                  </a:moveTo>
                  <a:lnTo>
                    <a:pt x="13978" y="40402"/>
                  </a:lnTo>
                  <a:lnTo>
                    <a:pt x="9082" y="40148"/>
                  </a:lnTo>
                  <a:lnTo>
                    <a:pt x="4196" y="39138"/>
                  </a:lnTo>
                  <a:lnTo>
                    <a:pt x="2927" y="38647"/>
                  </a:lnTo>
                  <a:lnTo>
                    <a:pt x="1100" y="37005"/>
                  </a:lnTo>
                  <a:lnTo>
                    <a:pt x="549" y="36134"/>
                  </a:lnTo>
                  <a:lnTo>
                    <a:pt x="66" y="35011"/>
                  </a:lnTo>
                  <a:lnTo>
                    <a:pt x="0" y="33349"/>
                  </a:lnTo>
                  <a:lnTo>
                    <a:pt x="1317" y="27480"/>
                  </a:lnTo>
                  <a:lnTo>
                    <a:pt x="3742" y="24028"/>
                  </a:lnTo>
                  <a:lnTo>
                    <a:pt x="6007" y="21982"/>
                  </a:lnTo>
                  <a:lnTo>
                    <a:pt x="13145" y="17310"/>
                  </a:lnTo>
                  <a:lnTo>
                    <a:pt x="14075" y="16782"/>
                  </a:lnTo>
                  <a:lnTo>
                    <a:pt x="20572" y="14586"/>
                  </a:lnTo>
                  <a:lnTo>
                    <a:pt x="23118" y="13398"/>
                  </a:lnTo>
                  <a:lnTo>
                    <a:pt x="27086" y="10945"/>
                  </a:lnTo>
                  <a:lnTo>
                    <a:pt x="48885" y="1382"/>
                  </a:lnTo>
                  <a:lnTo>
                    <a:pt x="53886" y="0"/>
                  </a:lnTo>
                  <a:lnTo>
                    <a:pt x="56133" y="1004"/>
                  </a:lnTo>
                  <a:lnTo>
                    <a:pt x="57407" y="2008"/>
                  </a:lnTo>
                  <a:lnTo>
                    <a:pt x="56737" y="3130"/>
                  </a:lnTo>
                  <a:lnTo>
                    <a:pt x="53795" y="5863"/>
                  </a:lnTo>
                  <a:lnTo>
                    <a:pt x="52429" y="7499"/>
                  </a:lnTo>
                  <a:lnTo>
                    <a:pt x="48857" y="10835"/>
                  </a:lnTo>
                  <a:lnTo>
                    <a:pt x="41180" y="16404"/>
                  </a:lnTo>
                  <a:lnTo>
                    <a:pt x="35719" y="20609"/>
                  </a:lnTo>
                  <a:lnTo>
                    <a:pt x="28759" y="26435"/>
                  </a:lnTo>
                  <a:lnTo>
                    <a:pt x="27129" y="28487"/>
                  </a:lnTo>
                  <a:lnTo>
                    <a:pt x="23813" y="33320"/>
                  </a:lnTo>
                  <a:lnTo>
                    <a:pt x="24403" y="35513"/>
                  </a:lnTo>
                  <a:lnTo>
                    <a:pt x="23299" y="38491"/>
                  </a:lnTo>
                  <a:lnTo>
                    <a:pt x="18932" y="3989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5053759" y="5938670"/>
              <a:ext cx="18512" cy="9280"/>
            </a:xfrm>
            <a:custGeom>
              <a:avLst/>
              <a:pathLst>
                <a:path w="18512" h="9280">
                  <a:moveTo>
                    <a:pt x="18512" y="4403"/>
                  </a:moveTo>
                  <a:lnTo>
                    <a:pt x="17089" y="6608"/>
                  </a:lnTo>
                  <a:lnTo>
                    <a:pt x="15494" y="7583"/>
                  </a:lnTo>
                  <a:lnTo>
                    <a:pt x="10489" y="6798"/>
                  </a:lnTo>
                  <a:lnTo>
                    <a:pt x="6966" y="8625"/>
                  </a:lnTo>
                  <a:lnTo>
                    <a:pt x="3092" y="9280"/>
                  </a:lnTo>
                  <a:lnTo>
                    <a:pt x="1242" y="8339"/>
                  </a:lnTo>
                  <a:lnTo>
                    <a:pt x="432" y="6530"/>
                  </a:lnTo>
                  <a:lnTo>
                    <a:pt x="0" y="4103"/>
                  </a:lnTo>
                  <a:lnTo>
                    <a:pt x="4" y="3237"/>
                  </a:lnTo>
                  <a:lnTo>
                    <a:pt x="1120" y="2874"/>
                  </a:lnTo>
                  <a:lnTo>
                    <a:pt x="6297" y="4599"/>
                  </a:lnTo>
                  <a:lnTo>
                    <a:pt x="8486" y="6074"/>
                  </a:lnTo>
                  <a:lnTo>
                    <a:pt x="9665" y="6028"/>
                  </a:lnTo>
                  <a:lnTo>
                    <a:pt x="12779" y="4066"/>
                  </a:lnTo>
                  <a:lnTo>
                    <a:pt x="15347" y="1578"/>
                  </a:lnTo>
                  <a:lnTo>
                    <a:pt x="16009" y="415"/>
                  </a:lnTo>
                  <a:lnTo>
                    <a:pt x="16866" y="0"/>
                  </a:lnTo>
                  <a:lnTo>
                    <a:pt x="17957" y="883"/>
                  </a:lnTo>
                  <a:lnTo>
                    <a:pt x="18479" y="352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2551197" y="5932550"/>
              <a:ext cx="129757" cy="91154"/>
            </a:xfrm>
            <a:custGeom>
              <a:avLst/>
              <a:pathLst>
                <a:path w="129757" h="91154">
                  <a:moveTo>
                    <a:pt x="103890" y="30302"/>
                  </a:moveTo>
                  <a:lnTo>
                    <a:pt x="105378" y="30405"/>
                  </a:lnTo>
                  <a:lnTo>
                    <a:pt x="111343" y="30111"/>
                  </a:lnTo>
                  <a:lnTo>
                    <a:pt x="117306" y="30180"/>
                  </a:lnTo>
                  <a:lnTo>
                    <a:pt x="120930" y="30530"/>
                  </a:lnTo>
                  <a:lnTo>
                    <a:pt x="122005" y="31346"/>
                  </a:lnTo>
                  <a:lnTo>
                    <a:pt x="122948" y="32997"/>
                  </a:lnTo>
                  <a:lnTo>
                    <a:pt x="124012" y="35588"/>
                  </a:lnTo>
                  <a:lnTo>
                    <a:pt x="124999" y="38399"/>
                  </a:lnTo>
                  <a:lnTo>
                    <a:pt x="126094" y="40713"/>
                  </a:lnTo>
                  <a:lnTo>
                    <a:pt x="126738" y="44759"/>
                  </a:lnTo>
                  <a:lnTo>
                    <a:pt x="127781" y="46236"/>
                  </a:lnTo>
                  <a:lnTo>
                    <a:pt x="129522" y="49990"/>
                  </a:lnTo>
                  <a:lnTo>
                    <a:pt x="129757" y="53006"/>
                  </a:lnTo>
                  <a:lnTo>
                    <a:pt x="129243" y="59571"/>
                  </a:lnTo>
                  <a:lnTo>
                    <a:pt x="128380" y="62234"/>
                  </a:lnTo>
                  <a:lnTo>
                    <a:pt x="126094" y="64811"/>
                  </a:lnTo>
                  <a:lnTo>
                    <a:pt x="123499" y="64537"/>
                  </a:lnTo>
                  <a:lnTo>
                    <a:pt x="122312" y="64673"/>
                  </a:lnTo>
                  <a:lnTo>
                    <a:pt x="121139" y="65152"/>
                  </a:lnTo>
                  <a:lnTo>
                    <a:pt x="120701" y="65530"/>
                  </a:lnTo>
                  <a:lnTo>
                    <a:pt x="120519" y="66049"/>
                  </a:lnTo>
                  <a:lnTo>
                    <a:pt x="123565" y="68265"/>
                  </a:lnTo>
                  <a:lnTo>
                    <a:pt x="123919" y="69079"/>
                  </a:lnTo>
                  <a:lnTo>
                    <a:pt x="123976" y="70025"/>
                  </a:lnTo>
                  <a:lnTo>
                    <a:pt x="123572" y="70704"/>
                  </a:lnTo>
                  <a:lnTo>
                    <a:pt x="123134" y="71099"/>
                  </a:lnTo>
                  <a:lnTo>
                    <a:pt x="58867" y="84437"/>
                  </a:lnTo>
                  <a:lnTo>
                    <a:pt x="56335" y="85149"/>
                  </a:lnTo>
                  <a:lnTo>
                    <a:pt x="53846" y="86491"/>
                  </a:lnTo>
                  <a:lnTo>
                    <a:pt x="53032" y="87700"/>
                  </a:lnTo>
                  <a:lnTo>
                    <a:pt x="52218" y="88615"/>
                  </a:lnTo>
                  <a:lnTo>
                    <a:pt x="2374" y="91154"/>
                  </a:lnTo>
                  <a:lnTo>
                    <a:pt x="1924" y="90970"/>
                  </a:lnTo>
                  <a:lnTo>
                    <a:pt x="1479" y="90470"/>
                  </a:lnTo>
                  <a:lnTo>
                    <a:pt x="236" y="87911"/>
                  </a:lnTo>
                  <a:lnTo>
                    <a:pt x="0" y="83871"/>
                  </a:lnTo>
                  <a:lnTo>
                    <a:pt x="277" y="82269"/>
                  </a:lnTo>
                  <a:lnTo>
                    <a:pt x="2747" y="80705"/>
                  </a:lnTo>
                  <a:lnTo>
                    <a:pt x="3709" y="79848"/>
                  </a:lnTo>
                  <a:lnTo>
                    <a:pt x="7897" y="73826"/>
                  </a:lnTo>
                  <a:lnTo>
                    <a:pt x="10097" y="71027"/>
                  </a:lnTo>
                  <a:lnTo>
                    <a:pt x="11102" y="68658"/>
                  </a:lnTo>
                  <a:lnTo>
                    <a:pt x="11640" y="68825"/>
                  </a:lnTo>
                  <a:lnTo>
                    <a:pt x="13571" y="70199"/>
                  </a:lnTo>
                  <a:lnTo>
                    <a:pt x="14967" y="70614"/>
                  </a:lnTo>
                  <a:lnTo>
                    <a:pt x="17763" y="70052"/>
                  </a:lnTo>
                  <a:lnTo>
                    <a:pt x="20494" y="68369"/>
                  </a:lnTo>
                  <a:lnTo>
                    <a:pt x="21695" y="67411"/>
                  </a:lnTo>
                  <a:lnTo>
                    <a:pt x="22875" y="67743"/>
                  </a:lnTo>
                  <a:lnTo>
                    <a:pt x="23091" y="69169"/>
                  </a:lnTo>
                  <a:lnTo>
                    <a:pt x="23555" y="69616"/>
                  </a:lnTo>
                  <a:lnTo>
                    <a:pt x="30208" y="65143"/>
                  </a:lnTo>
                  <a:lnTo>
                    <a:pt x="36198" y="60116"/>
                  </a:lnTo>
                  <a:lnTo>
                    <a:pt x="42097" y="54414"/>
                  </a:lnTo>
                  <a:lnTo>
                    <a:pt x="45081" y="51015"/>
                  </a:lnTo>
                  <a:lnTo>
                    <a:pt x="45788" y="50063"/>
                  </a:lnTo>
                  <a:lnTo>
                    <a:pt x="46292" y="48591"/>
                  </a:lnTo>
                  <a:lnTo>
                    <a:pt x="45878" y="47165"/>
                  </a:lnTo>
                  <a:lnTo>
                    <a:pt x="45341" y="45887"/>
                  </a:lnTo>
                  <a:lnTo>
                    <a:pt x="44877" y="45388"/>
                  </a:lnTo>
                  <a:lnTo>
                    <a:pt x="44373" y="45151"/>
                  </a:lnTo>
                  <a:lnTo>
                    <a:pt x="41317" y="44248"/>
                  </a:lnTo>
                  <a:lnTo>
                    <a:pt x="42271" y="42773"/>
                  </a:lnTo>
                  <a:lnTo>
                    <a:pt x="43131" y="40984"/>
                  </a:lnTo>
                  <a:lnTo>
                    <a:pt x="43732" y="38979"/>
                  </a:lnTo>
                  <a:lnTo>
                    <a:pt x="43936" y="36537"/>
                  </a:lnTo>
                  <a:lnTo>
                    <a:pt x="43807" y="35300"/>
                  </a:lnTo>
                  <a:lnTo>
                    <a:pt x="43935" y="34414"/>
                  </a:lnTo>
                  <a:lnTo>
                    <a:pt x="45328" y="33614"/>
                  </a:lnTo>
                  <a:lnTo>
                    <a:pt x="46260" y="32414"/>
                  </a:lnTo>
                  <a:lnTo>
                    <a:pt x="46893" y="30968"/>
                  </a:lnTo>
                  <a:lnTo>
                    <a:pt x="45832" y="30524"/>
                  </a:lnTo>
                  <a:lnTo>
                    <a:pt x="45355" y="29407"/>
                  </a:lnTo>
                  <a:lnTo>
                    <a:pt x="46300" y="26911"/>
                  </a:lnTo>
                  <a:lnTo>
                    <a:pt x="47147" y="24230"/>
                  </a:lnTo>
                  <a:lnTo>
                    <a:pt x="48032" y="22796"/>
                  </a:lnTo>
                  <a:lnTo>
                    <a:pt x="50325" y="20003"/>
                  </a:lnTo>
                  <a:lnTo>
                    <a:pt x="56975" y="12918"/>
                  </a:lnTo>
                  <a:lnTo>
                    <a:pt x="59365" y="9118"/>
                  </a:lnTo>
                  <a:lnTo>
                    <a:pt x="60074" y="7747"/>
                  </a:lnTo>
                  <a:lnTo>
                    <a:pt x="75848" y="1621"/>
                  </a:lnTo>
                  <a:lnTo>
                    <a:pt x="78444" y="998"/>
                  </a:lnTo>
                  <a:lnTo>
                    <a:pt x="83367" y="155"/>
                  </a:lnTo>
                  <a:lnTo>
                    <a:pt x="85687" y="0"/>
                  </a:lnTo>
                  <a:lnTo>
                    <a:pt x="92135" y="580"/>
                  </a:lnTo>
                  <a:lnTo>
                    <a:pt x="95140" y="1229"/>
                  </a:lnTo>
                  <a:lnTo>
                    <a:pt x="100397" y="2842"/>
                  </a:lnTo>
                  <a:lnTo>
                    <a:pt x="108099" y="6002"/>
                  </a:lnTo>
                  <a:lnTo>
                    <a:pt x="111023" y="7384"/>
                  </a:lnTo>
                  <a:lnTo>
                    <a:pt x="113914" y="9089"/>
                  </a:lnTo>
                  <a:lnTo>
                    <a:pt x="116706" y="11288"/>
                  </a:lnTo>
                  <a:lnTo>
                    <a:pt x="119426" y="13983"/>
                  </a:lnTo>
                  <a:lnTo>
                    <a:pt x="119947" y="14811"/>
                  </a:lnTo>
                  <a:lnTo>
                    <a:pt x="120220" y="16283"/>
                  </a:lnTo>
                  <a:lnTo>
                    <a:pt x="120309" y="17723"/>
                  </a:lnTo>
                  <a:lnTo>
                    <a:pt x="120178" y="19128"/>
                  </a:lnTo>
                  <a:lnTo>
                    <a:pt x="119451" y="22003"/>
                  </a:lnTo>
                  <a:lnTo>
                    <a:pt x="118373" y="24002"/>
                  </a:lnTo>
                  <a:lnTo>
                    <a:pt x="105648" y="25889"/>
                  </a:lnTo>
                  <a:lnTo>
                    <a:pt x="103998" y="26646"/>
                  </a:lnTo>
                  <a:lnTo>
                    <a:pt x="103071" y="28206"/>
                  </a:lnTo>
                  <a:lnTo>
                    <a:pt x="102417" y="2972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1469127" y="5917464"/>
              <a:ext cx="8329" cy="3312"/>
            </a:xfrm>
            <a:custGeom>
              <a:avLst/>
              <a:pathLst>
                <a:path w="8329" h="3312">
                  <a:moveTo>
                    <a:pt x="5044" y="1820"/>
                  </a:moveTo>
                  <a:lnTo>
                    <a:pt x="8329" y="3312"/>
                  </a:lnTo>
                  <a:lnTo>
                    <a:pt x="2540" y="2833"/>
                  </a:lnTo>
                  <a:lnTo>
                    <a:pt x="0" y="776"/>
                  </a:lnTo>
                  <a:lnTo>
                    <a:pt x="1631" y="0"/>
                  </a:lnTo>
                  <a:lnTo>
                    <a:pt x="3258" y="156"/>
                  </a:lnTo>
                  <a:lnTo>
                    <a:pt x="4692" y="119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1448128" y="5915848"/>
              <a:ext cx="13119" cy="4541"/>
            </a:xfrm>
            <a:custGeom>
              <a:avLst/>
              <a:pathLst>
                <a:path w="13119" h="4541">
                  <a:moveTo>
                    <a:pt x="12656" y="4406"/>
                  </a:moveTo>
                  <a:lnTo>
                    <a:pt x="11773" y="4541"/>
                  </a:lnTo>
                  <a:lnTo>
                    <a:pt x="1898" y="2253"/>
                  </a:lnTo>
                  <a:lnTo>
                    <a:pt x="0" y="1575"/>
                  </a:lnTo>
                  <a:lnTo>
                    <a:pt x="3334" y="190"/>
                  </a:lnTo>
                  <a:lnTo>
                    <a:pt x="5565" y="0"/>
                  </a:lnTo>
                  <a:lnTo>
                    <a:pt x="11497" y="3398"/>
                  </a:lnTo>
                  <a:lnTo>
                    <a:pt x="13119" y="381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5056079" y="5914125"/>
              <a:ext cx="35610" cy="20366"/>
            </a:xfrm>
            <a:custGeom>
              <a:avLst/>
              <a:pathLst>
                <a:path w="35610" h="20366">
                  <a:moveTo>
                    <a:pt x="9848" y="4726"/>
                  </a:moveTo>
                  <a:lnTo>
                    <a:pt x="14127" y="6873"/>
                  </a:lnTo>
                  <a:lnTo>
                    <a:pt x="25368" y="6631"/>
                  </a:lnTo>
                  <a:lnTo>
                    <a:pt x="34733" y="8656"/>
                  </a:lnTo>
                  <a:lnTo>
                    <a:pt x="35610" y="10726"/>
                  </a:lnTo>
                  <a:lnTo>
                    <a:pt x="32936" y="11784"/>
                  </a:lnTo>
                  <a:lnTo>
                    <a:pt x="28817" y="14526"/>
                  </a:lnTo>
                  <a:lnTo>
                    <a:pt x="26140" y="15351"/>
                  </a:lnTo>
                  <a:lnTo>
                    <a:pt x="23911" y="15389"/>
                  </a:lnTo>
                  <a:lnTo>
                    <a:pt x="19313" y="14255"/>
                  </a:lnTo>
                  <a:lnTo>
                    <a:pt x="13348" y="14387"/>
                  </a:lnTo>
                  <a:lnTo>
                    <a:pt x="12067" y="15983"/>
                  </a:lnTo>
                  <a:lnTo>
                    <a:pt x="9178" y="17573"/>
                  </a:lnTo>
                  <a:lnTo>
                    <a:pt x="5816" y="20366"/>
                  </a:lnTo>
                  <a:lnTo>
                    <a:pt x="4923" y="18093"/>
                  </a:lnTo>
                  <a:lnTo>
                    <a:pt x="3585" y="15917"/>
                  </a:lnTo>
                  <a:lnTo>
                    <a:pt x="227" y="11398"/>
                  </a:lnTo>
                  <a:lnTo>
                    <a:pt x="0" y="10722"/>
                  </a:lnTo>
                  <a:lnTo>
                    <a:pt x="1835" y="9819"/>
                  </a:lnTo>
                  <a:lnTo>
                    <a:pt x="2739" y="8333"/>
                  </a:lnTo>
                  <a:lnTo>
                    <a:pt x="4650" y="6354"/>
                  </a:lnTo>
                  <a:lnTo>
                    <a:pt x="4432" y="5136"/>
                  </a:lnTo>
                  <a:lnTo>
                    <a:pt x="2864" y="3757"/>
                  </a:lnTo>
                  <a:lnTo>
                    <a:pt x="2228" y="2666"/>
                  </a:lnTo>
                  <a:lnTo>
                    <a:pt x="3287" y="816"/>
                  </a:lnTo>
                  <a:lnTo>
                    <a:pt x="5673" y="0"/>
                  </a:lnTo>
                  <a:lnTo>
                    <a:pt x="8749" y="732"/>
                  </a:lnTo>
                  <a:lnTo>
                    <a:pt x="10106" y="3217"/>
                  </a:lnTo>
                  <a:lnTo>
                    <a:pt x="9858" y="430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1473213" y="5906397"/>
              <a:ext cx="9797" cy="3514"/>
            </a:xfrm>
            <a:custGeom>
              <a:avLst/>
              <a:pathLst>
                <a:path w="9797" h="3514">
                  <a:moveTo>
                    <a:pt x="8024" y="3150"/>
                  </a:moveTo>
                  <a:lnTo>
                    <a:pt x="3269" y="3514"/>
                  </a:lnTo>
                  <a:lnTo>
                    <a:pt x="655" y="2744"/>
                  </a:lnTo>
                  <a:lnTo>
                    <a:pt x="0" y="461"/>
                  </a:lnTo>
                  <a:lnTo>
                    <a:pt x="731" y="0"/>
                  </a:lnTo>
                  <a:lnTo>
                    <a:pt x="6795" y="1047"/>
                  </a:lnTo>
                  <a:lnTo>
                    <a:pt x="9011" y="1607"/>
                  </a:lnTo>
                  <a:lnTo>
                    <a:pt x="9797" y="2273"/>
                  </a:lnTo>
                  <a:lnTo>
                    <a:pt x="9404" y="288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456339" y="5905653"/>
              <a:ext cx="17690" cy="7730"/>
            </a:xfrm>
            <a:custGeom>
              <a:avLst/>
              <a:pathLst>
                <a:path w="17690" h="7730">
                  <a:moveTo>
                    <a:pt x="17690" y="7254"/>
                  </a:moveTo>
                  <a:lnTo>
                    <a:pt x="16977" y="7730"/>
                  </a:lnTo>
                  <a:lnTo>
                    <a:pt x="12035" y="7491"/>
                  </a:lnTo>
                  <a:lnTo>
                    <a:pt x="11033" y="7066"/>
                  </a:lnTo>
                  <a:lnTo>
                    <a:pt x="10585" y="6631"/>
                  </a:lnTo>
                  <a:lnTo>
                    <a:pt x="3710" y="5930"/>
                  </a:lnTo>
                  <a:lnTo>
                    <a:pt x="598" y="3820"/>
                  </a:lnTo>
                  <a:lnTo>
                    <a:pt x="0" y="3151"/>
                  </a:lnTo>
                  <a:lnTo>
                    <a:pt x="1229" y="2170"/>
                  </a:lnTo>
                  <a:lnTo>
                    <a:pt x="3551" y="1509"/>
                  </a:lnTo>
                  <a:lnTo>
                    <a:pt x="4487" y="701"/>
                  </a:lnTo>
                  <a:lnTo>
                    <a:pt x="10423" y="0"/>
                  </a:lnTo>
                  <a:lnTo>
                    <a:pt x="11340" y="421"/>
                  </a:lnTo>
                  <a:lnTo>
                    <a:pt x="11877" y="1537"/>
                  </a:lnTo>
                  <a:lnTo>
                    <a:pt x="14566" y="3742"/>
                  </a:lnTo>
                  <a:lnTo>
                    <a:pt x="15293" y="5147"/>
                  </a:lnTo>
                  <a:lnTo>
                    <a:pt x="15581" y="6025"/>
                  </a:lnTo>
                  <a:lnTo>
                    <a:pt x="17035" y="64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1498046" y="5904533"/>
              <a:ext cx="10806" cy="4980"/>
            </a:xfrm>
            <a:custGeom>
              <a:avLst/>
              <a:pathLst>
                <a:path w="10806" h="4980">
                  <a:moveTo>
                    <a:pt x="5778" y="3670"/>
                  </a:moveTo>
                  <a:lnTo>
                    <a:pt x="1523" y="4980"/>
                  </a:lnTo>
                  <a:lnTo>
                    <a:pt x="416" y="4599"/>
                  </a:lnTo>
                  <a:lnTo>
                    <a:pt x="811" y="2735"/>
                  </a:lnTo>
                  <a:lnTo>
                    <a:pt x="160" y="1460"/>
                  </a:lnTo>
                  <a:lnTo>
                    <a:pt x="0" y="860"/>
                  </a:lnTo>
                  <a:lnTo>
                    <a:pt x="328" y="5"/>
                  </a:lnTo>
                  <a:lnTo>
                    <a:pt x="2828" y="0"/>
                  </a:lnTo>
                  <a:lnTo>
                    <a:pt x="9893" y="1359"/>
                  </a:lnTo>
                  <a:lnTo>
                    <a:pt x="10806" y="329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1471323" y="5900995"/>
              <a:ext cx="13037" cy="3780"/>
            </a:xfrm>
            <a:custGeom>
              <a:avLst/>
              <a:pathLst>
                <a:path w="13037" h="3780">
                  <a:moveTo>
                    <a:pt x="1540" y="0"/>
                  </a:moveTo>
                  <a:lnTo>
                    <a:pt x="6143" y="375"/>
                  </a:lnTo>
                  <a:lnTo>
                    <a:pt x="9156" y="92"/>
                  </a:lnTo>
                  <a:lnTo>
                    <a:pt x="12317" y="799"/>
                  </a:lnTo>
                  <a:lnTo>
                    <a:pt x="13037" y="1604"/>
                  </a:lnTo>
                  <a:lnTo>
                    <a:pt x="12468" y="2291"/>
                  </a:lnTo>
                  <a:lnTo>
                    <a:pt x="9077" y="2501"/>
                  </a:lnTo>
                  <a:lnTo>
                    <a:pt x="7430" y="3644"/>
                  </a:lnTo>
                  <a:lnTo>
                    <a:pt x="5508" y="3780"/>
                  </a:lnTo>
                  <a:lnTo>
                    <a:pt x="2617" y="2966"/>
                  </a:lnTo>
                  <a:lnTo>
                    <a:pt x="0" y="117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455374" y="5900225"/>
              <a:ext cx="8956" cy="2885"/>
            </a:xfrm>
            <a:custGeom>
              <a:avLst/>
              <a:pathLst>
                <a:path w="8956" h="2885">
                  <a:moveTo>
                    <a:pt x="7278" y="2516"/>
                  </a:moveTo>
                  <a:lnTo>
                    <a:pt x="2479" y="2885"/>
                  </a:lnTo>
                  <a:lnTo>
                    <a:pt x="489" y="2074"/>
                  </a:lnTo>
                  <a:lnTo>
                    <a:pt x="0" y="1341"/>
                  </a:lnTo>
                  <a:lnTo>
                    <a:pt x="407" y="675"/>
                  </a:lnTo>
                  <a:lnTo>
                    <a:pt x="7905" y="0"/>
                  </a:lnTo>
                  <a:lnTo>
                    <a:pt x="8743" y="813"/>
                  </a:lnTo>
                  <a:lnTo>
                    <a:pt x="8956" y="129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1487992" y="5896286"/>
              <a:ext cx="4794" cy="3096"/>
            </a:xfrm>
            <a:custGeom>
              <a:avLst/>
              <a:pathLst>
                <a:path w="4794" h="3096">
                  <a:moveTo>
                    <a:pt x="4687" y="2712"/>
                  </a:moveTo>
                  <a:lnTo>
                    <a:pt x="4794" y="3096"/>
                  </a:lnTo>
                  <a:lnTo>
                    <a:pt x="3082" y="2819"/>
                  </a:lnTo>
                  <a:lnTo>
                    <a:pt x="531" y="1157"/>
                  </a:lnTo>
                  <a:lnTo>
                    <a:pt x="0" y="565"/>
                  </a:lnTo>
                  <a:lnTo>
                    <a:pt x="1151" y="0"/>
                  </a:lnTo>
                  <a:lnTo>
                    <a:pt x="2627" y="557"/>
                  </a:lnTo>
                  <a:lnTo>
                    <a:pt x="3996" y="156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1495325" y="5895504"/>
              <a:ext cx="6418" cy="5393"/>
            </a:xfrm>
            <a:custGeom>
              <a:avLst/>
              <a:pathLst>
                <a:path w="6418" h="5393">
                  <a:moveTo>
                    <a:pt x="6418" y="3000"/>
                  </a:moveTo>
                  <a:lnTo>
                    <a:pt x="5081" y="5393"/>
                  </a:lnTo>
                  <a:lnTo>
                    <a:pt x="1521" y="4117"/>
                  </a:lnTo>
                  <a:lnTo>
                    <a:pt x="0" y="2579"/>
                  </a:lnTo>
                  <a:lnTo>
                    <a:pt x="871" y="620"/>
                  </a:lnTo>
                  <a:lnTo>
                    <a:pt x="2498" y="0"/>
                  </a:lnTo>
                  <a:lnTo>
                    <a:pt x="4631" y="692"/>
                  </a:lnTo>
                  <a:lnTo>
                    <a:pt x="5421" y="9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494580" y="5881653"/>
              <a:ext cx="8298" cy="5854"/>
            </a:xfrm>
            <a:custGeom>
              <a:avLst/>
              <a:pathLst>
                <a:path w="8298" h="5854">
                  <a:moveTo>
                    <a:pt x="8298" y="5424"/>
                  </a:moveTo>
                  <a:lnTo>
                    <a:pt x="5977" y="5854"/>
                  </a:lnTo>
                  <a:lnTo>
                    <a:pt x="3065" y="3979"/>
                  </a:lnTo>
                  <a:lnTo>
                    <a:pt x="857" y="2478"/>
                  </a:lnTo>
                  <a:lnTo>
                    <a:pt x="149" y="1234"/>
                  </a:lnTo>
                  <a:lnTo>
                    <a:pt x="0" y="810"/>
                  </a:lnTo>
                  <a:lnTo>
                    <a:pt x="32" y="314"/>
                  </a:lnTo>
                  <a:lnTo>
                    <a:pt x="684" y="0"/>
                  </a:lnTo>
                  <a:lnTo>
                    <a:pt x="5358" y="104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014909" y="5866717"/>
              <a:ext cx="4279" cy="4103"/>
            </a:xfrm>
            <a:custGeom>
              <a:avLst/>
              <a:pathLst>
                <a:path w="4279" h="4103">
                  <a:moveTo>
                    <a:pt x="4279" y="288"/>
                  </a:moveTo>
                  <a:lnTo>
                    <a:pt x="2237" y="4103"/>
                  </a:lnTo>
                  <a:lnTo>
                    <a:pt x="802" y="3976"/>
                  </a:lnTo>
                  <a:lnTo>
                    <a:pt x="0" y="3286"/>
                  </a:lnTo>
                  <a:lnTo>
                    <a:pt x="1462" y="1163"/>
                  </a:lnTo>
                  <a:lnTo>
                    <a:pt x="2852" y="262"/>
                  </a:lnTo>
                  <a:lnTo>
                    <a:pt x="369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1509002" y="5865164"/>
              <a:ext cx="10364" cy="6244"/>
            </a:xfrm>
            <a:custGeom>
              <a:avLst/>
              <a:pathLst>
                <a:path w="10364" h="6244">
                  <a:moveTo>
                    <a:pt x="10364" y="6100"/>
                  </a:moveTo>
                  <a:lnTo>
                    <a:pt x="9112" y="6244"/>
                  </a:lnTo>
                  <a:lnTo>
                    <a:pt x="6923" y="5551"/>
                  </a:lnTo>
                  <a:lnTo>
                    <a:pt x="1227" y="3165"/>
                  </a:lnTo>
                  <a:lnTo>
                    <a:pt x="0" y="2031"/>
                  </a:lnTo>
                  <a:lnTo>
                    <a:pt x="852" y="845"/>
                  </a:lnTo>
                  <a:lnTo>
                    <a:pt x="2899" y="0"/>
                  </a:lnTo>
                  <a:lnTo>
                    <a:pt x="4429" y="268"/>
                  </a:lnTo>
                  <a:lnTo>
                    <a:pt x="8328" y="2458"/>
                  </a:lnTo>
                  <a:lnTo>
                    <a:pt x="9486" y="4037"/>
                  </a:lnTo>
                  <a:lnTo>
                    <a:pt x="10203" y="526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5027922" y="5838657"/>
              <a:ext cx="5351" cy="6648"/>
            </a:xfrm>
            <a:custGeom>
              <a:avLst/>
              <a:pathLst>
                <a:path w="5351" h="6648">
                  <a:moveTo>
                    <a:pt x="2711" y="6648"/>
                  </a:moveTo>
                  <a:lnTo>
                    <a:pt x="1219" y="6648"/>
                  </a:lnTo>
                  <a:lnTo>
                    <a:pt x="297" y="5765"/>
                  </a:lnTo>
                  <a:lnTo>
                    <a:pt x="0" y="3725"/>
                  </a:lnTo>
                  <a:lnTo>
                    <a:pt x="51" y="3067"/>
                  </a:lnTo>
                  <a:lnTo>
                    <a:pt x="3010" y="626"/>
                  </a:lnTo>
                  <a:lnTo>
                    <a:pt x="5351" y="0"/>
                  </a:lnTo>
                  <a:lnTo>
                    <a:pt x="4099" y="3670"/>
                  </a:lnTo>
                  <a:lnTo>
                    <a:pt x="3656" y="428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1659958" y="5832124"/>
              <a:ext cx="5619" cy="3304"/>
            </a:xfrm>
            <a:custGeom>
              <a:avLst/>
              <a:pathLst>
                <a:path w="5619" h="3304">
                  <a:moveTo>
                    <a:pt x="5290" y="1633"/>
                  </a:moveTo>
                  <a:lnTo>
                    <a:pt x="3530" y="3304"/>
                  </a:lnTo>
                  <a:lnTo>
                    <a:pt x="0" y="2219"/>
                  </a:lnTo>
                  <a:lnTo>
                    <a:pt x="289" y="1033"/>
                  </a:lnTo>
                  <a:lnTo>
                    <a:pt x="3459" y="0"/>
                  </a:lnTo>
                  <a:lnTo>
                    <a:pt x="5619" y="6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1667844" y="5830268"/>
              <a:ext cx="13693" cy="8301"/>
            </a:xfrm>
            <a:custGeom>
              <a:avLst/>
              <a:pathLst>
                <a:path w="13693" h="8301">
                  <a:moveTo>
                    <a:pt x="12444" y="7681"/>
                  </a:moveTo>
                  <a:lnTo>
                    <a:pt x="11170" y="8301"/>
                  </a:lnTo>
                  <a:lnTo>
                    <a:pt x="6412" y="6792"/>
                  </a:lnTo>
                  <a:lnTo>
                    <a:pt x="3653" y="6463"/>
                  </a:lnTo>
                  <a:lnTo>
                    <a:pt x="2386" y="5629"/>
                  </a:lnTo>
                  <a:lnTo>
                    <a:pt x="1561" y="4870"/>
                  </a:lnTo>
                  <a:lnTo>
                    <a:pt x="1286" y="4137"/>
                  </a:lnTo>
                  <a:lnTo>
                    <a:pt x="0" y="3012"/>
                  </a:lnTo>
                  <a:lnTo>
                    <a:pt x="2553" y="747"/>
                  </a:lnTo>
                  <a:lnTo>
                    <a:pt x="4541" y="0"/>
                  </a:lnTo>
                  <a:lnTo>
                    <a:pt x="6456" y="173"/>
                  </a:lnTo>
                  <a:lnTo>
                    <a:pt x="6847" y="1284"/>
                  </a:lnTo>
                  <a:lnTo>
                    <a:pt x="10546" y="2651"/>
                  </a:lnTo>
                  <a:lnTo>
                    <a:pt x="13416" y="2666"/>
                  </a:lnTo>
                  <a:lnTo>
                    <a:pt x="13693" y="3912"/>
                  </a:lnTo>
                  <a:lnTo>
                    <a:pt x="13573" y="565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713598" y="5829925"/>
              <a:ext cx="11222" cy="9701"/>
            </a:xfrm>
            <a:custGeom>
              <a:avLst/>
              <a:pathLst>
                <a:path w="11222" h="9701">
                  <a:moveTo>
                    <a:pt x="8716" y="9173"/>
                  </a:moveTo>
                  <a:lnTo>
                    <a:pt x="6991" y="9701"/>
                  </a:lnTo>
                  <a:lnTo>
                    <a:pt x="3592" y="7753"/>
                  </a:lnTo>
                  <a:lnTo>
                    <a:pt x="2477" y="6807"/>
                  </a:lnTo>
                  <a:lnTo>
                    <a:pt x="1514" y="5237"/>
                  </a:lnTo>
                  <a:lnTo>
                    <a:pt x="715" y="4905"/>
                  </a:lnTo>
                  <a:lnTo>
                    <a:pt x="422" y="4550"/>
                  </a:lnTo>
                  <a:lnTo>
                    <a:pt x="0" y="450"/>
                  </a:lnTo>
                  <a:lnTo>
                    <a:pt x="1028" y="0"/>
                  </a:lnTo>
                  <a:lnTo>
                    <a:pt x="3184" y="580"/>
                  </a:lnTo>
                  <a:lnTo>
                    <a:pt x="7347" y="2750"/>
                  </a:lnTo>
                  <a:lnTo>
                    <a:pt x="10262" y="3338"/>
                  </a:lnTo>
                  <a:lnTo>
                    <a:pt x="11222" y="4963"/>
                  </a:lnTo>
                  <a:lnTo>
                    <a:pt x="10237" y="78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1835500" y="5816726"/>
              <a:ext cx="14118" cy="9669"/>
            </a:xfrm>
            <a:custGeom>
              <a:avLst/>
              <a:pathLst>
                <a:path w="14118" h="9669">
                  <a:moveTo>
                    <a:pt x="7490" y="8850"/>
                  </a:moveTo>
                  <a:lnTo>
                    <a:pt x="1907" y="9669"/>
                  </a:lnTo>
                  <a:lnTo>
                    <a:pt x="400" y="8729"/>
                  </a:lnTo>
                  <a:lnTo>
                    <a:pt x="0" y="7592"/>
                  </a:lnTo>
                  <a:lnTo>
                    <a:pt x="247" y="6420"/>
                  </a:lnTo>
                  <a:lnTo>
                    <a:pt x="11548" y="0"/>
                  </a:lnTo>
                  <a:lnTo>
                    <a:pt x="13576" y="888"/>
                  </a:lnTo>
                  <a:lnTo>
                    <a:pt x="14118" y="1327"/>
                  </a:lnTo>
                  <a:lnTo>
                    <a:pt x="10752" y="4495"/>
                  </a:lnTo>
                  <a:lnTo>
                    <a:pt x="9240" y="5615"/>
                  </a:lnTo>
                  <a:lnTo>
                    <a:pt x="8966" y="5999"/>
                  </a:lnTo>
                  <a:lnTo>
                    <a:pt x="9812" y="6434"/>
                  </a:lnTo>
                  <a:lnTo>
                    <a:pt x="10040" y="6795"/>
                  </a:lnTo>
                  <a:lnTo>
                    <a:pt x="9395" y="768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1807034" y="5814048"/>
              <a:ext cx="11670" cy="10258"/>
            </a:xfrm>
            <a:custGeom>
              <a:avLst/>
              <a:pathLst>
                <a:path w="11670" h="10258">
                  <a:moveTo>
                    <a:pt x="4044" y="9909"/>
                  </a:moveTo>
                  <a:lnTo>
                    <a:pt x="1666" y="10258"/>
                  </a:lnTo>
                  <a:lnTo>
                    <a:pt x="955" y="10186"/>
                  </a:lnTo>
                  <a:lnTo>
                    <a:pt x="203" y="9525"/>
                  </a:lnTo>
                  <a:lnTo>
                    <a:pt x="0" y="9060"/>
                  </a:lnTo>
                  <a:lnTo>
                    <a:pt x="1231" y="7514"/>
                  </a:lnTo>
                  <a:lnTo>
                    <a:pt x="2400" y="6833"/>
                  </a:lnTo>
                  <a:lnTo>
                    <a:pt x="2765" y="6336"/>
                  </a:lnTo>
                  <a:lnTo>
                    <a:pt x="1164" y="1174"/>
                  </a:lnTo>
                  <a:lnTo>
                    <a:pt x="2680" y="1015"/>
                  </a:lnTo>
                  <a:lnTo>
                    <a:pt x="4414" y="0"/>
                  </a:lnTo>
                  <a:lnTo>
                    <a:pt x="7822" y="80"/>
                  </a:lnTo>
                  <a:lnTo>
                    <a:pt x="10740" y="1021"/>
                  </a:lnTo>
                  <a:lnTo>
                    <a:pt x="11302" y="1754"/>
                  </a:lnTo>
                  <a:lnTo>
                    <a:pt x="11670" y="3047"/>
                  </a:lnTo>
                  <a:lnTo>
                    <a:pt x="10394" y="5676"/>
                  </a:lnTo>
                  <a:lnTo>
                    <a:pt x="9612" y="6582"/>
                  </a:lnTo>
                  <a:lnTo>
                    <a:pt x="5184" y="890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1767959" y="5811035"/>
              <a:ext cx="34903" cy="21575"/>
            </a:xfrm>
            <a:custGeom>
              <a:avLst/>
              <a:pathLst>
                <a:path w="34903" h="21575">
                  <a:moveTo>
                    <a:pt x="31681" y="2455"/>
                  </a:moveTo>
                  <a:lnTo>
                    <a:pt x="33703" y="5404"/>
                  </a:lnTo>
                  <a:lnTo>
                    <a:pt x="34451" y="7358"/>
                  </a:lnTo>
                  <a:lnTo>
                    <a:pt x="34903" y="9343"/>
                  </a:lnTo>
                  <a:lnTo>
                    <a:pt x="26761" y="14304"/>
                  </a:lnTo>
                  <a:lnTo>
                    <a:pt x="26425" y="14788"/>
                  </a:lnTo>
                  <a:lnTo>
                    <a:pt x="26027" y="17345"/>
                  </a:lnTo>
                  <a:lnTo>
                    <a:pt x="26228" y="17916"/>
                  </a:lnTo>
                  <a:lnTo>
                    <a:pt x="26588" y="18318"/>
                  </a:lnTo>
                  <a:lnTo>
                    <a:pt x="26614" y="19307"/>
                  </a:lnTo>
                  <a:lnTo>
                    <a:pt x="25933" y="19630"/>
                  </a:lnTo>
                  <a:lnTo>
                    <a:pt x="12031" y="21575"/>
                  </a:lnTo>
                  <a:lnTo>
                    <a:pt x="5531" y="19789"/>
                  </a:lnTo>
                  <a:lnTo>
                    <a:pt x="4630" y="18589"/>
                  </a:lnTo>
                  <a:lnTo>
                    <a:pt x="4430" y="16765"/>
                  </a:lnTo>
                  <a:lnTo>
                    <a:pt x="5173" y="16373"/>
                  </a:lnTo>
                  <a:lnTo>
                    <a:pt x="6602" y="16124"/>
                  </a:lnTo>
                  <a:lnTo>
                    <a:pt x="6268" y="15291"/>
                  </a:lnTo>
                  <a:lnTo>
                    <a:pt x="5347" y="13836"/>
                  </a:lnTo>
                  <a:lnTo>
                    <a:pt x="5285" y="12589"/>
                  </a:lnTo>
                  <a:lnTo>
                    <a:pt x="7224" y="9476"/>
                  </a:lnTo>
                  <a:lnTo>
                    <a:pt x="8192" y="8645"/>
                  </a:lnTo>
                  <a:lnTo>
                    <a:pt x="4485" y="5722"/>
                  </a:lnTo>
                  <a:lnTo>
                    <a:pt x="4027" y="5058"/>
                  </a:lnTo>
                  <a:lnTo>
                    <a:pt x="3537" y="4865"/>
                  </a:lnTo>
                  <a:lnTo>
                    <a:pt x="1764" y="5211"/>
                  </a:lnTo>
                  <a:lnTo>
                    <a:pt x="0" y="5026"/>
                  </a:lnTo>
                  <a:lnTo>
                    <a:pt x="617" y="3843"/>
                  </a:lnTo>
                  <a:lnTo>
                    <a:pt x="1102" y="1942"/>
                  </a:lnTo>
                  <a:lnTo>
                    <a:pt x="2657" y="273"/>
                  </a:lnTo>
                  <a:lnTo>
                    <a:pt x="3789" y="0"/>
                  </a:lnTo>
                  <a:lnTo>
                    <a:pt x="4948" y="199"/>
                  </a:lnTo>
                  <a:lnTo>
                    <a:pt x="10339" y="256"/>
                  </a:lnTo>
                  <a:lnTo>
                    <a:pt x="15664" y="1148"/>
                  </a:lnTo>
                  <a:lnTo>
                    <a:pt x="20994" y="1768"/>
                  </a:lnTo>
                  <a:lnTo>
                    <a:pt x="29796" y="233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2918390" y="5809448"/>
              <a:ext cx="18440" cy="25809"/>
            </a:xfrm>
            <a:custGeom>
              <a:avLst/>
              <a:pathLst>
                <a:path w="18440" h="25809">
                  <a:moveTo>
                    <a:pt x="16214" y="7901"/>
                  </a:moveTo>
                  <a:lnTo>
                    <a:pt x="15683" y="14353"/>
                  </a:lnTo>
                  <a:lnTo>
                    <a:pt x="15830" y="15701"/>
                  </a:lnTo>
                  <a:lnTo>
                    <a:pt x="16295" y="17068"/>
                  </a:lnTo>
                  <a:lnTo>
                    <a:pt x="18305" y="20629"/>
                  </a:lnTo>
                  <a:lnTo>
                    <a:pt x="18440" y="23322"/>
                  </a:lnTo>
                  <a:lnTo>
                    <a:pt x="18381" y="24352"/>
                  </a:lnTo>
                  <a:lnTo>
                    <a:pt x="17559" y="25809"/>
                  </a:lnTo>
                  <a:lnTo>
                    <a:pt x="14743" y="25463"/>
                  </a:lnTo>
                  <a:lnTo>
                    <a:pt x="13827" y="24689"/>
                  </a:lnTo>
                  <a:lnTo>
                    <a:pt x="13509" y="24187"/>
                  </a:lnTo>
                  <a:lnTo>
                    <a:pt x="12020" y="17902"/>
                  </a:lnTo>
                  <a:lnTo>
                    <a:pt x="11175" y="16454"/>
                  </a:lnTo>
                  <a:lnTo>
                    <a:pt x="9865" y="15170"/>
                  </a:lnTo>
                  <a:lnTo>
                    <a:pt x="4831" y="13963"/>
                  </a:lnTo>
                  <a:lnTo>
                    <a:pt x="0" y="14399"/>
                  </a:lnTo>
                  <a:lnTo>
                    <a:pt x="1192" y="12925"/>
                  </a:lnTo>
                  <a:lnTo>
                    <a:pt x="8483" y="10936"/>
                  </a:lnTo>
                  <a:lnTo>
                    <a:pt x="10321" y="9473"/>
                  </a:lnTo>
                  <a:lnTo>
                    <a:pt x="11478" y="7707"/>
                  </a:lnTo>
                  <a:lnTo>
                    <a:pt x="11993" y="5058"/>
                  </a:lnTo>
                  <a:lnTo>
                    <a:pt x="13266" y="1697"/>
                  </a:lnTo>
                  <a:lnTo>
                    <a:pt x="15275" y="176"/>
                  </a:lnTo>
                  <a:lnTo>
                    <a:pt x="16523" y="0"/>
                  </a:lnTo>
                  <a:lnTo>
                    <a:pt x="17199" y="2735"/>
                  </a:lnTo>
                  <a:lnTo>
                    <a:pt x="17199" y="52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5093129" y="5800618"/>
              <a:ext cx="5460" cy="9009"/>
            </a:xfrm>
            <a:custGeom>
              <a:avLst/>
              <a:pathLst>
                <a:path w="5460" h="9009">
                  <a:moveTo>
                    <a:pt x="4135" y="8408"/>
                  </a:moveTo>
                  <a:lnTo>
                    <a:pt x="2608" y="9009"/>
                  </a:lnTo>
                  <a:lnTo>
                    <a:pt x="486" y="7124"/>
                  </a:lnTo>
                  <a:lnTo>
                    <a:pt x="0" y="6472"/>
                  </a:lnTo>
                  <a:lnTo>
                    <a:pt x="2042" y="2885"/>
                  </a:lnTo>
                  <a:lnTo>
                    <a:pt x="1884" y="1734"/>
                  </a:lnTo>
                  <a:lnTo>
                    <a:pt x="2184" y="759"/>
                  </a:lnTo>
                  <a:lnTo>
                    <a:pt x="2958" y="0"/>
                  </a:lnTo>
                  <a:lnTo>
                    <a:pt x="3448" y="112"/>
                  </a:lnTo>
                  <a:lnTo>
                    <a:pt x="4622" y="4086"/>
                  </a:lnTo>
                  <a:lnTo>
                    <a:pt x="5460" y="5731"/>
                  </a:lnTo>
                  <a:lnTo>
                    <a:pt x="4306" y="731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1721596" y="5799392"/>
              <a:ext cx="41204" cy="28876"/>
            </a:xfrm>
            <a:custGeom>
              <a:avLst/>
              <a:pathLst>
                <a:path w="41204" h="28876">
                  <a:moveTo>
                    <a:pt x="12481" y="216"/>
                  </a:moveTo>
                  <a:lnTo>
                    <a:pt x="15486" y="1061"/>
                  </a:lnTo>
                  <a:lnTo>
                    <a:pt x="16501" y="2302"/>
                  </a:lnTo>
                  <a:lnTo>
                    <a:pt x="17855" y="3231"/>
                  </a:lnTo>
                  <a:lnTo>
                    <a:pt x="19227" y="3745"/>
                  </a:lnTo>
                  <a:lnTo>
                    <a:pt x="20465" y="5150"/>
                  </a:lnTo>
                  <a:lnTo>
                    <a:pt x="21208" y="7609"/>
                  </a:lnTo>
                  <a:lnTo>
                    <a:pt x="21860" y="8379"/>
                  </a:lnTo>
                  <a:lnTo>
                    <a:pt x="23879" y="10015"/>
                  </a:lnTo>
                  <a:lnTo>
                    <a:pt x="24585" y="11450"/>
                  </a:lnTo>
                  <a:lnTo>
                    <a:pt x="24447" y="12163"/>
                  </a:lnTo>
                  <a:lnTo>
                    <a:pt x="20628" y="12760"/>
                  </a:lnTo>
                  <a:lnTo>
                    <a:pt x="19370" y="12523"/>
                  </a:lnTo>
                  <a:lnTo>
                    <a:pt x="18175" y="12985"/>
                  </a:lnTo>
                  <a:lnTo>
                    <a:pt x="17818" y="13879"/>
                  </a:lnTo>
                  <a:lnTo>
                    <a:pt x="17851" y="14811"/>
                  </a:lnTo>
                  <a:lnTo>
                    <a:pt x="18514" y="15455"/>
                  </a:lnTo>
                  <a:lnTo>
                    <a:pt x="19924" y="16052"/>
                  </a:lnTo>
                  <a:lnTo>
                    <a:pt x="21310" y="15992"/>
                  </a:lnTo>
                  <a:lnTo>
                    <a:pt x="23871" y="15265"/>
                  </a:lnTo>
                  <a:lnTo>
                    <a:pt x="25034" y="15420"/>
                  </a:lnTo>
                  <a:lnTo>
                    <a:pt x="26347" y="16165"/>
                  </a:lnTo>
                  <a:lnTo>
                    <a:pt x="27657" y="16277"/>
                  </a:lnTo>
                  <a:lnTo>
                    <a:pt x="31053" y="13908"/>
                  </a:lnTo>
                  <a:lnTo>
                    <a:pt x="31926" y="13484"/>
                  </a:lnTo>
                  <a:lnTo>
                    <a:pt x="32806" y="13617"/>
                  </a:lnTo>
                  <a:lnTo>
                    <a:pt x="37479" y="16401"/>
                  </a:lnTo>
                  <a:lnTo>
                    <a:pt x="38461" y="17772"/>
                  </a:lnTo>
                  <a:lnTo>
                    <a:pt x="37796" y="18554"/>
                  </a:lnTo>
                  <a:lnTo>
                    <a:pt x="37214" y="19659"/>
                  </a:lnTo>
                  <a:lnTo>
                    <a:pt x="37469" y="20453"/>
                  </a:lnTo>
                  <a:lnTo>
                    <a:pt x="39706" y="21544"/>
                  </a:lnTo>
                  <a:lnTo>
                    <a:pt x="40628" y="22992"/>
                  </a:lnTo>
                  <a:lnTo>
                    <a:pt x="41204" y="23561"/>
                  </a:lnTo>
                  <a:lnTo>
                    <a:pt x="41084" y="24776"/>
                  </a:lnTo>
                  <a:lnTo>
                    <a:pt x="40769" y="26279"/>
                  </a:lnTo>
                  <a:lnTo>
                    <a:pt x="40792" y="27976"/>
                  </a:lnTo>
                  <a:lnTo>
                    <a:pt x="39649" y="28876"/>
                  </a:lnTo>
                  <a:lnTo>
                    <a:pt x="39137" y="28873"/>
                  </a:lnTo>
                  <a:lnTo>
                    <a:pt x="36674" y="27973"/>
                  </a:lnTo>
                  <a:lnTo>
                    <a:pt x="29025" y="27462"/>
                  </a:lnTo>
                  <a:lnTo>
                    <a:pt x="26566" y="26698"/>
                  </a:lnTo>
                  <a:lnTo>
                    <a:pt x="22804" y="23373"/>
                  </a:lnTo>
                  <a:lnTo>
                    <a:pt x="21345" y="23160"/>
                  </a:lnTo>
                  <a:lnTo>
                    <a:pt x="19830" y="22354"/>
                  </a:lnTo>
                  <a:lnTo>
                    <a:pt x="17512" y="19965"/>
                  </a:lnTo>
                  <a:lnTo>
                    <a:pt x="13455" y="18084"/>
                  </a:lnTo>
                  <a:lnTo>
                    <a:pt x="10871" y="15755"/>
                  </a:lnTo>
                  <a:lnTo>
                    <a:pt x="10940" y="13810"/>
                  </a:lnTo>
                  <a:lnTo>
                    <a:pt x="10594" y="12448"/>
                  </a:lnTo>
                  <a:lnTo>
                    <a:pt x="10113" y="11857"/>
                  </a:lnTo>
                  <a:lnTo>
                    <a:pt x="9611" y="11554"/>
                  </a:lnTo>
                  <a:lnTo>
                    <a:pt x="8154" y="11072"/>
                  </a:lnTo>
                  <a:lnTo>
                    <a:pt x="6708" y="11181"/>
                  </a:lnTo>
                  <a:lnTo>
                    <a:pt x="5988" y="11756"/>
                  </a:lnTo>
                  <a:lnTo>
                    <a:pt x="4799" y="13204"/>
                  </a:lnTo>
                  <a:lnTo>
                    <a:pt x="3485" y="13452"/>
                  </a:lnTo>
                  <a:lnTo>
                    <a:pt x="2469" y="13164"/>
                  </a:lnTo>
                  <a:lnTo>
                    <a:pt x="2241" y="12841"/>
                  </a:lnTo>
                  <a:lnTo>
                    <a:pt x="2227" y="9060"/>
                  </a:lnTo>
                  <a:lnTo>
                    <a:pt x="1101" y="8527"/>
                  </a:lnTo>
                  <a:lnTo>
                    <a:pt x="166" y="7015"/>
                  </a:lnTo>
                  <a:lnTo>
                    <a:pt x="0" y="4963"/>
                  </a:lnTo>
                  <a:lnTo>
                    <a:pt x="394" y="3052"/>
                  </a:lnTo>
                  <a:lnTo>
                    <a:pt x="1833" y="741"/>
                  </a:lnTo>
                  <a:lnTo>
                    <a:pt x="3469" y="455"/>
                  </a:lnTo>
                  <a:lnTo>
                    <a:pt x="5123" y="860"/>
                  </a:lnTo>
                  <a:lnTo>
                    <a:pt x="6802" y="351"/>
                  </a:lnTo>
                  <a:lnTo>
                    <a:pt x="944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2326643" y="5794117"/>
              <a:ext cx="6860" cy="8146"/>
            </a:xfrm>
            <a:custGeom>
              <a:avLst/>
              <a:pathLst>
                <a:path w="6860" h="8146">
                  <a:moveTo>
                    <a:pt x="3045" y="7577"/>
                  </a:moveTo>
                  <a:lnTo>
                    <a:pt x="1951" y="8146"/>
                  </a:lnTo>
                  <a:lnTo>
                    <a:pt x="1230" y="7834"/>
                  </a:lnTo>
                  <a:lnTo>
                    <a:pt x="0" y="6354"/>
                  </a:lnTo>
                  <a:lnTo>
                    <a:pt x="138" y="5208"/>
                  </a:lnTo>
                  <a:lnTo>
                    <a:pt x="705" y="4400"/>
                  </a:lnTo>
                  <a:lnTo>
                    <a:pt x="1111" y="3540"/>
                  </a:lnTo>
                  <a:lnTo>
                    <a:pt x="3571" y="380"/>
                  </a:lnTo>
                  <a:lnTo>
                    <a:pt x="5364" y="0"/>
                  </a:lnTo>
                  <a:lnTo>
                    <a:pt x="6860" y="692"/>
                  </a:lnTo>
                  <a:lnTo>
                    <a:pt x="5272" y="3681"/>
                  </a:lnTo>
                  <a:lnTo>
                    <a:pt x="4828" y="578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1974792" y="5789407"/>
              <a:ext cx="6743" cy="8010"/>
            </a:xfrm>
            <a:custGeom>
              <a:avLst/>
              <a:pathLst>
                <a:path w="6743" h="8010">
                  <a:moveTo>
                    <a:pt x="6743" y="6657"/>
                  </a:moveTo>
                  <a:lnTo>
                    <a:pt x="5362" y="8010"/>
                  </a:lnTo>
                  <a:lnTo>
                    <a:pt x="2848" y="7669"/>
                  </a:lnTo>
                  <a:lnTo>
                    <a:pt x="895" y="5465"/>
                  </a:lnTo>
                  <a:lnTo>
                    <a:pt x="94" y="2522"/>
                  </a:lnTo>
                  <a:lnTo>
                    <a:pt x="0" y="1491"/>
                  </a:lnTo>
                  <a:lnTo>
                    <a:pt x="536" y="735"/>
                  </a:lnTo>
                  <a:lnTo>
                    <a:pt x="180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2304502" y="5785844"/>
              <a:ext cx="21263" cy="23370"/>
            </a:xfrm>
            <a:custGeom>
              <a:avLst/>
              <a:pathLst>
                <a:path w="21263" h="23370">
                  <a:moveTo>
                    <a:pt x="19780" y="8215"/>
                  </a:moveTo>
                  <a:lnTo>
                    <a:pt x="18139" y="12079"/>
                  </a:lnTo>
                  <a:lnTo>
                    <a:pt x="17872" y="12514"/>
                  </a:lnTo>
                  <a:lnTo>
                    <a:pt x="16223" y="13441"/>
                  </a:lnTo>
                  <a:lnTo>
                    <a:pt x="16817" y="14508"/>
                  </a:lnTo>
                  <a:lnTo>
                    <a:pt x="17270" y="14990"/>
                  </a:lnTo>
                  <a:lnTo>
                    <a:pt x="17552" y="16214"/>
                  </a:lnTo>
                  <a:lnTo>
                    <a:pt x="18500" y="17928"/>
                  </a:lnTo>
                  <a:lnTo>
                    <a:pt x="19648" y="19024"/>
                  </a:lnTo>
                  <a:lnTo>
                    <a:pt x="18671" y="22014"/>
                  </a:lnTo>
                  <a:lnTo>
                    <a:pt x="17280" y="23370"/>
                  </a:lnTo>
                  <a:lnTo>
                    <a:pt x="2220" y="15135"/>
                  </a:lnTo>
                  <a:lnTo>
                    <a:pt x="1057" y="13816"/>
                  </a:lnTo>
                  <a:lnTo>
                    <a:pt x="491" y="12832"/>
                  </a:lnTo>
                  <a:lnTo>
                    <a:pt x="67" y="11300"/>
                  </a:lnTo>
                  <a:lnTo>
                    <a:pt x="0" y="9753"/>
                  </a:lnTo>
                  <a:lnTo>
                    <a:pt x="385" y="8521"/>
                  </a:lnTo>
                  <a:lnTo>
                    <a:pt x="893" y="7831"/>
                  </a:lnTo>
                  <a:lnTo>
                    <a:pt x="2256" y="6971"/>
                  </a:lnTo>
                  <a:lnTo>
                    <a:pt x="3653" y="6911"/>
                  </a:lnTo>
                  <a:lnTo>
                    <a:pt x="6705" y="8524"/>
                  </a:lnTo>
                  <a:lnTo>
                    <a:pt x="7140" y="8293"/>
                  </a:lnTo>
                  <a:lnTo>
                    <a:pt x="7712" y="6830"/>
                  </a:lnTo>
                  <a:lnTo>
                    <a:pt x="9313" y="6795"/>
                  </a:lnTo>
                  <a:lnTo>
                    <a:pt x="9680" y="5583"/>
                  </a:lnTo>
                  <a:lnTo>
                    <a:pt x="7459" y="5136"/>
                  </a:lnTo>
                  <a:lnTo>
                    <a:pt x="5633" y="3907"/>
                  </a:lnTo>
                  <a:lnTo>
                    <a:pt x="4481" y="2677"/>
                  </a:lnTo>
                  <a:lnTo>
                    <a:pt x="4148" y="1740"/>
                  </a:lnTo>
                  <a:lnTo>
                    <a:pt x="8170" y="0"/>
                  </a:lnTo>
                  <a:lnTo>
                    <a:pt x="18424" y="2167"/>
                  </a:lnTo>
                  <a:lnTo>
                    <a:pt x="19995" y="2911"/>
                  </a:lnTo>
                  <a:lnTo>
                    <a:pt x="20673" y="3866"/>
                  </a:lnTo>
                  <a:lnTo>
                    <a:pt x="21263" y="522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2099913" y="5785823"/>
              <a:ext cx="4058" cy="2969"/>
            </a:xfrm>
            <a:custGeom>
              <a:avLst/>
              <a:pathLst>
                <a:path w="4058" h="2969">
                  <a:moveTo>
                    <a:pt x="3606" y="2955"/>
                  </a:moveTo>
                  <a:lnTo>
                    <a:pt x="1676" y="2969"/>
                  </a:lnTo>
                  <a:lnTo>
                    <a:pt x="398" y="1895"/>
                  </a:lnTo>
                  <a:lnTo>
                    <a:pt x="0" y="1191"/>
                  </a:lnTo>
                  <a:lnTo>
                    <a:pt x="751" y="98"/>
                  </a:lnTo>
                  <a:lnTo>
                    <a:pt x="1236" y="0"/>
                  </a:lnTo>
                  <a:lnTo>
                    <a:pt x="3561" y="1841"/>
                  </a:lnTo>
                  <a:lnTo>
                    <a:pt x="4058" y="259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2127657" y="5777775"/>
              <a:ext cx="10436" cy="19495"/>
            </a:xfrm>
            <a:custGeom>
              <a:avLst/>
              <a:pathLst>
                <a:path w="10436" h="19495">
                  <a:moveTo>
                    <a:pt x="5783" y="18759"/>
                  </a:moveTo>
                  <a:lnTo>
                    <a:pt x="3699" y="19495"/>
                  </a:lnTo>
                  <a:lnTo>
                    <a:pt x="1807" y="19152"/>
                  </a:lnTo>
                  <a:lnTo>
                    <a:pt x="2493" y="12425"/>
                  </a:lnTo>
                  <a:lnTo>
                    <a:pt x="3555" y="10700"/>
                  </a:lnTo>
                  <a:lnTo>
                    <a:pt x="3269" y="9470"/>
                  </a:lnTo>
                  <a:lnTo>
                    <a:pt x="1346" y="6094"/>
                  </a:lnTo>
                  <a:lnTo>
                    <a:pt x="0" y="2256"/>
                  </a:lnTo>
                  <a:lnTo>
                    <a:pt x="654" y="1373"/>
                  </a:lnTo>
                  <a:lnTo>
                    <a:pt x="4161" y="0"/>
                  </a:lnTo>
                  <a:lnTo>
                    <a:pt x="8205" y="265"/>
                  </a:lnTo>
                  <a:lnTo>
                    <a:pt x="9798" y="1869"/>
                  </a:lnTo>
                  <a:lnTo>
                    <a:pt x="10295" y="3950"/>
                  </a:lnTo>
                  <a:lnTo>
                    <a:pt x="10104" y="5448"/>
                  </a:lnTo>
                  <a:lnTo>
                    <a:pt x="8796" y="8163"/>
                  </a:lnTo>
                  <a:lnTo>
                    <a:pt x="10149" y="9060"/>
                  </a:lnTo>
                  <a:lnTo>
                    <a:pt x="10436" y="10910"/>
                  </a:lnTo>
                  <a:lnTo>
                    <a:pt x="10156" y="13167"/>
                  </a:lnTo>
                  <a:lnTo>
                    <a:pt x="8822" y="15856"/>
                  </a:lnTo>
                  <a:lnTo>
                    <a:pt x="7626" y="174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2086744" y="5775432"/>
              <a:ext cx="9617" cy="5961"/>
            </a:xfrm>
            <a:custGeom>
              <a:avLst/>
              <a:pathLst>
                <a:path w="9617" h="5961">
                  <a:moveTo>
                    <a:pt x="2792" y="5820"/>
                  </a:moveTo>
                  <a:lnTo>
                    <a:pt x="607" y="5961"/>
                  </a:lnTo>
                  <a:lnTo>
                    <a:pt x="0" y="5283"/>
                  </a:lnTo>
                  <a:lnTo>
                    <a:pt x="650" y="3880"/>
                  </a:lnTo>
                  <a:lnTo>
                    <a:pt x="5903" y="1451"/>
                  </a:lnTo>
                  <a:lnTo>
                    <a:pt x="8026" y="0"/>
                  </a:lnTo>
                  <a:lnTo>
                    <a:pt x="8341" y="227"/>
                  </a:lnTo>
                  <a:lnTo>
                    <a:pt x="8619" y="698"/>
                  </a:lnTo>
                  <a:lnTo>
                    <a:pt x="9527" y="3577"/>
                  </a:lnTo>
                  <a:lnTo>
                    <a:pt x="9617" y="427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2981059" y="5775152"/>
              <a:ext cx="4679" cy="7216"/>
            </a:xfrm>
            <a:custGeom>
              <a:avLst/>
              <a:pathLst>
                <a:path w="4679" h="7216">
                  <a:moveTo>
                    <a:pt x="4679" y="6515"/>
                  </a:moveTo>
                  <a:lnTo>
                    <a:pt x="3880" y="7216"/>
                  </a:lnTo>
                  <a:lnTo>
                    <a:pt x="2259" y="7196"/>
                  </a:lnTo>
                  <a:lnTo>
                    <a:pt x="721" y="5725"/>
                  </a:lnTo>
                  <a:lnTo>
                    <a:pt x="77" y="3653"/>
                  </a:lnTo>
                  <a:lnTo>
                    <a:pt x="0" y="2135"/>
                  </a:lnTo>
                  <a:lnTo>
                    <a:pt x="694" y="441"/>
                  </a:lnTo>
                  <a:lnTo>
                    <a:pt x="1824" y="0"/>
                  </a:lnTo>
                  <a:lnTo>
                    <a:pt x="2426" y="574"/>
                  </a:lnTo>
                  <a:lnTo>
                    <a:pt x="3906" y="41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3945426" y="5764236"/>
              <a:ext cx="4900" cy="6235"/>
            </a:xfrm>
            <a:custGeom>
              <a:avLst/>
              <a:pathLst>
                <a:path w="4900" h="6235">
                  <a:moveTo>
                    <a:pt x="599" y="6233"/>
                  </a:moveTo>
                  <a:lnTo>
                    <a:pt x="0" y="6235"/>
                  </a:lnTo>
                  <a:lnTo>
                    <a:pt x="309" y="5061"/>
                  </a:lnTo>
                  <a:lnTo>
                    <a:pt x="1787" y="2983"/>
                  </a:lnTo>
                  <a:lnTo>
                    <a:pt x="2931" y="412"/>
                  </a:lnTo>
                  <a:lnTo>
                    <a:pt x="3638" y="0"/>
                  </a:lnTo>
                  <a:lnTo>
                    <a:pt x="4900" y="2253"/>
                  </a:lnTo>
                  <a:lnTo>
                    <a:pt x="4636" y="4123"/>
                  </a:lnTo>
                  <a:lnTo>
                    <a:pt x="2959" y="552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3021408" y="5761622"/>
              <a:ext cx="5159" cy="5774"/>
            </a:xfrm>
            <a:custGeom>
              <a:avLst/>
              <a:pathLst>
                <a:path w="5159" h="5774">
                  <a:moveTo>
                    <a:pt x="5159" y="5101"/>
                  </a:moveTo>
                  <a:lnTo>
                    <a:pt x="4256" y="5774"/>
                  </a:lnTo>
                  <a:lnTo>
                    <a:pt x="2760" y="5526"/>
                  </a:lnTo>
                  <a:lnTo>
                    <a:pt x="850" y="4031"/>
                  </a:lnTo>
                  <a:lnTo>
                    <a:pt x="222" y="2902"/>
                  </a:lnTo>
                  <a:lnTo>
                    <a:pt x="0" y="1884"/>
                  </a:lnTo>
                  <a:lnTo>
                    <a:pt x="550" y="412"/>
                  </a:lnTo>
                  <a:lnTo>
                    <a:pt x="996" y="0"/>
                  </a:lnTo>
                  <a:lnTo>
                    <a:pt x="1980" y="173"/>
                  </a:lnTo>
                  <a:lnTo>
                    <a:pt x="3709" y="2086"/>
                  </a:lnTo>
                  <a:lnTo>
                    <a:pt x="4865" y="411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3960003" y="5758467"/>
              <a:ext cx="2563" cy="4513"/>
            </a:xfrm>
            <a:custGeom>
              <a:avLst/>
              <a:pathLst>
                <a:path w="2563" h="4513">
                  <a:moveTo>
                    <a:pt x="2563" y="704"/>
                  </a:moveTo>
                  <a:lnTo>
                    <a:pt x="1128" y="4513"/>
                  </a:lnTo>
                  <a:lnTo>
                    <a:pt x="578" y="4438"/>
                  </a:lnTo>
                  <a:lnTo>
                    <a:pt x="0" y="2196"/>
                  </a:lnTo>
                  <a:lnTo>
                    <a:pt x="505" y="828"/>
                  </a:lnTo>
                  <a:lnTo>
                    <a:pt x="1175" y="0"/>
                  </a:lnTo>
                  <a:lnTo>
                    <a:pt x="2301" y="4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2006794" y="5754621"/>
              <a:ext cx="77019" cy="24069"/>
            </a:xfrm>
            <a:custGeom>
              <a:avLst/>
              <a:pathLst>
                <a:path w="77019" h="24069">
                  <a:moveTo>
                    <a:pt x="47948" y="4394"/>
                  </a:moveTo>
                  <a:lnTo>
                    <a:pt x="46985" y="7525"/>
                  </a:lnTo>
                  <a:lnTo>
                    <a:pt x="47075" y="10616"/>
                  </a:lnTo>
                  <a:lnTo>
                    <a:pt x="49855" y="10425"/>
                  </a:lnTo>
                  <a:lnTo>
                    <a:pt x="51072" y="4582"/>
                  </a:lnTo>
                  <a:lnTo>
                    <a:pt x="53698" y="3512"/>
                  </a:lnTo>
                  <a:lnTo>
                    <a:pt x="54961" y="6989"/>
                  </a:lnTo>
                  <a:lnTo>
                    <a:pt x="53729" y="9791"/>
                  </a:lnTo>
                  <a:lnTo>
                    <a:pt x="54369" y="11389"/>
                  </a:lnTo>
                  <a:lnTo>
                    <a:pt x="55112" y="12544"/>
                  </a:lnTo>
                  <a:lnTo>
                    <a:pt x="56418" y="12567"/>
                  </a:lnTo>
                  <a:lnTo>
                    <a:pt x="57590" y="10876"/>
                  </a:lnTo>
                  <a:lnTo>
                    <a:pt x="58118" y="9669"/>
                  </a:lnTo>
                  <a:lnTo>
                    <a:pt x="58580" y="8322"/>
                  </a:lnTo>
                  <a:lnTo>
                    <a:pt x="59331" y="5327"/>
                  </a:lnTo>
                  <a:lnTo>
                    <a:pt x="61821" y="2577"/>
                  </a:lnTo>
                  <a:lnTo>
                    <a:pt x="67340" y="2144"/>
                  </a:lnTo>
                  <a:lnTo>
                    <a:pt x="70274" y="3892"/>
                  </a:lnTo>
                  <a:lnTo>
                    <a:pt x="68307" y="8313"/>
                  </a:lnTo>
                  <a:lnTo>
                    <a:pt x="63575" y="10870"/>
                  </a:lnTo>
                  <a:lnTo>
                    <a:pt x="60578" y="13536"/>
                  </a:lnTo>
                  <a:lnTo>
                    <a:pt x="61586" y="14278"/>
                  </a:lnTo>
                  <a:lnTo>
                    <a:pt x="62624" y="14647"/>
                  </a:lnTo>
                  <a:lnTo>
                    <a:pt x="63545" y="14529"/>
                  </a:lnTo>
                  <a:lnTo>
                    <a:pt x="66217" y="13115"/>
                  </a:lnTo>
                  <a:lnTo>
                    <a:pt x="72757" y="10584"/>
                  </a:lnTo>
                  <a:lnTo>
                    <a:pt x="75266" y="8654"/>
                  </a:lnTo>
                  <a:lnTo>
                    <a:pt x="76129" y="9003"/>
                  </a:lnTo>
                  <a:lnTo>
                    <a:pt x="76128" y="12151"/>
                  </a:lnTo>
                  <a:lnTo>
                    <a:pt x="77019" y="14330"/>
                  </a:lnTo>
                  <a:lnTo>
                    <a:pt x="76515" y="19094"/>
                  </a:lnTo>
                  <a:lnTo>
                    <a:pt x="73673" y="19951"/>
                  </a:lnTo>
                  <a:lnTo>
                    <a:pt x="70806" y="20390"/>
                  </a:lnTo>
                  <a:lnTo>
                    <a:pt x="71531" y="22485"/>
                  </a:lnTo>
                  <a:lnTo>
                    <a:pt x="71354" y="23359"/>
                  </a:lnTo>
                  <a:lnTo>
                    <a:pt x="71106" y="24037"/>
                  </a:lnTo>
                  <a:lnTo>
                    <a:pt x="63828" y="23163"/>
                  </a:lnTo>
                  <a:lnTo>
                    <a:pt x="62565" y="23469"/>
                  </a:lnTo>
                  <a:lnTo>
                    <a:pt x="61306" y="24069"/>
                  </a:lnTo>
                  <a:lnTo>
                    <a:pt x="60024" y="23936"/>
                  </a:lnTo>
                  <a:lnTo>
                    <a:pt x="57496" y="22372"/>
                  </a:lnTo>
                  <a:lnTo>
                    <a:pt x="56187" y="22398"/>
                  </a:lnTo>
                  <a:lnTo>
                    <a:pt x="53575" y="23163"/>
                  </a:lnTo>
                  <a:lnTo>
                    <a:pt x="50932" y="23440"/>
                  </a:lnTo>
                  <a:lnTo>
                    <a:pt x="47127" y="23411"/>
                  </a:lnTo>
                  <a:lnTo>
                    <a:pt x="44352" y="23163"/>
                  </a:lnTo>
                  <a:lnTo>
                    <a:pt x="41707" y="21452"/>
                  </a:lnTo>
                  <a:lnTo>
                    <a:pt x="38972" y="20964"/>
                  </a:lnTo>
                  <a:lnTo>
                    <a:pt x="35937" y="20927"/>
                  </a:lnTo>
                  <a:lnTo>
                    <a:pt x="32695" y="18996"/>
                  </a:lnTo>
                  <a:lnTo>
                    <a:pt x="29992" y="18205"/>
                  </a:lnTo>
                  <a:lnTo>
                    <a:pt x="26110" y="16211"/>
                  </a:lnTo>
                  <a:lnTo>
                    <a:pt x="25090" y="15461"/>
                  </a:lnTo>
                  <a:lnTo>
                    <a:pt x="24055" y="15037"/>
                  </a:lnTo>
                  <a:lnTo>
                    <a:pt x="22213" y="15199"/>
                  </a:lnTo>
                  <a:lnTo>
                    <a:pt x="8081" y="12171"/>
                  </a:lnTo>
                  <a:lnTo>
                    <a:pt x="6005" y="12232"/>
                  </a:lnTo>
                  <a:lnTo>
                    <a:pt x="4659" y="12604"/>
                  </a:lnTo>
                  <a:lnTo>
                    <a:pt x="3310" y="12446"/>
                  </a:lnTo>
                  <a:lnTo>
                    <a:pt x="554" y="10977"/>
                  </a:lnTo>
                  <a:lnTo>
                    <a:pt x="0" y="9375"/>
                  </a:lnTo>
                  <a:lnTo>
                    <a:pt x="287" y="7930"/>
                  </a:lnTo>
                  <a:lnTo>
                    <a:pt x="875" y="7254"/>
                  </a:lnTo>
                  <a:lnTo>
                    <a:pt x="2106" y="6550"/>
                  </a:lnTo>
                  <a:lnTo>
                    <a:pt x="21719" y="3012"/>
                  </a:lnTo>
                  <a:lnTo>
                    <a:pt x="23789" y="2043"/>
                  </a:lnTo>
                  <a:lnTo>
                    <a:pt x="25311" y="2161"/>
                  </a:lnTo>
                  <a:lnTo>
                    <a:pt x="26440" y="5191"/>
                  </a:lnTo>
                  <a:lnTo>
                    <a:pt x="28166" y="8342"/>
                  </a:lnTo>
                  <a:lnTo>
                    <a:pt x="28725" y="8290"/>
                  </a:lnTo>
                  <a:lnTo>
                    <a:pt x="29282" y="7955"/>
                  </a:lnTo>
                  <a:lnTo>
                    <a:pt x="31233" y="5353"/>
                  </a:lnTo>
                  <a:lnTo>
                    <a:pt x="34742" y="6158"/>
                  </a:lnTo>
                  <a:lnTo>
                    <a:pt x="36695" y="4986"/>
                  </a:lnTo>
                  <a:lnTo>
                    <a:pt x="38030" y="2675"/>
                  </a:lnTo>
                  <a:lnTo>
                    <a:pt x="41994" y="0"/>
                  </a:lnTo>
                  <a:lnTo>
                    <a:pt x="44505" y="525"/>
                  </a:lnTo>
                  <a:lnTo>
                    <a:pt x="46835" y="166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3129959" y="5733582"/>
              <a:ext cx="5097" cy="5462"/>
            </a:xfrm>
            <a:custGeom>
              <a:avLst/>
              <a:pathLst>
                <a:path w="5097" h="5462">
                  <a:moveTo>
                    <a:pt x="5097" y="4787"/>
                  </a:moveTo>
                  <a:lnTo>
                    <a:pt x="3897" y="5462"/>
                  </a:lnTo>
                  <a:lnTo>
                    <a:pt x="2298" y="5274"/>
                  </a:lnTo>
                  <a:lnTo>
                    <a:pt x="1072" y="4406"/>
                  </a:lnTo>
                  <a:lnTo>
                    <a:pt x="206" y="2695"/>
                  </a:lnTo>
                  <a:lnTo>
                    <a:pt x="0" y="2011"/>
                  </a:lnTo>
                  <a:lnTo>
                    <a:pt x="138" y="868"/>
                  </a:lnTo>
                  <a:lnTo>
                    <a:pt x="55" y="305"/>
                  </a:lnTo>
                  <a:lnTo>
                    <a:pt x="1599" y="0"/>
                  </a:lnTo>
                  <a:lnTo>
                    <a:pt x="2169" y="715"/>
                  </a:lnTo>
                  <a:lnTo>
                    <a:pt x="2413" y="127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2476536" y="5729513"/>
              <a:ext cx="4884" cy="4273"/>
            </a:xfrm>
            <a:custGeom>
              <a:avLst/>
              <a:pathLst>
                <a:path w="4884" h="4273">
                  <a:moveTo>
                    <a:pt x="4476" y="4103"/>
                  </a:moveTo>
                  <a:lnTo>
                    <a:pt x="3342" y="4273"/>
                  </a:lnTo>
                  <a:lnTo>
                    <a:pt x="1779" y="3754"/>
                  </a:lnTo>
                  <a:lnTo>
                    <a:pt x="455" y="2758"/>
                  </a:lnTo>
                  <a:lnTo>
                    <a:pt x="0" y="1575"/>
                  </a:lnTo>
                  <a:lnTo>
                    <a:pt x="652" y="600"/>
                  </a:lnTo>
                  <a:lnTo>
                    <a:pt x="1858" y="0"/>
                  </a:lnTo>
                  <a:lnTo>
                    <a:pt x="3785" y="178"/>
                  </a:lnTo>
                  <a:lnTo>
                    <a:pt x="4691" y="1431"/>
                  </a:lnTo>
                  <a:lnTo>
                    <a:pt x="4884" y="2524"/>
                  </a:lnTo>
                  <a:lnTo>
                    <a:pt x="4661" y="374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3128020" y="5722431"/>
              <a:ext cx="16833" cy="14569"/>
            </a:xfrm>
            <a:custGeom>
              <a:avLst/>
              <a:pathLst>
                <a:path w="16833" h="14569">
                  <a:moveTo>
                    <a:pt x="11830" y="2758"/>
                  </a:moveTo>
                  <a:lnTo>
                    <a:pt x="13072" y="3722"/>
                  </a:lnTo>
                  <a:lnTo>
                    <a:pt x="14978" y="3595"/>
                  </a:lnTo>
                  <a:lnTo>
                    <a:pt x="16833" y="4328"/>
                  </a:lnTo>
                  <a:lnTo>
                    <a:pt x="16529" y="5347"/>
                  </a:lnTo>
                  <a:lnTo>
                    <a:pt x="15465" y="6712"/>
                  </a:lnTo>
                  <a:lnTo>
                    <a:pt x="14551" y="9560"/>
                  </a:lnTo>
                  <a:lnTo>
                    <a:pt x="13691" y="10933"/>
                  </a:lnTo>
                  <a:lnTo>
                    <a:pt x="10991" y="13790"/>
                  </a:lnTo>
                  <a:lnTo>
                    <a:pt x="8984" y="14569"/>
                  </a:lnTo>
                  <a:lnTo>
                    <a:pt x="8511" y="12950"/>
                  </a:lnTo>
                  <a:lnTo>
                    <a:pt x="8548" y="11297"/>
                  </a:lnTo>
                  <a:lnTo>
                    <a:pt x="8737" y="10056"/>
                  </a:lnTo>
                  <a:lnTo>
                    <a:pt x="8790" y="9095"/>
                  </a:lnTo>
                  <a:lnTo>
                    <a:pt x="6944" y="7857"/>
                  </a:lnTo>
                  <a:lnTo>
                    <a:pt x="6809" y="6172"/>
                  </a:lnTo>
                  <a:lnTo>
                    <a:pt x="6446" y="5231"/>
                  </a:lnTo>
                  <a:lnTo>
                    <a:pt x="973" y="1817"/>
                  </a:lnTo>
                  <a:lnTo>
                    <a:pt x="0" y="848"/>
                  </a:lnTo>
                  <a:lnTo>
                    <a:pt x="426" y="262"/>
                  </a:lnTo>
                  <a:lnTo>
                    <a:pt x="6070" y="0"/>
                  </a:lnTo>
                  <a:lnTo>
                    <a:pt x="9366" y="58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299788" y="5718842"/>
              <a:ext cx="33625" cy="17134"/>
            </a:xfrm>
            <a:custGeom>
              <a:avLst/>
              <a:pathLst>
                <a:path w="33625" h="17134">
                  <a:moveTo>
                    <a:pt x="31850" y="2429"/>
                  </a:moveTo>
                  <a:lnTo>
                    <a:pt x="33625" y="5038"/>
                  </a:lnTo>
                  <a:lnTo>
                    <a:pt x="31988" y="7133"/>
                  </a:lnTo>
                  <a:lnTo>
                    <a:pt x="26191" y="10968"/>
                  </a:lnTo>
                  <a:lnTo>
                    <a:pt x="22788" y="12425"/>
                  </a:lnTo>
                  <a:lnTo>
                    <a:pt x="19369" y="13573"/>
                  </a:lnTo>
                  <a:lnTo>
                    <a:pt x="3806" y="17123"/>
                  </a:lnTo>
                  <a:lnTo>
                    <a:pt x="2728" y="17134"/>
                  </a:lnTo>
                  <a:lnTo>
                    <a:pt x="1675" y="16661"/>
                  </a:lnTo>
                  <a:lnTo>
                    <a:pt x="1022" y="15882"/>
                  </a:lnTo>
                  <a:lnTo>
                    <a:pt x="0" y="12939"/>
                  </a:lnTo>
                  <a:lnTo>
                    <a:pt x="128" y="11479"/>
                  </a:lnTo>
                  <a:lnTo>
                    <a:pt x="1520" y="10082"/>
                  </a:lnTo>
                  <a:lnTo>
                    <a:pt x="2982" y="9184"/>
                  </a:lnTo>
                  <a:lnTo>
                    <a:pt x="5416" y="8362"/>
                  </a:lnTo>
                  <a:lnTo>
                    <a:pt x="14779" y="6489"/>
                  </a:lnTo>
                  <a:lnTo>
                    <a:pt x="15722" y="5875"/>
                  </a:lnTo>
                  <a:lnTo>
                    <a:pt x="16483" y="4510"/>
                  </a:lnTo>
                  <a:lnTo>
                    <a:pt x="16737" y="2885"/>
                  </a:lnTo>
                  <a:lnTo>
                    <a:pt x="17079" y="1653"/>
                  </a:lnTo>
                  <a:lnTo>
                    <a:pt x="17690" y="1102"/>
                  </a:lnTo>
                  <a:lnTo>
                    <a:pt x="18316" y="1110"/>
                  </a:lnTo>
                  <a:lnTo>
                    <a:pt x="19543" y="2305"/>
                  </a:lnTo>
                  <a:lnTo>
                    <a:pt x="21823" y="7063"/>
                  </a:lnTo>
                  <a:lnTo>
                    <a:pt x="22533" y="6406"/>
                  </a:lnTo>
                  <a:lnTo>
                    <a:pt x="23197" y="5133"/>
                  </a:lnTo>
                  <a:lnTo>
                    <a:pt x="23339" y="998"/>
                  </a:lnTo>
                  <a:lnTo>
                    <a:pt x="23966" y="678"/>
                  </a:lnTo>
                  <a:lnTo>
                    <a:pt x="25964" y="1823"/>
                  </a:lnTo>
                  <a:lnTo>
                    <a:pt x="27218" y="3027"/>
                  </a:lnTo>
                  <a:lnTo>
                    <a:pt x="27240" y="703"/>
                  </a:lnTo>
                  <a:lnTo>
                    <a:pt x="28084" y="0"/>
                  </a:lnTo>
                  <a:lnTo>
                    <a:pt x="28998" y="236"/>
                  </a:lnTo>
                  <a:lnTo>
                    <a:pt x="29887" y="74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2476206" y="5717537"/>
              <a:ext cx="5979" cy="5961"/>
            </a:xfrm>
            <a:custGeom>
              <a:avLst/>
              <a:pathLst>
                <a:path w="5979" h="5961">
                  <a:moveTo>
                    <a:pt x="2667" y="5961"/>
                  </a:moveTo>
                  <a:lnTo>
                    <a:pt x="1697" y="5961"/>
                  </a:lnTo>
                  <a:lnTo>
                    <a:pt x="897" y="5344"/>
                  </a:lnTo>
                  <a:lnTo>
                    <a:pt x="199" y="3552"/>
                  </a:lnTo>
                  <a:lnTo>
                    <a:pt x="0" y="2669"/>
                  </a:lnTo>
                  <a:lnTo>
                    <a:pt x="383" y="701"/>
                  </a:lnTo>
                  <a:lnTo>
                    <a:pt x="1040" y="259"/>
                  </a:lnTo>
                  <a:lnTo>
                    <a:pt x="4790" y="0"/>
                  </a:lnTo>
                  <a:lnTo>
                    <a:pt x="5939" y="1047"/>
                  </a:lnTo>
                  <a:lnTo>
                    <a:pt x="5979" y="2793"/>
                  </a:lnTo>
                  <a:lnTo>
                    <a:pt x="5539" y="407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3095505" y="5714461"/>
              <a:ext cx="6176" cy="6111"/>
            </a:xfrm>
            <a:custGeom>
              <a:avLst/>
              <a:pathLst>
                <a:path w="6176" h="6111">
                  <a:moveTo>
                    <a:pt x="6176" y="4360"/>
                  </a:moveTo>
                  <a:lnTo>
                    <a:pt x="3200" y="6111"/>
                  </a:lnTo>
                  <a:lnTo>
                    <a:pt x="2919" y="5344"/>
                  </a:lnTo>
                  <a:lnTo>
                    <a:pt x="1951" y="4299"/>
                  </a:lnTo>
                  <a:lnTo>
                    <a:pt x="0" y="1416"/>
                  </a:lnTo>
                  <a:lnTo>
                    <a:pt x="2206" y="1211"/>
                  </a:lnTo>
                  <a:lnTo>
                    <a:pt x="4198" y="0"/>
                  </a:lnTo>
                  <a:lnTo>
                    <a:pt x="5295" y="496"/>
                  </a:lnTo>
                  <a:lnTo>
                    <a:pt x="5546" y="81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3197962" y="5713780"/>
              <a:ext cx="7667" cy="7147"/>
            </a:xfrm>
            <a:custGeom>
              <a:avLst/>
              <a:pathLst>
                <a:path w="7667" h="7147">
                  <a:moveTo>
                    <a:pt x="5135" y="6374"/>
                  </a:moveTo>
                  <a:lnTo>
                    <a:pt x="1284" y="7147"/>
                  </a:lnTo>
                  <a:lnTo>
                    <a:pt x="432" y="6255"/>
                  </a:lnTo>
                  <a:lnTo>
                    <a:pt x="0" y="4518"/>
                  </a:lnTo>
                  <a:lnTo>
                    <a:pt x="531" y="3508"/>
                  </a:lnTo>
                  <a:lnTo>
                    <a:pt x="5535" y="0"/>
                  </a:lnTo>
                  <a:lnTo>
                    <a:pt x="6905" y="325"/>
                  </a:lnTo>
                  <a:lnTo>
                    <a:pt x="7334" y="620"/>
                  </a:lnTo>
                  <a:lnTo>
                    <a:pt x="7667" y="1985"/>
                  </a:lnTo>
                  <a:lnTo>
                    <a:pt x="7229" y="4062"/>
                  </a:lnTo>
                  <a:lnTo>
                    <a:pt x="6659" y="509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3128904" y="5710768"/>
              <a:ext cx="9244" cy="7557"/>
            </a:xfrm>
            <a:custGeom>
              <a:avLst/>
              <a:pathLst>
                <a:path w="9244" h="7557">
                  <a:moveTo>
                    <a:pt x="2459" y="7508"/>
                  </a:moveTo>
                  <a:lnTo>
                    <a:pt x="623" y="7557"/>
                  </a:lnTo>
                  <a:lnTo>
                    <a:pt x="74" y="6746"/>
                  </a:lnTo>
                  <a:lnTo>
                    <a:pt x="0" y="6166"/>
                  </a:lnTo>
                  <a:lnTo>
                    <a:pt x="2377" y="1901"/>
                  </a:lnTo>
                  <a:lnTo>
                    <a:pt x="3674" y="816"/>
                  </a:lnTo>
                  <a:lnTo>
                    <a:pt x="6210" y="0"/>
                  </a:lnTo>
                  <a:lnTo>
                    <a:pt x="7854" y="259"/>
                  </a:lnTo>
                  <a:lnTo>
                    <a:pt x="8894" y="1197"/>
                  </a:lnTo>
                  <a:lnTo>
                    <a:pt x="9225" y="2851"/>
                  </a:lnTo>
                  <a:lnTo>
                    <a:pt x="9244" y="5393"/>
                  </a:lnTo>
                  <a:lnTo>
                    <a:pt x="8616" y="671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2353344" y="5710338"/>
              <a:ext cx="5166" cy="5234"/>
            </a:xfrm>
            <a:custGeom>
              <a:avLst/>
              <a:pathLst>
                <a:path w="5166" h="5234">
                  <a:moveTo>
                    <a:pt x="1138" y="0"/>
                  </a:moveTo>
                  <a:lnTo>
                    <a:pt x="1675" y="894"/>
                  </a:lnTo>
                  <a:lnTo>
                    <a:pt x="4129" y="63"/>
                  </a:lnTo>
                  <a:lnTo>
                    <a:pt x="5000" y="966"/>
                  </a:lnTo>
                  <a:lnTo>
                    <a:pt x="5166" y="1546"/>
                  </a:lnTo>
                  <a:lnTo>
                    <a:pt x="4059" y="3733"/>
                  </a:lnTo>
                  <a:lnTo>
                    <a:pt x="2771" y="5133"/>
                  </a:lnTo>
                  <a:lnTo>
                    <a:pt x="1255" y="5234"/>
                  </a:lnTo>
                  <a:lnTo>
                    <a:pt x="150" y="1587"/>
                  </a:lnTo>
                  <a:lnTo>
                    <a:pt x="0" y="68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3982084" y="5710312"/>
              <a:ext cx="5226" cy="10896"/>
            </a:xfrm>
            <a:custGeom>
              <a:avLst/>
              <a:pathLst>
                <a:path w="5226" h="10896">
                  <a:moveTo>
                    <a:pt x="4146" y="10884"/>
                  </a:moveTo>
                  <a:lnTo>
                    <a:pt x="3314" y="10896"/>
                  </a:lnTo>
                  <a:lnTo>
                    <a:pt x="2317" y="10570"/>
                  </a:lnTo>
                  <a:lnTo>
                    <a:pt x="1006" y="8417"/>
                  </a:lnTo>
                  <a:lnTo>
                    <a:pt x="252" y="6890"/>
                  </a:lnTo>
                  <a:lnTo>
                    <a:pt x="0" y="5297"/>
                  </a:lnTo>
                  <a:lnTo>
                    <a:pt x="107" y="2129"/>
                  </a:lnTo>
                  <a:lnTo>
                    <a:pt x="771" y="594"/>
                  </a:lnTo>
                  <a:lnTo>
                    <a:pt x="1810" y="0"/>
                  </a:lnTo>
                  <a:lnTo>
                    <a:pt x="2281" y="1416"/>
                  </a:lnTo>
                  <a:lnTo>
                    <a:pt x="2430" y="3055"/>
                  </a:lnTo>
                  <a:lnTo>
                    <a:pt x="2757" y="4175"/>
                  </a:lnTo>
                  <a:lnTo>
                    <a:pt x="4120" y="5690"/>
                  </a:lnTo>
                  <a:lnTo>
                    <a:pt x="4752" y="6994"/>
                  </a:lnTo>
                  <a:lnTo>
                    <a:pt x="4954" y="7690"/>
                  </a:lnTo>
                  <a:lnTo>
                    <a:pt x="5226" y="9170"/>
                  </a:lnTo>
                  <a:lnTo>
                    <a:pt x="5007" y="101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3214825" y="5709619"/>
              <a:ext cx="6221" cy="7736"/>
            </a:xfrm>
            <a:custGeom>
              <a:avLst/>
              <a:pathLst>
                <a:path w="6221" h="7736">
                  <a:moveTo>
                    <a:pt x="5179" y="7029"/>
                  </a:moveTo>
                  <a:lnTo>
                    <a:pt x="3355" y="7736"/>
                  </a:lnTo>
                  <a:lnTo>
                    <a:pt x="1248" y="6218"/>
                  </a:lnTo>
                  <a:lnTo>
                    <a:pt x="679" y="5205"/>
                  </a:lnTo>
                  <a:lnTo>
                    <a:pt x="73" y="2496"/>
                  </a:lnTo>
                  <a:lnTo>
                    <a:pt x="0" y="1460"/>
                  </a:lnTo>
                  <a:lnTo>
                    <a:pt x="476" y="767"/>
                  </a:lnTo>
                  <a:lnTo>
                    <a:pt x="2115" y="0"/>
                  </a:lnTo>
                  <a:lnTo>
                    <a:pt x="4829" y="311"/>
                  </a:lnTo>
                  <a:lnTo>
                    <a:pt x="5865" y="1578"/>
                  </a:lnTo>
                  <a:lnTo>
                    <a:pt x="6221" y="3777"/>
                  </a:lnTo>
                  <a:lnTo>
                    <a:pt x="5907" y="566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3463332" y="5704292"/>
              <a:ext cx="10455" cy="11447"/>
            </a:xfrm>
            <a:custGeom>
              <a:avLst/>
              <a:pathLst>
                <a:path w="10455" h="11447">
                  <a:moveTo>
                    <a:pt x="10255" y="9473"/>
                  </a:moveTo>
                  <a:lnTo>
                    <a:pt x="9525" y="10602"/>
                  </a:lnTo>
                  <a:lnTo>
                    <a:pt x="7434" y="10396"/>
                  </a:lnTo>
                  <a:lnTo>
                    <a:pt x="5860" y="11447"/>
                  </a:lnTo>
                  <a:lnTo>
                    <a:pt x="4582" y="11043"/>
                  </a:lnTo>
                  <a:lnTo>
                    <a:pt x="582" y="9231"/>
                  </a:lnTo>
                  <a:lnTo>
                    <a:pt x="115" y="6914"/>
                  </a:lnTo>
                  <a:lnTo>
                    <a:pt x="0" y="5935"/>
                  </a:lnTo>
                  <a:lnTo>
                    <a:pt x="322" y="4117"/>
                  </a:lnTo>
                  <a:lnTo>
                    <a:pt x="3940" y="352"/>
                  </a:lnTo>
                  <a:lnTo>
                    <a:pt x="5353" y="0"/>
                  </a:lnTo>
                  <a:lnTo>
                    <a:pt x="7388" y="522"/>
                  </a:lnTo>
                  <a:lnTo>
                    <a:pt x="8313" y="1592"/>
                  </a:lnTo>
                  <a:lnTo>
                    <a:pt x="8894" y="3708"/>
                  </a:lnTo>
                  <a:lnTo>
                    <a:pt x="10455" y="796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3179395" y="5703175"/>
              <a:ext cx="5806" cy="10596"/>
            </a:xfrm>
            <a:custGeom>
              <a:avLst/>
              <a:pathLst>
                <a:path w="5806" h="10596">
                  <a:moveTo>
                    <a:pt x="3971" y="6867"/>
                  </a:moveTo>
                  <a:lnTo>
                    <a:pt x="2974" y="10596"/>
                  </a:lnTo>
                  <a:lnTo>
                    <a:pt x="2347" y="10501"/>
                  </a:lnTo>
                  <a:lnTo>
                    <a:pt x="1759" y="8316"/>
                  </a:lnTo>
                  <a:lnTo>
                    <a:pt x="462" y="5956"/>
                  </a:lnTo>
                  <a:lnTo>
                    <a:pt x="33" y="4319"/>
                  </a:lnTo>
                  <a:lnTo>
                    <a:pt x="0" y="2106"/>
                  </a:lnTo>
                  <a:lnTo>
                    <a:pt x="876" y="799"/>
                  </a:lnTo>
                  <a:lnTo>
                    <a:pt x="4147" y="0"/>
                  </a:lnTo>
                  <a:lnTo>
                    <a:pt x="5253" y="530"/>
                  </a:lnTo>
                  <a:lnTo>
                    <a:pt x="5806" y="333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471337" y="5698258"/>
              <a:ext cx="3366" cy="3592"/>
            </a:xfrm>
            <a:custGeom>
              <a:avLst/>
              <a:pathLst>
                <a:path w="3366" h="3592">
                  <a:moveTo>
                    <a:pt x="2792" y="3529"/>
                  </a:moveTo>
                  <a:lnTo>
                    <a:pt x="1086" y="3592"/>
                  </a:lnTo>
                  <a:lnTo>
                    <a:pt x="293" y="2761"/>
                  </a:lnTo>
                  <a:lnTo>
                    <a:pt x="0" y="2250"/>
                  </a:lnTo>
                  <a:lnTo>
                    <a:pt x="202" y="1090"/>
                  </a:lnTo>
                  <a:lnTo>
                    <a:pt x="876" y="0"/>
                  </a:lnTo>
                  <a:lnTo>
                    <a:pt x="2867" y="790"/>
                  </a:lnTo>
                  <a:lnTo>
                    <a:pt x="3366" y="29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2307721" y="5694461"/>
              <a:ext cx="15613" cy="13340"/>
            </a:xfrm>
            <a:custGeom>
              <a:avLst/>
              <a:pathLst>
                <a:path w="15613" h="13340">
                  <a:moveTo>
                    <a:pt x="9377" y="0"/>
                  </a:moveTo>
                  <a:lnTo>
                    <a:pt x="11387" y="727"/>
                  </a:lnTo>
                  <a:lnTo>
                    <a:pt x="14344" y="3933"/>
                  </a:lnTo>
                  <a:lnTo>
                    <a:pt x="15301" y="5586"/>
                  </a:lnTo>
                  <a:lnTo>
                    <a:pt x="15613" y="6553"/>
                  </a:lnTo>
                  <a:lnTo>
                    <a:pt x="15362" y="7205"/>
                  </a:lnTo>
                  <a:lnTo>
                    <a:pt x="14018" y="7984"/>
                  </a:lnTo>
                  <a:lnTo>
                    <a:pt x="12958" y="11935"/>
                  </a:lnTo>
                  <a:lnTo>
                    <a:pt x="10948" y="13340"/>
                  </a:lnTo>
                  <a:lnTo>
                    <a:pt x="6183" y="12457"/>
                  </a:lnTo>
                  <a:lnTo>
                    <a:pt x="978" y="10881"/>
                  </a:lnTo>
                  <a:lnTo>
                    <a:pt x="550" y="10555"/>
                  </a:lnTo>
                  <a:lnTo>
                    <a:pt x="99" y="9170"/>
                  </a:lnTo>
                  <a:lnTo>
                    <a:pt x="0" y="7569"/>
                  </a:lnTo>
                  <a:lnTo>
                    <a:pt x="606" y="5563"/>
                  </a:lnTo>
                  <a:lnTo>
                    <a:pt x="1494" y="4544"/>
                  </a:lnTo>
                  <a:lnTo>
                    <a:pt x="5371" y="3321"/>
                  </a:lnTo>
                  <a:lnTo>
                    <a:pt x="5666" y="2629"/>
                  </a:lnTo>
                  <a:lnTo>
                    <a:pt x="6227" y="635"/>
                  </a:lnTo>
                  <a:lnTo>
                    <a:pt x="7199" y="216"/>
                  </a:lnTo>
                  <a:lnTo>
                    <a:pt x="7682" y="3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3345332" y="5693786"/>
              <a:ext cx="12069" cy="10844"/>
            </a:xfrm>
            <a:custGeom>
              <a:avLst/>
              <a:pathLst>
                <a:path w="12069" h="10844">
                  <a:moveTo>
                    <a:pt x="7495" y="8942"/>
                  </a:moveTo>
                  <a:lnTo>
                    <a:pt x="6775" y="10844"/>
                  </a:lnTo>
                  <a:lnTo>
                    <a:pt x="3205" y="8186"/>
                  </a:lnTo>
                  <a:lnTo>
                    <a:pt x="1145" y="7389"/>
                  </a:lnTo>
                  <a:lnTo>
                    <a:pt x="582" y="6916"/>
                  </a:lnTo>
                  <a:lnTo>
                    <a:pt x="95" y="5312"/>
                  </a:lnTo>
                  <a:lnTo>
                    <a:pt x="0" y="4663"/>
                  </a:lnTo>
                  <a:lnTo>
                    <a:pt x="389" y="3635"/>
                  </a:lnTo>
                  <a:lnTo>
                    <a:pt x="1549" y="2017"/>
                  </a:lnTo>
                  <a:lnTo>
                    <a:pt x="3940" y="692"/>
                  </a:lnTo>
                  <a:lnTo>
                    <a:pt x="7770" y="0"/>
                  </a:lnTo>
                  <a:lnTo>
                    <a:pt x="11478" y="539"/>
                  </a:lnTo>
                  <a:lnTo>
                    <a:pt x="12069" y="1338"/>
                  </a:lnTo>
                  <a:lnTo>
                    <a:pt x="8548" y="412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2340148" y="5685160"/>
              <a:ext cx="11037" cy="9663"/>
            </a:xfrm>
            <a:custGeom>
              <a:avLst/>
              <a:pathLst>
                <a:path w="11037" h="9663">
                  <a:moveTo>
                    <a:pt x="11037" y="8431"/>
                  </a:moveTo>
                  <a:lnTo>
                    <a:pt x="8576" y="9663"/>
                  </a:lnTo>
                  <a:lnTo>
                    <a:pt x="6957" y="8685"/>
                  </a:lnTo>
                  <a:lnTo>
                    <a:pt x="2050" y="6853"/>
                  </a:lnTo>
                  <a:lnTo>
                    <a:pt x="0" y="3428"/>
                  </a:lnTo>
                  <a:lnTo>
                    <a:pt x="233" y="1647"/>
                  </a:lnTo>
                  <a:lnTo>
                    <a:pt x="1135" y="591"/>
                  </a:lnTo>
                  <a:lnTo>
                    <a:pt x="2624" y="0"/>
                  </a:lnTo>
                  <a:lnTo>
                    <a:pt x="5598" y="1145"/>
                  </a:lnTo>
                  <a:lnTo>
                    <a:pt x="7110" y="232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2458127" y="5677268"/>
              <a:ext cx="8902" cy="17241"/>
            </a:xfrm>
            <a:custGeom>
              <a:avLst/>
              <a:pathLst>
                <a:path w="8902" h="17241">
                  <a:moveTo>
                    <a:pt x="6473" y="17016"/>
                  </a:moveTo>
                  <a:lnTo>
                    <a:pt x="5479" y="17241"/>
                  </a:lnTo>
                  <a:lnTo>
                    <a:pt x="4493" y="14497"/>
                  </a:lnTo>
                  <a:lnTo>
                    <a:pt x="3993" y="10310"/>
                  </a:lnTo>
                  <a:lnTo>
                    <a:pt x="811" y="4201"/>
                  </a:lnTo>
                  <a:lnTo>
                    <a:pt x="0" y="1018"/>
                  </a:lnTo>
                  <a:lnTo>
                    <a:pt x="588" y="254"/>
                  </a:lnTo>
                  <a:lnTo>
                    <a:pt x="1425" y="0"/>
                  </a:lnTo>
                  <a:lnTo>
                    <a:pt x="3732" y="880"/>
                  </a:lnTo>
                  <a:lnTo>
                    <a:pt x="5107" y="2031"/>
                  </a:lnTo>
                  <a:lnTo>
                    <a:pt x="6691" y="4562"/>
                  </a:lnTo>
                  <a:lnTo>
                    <a:pt x="8536" y="6801"/>
                  </a:lnTo>
                  <a:lnTo>
                    <a:pt x="8902" y="8743"/>
                  </a:lnTo>
                  <a:lnTo>
                    <a:pt x="8635" y="10893"/>
                  </a:lnTo>
                  <a:lnTo>
                    <a:pt x="7453" y="11447"/>
                  </a:lnTo>
                  <a:lnTo>
                    <a:pt x="7493" y="13048"/>
                  </a:lnTo>
                  <a:lnTo>
                    <a:pt x="6785" y="1611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2312606" y="5666718"/>
              <a:ext cx="81246" cy="114672"/>
            </a:xfrm>
            <a:custGeom>
              <a:avLst/>
              <a:pathLst>
                <a:path w="81246" h="114672">
                  <a:moveTo>
                    <a:pt x="60542" y="11822"/>
                  </a:moveTo>
                  <a:lnTo>
                    <a:pt x="60222" y="15423"/>
                  </a:lnTo>
                  <a:lnTo>
                    <a:pt x="62107" y="14133"/>
                  </a:lnTo>
                  <a:lnTo>
                    <a:pt x="62769" y="14407"/>
                  </a:lnTo>
                  <a:lnTo>
                    <a:pt x="64443" y="15718"/>
                  </a:lnTo>
                  <a:lnTo>
                    <a:pt x="67744" y="23468"/>
                  </a:lnTo>
                  <a:lnTo>
                    <a:pt x="68470" y="25924"/>
                  </a:lnTo>
                  <a:lnTo>
                    <a:pt x="69823" y="33098"/>
                  </a:lnTo>
                  <a:lnTo>
                    <a:pt x="71442" y="38454"/>
                  </a:lnTo>
                  <a:lnTo>
                    <a:pt x="75538" y="47844"/>
                  </a:lnTo>
                  <a:lnTo>
                    <a:pt x="77548" y="52966"/>
                  </a:lnTo>
                  <a:lnTo>
                    <a:pt x="78616" y="55964"/>
                  </a:lnTo>
                  <a:lnTo>
                    <a:pt x="78715" y="59952"/>
                  </a:lnTo>
                  <a:lnTo>
                    <a:pt x="80018" y="61080"/>
                  </a:lnTo>
                  <a:lnTo>
                    <a:pt x="80268" y="62725"/>
                  </a:lnTo>
                  <a:lnTo>
                    <a:pt x="80678" y="68202"/>
                  </a:lnTo>
                  <a:lnTo>
                    <a:pt x="80967" y="74596"/>
                  </a:lnTo>
                  <a:lnTo>
                    <a:pt x="81246" y="86762"/>
                  </a:lnTo>
                  <a:lnTo>
                    <a:pt x="81097" y="89628"/>
                  </a:lnTo>
                  <a:lnTo>
                    <a:pt x="79361" y="94150"/>
                  </a:lnTo>
                  <a:lnTo>
                    <a:pt x="78602" y="97405"/>
                  </a:lnTo>
                  <a:lnTo>
                    <a:pt x="77672" y="99540"/>
                  </a:lnTo>
                  <a:lnTo>
                    <a:pt x="76566" y="101081"/>
                  </a:lnTo>
                  <a:lnTo>
                    <a:pt x="70783" y="107487"/>
                  </a:lnTo>
                  <a:lnTo>
                    <a:pt x="70101" y="110667"/>
                  </a:lnTo>
                  <a:lnTo>
                    <a:pt x="60406" y="113385"/>
                  </a:lnTo>
                  <a:lnTo>
                    <a:pt x="54951" y="114517"/>
                  </a:lnTo>
                  <a:lnTo>
                    <a:pt x="52818" y="113290"/>
                  </a:lnTo>
                  <a:lnTo>
                    <a:pt x="50642" y="112999"/>
                  </a:lnTo>
                  <a:lnTo>
                    <a:pt x="47966" y="113408"/>
                  </a:lnTo>
                  <a:lnTo>
                    <a:pt x="40159" y="113775"/>
                  </a:lnTo>
                  <a:lnTo>
                    <a:pt x="34239" y="114672"/>
                  </a:lnTo>
                  <a:lnTo>
                    <a:pt x="33491" y="114335"/>
                  </a:lnTo>
                  <a:lnTo>
                    <a:pt x="32962" y="113123"/>
                  </a:lnTo>
                  <a:lnTo>
                    <a:pt x="32384" y="112303"/>
                  </a:lnTo>
                  <a:lnTo>
                    <a:pt x="30801" y="112491"/>
                  </a:lnTo>
                  <a:lnTo>
                    <a:pt x="29550" y="112038"/>
                  </a:lnTo>
                  <a:lnTo>
                    <a:pt x="28332" y="111036"/>
                  </a:lnTo>
                  <a:lnTo>
                    <a:pt x="26976" y="109187"/>
                  </a:lnTo>
                  <a:lnTo>
                    <a:pt x="26404" y="108107"/>
                  </a:lnTo>
                  <a:lnTo>
                    <a:pt x="26075" y="106933"/>
                  </a:lnTo>
                  <a:lnTo>
                    <a:pt x="28705" y="103871"/>
                  </a:lnTo>
                  <a:lnTo>
                    <a:pt x="30037" y="103173"/>
                  </a:lnTo>
                  <a:lnTo>
                    <a:pt x="31392" y="103011"/>
                  </a:lnTo>
                  <a:lnTo>
                    <a:pt x="34141" y="103638"/>
                  </a:lnTo>
                  <a:lnTo>
                    <a:pt x="36879" y="104673"/>
                  </a:lnTo>
                  <a:lnTo>
                    <a:pt x="42894" y="105490"/>
                  </a:lnTo>
                  <a:lnTo>
                    <a:pt x="51214" y="105710"/>
                  </a:lnTo>
                  <a:lnTo>
                    <a:pt x="53502" y="105412"/>
                  </a:lnTo>
                  <a:lnTo>
                    <a:pt x="56266" y="104414"/>
                  </a:lnTo>
                  <a:lnTo>
                    <a:pt x="58783" y="101612"/>
                  </a:lnTo>
                  <a:lnTo>
                    <a:pt x="57555" y="100527"/>
                  </a:lnTo>
                  <a:lnTo>
                    <a:pt x="56306" y="99840"/>
                  </a:lnTo>
                  <a:lnTo>
                    <a:pt x="55068" y="99710"/>
                  </a:lnTo>
                  <a:lnTo>
                    <a:pt x="53839" y="99895"/>
                  </a:lnTo>
                  <a:lnTo>
                    <a:pt x="50390" y="101652"/>
                  </a:lnTo>
                  <a:lnTo>
                    <a:pt x="47749" y="102685"/>
                  </a:lnTo>
                  <a:lnTo>
                    <a:pt x="45082" y="103288"/>
                  </a:lnTo>
                  <a:lnTo>
                    <a:pt x="42256" y="102264"/>
                  </a:lnTo>
                  <a:lnTo>
                    <a:pt x="39636" y="99399"/>
                  </a:lnTo>
                  <a:lnTo>
                    <a:pt x="39575" y="98452"/>
                  </a:lnTo>
                  <a:lnTo>
                    <a:pt x="48556" y="96273"/>
                  </a:lnTo>
                  <a:lnTo>
                    <a:pt x="49377" y="95904"/>
                  </a:lnTo>
                  <a:lnTo>
                    <a:pt x="51004" y="94510"/>
                  </a:lnTo>
                  <a:lnTo>
                    <a:pt x="51532" y="93281"/>
                  </a:lnTo>
                  <a:lnTo>
                    <a:pt x="51800" y="92121"/>
                  </a:lnTo>
                  <a:lnTo>
                    <a:pt x="45736" y="90049"/>
                  </a:lnTo>
                  <a:lnTo>
                    <a:pt x="44491" y="90092"/>
                  </a:lnTo>
                  <a:lnTo>
                    <a:pt x="43245" y="90468"/>
                  </a:lnTo>
                  <a:lnTo>
                    <a:pt x="40499" y="89619"/>
                  </a:lnTo>
                  <a:lnTo>
                    <a:pt x="37890" y="87189"/>
                  </a:lnTo>
                  <a:lnTo>
                    <a:pt x="35470" y="84281"/>
                  </a:lnTo>
                  <a:lnTo>
                    <a:pt x="34589" y="84015"/>
                  </a:lnTo>
                  <a:lnTo>
                    <a:pt x="33731" y="84904"/>
                  </a:lnTo>
                  <a:lnTo>
                    <a:pt x="27878" y="92568"/>
                  </a:lnTo>
                  <a:lnTo>
                    <a:pt x="27373" y="92626"/>
                  </a:lnTo>
                  <a:lnTo>
                    <a:pt x="25163" y="92063"/>
                  </a:lnTo>
                  <a:lnTo>
                    <a:pt x="22401" y="90543"/>
                  </a:lnTo>
                  <a:lnTo>
                    <a:pt x="19869" y="90006"/>
                  </a:lnTo>
                  <a:lnTo>
                    <a:pt x="18245" y="90418"/>
                  </a:lnTo>
                  <a:lnTo>
                    <a:pt x="17633" y="91048"/>
                  </a:lnTo>
                  <a:lnTo>
                    <a:pt x="19215" y="92796"/>
                  </a:lnTo>
                  <a:lnTo>
                    <a:pt x="20557" y="94320"/>
                  </a:lnTo>
                  <a:lnTo>
                    <a:pt x="20957" y="95543"/>
                  </a:lnTo>
                  <a:lnTo>
                    <a:pt x="16845" y="99384"/>
                  </a:lnTo>
                  <a:lnTo>
                    <a:pt x="15751" y="99901"/>
                  </a:lnTo>
                  <a:lnTo>
                    <a:pt x="13964" y="99575"/>
                  </a:lnTo>
                  <a:lnTo>
                    <a:pt x="13328" y="99087"/>
                  </a:lnTo>
                  <a:lnTo>
                    <a:pt x="12047" y="97029"/>
                  </a:lnTo>
                  <a:lnTo>
                    <a:pt x="10826" y="96524"/>
                  </a:lnTo>
                  <a:lnTo>
                    <a:pt x="8170" y="96949"/>
                  </a:lnTo>
                  <a:lnTo>
                    <a:pt x="6777" y="96761"/>
                  </a:lnTo>
                  <a:lnTo>
                    <a:pt x="5387" y="95867"/>
                  </a:lnTo>
                  <a:lnTo>
                    <a:pt x="4071" y="94542"/>
                  </a:lnTo>
                  <a:lnTo>
                    <a:pt x="2872" y="93818"/>
                  </a:lnTo>
                  <a:lnTo>
                    <a:pt x="1406" y="92340"/>
                  </a:lnTo>
                  <a:lnTo>
                    <a:pt x="336" y="91290"/>
                  </a:lnTo>
                  <a:lnTo>
                    <a:pt x="0" y="89798"/>
                  </a:lnTo>
                  <a:lnTo>
                    <a:pt x="107" y="88390"/>
                  </a:lnTo>
                  <a:lnTo>
                    <a:pt x="589" y="87565"/>
                  </a:lnTo>
                  <a:lnTo>
                    <a:pt x="656" y="86774"/>
                  </a:lnTo>
                  <a:lnTo>
                    <a:pt x="335" y="85418"/>
                  </a:lnTo>
                  <a:lnTo>
                    <a:pt x="536" y="84399"/>
                  </a:lnTo>
                  <a:lnTo>
                    <a:pt x="1023" y="83505"/>
                  </a:lnTo>
                  <a:lnTo>
                    <a:pt x="3214" y="81744"/>
                  </a:lnTo>
                  <a:lnTo>
                    <a:pt x="5900" y="81389"/>
                  </a:lnTo>
                  <a:lnTo>
                    <a:pt x="8474" y="83580"/>
                  </a:lnTo>
                  <a:lnTo>
                    <a:pt x="10166" y="84289"/>
                  </a:lnTo>
                  <a:lnTo>
                    <a:pt x="10947" y="84341"/>
                  </a:lnTo>
                  <a:lnTo>
                    <a:pt x="11252" y="84191"/>
                  </a:lnTo>
                  <a:lnTo>
                    <a:pt x="11461" y="83594"/>
                  </a:lnTo>
                  <a:lnTo>
                    <a:pt x="11385" y="82454"/>
                  </a:lnTo>
                  <a:lnTo>
                    <a:pt x="10928" y="80322"/>
                  </a:lnTo>
                  <a:lnTo>
                    <a:pt x="10870" y="78835"/>
                  </a:lnTo>
                  <a:lnTo>
                    <a:pt x="11443" y="77595"/>
                  </a:lnTo>
                  <a:lnTo>
                    <a:pt x="12204" y="77150"/>
                  </a:lnTo>
                  <a:lnTo>
                    <a:pt x="13020" y="76810"/>
                  </a:lnTo>
                  <a:lnTo>
                    <a:pt x="13575" y="76651"/>
                  </a:lnTo>
                  <a:lnTo>
                    <a:pt x="15236" y="77462"/>
                  </a:lnTo>
                  <a:lnTo>
                    <a:pt x="16415" y="78282"/>
                  </a:lnTo>
                  <a:lnTo>
                    <a:pt x="18832" y="80610"/>
                  </a:lnTo>
                  <a:lnTo>
                    <a:pt x="20864" y="82266"/>
                  </a:lnTo>
                  <a:lnTo>
                    <a:pt x="21617" y="82434"/>
                  </a:lnTo>
                  <a:lnTo>
                    <a:pt x="22206" y="81848"/>
                  </a:lnTo>
                  <a:lnTo>
                    <a:pt x="22739" y="80933"/>
                  </a:lnTo>
                  <a:lnTo>
                    <a:pt x="20332" y="78573"/>
                  </a:lnTo>
                  <a:lnTo>
                    <a:pt x="20049" y="77052"/>
                  </a:lnTo>
                  <a:lnTo>
                    <a:pt x="20192" y="75699"/>
                  </a:lnTo>
                  <a:lnTo>
                    <a:pt x="21674" y="74934"/>
                  </a:lnTo>
                  <a:lnTo>
                    <a:pt x="22544" y="74824"/>
                  </a:lnTo>
                  <a:lnTo>
                    <a:pt x="26832" y="76227"/>
                  </a:lnTo>
                  <a:lnTo>
                    <a:pt x="29088" y="76668"/>
                  </a:lnTo>
                  <a:lnTo>
                    <a:pt x="31353" y="76810"/>
                  </a:lnTo>
                  <a:lnTo>
                    <a:pt x="36008" y="75234"/>
                  </a:lnTo>
                  <a:lnTo>
                    <a:pt x="33528" y="73460"/>
                  </a:lnTo>
                  <a:lnTo>
                    <a:pt x="28130" y="71927"/>
                  </a:lnTo>
                  <a:lnTo>
                    <a:pt x="27118" y="70845"/>
                  </a:lnTo>
                  <a:lnTo>
                    <a:pt x="26370" y="69085"/>
                  </a:lnTo>
                  <a:lnTo>
                    <a:pt x="30344" y="67489"/>
                  </a:lnTo>
                  <a:lnTo>
                    <a:pt x="34365" y="67544"/>
                  </a:lnTo>
                  <a:lnTo>
                    <a:pt x="41608" y="69622"/>
                  </a:lnTo>
                  <a:lnTo>
                    <a:pt x="44038" y="68629"/>
                  </a:lnTo>
                  <a:lnTo>
                    <a:pt x="46275" y="65654"/>
                  </a:lnTo>
                  <a:lnTo>
                    <a:pt x="47564" y="64883"/>
                  </a:lnTo>
                  <a:lnTo>
                    <a:pt x="52707" y="65114"/>
                  </a:lnTo>
                  <a:lnTo>
                    <a:pt x="56800" y="63749"/>
                  </a:lnTo>
                  <a:lnTo>
                    <a:pt x="57456" y="63891"/>
                  </a:lnTo>
                  <a:lnTo>
                    <a:pt x="58083" y="64292"/>
                  </a:lnTo>
                  <a:lnTo>
                    <a:pt x="62071" y="69287"/>
                  </a:lnTo>
                  <a:lnTo>
                    <a:pt x="62601" y="69047"/>
                  </a:lnTo>
                  <a:lnTo>
                    <a:pt x="62995" y="68069"/>
                  </a:lnTo>
                  <a:lnTo>
                    <a:pt x="63134" y="66329"/>
                  </a:lnTo>
                  <a:lnTo>
                    <a:pt x="63138" y="64549"/>
                  </a:lnTo>
                  <a:lnTo>
                    <a:pt x="63048" y="62783"/>
                  </a:lnTo>
                  <a:lnTo>
                    <a:pt x="62533" y="61669"/>
                  </a:lnTo>
                  <a:lnTo>
                    <a:pt x="61881" y="61799"/>
                  </a:lnTo>
                  <a:lnTo>
                    <a:pt x="61202" y="62292"/>
                  </a:lnTo>
                  <a:lnTo>
                    <a:pt x="60055" y="61865"/>
                  </a:lnTo>
                  <a:lnTo>
                    <a:pt x="58894" y="60918"/>
                  </a:lnTo>
                  <a:lnTo>
                    <a:pt x="57731" y="60491"/>
                  </a:lnTo>
                  <a:lnTo>
                    <a:pt x="53621" y="59952"/>
                  </a:lnTo>
                  <a:lnTo>
                    <a:pt x="50710" y="59005"/>
                  </a:lnTo>
                  <a:lnTo>
                    <a:pt x="49206" y="58304"/>
                  </a:lnTo>
                  <a:lnTo>
                    <a:pt x="47807" y="56853"/>
                  </a:lnTo>
                  <a:lnTo>
                    <a:pt x="47609" y="55274"/>
                  </a:lnTo>
                  <a:lnTo>
                    <a:pt x="49074" y="51656"/>
                  </a:lnTo>
                  <a:lnTo>
                    <a:pt x="54740" y="47725"/>
                  </a:lnTo>
                  <a:lnTo>
                    <a:pt x="57397" y="46458"/>
                  </a:lnTo>
                  <a:lnTo>
                    <a:pt x="60096" y="46147"/>
                  </a:lnTo>
                  <a:lnTo>
                    <a:pt x="61403" y="46427"/>
                  </a:lnTo>
                  <a:lnTo>
                    <a:pt x="64506" y="48040"/>
                  </a:lnTo>
                  <a:lnTo>
                    <a:pt x="64985" y="47968"/>
                  </a:lnTo>
                  <a:lnTo>
                    <a:pt x="65456" y="47546"/>
                  </a:lnTo>
                  <a:lnTo>
                    <a:pt x="62451" y="44802"/>
                  </a:lnTo>
                  <a:lnTo>
                    <a:pt x="59784" y="42704"/>
                  </a:lnTo>
                  <a:lnTo>
                    <a:pt x="58465" y="41117"/>
                  </a:lnTo>
                  <a:lnTo>
                    <a:pt x="57402" y="40503"/>
                  </a:lnTo>
                  <a:lnTo>
                    <a:pt x="52952" y="39905"/>
                  </a:lnTo>
                  <a:lnTo>
                    <a:pt x="50605" y="41469"/>
                  </a:lnTo>
                  <a:lnTo>
                    <a:pt x="49498" y="41735"/>
                  </a:lnTo>
                  <a:lnTo>
                    <a:pt x="48399" y="41590"/>
                  </a:lnTo>
                  <a:lnTo>
                    <a:pt x="41863" y="37787"/>
                  </a:lnTo>
                  <a:lnTo>
                    <a:pt x="41495" y="37372"/>
                  </a:lnTo>
                  <a:lnTo>
                    <a:pt x="40570" y="35938"/>
                  </a:lnTo>
                  <a:lnTo>
                    <a:pt x="40074" y="34878"/>
                  </a:lnTo>
                  <a:lnTo>
                    <a:pt x="39783" y="33095"/>
                  </a:lnTo>
                  <a:lnTo>
                    <a:pt x="39914" y="31268"/>
                  </a:lnTo>
                  <a:lnTo>
                    <a:pt x="40092" y="30082"/>
                  </a:lnTo>
                  <a:lnTo>
                    <a:pt x="41063" y="25425"/>
                  </a:lnTo>
                  <a:lnTo>
                    <a:pt x="41612" y="21720"/>
                  </a:lnTo>
                  <a:lnTo>
                    <a:pt x="41331" y="18727"/>
                  </a:lnTo>
                  <a:lnTo>
                    <a:pt x="40301" y="17074"/>
                  </a:lnTo>
                  <a:lnTo>
                    <a:pt x="38829" y="15948"/>
                  </a:lnTo>
                  <a:lnTo>
                    <a:pt x="37496" y="14131"/>
                  </a:lnTo>
                  <a:lnTo>
                    <a:pt x="37113" y="12895"/>
                  </a:lnTo>
                  <a:lnTo>
                    <a:pt x="36877" y="11453"/>
                  </a:lnTo>
                  <a:lnTo>
                    <a:pt x="36846" y="9620"/>
                  </a:lnTo>
                  <a:lnTo>
                    <a:pt x="37178" y="8010"/>
                  </a:lnTo>
                  <a:lnTo>
                    <a:pt x="37755" y="6264"/>
                  </a:lnTo>
                  <a:lnTo>
                    <a:pt x="38524" y="5373"/>
                  </a:lnTo>
                  <a:lnTo>
                    <a:pt x="39899" y="4492"/>
                  </a:lnTo>
                  <a:lnTo>
                    <a:pt x="45321" y="2499"/>
                  </a:lnTo>
                  <a:lnTo>
                    <a:pt x="56388" y="0"/>
                  </a:lnTo>
                  <a:lnTo>
                    <a:pt x="57581" y="1278"/>
                  </a:lnTo>
                  <a:lnTo>
                    <a:pt x="59371" y="3959"/>
                  </a:lnTo>
                  <a:lnTo>
                    <a:pt x="59925" y="5035"/>
                  </a:lnTo>
                  <a:lnTo>
                    <a:pt x="60524" y="103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2139216" y="5664447"/>
              <a:ext cx="1559" cy="2637"/>
            </a:xfrm>
            <a:custGeom>
              <a:avLst/>
              <a:pathLst>
                <a:path w="1559" h="2637">
                  <a:moveTo>
                    <a:pt x="1190" y="2548"/>
                  </a:moveTo>
                  <a:lnTo>
                    <a:pt x="969" y="2542"/>
                  </a:lnTo>
                  <a:lnTo>
                    <a:pt x="808" y="2556"/>
                  </a:lnTo>
                  <a:lnTo>
                    <a:pt x="645" y="2602"/>
                  </a:lnTo>
                  <a:lnTo>
                    <a:pt x="322" y="2637"/>
                  </a:lnTo>
                  <a:lnTo>
                    <a:pt x="269" y="2507"/>
                  </a:lnTo>
                  <a:lnTo>
                    <a:pt x="155" y="2251"/>
                  </a:lnTo>
                  <a:lnTo>
                    <a:pt x="56" y="1997"/>
                  </a:lnTo>
                  <a:lnTo>
                    <a:pt x="0" y="1737"/>
                  </a:lnTo>
                  <a:lnTo>
                    <a:pt x="45" y="1402"/>
                  </a:lnTo>
                  <a:lnTo>
                    <a:pt x="168" y="1252"/>
                  </a:lnTo>
                  <a:lnTo>
                    <a:pt x="174" y="1039"/>
                  </a:lnTo>
                  <a:lnTo>
                    <a:pt x="174" y="761"/>
                  </a:lnTo>
                  <a:lnTo>
                    <a:pt x="234" y="522"/>
                  </a:lnTo>
                  <a:lnTo>
                    <a:pt x="269" y="274"/>
                  </a:lnTo>
                  <a:lnTo>
                    <a:pt x="400" y="0"/>
                  </a:lnTo>
                  <a:lnTo>
                    <a:pt x="708" y="26"/>
                  </a:lnTo>
                  <a:lnTo>
                    <a:pt x="1026" y="86"/>
                  </a:lnTo>
                  <a:lnTo>
                    <a:pt x="1176" y="184"/>
                  </a:lnTo>
                  <a:lnTo>
                    <a:pt x="1324" y="481"/>
                  </a:lnTo>
                  <a:lnTo>
                    <a:pt x="1441" y="779"/>
                  </a:lnTo>
                  <a:lnTo>
                    <a:pt x="1441" y="912"/>
                  </a:lnTo>
                  <a:lnTo>
                    <a:pt x="1466" y="1085"/>
                  </a:lnTo>
                  <a:lnTo>
                    <a:pt x="1485" y="1292"/>
                  </a:lnTo>
                  <a:lnTo>
                    <a:pt x="1508" y="1541"/>
                  </a:lnTo>
                  <a:lnTo>
                    <a:pt x="1559" y="1748"/>
                  </a:lnTo>
                  <a:lnTo>
                    <a:pt x="1520" y="210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2475759" y="5663518"/>
              <a:ext cx="4076" cy="3379"/>
            </a:xfrm>
            <a:custGeom>
              <a:avLst/>
              <a:pathLst>
                <a:path w="4076" h="3379">
                  <a:moveTo>
                    <a:pt x="4076" y="2568"/>
                  </a:moveTo>
                  <a:lnTo>
                    <a:pt x="3651" y="3379"/>
                  </a:lnTo>
                  <a:lnTo>
                    <a:pt x="2212" y="2888"/>
                  </a:lnTo>
                  <a:lnTo>
                    <a:pt x="1372" y="2311"/>
                  </a:lnTo>
                  <a:lnTo>
                    <a:pt x="0" y="859"/>
                  </a:lnTo>
                  <a:lnTo>
                    <a:pt x="769" y="0"/>
                  </a:lnTo>
                  <a:lnTo>
                    <a:pt x="2286" y="207"/>
                  </a:lnTo>
                  <a:lnTo>
                    <a:pt x="3521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2399356" y="5631308"/>
              <a:ext cx="6743" cy="5751"/>
            </a:xfrm>
            <a:custGeom>
              <a:avLst/>
              <a:pathLst>
                <a:path w="6743" h="5751">
                  <a:moveTo>
                    <a:pt x="4477" y="5188"/>
                  </a:moveTo>
                  <a:lnTo>
                    <a:pt x="2256" y="5751"/>
                  </a:lnTo>
                  <a:lnTo>
                    <a:pt x="566" y="5107"/>
                  </a:lnTo>
                  <a:lnTo>
                    <a:pt x="608" y="2868"/>
                  </a:lnTo>
                  <a:lnTo>
                    <a:pt x="143" y="2625"/>
                  </a:lnTo>
                  <a:lnTo>
                    <a:pt x="0" y="2086"/>
                  </a:lnTo>
                  <a:lnTo>
                    <a:pt x="2118" y="409"/>
                  </a:lnTo>
                  <a:lnTo>
                    <a:pt x="3697" y="0"/>
                  </a:lnTo>
                  <a:lnTo>
                    <a:pt x="5638" y="239"/>
                  </a:lnTo>
                  <a:lnTo>
                    <a:pt x="6453" y="1001"/>
                  </a:lnTo>
                  <a:lnTo>
                    <a:pt x="6743" y="1760"/>
                  </a:lnTo>
                  <a:lnTo>
                    <a:pt x="5264" y="3584"/>
                  </a:lnTo>
                  <a:lnTo>
                    <a:pt x="5036" y="433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5038162" y="5621520"/>
              <a:ext cx="3175" cy="9144"/>
            </a:xfrm>
            <a:custGeom>
              <a:avLst/>
              <a:pathLst>
                <a:path w="3175" h="9144">
                  <a:moveTo>
                    <a:pt x="2210" y="8305"/>
                  </a:moveTo>
                  <a:lnTo>
                    <a:pt x="1218" y="9144"/>
                  </a:lnTo>
                  <a:lnTo>
                    <a:pt x="603" y="8885"/>
                  </a:lnTo>
                  <a:lnTo>
                    <a:pt x="0" y="7113"/>
                  </a:lnTo>
                  <a:lnTo>
                    <a:pt x="650" y="4386"/>
                  </a:lnTo>
                  <a:lnTo>
                    <a:pt x="411" y="871"/>
                  </a:lnTo>
                  <a:lnTo>
                    <a:pt x="511" y="0"/>
                  </a:lnTo>
                  <a:lnTo>
                    <a:pt x="2112" y="1971"/>
                  </a:lnTo>
                  <a:lnTo>
                    <a:pt x="2397" y="3082"/>
                  </a:lnTo>
                  <a:lnTo>
                    <a:pt x="3046" y="4703"/>
                  </a:lnTo>
                  <a:lnTo>
                    <a:pt x="3175" y="5558"/>
                  </a:lnTo>
                  <a:lnTo>
                    <a:pt x="2515" y="722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2401059" y="5606082"/>
              <a:ext cx="3818" cy="4876"/>
            </a:xfrm>
            <a:custGeom>
              <a:avLst/>
              <a:pathLst>
                <a:path w="3818" h="4876">
                  <a:moveTo>
                    <a:pt x="2621" y="4657"/>
                  </a:moveTo>
                  <a:lnTo>
                    <a:pt x="2089" y="4876"/>
                  </a:lnTo>
                  <a:lnTo>
                    <a:pt x="822" y="4738"/>
                  </a:lnTo>
                  <a:lnTo>
                    <a:pt x="0" y="4097"/>
                  </a:lnTo>
                  <a:lnTo>
                    <a:pt x="1064" y="1971"/>
                  </a:lnTo>
                  <a:lnTo>
                    <a:pt x="935" y="571"/>
                  </a:lnTo>
                  <a:lnTo>
                    <a:pt x="1899" y="0"/>
                  </a:lnTo>
                  <a:lnTo>
                    <a:pt x="2970" y="490"/>
                  </a:lnTo>
                  <a:lnTo>
                    <a:pt x="3684" y="2314"/>
                  </a:lnTo>
                  <a:lnTo>
                    <a:pt x="3818" y="307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4137396" y="5605681"/>
              <a:ext cx="7077" cy="7574"/>
            </a:xfrm>
            <a:custGeom>
              <a:avLst/>
              <a:pathLst>
                <a:path w="7077" h="7574">
                  <a:moveTo>
                    <a:pt x="5767" y="6795"/>
                  </a:moveTo>
                  <a:lnTo>
                    <a:pt x="3811" y="7574"/>
                  </a:lnTo>
                  <a:lnTo>
                    <a:pt x="3495" y="7150"/>
                  </a:lnTo>
                  <a:lnTo>
                    <a:pt x="3439" y="6723"/>
                  </a:lnTo>
                  <a:lnTo>
                    <a:pt x="503" y="3869"/>
                  </a:lnTo>
                  <a:lnTo>
                    <a:pt x="0" y="1555"/>
                  </a:lnTo>
                  <a:lnTo>
                    <a:pt x="293" y="0"/>
                  </a:lnTo>
                  <a:lnTo>
                    <a:pt x="2706" y="152"/>
                  </a:lnTo>
                  <a:lnTo>
                    <a:pt x="5584" y="1514"/>
                  </a:lnTo>
                  <a:lnTo>
                    <a:pt x="7077" y="50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3717011" y="5605020"/>
              <a:ext cx="5582" cy="3142"/>
            </a:xfrm>
            <a:custGeom>
              <a:avLst/>
              <a:pathLst>
                <a:path w="5582" h="3142">
                  <a:moveTo>
                    <a:pt x="2862" y="2458"/>
                  </a:moveTo>
                  <a:lnTo>
                    <a:pt x="953" y="3142"/>
                  </a:lnTo>
                  <a:lnTo>
                    <a:pt x="119" y="2862"/>
                  </a:lnTo>
                  <a:lnTo>
                    <a:pt x="23" y="2152"/>
                  </a:lnTo>
                  <a:lnTo>
                    <a:pt x="0" y="1451"/>
                  </a:lnTo>
                  <a:lnTo>
                    <a:pt x="77" y="686"/>
                  </a:lnTo>
                  <a:lnTo>
                    <a:pt x="724" y="83"/>
                  </a:lnTo>
                  <a:lnTo>
                    <a:pt x="3904" y="0"/>
                  </a:lnTo>
                  <a:lnTo>
                    <a:pt x="5190" y="551"/>
                  </a:lnTo>
                  <a:lnTo>
                    <a:pt x="5546" y="891"/>
                  </a:lnTo>
                  <a:lnTo>
                    <a:pt x="5582" y="1968"/>
                  </a:lnTo>
                  <a:lnTo>
                    <a:pt x="5459" y="228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5020569" y="5604651"/>
              <a:ext cx="2410" cy="5716"/>
            </a:xfrm>
            <a:custGeom>
              <a:avLst/>
              <a:pathLst>
                <a:path w="2410" h="5716">
                  <a:moveTo>
                    <a:pt x="2410" y="3921"/>
                  </a:moveTo>
                  <a:lnTo>
                    <a:pt x="2202" y="5716"/>
                  </a:lnTo>
                  <a:lnTo>
                    <a:pt x="1645" y="5303"/>
                  </a:lnTo>
                  <a:lnTo>
                    <a:pt x="842" y="3860"/>
                  </a:lnTo>
                  <a:lnTo>
                    <a:pt x="0" y="357"/>
                  </a:lnTo>
                  <a:lnTo>
                    <a:pt x="755" y="0"/>
                  </a:lnTo>
                  <a:lnTo>
                    <a:pt x="1683" y="600"/>
                  </a:lnTo>
                  <a:lnTo>
                    <a:pt x="2060" y="2337"/>
                  </a:lnTo>
                  <a:lnTo>
                    <a:pt x="2378" y="324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4147818" y="5604247"/>
              <a:ext cx="4766" cy="3462"/>
            </a:xfrm>
            <a:custGeom>
              <a:avLst/>
              <a:pathLst>
                <a:path w="4766" h="3462">
                  <a:moveTo>
                    <a:pt x="3515" y="2738"/>
                  </a:moveTo>
                  <a:lnTo>
                    <a:pt x="2207" y="3462"/>
                  </a:lnTo>
                  <a:lnTo>
                    <a:pt x="1189" y="3332"/>
                  </a:lnTo>
                  <a:lnTo>
                    <a:pt x="0" y="1716"/>
                  </a:lnTo>
                  <a:lnTo>
                    <a:pt x="516" y="646"/>
                  </a:lnTo>
                  <a:lnTo>
                    <a:pt x="1715" y="0"/>
                  </a:lnTo>
                  <a:lnTo>
                    <a:pt x="3274" y="357"/>
                  </a:lnTo>
                  <a:lnTo>
                    <a:pt x="3685" y="914"/>
                  </a:lnTo>
                  <a:lnTo>
                    <a:pt x="4766" y="128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2383518" y="5602755"/>
              <a:ext cx="16543" cy="33363"/>
            </a:xfrm>
            <a:custGeom>
              <a:avLst/>
              <a:pathLst>
                <a:path w="16543" h="33363">
                  <a:moveTo>
                    <a:pt x="13053" y="25119"/>
                  </a:moveTo>
                  <a:lnTo>
                    <a:pt x="11872" y="27018"/>
                  </a:lnTo>
                  <a:lnTo>
                    <a:pt x="10934" y="27595"/>
                  </a:lnTo>
                  <a:lnTo>
                    <a:pt x="10079" y="27047"/>
                  </a:lnTo>
                  <a:lnTo>
                    <a:pt x="9231" y="26833"/>
                  </a:lnTo>
                  <a:lnTo>
                    <a:pt x="8593" y="27511"/>
                  </a:lnTo>
                  <a:lnTo>
                    <a:pt x="7933" y="30492"/>
                  </a:lnTo>
                  <a:lnTo>
                    <a:pt x="7168" y="31996"/>
                  </a:lnTo>
                  <a:lnTo>
                    <a:pt x="6331" y="32755"/>
                  </a:lnTo>
                  <a:lnTo>
                    <a:pt x="5855" y="32452"/>
                  </a:lnTo>
                  <a:lnTo>
                    <a:pt x="5382" y="32460"/>
                  </a:lnTo>
                  <a:lnTo>
                    <a:pt x="4591" y="33136"/>
                  </a:lnTo>
                  <a:lnTo>
                    <a:pt x="3630" y="33363"/>
                  </a:lnTo>
                  <a:lnTo>
                    <a:pt x="2687" y="33092"/>
                  </a:lnTo>
                  <a:lnTo>
                    <a:pt x="1768" y="31194"/>
                  </a:lnTo>
                  <a:lnTo>
                    <a:pt x="459" y="28911"/>
                  </a:lnTo>
                  <a:lnTo>
                    <a:pt x="200" y="28178"/>
                  </a:lnTo>
                  <a:lnTo>
                    <a:pt x="0" y="26325"/>
                  </a:lnTo>
                  <a:lnTo>
                    <a:pt x="60" y="24476"/>
                  </a:lnTo>
                  <a:lnTo>
                    <a:pt x="631" y="23013"/>
                  </a:lnTo>
                  <a:lnTo>
                    <a:pt x="3612" y="18003"/>
                  </a:lnTo>
                  <a:lnTo>
                    <a:pt x="4592" y="15747"/>
                  </a:lnTo>
                  <a:lnTo>
                    <a:pt x="5469" y="13181"/>
                  </a:lnTo>
                  <a:lnTo>
                    <a:pt x="6398" y="10881"/>
                  </a:lnTo>
                  <a:lnTo>
                    <a:pt x="8189" y="6766"/>
                  </a:lnTo>
                  <a:lnTo>
                    <a:pt x="9108" y="5251"/>
                  </a:lnTo>
                  <a:lnTo>
                    <a:pt x="13631" y="961"/>
                  </a:lnTo>
                  <a:lnTo>
                    <a:pt x="14847" y="0"/>
                  </a:lnTo>
                  <a:lnTo>
                    <a:pt x="16203" y="257"/>
                  </a:lnTo>
                  <a:lnTo>
                    <a:pt x="16543" y="2501"/>
                  </a:lnTo>
                  <a:lnTo>
                    <a:pt x="15866" y="3601"/>
                  </a:lnTo>
                  <a:lnTo>
                    <a:pt x="13690" y="6507"/>
                  </a:lnTo>
                  <a:lnTo>
                    <a:pt x="13272" y="10573"/>
                  </a:lnTo>
                  <a:lnTo>
                    <a:pt x="13281" y="12053"/>
                  </a:lnTo>
                  <a:lnTo>
                    <a:pt x="13502" y="12425"/>
                  </a:lnTo>
                  <a:lnTo>
                    <a:pt x="14330" y="12945"/>
                  </a:lnTo>
                  <a:lnTo>
                    <a:pt x="14878" y="13522"/>
                  </a:lnTo>
                  <a:lnTo>
                    <a:pt x="15634" y="14734"/>
                  </a:lnTo>
                  <a:lnTo>
                    <a:pt x="16467" y="15455"/>
                  </a:lnTo>
                  <a:lnTo>
                    <a:pt x="14648" y="17576"/>
                  </a:lnTo>
                  <a:lnTo>
                    <a:pt x="13418" y="18647"/>
                  </a:lnTo>
                  <a:lnTo>
                    <a:pt x="12581" y="19965"/>
                  </a:lnTo>
                  <a:lnTo>
                    <a:pt x="10934" y="21270"/>
                  </a:lnTo>
                  <a:lnTo>
                    <a:pt x="10253" y="22092"/>
                  </a:lnTo>
                  <a:lnTo>
                    <a:pt x="11282" y="22401"/>
                  </a:lnTo>
                  <a:lnTo>
                    <a:pt x="12843" y="23451"/>
                  </a:lnTo>
                  <a:lnTo>
                    <a:pt x="13269" y="2440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4134606" y="5599630"/>
              <a:ext cx="2949" cy="3690"/>
            </a:xfrm>
            <a:custGeom>
              <a:avLst/>
              <a:pathLst>
                <a:path w="2949" h="3690">
                  <a:moveTo>
                    <a:pt x="2949" y="2758"/>
                  </a:moveTo>
                  <a:lnTo>
                    <a:pt x="1745" y="3690"/>
                  </a:lnTo>
                  <a:lnTo>
                    <a:pt x="765" y="3503"/>
                  </a:lnTo>
                  <a:lnTo>
                    <a:pt x="123" y="2533"/>
                  </a:lnTo>
                  <a:lnTo>
                    <a:pt x="0" y="1927"/>
                  </a:lnTo>
                  <a:lnTo>
                    <a:pt x="594" y="0"/>
                  </a:lnTo>
                  <a:lnTo>
                    <a:pt x="1090" y="89"/>
                  </a:lnTo>
                  <a:lnTo>
                    <a:pt x="1421" y="110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4288220" y="5595217"/>
              <a:ext cx="4012" cy="3321"/>
            </a:xfrm>
            <a:custGeom>
              <a:avLst/>
              <a:pathLst>
                <a:path w="4012" h="3321">
                  <a:moveTo>
                    <a:pt x="2834" y="2972"/>
                  </a:moveTo>
                  <a:lnTo>
                    <a:pt x="1763" y="3321"/>
                  </a:lnTo>
                  <a:lnTo>
                    <a:pt x="665" y="2484"/>
                  </a:lnTo>
                  <a:lnTo>
                    <a:pt x="98" y="906"/>
                  </a:lnTo>
                  <a:lnTo>
                    <a:pt x="0" y="395"/>
                  </a:lnTo>
                  <a:lnTo>
                    <a:pt x="1727" y="0"/>
                  </a:lnTo>
                  <a:lnTo>
                    <a:pt x="4012" y="151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5011571" y="5591732"/>
              <a:ext cx="3567" cy="8091"/>
            </a:xfrm>
            <a:custGeom>
              <a:avLst/>
              <a:pathLst>
                <a:path w="3567" h="8091">
                  <a:moveTo>
                    <a:pt x="3567" y="6680"/>
                  </a:moveTo>
                  <a:lnTo>
                    <a:pt x="2950" y="8091"/>
                  </a:lnTo>
                  <a:lnTo>
                    <a:pt x="2430" y="7943"/>
                  </a:lnTo>
                  <a:lnTo>
                    <a:pt x="62" y="4385"/>
                  </a:lnTo>
                  <a:lnTo>
                    <a:pt x="329" y="2842"/>
                  </a:lnTo>
                  <a:lnTo>
                    <a:pt x="0" y="1549"/>
                  </a:lnTo>
                  <a:lnTo>
                    <a:pt x="54" y="395"/>
                  </a:lnTo>
                  <a:lnTo>
                    <a:pt x="150" y="0"/>
                  </a:lnTo>
                  <a:lnTo>
                    <a:pt x="3020" y="535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4305023" y="5587628"/>
              <a:ext cx="2433" cy="3460"/>
            </a:xfrm>
            <a:custGeom>
              <a:avLst/>
              <a:pathLst>
                <a:path w="2433" h="3460">
                  <a:moveTo>
                    <a:pt x="2140" y="3079"/>
                  </a:moveTo>
                  <a:lnTo>
                    <a:pt x="646" y="3460"/>
                  </a:lnTo>
                  <a:lnTo>
                    <a:pt x="65" y="2669"/>
                  </a:lnTo>
                  <a:lnTo>
                    <a:pt x="0" y="2236"/>
                  </a:lnTo>
                  <a:lnTo>
                    <a:pt x="1114" y="551"/>
                  </a:lnTo>
                  <a:lnTo>
                    <a:pt x="2433" y="0"/>
                  </a:lnTo>
                  <a:lnTo>
                    <a:pt x="2331" y="199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2409300" y="5586281"/>
              <a:ext cx="3319" cy="7266"/>
            </a:xfrm>
            <a:custGeom>
              <a:avLst/>
              <a:pathLst>
                <a:path w="3319" h="7266">
                  <a:moveTo>
                    <a:pt x="3091" y="3956"/>
                  </a:moveTo>
                  <a:lnTo>
                    <a:pt x="554" y="7266"/>
                  </a:lnTo>
                  <a:lnTo>
                    <a:pt x="199" y="7052"/>
                  </a:lnTo>
                  <a:lnTo>
                    <a:pt x="0" y="6709"/>
                  </a:lnTo>
                  <a:lnTo>
                    <a:pt x="6" y="6146"/>
                  </a:lnTo>
                  <a:lnTo>
                    <a:pt x="863" y="4928"/>
                  </a:lnTo>
                  <a:lnTo>
                    <a:pt x="1005" y="1301"/>
                  </a:lnTo>
                  <a:lnTo>
                    <a:pt x="2681" y="0"/>
                  </a:lnTo>
                  <a:lnTo>
                    <a:pt x="3319" y="461"/>
                  </a:lnTo>
                  <a:lnTo>
                    <a:pt x="2778" y="1982"/>
                  </a:lnTo>
                  <a:lnTo>
                    <a:pt x="3121" y="330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4262222" y="5585366"/>
              <a:ext cx="8082" cy="5589"/>
            </a:xfrm>
            <a:custGeom>
              <a:avLst/>
              <a:pathLst>
                <a:path w="8082" h="5589">
                  <a:moveTo>
                    <a:pt x="3471" y="0"/>
                  </a:moveTo>
                  <a:lnTo>
                    <a:pt x="4772" y="738"/>
                  </a:lnTo>
                  <a:lnTo>
                    <a:pt x="7092" y="666"/>
                  </a:lnTo>
                  <a:lnTo>
                    <a:pt x="7932" y="1800"/>
                  </a:lnTo>
                  <a:lnTo>
                    <a:pt x="8082" y="3061"/>
                  </a:lnTo>
                  <a:lnTo>
                    <a:pt x="8046" y="3786"/>
                  </a:lnTo>
                  <a:lnTo>
                    <a:pt x="7119" y="4873"/>
                  </a:lnTo>
                  <a:lnTo>
                    <a:pt x="993" y="5589"/>
                  </a:lnTo>
                  <a:lnTo>
                    <a:pt x="0" y="4432"/>
                  </a:lnTo>
                  <a:lnTo>
                    <a:pt x="1042" y="1310"/>
                  </a:lnTo>
                  <a:lnTo>
                    <a:pt x="2189" y="29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4216132" y="5575506"/>
              <a:ext cx="4786" cy="3531"/>
            </a:xfrm>
            <a:custGeom>
              <a:avLst/>
              <a:pathLst>
                <a:path w="4786" h="3531">
                  <a:moveTo>
                    <a:pt x="4011" y="3136"/>
                  </a:moveTo>
                  <a:lnTo>
                    <a:pt x="2525" y="3531"/>
                  </a:lnTo>
                  <a:lnTo>
                    <a:pt x="963" y="3105"/>
                  </a:lnTo>
                  <a:lnTo>
                    <a:pt x="166" y="1711"/>
                  </a:lnTo>
                  <a:lnTo>
                    <a:pt x="0" y="1116"/>
                  </a:lnTo>
                  <a:lnTo>
                    <a:pt x="605" y="135"/>
                  </a:lnTo>
                  <a:lnTo>
                    <a:pt x="2818" y="0"/>
                  </a:lnTo>
                  <a:lnTo>
                    <a:pt x="4379" y="842"/>
                  </a:lnTo>
                  <a:lnTo>
                    <a:pt x="4728" y="1722"/>
                  </a:lnTo>
                  <a:lnTo>
                    <a:pt x="4786" y="21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417091" y="5570337"/>
              <a:ext cx="6183" cy="10448"/>
            </a:xfrm>
            <a:custGeom>
              <a:avLst/>
              <a:pathLst>
                <a:path w="6183" h="10448">
                  <a:moveTo>
                    <a:pt x="3817" y="9314"/>
                  </a:moveTo>
                  <a:lnTo>
                    <a:pt x="1334" y="10448"/>
                  </a:lnTo>
                  <a:lnTo>
                    <a:pt x="69" y="10024"/>
                  </a:lnTo>
                  <a:lnTo>
                    <a:pt x="0" y="8838"/>
                  </a:lnTo>
                  <a:lnTo>
                    <a:pt x="317" y="7283"/>
                  </a:lnTo>
                  <a:lnTo>
                    <a:pt x="1497" y="6426"/>
                  </a:lnTo>
                  <a:lnTo>
                    <a:pt x="1300" y="4103"/>
                  </a:lnTo>
                  <a:lnTo>
                    <a:pt x="2063" y="3119"/>
                  </a:lnTo>
                  <a:lnTo>
                    <a:pt x="2420" y="1292"/>
                  </a:lnTo>
                  <a:lnTo>
                    <a:pt x="3950" y="0"/>
                  </a:lnTo>
                  <a:lnTo>
                    <a:pt x="6183" y="605"/>
                  </a:lnTo>
                  <a:lnTo>
                    <a:pt x="5830" y="2923"/>
                  </a:lnTo>
                  <a:lnTo>
                    <a:pt x="5811" y="3713"/>
                  </a:lnTo>
                  <a:lnTo>
                    <a:pt x="4516" y="4345"/>
                  </a:lnTo>
                  <a:lnTo>
                    <a:pt x="4174" y="4709"/>
                  </a:lnTo>
                  <a:lnTo>
                    <a:pt x="3867" y="6241"/>
                  </a:lnTo>
                  <a:lnTo>
                    <a:pt x="3925" y="84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4307227" y="5565931"/>
              <a:ext cx="11226" cy="9548"/>
            </a:xfrm>
            <a:custGeom>
              <a:avLst/>
              <a:pathLst>
                <a:path w="11226" h="9548">
                  <a:moveTo>
                    <a:pt x="8075" y="8847"/>
                  </a:moveTo>
                  <a:lnTo>
                    <a:pt x="3140" y="9548"/>
                  </a:lnTo>
                  <a:lnTo>
                    <a:pt x="2747" y="8783"/>
                  </a:lnTo>
                  <a:lnTo>
                    <a:pt x="911" y="8711"/>
                  </a:lnTo>
                  <a:lnTo>
                    <a:pt x="252" y="8071"/>
                  </a:lnTo>
                  <a:lnTo>
                    <a:pt x="0" y="6654"/>
                  </a:lnTo>
                  <a:lnTo>
                    <a:pt x="611" y="4212"/>
                  </a:lnTo>
                  <a:lnTo>
                    <a:pt x="1579" y="2585"/>
                  </a:lnTo>
                  <a:lnTo>
                    <a:pt x="3120" y="911"/>
                  </a:lnTo>
                  <a:lnTo>
                    <a:pt x="3822" y="539"/>
                  </a:lnTo>
                  <a:lnTo>
                    <a:pt x="6961" y="0"/>
                  </a:lnTo>
                  <a:lnTo>
                    <a:pt x="9179" y="721"/>
                  </a:lnTo>
                  <a:lnTo>
                    <a:pt x="10791" y="2781"/>
                  </a:lnTo>
                  <a:lnTo>
                    <a:pt x="11226" y="4417"/>
                  </a:lnTo>
                  <a:lnTo>
                    <a:pt x="10992" y="550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4335494" y="5558590"/>
              <a:ext cx="7241" cy="10013"/>
            </a:xfrm>
            <a:custGeom>
              <a:avLst/>
              <a:pathLst>
                <a:path w="7241" h="10013">
                  <a:moveTo>
                    <a:pt x="7241" y="9326"/>
                  </a:moveTo>
                  <a:lnTo>
                    <a:pt x="6559" y="10013"/>
                  </a:lnTo>
                  <a:lnTo>
                    <a:pt x="4728" y="9603"/>
                  </a:lnTo>
                  <a:lnTo>
                    <a:pt x="4302" y="9023"/>
                  </a:lnTo>
                  <a:lnTo>
                    <a:pt x="4140" y="6166"/>
                  </a:lnTo>
                  <a:lnTo>
                    <a:pt x="4011" y="5387"/>
                  </a:lnTo>
                  <a:lnTo>
                    <a:pt x="3347" y="4599"/>
                  </a:lnTo>
                  <a:lnTo>
                    <a:pt x="331" y="3139"/>
                  </a:lnTo>
                  <a:lnTo>
                    <a:pt x="0" y="1128"/>
                  </a:lnTo>
                  <a:lnTo>
                    <a:pt x="414" y="196"/>
                  </a:lnTo>
                  <a:lnTo>
                    <a:pt x="1513" y="0"/>
                  </a:lnTo>
                  <a:lnTo>
                    <a:pt x="4283" y="1800"/>
                  </a:lnTo>
                  <a:lnTo>
                    <a:pt x="4897" y="3174"/>
                  </a:lnTo>
                  <a:lnTo>
                    <a:pt x="4793" y="5260"/>
                  </a:lnTo>
                  <a:lnTo>
                    <a:pt x="4843" y="5935"/>
                  </a:lnTo>
                  <a:lnTo>
                    <a:pt x="5694" y="7318"/>
                  </a:lnTo>
                  <a:lnTo>
                    <a:pt x="7032" y="876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446877" y="5546773"/>
              <a:ext cx="4327" cy="5223"/>
            </a:xfrm>
            <a:custGeom>
              <a:avLst/>
              <a:pathLst>
                <a:path w="4327" h="5223">
                  <a:moveTo>
                    <a:pt x="2749" y="3881"/>
                  </a:moveTo>
                  <a:lnTo>
                    <a:pt x="953" y="5223"/>
                  </a:lnTo>
                  <a:lnTo>
                    <a:pt x="0" y="5205"/>
                  </a:lnTo>
                  <a:lnTo>
                    <a:pt x="1125" y="1965"/>
                  </a:lnTo>
                  <a:lnTo>
                    <a:pt x="2174" y="1841"/>
                  </a:lnTo>
                  <a:lnTo>
                    <a:pt x="3849" y="0"/>
                  </a:lnTo>
                  <a:lnTo>
                    <a:pt x="4327" y="265"/>
                  </a:lnTo>
                  <a:lnTo>
                    <a:pt x="3422" y="180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516264" y="5535049"/>
              <a:ext cx="6281" cy="7023"/>
            </a:xfrm>
            <a:custGeom>
              <a:avLst/>
              <a:pathLst>
                <a:path w="6281" h="7023">
                  <a:moveTo>
                    <a:pt x="2355" y="6908"/>
                  </a:moveTo>
                  <a:lnTo>
                    <a:pt x="1381" y="7023"/>
                  </a:lnTo>
                  <a:lnTo>
                    <a:pt x="164" y="6123"/>
                  </a:lnTo>
                  <a:lnTo>
                    <a:pt x="0" y="4593"/>
                  </a:lnTo>
                  <a:lnTo>
                    <a:pt x="22" y="3748"/>
                  </a:lnTo>
                  <a:lnTo>
                    <a:pt x="934" y="3125"/>
                  </a:lnTo>
                  <a:lnTo>
                    <a:pt x="1514" y="3024"/>
                  </a:lnTo>
                  <a:lnTo>
                    <a:pt x="4829" y="571"/>
                  </a:lnTo>
                  <a:lnTo>
                    <a:pt x="6281" y="0"/>
                  </a:lnTo>
                  <a:lnTo>
                    <a:pt x="5634" y="1439"/>
                  </a:lnTo>
                  <a:lnTo>
                    <a:pt x="5707" y="2784"/>
                  </a:lnTo>
                  <a:lnTo>
                    <a:pt x="5188" y="398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438773" y="5532908"/>
              <a:ext cx="16301" cy="16953"/>
            </a:xfrm>
            <a:custGeom>
              <a:avLst/>
              <a:pathLst>
                <a:path w="16301" h="16953">
                  <a:moveTo>
                    <a:pt x="12394" y="6175"/>
                  </a:moveTo>
                  <a:lnTo>
                    <a:pt x="11300" y="9242"/>
                  </a:lnTo>
                  <a:lnTo>
                    <a:pt x="12962" y="9214"/>
                  </a:lnTo>
                  <a:lnTo>
                    <a:pt x="14080" y="8108"/>
                  </a:lnTo>
                  <a:lnTo>
                    <a:pt x="15260" y="7646"/>
                  </a:lnTo>
                  <a:lnTo>
                    <a:pt x="16301" y="9199"/>
                  </a:lnTo>
                  <a:lnTo>
                    <a:pt x="14154" y="10353"/>
                  </a:lnTo>
                  <a:lnTo>
                    <a:pt x="12144" y="12402"/>
                  </a:lnTo>
                  <a:lnTo>
                    <a:pt x="11317" y="13499"/>
                  </a:lnTo>
                  <a:lnTo>
                    <a:pt x="10415" y="13986"/>
                  </a:lnTo>
                  <a:lnTo>
                    <a:pt x="9246" y="13793"/>
                  </a:lnTo>
                  <a:lnTo>
                    <a:pt x="8103" y="13995"/>
                  </a:lnTo>
                  <a:lnTo>
                    <a:pt x="7099" y="16029"/>
                  </a:lnTo>
                  <a:lnTo>
                    <a:pt x="6047" y="16953"/>
                  </a:lnTo>
                  <a:lnTo>
                    <a:pt x="5702" y="16188"/>
                  </a:lnTo>
                  <a:lnTo>
                    <a:pt x="5310" y="15689"/>
                  </a:lnTo>
                  <a:lnTo>
                    <a:pt x="3009" y="15011"/>
                  </a:lnTo>
                  <a:lnTo>
                    <a:pt x="1963" y="13952"/>
                  </a:lnTo>
                  <a:lnTo>
                    <a:pt x="1003" y="13268"/>
                  </a:lnTo>
                  <a:lnTo>
                    <a:pt x="0" y="12913"/>
                  </a:lnTo>
                  <a:lnTo>
                    <a:pt x="520" y="11075"/>
                  </a:lnTo>
                  <a:lnTo>
                    <a:pt x="1146" y="9496"/>
                  </a:lnTo>
                  <a:lnTo>
                    <a:pt x="4598" y="7364"/>
                  </a:lnTo>
                  <a:lnTo>
                    <a:pt x="4259" y="6694"/>
                  </a:lnTo>
                  <a:lnTo>
                    <a:pt x="4041" y="5811"/>
                  </a:lnTo>
                  <a:lnTo>
                    <a:pt x="6786" y="4752"/>
                  </a:lnTo>
                  <a:lnTo>
                    <a:pt x="6855" y="3647"/>
                  </a:lnTo>
                  <a:lnTo>
                    <a:pt x="6687" y="2429"/>
                  </a:lnTo>
                  <a:lnTo>
                    <a:pt x="7568" y="1584"/>
                  </a:lnTo>
                  <a:lnTo>
                    <a:pt x="8379" y="366"/>
                  </a:lnTo>
                  <a:lnTo>
                    <a:pt x="8930" y="0"/>
                  </a:lnTo>
                  <a:lnTo>
                    <a:pt x="10656" y="167"/>
                  </a:lnTo>
                  <a:lnTo>
                    <a:pt x="11837" y="1864"/>
                  </a:lnTo>
                  <a:lnTo>
                    <a:pt x="11370" y="354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455696" y="5525575"/>
              <a:ext cx="8213" cy="14829"/>
            </a:xfrm>
            <a:custGeom>
              <a:avLst/>
              <a:pathLst>
                <a:path w="8213" h="14829">
                  <a:moveTo>
                    <a:pt x="5178" y="12174"/>
                  </a:moveTo>
                  <a:lnTo>
                    <a:pt x="4381" y="13363"/>
                  </a:lnTo>
                  <a:lnTo>
                    <a:pt x="3708" y="13571"/>
                  </a:lnTo>
                  <a:lnTo>
                    <a:pt x="3107" y="13051"/>
                  </a:lnTo>
                  <a:lnTo>
                    <a:pt x="2294" y="14829"/>
                  </a:lnTo>
                  <a:lnTo>
                    <a:pt x="622" y="14289"/>
                  </a:lnTo>
                  <a:lnTo>
                    <a:pt x="0" y="13787"/>
                  </a:lnTo>
                  <a:lnTo>
                    <a:pt x="397" y="13571"/>
                  </a:lnTo>
                  <a:lnTo>
                    <a:pt x="691" y="12768"/>
                  </a:lnTo>
                  <a:lnTo>
                    <a:pt x="1575" y="11204"/>
                  </a:lnTo>
                  <a:lnTo>
                    <a:pt x="3154" y="7121"/>
                  </a:lnTo>
                  <a:lnTo>
                    <a:pt x="3429" y="5857"/>
                  </a:lnTo>
                  <a:lnTo>
                    <a:pt x="2174" y="3759"/>
                  </a:lnTo>
                  <a:lnTo>
                    <a:pt x="1942" y="3070"/>
                  </a:lnTo>
                  <a:lnTo>
                    <a:pt x="2226" y="1866"/>
                  </a:lnTo>
                  <a:lnTo>
                    <a:pt x="2689" y="983"/>
                  </a:lnTo>
                  <a:lnTo>
                    <a:pt x="3751" y="0"/>
                  </a:lnTo>
                  <a:lnTo>
                    <a:pt x="5144" y="31"/>
                  </a:lnTo>
                  <a:lnTo>
                    <a:pt x="5838" y="813"/>
                  </a:lnTo>
                  <a:lnTo>
                    <a:pt x="5825" y="2294"/>
                  </a:lnTo>
                  <a:lnTo>
                    <a:pt x="8213" y="3713"/>
                  </a:lnTo>
                  <a:lnTo>
                    <a:pt x="7811" y="6564"/>
                  </a:lnTo>
                  <a:lnTo>
                    <a:pt x="6898" y="8379"/>
                  </a:lnTo>
                  <a:lnTo>
                    <a:pt x="6768" y="10532"/>
                  </a:lnTo>
                  <a:lnTo>
                    <a:pt x="5428" y="1149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464075" y="5524222"/>
              <a:ext cx="2789" cy="3361"/>
            </a:xfrm>
            <a:custGeom>
              <a:avLst/>
              <a:pathLst>
                <a:path w="2789" h="3361">
                  <a:moveTo>
                    <a:pt x="1038" y="3266"/>
                  </a:moveTo>
                  <a:lnTo>
                    <a:pt x="0" y="3361"/>
                  </a:lnTo>
                  <a:lnTo>
                    <a:pt x="262" y="1794"/>
                  </a:lnTo>
                  <a:lnTo>
                    <a:pt x="1222" y="698"/>
                  </a:lnTo>
                  <a:lnTo>
                    <a:pt x="2789" y="0"/>
                  </a:lnTo>
                  <a:lnTo>
                    <a:pt x="1790" y="1783"/>
                  </a:lnTo>
                  <a:lnTo>
                    <a:pt x="1507" y="259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505020" y="5519412"/>
              <a:ext cx="13806" cy="17914"/>
            </a:xfrm>
            <a:custGeom>
              <a:avLst/>
              <a:pathLst>
                <a:path w="13806" h="17914">
                  <a:moveTo>
                    <a:pt x="6723" y="7389"/>
                  </a:moveTo>
                  <a:lnTo>
                    <a:pt x="7148" y="7794"/>
                  </a:lnTo>
                  <a:lnTo>
                    <a:pt x="7544" y="7615"/>
                  </a:lnTo>
                  <a:lnTo>
                    <a:pt x="7913" y="7211"/>
                  </a:lnTo>
                  <a:lnTo>
                    <a:pt x="8267" y="6244"/>
                  </a:lnTo>
                  <a:lnTo>
                    <a:pt x="9597" y="4824"/>
                  </a:lnTo>
                  <a:lnTo>
                    <a:pt x="10882" y="4663"/>
                  </a:lnTo>
                  <a:lnTo>
                    <a:pt x="10458" y="6111"/>
                  </a:lnTo>
                  <a:lnTo>
                    <a:pt x="13497" y="8665"/>
                  </a:lnTo>
                  <a:lnTo>
                    <a:pt x="13232" y="10708"/>
                  </a:lnTo>
                  <a:lnTo>
                    <a:pt x="13806" y="12339"/>
                  </a:lnTo>
                  <a:lnTo>
                    <a:pt x="12609" y="12823"/>
                  </a:lnTo>
                  <a:lnTo>
                    <a:pt x="11629" y="14540"/>
                  </a:lnTo>
                  <a:lnTo>
                    <a:pt x="12487" y="15201"/>
                  </a:lnTo>
                  <a:lnTo>
                    <a:pt x="12983" y="16641"/>
                  </a:lnTo>
                  <a:lnTo>
                    <a:pt x="11925" y="16993"/>
                  </a:lnTo>
                  <a:lnTo>
                    <a:pt x="9735" y="16150"/>
                  </a:lnTo>
                  <a:lnTo>
                    <a:pt x="8572" y="16352"/>
                  </a:lnTo>
                  <a:lnTo>
                    <a:pt x="8713" y="14985"/>
                  </a:lnTo>
                  <a:lnTo>
                    <a:pt x="8343" y="14462"/>
                  </a:lnTo>
                  <a:lnTo>
                    <a:pt x="6986" y="14722"/>
                  </a:lnTo>
                  <a:lnTo>
                    <a:pt x="6434" y="17645"/>
                  </a:lnTo>
                  <a:lnTo>
                    <a:pt x="5999" y="17914"/>
                  </a:lnTo>
                  <a:lnTo>
                    <a:pt x="5516" y="17440"/>
                  </a:lnTo>
                  <a:lnTo>
                    <a:pt x="5875" y="15585"/>
                  </a:lnTo>
                  <a:lnTo>
                    <a:pt x="5302" y="15265"/>
                  </a:lnTo>
                  <a:lnTo>
                    <a:pt x="4729" y="15299"/>
                  </a:lnTo>
                  <a:lnTo>
                    <a:pt x="3050" y="16687"/>
                  </a:lnTo>
                  <a:lnTo>
                    <a:pt x="2543" y="16722"/>
                  </a:lnTo>
                  <a:lnTo>
                    <a:pt x="1517" y="15091"/>
                  </a:lnTo>
                  <a:lnTo>
                    <a:pt x="4747" y="12947"/>
                  </a:lnTo>
                  <a:lnTo>
                    <a:pt x="3411" y="11888"/>
                  </a:lnTo>
                  <a:lnTo>
                    <a:pt x="3132" y="10547"/>
                  </a:lnTo>
                  <a:lnTo>
                    <a:pt x="3304" y="8674"/>
                  </a:lnTo>
                  <a:lnTo>
                    <a:pt x="2130" y="8954"/>
                  </a:lnTo>
                  <a:lnTo>
                    <a:pt x="977" y="9658"/>
                  </a:lnTo>
                  <a:lnTo>
                    <a:pt x="459" y="9779"/>
                  </a:lnTo>
                  <a:lnTo>
                    <a:pt x="0" y="9150"/>
                  </a:lnTo>
                  <a:lnTo>
                    <a:pt x="149" y="7799"/>
                  </a:lnTo>
                  <a:lnTo>
                    <a:pt x="1092" y="5629"/>
                  </a:lnTo>
                  <a:lnTo>
                    <a:pt x="1854" y="3321"/>
                  </a:lnTo>
                  <a:lnTo>
                    <a:pt x="3320" y="2181"/>
                  </a:lnTo>
                  <a:lnTo>
                    <a:pt x="4175" y="1289"/>
                  </a:lnTo>
                  <a:lnTo>
                    <a:pt x="5307" y="911"/>
                  </a:lnTo>
                  <a:lnTo>
                    <a:pt x="5818" y="66"/>
                  </a:lnTo>
                  <a:lnTo>
                    <a:pt x="6889" y="0"/>
                  </a:lnTo>
                  <a:lnTo>
                    <a:pt x="7478" y="1904"/>
                  </a:lnTo>
                  <a:lnTo>
                    <a:pt x="7465" y="3044"/>
                  </a:lnTo>
                  <a:lnTo>
                    <a:pt x="6939" y="429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513592" y="5519045"/>
              <a:ext cx="6577" cy="2574"/>
            </a:xfrm>
            <a:custGeom>
              <a:avLst/>
              <a:pathLst>
                <a:path w="6577" h="2574">
                  <a:moveTo>
                    <a:pt x="3509" y="467"/>
                  </a:moveTo>
                  <a:lnTo>
                    <a:pt x="3668" y="986"/>
                  </a:lnTo>
                  <a:lnTo>
                    <a:pt x="5932" y="718"/>
                  </a:lnTo>
                  <a:lnTo>
                    <a:pt x="6577" y="1471"/>
                  </a:lnTo>
                  <a:lnTo>
                    <a:pt x="5282" y="2487"/>
                  </a:lnTo>
                  <a:lnTo>
                    <a:pt x="4945" y="2274"/>
                  </a:lnTo>
                  <a:lnTo>
                    <a:pt x="3855" y="2574"/>
                  </a:lnTo>
                  <a:lnTo>
                    <a:pt x="759" y="1838"/>
                  </a:lnTo>
                  <a:lnTo>
                    <a:pt x="0" y="629"/>
                  </a:lnTo>
                  <a:lnTo>
                    <a:pt x="276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476245" y="5515424"/>
              <a:ext cx="4653" cy="6893"/>
            </a:xfrm>
            <a:custGeom>
              <a:avLst/>
              <a:pathLst>
                <a:path w="4653" h="6893">
                  <a:moveTo>
                    <a:pt x="3622" y="5843"/>
                  </a:moveTo>
                  <a:lnTo>
                    <a:pt x="2208" y="6893"/>
                  </a:lnTo>
                  <a:lnTo>
                    <a:pt x="1359" y="6564"/>
                  </a:lnTo>
                  <a:lnTo>
                    <a:pt x="0" y="5324"/>
                  </a:lnTo>
                  <a:lnTo>
                    <a:pt x="1840" y="4957"/>
                  </a:lnTo>
                  <a:lnTo>
                    <a:pt x="1992" y="1413"/>
                  </a:lnTo>
                  <a:lnTo>
                    <a:pt x="2922" y="0"/>
                  </a:lnTo>
                  <a:lnTo>
                    <a:pt x="4653" y="799"/>
                  </a:lnTo>
                  <a:lnTo>
                    <a:pt x="3591" y="2663"/>
                  </a:lnTo>
                  <a:lnTo>
                    <a:pt x="3217" y="4109"/>
                  </a:lnTo>
                  <a:lnTo>
                    <a:pt x="3601" y="535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530035" y="5507696"/>
              <a:ext cx="5859" cy="5101"/>
            </a:xfrm>
            <a:custGeom>
              <a:avLst/>
              <a:pathLst>
                <a:path w="5859" h="5101">
                  <a:moveTo>
                    <a:pt x="4118" y="3791"/>
                  </a:moveTo>
                  <a:lnTo>
                    <a:pt x="3162" y="5101"/>
                  </a:lnTo>
                  <a:lnTo>
                    <a:pt x="645" y="3130"/>
                  </a:lnTo>
                  <a:lnTo>
                    <a:pt x="0" y="1818"/>
                  </a:lnTo>
                  <a:lnTo>
                    <a:pt x="287" y="874"/>
                  </a:lnTo>
                  <a:lnTo>
                    <a:pt x="4284" y="0"/>
                  </a:lnTo>
                  <a:lnTo>
                    <a:pt x="5375" y="435"/>
                  </a:lnTo>
                  <a:lnTo>
                    <a:pt x="5859" y="250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124629" y="5502346"/>
              <a:ext cx="4083653" cy="649071"/>
            </a:xfrm>
            <a:custGeom>
              <a:avLst/>
              <a:pathLst>
                <a:path w="4083653" h="649071">
                  <a:moveTo>
                    <a:pt x="0" y="624232"/>
                  </a:moveTo>
                  <a:lnTo>
                    <a:pt x="18288" y="623816"/>
                  </a:lnTo>
                  <a:lnTo>
                    <a:pt x="21926" y="624255"/>
                  </a:lnTo>
                  <a:lnTo>
                    <a:pt x="25772" y="625522"/>
                  </a:lnTo>
                  <a:lnTo>
                    <a:pt x="34230" y="625643"/>
                  </a:lnTo>
                  <a:lnTo>
                    <a:pt x="42139" y="626206"/>
                  </a:lnTo>
                  <a:lnTo>
                    <a:pt x="44202" y="627888"/>
                  </a:lnTo>
                  <a:lnTo>
                    <a:pt x="46845" y="628924"/>
                  </a:lnTo>
                  <a:lnTo>
                    <a:pt x="52450" y="628021"/>
                  </a:lnTo>
                  <a:lnTo>
                    <a:pt x="56928" y="627596"/>
                  </a:lnTo>
                  <a:lnTo>
                    <a:pt x="60602" y="627516"/>
                  </a:lnTo>
                  <a:lnTo>
                    <a:pt x="94208" y="629870"/>
                  </a:lnTo>
                  <a:lnTo>
                    <a:pt x="128682" y="634043"/>
                  </a:lnTo>
                  <a:lnTo>
                    <a:pt x="135713" y="635373"/>
                  </a:lnTo>
                  <a:lnTo>
                    <a:pt x="142031" y="638478"/>
                  </a:lnTo>
                  <a:lnTo>
                    <a:pt x="148630" y="638051"/>
                  </a:lnTo>
                  <a:lnTo>
                    <a:pt x="187777" y="640464"/>
                  </a:lnTo>
                  <a:lnTo>
                    <a:pt x="193799" y="640472"/>
                  </a:lnTo>
                  <a:lnTo>
                    <a:pt x="217787" y="642997"/>
                  </a:lnTo>
                  <a:lnTo>
                    <a:pt x="259727" y="648878"/>
                  </a:lnTo>
                  <a:lnTo>
                    <a:pt x="263329" y="649071"/>
                  </a:lnTo>
                  <a:lnTo>
                    <a:pt x="267317" y="648890"/>
                  </a:lnTo>
                  <a:lnTo>
                    <a:pt x="265231" y="645739"/>
                  </a:lnTo>
                  <a:lnTo>
                    <a:pt x="261308" y="642867"/>
                  </a:lnTo>
                  <a:lnTo>
                    <a:pt x="256021" y="640804"/>
                  </a:lnTo>
                  <a:lnTo>
                    <a:pt x="259476" y="640181"/>
                  </a:lnTo>
                  <a:lnTo>
                    <a:pt x="266970" y="640120"/>
                  </a:lnTo>
                  <a:lnTo>
                    <a:pt x="265479" y="638654"/>
                  </a:lnTo>
                  <a:lnTo>
                    <a:pt x="261330" y="637812"/>
                  </a:lnTo>
                  <a:lnTo>
                    <a:pt x="246374" y="636833"/>
                  </a:lnTo>
                  <a:lnTo>
                    <a:pt x="186587" y="629467"/>
                  </a:lnTo>
                  <a:lnTo>
                    <a:pt x="185259" y="629005"/>
                  </a:lnTo>
                  <a:lnTo>
                    <a:pt x="184424" y="628404"/>
                  </a:lnTo>
                  <a:lnTo>
                    <a:pt x="182856" y="627744"/>
                  </a:lnTo>
                  <a:lnTo>
                    <a:pt x="180390" y="627005"/>
                  </a:lnTo>
                  <a:lnTo>
                    <a:pt x="171276" y="626589"/>
                  </a:lnTo>
                  <a:lnTo>
                    <a:pt x="168794" y="625954"/>
                  </a:lnTo>
                  <a:lnTo>
                    <a:pt x="167601" y="625109"/>
                  </a:lnTo>
                  <a:lnTo>
                    <a:pt x="168233" y="624763"/>
                  </a:lnTo>
                  <a:lnTo>
                    <a:pt x="168910" y="624913"/>
                  </a:lnTo>
                  <a:lnTo>
                    <a:pt x="182832" y="624264"/>
                  </a:lnTo>
                  <a:lnTo>
                    <a:pt x="184353" y="623424"/>
                  </a:lnTo>
                  <a:lnTo>
                    <a:pt x="184439" y="622870"/>
                  </a:lnTo>
                  <a:lnTo>
                    <a:pt x="183715" y="622428"/>
                  </a:lnTo>
                  <a:lnTo>
                    <a:pt x="181322" y="621941"/>
                  </a:lnTo>
                  <a:lnTo>
                    <a:pt x="175688" y="619488"/>
                  </a:lnTo>
                  <a:lnTo>
                    <a:pt x="173908" y="618411"/>
                  </a:lnTo>
                  <a:lnTo>
                    <a:pt x="174841" y="616700"/>
                  </a:lnTo>
                  <a:lnTo>
                    <a:pt x="175980" y="615959"/>
                  </a:lnTo>
                  <a:lnTo>
                    <a:pt x="180280" y="615425"/>
                  </a:lnTo>
                  <a:lnTo>
                    <a:pt x="181558" y="614305"/>
                  </a:lnTo>
                  <a:lnTo>
                    <a:pt x="180745" y="612250"/>
                  </a:lnTo>
                  <a:lnTo>
                    <a:pt x="170889" y="608107"/>
                  </a:lnTo>
                  <a:lnTo>
                    <a:pt x="164241" y="606653"/>
                  </a:lnTo>
                  <a:lnTo>
                    <a:pt x="159864" y="607645"/>
                  </a:lnTo>
                  <a:lnTo>
                    <a:pt x="151601" y="607697"/>
                  </a:lnTo>
                  <a:lnTo>
                    <a:pt x="141342" y="608254"/>
                  </a:lnTo>
                  <a:lnTo>
                    <a:pt x="138522" y="607662"/>
                  </a:lnTo>
                  <a:lnTo>
                    <a:pt x="135666" y="606026"/>
                  </a:lnTo>
                  <a:lnTo>
                    <a:pt x="132320" y="603112"/>
                  </a:lnTo>
                  <a:lnTo>
                    <a:pt x="130618" y="602359"/>
                  </a:lnTo>
                  <a:lnTo>
                    <a:pt x="127351" y="599935"/>
                  </a:lnTo>
                  <a:lnTo>
                    <a:pt x="123005" y="597586"/>
                  </a:lnTo>
                  <a:lnTo>
                    <a:pt x="100065" y="591872"/>
                  </a:lnTo>
                  <a:lnTo>
                    <a:pt x="96073" y="590314"/>
                  </a:lnTo>
                  <a:lnTo>
                    <a:pt x="67383" y="581342"/>
                  </a:lnTo>
                  <a:lnTo>
                    <a:pt x="66179" y="579796"/>
                  </a:lnTo>
                  <a:lnTo>
                    <a:pt x="65453" y="578191"/>
                  </a:lnTo>
                  <a:lnTo>
                    <a:pt x="78680" y="581807"/>
                  </a:lnTo>
                  <a:lnTo>
                    <a:pt x="81174" y="581836"/>
                  </a:lnTo>
                  <a:lnTo>
                    <a:pt x="84110" y="580872"/>
                  </a:lnTo>
                  <a:lnTo>
                    <a:pt x="86391" y="581135"/>
                  </a:lnTo>
                  <a:lnTo>
                    <a:pt x="89431" y="580229"/>
                  </a:lnTo>
                  <a:lnTo>
                    <a:pt x="92873" y="579787"/>
                  </a:lnTo>
                  <a:lnTo>
                    <a:pt x="101843" y="582609"/>
                  </a:lnTo>
                  <a:lnTo>
                    <a:pt x="119904" y="587131"/>
                  </a:lnTo>
                  <a:lnTo>
                    <a:pt x="124727" y="588735"/>
                  </a:lnTo>
                  <a:lnTo>
                    <a:pt x="127293" y="589846"/>
                  </a:lnTo>
                  <a:lnTo>
                    <a:pt x="129409" y="590250"/>
                  </a:lnTo>
                  <a:lnTo>
                    <a:pt x="131522" y="591055"/>
                  </a:lnTo>
                  <a:lnTo>
                    <a:pt x="134096" y="590597"/>
                  </a:lnTo>
                  <a:lnTo>
                    <a:pt x="135643" y="590989"/>
                  </a:lnTo>
                  <a:lnTo>
                    <a:pt x="139396" y="590718"/>
                  </a:lnTo>
                  <a:lnTo>
                    <a:pt x="156513" y="590227"/>
                  </a:lnTo>
                  <a:lnTo>
                    <a:pt x="163300" y="590663"/>
                  </a:lnTo>
                  <a:lnTo>
                    <a:pt x="171289" y="592865"/>
                  </a:lnTo>
                  <a:lnTo>
                    <a:pt x="174370" y="596483"/>
                  </a:lnTo>
                  <a:lnTo>
                    <a:pt x="176627" y="598114"/>
                  </a:lnTo>
                  <a:lnTo>
                    <a:pt x="181024" y="596844"/>
                  </a:lnTo>
                  <a:lnTo>
                    <a:pt x="184714" y="595318"/>
                  </a:lnTo>
                  <a:lnTo>
                    <a:pt x="191781" y="594019"/>
                  </a:lnTo>
                  <a:lnTo>
                    <a:pt x="194041" y="594550"/>
                  </a:lnTo>
                  <a:lnTo>
                    <a:pt x="197878" y="596429"/>
                  </a:lnTo>
                  <a:lnTo>
                    <a:pt x="202158" y="599629"/>
                  </a:lnTo>
                  <a:lnTo>
                    <a:pt x="220355" y="598760"/>
                  </a:lnTo>
                  <a:lnTo>
                    <a:pt x="227977" y="598913"/>
                  </a:lnTo>
                  <a:lnTo>
                    <a:pt x="233418" y="600344"/>
                  </a:lnTo>
                  <a:lnTo>
                    <a:pt x="253234" y="595560"/>
                  </a:lnTo>
                  <a:lnTo>
                    <a:pt x="256310" y="594530"/>
                  </a:lnTo>
                  <a:lnTo>
                    <a:pt x="260859" y="591220"/>
                  </a:lnTo>
                  <a:lnTo>
                    <a:pt x="257135" y="590158"/>
                  </a:lnTo>
                  <a:lnTo>
                    <a:pt x="254484" y="589832"/>
                  </a:lnTo>
                  <a:lnTo>
                    <a:pt x="253459" y="588121"/>
                  </a:lnTo>
                  <a:lnTo>
                    <a:pt x="255249" y="587446"/>
                  </a:lnTo>
                  <a:lnTo>
                    <a:pt x="260968" y="586516"/>
                  </a:lnTo>
                  <a:lnTo>
                    <a:pt x="272110" y="585088"/>
                  </a:lnTo>
                  <a:lnTo>
                    <a:pt x="278669" y="583726"/>
                  </a:lnTo>
                  <a:lnTo>
                    <a:pt x="282180" y="580110"/>
                  </a:lnTo>
                  <a:lnTo>
                    <a:pt x="297260" y="574524"/>
                  </a:lnTo>
                  <a:lnTo>
                    <a:pt x="302070" y="572068"/>
                  </a:lnTo>
                  <a:lnTo>
                    <a:pt x="306485" y="568031"/>
                  </a:lnTo>
                  <a:lnTo>
                    <a:pt x="296574" y="559962"/>
                  </a:lnTo>
                  <a:lnTo>
                    <a:pt x="287095" y="552994"/>
                  </a:lnTo>
                  <a:lnTo>
                    <a:pt x="290115" y="550832"/>
                  </a:lnTo>
                  <a:lnTo>
                    <a:pt x="293101" y="549147"/>
                  </a:lnTo>
                  <a:lnTo>
                    <a:pt x="294545" y="547814"/>
                  </a:lnTo>
                  <a:lnTo>
                    <a:pt x="295734" y="545886"/>
                  </a:lnTo>
                  <a:lnTo>
                    <a:pt x="292606" y="543612"/>
                  </a:lnTo>
                  <a:lnTo>
                    <a:pt x="289732" y="541927"/>
                  </a:lnTo>
                  <a:lnTo>
                    <a:pt x="284933" y="540277"/>
                  </a:lnTo>
                  <a:lnTo>
                    <a:pt x="266937" y="536335"/>
                  </a:lnTo>
                  <a:lnTo>
                    <a:pt x="260806" y="534627"/>
                  </a:lnTo>
                  <a:lnTo>
                    <a:pt x="263275" y="532021"/>
                  </a:lnTo>
                  <a:lnTo>
                    <a:pt x="266532" y="529992"/>
                  </a:lnTo>
                  <a:lnTo>
                    <a:pt x="273426" y="529138"/>
                  </a:lnTo>
                  <a:lnTo>
                    <a:pt x="317558" y="526053"/>
                  </a:lnTo>
                  <a:lnTo>
                    <a:pt x="361980" y="522264"/>
                  </a:lnTo>
                  <a:lnTo>
                    <a:pt x="363108" y="520343"/>
                  </a:lnTo>
                  <a:lnTo>
                    <a:pt x="357208" y="518106"/>
                  </a:lnTo>
                  <a:lnTo>
                    <a:pt x="352198" y="517558"/>
                  </a:lnTo>
                  <a:lnTo>
                    <a:pt x="350347" y="516883"/>
                  </a:lnTo>
                  <a:lnTo>
                    <a:pt x="349663" y="515457"/>
                  </a:lnTo>
                  <a:lnTo>
                    <a:pt x="349588" y="513501"/>
                  </a:lnTo>
                  <a:lnTo>
                    <a:pt x="349016" y="513172"/>
                  </a:lnTo>
                  <a:lnTo>
                    <a:pt x="347152" y="512970"/>
                  </a:lnTo>
                  <a:lnTo>
                    <a:pt x="339156" y="510731"/>
                  </a:lnTo>
                  <a:lnTo>
                    <a:pt x="337464" y="509845"/>
                  </a:lnTo>
                  <a:lnTo>
                    <a:pt x="334803" y="507747"/>
                  </a:lnTo>
                  <a:lnTo>
                    <a:pt x="334129" y="506099"/>
                  </a:lnTo>
                  <a:lnTo>
                    <a:pt x="335718" y="501883"/>
                  </a:lnTo>
                  <a:lnTo>
                    <a:pt x="338157" y="500080"/>
                  </a:lnTo>
                  <a:lnTo>
                    <a:pt x="342419" y="499124"/>
                  </a:lnTo>
                  <a:lnTo>
                    <a:pt x="345459" y="498778"/>
                  </a:lnTo>
                  <a:lnTo>
                    <a:pt x="354675" y="498842"/>
                  </a:lnTo>
                  <a:lnTo>
                    <a:pt x="358287" y="498322"/>
                  </a:lnTo>
                  <a:lnTo>
                    <a:pt x="359773" y="497745"/>
                  </a:lnTo>
                  <a:lnTo>
                    <a:pt x="359516" y="495728"/>
                  </a:lnTo>
                  <a:lnTo>
                    <a:pt x="358488" y="494799"/>
                  </a:lnTo>
                  <a:lnTo>
                    <a:pt x="358452" y="493564"/>
                  </a:lnTo>
                  <a:lnTo>
                    <a:pt x="360008" y="492886"/>
                  </a:lnTo>
                  <a:lnTo>
                    <a:pt x="361906" y="492920"/>
                  </a:lnTo>
                  <a:lnTo>
                    <a:pt x="362432" y="491414"/>
                  </a:lnTo>
                  <a:lnTo>
                    <a:pt x="361370" y="489025"/>
                  </a:lnTo>
                  <a:lnTo>
                    <a:pt x="358633" y="487712"/>
                  </a:lnTo>
                  <a:lnTo>
                    <a:pt x="351435" y="485510"/>
                  </a:lnTo>
                  <a:lnTo>
                    <a:pt x="335092" y="482220"/>
                  </a:lnTo>
                  <a:lnTo>
                    <a:pt x="328758" y="479681"/>
                  </a:lnTo>
                  <a:lnTo>
                    <a:pt x="325126" y="477722"/>
                  </a:lnTo>
                  <a:lnTo>
                    <a:pt x="322084" y="475485"/>
                  </a:lnTo>
                  <a:lnTo>
                    <a:pt x="319047" y="474389"/>
                  </a:lnTo>
                  <a:lnTo>
                    <a:pt x="316914" y="473237"/>
                  </a:lnTo>
                  <a:lnTo>
                    <a:pt x="317346" y="471794"/>
                  </a:lnTo>
                  <a:lnTo>
                    <a:pt x="316389" y="469524"/>
                  </a:lnTo>
                  <a:lnTo>
                    <a:pt x="315187" y="469134"/>
                  </a:lnTo>
                  <a:lnTo>
                    <a:pt x="309988" y="470083"/>
                  </a:lnTo>
                  <a:lnTo>
                    <a:pt x="300720" y="469564"/>
                  </a:lnTo>
                  <a:lnTo>
                    <a:pt x="289362" y="467475"/>
                  </a:lnTo>
                  <a:lnTo>
                    <a:pt x="281502" y="465059"/>
                  </a:lnTo>
                  <a:lnTo>
                    <a:pt x="271230" y="458552"/>
                  </a:lnTo>
                  <a:lnTo>
                    <a:pt x="267201" y="455323"/>
                  </a:lnTo>
                  <a:lnTo>
                    <a:pt x="270169" y="453058"/>
                  </a:lnTo>
                  <a:lnTo>
                    <a:pt x="273441" y="451630"/>
                  </a:lnTo>
                  <a:lnTo>
                    <a:pt x="287106" y="448314"/>
                  </a:lnTo>
                  <a:lnTo>
                    <a:pt x="289136" y="447154"/>
                  </a:lnTo>
                  <a:lnTo>
                    <a:pt x="291914" y="444205"/>
                  </a:lnTo>
                  <a:lnTo>
                    <a:pt x="287349" y="442961"/>
                  </a:lnTo>
                  <a:lnTo>
                    <a:pt x="283470" y="443074"/>
                  </a:lnTo>
                  <a:lnTo>
                    <a:pt x="280008" y="442222"/>
                  </a:lnTo>
                  <a:lnTo>
                    <a:pt x="266067" y="442049"/>
                  </a:lnTo>
                  <a:lnTo>
                    <a:pt x="258145" y="442453"/>
                  </a:lnTo>
                  <a:lnTo>
                    <a:pt x="251545" y="438734"/>
                  </a:lnTo>
                  <a:lnTo>
                    <a:pt x="246573" y="435095"/>
                  </a:lnTo>
                  <a:lnTo>
                    <a:pt x="245199" y="433234"/>
                  </a:lnTo>
                  <a:lnTo>
                    <a:pt x="244138" y="429999"/>
                  </a:lnTo>
                  <a:lnTo>
                    <a:pt x="245829" y="425168"/>
                  </a:lnTo>
                  <a:lnTo>
                    <a:pt x="247208" y="421705"/>
                  </a:lnTo>
                  <a:lnTo>
                    <a:pt x="247021" y="417469"/>
                  </a:lnTo>
                  <a:lnTo>
                    <a:pt x="247394" y="411643"/>
                  </a:lnTo>
                  <a:lnTo>
                    <a:pt x="249785" y="409695"/>
                  </a:lnTo>
                  <a:lnTo>
                    <a:pt x="251613" y="409340"/>
                  </a:lnTo>
                  <a:lnTo>
                    <a:pt x="255890" y="413833"/>
                  </a:lnTo>
                  <a:lnTo>
                    <a:pt x="259593" y="414154"/>
                  </a:lnTo>
                  <a:lnTo>
                    <a:pt x="264949" y="413294"/>
                  </a:lnTo>
                  <a:lnTo>
                    <a:pt x="268349" y="410982"/>
                  </a:lnTo>
                  <a:lnTo>
                    <a:pt x="270132" y="410122"/>
                  </a:lnTo>
                  <a:lnTo>
                    <a:pt x="273444" y="409897"/>
                  </a:lnTo>
                  <a:lnTo>
                    <a:pt x="279811" y="410939"/>
                  </a:lnTo>
                  <a:lnTo>
                    <a:pt x="282731" y="410532"/>
                  </a:lnTo>
                  <a:lnTo>
                    <a:pt x="285987" y="410751"/>
                  </a:lnTo>
                  <a:lnTo>
                    <a:pt x="296264" y="413706"/>
                  </a:lnTo>
                  <a:lnTo>
                    <a:pt x="298505" y="415103"/>
                  </a:lnTo>
                  <a:lnTo>
                    <a:pt x="299714" y="416165"/>
                  </a:lnTo>
                  <a:lnTo>
                    <a:pt x="300090" y="417729"/>
                  </a:lnTo>
                  <a:lnTo>
                    <a:pt x="301367" y="419293"/>
                  </a:lnTo>
                  <a:lnTo>
                    <a:pt x="305723" y="420075"/>
                  </a:lnTo>
                  <a:lnTo>
                    <a:pt x="317971" y="419192"/>
                  </a:lnTo>
                  <a:lnTo>
                    <a:pt x="321143" y="419584"/>
                  </a:lnTo>
                  <a:lnTo>
                    <a:pt x="329803" y="423947"/>
                  </a:lnTo>
                  <a:lnTo>
                    <a:pt x="337193" y="428614"/>
                  </a:lnTo>
                  <a:lnTo>
                    <a:pt x="339706" y="429782"/>
                  </a:lnTo>
                  <a:lnTo>
                    <a:pt x="343869" y="430564"/>
                  </a:lnTo>
                  <a:lnTo>
                    <a:pt x="345336" y="429877"/>
                  </a:lnTo>
                  <a:lnTo>
                    <a:pt x="346636" y="428123"/>
                  </a:lnTo>
                  <a:lnTo>
                    <a:pt x="350588" y="425991"/>
                  </a:lnTo>
                  <a:lnTo>
                    <a:pt x="359514" y="423287"/>
                  </a:lnTo>
                  <a:lnTo>
                    <a:pt x="361606" y="420661"/>
                  </a:lnTo>
                  <a:lnTo>
                    <a:pt x="360424" y="419192"/>
                  </a:lnTo>
                  <a:lnTo>
                    <a:pt x="357023" y="417677"/>
                  </a:lnTo>
                  <a:lnTo>
                    <a:pt x="354921" y="417143"/>
                  </a:lnTo>
                  <a:lnTo>
                    <a:pt x="353795" y="415383"/>
                  </a:lnTo>
                  <a:lnTo>
                    <a:pt x="353847" y="412979"/>
                  </a:lnTo>
                  <a:lnTo>
                    <a:pt x="354545" y="410694"/>
                  </a:lnTo>
                  <a:lnTo>
                    <a:pt x="356874" y="410105"/>
                  </a:lnTo>
                  <a:lnTo>
                    <a:pt x="361145" y="413245"/>
                  </a:lnTo>
                  <a:lnTo>
                    <a:pt x="366438" y="416153"/>
                  </a:lnTo>
                  <a:lnTo>
                    <a:pt x="368298" y="416612"/>
                  </a:lnTo>
                  <a:lnTo>
                    <a:pt x="369707" y="416477"/>
                  </a:lnTo>
                  <a:lnTo>
                    <a:pt x="372376" y="415446"/>
                  </a:lnTo>
                  <a:lnTo>
                    <a:pt x="375552" y="414679"/>
                  </a:lnTo>
                  <a:lnTo>
                    <a:pt x="381649" y="420961"/>
                  </a:lnTo>
                  <a:lnTo>
                    <a:pt x="385249" y="421382"/>
                  </a:lnTo>
                  <a:lnTo>
                    <a:pt x="389751" y="421422"/>
                  </a:lnTo>
                  <a:lnTo>
                    <a:pt x="390620" y="420453"/>
                  </a:lnTo>
                  <a:lnTo>
                    <a:pt x="390063" y="418771"/>
                  </a:lnTo>
                  <a:lnTo>
                    <a:pt x="389335" y="416999"/>
                  </a:lnTo>
                  <a:lnTo>
                    <a:pt x="388421" y="416751"/>
                  </a:lnTo>
                  <a:lnTo>
                    <a:pt x="388266" y="415074"/>
                  </a:lnTo>
                  <a:lnTo>
                    <a:pt x="390235" y="413539"/>
                  </a:lnTo>
                  <a:lnTo>
                    <a:pt x="391584" y="412887"/>
                  </a:lnTo>
                  <a:lnTo>
                    <a:pt x="391045" y="411779"/>
                  </a:lnTo>
                  <a:lnTo>
                    <a:pt x="388888" y="410053"/>
                  </a:lnTo>
                  <a:lnTo>
                    <a:pt x="387626" y="409782"/>
                  </a:lnTo>
                  <a:lnTo>
                    <a:pt x="386460" y="409032"/>
                  </a:lnTo>
                  <a:lnTo>
                    <a:pt x="386835" y="407857"/>
                  </a:lnTo>
                  <a:lnTo>
                    <a:pt x="388284" y="407358"/>
                  </a:lnTo>
                  <a:lnTo>
                    <a:pt x="390295" y="405632"/>
                  </a:lnTo>
                  <a:lnTo>
                    <a:pt x="389654" y="403586"/>
                  </a:lnTo>
                  <a:lnTo>
                    <a:pt x="389768" y="400992"/>
                  </a:lnTo>
                  <a:lnTo>
                    <a:pt x="388918" y="399584"/>
                  </a:lnTo>
                  <a:lnTo>
                    <a:pt x="384195" y="396883"/>
                  </a:lnTo>
                  <a:lnTo>
                    <a:pt x="377266" y="392433"/>
                  </a:lnTo>
                  <a:lnTo>
                    <a:pt x="370864" y="390405"/>
                  </a:lnTo>
                  <a:lnTo>
                    <a:pt x="356549" y="392027"/>
                  </a:lnTo>
                  <a:lnTo>
                    <a:pt x="351498" y="390985"/>
                  </a:lnTo>
                  <a:lnTo>
                    <a:pt x="348162" y="389830"/>
                  </a:lnTo>
                  <a:lnTo>
                    <a:pt x="344589" y="388246"/>
                  </a:lnTo>
                  <a:lnTo>
                    <a:pt x="348783" y="386648"/>
                  </a:lnTo>
                  <a:lnTo>
                    <a:pt x="353213" y="385482"/>
                  </a:lnTo>
                  <a:lnTo>
                    <a:pt x="354513" y="384492"/>
                  </a:lnTo>
                  <a:lnTo>
                    <a:pt x="356200" y="382414"/>
                  </a:lnTo>
                  <a:lnTo>
                    <a:pt x="358162" y="380937"/>
                  </a:lnTo>
                  <a:lnTo>
                    <a:pt x="359737" y="380539"/>
                  </a:lnTo>
                  <a:lnTo>
                    <a:pt x="364961" y="381318"/>
                  </a:lnTo>
                  <a:lnTo>
                    <a:pt x="376804" y="386850"/>
                  </a:lnTo>
                  <a:lnTo>
                    <a:pt x="379301" y="387432"/>
                  </a:lnTo>
                  <a:lnTo>
                    <a:pt x="387383" y="389989"/>
                  </a:lnTo>
                  <a:lnTo>
                    <a:pt x="389641" y="390122"/>
                  </a:lnTo>
                  <a:lnTo>
                    <a:pt x="392420" y="389542"/>
                  </a:lnTo>
                  <a:lnTo>
                    <a:pt x="390147" y="387075"/>
                  </a:lnTo>
                  <a:lnTo>
                    <a:pt x="387670" y="385329"/>
                  </a:lnTo>
                  <a:lnTo>
                    <a:pt x="381736" y="380397"/>
                  </a:lnTo>
                  <a:lnTo>
                    <a:pt x="382412" y="378051"/>
                  </a:lnTo>
                  <a:lnTo>
                    <a:pt x="386224" y="374164"/>
                  </a:lnTo>
                  <a:lnTo>
                    <a:pt x="396242" y="373873"/>
                  </a:lnTo>
                  <a:lnTo>
                    <a:pt x="400605" y="372491"/>
                  </a:lnTo>
                  <a:lnTo>
                    <a:pt x="406291" y="369516"/>
                  </a:lnTo>
                  <a:lnTo>
                    <a:pt x="413630" y="364555"/>
                  </a:lnTo>
                  <a:lnTo>
                    <a:pt x="419900" y="363961"/>
                  </a:lnTo>
                  <a:lnTo>
                    <a:pt x="427761" y="362408"/>
                  </a:lnTo>
                  <a:lnTo>
                    <a:pt x="430437" y="363557"/>
                  </a:lnTo>
                  <a:lnTo>
                    <a:pt x="437120" y="368304"/>
                  </a:lnTo>
                  <a:lnTo>
                    <a:pt x="441334" y="369946"/>
                  </a:lnTo>
                  <a:lnTo>
                    <a:pt x="442760" y="370087"/>
                  </a:lnTo>
                  <a:lnTo>
                    <a:pt x="444290" y="369943"/>
                  </a:lnTo>
                  <a:lnTo>
                    <a:pt x="440326" y="364033"/>
                  </a:lnTo>
                  <a:lnTo>
                    <a:pt x="442877" y="363268"/>
                  </a:lnTo>
                  <a:lnTo>
                    <a:pt x="446164" y="362607"/>
                  </a:lnTo>
                  <a:lnTo>
                    <a:pt x="448869" y="361118"/>
                  </a:lnTo>
                  <a:lnTo>
                    <a:pt x="450882" y="359895"/>
                  </a:lnTo>
                  <a:lnTo>
                    <a:pt x="457725" y="354190"/>
                  </a:lnTo>
                  <a:lnTo>
                    <a:pt x="463883" y="352634"/>
                  </a:lnTo>
                  <a:lnTo>
                    <a:pt x="481265" y="350136"/>
                  </a:lnTo>
                  <a:lnTo>
                    <a:pt x="487261" y="352412"/>
                  </a:lnTo>
                  <a:lnTo>
                    <a:pt x="492260" y="352681"/>
                  </a:lnTo>
                  <a:lnTo>
                    <a:pt x="493400" y="352023"/>
                  </a:lnTo>
                  <a:lnTo>
                    <a:pt x="494394" y="348961"/>
                  </a:lnTo>
                  <a:lnTo>
                    <a:pt x="497053" y="343057"/>
                  </a:lnTo>
                  <a:lnTo>
                    <a:pt x="499298" y="340968"/>
                  </a:lnTo>
                  <a:lnTo>
                    <a:pt x="506884" y="338755"/>
                  </a:lnTo>
                  <a:lnTo>
                    <a:pt x="512808" y="338864"/>
                  </a:lnTo>
                  <a:lnTo>
                    <a:pt x="517069" y="341288"/>
                  </a:lnTo>
                  <a:lnTo>
                    <a:pt x="521020" y="342869"/>
                  </a:lnTo>
                  <a:lnTo>
                    <a:pt x="524663" y="343605"/>
                  </a:lnTo>
                  <a:lnTo>
                    <a:pt x="528314" y="343525"/>
                  </a:lnTo>
                  <a:lnTo>
                    <a:pt x="533801" y="342174"/>
                  </a:lnTo>
                  <a:lnTo>
                    <a:pt x="541073" y="341678"/>
                  </a:lnTo>
                  <a:lnTo>
                    <a:pt x="544501" y="340979"/>
                  </a:lnTo>
                  <a:lnTo>
                    <a:pt x="548394" y="342315"/>
                  </a:lnTo>
                  <a:lnTo>
                    <a:pt x="558035" y="342760"/>
                  </a:lnTo>
                  <a:lnTo>
                    <a:pt x="565551" y="344670"/>
                  </a:lnTo>
                  <a:lnTo>
                    <a:pt x="570148" y="344693"/>
                  </a:lnTo>
                  <a:lnTo>
                    <a:pt x="576422" y="342846"/>
                  </a:lnTo>
                  <a:lnTo>
                    <a:pt x="579802" y="342589"/>
                  </a:lnTo>
                  <a:lnTo>
                    <a:pt x="592035" y="339606"/>
                  </a:lnTo>
                  <a:lnTo>
                    <a:pt x="601609" y="338974"/>
                  </a:lnTo>
                  <a:lnTo>
                    <a:pt x="608834" y="340295"/>
                  </a:lnTo>
                  <a:lnTo>
                    <a:pt x="620536" y="339470"/>
                  </a:lnTo>
                  <a:lnTo>
                    <a:pt x="632357" y="340094"/>
                  </a:lnTo>
                  <a:lnTo>
                    <a:pt x="637160" y="341196"/>
                  </a:lnTo>
                  <a:lnTo>
                    <a:pt x="663795" y="340515"/>
                  </a:lnTo>
                  <a:lnTo>
                    <a:pt x="684995" y="337695"/>
                  </a:lnTo>
                  <a:lnTo>
                    <a:pt x="687888" y="336720"/>
                  </a:lnTo>
                  <a:lnTo>
                    <a:pt x="692428" y="333655"/>
                  </a:lnTo>
                  <a:lnTo>
                    <a:pt x="694920" y="330830"/>
                  </a:lnTo>
                  <a:lnTo>
                    <a:pt x="696591" y="329959"/>
                  </a:lnTo>
                  <a:lnTo>
                    <a:pt x="700154" y="329627"/>
                  </a:lnTo>
                  <a:lnTo>
                    <a:pt x="706239" y="330259"/>
                  </a:lnTo>
                  <a:lnTo>
                    <a:pt x="714618" y="332337"/>
                  </a:lnTo>
                  <a:lnTo>
                    <a:pt x="721832" y="331563"/>
                  </a:lnTo>
                  <a:lnTo>
                    <a:pt x="735576" y="332755"/>
                  </a:lnTo>
                  <a:lnTo>
                    <a:pt x="736910" y="331800"/>
                  </a:lnTo>
                  <a:lnTo>
                    <a:pt x="738206" y="326479"/>
                  </a:lnTo>
                  <a:lnTo>
                    <a:pt x="740477" y="318015"/>
                  </a:lnTo>
                  <a:lnTo>
                    <a:pt x="742377" y="315484"/>
                  </a:lnTo>
                  <a:lnTo>
                    <a:pt x="745531" y="316137"/>
                  </a:lnTo>
                  <a:lnTo>
                    <a:pt x="755041" y="320979"/>
                  </a:lnTo>
                  <a:lnTo>
                    <a:pt x="755258" y="323033"/>
                  </a:lnTo>
                  <a:lnTo>
                    <a:pt x="754290" y="324496"/>
                  </a:lnTo>
                  <a:lnTo>
                    <a:pt x="752712" y="325082"/>
                  </a:lnTo>
                  <a:lnTo>
                    <a:pt x="752261" y="329189"/>
                  </a:lnTo>
                  <a:lnTo>
                    <a:pt x="753538" y="330360"/>
                  </a:lnTo>
                  <a:lnTo>
                    <a:pt x="755657" y="330002"/>
                  </a:lnTo>
                  <a:lnTo>
                    <a:pt x="757034" y="331774"/>
                  </a:lnTo>
                  <a:lnTo>
                    <a:pt x="754032" y="334865"/>
                  </a:lnTo>
                  <a:lnTo>
                    <a:pt x="751923" y="336619"/>
                  </a:lnTo>
                  <a:lnTo>
                    <a:pt x="750556" y="337395"/>
                  </a:lnTo>
                  <a:lnTo>
                    <a:pt x="749633" y="343262"/>
                  </a:lnTo>
                  <a:lnTo>
                    <a:pt x="748356" y="345215"/>
                  </a:lnTo>
                  <a:lnTo>
                    <a:pt x="748205" y="347365"/>
                  </a:lnTo>
                  <a:lnTo>
                    <a:pt x="750234" y="347365"/>
                  </a:lnTo>
                  <a:lnTo>
                    <a:pt x="752270" y="346488"/>
                  </a:lnTo>
                  <a:lnTo>
                    <a:pt x="754077" y="346237"/>
                  </a:lnTo>
                  <a:lnTo>
                    <a:pt x="759776" y="344702"/>
                  </a:lnTo>
                  <a:lnTo>
                    <a:pt x="770240" y="342945"/>
                  </a:lnTo>
                  <a:lnTo>
                    <a:pt x="773667" y="342027"/>
                  </a:lnTo>
                  <a:lnTo>
                    <a:pt x="775620" y="341761"/>
                  </a:lnTo>
                  <a:lnTo>
                    <a:pt x="776890" y="340541"/>
                  </a:lnTo>
                  <a:lnTo>
                    <a:pt x="775138" y="337661"/>
                  </a:lnTo>
                  <a:lnTo>
                    <a:pt x="774570" y="335246"/>
                  </a:lnTo>
                  <a:lnTo>
                    <a:pt x="775624" y="333249"/>
                  </a:lnTo>
                  <a:lnTo>
                    <a:pt x="775324" y="329777"/>
                  </a:lnTo>
                  <a:lnTo>
                    <a:pt x="774370" y="326323"/>
                  </a:lnTo>
                  <a:lnTo>
                    <a:pt x="776372" y="323715"/>
                  </a:lnTo>
                  <a:lnTo>
                    <a:pt x="778225" y="324286"/>
                  </a:lnTo>
                  <a:lnTo>
                    <a:pt x="781480" y="323911"/>
                  </a:lnTo>
                  <a:lnTo>
                    <a:pt x="783301" y="325163"/>
                  </a:lnTo>
                  <a:lnTo>
                    <a:pt x="786133" y="326300"/>
                  </a:lnTo>
                  <a:lnTo>
                    <a:pt x="788818" y="326889"/>
                  </a:lnTo>
                  <a:lnTo>
                    <a:pt x="791395" y="329189"/>
                  </a:lnTo>
                  <a:lnTo>
                    <a:pt x="792272" y="334201"/>
                  </a:lnTo>
                  <a:lnTo>
                    <a:pt x="791470" y="339352"/>
                  </a:lnTo>
                  <a:lnTo>
                    <a:pt x="788841" y="343066"/>
                  </a:lnTo>
                  <a:lnTo>
                    <a:pt x="783894" y="346462"/>
                  </a:lnTo>
                  <a:lnTo>
                    <a:pt x="778267" y="351844"/>
                  </a:lnTo>
                  <a:lnTo>
                    <a:pt x="779452" y="354401"/>
                  </a:lnTo>
                  <a:lnTo>
                    <a:pt x="782343" y="353541"/>
                  </a:lnTo>
                  <a:lnTo>
                    <a:pt x="794995" y="353786"/>
                  </a:lnTo>
                  <a:lnTo>
                    <a:pt x="803146" y="353370"/>
                  </a:lnTo>
                  <a:lnTo>
                    <a:pt x="808255" y="354008"/>
                  </a:lnTo>
                  <a:lnTo>
                    <a:pt x="814703" y="355364"/>
                  </a:lnTo>
                  <a:lnTo>
                    <a:pt x="819810" y="357405"/>
                  </a:lnTo>
                  <a:lnTo>
                    <a:pt x="825918" y="357785"/>
                  </a:lnTo>
                  <a:lnTo>
                    <a:pt x="829719" y="357044"/>
                  </a:lnTo>
                  <a:lnTo>
                    <a:pt x="833276" y="358065"/>
                  </a:lnTo>
                  <a:lnTo>
                    <a:pt x="847124" y="353743"/>
                  </a:lnTo>
                  <a:lnTo>
                    <a:pt x="852773" y="351304"/>
                  </a:lnTo>
                  <a:lnTo>
                    <a:pt x="855999" y="352519"/>
                  </a:lnTo>
                  <a:lnTo>
                    <a:pt x="861201" y="351469"/>
                  </a:lnTo>
                  <a:lnTo>
                    <a:pt x="864135" y="352409"/>
                  </a:lnTo>
                  <a:lnTo>
                    <a:pt x="869545" y="350895"/>
                  </a:lnTo>
                  <a:lnTo>
                    <a:pt x="872995" y="350716"/>
                  </a:lnTo>
                  <a:lnTo>
                    <a:pt x="876966" y="351359"/>
                  </a:lnTo>
                  <a:lnTo>
                    <a:pt x="889040" y="351665"/>
                  </a:lnTo>
                  <a:lnTo>
                    <a:pt x="889951" y="354455"/>
                  </a:lnTo>
                  <a:lnTo>
                    <a:pt x="893632" y="358712"/>
                  </a:lnTo>
                  <a:lnTo>
                    <a:pt x="896634" y="360368"/>
                  </a:lnTo>
                  <a:lnTo>
                    <a:pt x="900415" y="359667"/>
                  </a:lnTo>
                  <a:lnTo>
                    <a:pt x="903174" y="358345"/>
                  </a:lnTo>
                  <a:lnTo>
                    <a:pt x="907496" y="358847"/>
                  </a:lnTo>
                  <a:lnTo>
                    <a:pt x="913758" y="357032"/>
                  </a:lnTo>
                  <a:lnTo>
                    <a:pt x="920016" y="357578"/>
                  </a:lnTo>
                  <a:lnTo>
                    <a:pt x="922604" y="357272"/>
                  </a:lnTo>
                  <a:lnTo>
                    <a:pt x="923815" y="356091"/>
                  </a:lnTo>
                  <a:lnTo>
                    <a:pt x="924812" y="353509"/>
                  </a:lnTo>
                  <a:lnTo>
                    <a:pt x="922889" y="352063"/>
                  </a:lnTo>
                  <a:lnTo>
                    <a:pt x="917428" y="350222"/>
                  </a:lnTo>
                  <a:lnTo>
                    <a:pt x="912389" y="346390"/>
                  </a:lnTo>
                  <a:lnTo>
                    <a:pt x="910156" y="345588"/>
                  </a:lnTo>
                  <a:lnTo>
                    <a:pt x="906573" y="346067"/>
                  </a:lnTo>
                  <a:lnTo>
                    <a:pt x="904882" y="345371"/>
                  </a:lnTo>
                  <a:lnTo>
                    <a:pt x="903061" y="344130"/>
                  </a:lnTo>
                  <a:lnTo>
                    <a:pt x="905428" y="342670"/>
                  </a:lnTo>
                  <a:lnTo>
                    <a:pt x="908292" y="337918"/>
                  </a:lnTo>
                  <a:lnTo>
                    <a:pt x="907089" y="333572"/>
                  </a:lnTo>
                  <a:lnTo>
                    <a:pt x="905732" y="332660"/>
                  </a:lnTo>
                  <a:lnTo>
                    <a:pt x="902408" y="332799"/>
                  </a:lnTo>
                  <a:lnTo>
                    <a:pt x="898422" y="334342"/>
                  </a:lnTo>
                  <a:lnTo>
                    <a:pt x="896818" y="333275"/>
                  </a:lnTo>
                  <a:lnTo>
                    <a:pt x="894222" y="332706"/>
                  </a:lnTo>
                  <a:lnTo>
                    <a:pt x="893188" y="328698"/>
                  </a:lnTo>
                  <a:lnTo>
                    <a:pt x="890418" y="321201"/>
                  </a:lnTo>
                  <a:lnTo>
                    <a:pt x="888957" y="319054"/>
                  </a:lnTo>
                  <a:lnTo>
                    <a:pt x="884531" y="317103"/>
                  </a:lnTo>
                  <a:lnTo>
                    <a:pt x="880719" y="316160"/>
                  </a:lnTo>
                  <a:lnTo>
                    <a:pt x="877022" y="314919"/>
                  </a:lnTo>
                  <a:lnTo>
                    <a:pt x="875928" y="311959"/>
                  </a:lnTo>
                  <a:lnTo>
                    <a:pt x="876646" y="307884"/>
                  </a:lnTo>
                  <a:lnTo>
                    <a:pt x="881062" y="307018"/>
                  </a:lnTo>
                  <a:lnTo>
                    <a:pt x="885309" y="307437"/>
                  </a:lnTo>
                  <a:lnTo>
                    <a:pt x="887674" y="308172"/>
                  </a:lnTo>
                  <a:lnTo>
                    <a:pt x="890410" y="308507"/>
                  </a:lnTo>
                  <a:lnTo>
                    <a:pt x="893552" y="309347"/>
                  </a:lnTo>
                  <a:lnTo>
                    <a:pt x="895602" y="310518"/>
                  </a:lnTo>
                  <a:lnTo>
                    <a:pt x="897246" y="311179"/>
                  </a:lnTo>
                  <a:lnTo>
                    <a:pt x="900285" y="311197"/>
                  </a:lnTo>
                  <a:lnTo>
                    <a:pt x="910922" y="310083"/>
                  </a:lnTo>
                  <a:lnTo>
                    <a:pt x="912341" y="309315"/>
                  </a:lnTo>
                  <a:lnTo>
                    <a:pt x="913648" y="307866"/>
                  </a:lnTo>
                  <a:lnTo>
                    <a:pt x="915893" y="307543"/>
                  </a:lnTo>
                  <a:lnTo>
                    <a:pt x="917953" y="307739"/>
                  </a:lnTo>
                  <a:lnTo>
                    <a:pt x="920971" y="306862"/>
                  </a:lnTo>
                  <a:lnTo>
                    <a:pt x="917517" y="305676"/>
                  </a:lnTo>
                  <a:lnTo>
                    <a:pt x="913797" y="303434"/>
                  </a:lnTo>
                  <a:lnTo>
                    <a:pt x="908200" y="300699"/>
                  </a:lnTo>
                  <a:lnTo>
                    <a:pt x="903481" y="299238"/>
                  </a:lnTo>
                  <a:lnTo>
                    <a:pt x="894929" y="298197"/>
                  </a:lnTo>
                  <a:lnTo>
                    <a:pt x="890566" y="298543"/>
                  </a:lnTo>
                  <a:lnTo>
                    <a:pt x="887815" y="298000"/>
                  </a:lnTo>
                  <a:lnTo>
                    <a:pt x="878060" y="298286"/>
                  </a:lnTo>
                  <a:lnTo>
                    <a:pt x="875405" y="297230"/>
                  </a:lnTo>
                  <a:lnTo>
                    <a:pt x="873505" y="294258"/>
                  </a:lnTo>
                  <a:lnTo>
                    <a:pt x="870875" y="287188"/>
                  </a:lnTo>
                  <a:lnTo>
                    <a:pt x="870111" y="283451"/>
                  </a:lnTo>
                  <a:lnTo>
                    <a:pt x="871910" y="282069"/>
                  </a:lnTo>
                  <a:lnTo>
                    <a:pt x="873119" y="280565"/>
                  </a:lnTo>
                  <a:lnTo>
                    <a:pt x="876007" y="280418"/>
                  </a:lnTo>
                  <a:lnTo>
                    <a:pt x="880220" y="280993"/>
                  </a:lnTo>
                  <a:lnTo>
                    <a:pt x="881604" y="281717"/>
                  </a:lnTo>
                  <a:lnTo>
                    <a:pt x="882636" y="283927"/>
                  </a:lnTo>
                  <a:lnTo>
                    <a:pt x="881604" y="286187"/>
                  </a:lnTo>
                  <a:lnTo>
                    <a:pt x="880251" y="287361"/>
                  </a:lnTo>
                  <a:lnTo>
                    <a:pt x="881078" y="288432"/>
                  </a:lnTo>
                  <a:lnTo>
                    <a:pt x="885397" y="288749"/>
                  </a:lnTo>
                  <a:lnTo>
                    <a:pt x="887525" y="289421"/>
                  </a:lnTo>
                  <a:lnTo>
                    <a:pt x="889345" y="289687"/>
                  </a:lnTo>
                  <a:lnTo>
                    <a:pt x="893313" y="288668"/>
                  </a:lnTo>
                  <a:lnTo>
                    <a:pt x="899119" y="288247"/>
                  </a:lnTo>
                  <a:lnTo>
                    <a:pt x="902036" y="289263"/>
                  </a:lnTo>
                  <a:lnTo>
                    <a:pt x="905497" y="290024"/>
                  </a:lnTo>
                  <a:lnTo>
                    <a:pt x="910585" y="288801"/>
                  </a:lnTo>
                  <a:lnTo>
                    <a:pt x="928778" y="289462"/>
                  </a:lnTo>
                  <a:lnTo>
                    <a:pt x="931006" y="289785"/>
                  </a:lnTo>
                  <a:lnTo>
                    <a:pt x="933208" y="291811"/>
                  </a:lnTo>
                  <a:lnTo>
                    <a:pt x="935110" y="293072"/>
                  </a:lnTo>
                  <a:lnTo>
                    <a:pt x="937092" y="292535"/>
                  </a:lnTo>
                  <a:lnTo>
                    <a:pt x="943005" y="294904"/>
                  </a:lnTo>
                  <a:lnTo>
                    <a:pt x="946184" y="296739"/>
                  </a:lnTo>
                  <a:lnTo>
                    <a:pt x="949381" y="297703"/>
                  </a:lnTo>
                  <a:lnTo>
                    <a:pt x="952130" y="297943"/>
                  </a:lnTo>
                  <a:lnTo>
                    <a:pt x="955214" y="297487"/>
                  </a:lnTo>
                  <a:lnTo>
                    <a:pt x="959204" y="295937"/>
                  </a:lnTo>
                  <a:lnTo>
                    <a:pt x="962526" y="295308"/>
                  </a:lnTo>
                  <a:lnTo>
                    <a:pt x="964877" y="295865"/>
                  </a:lnTo>
                  <a:lnTo>
                    <a:pt x="969909" y="296177"/>
                  </a:lnTo>
                  <a:lnTo>
                    <a:pt x="973773" y="298052"/>
                  </a:lnTo>
                  <a:lnTo>
                    <a:pt x="976743" y="297276"/>
                  </a:lnTo>
                  <a:lnTo>
                    <a:pt x="979908" y="295158"/>
                  </a:lnTo>
                  <a:lnTo>
                    <a:pt x="989873" y="293669"/>
                  </a:lnTo>
                  <a:lnTo>
                    <a:pt x="996543" y="294076"/>
                  </a:lnTo>
                  <a:lnTo>
                    <a:pt x="1008720" y="297877"/>
                  </a:lnTo>
                  <a:lnTo>
                    <a:pt x="1011533" y="298234"/>
                  </a:lnTo>
                  <a:lnTo>
                    <a:pt x="1017098" y="295992"/>
                  </a:lnTo>
                  <a:lnTo>
                    <a:pt x="1018882" y="292310"/>
                  </a:lnTo>
                  <a:lnTo>
                    <a:pt x="1018636" y="288152"/>
                  </a:lnTo>
                  <a:lnTo>
                    <a:pt x="1020260" y="287165"/>
                  </a:lnTo>
                  <a:lnTo>
                    <a:pt x="1021591" y="287627"/>
                  </a:lnTo>
                  <a:lnTo>
                    <a:pt x="1024061" y="284744"/>
                  </a:lnTo>
                  <a:lnTo>
                    <a:pt x="1027414" y="284989"/>
                  </a:lnTo>
                  <a:lnTo>
                    <a:pt x="1029471" y="285540"/>
                  </a:lnTo>
                  <a:lnTo>
                    <a:pt x="1030741" y="283656"/>
                  </a:lnTo>
                  <a:lnTo>
                    <a:pt x="1031902" y="279737"/>
                  </a:lnTo>
                  <a:lnTo>
                    <a:pt x="1035845" y="279437"/>
                  </a:lnTo>
                  <a:lnTo>
                    <a:pt x="1038718" y="280009"/>
                  </a:lnTo>
                  <a:lnTo>
                    <a:pt x="1042498" y="282525"/>
                  </a:lnTo>
                  <a:lnTo>
                    <a:pt x="1042493" y="284625"/>
                  </a:lnTo>
                  <a:lnTo>
                    <a:pt x="1040935" y="286865"/>
                  </a:lnTo>
                  <a:lnTo>
                    <a:pt x="1038334" y="292371"/>
                  </a:lnTo>
                  <a:lnTo>
                    <a:pt x="1039939" y="295571"/>
                  </a:lnTo>
                  <a:lnTo>
                    <a:pt x="1042374" y="295291"/>
                  </a:lnTo>
                  <a:lnTo>
                    <a:pt x="1045425" y="295923"/>
                  </a:lnTo>
                  <a:lnTo>
                    <a:pt x="1049148" y="294552"/>
                  </a:lnTo>
                  <a:lnTo>
                    <a:pt x="1051503" y="294477"/>
                  </a:lnTo>
                  <a:lnTo>
                    <a:pt x="1055626" y="299262"/>
                  </a:lnTo>
                  <a:lnTo>
                    <a:pt x="1058430" y="299550"/>
                  </a:lnTo>
                  <a:lnTo>
                    <a:pt x="1060575" y="299256"/>
                  </a:lnTo>
                  <a:lnTo>
                    <a:pt x="1067631" y="294965"/>
                  </a:lnTo>
                  <a:lnTo>
                    <a:pt x="1069668" y="294480"/>
                  </a:lnTo>
                  <a:lnTo>
                    <a:pt x="1072157" y="296457"/>
                  </a:lnTo>
                  <a:lnTo>
                    <a:pt x="1075809" y="301016"/>
                  </a:lnTo>
                  <a:lnTo>
                    <a:pt x="1078981" y="303639"/>
                  </a:lnTo>
                  <a:lnTo>
                    <a:pt x="1083636" y="305255"/>
                  </a:lnTo>
                  <a:lnTo>
                    <a:pt x="1087691" y="305728"/>
                  </a:lnTo>
                  <a:lnTo>
                    <a:pt x="1092437" y="307866"/>
                  </a:lnTo>
                  <a:lnTo>
                    <a:pt x="1095065" y="309664"/>
                  </a:lnTo>
                  <a:lnTo>
                    <a:pt x="1101003" y="309702"/>
                  </a:lnTo>
                  <a:lnTo>
                    <a:pt x="1103577" y="310443"/>
                  </a:lnTo>
                  <a:lnTo>
                    <a:pt x="1110751" y="314123"/>
                  </a:lnTo>
                  <a:lnTo>
                    <a:pt x="1117307" y="312316"/>
                  </a:lnTo>
                  <a:lnTo>
                    <a:pt x="1120684" y="310619"/>
                  </a:lnTo>
                  <a:lnTo>
                    <a:pt x="1122337" y="307491"/>
                  </a:lnTo>
                  <a:lnTo>
                    <a:pt x="1121510" y="302802"/>
                  </a:lnTo>
                  <a:lnTo>
                    <a:pt x="1121210" y="298110"/>
                  </a:lnTo>
                  <a:lnTo>
                    <a:pt x="1122187" y="296156"/>
                  </a:lnTo>
                  <a:lnTo>
                    <a:pt x="1123914" y="295764"/>
                  </a:lnTo>
                  <a:lnTo>
                    <a:pt x="1131726" y="301042"/>
                  </a:lnTo>
                  <a:lnTo>
                    <a:pt x="1131232" y="297908"/>
                  </a:lnTo>
                  <a:lnTo>
                    <a:pt x="1130563" y="295452"/>
                  </a:lnTo>
                  <a:lnTo>
                    <a:pt x="1128571" y="291268"/>
                  </a:lnTo>
                  <a:lnTo>
                    <a:pt x="1128871" y="288143"/>
                  </a:lnTo>
                  <a:lnTo>
                    <a:pt x="1130523" y="287165"/>
                  </a:lnTo>
                  <a:lnTo>
                    <a:pt x="1133822" y="288807"/>
                  </a:lnTo>
                  <a:lnTo>
                    <a:pt x="1137725" y="289635"/>
                  </a:lnTo>
                  <a:lnTo>
                    <a:pt x="1140976" y="291450"/>
                  </a:lnTo>
                  <a:lnTo>
                    <a:pt x="1147313" y="298035"/>
                  </a:lnTo>
                  <a:lnTo>
                    <a:pt x="1149328" y="303778"/>
                  </a:lnTo>
                  <a:lnTo>
                    <a:pt x="1153625" y="305226"/>
                  </a:lnTo>
                  <a:lnTo>
                    <a:pt x="1156619" y="304969"/>
                  </a:lnTo>
                  <a:lnTo>
                    <a:pt x="1160009" y="304023"/>
                  </a:lnTo>
                  <a:lnTo>
                    <a:pt x="1164569" y="303223"/>
                  </a:lnTo>
                  <a:lnTo>
                    <a:pt x="1168072" y="303454"/>
                  </a:lnTo>
                  <a:lnTo>
                    <a:pt x="1171309" y="302410"/>
                  </a:lnTo>
                  <a:lnTo>
                    <a:pt x="1172286" y="305538"/>
                  </a:lnTo>
                  <a:lnTo>
                    <a:pt x="1169237" y="310034"/>
                  </a:lnTo>
                  <a:lnTo>
                    <a:pt x="1168080" y="312966"/>
                  </a:lnTo>
                  <a:lnTo>
                    <a:pt x="1169056" y="313747"/>
                  </a:lnTo>
                  <a:lnTo>
                    <a:pt x="1170889" y="313049"/>
                  </a:lnTo>
                  <a:lnTo>
                    <a:pt x="1172394" y="312131"/>
                  </a:lnTo>
                  <a:lnTo>
                    <a:pt x="1177660" y="312602"/>
                  </a:lnTo>
                  <a:lnTo>
                    <a:pt x="1181919" y="310565"/>
                  </a:lnTo>
                  <a:lnTo>
                    <a:pt x="1185566" y="309820"/>
                  </a:lnTo>
                  <a:lnTo>
                    <a:pt x="1188995" y="307679"/>
                  </a:lnTo>
                  <a:lnTo>
                    <a:pt x="1191828" y="307866"/>
                  </a:lnTo>
                  <a:lnTo>
                    <a:pt x="1193964" y="308248"/>
                  </a:lnTo>
                  <a:lnTo>
                    <a:pt x="1196932" y="309938"/>
                  </a:lnTo>
                  <a:lnTo>
                    <a:pt x="1199757" y="309012"/>
                  </a:lnTo>
                  <a:lnTo>
                    <a:pt x="1201437" y="309356"/>
                  </a:lnTo>
                  <a:lnTo>
                    <a:pt x="1203723" y="309483"/>
                  </a:lnTo>
                  <a:lnTo>
                    <a:pt x="1215837" y="302040"/>
                  </a:lnTo>
                  <a:lnTo>
                    <a:pt x="1218583" y="302170"/>
                  </a:lnTo>
                  <a:lnTo>
                    <a:pt x="1222065" y="301758"/>
                  </a:lnTo>
                  <a:lnTo>
                    <a:pt x="1226455" y="300009"/>
                  </a:lnTo>
                  <a:lnTo>
                    <a:pt x="1229823" y="299236"/>
                  </a:lnTo>
                  <a:lnTo>
                    <a:pt x="1232603" y="299279"/>
                  </a:lnTo>
                  <a:lnTo>
                    <a:pt x="1237549" y="296569"/>
                  </a:lnTo>
                  <a:lnTo>
                    <a:pt x="1245436" y="296901"/>
                  </a:lnTo>
                  <a:lnTo>
                    <a:pt x="1249456" y="295496"/>
                  </a:lnTo>
                  <a:lnTo>
                    <a:pt x="1257250" y="293816"/>
                  </a:lnTo>
                  <a:lnTo>
                    <a:pt x="1262489" y="291920"/>
                  </a:lnTo>
                  <a:lnTo>
                    <a:pt x="1271807" y="286899"/>
                  </a:lnTo>
                  <a:lnTo>
                    <a:pt x="1275591" y="283916"/>
                  </a:lnTo>
                  <a:lnTo>
                    <a:pt x="1279683" y="277313"/>
                  </a:lnTo>
                  <a:lnTo>
                    <a:pt x="1282263" y="270708"/>
                  </a:lnTo>
                  <a:lnTo>
                    <a:pt x="1285122" y="261927"/>
                  </a:lnTo>
                  <a:lnTo>
                    <a:pt x="1283715" y="256219"/>
                  </a:lnTo>
                  <a:lnTo>
                    <a:pt x="1282211" y="253706"/>
                  </a:lnTo>
                  <a:lnTo>
                    <a:pt x="1280943" y="250950"/>
                  </a:lnTo>
                  <a:lnTo>
                    <a:pt x="1277939" y="245271"/>
                  </a:lnTo>
                  <a:lnTo>
                    <a:pt x="1277149" y="238115"/>
                  </a:lnTo>
                  <a:lnTo>
                    <a:pt x="1277436" y="231414"/>
                  </a:lnTo>
                  <a:lnTo>
                    <a:pt x="1276371" y="225115"/>
                  </a:lnTo>
                  <a:lnTo>
                    <a:pt x="1275306" y="220431"/>
                  </a:lnTo>
                  <a:lnTo>
                    <a:pt x="1273077" y="212617"/>
                  </a:lnTo>
                  <a:lnTo>
                    <a:pt x="1270384" y="207541"/>
                  </a:lnTo>
                  <a:lnTo>
                    <a:pt x="1267231" y="200740"/>
                  </a:lnTo>
                  <a:lnTo>
                    <a:pt x="1267227" y="194518"/>
                  </a:lnTo>
                  <a:lnTo>
                    <a:pt x="1266476" y="189633"/>
                  </a:lnTo>
                  <a:lnTo>
                    <a:pt x="1264571" y="186161"/>
                  </a:lnTo>
                  <a:lnTo>
                    <a:pt x="1263772" y="183380"/>
                  </a:lnTo>
                  <a:lnTo>
                    <a:pt x="1265224" y="182802"/>
                  </a:lnTo>
                  <a:lnTo>
                    <a:pt x="1266570" y="181954"/>
                  </a:lnTo>
                  <a:lnTo>
                    <a:pt x="1270211" y="180878"/>
                  </a:lnTo>
                  <a:lnTo>
                    <a:pt x="1278944" y="182791"/>
                  </a:lnTo>
                  <a:lnTo>
                    <a:pt x="1279710" y="179992"/>
                  </a:lnTo>
                  <a:lnTo>
                    <a:pt x="1281912" y="177937"/>
                  </a:lnTo>
                  <a:lnTo>
                    <a:pt x="1283451" y="175366"/>
                  </a:lnTo>
                  <a:lnTo>
                    <a:pt x="1282925" y="171456"/>
                  </a:lnTo>
                  <a:lnTo>
                    <a:pt x="1281036" y="169852"/>
                  </a:lnTo>
                  <a:lnTo>
                    <a:pt x="1278732" y="166507"/>
                  </a:lnTo>
                  <a:lnTo>
                    <a:pt x="1279771" y="163832"/>
                  </a:lnTo>
                  <a:lnTo>
                    <a:pt x="1281648" y="163832"/>
                  </a:lnTo>
                  <a:lnTo>
                    <a:pt x="1282550" y="160900"/>
                  </a:lnTo>
                  <a:lnTo>
                    <a:pt x="1281839" y="158044"/>
                  </a:lnTo>
                  <a:lnTo>
                    <a:pt x="1282700" y="154448"/>
                  </a:lnTo>
                  <a:lnTo>
                    <a:pt x="1284375" y="149854"/>
                  </a:lnTo>
                  <a:lnTo>
                    <a:pt x="1285513" y="148163"/>
                  </a:lnTo>
                  <a:lnTo>
                    <a:pt x="1283421" y="145396"/>
                  </a:lnTo>
                  <a:lnTo>
                    <a:pt x="1281465" y="141786"/>
                  </a:lnTo>
                  <a:lnTo>
                    <a:pt x="1281955" y="138993"/>
                  </a:lnTo>
                  <a:lnTo>
                    <a:pt x="1282924" y="136078"/>
                  </a:lnTo>
                  <a:lnTo>
                    <a:pt x="1284127" y="131975"/>
                  </a:lnTo>
                  <a:lnTo>
                    <a:pt x="1285779" y="129043"/>
                  </a:lnTo>
                  <a:lnTo>
                    <a:pt x="1286831" y="128065"/>
                  </a:lnTo>
                  <a:lnTo>
                    <a:pt x="1286516" y="127087"/>
                  </a:lnTo>
                  <a:lnTo>
                    <a:pt x="1284039" y="126036"/>
                  </a:lnTo>
                  <a:lnTo>
                    <a:pt x="1281754" y="125843"/>
                  </a:lnTo>
                  <a:lnTo>
                    <a:pt x="1277637" y="127672"/>
                  </a:lnTo>
                  <a:lnTo>
                    <a:pt x="1276983" y="127309"/>
                  </a:lnTo>
                  <a:lnTo>
                    <a:pt x="1276753" y="126371"/>
                  </a:lnTo>
                  <a:lnTo>
                    <a:pt x="1276514" y="124368"/>
                  </a:lnTo>
                  <a:lnTo>
                    <a:pt x="1276916" y="119465"/>
                  </a:lnTo>
                  <a:lnTo>
                    <a:pt x="1277564" y="114843"/>
                  </a:lnTo>
                  <a:lnTo>
                    <a:pt x="1278164" y="114190"/>
                  </a:lnTo>
                  <a:lnTo>
                    <a:pt x="1279771" y="113602"/>
                  </a:lnTo>
                  <a:lnTo>
                    <a:pt x="1281348" y="110084"/>
                  </a:lnTo>
                  <a:lnTo>
                    <a:pt x="1282775" y="109888"/>
                  </a:lnTo>
                  <a:lnTo>
                    <a:pt x="1283676" y="111059"/>
                  </a:lnTo>
                  <a:lnTo>
                    <a:pt x="1283977" y="115752"/>
                  </a:lnTo>
                  <a:lnTo>
                    <a:pt x="1284459" y="116828"/>
                  </a:lnTo>
                  <a:lnTo>
                    <a:pt x="1284277" y="119073"/>
                  </a:lnTo>
                  <a:lnTo>
                    <a:pt x="1285028" y="119855"/>
                  </a:lnTo>
                  <a:lnTo>
                    <a:pt x="1285922" y="118380"/>
                  </a:lnTo>
                  <a:lnTo>
                    <a:pt x="1287595" y="117673"/>
                  </a:lnTo>
                  <a:lnTo>
                    <a:pt x="1288258" y="119269"/>
                  </a:lnTo>
                  <a:lnTo>
                    <a:pt x="1288859" y="120051"/>
                  </a:lnTo>
                  <a:lnTo>
                    <a:pt x="1289159" y="118683"/>
                  </a:lnTo>
                  <a:lnTo>
                    <a:pt x="1288947" y="114886"/>
                  </a:lnTo>
                  <a:lnTo>
                    <a:pt x="1288672" y="113356"/>
                  </a:lnTo>
                  <a:lnTo>
                    <a:pt x="1288466" y="110898"/>
                  </a:lnTo>
                  <a:lnTo>
                    <a:pt x="1288820" y="109741"/>
                  </a:lnTo>
                  <a:lnTo>
                    <a:pt x="1289245" y="107822"/>
                  </a:lnTo>
                  <a:lnTo>
                    <a:pt x="1288539" y="103848"/>
                  </a:lnTo>
                  <a:lnTo>
                    <a:pt x="1288803" y="102345"/>
                  </a:lnTo>
                  <a:lnTo>
                    <a:pt x="1290310" y="99953"/>
                  </a:lnTo>
                  <a:lnTo>
                    <a:pt x="1291041" y="99454"/>
                  </a:lnTo>
                  <a:lnTo>
                    <a:pt x="1292456" y="99468"/>
                  </a:lnTo>
                  <a:lnTo>
                    <a:pt x="1295047" y="101038"/>
                  </a:lnTo>
                  <a:lnTo>
                    <a:pt x="1296254" y="101162"/>
                  </a:lnTo>
                  <a:lnTo>
                    <a:pt x="1297174" y="100426"/>
                  </a:lnTo>
                  <a:lnTo>
                    <a:pt x="1297724" y="98899"/>
                  </a:lnTo>
                  <a:lnTo>
                    <a:pt x="1298173" y="93861"/>
                  </a:lnTo>
                  <a:lnTo>
                    <a:pt x="1297068" y="92083"/>
                  </a:lnTo>
                  <a:lnTo>
                    <a:pt x="1297082" y="90470"/>
                  </a:lnTo>
                  <a:lnTo>
                    <a:pt x="1297730" y="89481"/>
                  </a:lnTo>
                  <a:lnTo>
                    <a:pt x="1298868" y="85957"/>
                  </a:lnTo>
                  <a:lnTo>
                    <a:pt x="1300596" y="85781"/>
                  </a:lnTo>
                  <a:lnTo>
                    <a:pt x="1302285" y="86093"/>
                  </a:lnTo>
                  <a:lnTo>
                    <a:pt x="1303924" y="85412"/>
                  </a:lnTo>
                  <a:lnTo>
                    <a:pt x="1303355" y="83983"/>
                  </a:lnTo>
                  <a:lnTo>
                    <a:pt x="1302840" y="81790"/>
                  </a:lnTo>
                  <a:lnTo>
                    <a:pt x="1304684" y="80717"/>
                  </a:lnTo>
                  <a:lnTo>
                    <a:pt x="1305892" y="80374"/>
                  </a:lnTo>
                  <a:lnTo>
                    <a:pt x="1309038" y="81747"/>
                  </a:lnTo>
                  <a:lnTo>
                    <a:pt x="1310266" y="82523"/>
                  </a:lnTo>
                  <a:lnTo>
                    <a:pt x="1311392" y="80766"/>
                  </a:lnTo>
                  <a:lnTo>
                    <a:pt x="1311017" y="79006"/>
                  </a:lnTo>
                  <a:lnTo>
                    <a:pt x="1309815" y="78028"/>
                  </a:lnTo>
                  <a:lnTo>
                    <a:pt x="1309590" y="76466"/>
                  </a:lnTo>
                  <a:lnTo>
                    <a:pt x="1309890" y="74510"/>
                  </a:lnTo>
                  <a:lnTo>
                    <a:pt x="1311843" y="75488"/>
                  </a:lnTo>
                  <a:lnTo>
                    <a:pt x="1312289" y="75116"/>
                  </a:lnTo>
                  <a:lnTo>
                    <a:pt x="1312804" y="73347"/>
                  </a:lnTo>
                  <a:lnTo>
                    <a:pt x="1312500" y="72502"/>
                  </a:lnTo>
                  <a:lnTo>
                    <a:pt x="1312249" y="71341"/>
                  </a:lnTo>
                  <a:lnTo>
                    <a:pt x="1314808" y="71114"/>
                  </a:lnTo>
                  <a:lnTo>
                    <a:pt x="1315189" y="70655"/>
                  </a:lnTo>
                  <a:lnTo>
                    <a:pt x="1315731" y="69269"/>
                  </a:lnTo>
                  <a:lnTo>
                    <a:pt x="1316484" y="68773"/>
                  </a:lnTo>
                  <a:lnTo>
                    <a:pt x="1318797" y="68839"/>
                  </a:lnTo>
                  <a:lnTo>
                    <a:pt x="1319298" y="68118"/>
                  </a:lnTo>
                  <a:lnTo>
                    <a:pt x="1319527" y="66606"/>
                  </a:lnTo>
                  <a:lnTo>
                    <a:pt x="1318277" y="66222"/>
                  </a:lnTo>
                  <a:lnTo>
                    <a:pt x="1316650" y="64739"/>
                  </a:lnTo>
                  <a:lnTo>
                    <a:pt x="1316425" y="60633"/>
                  </a:lnTo>
                  <a:lnTo>
                    <a:pt x="1316801" y="57701"/>
                  </a:lnTo>
                  <a:lnTo>
                    <a:pt x="1318227" y="55162"/>
                  </a:lnTo>
                  <a:lnTo>
                    <a:pt x="1319955" y="53401"/>
                  </a:lnTo>
                  <a:lnTo>
                    <a:pt x="1323113" y="54922"/>
                  </a:lnTo>
                  <a:lnTo>
                    <a:pt x="1325588" y="54573"/>
                  </a:lnTo>
                  <a:lnTo>
                    <a:pt x="1326565" y="56137"/>
                  </a:lnTo>
                  <a:lnTo>
                    <a:pt x="1327917" y="56529"/>
                  </a:lnTo>
                  <a:lnTo>
                    <a:pt x="1328218" y="54769"/>
                  </a:lnTo>
                  <a:lnTo>
                    <a:pt x="1327615" y="53237"/>
                  </a:lnTo>
                  <a:lnTo>
                    <a:pt x="1327227" y="50712"/>
                  </a:lnTo>
                  <a:lnTo>
                    <a:pt x="1331147" y="47734"/>
                  </a:lnTo>
                  <a:lnTo>
                    <a:pt x="1332398" y="48201"/>
                  </a:lnTo>
                  <a:lnTo>
                    <a:pt x="1333953" y="47489"/>
                  </a:lnTo>
                  <a:lnTo>
                    <a:pt x="1333400" y="45192"/>
                  </a:lnTo>
                  <a:lnTo>
                    <a:pt x="1334226" y="42260"/>
                  </a:lnTo>
                  <a:lnTo>
                    <a:pt x="1335353" y="41870"/>
                  </a:lnTo>
                  <a:lnTo>
                    <a:pt x="1336104" y="44410"/>
                  </a:lnTo>
                  <a:lnTo>
                    <a:pt x="1337181" y="44932"/>
                  </a:lnTo>
                  <a:lnTo>
                    <a:pt x="1338358" y="44338"/>
                  </a:lnTo>
                  <a:lnTo>
                    <a:pt x="1341278" y="41342"/>
                  </a:lnTo>
                  <a:lnTo>
                    <a:pt x="1342710" y="40883"/>
                  </a:lnTo>
                  <a:lnTo>
                    <a:pt x="1344125" y="40731"/>
                  </a:lnTo>
                  <a:lnTo>
                    <a:pt x="1345616" y="38985"/>
                  </a:lnTo>
                  <a:lnTo>
                    <a:pt x="1345962" y="36916"/>
                  </a:lnTo>
                  <a:lnTo>
                    <a:pt x="1346803" y="35484"/>
                  </a:lnTo>
                  <a:lnTo>
                    <a:pt x="1349328" y="33574"/>
                  </a:lnTo>
                  <a:lnTo>
                    <a:pt x="1350366" y="32163"/>
                  </a:lnTo>
                  <a:lnTo>
                    <a:pt x="1352586" y="27286"/>
                  </a:lnTo>
                  <a:lnTo>
                    <a:pt x="1352184" y="26051"/>
                  </a:lnTo>
                  <a:lnTo>
                    <a:pt x="1352841" y="25033"/>
                  </a:lnTo>
                  <a:lnTo>
                    <a:pt x="1359506" y="20615"/>
                  </a:lnTo>
                  <a:lnTo>
                    <a:pt x="1362770" y="20190"/>
                  </a:lnTo>
                  <a:lnTo>
                    <a:pt x="1368217" y="17564"/>
                  </a:lnTo>
                  <a:lnTo>
                    <a:pt x="1371539" y="14408"/>
                  </a:lnTo>
                  <a:lnTo>
                    <a:pt x="1373596" y="13121"/>
                  </a:lnTo>
                  <a:lnTo>
                    <a:pt x="1375463" y="9620"/>
                  </a:lnTo>
                  <a:lnTo>
                    <a:pt x="1377717" y="9104"/>
                  </a:lnTo>
                  <a:lnTo>
                    <a:pt x="1382917" y="6648"/>
                  </a:lnTo>
                  <a:lnTo>
                    <a:pt x="1386863" y="2732"/>
                  </a:lnTo>
                  <a:lnTo>
                    <a:pt x="1392296" y="0"/>
                  </a:lnTo>
                  <a:lnTo>
                    <a:pt x="1394810" y="251"/>
                  </a:lnTo>
                  <a:lnTo>
                    <a:pt x="1395850" y="1070"/>
                  </a:lnTo>
                  <a:lnTo>
                    <a:pt x="1396486" y="4331"/>
                  </a:lnTo>
                  <a:lnTo>
                    <a:pt x="1397546" y="8253"/>
                  </a:lnTo>
                  <a:lnTo>
                    <a:pt x="1399198" y="10206"/>
                  </a:lnTo>
                  <a:lnTo>
                    <a:pt x="1398597" y="11966"/>
                  </a:lnTo>
                  <a:lnTo>
                    <a:pt x="1397020" y="11770"/>
                  </a:lnTo>
                  <a:lnTo>
                    <a:pt x="1395367" y="12160"/>
                  </a:lnTo>
                  <a:lnTo>
                    <a:pt x="1394992" y="10206"/>
                  </a:lnTo>
                  <a:lnTo>
                    <a:pt x="1395611" y="8783"/>
                  </a:lnTo>
                  <a:lnTo>
                    <a:pt x="1394992" y="7471"/>
                  </a:lnTo>
                  <a:lnTo>
                    <a:pt x="1393497" y="7811"/>
                  </a:lnTo>
                  <a:lnTo>
                    <a:pt x="1391490" y="8489"/>
                  </a:lnTo>
                  <a:lnTo>
                    <a:pt x="1390118" y="9465"/>
                  </a:lnTo>
                  <a:lnTo>
                    <a:pt x="1388353" y="11533"/>
                  </a:lnTo>
                  <a:lnTo>
                    <a:pt x="1386992" y="12722"/>
                  </a:lnTo>
                  <a:lnTo>
                    <a:pt x="1382379" y="15871"/>
                  </a:lnTo>
                  <a:lnTo>
                    <a:pt x="1379326" y="20364"/>
                  </a:lnTo>
                  <a:lnTo>
                    <a:pt x="1377157" y="25151"/>
                  </a:lnTo>
                  <a:lnTo>
                    <a:pt x="1375838" y="28383"/>
                  </a:lnTo>
                  <a:lnTo>
                    <a:pt x="1373949" y="28622"/>
                  </a:lnTo>
                  <a:lnTo>
                    <a:pt x="1373473" y="29791"/>
                  </a:lnTo>
                  <a:lnTo>
                    <a:pt x="1374268" y="30720"/>
                  </a:lnTo>
                  <a:lnTo>
                    <a:pt x="1374884" y="31115"/>
                  </a:lnTo>
                  <a:lnTo>
                    <a:pt x="1376289" y="31511"/>
                  </a:lnTo>
                  <a:lnTo>
                    <a:pt x="1376064" y="32878"/>
                  </a:lnTo>
                  <a:lnTo>
                    <a:pt x="1375087" y="33268"/>
                  </a:lnTo>
                  <a:lnTo>
                    <a:pt x="1375197" y="34353"/>
                  </a:lnTo>
                  <a:lnTo>
                    <a:pt x="1376214" y="36007"/>
                  </a:lnTo>
                  <a:lnTo>
                    <a:pt x="1376439" y="38353"/>
                  </a:lnTo>
                  <a:lnTo>
                    <a:pt x="1375237" y="38742"/>
                  </a:lnTo>
                  <a:lnTo>
                    <a:pt x="1373434" y="36200"/>
                  </a:lnTo>
                  <a:lnTo>
                    <a:pt x="1371405" y="35969"/>
                  </a:lnTo>
                  <a:lnTo>
                    <a:pt x="1369812" y="34786"/>
                  </a:lnTo>
                  <a:lnTo>
                    <a:pt x="1368778" y="33075"/>
                  </a:lnTo>
                  <a:lnTo>
                    <a:pt x="1367801" y="33464"/>
                  </a:lnTo>
                  <a:lnTo>
                    <a:pt x="1367059" y="35868"/>
                  </a:lnTo>
                  <a:lnTo>
                    <a:pt x="1367501" y="38546"/>
                  </a:lnTo>
                  <a:lnTo>
                    <a:pt x="1366674" y="40110"/>
                  </a:lnTo>
                  <a:lnTo>
                    <a:pt x="1365671" y="39377"/>
                  </a:lnTo>
                  <a:lnTo>
                    <a:pt x="1365323" y="36200"/>
                  </a:lnTo>
                  <a:lnTo>
                    <a:pt x="1364355" y="35675"/>
                  </a:lnTo>
                  <a:lnTo>
                    <a:pt x="1363074" y="35608"/>
                  </a:lnTo>
                  <a:lnTo>
                    <a:pt x="1359901" y="39022"/>
                  </a:lnTo>
                  <a:lnTo>
                    <a:pt x="1358788" y="39132"/>
                  </a:lnTo>
                  <a:lnTo>
                    <a:pt x="1358184" y="40869"/>
                  </a:lnTo>
                  <a:lnTo>
                    <a:pt x="1356341" y="42854"/>
                  </a:lnTo>
                  <a:lnTo>
                    <a:pt x="1355160" y="44410"/>
                  </a:lnTo>
                  <a:lnTo>
                    <a:pt x="1352260" y="49659"/>
                  </a:lnTo>
                  <a:lnTo>
                    <a:pt x="1350619" y="51858"/>
                  </a:lnTo>
                  <a:lnTo>
                    <a:pt x="1347531" y="53116"/>
                  </a:lnTo>
                  <a:lnTo>
                    <a:pt x="1346309" y="52934"/>
                  </a:lnTo>
                  <a:lnTo>
                    <a:pt x="1345587" y="52403"/>
                  </a:lnTo>
                  <a:lnTo>
                    <a:pt x="1344449" y="52051"/>
                  </a:lnTo>
                  <a:lnTo>
                    <a:pt x="1343315" y="52033"/>
                  </a:lnTo>
                  <a:lnTo>
                    <a:pt x="1342939" y="53401"/>
                  </a:lnTo>
                  <a:lnTo>
                    <a:pt x="1344742" y="57897"/>
                  </a:lnTo>
                  <a:lnTo>
                    <a:pt x="1343765" y="59461"/>
                  </a:lnTo>
                  <a:lnTo>
                    <a:pt x="1341583" y="59366"/>
                  </a:lnTo>
                  <a:lnTo>
                    <a:pt x="1340536" y="58093"/>
                  </a:lnTo>
                  <a:lnTo>
                    <a:pt x="1339665" y="59282"/>
                  </a:lnTo>
                  <a:lnTo>
                    <a:pt x="1338982" y="60486"/>
                  </a:lnTo>
                  <a:lnTo>
                    <a:pt x="1338293" y="62214"/>
                  </a:lnTo>
                  <a:lnTo>
                    <a:pt x="1339334" y="65911"/>
                  </a:lnTo>
                  <a:lnTo>
                    <a:pt x="1341041" y="67584"/>
                  </a:lnTo>
                  <a:lnTo>
                    <a:pt x="1342263" y="67864"/>
                  </a:lnTo>
                  <a:lnTo>
                    <a:pt x="1342714" y="69232"/>
                  </a:lnTo>
                  <a:lnTo>
                    <a:pt x="1340041" y="69821"/>
                  </a:lnTo>
                  <a:lnTo>
                    <a:pt x="1338233" y="73061"/>
                  </a:lnTo>
                  <a:lnTo>
                    <a:pt x="1337418" y="75312"/>
                  </a:lnTo>
                  <a:lnTo>
                    <a:pt x="1336480" y="77246"/>
                  </a:lnTo>
                  <a:lnTo>
                    <a:pt x="1336613" y="79490"/>
                  </a:lnTo>
                  <a:lnTo>
                    <a:pt x="1338023" y="82887"/>
                  </a:lnTo>
                  <a:lnTo>
                    <a:pt x="1339886" y="85296"/>
                  </a:lnTo>
                  <a:lnTo>
                    <a:pt x="1341771" y="85493"/>
                  </a:lnTo>
                  <a:lnTo>
                    <a:pt x="1344204" y="84760"/>
                  </a:lnTo>
                  <a:lnTo>
                    <a:pt x="1344773" y="84073"/>
                  </a:lnTo>
                  <a:lnTo>
                    <a:pt x="1347221" y="83698"/>
                  </a:lnTo>
                  <a:lnTo>
                    <a:pt x="1348277" y="81369"/>
                  </a:lnTo>
                  <a:lnTo>
                    <a:pt x="1349049" y="81207"/>
                  </a:lnTo>
                  <a:lnTo>
                    <a:pt x="1349736" y="81626"/>
                  </a:lnTo>
                  <a:lnTo>
                    <a:pt x="1350853" y="81724"/>
                  </a:lnTo>
                  <a:lnTo>
                    <a:pt x="1351434" y="80195"/>
                  </a:lnTo>
                  <a:lnTo>
                    <a:pt x="1352289" y="79623"/>
                  </a:lnTo>
                  <a:lnTo>
                    <a:pt x="1353423" y="80013"/>
                  </a:lnTo>
                  <a:lnTo>
                    <a:pt x="1355633" y="79984"/>
                  </a:lnTo>
                  <a:lnTo>
                    <a:pt x="1356234" y="81352"/>
                  </a:lnTo>
                  <a:lnTo>
                    <a:pt x="1355558" y="82916"/>
                  </a:lnTo>
                  <a:lnTo>
                    <a:pt x="1354206" y="85066"/>
                  </a:lnTo>
                  <a:lnTo>
                    <a:pt x="1352929" y="83891"/>
                  </a:lnTo>
                  <a:lnTo>
                    <a:pt x="1351802" y="84087"/>
                  </a:lnTo>
                  <a:lnTo>
                    <a:pt x="1351194" y="85227"/>
                  </a:lnTo>
                  <a:lnTo>
                    <a:pt x="1352403" y="87605"/>
                  </a:lnTo>
                  <a:lnTo>
                    <a:pt x="1351953" y="89755"/>
                  </a:lnTo>
                  <a:lnTo>
                    <a:pt x="1350976" y="91905"/>
                  </a:lnTo>
                  <a:lnTo>
                    <a:pt x="1349774" y="90537"/>
                  </a:lnTo>
                  <a:lnTo>
                    <a:pt x="1349598" y="88217"/>
                  </a:lnTo>
                  <a:lnTo>
                    <a:pt x="1347972" y="86823"/>
                  </a:lnTo>
                  <a:lnTo>
                    <a:pt x="1346394" y="86237"/>
                  </a:lnTo>
                  <a:lnTo>
                    <a:pt x="1345325" y="88629"/>
                  </a:lnTo>
                  <a:lnTo>
                    <a:pt x="1343627" y="89333"/>
                  </a:lnTo>
                  <a:lnTo>
                    <a:pt x="1343390" y="92101"/>
                  </a:lnTo>
                  <a:lnTo>
                    <a:pt x="1342714" y="94643"/>
                  </a:lnTo>
                  <a:lnTo>
                    <a:pt x="1341738" y="93861"/>
                  </a:lnTo>
                  <a:lnTo>
                    <a:pt x="1341358" y="90710"/>
                  </a:lnTo>
                  <a:lnTo>
                    <a:pt x="1338621" y="88136"/>
                  </a:lnTo>
                  <a:lnTo>
                    <a:pt x="1337204" y="87784"/>
                  </a:lnTo>
                  <a:lnTo>
                    <a:pt x="1334332" y="88442"/>
                  </a:lnTo>
                  <a:lnTo>
                    <a:pt x="1333325" y="88387"/>
                  </a:lnTo>
                  <a:lnTo>
                    <a:pt x="1332199" y="88973"/>
                  </a:lnTo>
                  <a:lnTo>
                    <a:pt x="1331372" y="91125"/>
                  </a:lnTo>
                  <a:lnTo>
                    <a:pt x="1332559" y="92707"/>
                  </a:lnTo>
                  <a:lnTo>
                    <a:pt x="1332956" y="94836"/>
                  </a:lnTo>
                  <a:lnTo>
                    <a:pt x="1332927" y="96429"/>
                  </a:lnTo>
                  <a:lnTo>
                    <a:pt x="1332704" y="97064"/>
                  </a:lnTo>
                  <a:lnTo>
                    <a:pt x="1332505" y="98391"/>
                  </a:lnTo>
                  <a:lnTo>
                    <a:pt x="1333776" y="100310"/>
                  </a:lnTo>
                  <a:lnTo>
                    <a:pt x="1333851" y="102853"/>
                  </a:lnTo>
                  <a:lnTo>
                    <a:pt x="1332802" y="102827"/>
                  </a:lnTo>
                  <a:lnTo>
                    <a:pt x="1331940" y="102056"/>
                  </a:lnTo>
                  <a:lnTo>
                    <a:pt x="1328625" y="95341"/>
                  </a:lnTo>
                  <a:lnTo>
                    <a:pt x="1326549" y="92378"/>
                  </a:lnTo>
                  <a:lnTo>
                    <a:pt x="1325664" y="89755"/>
                  </a:lnTo>
                  <a:lnTo>
                    <a:pt x="1323495" y="89163"/>
                  </a:lnTo>
                  <a:lnTo>
                    <a:pt x="1321927" y="89103"/>
                  </a:lnTo>
                  <a:lnTo>
                    <a:pt x="1320043" y="90168"/>
                  </a:lnTo>
                  <a:lnTo>
                    <a:pt x="1320781" y="91411"/>
                  </a:lnTo>
                  <a:lnTo>
                    <a:pt x="1321157" y="93275"/>
                  </a:lnTo>
                  <a:lnTo>
                    <a:pt x="1320007" y="94046"/>
                  </a:lnTo>
                  <a:lnTo>
                    <a:pt x="1318590" y="96911"/>
                  </a:lnTo>
                  <a:lnTo>
                    <a:pt x="1317637" y="99358"/>
                  </a:lnTo>
                  <a:lnTo>
                    <a:pt x="1317062" y="99886"/>
                  </a:lnTo>
                  <a:lnTo>
                    <a:pt x="1316350" y="101289"/>
                  </a:lnTo>
                  <a:lnTo>
                    <a:pt x="1319404" y="104446"/>
                  </a:lnTo>
                  <a:lnTo>
                    <a:pt x="1319855" y="105695"/>
                  </a:lnTo>
                  <a:lnTo>
                    <a:pt x="1320018" y="107755"/>
                  </a:lnTo>
                  <a:lnTo>
                    <a:pt x="1319054" y="108910"/>
                  </a:lnTo>
                  <a:lnTo>
                    <a:pt x="1316749" y="109360"/>
                  </a:lnTo>
                  <a:lnTo>
                    <a:pt x="1312679" y="107175"/>
                  </a:lnTo>
                  <a:lnTo>
                    <a:pt x="1310942" y="107129"/>
                  </a:lnTo>
                  <a:lnTo>
                    <a:pt x="1310341" y="105588"/>
                  </a:lnTo>
                  <a:lnTo>
                    <a:pt x="1309440" y="105785"/>
                  </a:lnTo>
                  <a:lnTo>
                    <a:pt x="1308881" y="108382"/>
                  </a:lnTo>
                  <a:lnTo>
                    <a:pt x="1308224" y="110681"/>
                  </a:lnTo>
                  <a:lnTo>
                    <a:pt x="1307261" y="112234"/>
                  </a:lnTo>
                  <a:lnTo>
                    <a:pt x="1307534" y="114606"/>
                  </a:lnTo>
                  <a:lnTo>
                    <a:pt x="1308313" y="115166"/>
                  </a:lnTo>
                  <a:lnTo>
                    <a:pt x="1307709" y="116121"/>
                  </a:lnTo>
                  <a:lnTo>
                    <a:pt x="1306435" y="116923"/>
                  </a:lnTo>
                  <a:lnTo>
                    <a:pt x="1305572" y="117835"/>
                  </a:lnTo>
                  <a:lnTo>
                    <a:pt x="1307487" y="118683"/>
                  </a:lnTo>
                  <a:lnTo>
                    <a:pt x="1307848" y="119463"/>
                  </a:lnTo>
                  <a:lnTo>
                    <a:pt x="1307929" y="120591"/>
                  </a:lnTo>
                  <a:lnTo>
                    <a:pt x="1304973" y="121419"/>
                  </a:lnTo>
                  <a:lnTo>
                    <a:pt x="1303055" y="121615"/>
                  </a:lnTo>
                  <a:lnTo>
                    <a:pt x="1301902" y="120698"/>
                  </a:lnTo>
                  <a:lnTo>
                    <a:pt x="1300845" y="121148"/>
                  </a:lnTo>
                  <a:lnTo>
                    <a:pt x="1300164" y="122657"/>
                  </a:lnTo>
                  <a:lnTo>
                    <a:pt x="1299933" y="124648"/>
                  </a:lnTo>
                  <a:lnTo>
                    <a:pt x="1300155" y="127118"/>
                  </a:lnTo>
                  <a:lnTo>
                    <a:pt x="1300531" y="128881"/>
                  </a:lnTo>
                  <a:lnTo>
                    <a:pt x="1300804" y="129539"/>
                  </a:lnTo>
                  <a:lnTo>
                    <a:pt x="1301130" y="130999"/>
                  </a:lnTo>
                  <a:lnTo>
                    <a:pt x="1299359" y="134805"/>
                  </a:lnTo>
                  <a:lnTo>
                    <a:pt x="1299186" y="135631"/>
                  </a:lnTo>
                  <a:lnTo>
                    <a:pt x="1299063" y="137385"/>
                  </a:lnTo>
                  <a:lnTo>
                    <a:pt x="1299883" y="138990"/>
                  </a:lnTo>
                  <a:lnTo>
                    <a:pt x="1300547" y="141338"/>
                  </a:lnTo>
                  <a:lnTo>
                    <a:pt x="1299618" y="142487"/>
                  </a:lnTo>
                  <a:lnTo>
                    <a:pt x="1298615" y="144917"/>
                  </a:lnTo>
                  <a:lnTo>
                    <a:pt x="1299674" y="145393"/>
                  </a:lnTo>
                  <a:lnTo>
                    <a:pt x="1301477" y="145503"/>
                  </a:lnTo>
                  <a:lnTo>
                    <a:pt x="1303401" y="145197"/>
                  </a:lnTo>
                  <a:lnTo>
                    <a:pt x="1306345" y="143055"/>
                  </a:lnTo>
                  <a:lnTo>
                    <a:pt x="1307186" y="142724"/>
                  </a:lnTo>
                  <a:lnTo>
                    <a:pt x="1307541" y="143514"/>
                  </a:lnTo>
                  <a:lnTo>
                    <a:pt x="1307813" y="144824"/>
                  </a:lnTo>
                  <a:lnTo>
                    <a:pt x="1307059" y="146034"/>
                  </a:lnTo>
                  <a:lnTo>
                    <a:pt x="1301730" y="149554"/>
                  </a:lnTo>
                  <a:lnTo>
                    <a:pt x="1300744" y="151008"/>
                  </a:lnTo>
                  <a:lnTo>
                    <a:pt x="1302114" y="151819"/>
                  </a:lnTo>
                  <a:lnTo>
                    <a:pt x="1304858" y="151998"/>
                  </a:lnTo>
                  <a:lnTo>
                    <a:pt x="1305917" y="153109"/>
                  </a:lnTo>
                  <a:lnTo>
                    <a:pt x="1305258" y="154336"/>
                  </a:lnTo>
                  <a:lnTo>
                    <a:pt x="1304286" y="155516"/>
                  </a:lnTo>
                  <a:lnTo>
                    <a:pt x="1303134" y="158292"/>
                  </a:lnTo>
                  <a:lnTo>
                    <a:pt x="1304079" y="159319"/>
                  </a:lnTo>
                  <a:lnTo>
                    <a:pt x="1307032" y="160955"/>
                  </a:lnTo>
                  <a:lnTo>
                    <a:pt x="1312362" y="163105"/>
                  </a:lnTo>
                  <a:lnTo>
                    <a:pt x="1316342" y="163847"/>
                  </a:lnTo>
                  <a:lnTo>
                    <a:pt x="1315452" y="161356"/>
                  </a:lnTo>
                  <a:lnTo>
                    <a:pt x="1315311" y="158272"/>
                  </a:lnTo>
                  <a:lnTo>
                    <a:pt x="1318090" y="155764"/>
                  </a:lnTo>
                  <a:lnTo>
                    <a:pt x="1319544" y="154939"/>
                  </a:lnTo>
                  <a:lnTo>
                    <a:pt x="1326128" y="153435"/>
                  </a:lnTo>
                  <a:lnTo>
                    <a:pt x="1327946" y="153490"/>
                  </a:lnTo>
                  <a:lnTo>
                    <a:pt x="1329345" y="154137"/>
                  </a:lnTo>
                  <a:lnTo>
                    <a:pt x="1328819" y="155429"/>
                  </a:lnTo>
                  <a:lnTo>
                    <a:pt x="1327285" y="154965"/>
                  </a:lnTo>
                  <a:lnTo>
                    <a:pt x="1324642" y="155816"/>
                  </a:lnTo>
                  <a:lnTo>
                    <a:pt x="1320556" y="158557"/>
                  </a:lnTo>
                  <a:lnTo>
                    <a:pt x="1319805" y="159729"/>
                  </a:lnTo>
                  <a:lnTo>
                    <a:pt x="1320105" y="161879"/>
                  </a:lnTo>
                  <a:lnTo>
                    <a:pt x="1323561" y="163639"/>
                  </a:lnTo>
                  <a:lnTo>
                    <a:pt x="1324687" y="165007"/>
                  </a:lnTo>
                  <a:lnTo>
                    <a:pt x="1323158" y="169165"/>
                  </a:lnTo>
                  <a:lnTo>
                    <a:pt x="1323410" y="171846"/>
                  </a:lnTo>
                  <a:lnTo>
                    <a:pt x="1325165" y="174775"/>
                  </a:lnTo>
                  <a:lnTo>
                    <a:pt x="1327516" y="178085"/>
                  </a:lnTo>
                  <a:lnTo>
                    <a:pt x="1328655" y="180327"/>
                  </a:lnTo>
                  <a:lnTo>
                    <a:pt x="1330408" y="181596"/>
                  </a:lnTo>
                  <a:lnTo>
                    <a:pt x="1333280" y="184710"/>
                  </a:lnTo>
                  <a:lnTo>
                    <a:pt x="1334827" y="187875"/>
                  </a:lnTo>
                  <a:lnTo>
                    <a:pt x="1335320" y="195052"/>
                  </a:lnTo>
                  <a:lnTo>
                    <a:pt x="1337645" y="200982"/>
                  </a:lnTo>
                  <a:lnTo>
                    <a:pt x="1340385" y="203706"/>
                  </a:lnTo>
                  <a:lnTo>
                    <a:pt x="1340686" y="206052"/>
                  </a:lnTo>
                  <a:lnTo>
                    <a:pt x="1339785" y="208398"/>
                  </a:lnTo>
                  <a:lnTo>
                    <a:pt x="1337469" y="207048"/>
                  </a:lnTo>
                  <a:lnTo>
                    <a:pt x="1336179" y="208398"/>
                  </a:lnTo>
                  <a:lnTo>
                    <a:pt x="1335654" y="210937"/>
                  </a:lnTo>
                  <a:lnTo>
                    <a:pt x="1337306" y="212698"/>
                  </a:lnTo>
                  <a:lnTo>
                    <a:pt x="1339935" y="214848"/>
                  </a:lnTo>
                  <a:lnTo>
                    <a:pt x="1345568" y="214652"/>
                  </a:lnTo>
                  <a:lnTo>
                    <a:pt x="1345719" y="216997"/>
                  </a:lnTo>
                  <a:lnTo>
                    <a:pt x="1344425" y="218380"/>
                  </a:lnTo>
                  <a:lnTo>
                    <a:pt x="1343390" y="220125"/>
                  </a:lnTo>
                  <a:lnTo>
                    <a:pt x="1342113" y="221101"/>
                  </a:lnTo>
                  <a:lnTo>
                    <a:pt x="1340010" y="221686"/>
                  </a:lnTo>
                  <a:lnTo>
                    <a:pt x="1339484" y="223836"/>
                  </a:lnTo>
                  <a:lnTo>
                    <a:pt x="1340385" y="226768"/>
                  </a:lnTo>
                  <a:lnTo>
                    <a:pt x="1343326" y="225472"/>
                  </a:lnTo>
                  <a:lnTo>
                    <a:pt x="1345469" y="225308"/>
                  </a:lnTo>
                  <a:lnTo>
                    <a:pt x="1347747" y="225793"/>
                  </a:lnTo>
                  <a:lnTo>
                    <a:pt x="1348441" y="229772"/>
                  </a:lnTo>
                  <a:lnTo>
                    <a:pt x="1351103" y="234637"/>
                  </a:lnTo>
                  <a:lnTo>
                    <a:pt x="1351728" y="236934"/>
                  </a:lnTo>
                  <a:lnTo>
                    <a:pt x="1351264" y="239142"/>
                  </a:lnTo>
                  <a:lnTo>
                    <a:pt x="1349613" y="239809"/>
                  </a:lnTo>
                  <a:lnTo>
                    <a:pt x="1348604" y="241543"/>
                  </a:lnTo>
                  <a:lnTo>
                    <a:pt x="1347106" y="243072"/>
                  </a:lnTo>
                  <a:lnTo>
                    <a:pt x="1345440" y="243863"/>
                  </a:lnTo>
                  <a:lnTo>
                    <a:pt x="1342333" y="247908"/>
                  </a:lnTo>
                  <a:lnTo>
                    <a:pt x="1340970" y="248347"/>
                  </a:lnTo>
                  <a:lnTo>
                    <a:pt x="1340411" y="249143"/>
                  </a:lnTo>
                  <a:lnTo>
                    <a:pt x="1343061" y="249579"/>
                  </a:lnTo>
                  <a:lnTo>
                    <a:pt x="1344908" y="249660"/>
                  </a:lnTo>
                  <a:lnTo>
                    <a:pt x="1348874" y="246373"/>
                  </a:lnTo>
                  <a:lnTo>
                    <a:pt x="1350375" y="247098"/>
                  </a:lnTo>
                  <a:lnTo>
                    <a:pt x="1351352" y="249247"/>
                  </a:lnTo>
                  <a:lnTo>
                    <a:pt x="1351878" y="251787"/>
                  </a:lnTo>
                  <a:lnTo>
                    <a:pt x="1350901" y="253937"/>
                  </a:lnTo>
                  <a:lnTo>
                    <a:pt x="1343980" y="255203"/>
                  </a:lnTo>
                  <a:lnTo>
                    <a:pt x="1340637" y="256407"/>
                  </a:lnTo>
                  <a:lnTo>
                    <a:pt x="1337029" y="259774"/>
                  </a:lnTo>
                  <a:lnTo>
                    <a:pt x="1341147" y="261353"/>
                  </a:lnTo>
                  <a:lnTo>
                    <a:pt x="1344167" y="260813"/>
                  </a:lnTo>
                  <a:lnTo>
                    <a:pt x="1345704" y="261402"/>
                  </a:lnTo>
                  <a:lnTo>
                    <a:pt x="1347776" y="262585"/>
                  </a:lnTo>
                  <a:lnTo>
                    <a:pt x="1350079" y="261959"/>
                  </a:lnTo>
                  <a:lnTo>
                    <a:pt x="1351847" y="260738"/>
                  </a:lnTo>
                  <a:lnTo>
                    <a:pt x="1353193" y="260778"/>
                  </a:lnTo>
                  <a:lnTo>
                    <a:pt x="1354485" y="261402"/>
                  </a:lnTo>
                  <a:lnTo>
                    <a:pt x="1354657" y="263514"/>
                  </a:lnTo>
                  <a:lnTo>
                    <a:pt x="1354807" y="267228"/>
                  </a:lnTo>
                  <a:lnTo>
                    <a:pt x="1355108" y="269967"/>
                  </a:lnTo>
                  <a:lnTo>
                    <a:pt x="1354361" y="271842"/>
                  </a:lnTo>
                  <a:lnTo>
                    <a:pt x="1350759" y="273158"/>
                  </a:lnTo>
                  <a:lnTo>
                    <a:pt x="1348122" y="273092"/>
                  </a:lnTo>
                  <a:lnTo>
                    <a:pt x="1348050" y="277007"/>
                  </a:lnTo>
                  <a:lnTo>
                    <a:pt x="1351990" y="279931"/>
                  </a:lnTo>
                  <a:lnTo>
                    <a:pt x="1354432" y="278369"/>
                  </a:lnTo>
                  <a:lnTo>
                    <a:pt x="1356610" y="279151"/>
                  </a:lnTo>
                  <a:lnTo>
                    <a:pt x="1356610" y="283844"/>
                  </a:lnTo>
                  <a:lnTo>
                    <a:pt x="1358286" y="289020"/>
                  </a:lnTo>
                  <a:lnTo>
                    <a:pt x="1359765" y="289315"/>
                  </a:lnTo>
                  <a:lnTo>
                    <a:pt x="1360966" y="286969"/>
                  </a:lnTo>
                  <a:lnTo>
                    <a:pt x="1362544" y="286969"/>
                  </a:lnTo>
                  <a:lnTo>
                    <a:pt x="1363145" y="289707"/>
                  </a:lnTo>
                  <a:lnTo>
                    <a:pt x="1362468" y="294396"/>
                  </a:lnTo>
                  <a:lnTo>
                    <a:pt x="1361267" y="296939"/>
                  </a:lnTo>
                  <a:lnTo>
                    <a:pt x="1358069" y="295903"/>
                  </a:lnTo>
                  <a:lnTo>
                    <a:pt x="1356287" y="295051"/>
                  </a:lnTo>
                  <a:lnTo>
                    <a:pt x="1354858" y="296812"/>
                  </a:lnTo>
                  <a:lnTo>
                    <a:pt x="1352482" y="298272"/>
                  </a:lnTo>
                  <a:lnTo>
                    <a:pt x="1350375" y="298503"/>
                  </a:lnTo>
                  <a:lnTo>
                    <a:pt x="1348550" y="296200"/>
                  </a:lnTo>
                  <a:lnTo>
                    <a:pt x="1346434" y="294460"/>
                  </a:lnTo>
                  <a:lnTo>
                    <a:pt x="1343050" y="293554"/>
                  </a:lnTo>
                  <a:lnTo>
                    <a:pt x="1339849" y="293167"/>
                  </a:lnTo>
                  <a:lnTo>
                    <a:pt x="1340912" y="295178"/>
                  </a:lnTo>
                  <a:lnTo>
                    <a:pt x="1342355" y="296335"/>
                  </a:lnTo>
                  <a:lnTo>
                    <a:pt x="1342922" y="299899"/>
                  </a:lnTo>
                  <a:lnTo>
                    <a:pt x="1344066" y="303584"/>
                  </a:lnTo>
                  <a:lnTo>
                    <a:pt x="1346695" y="302606"/>
                  </a:lnTo>
                  <a:lnTo>
                    <a:pt x="1350393" y="304721"/>
                  </a:lnTo>
                  <a:lnTo>
                    <a:pt x="1352675" y="306888"/>
                  </a:lnTo>
                  <a:lnTo>
                    <a:pt x="1353680" y="309837"/>
                  </a:lnTo>
                  <a:lnTo>
                    <a:pt x="1352403" y="314529"/>
                  </a:lnTo>
                  <a:lnTo>
                    <a:pt x="1350296" y="316269"/>
                  </a:lnTo>
                  <a:lnTo>
                    <a:pt x="1348989" y="317072"/>
                  </a:lnTo>
                  <a:lnTo>
                    <a:pt x="1346711" y="315280"/>
                  </a:lnTo>
                  <a:lnTo>
                    <a:pt x="1345106" y="315280"/>
                  </a:lnTo>
                  <a:lnTo>
                    <a:pt x="1343444" y="316102"/>
                  </a:lnTo>
                  <a:lnTo>
                    <a:pt x="1342878" y="318240"/>
                  </a:lnTo>
                  <a:lnTo>
                    <a:pt x="1341780" y="319299"/>
                  </a:lnTo>
                  <a:lnTo>
                    <a:pt x="1347672" y="319415"/>
                  </a:lnTo>
                  <a:lnTo>
                    <a:pt x="1349474" y="320000"/>
                  </a:lnTo>
                  <a:lnTo>
                    <a:pt x="1350826" y="321957"/>
                  </a:lnTo>
                  <a:lnTo>
                    <a:pt x="1348723" y="324496"/>
                  </a:lnTo>
                  <a:lnTo>
                    <a:pt x="1344817" y="324107"/>
                  </a:lnTo>
                  <a:lnTo>
                    <a:pt x="1343143" y="325094"/>
                  </a:lnTo>
                  <a:lnTo>
                    <a:pt x="1341729" y="326912"/>
                  </a:lnTo>
                  <a:lnTo>
                    <a:pt x="1347531" y="328063"/>
                  </a:lnTo>
                  <a:lnTo>
                    <a:pt x="1349929" y="327422"/>
                  </a:lnTo>
                  <a:lnTo>
                    <a:pt x="1353755" y="325475"/>
                  </a:lnTo>
                  <a:lnTo>
                    <a:pt x="1354657" y="327428"/>
                  </a:lnTo>
                  <a:lnTo>
                    <a:pt x="1353133" y="329373"/>
                  </a:lnTo>
                  <a:lnTo>
                    <a:pt x="1351176" y="332487"/>
                  </a:lnTo>
                  <a:lnTo>
                    <a:pt x="1347096" y="333477"/>
                  </a:lnTo>
                  <a:lnTo>
                    <a:pt x="1344032" y="333529"/>
                  </a:lnTo>
                  <a:lnTo>
                    <a:pt x="1340006" y="332412"/>
                  </a:lnTo>
                  <a:lnTo>
                    <a:pt x="1338934" y="331734"/>
                  </a:lnTo>
                  <a:lnTo>
                    <a:pt x="1337271" y="331393"/>
                  </a:lnTo>
                  <a:lnTo>
                    <a:pt x="1337381" y="333292"/>
                  </a:lnTo>
                  <a:lnTo>
                    <a:pt x="1338436" y="334605"/>
                  </a:lnTo>
                  <a:lnTo>
                    <a:pt x="1341142" y="339424"/>
                  </a:lnTo>
                  <a:lnTo>
                    <a:pt x="1341587" y="341306"/>
                  </a:lnTo>
                  <a:lnTo>
                    <a:pt x="1340761" y="343848"/>
                  </a:lnTo>
                  <a:lnTo>
                    <a:pt x="1338379" y="345726"/>
                  </a:lnTo>
                  <a:lnTo>
                    <a:pt x="1335714" y="346488"/>
                  </a:lnTo>
                  <a:lnTo>
                    <a:pt x="1333507" y="344823"/>
                  </a:lnTo>
                  <a:lnTo>
                    <a:pt x="1331898" y="340134"/>
                  </a:lnTo>
                  <a:lnTo>
                    <a:pt x="1329870" y="338766"/>
                  </a:lnTo>
                  <a:lnTo>
                    <a:pt x="1327767" y="338374"/>
                  </a:lnTo>
                  <a:lnTo>
                    <a:pt x="1326565" y="338570"/>
                  </a:lnTo>
                  <a:lnTo>
                    <a:pt x="1326681" y="340945"/>
                  </a:lnTo>
                  <a:lnTo>
                    <a:pt x="1327166" y="343455"/>
                  </a:lnTo>
                  <a:lnTo>
                    <a:pt x="1326340" y="345215"/>
                  </a:lnTo>
                  <a:lnTo>
                    <a:pt x="1324534" y="344306"/>
                  </a:lnTo>
                  <a:lnTo>
                    <a:pt x="1322243" y="345115"/>
                  </a:lnTo>
                  <a:lnTo>
                    <a:pt x="1320061" y="346494"/>
                  </a:lnTo>
                  <a:lnTo>
                    <a:pt x="1318088" y="348035"/>
                  </a:lnTo>
                  <a:lnTo>
                    <a:pt x="1322104" y="348797"/>
                  </a:lnTo>
                  <a:lnTo>
                    <a:pt x="1324762" y="348929"/>
                  </a:lnTo>
                  <a:lnTo>
                    <a:pt x="1326621" y="351293"/>
                  </a:lnTo>
                  <a:lnTo>
                    <a:pt x="1325964" y="352447"/>
                  </a:lnTo>
                  <a:lnTo>
                    <a:pt x="1322326" y="352969"/>
                  </a:lnTo>
                  <a:lnTo>
                    <a:pt x="1318850" y="353994"/>
                  </a:lnTo>
                  <a:lnTo>
                    <a:pt x="1314058" y="356556"/>
                  </a:lnTo>
                  <a:lnTo>
                    <a:pt x="1317545" y="357635"/>
                  </a:lnTo>
                  <a:lnTo>
                    <a:pt x="1320884" y="357592"/>
                  </a:lnTo>
                  <a:lnTo>
                    <a:pt x="1323196" y="357840"/>
                  </a:lnTo>
                  <a:lnTo>
                    <a:pt x="1325138" y="358310"/>
                  </a:lnTo>
                  <a:lnTo>
                    <a:pt x="1325664" y="359678"/>
                  </a:lnTo>
                  <a:lnTo>
                    <a:pt x="1324462" y="361243"/>
                  </a:lnTo>
                  <a:lnTo>
                    <a:pt x="1316635" y="365028"/>
                  </a:lnTo>
                  <a:lnTo>
                    <a:pt x="1308395" y="369715"/>
                  </a:lnTo>
                  <a:lnTo>
                    <a:pt x="1305373" y="371172"/>
                  </a:lnTo>
                  <a:lnTo>
                    <a:pt x="1302224" y="371988"/>
                  </a:lnTo>
                  <a:lnTo>
                    <a:pt x="1294911" y="376023"/>
                  </a:lnTo>
                  <a:lnTo>
                    <a:pt x="1290316" y="377846"/>
                  </a:lnTo>
                  <a:lnTo>
                    <a:pt x="1277282" y="380694"/>
                  </a:lnTo>
                  <a:lnTo>
                    <a:pt x="1256999" y="387816"/>
                  </a:lnTo>
                  <a:lnTo>
                    <a:pt x="1250062" y="392875"/>
                  </a:lnTo>
                  <a:lnTo>
                    <a:pt x="1248015" y="396791"/>
                  </a:lnTo>
                  <a:lnTo>
                    <a:pt x="1246713" y="397371"/>
                  </a:lnTo>
                  <a:lnTo>
                    <a:pt x="1242845" y="398669"/>
                  </a:lnTo>
                  <a:lnTo>
                    <a:pt x="1238936" y="399298"/>
                  </a:lnTo>
                  <a:lnTo>
                    <a:pt x="1228675" y="399694"/>
                  </a:lnTo>
                  <a:lnTo>
                    <a:pt x="1218187" y="397812"/>
                  </a:lnTo>
                  <a:lnTo>
                    <a:pt x="1209676" y="397411"/>
                  </a:lnTo>
                  <a:lnTo>
                    <a:pt x="1205043" y="398040"/>
                  </a:lnTo>
                  <a:lnTo>
                    <a:pt x="1189275" y="394632"/>
                  </a:lnTo>
                  <a:lnTo>
                    <a:pt x="1187286" y="394788"/>
                  </a:lnTo>
                  <a:lnTo>
                    <a:pt x="1184836" y="395423"/>
                  </a:lnTo>
                  <a:lnTo>
                    <a:pt x="1182882" y="395423"/>
                  </a:lnTo>
                  <a:lnTo>
                    <a:pt x="1181389" y="394947"/>
                  </a:lnTo>
                  <a:lnTo>
                    <a:pt x="1178194" y="394748"/>
                  </a:lnTo>
                  <a:lnTo>
                    <a:pt x="1167454" y="396061"/>
                  </a:lnTo>
                  <a:lnTo>
                    <a:pt x="1166352" y="398184"/>
                  </a:lnTo>
                  <a:lnTo>
                    <a:pt x="1167704" y="402092"/>
                  </a:lnTo>
                  <a:lnTo>
                    <a:pt x="1171615" y="406807"/>
                  </a:lnTo>
                  <a:lnTo>
                    <a:pt x="1178144" y="415123"/>
                  </a:lnTo>
                  <a:lnTo>
                    <a:pt x="1181680" y="416883"/>
                  </a:lnTo>
                  <a:lnTo>
                    <a:pt x="1183827" y="418774"/>
                  </a:lnTo>
                  <a:lnTo>
                    <a:pt x="1187929" y="421013"/>
                  </a:lnTo>
                  <a:lnTo>
                    <a:pt x="1197085" y="421125"/>
                  </a:lnTo>
                  <a:lnTo>
                    <a:pt x="1209603" y="422825"/>
                  </a:lnTo>
                  <a:lnTo>
                    <a:pt x="1216715" y="424441"/>
                  </a:lnTo>
                  <a:lnTo>
                    <a:pt x="1216451" y="427503"/>
                  </a:lnTo>
                  <a:lnTo>
                    <a:pt x="1212177" y="433424"/>
                  </a:lnTo>
                  <a:lnTo>
                    <a:pt x="1209526" y="435686"/>
                  </a:lnTo>
                  <a:lnTo>
                    <a:pt x="1203200" y="439781"/>
                  </a:lnTo>
                  <a:lnTo>
                    <a:pt x="1194457" y="441804"/>
                  </a:lnTo>
                  <a:lnTo>
                    <a:pt x="1187798" y="441212"/>
                  </a:lnTo>
                  <a:lnTo>
                    <a:pt x="1175995" y="437853"/>
                  </a:lnTo>
                  <a:lnTo>
                    <a:pt x="1161184" y="434786"/>
                  </a:lnTo>
                  <a:lnTo>
                    <a:pt x="1139190" y="431898"/>
                  </a:lnTo>
                  <a:lnTo>
                    <a:pt x="1134363" y="430538"/>
                  </a:lnTo>
                  <a:lnTo>
                    <a:pt x="1128714" y="429220"/>
                  </a:lnTo>
                  <a:lnTo>
                    <a:pt x="1125456" y="430570"/>
                  </a:lnTo>
                  <a:lnTo>
                    <a:pt x="1123019" y="431874"/>
                  </a:lnTo>
                  <a:lnTo>
                    <a:pt x="1117593" y="432001"/>
                  </a:lnTo>
                  <a:lnTo>
                    <a:pt x="1119182" y="433170"/>
                  </a:lnTo>
                  <a:lnTo>
                    <a:pt x="1141113" y="441108"/>
                  </a:lnTo>
                  <a:lnTo>
                    <a:pt x="1159867" y="446920"/>
                  </a:lnTo>
                  <a:lnTo>
                    <a:pt x="1162063" y="448412"/>
                  </a:lnTo>
                  <a:lnTo>
                    <a:pt x="1164700" y="449393"/>
                  </a:lnTo>
                  <a:lnTo>
                    <a:pt x="1164474" y="453107"/>
                  </a:lnTo>
                  <a:lnTo>
                    <a:pt x="1163423" y="456039"/>
                  </a:lnTo>
                  <a:lnTo>
                    <a:pt x="1159742" y="458578"/>
                  </a:lnTo>
                  <a:lnTo>
                    <a:pt x="1150175" y="458772"/>
                  </a:lnTo>
                  <a:lnTo>
                    <a:pt x="1138196" y="460800"/>
                  </a:lnTo>
                  <a:lnTo>
                    <a:pt x="1132226" y="460861"/>
                  </a:lnTo>
                  <a:lnTo>
                    <a:pt x="1126276" y="458838"/>
                  </a:lnTo>
                  <a:lnTo>
                    <a:pt x="1113637" y="453069"/>
                  </a:lnTo>
                  <a:lnTo>
                    <a:pt x="1105925" y="448735"/>
                  </a:lnTo>
                  <a:lnTo>
                    <a:pt x="1100542" y="443838"/>
                  </a:lnTo>
                  <a:lnTo>
                    <a:pt x="1096800" y="439937"/>
                  </a:lnTo>
                  <a:lnTo>
                    <a:pt x="1092633" y="436064"/>
                  </a:lnTo>
                  <a:lnTo>
                    <a:pt x="1092938" y="438508"/>
                  </a:lnTo>
                  <a:lnTo>
                    <a:pt x="1093669" y="440924"/>
                  </a:lnTo>
                  <a:lnTo>
                    <a:pt x="1095708" y="443879"/>
                  </a:lnTo>
                  <a:lnTo>
                    <a:pt x="1098687" y="447099"/>
                  </a:lnTo>
                  <a:lnTo>
                    <a:pt x="1098902" y="448415"/>
                  </a:lnTo>
                  <a:lnTo>
                    <a:pt x="1097448" y="448594"/>
                  </a:lnTo>
                  <a:lnTo>
                    <a:pt x="1095297" y="447047"/>
                  </a:lnTo>
                  <a:lnTo>
                    <a:pt x="1093463" y="448490"/>
                  </a:lnTo>
                  <a:lnTo>
                    <a:pt x="1092818" y="450175"/>
                  </a:lnTo>
                  <a:lnTo>
                    <a:pt x="1093568" y="452426"/>
                  </a:lnTo>
                  <a:lnTo>
                    <a:pt x="1094721" y="454605"/>
                  </a:lnTo>
                  <a:lnTo>
                    <a:pt x="1098526" y="459426"/>
                  </a:lnTo>
                  <a:lnTo>
                    <a:pt x="1101811" y="460682"/>
                  </a:lnTo>
                  <a:lnTo>
                    <a:pt x="1106144" y="463625"/>
                  </a:lnTo>
                  <a:lnTo>
                    <a:pt x="1116685" y="469047"/>
                  </a:lnTo>
                  <a:lnTo>
                    <a:pt x="1118479" y="470911"/>
                  </a:lnTo>
                  <a:lnTo>
                    <a:pt x="1121667" y="474899"/>
                  </a:lnTo>
                  <a:lnTo>
                    <a:pt x="1122337" y="477929"/>
                  </a:lnTo>
                  <a:lnTo>
                    <a:pt x="1125416" y="480928"/>
                  </a:lnTo>
                  <a:lnTo>
                    <a:pt x="1127542" y="481381"/>
                  </a:lnTo>
                  <a:lnTo>
                    <a:pt x="1129472" y="481251"/>
                  </a:lnTo>
                  <a:lnTo>
                    <a:pt x="1130109" y="478691"/>
                  </a:lnTo>
                  <a:lnTo>
                    <a:pt x="1129998" y="475583"/>
                  </a:lnTo>
                  <a:lnTo>
                    <a:pt x="1130824" y="474801"/>
                  </a:lnTo>
                  <a:lnTo>
                    <a:pt x="1133829" y="474019"/>
                  </a:lnTo>
                  <a:lnTo>
                    <a:pt x="1141726" y="475093"/>
                  </a:lnTo>
                  <a:lnTo>
                    <a:pt x="1175299" y="475722"/>
                  </a:lnTo>
                  <a:lnTo>
                    <a:pt x="1178495" y="477540"/>
                  </a:lnTo>
                  <a:lnTo>
                    <a:pt x="1179773" y="479843"/>
                  </a:lnTo>
                  <a:lnTo>
                    <a:pt x="1180608" y="484627"/>
                  </a:lnTo>
                  <a:lnTo>
                    <a:pt x="1177061" y="490355"/>
                  </a:lnTo>
                  <a:lnTo>
                    <a:pt x="1174632" y="492796"/>
                  </a:lnTo>
                  <a:lnTo>
                    <a:pt x="1170702" y="494326"/>
                  </a:lnTo>
                  <a:lnTo>
                    <a:pt x="1167088" y="495474"/>
                  </a:lnTo>
                  <a:lnTo>
                    <a:pt x="1161642" y="495930"/>
                  </a:lnTo>
                  <a:lnTo>
                    <a:pt x="1150395" y="495512"/>
                  </a:lnTo>
                  <a:lnTo>
                    <a:pt x="1139402" y="495555"/>
                  </a:lnTo>
                  <a:lnTo>
                    <a:pt x="1147955" y="498296"/>
                  </a:lnTo>
                  <a:lnTo>
                    <a:pt x="1156257" y="500576"/>
                  </a:lnTo>
                  <a:lnTo>
                    <a:pt x="1167790" y="500166"/>
                  </a:lnTo>
                  <a:lnTo>
                    <a:pt x="1172370" y="499526"/>
                  </a:lnTo>
                  <a:lnTo>
                    <a:pt x="1176342" y="498452"/>
                  </a:lnTo>
                  <a:lnTo>
                    <a:pt x="1178019" y="500377"/>
                  </a:lnTo>
                  <a:lnTo>
                    <a:pt x="1181130" y="504365"/>
                  </a:lnTo>
                  <a:lnTo>
                    <a:pt x="1182984" y="505640"/>
                  </a:lnTo>
                  <a:lnTo>
                    <a:pt x="1184271" y="506956"/>
                  </a:lnTo>
                  <a:lnTo>
                    <a:pt x="1186020" y="511334"/>
                  </a:lnTo>
                  <a:lnTo>
                    <a:pt x="1186707" y="513893"/>
                  </a:lnTo>
                  <a:lnTo>
                    <a:pt x="1188410" y="516891"/>
                  </a:lnTo>
                  <a:lnTo>
                    <a:pt x="1189637" y="519364"/>
                  </a:lnTo>
                  <a:lnTo>
                    <a:pt x="1191464" y="521061"/>
                  </a:lnTo>
                  <a:lnTo>
                    <a:pt x="1194519" y="521843"/>
                  </a:lnTo>
                  <a:lnTo>
                    <a:pt x="1197874" y="520409"/>
                  </a:lnTo>
                  <a:lnTo>
                    <a:pt x="1204384" y="519757"/>
                  </a:lnTo>
                  <a:lnTo>
                    <a:pt x="1210680" y="522054"/>
                  </a:lnTo>
                  <a:lnTo>
                    <a:pt x="1214699" y="522752"/>
                  </a:lnTo>
                  <a:lnTo>
                    <a:pt x="1220107" y="520856"/>
                  </a:lnTo>
                  <a:lnTo>
                    <a:pt x="1224418" y="518219"/>
                  </a:lnTo>
                  <a:lnTo>
                    <a:pt x="1233429" y="515806"/>
                  </a:lnTo>
                  <a:lnTo>
                    <a:pt x="1235125" y="514759"/>
                  </a:lnTo>
                  <a:lnTo>
                    <a:pt x="1237544" y="513939"/>
                  </a:lnTo>
                  <a:lnTo>
                    <a:pt x="1241289" y="514153"/>
                  </a:lnTo>
                  <a:lnTo>
                    <a:pt x="1242740" y="514753"/>
                  </a:lnTo>
                  <a:lnTo>
                    <a:pt x="1244644" y="517379"/>
                  </a:lnTo>
                  <a:lnTo>
                    <a:pt x="1246385" y="520960"/>
                  </a:lnTo>
                  <a:lnTo>
                    <a:pt x="1248958" y="522766"/>
                  </a:lnTo>
                  <a:lnTo>
                    <a:pt x="1251686" y="524059"/>
                  </a:lnTo>
                  <a:lnTo>
                    <a:pt x="1253256" y="524186"/>
                  </a:lnTo>
                  <a:lnTo>
                    <a:pt x="1258393" y="525341"/>
                  </a:lnTo>
                  <a:lnTo>
                    <a:pt x="1265113" y="524250"/>
                  </a:lnTo>
                  <a:lnTo>
                    <a:pt x="1268102" y="525318"/>
                  </a:lnTo>
                  <a:lnTo>
                    <a:pt x="1268579" y="527378"/>
                  </a:lnTo>
                  <a:lnTo>
                    <a:pt x="1270178" y="529049"/>
                  </a:lnTo>
                  <a:lnTo>
                    <a:pt x="1272203" y="529577"/>
                  </a:lnTo>
                  <a:lnTo>
                    <a:pt x="1299363" y="538805"/>
                  </a:lnTo>
                  <a:lnTo>
                    <a:pt x="1308714" y="540612"/>
                  </a:lnTo>
                  <a:lnTo>
                    <a:pt x="1323163" y="541543"/>
                  </a:lnTo>
                  <a:lnTo>
                    <a:pt x="1334377" y="541647"/>
                  </a:lnTo>
                  <a:lnTo>
                    <a:pt x="1335927" y="542236"/>
                  </a:lnTo>
                  <a:lnTo>
                    <a:pt x="1338065" y="543994"/>
                  </a:lnTo>
                  <a:lnTo>
                    <a:pt x="1333791" y="545240"/>
                  </a:lnTo>
                  <a:lnTo>
                    <a:pt x="1329202" y="545407"/>
                  </a:lnTo>
                  <a:lnTo>
                    <a:pt x="1322298" y="544911"/>
                  </a:lnTo>
                  <a:lnTo>
                    <a:pt x="1319860" y="545174"/>
                  </a:lnTo>
                  <a:lnTo>
                    <a:pt x="1314591" y="544692"/>
                  </a:lnTo>
                  <a:lnTo>
                    <a:pt x="1311831" y="545044"/>
                  </a:lnTo>
                  <a:lnTo>
                    <a:pt x="1309328" y="544472"/>
                  </a:lnTo>
                  <a:lnTo>
                    <a:pt x="1305632" y="545777"/>
                  </a:lnTo>
                  <a:lnTo>
                    <a:pt x="1298840" y="546746"/>
                  </a:lnTo>
                  <a:lnTo>
                    <a:pt x="1300351" y="548097"/>
                  </a:lnTo>
                  <a:lnTo>
                    <a:pt x="1302882" y="548411"/>
                  </a:lnTo>
                  <a:lnTo>
                    <a:pt x="1308028" y="548916"/>
                  </a:lnTo>
                  <a:lnTo>
                    <a:pt x="1315073" y="548683"/>
                  </a:lnTo>
                  <a:lnTo>
                    <a:pt x="1315676" y="550884"/>
                  </a:lnTo>
                  <a:lnTo>
                    <a:pt x="1309214" y="551421"/>
                  </a:lnTo>
                  <a:lnTo>
                    <a:pt x="1295473" y="551857"/>
                  </a:lnTo>
                  <a:lnTo>
                    <a:pt x="1294041" y="552200"/>
                  </a:lnTo>
                  <a:lnTo>
                    <a:pt x="1293002" y="553369"/>
                  </a:lnTo>
                  <a:lnTo>
                    <a:pt x="1295055" y="553888"/>
                  </a:lnTo>
                  <a:lnTo>
                    <a:pt x="1296295" y="554546"/>
                  </a:lnTo>
                  <a:lnTo>
                    <a:pt x="1296945" y="556090"/>
                  </a:lnTo>
                  <a:lnTo>
                    <a:pt x="1295507" y="560159"/>
                  </a:lnTo>
                  <a:lnTo>
                    <a:pt x="1297770" y="562995"/>
                  </a:lnTo>
                  <a:lnTo>
                    <a:pt x="1299383" y="563443"/>
                  </a:lnTo>
                  <a:lnTo>
                    <a:pt x="1301058" y="563030"/>
                  </a:lnTo>
                  <a:lnTo>
                    <a:pt x="1303945" y="564150"/>
                  </a:lnTo>
                  <a:lnTo>
                    <a:pt x="1306790" y="565694"/>
                  </a:lnTo>
                  <a:lnTo>
                    <a:pt x="1312729" y="565809"/>
                  </a:lnTo>
                  <a:lnTo>
                    <a:pt x="1319812" y="563737"/>
                  </a:lnTo>
                  <a:lnTo>
                    <a:pt x="1323293" y="563812"/>
                  </a:lnTo>
                  <a:lnTo>
                    <a:pt x="1332616" y="562519"/>
                  </a:lnTo>
                  <a:lnTo>
                    <a:pt x="1341060" y="562756"/>
                  </a:lnTo>
                  <a:lnTo>
                    <a:pt x="1352899" y="560263"/>
                  </a:lnTo>
                  <a:lnTo>
                    <a:pt x="1354852" y="560318"/>
                  </a:lnTo>
                  <a:lnTo>
                    <a:pt x="1356662" y="560652"/>
                  </a:lnTo>
                  <a:lnTo>
                    <a:pt x="1353375" y="562894"/>
                  </a:lnTo>
                  <a:lnTo>
                    <a:pt x="1338870" y="568533"/>
                  </a:lnTo>
                  <a:lnTo>
                    <a:pt x="1333664" y="569618"/>
                  </a:lnTo>
                  <a:lnTo>
                    <a:pt x="1331590" y="570328"/>
                  </a:lnTo>
                  <a:lnTo>
                    <a:pt x="1332779" y="573086"/>
                  </a:lnTo>
                  <a:lnTo>
                    <a:pt x="1334657" y="575967"/>
                  </a:lnTo>
                  <a:lnTo>
                    <a:pt x="1338483" y="579045"/>
                  </a:lnTo>
                  <a:lnTo>
                    <a:pt x="1340886" y="583605"/>
                  </a:lnTo>
                  <a:lnTo>
                    <a:pt x="1343249" y="584589"/>
                  </a:lnTo>
                  <a:lnTo>
                    <a:pt x="1347747" y="582496"/>
                  </a:lnTo>
                  <a:lnTo>
                    <a:pt x="1348819" y="584052"/>
                  </a:lnTo>
                  <a:lnTo>
                    <a:pt x="1349023" y="587189"/>
                  </a:lnTo>
                  <a:lnTo>
                    <a:pt x="1347856" y="589737"/>
                  </a:lnTo>
                  <a:lnTo>
                    <a:pt x="1346344" y="591162"/>
                  </a:lnTo>
                  <a:lnTo>
                    <a:pt x="1345274" y="592550"/>
                  </a:lnTo>
                  <a:lnTo>
                    <a:pt x="1344601" y="594377"/>
                  </a:lnTo>
                  <a:lnTo>
                    <a:pt x="1346470" y="595984"/>
                  </a:lnTo>
                  <a:lnTo>
                    <a:pt x="1351490" y="596928"/>
                  </a:lnTo>
                  <a:lnTo>
                    <a:pt x="1358146" y="597317"/>
                  </a:lnTo>
                  <a:lnTo>
                    <a:pt x="1364314" y="597366"/>
                  </a:lnTo>
                  <a:lnTo>
                    <a:pt x="1368150" y="597840"/>
                  </a:lnTo>
                  <a:lnTo>
                    <a:pt x="1382073" y="587861"/>
                  </a:lnTo>
                  <a:lnTo>
                    <a:pt x="1387662" y="583071"/>
                  </a:lnTo>
                  <a:lnTo>
                    <a:pt x="1390394" y="581051"/>
                  </a:lnTo>
                  <a:lnTo>
                    <a:pt x="1392705" y="579573"/>
                  </a:lnTo>
                  <a:lnTo>
                    <a:pt x="1404467" y="573462"/>
                  </a:lnTo>
                  <a:lnTo>
                    <a:pt x="1407224" y="571595"/>
                  </a:lnTo>
                  <a:lnTo>
                    <a:pt x="1410340" y="568882"/>
                  </a:lnTo>
                  <a:lnTo>
                    <a:pt x="1416085" y="568481"/>
                  </a:lnTo>
                  <a:lnTo>
                    <a:pt x="1423961" y="564089"/>
                  </a:lnTo>
                  <a:lnTo>
                    <a:pt x="1430945" y="560673"/>
                  </a:lnTo>
                  <a:lnTo>
                    <a:pt x="1433744" y="560018"/>
                  </a:lnTo>
                  <a:lnTo>
                    <a:pt x="1435811" y="559752"/>
                  </a:lnTo>
                  <a:lnTo>
                    <a:pt x="1438292" y="559016"/>
                  </a:lnTo>
                  <a:lnTo>
                    <a:pt x="1444426" y="559284"/>
                  </a:lnTo>
                  <a:lnTo>
                    <a:pt x="1448786" y="558730"/>
                  </a:lnTo>
                  <a:lnTo>
                    <a:pt x="1456557" y="556563"/>
                  </a:lnTo>
                  <a:lnTo>
                    <a:pt x="1462473" y="555195"/>
                  </a:lnTo>
                  <a:lnTo>
                    <a:pt x="1468794" y="554021"/>
                  </a:lnTo>
                  <a:lnTo>
                    <a:pt x="1475877" y="553790"/>
                  </a:lnTo>
                  <a:lnTo>
                    <a:pt x="1494823" y="551563"/>
                  </a:lnTo>
                  <a:lnTo>
                    <a:pt x="1500205" y="552535"/>
                  </a:lnTo>
                  <a:lnTo>
                    <a:pt x="1506184" y="554864"/>
                  </a:lnTo>
                  <a:lnTo>
                    <a:pt x="1510050" y="554841"/>
                  </a:lnTo>
                  <a:lnTo>
                    <a:pt x="1515196" y="554131"/>
                  </a:lnTo>
                  <a:lnTo>
                    <a:pt x="1518700" y="553178"/>
                  </a:lnTo>
                  <a:lnTo>
                    <a:pt x="1520278" y="555914"/>
                  </a:lnTo>
                  <a:lnTo>
                    <a:pt x="1521104" y="559435"/>
                  </a:lnTo>
                  <a:lnTo>
                    <a:pt x="1519376" y="562756"/>
                  </a:lnTo>
                  <a:lnTo>
                    <a:pt x="1516540" y="564787"/>
                  </a:lnTo>
                  <a:lnTo>
                    <a:pt x="1515763" y="568178"/>
                  </a:lnTo>
                  <a:lnTo>
                    <a:pt x="1519640" y="569863"/>
                  </a:lnTo>
                  <a:lnTo>
                    <a:pt x="1524032" y="569370"/>
                  </a:lnTo>
                  <a:lnTo>
                    <a:pt x="1532490" y="567687"/>
                  </a:lnTo>
                  <a:lnTo>
                    <a:pt x="1539176" y="565558"/>
                  </a:lnTo>
                  <a:lnTo>
                    <a:pt x="1541028" y="564135"/>
                  </a:lnTo>
                  <a:lnTo>
                    <a:pt x="1543613" y="564539"/>
                  </a:lnTo>
                  <a:lnTo>
                    <a:pt x="1548097" y="562727"/>
                  </a:lnTo>
                  <a:lnTo>
                    <a:pt x="1553649" y="555253"/>
                  </a:lnTo>
                  <a:lnTo>
                    <a:pt x="1560642" y="547701"/>
                  </a:lnTo>
                  <a:lnTo>
                    <a:pt x="1566527" y="542862"/>
                  </a:lnTo>
                  <a:lnTo>
                    <a:pt x="1570328" y="537244"/>
                  </a:lnTo>
                  <a:lnTo>
                    <a:pt x="1573482" y="533995"/>
                  </a:lnTo>
                  <a:lnTo>
                    <a:pt x="1576979" y="531545"/>
                  </a:lnTo>
                  <a:lnTo>
                    <a:pt x="1579378" y="530289"/>
                  </a:lnTo>
                  <a:lnTo>
                    <a:pt x="1584758" y="530076"/>
                  </a:lnTo>
                  <a:lnTo>
                    <a:pt x="1592463" y="526143"/>
                  </a:lnTo>
                  <a:lnTo>
                    <a:pt x="1603711" y="521719"/>
                  </a:lnTo>
                  <a:lnTo>
                    <a:pt x="1612350" y="523846"/>
                  </a:lnTo>
                  <a:lnTo>
                    <a:pt x="1621454" y="527083"/>
                  </a:lnTo>
                  <a:lnTo>
                    <a:pt x="1625960" y="524449"/>
                  </a:lnTo>
                  <a:lnTo>
                    <a:pt x="1629513" y="524002"/>
                  </a:lnTo>
                  <a:lnTo>
                    <a:pt x="1632528" y="522847"/>
                  </a:lnTo>
                  <a:lnTo>
                    <a:pt x="1635574" y="521973"/>
                  </a:lnTo>
                  <a:lnTo>
                    <a:pt x="1637730" y="519662"/>
                  </a:lnTo>
                  <a:lnTo>
                    <a:pt x="1640630" y="517682"/>
                  </a:lnTo>
                  <a:lnTo>
                    <a:pt x="1642828" y="514874"/>
                  </a:lnTo>
                  <a:lnTo>
                    <a:pt x="1653922" y="513478"/>
                  </a:lnTo>
                  <a:lnTo>
                    <a:pt x="1665519" y="511616"/>
                  </a:lnTo>
                  <a:lnTo>
                    <a:pt x="1667079" y="510973"/>
                  </a:lnTo>
                  <a:lnTo>
                    <a:pt x="1668602" y="511357"/>
                  </a:lnTo>
                  <a:lnTo>
                    <a:pt x="1672588" y="510832"/>
                  </a:lnTo>
                  <a:lnTo>
                    <a:pt x="1677704" y="509262"/>
                  </a:lnTo>
                  <a:lnTo>
                    <a:pt x="1684761" y="508786"/>
                  </a:lnTo>
                  <a:lnTo>
                    <a:pt x="1688419" y="508947"/>
                  </a:lnTo>
                  <a:lnTo>
                    <a:pt x="1691787" y="504751"/>
                  </a:lnTo>
                  <a:lnTo>
                    <a:pt x="1698489" y="503912"/>
                  </a:lnTo>
                  <a:lnTo>
                    <a:pt x="1705619" y="502247"/>
                  </a:lnTo>
                  <a:lnTo>
                    <a:pt x="1708638" y="501020"/>
                  </a:lnTo>
                  <a:lnTo>
                    <a:pt x="1710936" y="500732"/>
                  </a:lnTo>
                  <a:lnTo>
                    <a:pt x="1768722" y="497477"/>
                  </a:lnTo>
                  <a:lnTo>
                    <a:pt x="1771226" y="495913"/>
                  </a:lnTo>
                  <a:lnTo>
                    <a:pt x="1776283" y="494608"/>
                  </a:lnTo>
                  <a:lnTo>
                    <a:pt x="1778187" y="491480"/>
                  </a:lnTo>
                  <a:lnTo>
                    <a:pt x="1770448" y="490176"/>
                  </a:lnTo>
                  <a:lnTo>
                    <a:pt x="1768046" y="488875"/>
                  </a:lnTo>
                  <a:lnTo>
                    <a:pt x="1765388" y="488494"/>
                  </a:lnTo>
                  <a:lnTo>
                    <a:pt x="1763838" y="488987"/>
                  </a:lnTo>
                  <a:lnTo>
                    <a:pt x="1757158" y="488629"/>
                  </a:lnTo>
                  <a:lnTo>
                    <a:pt x="1703894" y="483799"/>
                  </a:lnTo>
                  <a:lnTo>
                    <a:pt x="1702761" y="483395"/>
                  </a:lnTo>
                  <a:lnTo>
                    <a:pt x="1700920" y="480437"/>
                  </a:lnTo>
                  <a:lnTo>
                    <a:pt x="1701298" y="475090"/>
                  </a:lnTo>
                  <a:lnTo>
                    <a:pt x="1699731" y="470917"/>
                  </a:lnTo>
                  <a:lnTo>
                    <a:pt x="1695991" y="469766"/>
                  </a:lnTo>
                  <a:lnTo>
                    <a:pt x="1692131" y="469878"/>
                  </a:lnTo>
                  <a:lnTo>
                    <a:pt x="1687275" y="470389"/>
                  </a:lnTo>
                  <a:lnTo>
                    <a:pt x="1674454" y="472663"/>
                  </a:lnTo>
                  <a:lnTo>
                    <a:pt x="1669317" y="472859"/>
                  </a:lnTo>
                  <a:lnTo>
                    <a:pt x="1655655" y="469356"/>
                  </a:lnTo>
                  <a:lnTo>
                    <a:pt x="1646599" y="465434"/>
                  </a:lnTo>
                  <a:lnTo>
                    <a:pt x="1640682" y="464119"/>
                  </a:lnTo>
                  <a:lnTo>
                    <a:pt x="1636433" y="461476"/>
                  </a:lnTo>
                  <a:lnTo>
                    <a:pt x="1632470" y="459426"/>
                  </a:lnTo>
                  <a:lnTo>
                    <a:pt x="1632169" y="454737"/>
                  </a:lnTo>
                  <a:lnTo>
                    <a:pt x="1633132" y="450389"/>
                  </a:lnTo>
                  <a:lnTo>
                    <a:pt x="1640758" y="437767"/>
                  </a:lnTo>
                  <a:lnTo>
                    <a:pt x="1645546" y="431736"/>
                  </a:lnTo>
                  <a:lnTo>
                    <a:pt x="1648717" y="431248"/>
                  </a:lnTo>
                  <a:lnTo>
                    <a:pt x="1651634" y="428527"/>
                  </a:lnTo>
                  <a:lnTo>
                    <a:pt x="1654601" y="422421"/>
                  </a:lnTo>
                  <a:lnTo>
                    <a:pt x="1657036" y="419570"/>
                  </a:lnTo>
                  <a:lnTo>
                    <a:pt x="1662539" y="416197"/>
                  </a:lnTo>
                  <a:lnTo>
                    <a:pt x="1664973" y="415323"/>
                  </a:lnTo>
                  <a:lnTo>
                    <a:pt x="1673634" y="411161"/>
                  </a:lnTo>
                  <a:lnTo>
                    <a:pt x="1676005" y="411026"/>
                  </a:lnTo>
                  <a:lnTo>
                    <a:pt x="1679887" y="411724"/>
                  </a:lnTo>
                  <a:lnTo>
                    <a:pt x="1684289" y="407978"/>
                  </a:lnTo>
                  <a:lnTo>
                    <a:pt x="1697763" y="399976"/>
                  </a:lnTo>
                  <a:lnTo>
                    <a:pt x="1700798" y="396964"/>
                  </a:lnTo>
                  <a:lnTo>
                    <a:pt x="1704550" y="395120"/>
                  </a:lnTo>
                  <a:lnTo>
                    <a:pt x="1715427" y="388394"/>
                  </a:lnTo>
                  <a:lnTo>
                    <a:pt x="1725128" y="385069"/>
                  </a:lnTo>
                  <a:lnTo>
                    <a:pt x="1729969" y="384140"/>
                  </a:lnTo>
                  <a:lnTo>
                    <a:pt x="1735857" y="382100"/>
                  </a:lnTo>
                  <a:lnTo>
                    <a:pt x="1742380" y="379067"/>
                  </a:lnTo>
                  <a:lnTo>
                    <a:pt x="1748066" y="376187"/>
                  </a:lnTo>
                  <a:lnTo>
                    <a:pt x="1768390" y="370566"/>
                  </a:lnTo>
                  <a:lnTo>
                    <a:pt x="1780566" y="369109"/>
                  </a:lnTo>
                  <a:lnTo>
                    <a:pt x="1788876" y="367435"/>
                  </a:lnTo>
                  <a:lnTo>
                    <a:pt x="1794751" y="368413"/>
                  </a:lnTo>
                  <a:lnTo>
                    <a:pt x="1800591" y="368087"/>
                  </a:lnTo>
                  <a:lnTo>
                    <a:pt x="1805642" y="366647"/>
                  </a:lnTo>
                  <a:lnTo>
                    <a:pt x="1807978" y="365453"/>
                  </a:lnTo>
                  <a:lnTo>
                    <a:pt x="1811337" y="362440"/>
                  </a:lnTo>
                  <a:lnTo>
                    <a:pt x="1822630" y="363857"/>
                  </a:lnTo>
                  <a:lnTo>
                    <a:pt x="1829921" y="361796"/>
                  </a:lnTo>
                  <a:lnTo>
                    <a:pt x="1832939" y="361571"/>
                  </a:lnTo>
                  <a:lnTo>
                    <a:pt x="1836125" y="360648"/>
                  </a:lnTo>
                  <a:lnTo>
                    <a:pt x="1834870" y="359618"/>
                  </a:lnTo>
                  <a:lnTo>
                    <a:pt x="1833714" y="359424"/>
                  </a:lnTo>
                  <a:lnTo>
                    <a:pt x="1832574" y="358019"/>
                  </a:lnTo>
                  <a:lnTo>
                    <a:pt x="1831076" y="355055"/>
                  </a:lnTo>
                  <a:lnTo>
                    <a:pt x="1832574" y="351310"/>
                  </a:lnTo>
                  <a:lnTo>
                    <a:pt x="1833714" y="349437"/>
                  </a:lnTo>
                  <a:lnTo>
                    <a:pt x="1837072" y="347149"/>
                  </a:lnTo>
                  <a:lnTo>
                    <a:pt x="1838808" y="343853"/>
                  </a:lnTo>
                  <a:lnTo>
                    <a:pt x="1840461" y="339014"/>
                  </a:lnTo>
                  <a:lnTo>
                    <a:pt x="1845990" y="329555"/>
                  </a:lnTo>
                  <a:lnTo>
                    <a:pt x="1847544" y="328219"/>
                  </a:lnTo>
                  <a:lnTo>
                    <a:pt x="1851061" y="327803"/>
                  </a:lnTo>
                  <a:lnTo>
                    <a:pt x="1854038" y="328034"/>
                  </a:lnTo>
                  <a:lnTo>
                    <a:pt x="1857417" y="327925"/>
                  </a:lnTo>
                  <a:lnTo>
                    <a:pt x="1866013" y="330389"/>
                  </a:lnTo>
                  <a:lnTo>
                    <a:pt x="1867617" y="329451"/>
                  </a:lnTo>
                  <a:lnTo>
                    <a:pt x="1870360" y="326652"/>
                  </a:lnTo>
                  <a:lnTo>
                    <a:pt x="1872638" y="323178"/>
                  </a:lnTo>
                  <a:lnTo>
                    <a:pt x="1877523" y="318024"/>
                  </a:lnTo>
                  <a:lnTo>
                    <a:pt x="1878489" y="316506"/>
                  </a:lnTo>
                  <a:lnTo>
                    <a:pt x="1878062" y="313972"/>
                  </a:lnTo>
                  <a:lnTo>
                    <a:pt x="1870702" y="315069"/>
                  </a:lnTo>
                  <a:lnTo>
                    <a:pt x="1865147" y="316746"/>
                  </a:lnTo>
                  <a:lnTo>
                    <a:pt x="1859795" y="315863"/>
                  </a:lnTo>
                  <a:lnTo>
                    <a:pt x="1859094" y="314423"/>
                  </a:lnTo>
                  <a:lnTo>
                    <a:pt x="1860241" y="313338"/>
                  </a:lnTo>
                  <a:lnTo>
                    <a:pt x="1862259" y="312914"/>
                  </a:lnTo>
                  <a:lnTo>
                    <a:pt x="1863025" y="311191"/>
                  </a:lnTo>
                  <a:lnTo>
                    <a:pt x="1861188" y="309756"/>
                  </a:lnTo>
                  <a:lnTo>
                    <a:pt x="1857892" y="308937"/>
                  </a:lnTo>
                  <a:lnTo>
                    <a:pt x="1856403" y="307835"/>
                  </a:lnTo>
                  <a:lnTo>
                    <a:pt x="1856537" y="305232"/>
                  </a:lnTo>
                  <a:lnTo>
                    <a:pt x="1857353" y="301382"/>
                  </a:lnTo>
                  <a:lnTo>
                    <a:pt x="1859125" y="300283"/>
                  </a:lnTo>
                  <a:lnTo>
                    <a:pt x="1860602" y="298687"/>
                  </a:lnTo>
                  <a:lnTo>
                    <a:pt x="1864533" y="293300"/>
                  </a:lnTo>
                  <a:lnTo>
                    <a:pt x="1866882" y="291664"/>
                  </a:lnTo>
                  <a:lnTo>
                    <a:pt x="1873570" y="290206"/>
                  </a:lnTo>
                  <a:lnTo>
                    <a:pt x="1881360" y="292440"/>
                  </a:lnTo>
                  <a:lnTo>
                    <a:pt x="1883135" y="291831"/>
                  </a:lnTo>
                  <a:lnTo>
                    <a:pt x="1885004" y="288821"/>
                  </a:lnTo>
                  <a:lnTo>
                    <a:pt x="1883094" y="284172"/>
                  </a:lnTo>
                  <a:lnTo>
                    <a:pt x="1881619" y="282438"/>
                  </a:lnTo>
                  <a:lnTo>
                    <a:pt x="1881624" y="280915"/>
                  </a:lnTo>
                  <a:lnTo>
                    <a:pt x="1885699" y="281601"/>
                  </a:lnTo>
                  <a:lnTo>
                    <a:pt x="1889515" y="282660"/>
                  </a:lnTo>
                  <a:lnTo>
                    <a:pt x="1893992" y="282453"/>
                  </a:lnTo>
                  <a:lnTo>
                    <a:pt x="1899235" y="277838"/>
                  </a:lnTo>
                  <a:lnTo>
                    <a:pt x="1906641" y="273974"/>
                  </a:lnTo>
                  <a:lnTo>
                    <a:pt x="1910245" y="272376"/>
                  </a:lnTo>
                  <a:lnTo>
                    <a:pt x="1913428" y="271456"/>
                  </a:lnTo>
                  <a:lnTo>
                    <a:pt x="1915137" y="267577"/>
                  </a:lnTo>
                  <a:lnTo>
                    <a:pt x="1917693" y="260187"/>
                  </a:lnTo>
                  <a:lnTo>
                    <a:pt x="1919548" y="256358"/>
                  </a:lnTo>
                  <a:lnTo>
                    <a:pt x="1919514" y="254006"/>
                  </a:lnTo>
                  <a:lnTo>
                    <a:pt x="1918967" y="252101"/>
                  </a:lnTo>
                  <a:lnTo>
                    <a:pt x="1917035" y="252661"/>
                  </a:lnTo>
                  <a:lnTo>
                    <a:pt x="1915290" y="252918"/>
                  </a:lnTo>
                  <a:lnTo>
                    <a:pt x="1911158" y="250962"/>
                  </a:lnTo>
                  <a:lnTo>
                    <a:pt x="1906034" y="247839"/>
                  </a:lnTo>
                  <a:lnTo>
                    <a:pt x="1904486" y="244336"/>
                  </a:lnTo>
                  <a:lnTo>
                    <a:pt x="1903727" y="241223"/>
                  </a:lnTo>
                  <a:lnTo>
                    <a:pt x="1905357" y="239523"/>
                  </a:lnTo>
                  <a:lnTo>
                    <a:pt x="1906880" y="238478"/>
                  </a:lnTo>
                  <a:lnTo>
                    <a:pt x="1908555" y="238236"/>
                  </a:lnTo>
                  <a:lnTo>
                    <a:pt x="1911543" y="239494"/>
                  </a:lnTo>
                  <a:lnTo>
                    <a:pt x="1915346" y="242700"/>
                  </a:lnTo>
                  <a:lnTo>
                    <a:pt x="1917253" y="243924"/>
                  </a:lnTo>
                  <a:lnTo>
                    <a:pt x="1919414" y="246255"/>
                  </a:lnTo>
                  <a:lnTo>
                    <a:pt x="1921054" y="246056"/>
                  </a:lnTo>
                  <a:lnTo>
                    <a:pt x="1922939" y="242787"/>
                  </a:lnTo>
                  <a:lnTo>
                    <a:pt x="1924522" y="238438"/>
                  </a:lnTo>
                  <a:lnTo>
                    <a:pt x="1925810" y="237102"/>
                  </a:lnTo>
                  <a:lnTo>
                    <a:pt x="1927809" y="235645"/>
                  </a:lnTo>
                  <a:lnTo>
                    <a:pt x="1930047" y="233567"/>
                  </a:lnTo>
                  <a:lnTo>
                    <a:pt x="1929038" y="231506"/>
                  </a:lnTo>
                  <a:lnTo>
                    <a:pt x="1926669" y="230416"/>
                  </a:lnTo>
                  <a:lnTo>
                    <a:pt x="1926340" y="229186"/>
                  </a:lnTo>
                  <a:lnTo>
                    <a:pt x="1927354" y="227807"/>
                  </a:lnTo>
                  <a:lnTo>
                    <a:pt x="1929306" y="227530"/>
                  </a:lnTo>
                  <a:lnTo>
                    <a:pt x="1931699" y="230514"/>
                  </a:lnTo>
                  <a:lnTo>
                    <a:pt x="1934977" y="232522"/>
                  </a:lnTo>
                  <a:lnTo>
                    <a:pt x="1937214" y="233180"/>
                  </a:lnTo>
                  <a:lnTo>
                    <a:pt x="1939163" y="234848"/>
                  </a:lnTo>
                  <a:lnTo>
                    <a:pt x="1942170" y="240383"/>
                  </a:lnTo>
                  <a:lnTo>
                    <a:pt x="1945797" y="249585"/>
                  </a:lnTo>
                  <a:lnTo>
                    <a:pt x="1947487" y="249646"/>
                  </a:lnTo>
                  <a:lnTo>
                    <a:pt x="1950680" y="248826"/>
                  </a:lnTo>
                  <a:lnTo>
                    <a:pt x="1954094" y="248480"/>
                  </a:lnTo>
                  <a:lnTo>
                    <a:pt x="1956389" y="245854"/>
                  </a:lnTo>
                  <a:lnTo>
                    <a:pt x="1956897" y="239289"/>
                  </a:lnTo>
                  <a:lnTo>
                    <a:pt x="1957792" y="236317"/>
                  </a:lnTo>
                  <a:lnTo>
                    <a:pt x="1957476" y="233296"/>
                  </a:lnTo>
                  <a:lnTo>
                    <a:pt x="1955899" y="230214"/>
                  </a:lnTo>
                  <a:lnTo>
                    <a:pt x="1954575" y="227943"/>
                  </a:lnTo>
                  <a:lnTo>
                    <a:pt x="1954786" y="226295"/>
                  </a:lnTo>
                  <a:lnTo>
                    <a:pt x="1955946" y="225060"/>
                  </a:lnTo>
                  <a:lnTo>
                    <a:pt x="1957456" y="224653"/>
                  </a:lnTo>
                  <a:lnTo>
                    <a:pt x="1960086" y="223409"/>
                  </a:lnTo>
                  <a:lnTo>
                    <a:pt x="1964135" y="224835"/>
                  </a:lnTo>
                  <a:lnTo>
                    <a:pt x="1966331" y="225112"/>
                  </a:lnTo>
                  <a:lnTo>
                    <a:pt x="1969632" y="224295"/>
                  </a:lnTo>
                  <a:lnTo>
                    <a:pt x="1973065" y="222489"/>
                  </a:lnTo>
                  <a:lnTo>
                    <a:pt x="1976572" y="221216"/>
                  </a:lnTo>
                  <a:lnTo>
                    <a:pt x="1979316" y="222180"/>
                  </a:lnTo>
                  <a:lnTo>
                    <a:pt x="1980529" y="225472"/>
                  </a:lnTo>
                  <a:lnTo>
                    <a:pt x="1979157" y="228768"/>
                  </a:lnTo>
                  <a:lnTo>
                    <a:pt x="1976941" y="231238"/>
                  </a:lnTo>
                  <a:lnTo>
                    <a:pt x="1974938" y="234260"/>
                  </a:lnTo>
                  <a:lnTo>
                    <a:pt x="1974410" y="237555"/>
                  </a:lnTo>
                  <a:lnTo>
                    <a:pt x="1974515" y="239338"/>
                  </a:lnTo>
                  <a:lnTo>
                    <a:pt x="1976416" y="239800"/>
                  </a:lnTo>
                  <a:lnTo>
                    <a:pt x="1993448" y="239390"/>
                  </a:lnTo>
                  <a:lnTo>
                    <a:pt x="1995685" y="239708"/>
                  </a:lnTo>
                  <a:lnTo>
                    <a:pt x="1998619" y="239719"/>
                  </a:lnTo>
                  <a:lnTo>
                    <a:pt x="2001817" y="240775"/>
                  </a:lnTo>
                  <a:lnTo>
                    <a:pt x="2007194" y="240357"/>
                  </a:lnTo>
                  <a:lnTo>
                    <a:pt x="2012050" y="239191"/>
                  </a:lnTo>
                  <a:lnTo>
                    <a:pt x="2014341" y="239185"/>
                  </a:lnTo>
                  <a:lnTo>
                    <a:pt x="2018303" y="240259"/>
                  </a:lnTo>
                  <a:lnTo>
                    <a:pt x="2021105" y="242512"/>
                  </a:lnTo>
                  <a:lnTo>
                    <a:pt x="2026941" y="241889"/>
                  </a:lnTo>
                  <a:lnTo>
                    <a:pt x="2028604" y="241136"/>
                  </a:lnTo>
                  <a:lnTo>
                    <a:pt x="2030170" y="238103"/>
                  </a:lnTo>
                  <a:lnTo>
                    <a:pt x="2031857" y="237555"/>
                  </a:lnTo>
                  <a:lnTo>
                    <a:pt x="2033809" y="240025"/>
                  </a:lnTo>
                  <a:lnTo>
                    <a:pt x="2034442" y="245655"/>
                  </a:lnTo>
                  <a:lnTo>
                    <a:pt x="2035353" y="248330"/>
                  </a:lnTo>
                  <a:lnTo>
                    <a:pt x="2037814" y="250765"/>
                  </a:lnTo>
                  <a:lnTo>
                    <a:pt x="2040269" y="248673"/>
                  </a:lnTo>
                  <a:lnTo>
                    <a:pt x="2041886" y="246221"/>
                  </a:lnTo>
                  <a:lnTo>
                    <a:pt x="2043982" y="243629"/>
                  </a:lnTo>
                  <a:lnTo>
                    <a:pt x="2045733" y="241465"/>
                  </a:lnTo>
                  <a:lnTo>
                    <a:pt x="2050097" y="237809"/>
                  </a:lnTo>
                  <a:lnTo>
                    <a:pt x="2053463" y="235685"/>
                  </a:lnTo>
                  <a:lnTo>
                    <a:pt x="2061608" y="232078"/>
                  </a:lnTo>
                  <a:lnTo>
                    <a:pt x="2065656" y="229813"/>
                  </a:lnTo>
                  <a:lnTo>
                    <a:pt x="2073614" y="226754"/>
                  </a:lnTo>
                  <a:lnTo>
                    <a:pt x="2083805" y="225109"/>
                  </a:lnTo>
                  <a:lnTo>
                    <a:pt x="2102043" y="219531"/>
                  </a:lnTo>
                  <a:lnTo>
                    <a:pt x="2108071" y="218960"/>
                  </a:lnTo>
                  <a:lnTo>
                    <a:pt x="2117883" y="217485"/>
                  </a:lnTo>
                  <a:lnTo>
                    <a:pt x="2122913" y="215973"/>
                  </a:lnTo>
                  <a:lnTo>
                    <a:pt x="2128026" y="214767"/>
                  </a:lnTo>
                  <a:lnTo>
                    <a:pt x="2131155" y="210687"/>
                  </a:lnTo>
                  <a:lnTo>
                    <a:pt x="2138309" y="213797"/>
                  </a:lnTo>
                  <a:lnTo>
                    <a:pt x="2140765" y="214158"/>
                  </a:lnTo>
                  <a:lnTo>
                    <a:pt x="2144108" y="211705"/>
                  </a:lnTo>
                  <a:lnTo>
                    <a:pt x="2147789" y="205585"/>
                  </a:lnTo>
                  <a:lnTo>
                    <a:pt x="2153147" y="208107"/>
                  </a:lnTo>
                  <a:lnTo>
                    <a:pt x="2156237" y="212063"/>
                  </a:lnTo>
                  <a:lnTo>
                    <a:pt x="2160008" y="215165"/>
                  </a:lnTo>
                  <a:lnTo>
                    <a:pt x="2168538" y="220478"/>
                  </a:lnTo>
                  <a:lnTo>
                    <a:pt x="2171203" y="221690"/>
                  </a:lnTo>
                  <a:lnTo>
                    <a:pt x="2176855" y="222809"/>
                  </a:lnTo>
                  <a:lnTo>
                    <a:pt x="2178358" y="221920"/>
                  </a:lnTo>
                  <a:lnTo>
                    <a:pt x="2181019" y="218374"/>
                  </a:lnTo>
                  <a:lnTo>
                    <a:pt x="2183754" y="213255"/>
                  </a:lnTo>
                  <a:lnTo>
                    <a:pt x="2185489" y="211093"/>
                  </a:lnTo>
                  <a:lnTo>
                    <a:pt x="2187991" y="209278"/>
                  </a:lnTo>
                  <a:lnTo>
                    <a:pt x="2190801" y="206462"/>
                  </a:lnTo>
                  <a:lnTo>
                    <a:pt x="2190065" y="204953"/>
                  </a:lnTo>
                  <a:lnTo>
                    <a:pt x="2188462" y="204402"/>
                  </a:lnTo>
                  <a:lnTo>
                    <a:pt x="2187005" y="203625"/>
                  </a:lnTo>
                  <a:lnTo>
                    <a:pt x="2187359" y="202096"/>
                  </a:lnTo>
                  <a:lnTo>
                    <a:pt x="2192348" y="201741"/>
                  </a:lnTo>
                  <a:lnTo>
                    <a:pt x="2194986" y="206941"/>
                  </a:lnTo>
                  <a:lnTo>
                    <a:pt x="2197651" y="208652"/>
                  </a:lnTo>
                  <a:lnTo>
                    <a:pt x="2200944" y="210297"/>
                  </a:lnTo>
                  <a:lnTo>
                    <a:pt x="2208543" y="209010"/>
                  </a:lnTo>
                  <a:lnTo>
                    <a:pt x="2215039" y="208866"/>
                  </a:lnTo>
                  <a:lnTo>
                    <a:pt x="2220706" y="209931"/>
                  </a:lnTo>
                  <a:lnTo>
                    <a:pt x="2223477" y="209731"/>
                  </a:lnTo>
                  <a:lnTo>
                    <a:pt x="2225955" y="205873"/>
                  </a:lnTo>
                  <a:lnTo>
                    <a:pt x="2229996" y="204445"/>
                  </a:lnTo>
                  <a:lnTo>
                    <a:pt x="2232311" y="206179"/>
                  </a:lnTo>
                  <a:lnTo>
                    <a:pt x="2233722" y="211896"/>
                  </a:lnTo>
                  <a:lnTo>
                    <a:pt x="2238918" y="213480"/>
                  </a:lnTo>
                  <a:lnTo>
                    <a:pt x="2249795" y="216123"/>
                  </a:lnTo>
                  <a:lnTo>
                    <a:pt x="2251015" y="215471"/>
                  </a:lnTo>
                  <a:lnTo>
                    <a:pt x="2252370" y="212435"/>
                  </a:lnTo>
                  <a:lnTo>
                    <a:pt x="2253293" y="208724"/>
                  </a:lnTo>
                  <a:lnTo>
                    <a:pt x="2255504" y="208118"/>
                  </a:lnTo>
                  <a:lnTo>
                    <a:pt x="2258342" y="206107"/>
                  </a:lnTo>
                  <a:lnTo>
                    <a:pt x="2259842" y="206425"/>
                  </a:lnTo>
                  <a:lnTo>
                    <a:pt x="2261966" y="208820"/>
                  </a:lnTo>
                  <a:lnTo>
                    <a:pt x="2261238" y="214692"/>
                  </a:lnTo>
                  <a:lnTo>
                    <a:pt x="2260037" y="220074"/>
                  </a:lnTo>
                  <a:lnTo>
                    <a:pt x="2261472" y="224414"/>
                  </a:lnTo>
                  <a:lnTo>
                    <a:pt x="2262746" y="226820"/>
                  </a:lnTo>
                  <a:lnTo>
                    <a:pt x="2264383" y="227253"/>
                  </a:lnTo>
                  <a:lnTo>
                    <a:pt x="2267138" y="227360"/>
                  </a:lnTo>
                  <a:lnTo>
                    <a:pt x="2270458" y="227051"/>
                  </a:lnTo>
                  <a:lnTo>
                    <a:pt x="2272546" y="227270"/>
                  </a:lnTo>
                  <a:lnTo>
                    <a:pt x="2283250" y="225080"/>
                  </a:lnTo>
                  <a:lnTo>
                    <a:pt x="2284559" y="220267"/>
                  </a:lnTo>
                  <a:lnTo>
                    <a:pt x="2286277" y="214787"/>
                  </a:lnTo>
                  <a:lnTo>
                    <a:pt x="2290452" y="207795"/>
                  </a:lnTo>
                  <a:lnTo>
                    <a:pt x="2292086" y="208335"/>
                  </a:lnTo>
                  <a:lnTo>
                    <a:pt x="2293374" y="209033"/>
                  </a:lnTo>
                  <a:lnTo>
                    <a:pt x="2296253" y="212487"/>
                  </a:lnTo>
                  <a:lnTo>
                    <a:pt x="2297958" y="214195"/>
                  </a:lnTo>
                  <a:lnTo>
                    <a:pt x="2298304" y="216743"/>
                  </a:lnTo>
                  <a:lnTo>
                    <a:pt x="2296456" y="219147"/>
                  </a:lnTo>
                  <a:lnTo>
                    <a:pt x="2296957" y="220711"/>
                  </a:lnTo>
                  <a:lnTo>
                    <a:pt x="2298860" y="222016"/>
                  </a:lnTo>
                  <a:lnTo>
                    <a:pt x="2304919" y="224102"/>
                  </a:lnTo>
                  <a:lnTo>
                    <a:pt x="2306860" y="223686"/>
                  </a:lnTo>
                  <a:lnTo>
                    <a:pt x="2309777" y="221528"/>
                  </a:lnTo>
                  <a:lnTo>
                    <a:pt x="2312707" y="217147"/>
                  </a:lnTo>
                  <a:lnTo>
                    <a:pt x="2314283" y="212112"/>
                  </a:lnTo>
                  <a:lnTo>
                    <a:pt x="2316787" y="212372"/>
                  </a:lnTo>
                  <a:lnTo>
                    <a:pt x="2319190" y="213413"/>
                  </a:lnTo>
                  <a:lnTo>
                    <a:pt x="2320893" y="216022"/>
                  </a:lnTo>
                  <a:lnTo>
                    <a:pt x="2320893" y="220971"/>
                  </a:lnTo>
                  <a:lnTo>
                    <a:pt x="2323194" y="224399"/>
                  </a:lnTo>
                  <a:lnTo>
                    <a:pt x="2325106" y="226517"/>
                  </a:lnTo>
                  <a:lnTo>
                    <a:pt x="2329996" y="228849"/>
                  </a:lnTo>
                  <a:lnTo>
                    <a:pt x="2335252" y="229429"/>
                  </a:lnTo>
                  <a:lnTo>
                    <a:pt x="2338930" y="230811"/>
                  </a:lnTo>
                  <a:lnTo>
                    <a:pt x="2344888" y="230283"/>
                  </a:lnTo>
                  <a:lnTo>
                    <a:pt x="2347790" y="228739"/>
                  </a:lnTo>
                  <a:lnTo>
                    <a:pt x="2349648" y="228338"/>
                  </a:lnTo>
                  <a:lnTo>
                    <a:pt x="2352928" y="227074"/>
                  </a:lnTo>
                  <a:lnTo>
                    <a:pt x="2356355" y="224189"/>
                  </a:lnTo>
                  <a:lnTo>
                    <a:pt x="2358503" y="222982"/>
                  </a:lnTo>
                  <a:lnTo>
                    <a:pt x="2366323" y="220310"/>
                  </a:lnTo>
                  <a:lnTo>
                    <a:pt x="2372285" y="217387"/>
                  </a:lnTo>
                  <a:lnTo>
                    <a:pt x="2378558" y="212161"/>
                  </a:lnTo>
                  <a:lnTo>
                    <a:pt x="2384683" y="209022"/>
                  </a:lnTo>
                  <a:lnTo>
                    <a:pt x="2394117" y="207434"/>
                  </a:lnTo>
                  <a:lnTo>
                    <a:pt x="2396715" y="206797"/>
                  </a:lnTo>
                  <a:lnTo>
                    <a:pt x="2400303" y="206828"/>
                  </a:lnTo>
                  <a:lnTo>
                    <a:pt x="2409168" y="203106"/>
                  </a:lnTo>
                  <a:lnTo>
                    <a:pt x="2412541" y="200924"/>
                  </a:lnTo>
                  <a:lnTo>
                    <a:pt x="2414412" y="200174"/>
                  </a:lnTo>
                  <a:lnTo>
                    <a:pt x="2416552" y="197479"/>
                  </a:lnTo>
                  <a:lnTo>
                    <a:pt x="2417707" y="192288"/>
                  </a:lnTo>
                  <a:lnTo>
                    <a:pt x="2418591" y="189053"/>
                  </a:lnTo>
                  <a:lnTo>
                    <a:pt x="2418439" y="185884"/>
                  </a:lnTo>
                  <a:lnTo>
                    <a:pt x="2417612" y="181798"/>
                  </a:lnTo>
                  <a:lnTo>
                    <a:pt x="2415737" y="178139"/>
                  </a:lnTo>
                  <a:lnTo>
                    <a:pt x="2413802" y="172801"/>
                  </a:lnTo>
                  <a:lnTo>
                    <a:pt x="2414642" y="166735"/>
                  </a:lnTo>
                  <a:lnTo>
                    <a:pt x="2416170" y="164199"/>
                  </a:lnTo>
                  <a:lnTo>
                    <a:pt x="2420091" y="161423"/>
                  </a:lnTo>
                  <a:lnTo>
                    <a:pt x="2423999" y="160877"/>
                  </a:lnTo>
                  <a:lnTo>
                    <a:pt x="2428404" y="161241"/>
                  </a:lnTo>
                  <a:lnTo>
                    <a:pt x="2432258" y="161815"/>
                  </a:lnTo>
                  <a:lnTo>
                    <a:pt x="2432558" y="164421"/>
                  </a:lnTo>
                  <a:lnTo>
                    <a:pt x="2430910" y="167220"/>
                  </a:lnTo>
                  <a:lnTo>
                    <a:pt x="2428760" y="169996"/>
                  </a:lnTo>
                  <a:lnTo>
                    <a:pt x="2427479" y="171199"/>
                  </a:lnTo>
                  <a:lnTo>
                    <a:pt x="2427952" y="173543"/>
                  </a:lnTo>
                  <a:lnTo>
                    <a:pt x="2430733" y="173874"/>
                  </a:lnTo>
                  <a:lnTo>
                    <a:pt x="2436834" y="173401"/>
                  </a:lnTo>
                  <a:lnTo>
                    <a:pt x="2438578" y="175562"/>
                  </a:lnTo>
                  <a:lnTo>
                    <a:pt x="2442914" y="184996"/>
                  </a:lnTo>
                  <a:lnTo>
                    <a:pt x="2443976" y="189440"/>
                  </a:lnTo>
                  <a:lnTo>
                    <a:pt x="2445477" y="190741"/>
                  </a:lnTo>
                  <a:lnTo>
                    <a:pt x="2447869" y="190112"/>
                  </a:lnTo>
                  <a:lnTo>
                    <a:pt x="2452980" y="190164"/>
                  </a:lnTo>
                  <a:lnTo>
                    <a:pt x="2456539" y="189500"/>
                  </a:lnTo>
                  <a:lnTo>
                    <a:pt x="2459432" y="189457"/>
                  </a:lnTo>
                  <a:lnTo>
                    <a:pt x="2460940" y="189881"/>
                  </a:lnTo>
                  <a:lnTo>
                    <a:pt x="2462496" y="192048"/>
                  </a:lnTo>
                  <a:lnTo>
                    <a:pt x="2465438" y="194556"/>
                  </a:lnTo>
                  <a:lnTo>
                    <a:pt x="2468387" y="192706"/>
                  </a:lnTo>
                  <a:lnTo>
                    <a:pt x="2470490" y="191834"/>
                  </a:lnTo>
                  <a:lnTo>
                    <a:pt x="2473072" y="192051"/>
                  </a:lnTo>
                  <a:lnTo>
                    <a:pt x="2477128" y="194963"/>
                  </a:lnTo>
                  <a:lnTo>
                    <a:pt x="2481160" y="201816"/>
                  </a:lnTo>
                  <a:lnTo>
                    <a:pt x="2485545" y="205236"/>
                  </a:lnTo>
                  <a:lnTo>
                    <a:pt x="2485842" y="203048"/>
                  </a:lnTo>
                  <a:lnTo>
                    <a:pt x="2485247" y="200336"/>
                  </a:lnTo>
                  <a:lnTo>
                    <a:pt x="2487058" y="197917"/>
                  </a:lnTo>
                  <a:lnTo>
                    <a:pt x="2489244" y="193831"/>
                  </a:lnTo>
                  <a:lnTo>
                    <a:pt x="2492375" y="188574"/>
                  </a:lnTo>
                  <a:lnTo>
                    <a:pt x="2494851" y="183184"/>
                  </a:lnTo>
                  <a:lnTo>
                    <a:pt x="2495501" y="175730"/>
                  </a:lnTo>
                  <a:lnTo>
                    <a:pt x="2496654" y="169632"/>
                  </a:lnTo>
                  <a:lnTo>
                    <a:pt x="2498674" y="166701"/>
                  </a:lnTo>
                  <a:lnTo>
                    <a:pt x="2500649" y="164842"/>
                  </a:lnTo>
                  <a:lnTo>
                    <a:pt x="2503695" y="162892"/>
                  </a:lnTo>
                  <a:lnTo>
                    <a:pt x="2507479" y="162441"/>
                  </a:lnTo>
                  <a:lnTo>
                    <a:pt x="2511063" y="158052"/>
                  </a:lnTo>
                  <a:lnTo>
                    <a:pt x="2513602" y="156275"/>
                  </a:lnTo>
                  <a:lnTo>
                    <a:pt x="2518919" y="153842"/>
                  </a:lnTo>
                  <a:lnTo>
                    <a:pt x="2525553" y="151456"/>
                  </a:lnTo>
                  <a:lnTo>
                    <a:pt x="2530217" y="144700"/>
                  </a:lnTo>
                  <a:lnTo>
                    <a:pt x="2531823" y="143875"/>
                  </a:lnTo>
                  <a:lnTo>
                    <a:pt x="2534207" y="142825"/>
                  </a:lnTo>
                  <a:lnTo>
                    <a:pt x="2538559" y="142406"/>
                  </a:lnTo>
                  <a:lnTo>
                    <a:pt x="2545638" y="140245"/>
                  </a:lnTo>
                  <a:lnTo>
                    <a:pt x="2547856" y="139916"/>
                  </a:lnTo>
                  <a:lnTo>
                    <a:pt x="2551569" y="138231"/>
                  </a:lnTo>
                  <a:lnTo>
                    <a:pt x="2554859" y="134240"/>
                  </a:lnTo>
                  <a:lnTo>
                    <a:pt x="2557214" y="133115"/>
                  </a:lnTo>
                  <a:lnTo>
                    <a:pt x="2561443" y="133270"/>
                  </a:lnTo>
                  <a:lnTo>
                    <a:pt x="2565058" y="131005"/>
                  </a:lnTo>
                  <a:lnTo>
                    <a:pt x="2568081" y="130924"/>
                  </a:lnTo>
                  <a:lnTo>
                    <a:pt x="2570864" y="129758"/>
                  </a:lnTo>
                  <a:lnTo>
                    <a:pt x="2571290" y="127271"/>
                  </a:lnTo>
                  <a:lnTo>
                    <a:pt x="2569964" y="125592"/>
                  </a:lnTo>
                  <a:lnTo>
                    <a:pt x="2569936" y="123387"/>
                  </a:lnTo>
                  <a:lnTo>
                    <a:pt x="2571489" y="120481"/>
                  </a:lnTo>
                  <a:lnTo>
                    <a:pt x="2572688" y="119434"/>
                  </a:lnTo>
                  <a:lnTo>
                    <a:pt x="2576370" y="119630"/>
                  </a:lnTo>
                  <a:lnTo>
                    <a:pt x="2579442" y="122065"/>
                  </a:lnTo>
                  <a:lnTo>
                    <a:pt x="2581681" y="122204"/>
                  </a:lnTo>
                  <a:lnTo>
                    <a:pt x="2582264" y="123601"/>
                  </a:lnTo>
                  <a:lnTo>
                    <a:pt x="2580315" y="125346"/>
                  </a:lnTo>
                  <a:lnTo>
                    <a:pt x="2579019" y="128431"/>
                  </a:lnTo>
                  <a:lnTo>
                    <a:pt x="2581256" y="131158"/>
                  </a:lnTo>
                  <a:lnTo>
                    <a:pt x="2583251" y="133019"/>
                  </a:lnTo>
                  <a:lnTo>
                    <a:pt x="2585677" y="132673"/>
                  </a:lnTo>
                  <a:lnTo>
                    <a:pt x="2588574" y="131014"/>
                  </a:lnTo>
                  <a:lnTo>
                    <a:pt x="2591428" y="132174"/>
                  </a:lnTo>
                  <a:lnTo>
                    <a:pt x="2592697" y="134713"/>
                  </a:lnTo>
                  <a:lnTo>
                    <a:pt x="2592697" y="138620"/>
                  </a:lnTo>
                  <a:lnTo>
                    <a:pt x="2593297" y="140707"/>
                  </a:lnTo>
                  <a:lnTo>
                    <a:pt x="2595300" y="138883"/>
                  </a:lnTo>
                  <a:lnTo>
                    <a:pt x="2596403" y="134973"/>
                  </a:lnTo>
                  <a:lnTo>
                    <a:pt x="2596084" y="129984"/>
                  </a:lnTo>
                  <a:lnTo>
                    <a:pt x="2596202" y="126893"/>
                  </a:lnTo>
                  <a:lnTo>
                    <a:pt x="2601000" y="121924"/>
                  </a:lnTo>
                  <a:lnTo>
                    <a:pt x="2602890" y="118213"/>
                  </a:lnTo>
                  <a:lnTo>
                    <a:pt x="2599525" y="117411"/>
                  </a:lnTo>
                  <a:lnTo>
                    <a:pt x="2597148" y="117919"/>
                  </a:lnTo>
                  <a:lnTo>
                    <a:pt x="2595839" y="116571"/>
                  </a:lnTo>
                  <a:lnTo>
                    <a:pt x="2594327" y="112794"/>
                  </a:lnTo>
                  <a:lnTo>
                    <a:pt x="2598472" y="109686"/>
                  </a:lnTo>
                  <a:lnTo>
                    <a:pt x="2603205" y="109784"/>
                  </a:lnTo>
                  <a:lnTo>
                    <a:pt x="2605948" y="112424"/>
                  </a:lnTo>
                  <a:lnTo>
                    <a:pt x="2611825" y="116686"/>
                  </a:lnTo>
                  <a:lnTo>
                    <a:pt x="2615082" y="116597"/>
                  </a:lnTo>
                  <a:lnTo>
                    <a:pt x="2618035" y="117252"/>
                  </a:lnTo>
                  <a:lnTo>
                    <a:pt x="2618636" y="115948"/>
                  </a:lnTo>
                  <a:lnTo>
                    <a:pt x="2617533" y="109695"/>
                  </a:lnTo>
                  <a:lnTo>
                    <a:pt x="2617670" y="106191"/>
                  </a:lnTo>
                  <a:lnTo>
                    <a:pt x="2615230" y="104221"/>
                  </a:lnTo>
                  <a:lnTo>
                    <a:pt x="2614529" y="99791"/>
                  </a:lnTo>
                  <a:lnTo>
                    <a:pt x="2615530" y="95099"/>
                  </a:lnTo>
                  <a:lnTo>
                    <a:pt x="2618435" y="92493"/>
                  </a:lnTo>
                  <a:lnTo>
                    <a:pt x="2622394" y="91281"/>
                  </a:lnTo>
                  <a:lnTo>
                    <a:pt x="2630917" y="84093"/>
                  </a:lnTo>
                  <a:lnTo>
                    <a:pt x="2633155" y="82552"/>
                  </a:lnTo>
                  <a:lnTo>
                    <a:pt x="2638761" y="81049"/>
                  </a:lnTo>
                  <a:lnTo>
                    <a:pt x="2645313" y="80351"/>
                  </a:lnTo>
                  <a:lnTo>
                    <a:pt x="2653449" y="77785"/>
                  </a:lnTo>
                  <a:lnTo>
                    <a:pt x="2667940" y="79488"/>
                  </a:lnTo>
                  <a:lnTo>
                    <a:pt x="2671830" y="80607"/>
                  </a:lnTo>
                  <a:lnTo>
                    <a:pt x="2674261" y="82039"/>
                  </a:lnTo>
                  <a:lnTo>
                    <a:pt x="2676598" y="84324"/>
                  </a:lnTo>
                  <a:lnTo>
                    <a:pt x="2679592" y="88147"/>
                  </a:lnTo>
                  <a:lnTo>
                    <a:pt x="2683993" y="92975"/>
                  </a:lnTo>
                  <a:lnTo>
                    <a:pt x="2689646" y="94473"/>
                  </a:lnTo>
                  <a:lnTo>
                    <a:pt x="2691246" y="95990"/>
                  </a:lnTo>
                  <a:lnTo>
                    <a:pt x="2693349" y="100082"/>
                  </a:lnTo>
                  <a:lnTo>
                    <a:pt x="2691090" y="102775"/>
                  </a:lnTo>
                  <a:lnTo>
                    <a:pt x="2689240" y="103020"/>
                  </a:lnTo>
                  <a:lnTo>
                    <a:pt x="2685679" y="101442"/>
                  </a:lnTo>
                  <a:lnTo>
                    <a:pt x="2683232" y="99791"/>
                  </a:lnTo>
                  <a:lnTo>
                    <a:pt x="2681544" y="100461"/>
                  </a:lnTo>
                  <a:lnTo>
                    <a:pt x="2683202" y="103268"/>
                  </a:lnTo>
                  <a:lnTo>
                    <a:pt x="2685034" y="105003"/>
                  </a:lnTo>
                  <a:lnTo>
                    <a:pt x="2685335" y="107348"/>
                  </a:lnTo>
                  <a:lnTo>
                    <a:pt x="2684332" y="110736"/>
                  </a:lnTo>
                  <a:lnTo>
                    <a:pt x="2677647" y="117399"/>
                  </a:lnTo>
                  <a:lnTo>
                    <a:pt x="2681646" y="119327"/>
                  </a:lnTo>
                  <a:lnTo>
                    <a:pt x="2684043" y="117789"/>
                  </a:lnTo>
                  <a:lnTo>
                    <a:pt x="2686270" y="114935"/>
                  </a:lnTo>
                  <a:lnTo>
                    <a:pt x="2688518" y="113677"/>
                  </a:lnTo>
                  <a:lnTo>
                    <a:pt x="2690012" y="113172"/>
                  </a:lnTo>
                  <a:lnTo>
                    <a:pt x="2695344" y="113065"/>
                  </a:lnTo>
                  <a:lnTo>
                    <a:pt x="2698368" y="111925"/>
                  </a:lnTo>
                  <a:lnTo>
                    <a:pt x="2700647" y="112730"/>
                  </a:lnTo>
                  <a:lnTo>
                    <a:pt x="2702902" y="114566"/>
                  </a:lnTo>
                  <a:lnTo>
                    <a:pt x="2706204" y="116329"/>
                  </a:lnTo>
                  <a:lnTo>
                    <a:pt x="2710972" y="118294"/>
                  </a:lnTo>
                  <a:lnTo>
                    <a:pt x="2716802" y="125840"/>
                  </a:lnTo>
                  <a:lnTo>
                    <a:pt x="2721337" y="125061"/>
                  </a:lnTo>
                  <a:lnTo>
                    <a:pt x="2723806" y="123422"/>
                  </a:lnTo>
                  <a:lnTo>
                    <a:pt x="2730783" y="122891"/>
                  </a:lnTo>
                  <a:lnTo>
                    <a:pt x="2736802" y="126270"/>
                  </a:lnTo>
                  <a:lnTo>
                    <a:pt x="2740175" y="127473"/>
                  </a:lnTo>
                  <a:lnTo>
                    <a:pt x="2749995" y="128515"/>
                  </a:lnTo>
                  <a:lnTo>
                    <a:pt x="2755832" y="130644"/>
                  </a:lnTo>
                  <a:lnTo>
                    <a:pt x="2759576" y="128111"/>
                  </a:lnTo>
                  <a:lnTo>
                    <a:pt x="2762074" y="127078"/>
                  </a:lnTo>
                  <a:lnTo>
                    <a:pt x="2767313" y="126529"/>
                  </a:lnTo>
                  <a:lnTo>
                    <a:pt x="2769950" y="127055"/>
                  </a:lnTo>
                  <a:lnTo>
                    <a:pt x="2777245" y="129842"/>
                  </a:lnTo>
                  <a:lnTo>
                    <a:pt x="2790121" y="132679"/>
                  </a:lnTo>
                  <a:lnTo>
                    <a:pt x="2798988" y="134130"/>
                  </a:lnTo>
                  <a:lnTo>
                    <a:pt x="2806783" y="134202"/>
                  </a:lnTo>
                  <a:lnTo>
                    <a:pt x="2810503" y="135449"/>
                  </a:lnTo>
                  <a:lnTo>
                    <a:pt x="2817272" y="136748"/>
                  </a:lnTo>
                  <a:lnTo>
                    <a:pt x="2819877" y="137795"/>
                  </a:lnTo>
                  <a:lnTo>
                    <a:pt x="2826367" y="136984"/>
                  </a:lnTo>
                  <a:lnTo>
                    <a:pt x="2829407" y="135882"/>
                  </a:lnTo>
                  <a:lnTo>
                    <a:pt x="2832237" y="133464"/>
                  </a:lnTo>
                  <a:lnTo>
                    <a:pt x="2833858" y="134061"/>
                  </a:lnTo>
                  <a:lnTo>
                    <a:pt x="2834957" y="137056"/>
                  </a:lnTo>
                  <a:lnTo>
                    <a:pt x="2834356" y="142271"/>
                  </a:lnTo>
                  <a:lnTo>
                    <a:pt x="2835508" y="145811"/>
                  </a:lnTo>
                  <a:lnTo>
                    <a:pt x="2836464" y="149318"/>
                  </a:lnTo>
                  <a:lnTo>
                    <a:pt x="2837813" y="152272"/>
                  </a:lnTo>
                  <a:lnTo>
                    <a:pt x="2838662" y="154777"/>
                  </a:lnTo>
                  <a:lnTo>
                    <a:pt x="2838045" y="156878"/>
                  </a:lnTo>
                  <a:lnTo>
                    <a:pt x="2836160" y="158745"/>
                  </a:lnTo>
                  <a:lnTo>
                    <a:pt x="2833574" y="162834"/>
                  </a:lnTo>
                  <a:lnTo>
                    <a:pt x="2833718" y="166371"/>
                  </a:lnTo>
                  <a:lnTo>
                    <a:pt x="2834840" y="168605"/>
                  </a:lnTo>
                  <a:lnTo>
                    <a:pt x="2833535" y="171317"/>
                  </a:lnTo>
                  <a:lnTo>
                    <a:pt x="2834488" y="175150"/>
                  </a:lnTo>
                  <a:lnTo>
                    <a:pt x="2834657" y="177452"/>
                  </a:lnTo>
                  <a:lnTo>
                    <a:pt x="2833747" y="179288"/>
                  </a:lnTo>
                  <a:lnTo>
                    <a:pt x="2831731" y="180402"/>
                  </a:lnTo>
                  <a:lnTo>
                    <a:pt x="2828246" y="180578"/>
                  </a:lnTo>
                  <a:lnTo>
                    <a:pt x="2826444" y="181622"/>
                  </a:lnTo>
                  <a:lnTo>
                    <a:pt x="2826143" y="184488"/>
                  </a:lnTo>
                  <a:lnTo>
                    <a:pt x="2827045" y="186571"/>
                  </a:lnTo>
                  <a:lnTo>
                    <a:pt x="2829048" y="187685"/>
                  </a:lnTo>
                  <a:lnTo>
                    <a:pt x="2829649" y="189959"/>
                  </a:lnTo>
                  <a:lnTo>
                    <a:pt x="2829348" y="193350"/>
                  </a:lnTo>
                  <a:lnTo>
                    <a:pt x="2828447" y="196215"/>
                  </a:lnTo>
                  <a:lnTo>
                    <a:pt x="2826606" y="197551"/>
                  </a:lnTo>
                  <a:lnTo>
                    <a:pt x="2824599" y="197834"/>
                  </a:lnTo>
                  <a:lnTo>
                    <a:pt x="2820868" y="197266"/>
                  </a:lnTo>
                  <a:lnTo>
                    <a:pt x="2818176" y="195349"/>
                  </a:lnTo>
                  <a:lnTo>
                    <a:pt x="2816461" y="197037"/>
                  </a:lnTo>
                  <a:lnTo>
                    <a:pt x="2815210" y="198760"/>
                  </a:lnTo>
                  <a:lnTo>
                    <a:pt x="2811331" y="202754"/>
                  </a:lnTo>
                  <a:lnTo>
                    <a:pt x="2809528" y="205391"/>
                  </a:lnTo>
                  <a:lnTo>
                    <a:pt x="2807840" y="208228"/>
                  </a:lnTo>
                  <a:lnTo>
                    <a:pt x="2812281" y="209789"/>
                  </a:lnTo>
                  <a:lnTo>
                    <a:pt x="2815481" y="212652"/>
                  </a:lnTo>
                  <a:lnTo>
                    <a:pt x="2822505" y="212346"/>
                  </a:lnTo>
                  <a:lnTo>
                    <a:pt x="2824754" y="211088"/>
                  </a:lnTo>
                  <a:lnTo>
                    <a:pt x="2827746" y="209766"/>
                  </a:lnTo>
                  <a:lnTo>
                    <a:pt x="2829348" y="210026"/>
                  </a:lnTo>
                  <a:lnTo>
                    <a:pt x="2830350" y="212894"/>
                  </a:lnTo>
                  <a:lnTo>
                    <a:pt x="2829742" y="217450"/>
                  </a:lnTo>
                  <a:lnTo>
                    <a:pt x="2829648" y="220977"/>
                  </a:lnTo>
                  <a:lnTo>
                    <a:pt x="2826063" y="230745"/>
                  </a:lnTo>
                  <a:lnTo>
                    <a:pt x="2824874" y="232387"/>
                  </a:lnTo>
                  <a:lnTo>
                    <a:pt x="2823236" y="235067"/>
                  </a:lnTo>
                  <a:lnTo>
                    <a:pt x="2821235" y="237139"/>
                  </a:lnTo>
                  <a:lnTo>
                    <a:pt x="2819679" y="238172"/>
                  </a:lnTo>
                  <a:lnTo>
                    <a:pt x="2816578" y="241260"/>
                  </a:lnTo>
                  <a:lnTo>
                    <a:pt x="2814715" y="246838"/>
                  </a:lnTo>
                  <a:lnTo>
                    <a:pt x="2812673" y="251475"/>
                  </a:lnTo>
                  <a:lnTo>
                    <a:pt x="2809706" y="259341"/>
                  </a:lnTo>
                  <a:lnTo>
                    <a:pt x="2807989" y="267843"/>
                  </a:lnTo>
                  <a:lnTo>
                    <a:pt x="2807237" y="272890"/>
                  </a:lnTo>
                  <a:lnTo>
                    <a:pt x="2806085" y="278199"/>
                  </a:lnTo>
                  <a:lnTo>
                    <a:pt x="2803572" y="287286"/>
                  </a:lnTo>
                  <a:lnTo>
                    <a:pt x="2801919" y="288798"/>
                  </a:lnTo>
                  <a:lnTo>
                    <a:pt x="2799093" y="292512"/>
                  </a:lnTo>
                  <a:lnTo>
                    <a:pt x="2799905" y="294985"/>
                  </a:lnTo>
                  <a:lnTo>
                    <a:pt x="2802126" y="295213"/>
                  </a:lnTo>
                  <a:lnTo>
                    <a:pt x="2804833" y="295790"/>
                  </a:lnTo>
                  <a:lnTo>
                    <a:pt x="2808455" y="297677"/>
                  </a:lnTo>
                  <a:lnTo>
                    <a:pt x="2813299" y="293773"/>
                  </a:lnTo>
                  <a:lnTo>
                    <a:pt x="2815828" y="291335"/>
                  </a:lnTo>
                  <a:lnTo>
                    <a:pt x="2816329" y="286386"/>
                  </a:lnTo>
                  <a:lnTo>
                    <a:pt x="2815828" y="281434"/>
                  </a:lnTo>
                  <a:lnTo>
                    <a:pt x="2817366" y="278482"/>
                  </a:lnTo>
                  <a:lnTo>
                    <a:pt x="2820920" y="274474"/>
                  </a:lnTo>
                  <a:lnTo>
                    <a:pt x="2829292" y="271626"/>
                  </a:lnTo>
                  <a:lnTo>
                    <a:pt x="2831023" y="271334"/>
                  </a:lnTo>
                  <a:lnTo>
                    <a:pt x="2833807" y="270321"/>
                  </a:lnTo>
                  <a:lnTo>
                    <a:pt x="2836249" y="266749"/>
                  </a:lnTo>
                  <a:lnTo>
                    <a:pt x="2838434" y="263182"/>
                  </a:lnTo>
                  <a:lnTo>
                    <a:pt x="2842206" y="260891"/>
                  </a:lnTo>
                  <a:lnTo>
                    <a:pt x="2845369" y="257215"/>
                  </a:lnTo>
                  <a:lnTo>
                    <a:pt x="2845861" y="254589"/>
                  </a:lnTo>
                  <a:lnTo>
                    <a:pt x="2847172" y="254003"/>
                  </a:lnTo>
                  <a:lnTo>
                    <a:pt x="2851114" y="251475"/>
                  </a:lnTo>
                  <a:lnTo>
                    <a:pt x="2852126" y="249550"/>
                  </a:lnTo>
                  <a:lnTo>
                    <a:pt x="2853362" y="248142"/>
                  </a:lnTo>
                  <a:lnTo>
                    <a:pt x="2854185" y="244890"/>
                  </a:lnTo>
                  <a:lnTo>
                    <a:pt x="2854521" y="238842"/>
                  </a:lnTo>
                  <a:lnTo>
                    <a:pt x="2855498" y="234274"/>
                  </a:lnTo>
                  <a:lnTo>
                    <a:pt x="2857417" y="228205"/>
                  </a:lnTo>
                  <a:lnTo>
                    <a:pt x="2858979" y="223834"/>
                  </a:lnTo>
                  <a:lnTo>
                    <a:pt x="2860495" y="221037"/>
                  </a:lnTo>
                  <a:lnTo>
                    <a:pt x="2864557" y="219563"/>
                  </a:lnTo>
                  <a:lnTo>
                    <a:pt x="2866321" y="217846"/>
                  </a:lnTo>
                  <a:lnTo>
                    <a:pt x="2868642" y="214106"/>
                  </a:lnTo>
                  <a:lnTo>
                    <a:pt x="2870209" y="211849"/>
                  </a:lnTo>
                  <a:lnTo>
                    <a:pt x="2870027" y="207224"/>
                  </a:lnTo>
                  <a:lnTo>
                    <a:pt x="2870910" y="202990"/>
                  </a:lnTo>
                  <a:lnTo>
                    <a:pt x="2873400" y="200442"/>
                  </a:lnTo>
                  <a:lnTo>
                    <a:pt x="2876619" y="195693"/>
                  </a:lnTo>
                  <a:lnTo>
                    <a:pt x="2880607" y="195009"/>
                  </a:lnTo>
                  <a:lnTo>
                    <a:pt x="2883629" y="192568"/>
                  </a:lnTo>
                  <a:lnTo>
                    <a:pt x="2886861" y="194259"/>
                  </a:lnTo>
                  <a:lnTo>
                    <a:pt x="2890771" y="196599"/>
                  </a:lnTo>
                  <a:lnTo>
                    <a:pt x="2897320" y="195886"/>
                  </a:lnTo>
                  <a:lnTo>
                    <a:pt x="2900454" y="196997"/>
                  </a:lnTo>
                  <a:lnTo>
                    <a:pt x="2902858" y="195693"/>
                  </a:lnTo>
                  <a:lnTo>
                    <a:pt x="2904961" y="192045"/>
                  </a:lnTo>
                  <a:lnTo>
                    <a:pt x="2905761" y="187616"/>
                  </a:lnTo>
                  <a:lnTo>
                    <a:pt x="2908265" y="185010"/>
                  </a:lnTo>
                  <a:lnTo>
                    <a:pt x="2911082" y="185094"/>
                  </a:lnTo>
                  <a:lnTo>
                    <a:pt x="2915742" y="180644"/>
                  </a:lnTo>
                  <a:lnTo>
                    <a:pt x="2920532" y="176694"/>
                  </a:lnTo>
                  <a:lnTo>
                    <a:pt x="2924494" y="175762"/>
                  </a:lnTo>
                  <a:lnTo>
                    <a:pt x="2927635" y="172645"/>
                  </a:lnTo>
                  <a:lnTo>
                    <a:pt x="2929879" y="167413"/>
                  </a:lnTo>
                  <a:lnTo>
                    <a:pt x="2932302" y="163402"/>
                  </a:lnTo>
                  <a:lnTo>
                    <a:pt x="2935260" y="159550"/>
                  </a:lnTo>
                  <a:lnTo>
                    <a:pt x="2936106" y="152694"/>
                  </a:lnTo>
                  <a:lnTo>
                    <a:pt x="2937955" y="149268"/>
                  </a:lnTo>
                  <a:lnTo>
                    <a:pt x="2941462" y="146241"/>
                  </a:lnTo>
                  <a:lnTo>
                    <a:pt x="2944331" y="144585"/>
                  </a:lnTo>
                  <a:lnTo>
                    <a:pt x="2956541" y="139489"/>
                  </a:lnTo>
                  <a:lnTo>
                    <a:pt x="2965902" y="136072"/>
                  </a:lnTo>
                  <a:lnTo>
                    <a:pt x="2975322" y="131899"/>
                  </a:lnTo>
                  <a:lnTo>
                    <a:pt x="2978232" y="131949"/>
                  </a:lnTo>
                  <a:lnTo>
                    <a:pt x="2982023" y="129626"/>
                  </a:lnTo>
                  <a:lnTo>
                    <a:pt x="2988277" y="129551"/>
                  </a:lnTo>
                  <a:lnTo>
                    <a:pt x="2989940" y="129329"/>
                  </a:lnTo>
                  <a:lnTo>
                    <a:pt x="2992090" y="124547"/>
                  </a:lnTo>
                  <a:lnTo>
                    <a:pt x="2996747" y="120138"/>
                  </a:lnTo>
                  <a:lnTo>
                    <a:pt x="2999666" y="118724"/>
                  </a:lnTo>
                  <a:lnTo>
                    <a:pt x="3003350" y="114892"/>
                  </a:lnTo>
                  <a:lnTo>
                    <a:pt x="3006338" y="114531"/>
                  </a:lnTo>
                  <a:lnTo>
                    <a:pt x="3010522" y="115220"/>
                  </a:lnTo>
                  <a:lnTo>
                    <a:pt x="3014067" y="116265"/>
                  </a:lnTo>
                  <a:lnTo>
                    <a:pt x="3017267" y="116277"/>
                  </a:lnTo>
                  <a:lnTo>
                    <a:pt x="3021895" y="113134"/>
                  </a:lnTo>
                  <a:lnTo>
                    <a:pt x="3029070" y="112606"/>
                  </a:lnTo>
                  <a:lnTo>
                    <a:pt x="3031300" y="111082"/>
                  </a:lnTo>
                  <a:lnTo>
                    <a:pt x="3032870" y="109741"/>
                  </a:lnTo>
                  <a:lnTo>
                    <a:pt x="3043038" y="105260"/>
                  </a:lnTo>
                  <a:lnTo>
                    <a:pt x="3046830" y="106116"/>
                  </a:lnTo>
                  <a:lnTo>
                    <a:pt x="3052227" y="105363"/>
                  </a:lnTo>
                  <a:lnTo>
                    <a:pt x="3055487" y="105583"/>
                  </a:lnTo>
                  <a:lnTo>
                    <a:pt x="3058612" y="106136"/>
                  </a:lnTo>
                  <a:lnTo>
                    <a:pt x="3062549" y="106281"/>
                  </a:lnTo>
                  <a:lnTo>
                    <a:pt x="3069300" y="104702"/>
                  </a:lnTo>
                  <a:lnTo>
                    <a:pt x="3072187" y="103658"/>
                  </a:lnTo>
                  <a:lnTo>
                    <a:pt x="3077575" y="99774"/>
                  </a:lnTo>
                  <a:lnTo>
                    <a:pt x="3083530" y="98865"/>
                  </a:lnTo>
                  <a:lnTo>
                    <a:pt x="3086152" y="97843"/>
                  </a:lnTo>
                  <a:lnTo>
                    <a:pt x="3089518" y="96969"/>
                  </a:lnTo>
                  <a:lnTo>
                    <a:pt x="3092230" y="98467"/>
                  </a:lnTo>
                  <a:lnTo>
                    <a:pt x="3094201" y="99817"/>
                  </a:lnTo>
                  <a:lnTo>
                    <a:pt x="3095406" y="100117"/>
                  </a:lnTo>
                  <a:lnTo>
                    <a:pt x="3096980" y="100411"/>
                  </a:lnTo>
                  <a:lnTo>
                    <a:pt x="3100890" y="98836"/>
                  </a:lnTo>
                  <a:lnTo>
                    <a:pt x="3104105" y="99260"/>
                  </a:lnTo>
                  <a:lnTo>
                    <a:pt x="3108234" y="100960"/>
                  </a:lnTo>
                  <a:lnTo>
                    <a:pt x="3110989" y="102339"/>
                  </a:lnTo>
                  <a:lnTo>
                    <a:pt x="3112403" y="102316"/>
                  </a:lnTo>
                  <a:lnTo>
                    <a:pt x="3114955" y="101084"/>
                  </a:lnTo>
                  <a:lnTo>
                    <a:pt x="3118058" y="98022"/>
                  </a:lnTo>
                  <a:lnTo>
                    <a:pt x="3120932" y="96775"/>
                  </a:lnTo>
                  <a:lnTo>
                    <a:pt x="3123704" y="97546"/>
                  </a:lnTo>
                  <a:lnTo>
                    <a:pt x="3125566" y="98839"/>
                  </a:lnTo>
                  <a:lnTo>
                    <a:pt x="3128894" y="100605"/>
                  </a:lnTo>
                  <a:lnTo>
                    <a:pt x="3134008" y="100316"/>
                  </a:lnTo>
                  <a:lnTo>
                    <a:pt x="3138917" y="99678"/>
                  </a:lnTo>
                  <a:lnTo>
                    <a:pt x="3143064" y="98230"/>
                  </a:lnTo>
                  <a:lnTo>
                    <a:pt x="3146603" y="96718"/>
                  </a:lnTo>
                  <a:lnTo>
                    <a:pt x="3149873" y="99058"/>
                  </a:lnTo>
                  <a:lnTo>
                    <a:pt x="3153635" y="99906"/>
                  </a:lnTo>
                  <a:lnTo>
                    <a:pt x="3159742" y="95774"/>
                  </a:lnTo>
                  <a:lnTo>
                    <a:pt x="3162060" y="96692"/>
                  </a:lnTo>
                  <a:lnTo>
                    <a:pt x="3163665" y="97762"/>
                  </a:lnTo>
                  <a:lnTo>
                    <a:pt x="3164994" y="98305"/>
                  </a:lnTo>
                  <a:lnTo>
                    <a:pt x="3166570" y="101782"/>
                  </a:lnTo>
                  <a:lnTo>
                    <a:pt x="3172375" y="101115"/>
                  </a:lnTo>
                  <a:lnTo>
                    <a:pt x="3177533" y="98172"/>
                  </a:lnTo>
                  <a:lnTo>
                    <a:pt x="3181932" y="95965"/>
                  </a:lnTo>
                  <a:lnTo>
                    <a:pt x="3186241" y="94525"/>
                  </a:lnTo>
                  <a:lnTo>
                    <a:pt x="3189623" y="92539"/>
                  </a:lnTo>
                  <a:lnTo>
                    <a:pt x="3194598" y="84930"/>
                  </a:lnTo>
                  <a:lnTo>
                    <a:pt x="3194527" y="82578"/>
                  </a:lnTo>
                  <a:lnTo>
                    <a:pt x="3195213" y="81164"/>
                  </a:lnTo>
                  <a:lnTo>
                    <a:pt x="3196270" y="80518"/>
                  </a:lnTo>
                  <a:lnTo>
                    <a:pt x="3204216" y="80607"/>
                  </a:lnTo>
                  <a:lnTo>
                    <a:pt x="3206692" y="79970"/>
                  </a:lnTo>
                  <a:lnTo>
                    <a:pt x="3209895" y="77976"/>
                  </a:lnTo>
                  <a:lnTo>
                    <a:pt x="3215486" y="79505"/>
                  </a:lnTo>
                  <a:lnTo>
                    <a:pt x="3220848" y="81929"/>
                  </a:lnTo>
                  <a:lnTo>
                    <a:pt x="3222264" y="81658"/>
                  </a:lnTo>
                  <a:lnTo>
                    <a:pt x="3224395" y="81608"/>
                  </a:lnTo>
                  <a:lnTo>
                    <a:pt x="3228232" y="83118"/>
                  </a:lnTo>
                  <a:lnTo>
                    <a:pt x="3232523" y="86003"/>
                  </a:lnTo>
                  <a:lnTo>
                    <a:pt x="3236309" y="86809"/>
                  </a:lnTo>
                  <a:lnTo>
                    <a:pt x="3252054" y="94095"/>
                  </a:lnTo>
                  <a:lnTo>
                    <a:pt x="3260956" y="95861"/>
                  </a:lnTo>
                  <a:lnTo>
                    <a:pt x="3265438" y="98282"/>
                  </a:lnTo>
                  <a:lnTo>
                    <a:pt x="3266593" y="99110"/>
                  </a:lnTo>
                  <a:lnTo>
                    <a:pt x="3267931" y="101583"/>
                  </a:lnTo>
                  <a:lnTo>
                    <a:pt x="3270277" y="101820"/>
                  </a:lnTo>
                  <a:lnTo>
                    <a:pt x="3272164" y="100844"/>
                  </a:lnTo>
                  <a:lnTo>
                    <a:pt x="3274643" y="104590"/>
                  </a:lnTo>
                  <a:lnTo>
                    <a:pt x="3280705" y="107429"/>
                  </a:lnTo>
                  <a:lnTo>
                    <a:pt x="3286982" y="108812"/>
                  </a:lnTo>
                  <a:lnTo>
                    <a:pt x="3291081" y="106595"/>
                  </a:lnTo>
                  <a:lnTo>
                    <a:pt x="3298045" y="100313"/>
                  </a:lnTo>
                  <a:lnTo>
                    <a:pt x="3300148" y="97445"/>
                  </a:lnTo>
                  <a:lnTo>
                    <a:pt x="3299748" y="91189"/>
                  </a:lnTo>
                  <a:lnTo>
                    <a:pt x="3303379" y="84226"/>
                  </a:lnTo>
                  <a:lnTo>
                    <a:pt x="3309583" y="80806"/>
                  </a:lnTo>
                  <a:lnTo>
                    <a:pt x="3317272" y="79008"/>
                  </a:lnTo>
                  <a:lnTo>
                    <a:pt x="3322014" y="77468"/>
                  </a:lnTo>
                  <a:lnTo>
                    <a:pt x="3328278" y="76048"/>
                  </a:lnTo>
                  <a:lnTo>
                    <a:pt x="3331327" y="77491"/>
                  </a:lnTo>
                  <a:lnTo>
                    <a:pt x="3332851" y="78602"/>
                  </a:lnTo>
                  <a:lnTo>
                    <a:pt x="3335208" y="79880"/>
                  </a:lnTo>
                  <a:lnTo>
                    <a:pt x="3337987" y="83747"/>
                  </a:lnTo>
                  <a:lnTo>
                    <a:pt x="3342330" y="92603"/>
                  </a:lnTo>
                  <a:lnTo>
                    <a:pt x="3345528" y="95789"/>
                  </a:lnTo>
                  <a:lnTo>
                    <a:pt x="3348378" y="96054"/>
                  </a:lnTo>
                  <a:lnTo>
                    <a:pt x="3350795" y="96528"/>
                  </a:lnTo>
                  <a:lnTo>
                    <a:pt x="3353384" y="98533"/>
                  </a:lnTo>
                  <a:lnTo>
                    <a:pt x="3357074" y="104749"/>
                  </a:lnTo>
                  <a:lnTo>
                    <a:pt x="3354877" y="110269"/>
                  </a:lnTo>
                  <a:lnTo>
                    <a:pt x="3352968" y="112335"/>
                  </a:lnTo>
                  <a:lnTo>
                    <a:pt x="3344983" y="114715"/>
                  </a:lnTo>
                  <a:lnTo>
                    <a:pt x="3341454" y="116600"/>
                  </a:lnTo>
                  <a:lnTo>
                    <a:pt x="3338404" y="117772"/>
                  </a:lnTo>
                  <a:lnTo>
                    <a:pt x="3337510" y="122374"/>
                  </a:lnTo>
                  <a:lnTo>
                    <a:pt x="3338806" y="124547"/>
                  </a:lnTo>
                  <a:lnTo>
                    <a:pt x="3342127" y="123497"/>
                  </a:lnTo>
                  <a:lnTo>
                    <a:pt x="3345975" y="122971"/>
                  </a:lnTo>
                  <a:lnTo>
                    <a:pt x="3349017" y="122045"/>
                  </a:lnTo>
                  <a:lnTo>
                    <a:pt x="3351811" y="120605"/>
                  </a:lnTo>
                  <a:lnTo>
                    <a:pt x="3354222" y="118545"/>
                  </a:lnTo>
                  <a:lnTo>
                    <a:pt x="3359912" y="117477"/>
                  </a:lnTo>
                  <a:lnTo>
                    <a:pt x="3363652" y="115729"/>
                  </a:lnTo>
                  <a:lnTo>
                    <a:pt x="3366996" y="114698"/>
                  </a:lnTo>
                  <a:lnTo>
                    <a:pt x="3369317" y="112903"/>
                  </a:lnTo>
                  <a:lnTo>
                    <a:pt x="3371703" y="113149"/>
                  </a:lnTo>
                  <a:lnTo>
                    <a:pt x="3374069" y="114889"/>
                  </a:lnTo>
                  <a:lnTo>
                    <a:pt x="3375953" y="114739"/>
                  </a:lnTo>
                  <a:lnTo>
                    <a:pt x="3381027" y="115307"/>
                  </a:lnTo>
                  <a:lnTo>
                    <a:pt x="3383380" y="114032"/>
                  </a:lnTo>
                  <a:lnTo>
                    <a:pt x="3385500" y="113945"/>
                  </a:lnTo>
                  <a:lnTo>
                    <a:pt x="3387625" y="114909"/>
                  </a:lnTo>
                  <a:lnTo>
                    <a:pt x="3389819" y="116265"/>
                  </a:lnTo>
                  <a:lnTo>
                    <a:pt x="3392032" y="116583"/>
                  </a:lnTo>
                  <a:lnTo>
                    <a:pt x="3394880" y="115789"/>
                  </a:lnTo>
                  <a:lnTo>
                    <a:pt x="3398895" y="113602"/>
                  </a:lnTo>
                  <a:lnTo>
                    <a:pt x="3404002" y="111259"/>
                  </a:lnTo>
                  <a:lnTo>
                    <a:pt x="3408764" y="110511"/>
                  </a:lnTo>
                  <a:lnTo>
                    <a:pt x="3409921" y="110523"/>
                  </a:lnTo>
                  <a:lnTo>
                    <a:pt x="3410893" y="111031"/>
                  </a:lnTo>
                  <a:lnTo>
                    <a:pt x="3406111" y="113752"/>
                  </a:lnTo>
                  <a:lnTo>
                    <a:pt x="3398468" y="117396"/>
                  </a:lnTo>
                  <a:lnTo>
                    <a:pt x="3394392" y="120957"/>
                  </a:lnTo>
                  <a:lnTo>
                    <a:pt x="3396792" y="122464"/>
                  </a:lnTo>
                  <a:lnTo>
                    <a:pt x="3411183" y="118484"/>
                  </a:lnTo>
                  <a:lnTo>
                    <a:pt x="3417751" y="115521"/>
                  </a:lnTo>
                  <a:lnTo>
                    <a:pt x="3423529" y="114190"/>
                  </a:lnTo>
                  <a:lnTo>
                    <a:pt x="3424955" y="113195"/>
                  </a:lnTo>
                  <a:lnTo>
                    <a:pt x="3429724" y="108607"/>
                  </a:lnTo>
                  <a:lnTo>
                    <a:pt x="3431424" y="107357"/>
                  </a:lnTo>
                  <a:lnTo>
                    <a:pt x="3436536" y="105744"/>
                  </a:lnTo>
                  <a:lnTo>
                    <a:pt x="3443220" y="103978"/>
                  </a:lnTo>
                  <a:lnTo>
                    <a:pt x="3448273" y="101961"/>
                  </a:lnTo>
                  <a:lnTo>
                    <a:pt x="3451710" y="99930"/>
                  </a:lnTo>
                  <a:lnTo>
                    <a:pt x="3454286" y="99713"/>
                  </a:lnTo>
                  <a:lnTo>
                    <a:pt x="3456266" y="101234"/>
                  </a:lnTo>
                  <a:lnTo>
                    <a:pt x="3458848" y="102887"/>
                  </a:lnTo>
                  <a:lnTo>
                    <a:pt x="3461388" y="102483"/>
                  </a:lnTo>
                  <a:lnTo>
                    <a:pt x="3464494" y="100905"/>
                  </a:lnTo>
                  <a:lnTo>
                    <a:pt x="3466665" y="97202"/>
                  </a:lnTo>
                  <a:lnTo>
                    <a:pt x="3467933" y="94502"/>
                  </a:lnTo>
                  <a:lnTo>
                    <a:pt x="3470262" y="93584"/>
                  </a:lnTo>
                  <a:lnTo>
                    <a:pt x="3473244" y="92730"/>
                  </a:lnTo>
                  <a:lnTo>
                    <a:pt x="3475646" y="93647"/>
                  </a:lnTo>
                  <a:lnTo>
                    <a:pt x="3479581" y="95624"/>
                  </a:lnTo>
                  <a:lnTo>
                    <a:pt x="3482318" y="96663"/>
                  </a:lnTo>
                  <a:lnTo>
                    <a:pt x="3484690" y="104399"/>
                  </a:lnTo>
                  <a:lnTo>
                    <a:pt x="3490275" y="111204"/>
                  </a:lnTo>
                  <a:lnTo>
                    <a:pt x="3492271" y="113019"/>
                  </a:lnTo>
                  <a:lnTo>
                    <a:pt x="3497118" y="112335"/>
                  </a:lnTo>
                  <a:lnTo>
                    <a:pt x="3502370" y="115030"/>
                  </a:lnTo>
                  <a:lnTo>
                    <a:pt x="3504610" y="114675"/>
                  </a:lnTo>
                  <a:lnTo>
                    <a:pt x="3506751" y="113885"/>
                  </a:lnTo>
                  <a:lnTo>
                    <a:pt x="3508636" y="114413"/>
                  </a:lnTo>
                  <a:lnTo>
                    <a:pt x="3511526" y="112739"/>
                  </a:lnTo>
                  <a:lnTo>
                    <a:pt x="3514514" y="104209"/>
                  </a:lnTo>
                  <a:lnTo>
                    <a:pt x="3517253" y="95806"/>
                  </a:lnTo>
                  <a:lnTo>
                    <a:pt x="3519916" y="92150"/>
                  </a:lnTo>
                  <a:lnTo>
                    <a:pt x="3521560" y="90574"/>
                  </a:lnTo>
                  <a:lnTo>
                    <a:pt x="3523605" y="89893"/>
                  </a:lnTo>
                  <a:lnTo>
                    <a:pt x="3526761" y="88124"/>
                  </a:lnTo>
                  <a:lnTo>
                    <a:pt x="3530999" y="87616"/>
                  </a:lnTo>
                  <a:lnTo>
                    <a:pt x="3534182" y="88329"/>
                  </a:lnTo>
                  <a:lnTo>
                    <a:pt x="3540982" y="88929"/>
                  </a:lnTo>
                  <a:lnTo>
                    <a:pt x="3546540" y="86849"/>
                  </a:lnTo>
                  <a:lnTo>
                    <a:pt x="3552831" y="87221"/>
                  </a:lnTo>
                  <a:lnTo>
                    <a:pt x="3555941" y="84763"/>
                  </a:lnTo>
                  <a:lnTo>
                    <a:pt x="3559306" y="84367"/>
                  </a:lnTo>
                  <a:lnTo>
                    <a:pt x="3563828" y="86500"/>
                  </a:lnTo>
                  <a:lnTo>
                    <a:pt x="3565131" y="87997"/>
                  </a:lnTo>
                  <a:lnTo>
                    <a:pt x="3567645" y="90147"/>
                  </a:lnTo>
                  <a:lnTo>
                    <a:pt x="3568246" y="92234"/>
                  </a:lnTo>
                  <a:lnTo>
                    <a:pt x="3568900" y="96048"/>
                  </a:lnTo>
                  <a:lnTo>
                    <a:pt x="3570134" y="96141"/>
                  </a:lnTo>
                  <a:lnTo>
                    <a:pt x="3574354" y="92401"/>
                  </a:lnTo>
                  <a:lnTo>
                    <a:pt x="3576645" y="91717"/>
                  </a:lnTo>
                  <a:lnTo>
                    <a:pt x="3580965" y="85718"/>
                  </a:lnTo>
                  <a:lnTo>
                    <a:pt x="3583269" y="87282"/>
                  </a:lnTo>
                  <a:lnTo>
                    <a:pt x="3588431" y="89844"/>
                  </a:lnTo>
                  <a:lnTo>
                    <a:pt x="3590526" y="90595"/>
                  </a:lnTo>
                  <a:lnTo>
                    <a:pt x="3594607" y="94932"/>
                  </a:lnTo>
                  <a:lnTo>
                    <a:pt x="3596723" y="94008"/>
                  </a:lnTo>
                  <a:lnTo>
                    <a:pt x="3598421" y="91997"/>
                  </a:lnTo>
                  <a:lnTo>
                    <a:pt x="3603498" y="92199"/>
                  </a:lnTo>
                  <a:lnTo>
                    <a:pt x="3608239" y="93971"/>
                  </a:lnTo>
                  <a:lnTo>
                    <a:pt x="3610192" y="95463"/>
                  </a:lnTo>
                  <a:lnTo>
                    <a:pt x="3612624" y="98034"/>
                  </a:lnTo>
                  <a:lnTo>
                    <a:pt x="3614112" y="98640"/>
                  </a:lnTo>
                  <a:lnTo>
                    <a:pt x="3615310" y="97930"/>
                  </a:lnTo>
                  <a:lnTo>
                    <a:pt x="3625134" y="98923"/>
                  </a:lnTo>
                  <a:lnTo>
                    <a:pt x="3629353" y="100801"/>
                  </a:lnTo>
                  <a:lnTo>
                    <a:pt x="3632612" y="103092"/>
                  </a:lnTo>
                  <a:lnTo>
                    <a:pt x="3643983" y="104180"/>
                  </a:lnTo>
                  <a:lnTo>
                    <a:pt x="3648348" y="106541"/>
                  </a:lnTo>
                  <a:lnTo>
                    <a:pt x="3650974" y="105424"/>
                  </a:lnTo>
                  <a:lnTo>
                    <a:pt x="3656148" y="105799"/>
                  </a:lnTo>
                  <a:lnTo>
                    <a:pt x="3658262" y="107776"/>
                  </a:lnTo>
                  <a:lnTo>
                    <a:pt x="3660166" y="109983"/>
                  </a:lnTo>
                  <a:lnTo>
                    <a:pt x="3664264" y="111888"/>
                  </a:lnTo>
                  <a:lnTo>
                    <a:pt x="3666545" y="111513"/>
                  </a:lnTo>
                  <a:lnTo>
                    <a:pt x="3669731" y="109992"/>
                  </a:lnTo>
                  <a:lnTo>
                    <a:pt x="3672902" y="107868"/>
                  </a:lnTo>
                  <a:lnTo>
                    <a:pt x="3676106" y="107868"/>
                  </a:lnTo>
                  <a:lnTo>
                    <a:pt x="3677608" y="109695"/>
                  </a:lnTo>
                  <a:lnTo>
                    <a:pt x="3678159" y="114190"/>
                  </a:lnTo>
                  <a:lnTo>
                    <a:pt x="3680504" y="114101"/>
                  </a:lnTo>
                  <a:lnTo>
                    <a:pt x="3683118" y="112041"/>
                  </a:lnTo>
                  <a:lnTo>
                    <a:pt x="3685420" y="112560"/>
                  </a:lnTo>
                  <a:lnTo>
                    <a:pt x="3686222" y="115688"/>
                  </a:lnTo>
                  <a:lnTo>
                    <a:pt x="3685020" y="119858"/>
                  </a:lnTo>
                  <a:lnTo>
                    <a:pt x="3682116" y="125655"/>
                  </a:lnTo>
                  <a:lnTo>
                    <a:pt x="3680913" y="130543"/>
                  </a:lnTo>
                  <a:lnTo>
                    <a:pt x="3678509" y="134973"/>
                  </a:lnTo>
                  <a:lnTo>
                    <a:pt x="3678910" y="137056"/>
                  </a:lnTo>
                  <a:lnTo>
                    <a:pt x="3681315" y="138098"/>
                  </a:lnTo>
                  <a:lnTo>
                    <a:pt x="3683759" y="134979"/>
                  </a:lnTo>
                  <a:lnTo>
                    <a:pt x="3689150" y="132811"/>
                  </a:lnTo>
                  <a:lnTo>
                    <a:pt x="3691976" y="130007"/>
                  </a:lnTo>
                  <a:lnTo>
                    <a:pt x="3696842" y="128971"/>
                  </a:lnTo>
                  <a:lnTo>
                    <a:pt x="3701597" y="129955"/>
                  </a:lnTo>
                  <a:lnTo>
                    <a:pt x="3705017" y="133697"/>
                  </a:lnTo>
                  <a:lnTo>
                    <a:pt x="3711279" y="140014"/>
                  </a:lnTo>
                  <a:lnTo>
                    <a:pt x="3711559" y="142271"/>
                  </a:lnTo>
                  <a:lnTo>
                    <a:pt x="3712060" y="144614"/>
                  </a:lnTo>
                  <a:lnTo>
                    <a:pt x="3711851" y="146709"/>
                  </a:lnTo>
                  <a:lnTo>
                    <a:pt x="3710937" y="149144"/>
                  </a:lnTo>
                  <a:lnTo>
                    <a:pt x="3714298" y="151952"/>
                  </a:lnTo>
                  <a:lnTo>
                    <a:pt x="3717252" y="152414"/>
                  </a:lnTo>
                  <a:lnTo>
                    <a:pt x="3719690" y="152143"/>
                  </a:lnTo>
                  <a:lnTo>
                    <a:pt x="3729771" y="154858"/>
                  </a:lnTo>
                  <a:lnTo>
                    <a:pt x="3734589" y="153799"/>
                  </a:lnTo>
                  <a:lnTo>
                    <a:pt x="3738928" y="153805"/>
                  </a:lnTo>
                  <a:lnTo>
                    <a:pt x="3744086" y="153403"/>
                  </a:lnTo>
                  <a:lnTo>
                    <a:pt x="3748045" y="153467"/>
                  </a:lnTo>
                  <a:lnTo>
                    <a:pt x="3751186" y="153935"/>
                  </a:lnTo>
                  <a:lnTo>
                    <a:pt x="3754931" y="152965"/>
                  </a:lnTo>
                  <a:lnTo>
                    <a:pt x="3757929" y="151652"/>
                  </a:lnTo>
                  <a:lnTo>
                    <a:pt x="3759431" y="152434"/>
                  </a:lnTo>
                  <a:lnTo>
                    <a:pt x="3760031" y="159469"/>
                  </a:lnTo>
                  <a:lnTo>
                    <a:pt x="3760233" y="163639"/>
                  </a:lnTo>
                  <a:lnTo>
                    <a:pt x="3761935" y="165203"/>
                  </a:lnTo>
                  <a:lnTo>
                    <a:pt x="3763738" y="163639"/>
                  </a:lnTo>
                  <a:lnTo>
                    <a:pt x="3765039" y="161555"/>
                  </a:lnTo>
                  <a:lnTo>
                    <a:pt x="3773023" y="162499"/>
                  </a:lnTo>
                  <a:lnTo>
                    <a:pt x="3776206" y="162617"/>
                  </a:lnTo>
                  <a:lnTo>
                    <a:pt x="3779257" y="163743"/>
                  </a:lnTo>
                  <a:lnTo>
                    <a:pt x="3782296" y="166377"/>
                  </a:lnTo>
                  <a:lnTo>
                    <a:pt x="3785227" y="165229"/>
                  </a:lnTo>
                  <a:lnTo>
                    <a:pt x="3786996" y="163645"/>
                  </a:lnTo>
                  <a:lnTo>
                    <a:pt x="3789376" y="162597"/>
                  </a:lnTo>
                  <a:lnTo>
                    <a:pt x="3790076" y="159989"/>
                  </a:lnTo>
                  <a:lnTo>
                    <a:pt x="3790365" y="155637"/>
                  </a:lnTo>
                  <a:lnTo>
                    <a:pt x="3790277" y="151389"/>
                  </a:lnTo>
                  <a:lnTo>
                    <a:pt x="3791678" y="150607"/>
                  </a:lnTo>
                  <a:lnTo>
                    <a:pt x="3793080" y="151389"/>
                  </a:lnTo>
                  <a:lnTo>
                    <a:pt x="3794990" y="153406"/>
                  </a:lnTo>
                  <a:lnTo>
                    <a:pt x="3799267" y="159801"/>
                  </a:lnTo>
                  <a:lnTo>
                    <a:pt x="3802556" y="163939"/>
                  </a:lnTo>
                  <a:lnTo>
                    <a:pt x="3803936" y="165919"/>
                  </a:lnTo>
                  <a:lnTo>
                    <a:pt x="3805940" y="167494"/>
                  </a:lnTo>
                  <a:lnTo>
                    <a:pt x="3809986" y="171329"/>
                  </a:lnTo>
                  <a:lnTo>
                    <a:pt x="3815557" y="172908"/>
                  </a:lnTo>
                  <a:lnTo>
                    <a:pt x="3820982" y="176015"/>
                  </a:lnTo>
                  <a:lnTo>
                    <a:pt x="3827315" y="175816"/>
                  </a:lnTo>
                  <a:lnTo>
                    <a:pt x="3832255" y="179729"/>
                  </a:lnTo>
                  <a:lnTo>
                    <a:pt x="3835598" y="176656"/>
                  </a:lnTo>
                  <a:lnTo>
                    <a:pt x="3837378" y="175949"/>
                  </a:lnTo>
                  <a:lnTo>
                    <a:pt x="3839936" y="176780"/>
                  </a:lnTo>
                  <a:lnTo>
                    <a:pt x="3843057" y="179455"/>
                  </a:lnTo>
                  <a:lnTo>
                    <a:pt x="3845493" y="180067"/>
                  </a:lnTo>
                  <a:lnTo>
                    <a:pt x="3853887" y="184447"/>
                  </a:lnTo>
                  <a:lnTo>
                    <a:pt x="3858402" y="186029"/>
                  </a:lnTo>
                  <a:lnTo>
                    <a:pt x="3860071" y="189240"/>
                  </a:lnTo>
                  <a:lnTo>
                    <a:pt x="3862283" y="192305"/>
                  </a:lnTo>
                  <a:lnTo>
                    <a:pt x="3862283" y="195433"/>
                  </a:lnTo>
                  <a:lnTo>
                    <a:pt x="3863236" y="199415"/>
                  </a:lnTo>
                  <a:lnTo>
                    <a:pt x="3868257" y="202537"/>
                  </a:lnTo>
                  <a:lnTo>
                    <a:pt x="3870243" y="205536"/>
                  </a:lnTo>
                  <a:lnTo>
                    <a:pt x="3872631" y="209529"/>
                  </a:lnTo>
                  <a:lnTo>
                    <a:pt x="3877031" y="224587"/>
                  </a:lnTo>
                  <a:lnTo>
                    <a:pt x="3879309" y="227227"/>
                  </a:lnTo>
                  <a:lnTo>
                    <a:pt x="3882613" y="226967"/>
                  </a:lnTo>
                  <a:lnTo>
                    <a:pt x="3885717" y="230875"/>
                  </a:lnTo>
                  <a:lnTo>
                    <a:pt x="3886720" y="230352"/>
                  </a:lnTo>
                  <a:lnTo>
                    <a:pt x="3886820" y="228791"/>
                  </a:lnTo>
                  <a:lnTo>
                    <a:pt x="3884016" y="218625"/>
                  </a:lnTo>
                  <a:lnTo>
                    <a:pt x="3883815" y="213154"/>
                  </a:lnTo>
                  <a:lnTo>
                    <a:pt x="3886019" y="210026"/>
                  </a:lnTo>
                  <a:lnTo>
                    <a:pt x="3891229" y="209157"/>
                  </a:lnTo>
                  <a:lnTo>
                    <a:pt x="3895222" y="214972"/>
                  </a:lnTo>
                  <a:lnTo>
                    <a:pt x="3898881" y="218504"/>
                  </a:lnTo>
                  <a:lnTo>
                    <a:pt x="3901354" y="219136"/>
                  </a:lnTo>
                  <a:lnTo>
                    <a:pt x="3906259" y="218966"/>
                  </a:lnTo>
                  <a:lnTo>
                    <a:pt x="3910856" y="215240"/>
                  </a:lnTo>
                  <a:lnTo>
                    <a:pt x="3914407" y="216602"/>
                  </a:lnTo>
                  <a:lnTo>
                    <a:pt x="3920010" y="217023"/>
                  </a:lnTo>
                  <a:lnTo>
                    <a:pt x="3927329" y="219225"/>
                  </a:lnTo>
                  <a:lnTo>
                    <a:pt x="3930487" y="218856"/>
                  </a:lnTo>
                  <a:lnTo>
                    <a:pt x="3936107" y="219785"/>
                  </a:lnTo>
                  <a:lnTo>
                    <a:pt x="3942941" y="222948"/>
                  </a:lnTo>
                  <a:lnTo>
                    <a:pt x="3946809" y="224099"/>
                  </a:lnTo>
                  <a:lnTo>
                    <a:pt x="3947611" y="225403"/>
                  </a:lnTo>
                  <a:lnTo>
                    <a:pt x="3949414" y="227487"/>
                  </a:lnTo>
                  <a:lnTo>
                    <a:pt x="3950315" y="230092"/>
                  </a:lnTo>
                  <a:lnTo>
                    <a:pt x="3951316" y="232439"/>
                  </a:lnTo>
                  <a:lnTo>
                    <a:pt x="3953659" y="235119"/>
                  </a:lnTo>
                  <a:lnTo>
                    <a:pt x="3956046" y="235538"/>
                  </a:lnTo>
                  <a:lnTo>
                    <a:pt x="3960759" y="237826"/>
                  </a:lnTo>
                  <a:lnTo>
                    <a:pt x="3970592" y="244815"/>
                  </a:lnTo>
                  <a:lnTo>
                    <a:pt x="3974148" y="246864"/>
                  </a:lnTo>
                  <a:lnTo>
                    <a:pt x="3976253" y="248336"/>
                  </a:lnTo>
                  <a:lnTo>
                    <a:pt x="3977254" y="246512"/>
                  </a:lnTo>
                  <a:lnTo>
                    <a:pt x="3977553" y="242824"/>
                  </a:lnTo>
                  <a:lnTo>
                    <a:pt x="3979358" y="242080"/>
                  </a:lnTo>
                  <a:lnTo>
                    <a:pt x="3981261" y="247554"/>
                  </a:lnTo>
                  <a:lnTo>
                    <a:pt x="3983263" y="251723"/>
                  </a:lnTo>
                  <a:lnTo>
                    <a:pt x="3984165" y="255371"/>
                  </a:lnTo>
                  <a:lnTo>
                    <a:pt x="3982079" y="258326"/>
                  </a:lnTo>
                  <a:lnTo>
                    <a:pt x="3979057" y="257717"/>
                  </a:lnTo>
                  <a:lnTo>
                    <a:pt x="3976954" y="257717"/>
                  </a:lnTo>
                  <a:lnTo>
                    <a:pt x="3974751" y="262669"/>
                  </a:lnTo>
                  <a:lnTo>
                    <a:pt x="3973882" y="271158"/>
                  </a:lnTo>
                  <a:lnTo>
                    <a:pt x="3975854" y="271008"/>
                  </a:lnTo>
                  <a:lnTo>
                    <a:pt x="3977355" y="270226"/>
                  </a:lnTo>
                  <a:lnTo>
                    <a:pt x="3977656" y="273354"/>
                  </a:lnTo>
                  <a:lnTo>
                    <a:pt x="3976754" y="275960"/>
                  </a:lnTo>
                  <a:lnTo>
                    <a:pt x="3974952" y="277002"/>
                  </a:lnTo>
                  <a:lnTo>
                    <a:pt x="3971854" y="275028"/>
                  </a:lnTo>
                  <a:lnTo>
                    <a:pt x="3968054" y="273640"/>
                  </a:lnTo>
                  <a:lnTo>
                    <a:pt x="3963876" y="273106"/>
                  </a:lnTo>
                  <a:lnTo>
                    <a:pt x="3959862" y="270616"/>
                  </a:lnTo>
                  <a:lnTo>
                    <a:pt x="3958241" y="270457"/>
                  </a:lnTo>
                  <a:lnTo>
                    <a:pt x="3956564" y="270584"/>
                  </a:lnTo>
                  <a:lnTo>
                    <a:pt x="3958758" y="273221"/>
                  </a:lnTo>
                  <a:lnTo>
                    <a:pt x="3961010" y="275579"/>
                  </a:lnTo>
                  <a:lnTo>
                    <a:pt x="3966115" y="277613"/>
                  </a:lnTo>
                  <a:lnTo>
                    <a:pt x="3972463" y="280791"/>
                  </a:lnTo>
                  <a:lnTo>
                    <a:pt x="3972647" y="282735"/>
                  </a:lnTo>
                  <a:lnTo>
                    <a:pt x="3971141" y="285168"/>
                  </a:lnTo>
                  <a:lnTo>
                    <a:pt x="3969243" y="290293"/>
                  </a:lnTo>
                  <a:lnTo>
                    <a:pt x="3963433" y="294725"/>
                  </a:lnTo>
                  <a:lnTo>
                    <a:pt x="3960056" y="291499"/>
                  </a:lnTo>
                  <a:lnTo>
                    <a:pt x="3956029" y="290752"/>
                  </a:lnTo>
                  <a:lnTo>
                    <a:pt x="3954021" y="292639"/>
                  </a:lnTo>
                  <a:lnTo>
                    <a:pt x="3950030" y="292422"/>
                  </a:lnTo>
                  <a:lnTo>
                    <a:pt x="3942111" y="293155"/>
                  </a:lnTo>
                  <a:lnTo>
                    <a:pt x="3939013" y="289136"/>
                  </a:lnTo>
                  <a:lnTo>
                    <a:pt x="3934130" y="286914"/>
                  </a:lnTo>
                  <a:lnTo>
                    <a:pt x="3934291" y="288729"/>
                  </a:lnTo>
                  <a:lnTo>
                    <a:pt x="3938458" y="295432"/>
                  </a:lnTo>
                  <a:lnTo>
                    <a:pt x="3942905" y="296953"/>
                  </a:lnTo>
                  <a:lnTo>
                    <a:pt x="3947336" y="298756"/>
                  </a:lnTo>
                  <a:lnTo>
                    <a:pt x="3948395" y="300453"/>
                  </a:lnTo>
                  <a:lnTo>
                    <a:pt x="3946409" y="302020"/>
                  </a:lnTo>
                  <a:lnTo>
                    <a:pt x="3943710" y="301807"/>
                  </a:lnTo>
                  <a:lnTo>
                    <a:pt x="3940299" y="304888"/>
                  </a:lnTo>
                  <a:lnTo>
                    <a:pt x="3933857" y="304375"/>
                  </a:lnTo>
                  <a:lnTo>
                    <a:pt x="3930798" y="304577"/>
                  </a:lnTo>
                  <a:lnTo>
                    <a:pt x="3929000" y="305844"/>
                  </a:lnTo>
                  <a:lnTo>
                    <a:pt x="3927400" y="306317"/>
                  </a:lnTo>
                  <a:lnTo>
                    <a:pt x="3928654" y="307443"/>
                  </a:lnTo>
                  <a:lnTo>
                    <a:pt x="3930192" y="310527"/>
                  </a:lnTo>
                  <a:lnTo>
                    <a:pt x="3928003" y="313118"/>
                  </a:lnTo>
                  <a:lnTo>
                    <a:pt x="3925964" y="314414"/>
                  </a:lnTo>
                  <a:lnTo>
                    <a:pt x="3923866" y="313805"/>
                  </a:lnTo>
                  <a:lnTo>
                    <a:pt x="3921572" y="314789"/>
                  </a:lnTo>
                  <a:lnTo>
                    <a:pt x="3920470" y="311924"/>
                  </a:lnTo>
                  <a:lnTo>
                    <a:pt x="3920409" y="305682"/>
                  </a:lnTo>
                  <a:lnTo>
                    <a:pt x="3919103" y="300110"/>
                  </a:lnTo>
                  <a:lnTo>
                    <a:pt x="3917688" y="299870"/>
                  </a:lnTo>
                  <a:lnTo>
                    <a:pt x="3915509" y="300528"/>
                  </a:lnTo>
                  <a:lnTo>
                    <a:pt x="3914789" y="305315"/>
                  </a:lnTo>
                  <a:lnTo>
                    <a:pt x="3916357" y="313557"/>
                  </a:lnTo>
                  <a:lnTo>
                    <a:pt x="3917404" y="316163"/>
                  </a:lnTo>
                  <a:lnTo>
                    <a:pt x="3916564" y="318440"/>
                  </a:lnTo>
                  <a:lnTo>
                    <a:pt x="3915085" y="319195"/>
                  </a:lnTo>
                  <a:lnTo>
                    <a:pt x="3918055" y="326139"/>
                  </a:lnTo>
                  <a:lnTo>
                    <a:pt x="3920620" y="330946"/>
                  </a:lnTo>
                  <a:lnTo>
                    <a:pt x="3922172" y="332513"/>
                  </a:lnTo>
                  <a:lnTo>
                    <a:pt x="3922272" y="334859"/>
                  </a:lnTo>
                  <a:lnTo>
                    <a:pt x="3921071" y="335898"/>
                  </a:lnTo>
                  <a:lnTo>
                    <a:pt x="3917646" y="334980"/>
                  </a:lnTo>
                  <a:lnTo>
                    <a:pt x="3915963" y="335442"/>
                  </a:lnTo>
                  <a:lnTo>
                    <a:pt x="3914100" y="335147"/>
                  </a:lnTo>
                  <a:lnTo>
                    <a:pt x="3910941" y="334114"/>
                  </a:lnTo>
                  <a:lnTo>
                    <a:pt x="3908253" y="333814"/>
                  </a:lnTo>
                  <a:lnTo>
                    <a:pt x="3905548" y="335119"/>
                  </a:lnTo>
                  <a:lnTo>
                    <a:pt x="3903270" y="335012"/>
                  </a:lnTo>
                  <a:lnTo>
                    <a:pt x="3901241" y="330686"/>
                  </a:lnTo>
                  <a:lnTo>
                    <a:pt x="3899439" y="329644"/>
                  </a:lnTo>
                  <a:lnTo>
                    <a:pt x="3897937" y="330949"/>
                  </a:lnTo>
                  <a:lnTo>
                    <a:pt x="3896822" y="336140"/>
                  </a:lnTo>
                  <a:lnTo>
                    <a:pt x="3894481" y="337739"/>
                  </a:lnTo>
                  <a:lnTo>
                    <a:pt x="3892106" y="340105"/>
                  </a:lnTo>
                  <a:lnTo>
                    <a:pt x="3890426" y="342676"/>
                  </a:lnTo>
                  <a:lnTo>
                    <a:pt x="3889625" y="352839"/>
                  </a:lnTo>
                  <a:lnTo>
                    <a:pt x="3888222" y="354923"/>
                  </a:lnTo>
                  <a:lnTo>
                    <a:pt x="3886128" y="354833"/>
                  </a:lnTo>
                  <a:lnTo>
                    <a:pt x="3884563" y="355633"/>
                  </a:lnTo>
                  <a:lnTo>
                    <a:pt x="3882548" y="354813"/>
                  </a:lnTo>
                  <a:lnTo>
                    <a:pt x="3879928" y="354337"/>
                  </a:lnTo>
                  <a:lnTo>
                    <a:pt x="3871197" y="357791"/>
                  </a:lnTo>
                  <a:lnTo>
                    <a:pt x="3872584" y="359600"/>
                  </a:lnTo>
                  <a:lnTo>
                    <a:pt x="3874792" y="359312"/>
                  </a:lnTo>
                  <a:lnTo>
                    <a:pt x="3882470" y="359846"/>
                  </a:lnTo>
                  <a:lnTo>
                    <a:pt x="3885720" y="361698"/>
                  </a:lnTo>
                  <a:lnTo>
                    <a:pt x="3886281" y="366272"/>
                  </a:lnTo>
                  <a:lnTo>
                    <a:pt x="3887563" y="368188"/>
                  </a:lnTo>
                  <a:lnTo>
                    <a:pt x="3890125" y="370300"/>
                  </a:lnTo>
                  <a:lnTo>
                    <a:pt x="3892128" y="371342"/>
                  </a:lnTo>
                  <a:lnTo>
                    <a:pt x="3892829" y="372906"/>
                  </a:lnTo>
                  <a:lnTo>
                    <a:pt x="3892027" y="376031"/>
                  </a:lnTo>
                  <a:lnTo>
                    <a:pt x="3890927" y="378900"/>
                  </a:lnTo>
                  <a:lnTo>
                    <a:pt x="3888523" y="382028"/>
                  </a:lnTo>
                  <a:lnTo>
                    <a:pt x="3889224" y="383589"/>
                  </a:lnTo>
                  <a:lnTo>
                    <a:pt x="3891828" y="384111"/>
                  </a:lnTo>
                  <a:lnTo>
                    <a:pt x="3892930" y="391149"/>
                  </a:lnTo>
                  <a:lnTo>
                    <a:pt x="3891227" y="394274"/>
                  </a:lnTo>
                  <a:lnTo>
                    <a:pt x="3892028" y="396880"/>
                  </a:lnTo>
                  <a:lnTo>
                    <a:pt x="3892228" y="399486"/>
                  </a:lnTo>
                  <a:lnTo>
                    <a:pt x="3890488" y="401939"/>
                  </a:lnTo>
                  <a:lnTo>
                    <a:pt x="3889124" y="403136"/>
                  </a:lnTo>
                  <a:lnTo>
                    <a:pt x="3888679" y="405690"/>
                  </a:lnTo>
                  <a:lnTo>
                    <a:pt x="3891277" y="407199"/>
                  </a:lnTo>
                  <a:lnTo>
                    <a:pt x="3893220" y="407696"/>
                  </a:lnTo>
                  <a:lnTo>
                    <a:pt x="3895908" y="407955"/>
                  </a:lnTo>
                  <a:lnTo>
                    <a:pt x="3897759" y="410737"/>
                  </a:lnTo>
                  <a:lnTo>
                    <a:pt x="3900128" y="414959"/>
                  </a:lnTo>
                  <a:lnTo>
                    <a:pt x="3901821" y="418459"/>
                  </a:lnTo>
                  <a:lnTo>
                    <a:pt x="3901952" y="424207"/>
                  </a:lnTo>
                  <a:lnTo>
                    <a:pt x="3903622" y="427682"/>
                  </a:lnTo>
                  <a:lnTo>
                    <a:pt x="3906790" y="429889"/>
                  </a:lnTo>
                  <a:lnTo>
                    <a:pt x="3906691" y="432206"/>
                  </a:lnTo>
                  <a:lnTo>
                    <a:pt x="3908912" y="432916"/>
                  </a:lnTo>
                  <a:lnTo>
                    <a:pt x="3911056" y="433106"/>
                  </a:lnTo>
                  <a:lnTo>
                    <a:pt x="3911858" y="435190"/>
                  </a:lnTo>
                  <a:lnTo>
                    <a:pt x="3911156" y="437796"/>
                  </a:lnTo>
                  <a:lnTo>
                    <a:pt x="3907501" y="440886"/>
                  </a:lnTo>
                  <a:lnTo>
                    <a:pt x="3906023" y="443163"/>
                  </a:lnTo>
                  <a:lnTo>
                    <a:pt x="3909654" y="443529"/>
                  </a:lnTo>
                  <a:lnTo>
                    <a:pt x="3913410" y="445876"/>
                  </a:lnTo>
                  <a:lnTo>
                    <a:pt x="3918207" y="443229"/>
                  </a:lnTo>
                  <a:lnTo>
                    <a:pt x="3920744" y="440350"/>
                  </a:lnTo>
                  <a:lnTo>
                    <a:pt x="3922374" y="437796"/>
                  </a:lnTo>
                  <a:lnTo>
                    <a:pt x="3923583" y="438428"/>
                  </a:lnTo>
                  <a:lnTo>
                    <a:pt x="3923698" y="441094"/>
                  </a:lnTo>
                  <a:lnTo>
                    <a:pt x="3925161" y="445581"/>
                  </a:lnTo>
                  <a:lnTo>
                    <a:pt x="3931357" y="449895"/>
                  </a:lnTo>
                  <a:lnTo>
                    <a:pt x="3934783" y="451246"/>
                  </a:lnTo>
                  <a:lnTo>
                    <a:pt x="3938085" y="451961"/>
                  </a:lnTo>
                  <a:lnTo>
                    <a:pt x="3941002" y="451869"/>
                  </a:lnTo>
                  <a:lnTo>
                    <a:pt x="3941823" y="454460"/>
                  </a:lnTo>
                  <a:lnTo>
                    <a:pt x="3940900" y="456821"/>
                  </a:lnTo>
                  <a:lnTo>
                    <a:pt x="3938640" y="456639"/>
                  </a:lnTo>
                  <a:lnTo>
                    <a:pt x="3934945" y="457083"/>
                  </a:lnTo>
                  <a:lnTo>
                    <a:pt x="3932241" y="455101"/>
                  </a:lnTo>
                  <a:lnTo>
                    <a:pt x="3930314" y="453425"/>
                  </a:lnTo>
                  <a:lnTo>
                    <a:pt x="3913485" y="454374"/>
                  </a:lnTo>
                  <a:lnTo>
                    <a:pt x="3909690" y="455167"/>
                  </a:lnTo>
                  <a:lnTo>
                    <a:pt x="3905161" y="457738"/>
                  </a:lnTo>
                  <a:lnTo>
                    <a:pt x="3900635" y="458965"/>
                  </a:lnTo>
                  <a:lnTo>
                    <a:pt x="3893731" y="461513"/>
                  </a:lnTo>
                  <a:lnTo>
                    <a:pt x="3890827" y="463077"/>
                  </a:lnTo>
                  <a:lnTo>
                    <a:pt x="3883276" y="457063"/>
                  </a:lnTo>
                  <a:lnTo>
                    <a:pt x="3880811" y="452651"/>
                  </a:lnTo>
                  <a:lnTo>
                    <a:pt x="3879810" y="452391"/>
                  </a:lnTo>
                  <a:lnTo>
                    <a:pt x="3878007" y="453433"/>
                  </a:lnTo>
                  <a:lnTo>
                    <a:pt x="3877908" y="456561"/>
                  </a:lnTo>
                  <a:lnTo>
                    <a:pt x="3881447" y="463362"/>
                  </a:lnTo>
                  <a:lnTo>
                    <a:pt x="3883015" y="465160"/>
                  </a:lnTo>
                  <a:lnTo>
                    <a:pt x="3883015" y="466984"/>
                  </a:lnTo>
                  <a:lnTo>
                    <a:pt x="3882025" y="467899"/>
                  </a:lnTo>
                  <a:lnTo>
                    <a:pt x="3880583" y="467870"/>
                  </a:lnTo>
                  <a:lnTo>
                    <a:pt x="3878412" y="466543"/>
                  </a:lnTo>
                  <a:lnTo>
                    <a:pt x="3874374" y="465469"/>
                  </a:lnTo>
                  <a:lnTo>
                    <a:pt x="3870774" y="467567"/>
                  </a:lnTo>
                  <a:lnTo>
                    <a:pt x="3866336" y="472051"/>
                  </a:lnTo>
                  <a:lnTo>
                    <a:pt x="3867298" y="475032"/>
                  </a:lnTo>
                  <a:lnTo>
                    <a:pt x="3868466" y="476703"/>
                  </a:lnTo>
                  <a:lnTo>
                    <a:pt x="3868192" y="478711"/>
                  </a:lnTo>
                  <a:lnTo>
                    <a:pt x="3863230" y="482480"/>
                  </a:lnTo>
                  <a:lnTo>
                    <a:pt x="3861627" y="482682"/>
                  </a:lnTo>
                  <a:lnTo>
                    <a:pt x="3860581" y="483404"/>
                  </a:lnTo>
                  <a:lnTo>
                    <a:pt x="3861804" y="484789"/>
                  </a:lnTo>
                  <a:lnTo>
                    <a:pt x="3864520" y="484878"/>
                  </a:lnTo>
                  <a:lnTo>
                    <a:pt x="3864787" y="486532"/>
                  </a:lnTo>
                  <a:lnTo>
                    <a:pt x="3863863" y="487865"/>
                  </a:lnTo>
                  <a:lnTo>
                    <a:pt x="3859400" y="489437"/>
                  </a:lnTo>
                  <a:lnTo>
                    <a:pt x="3859680" y="491480"/>
                  </a:lnTo>
                  <a:lnTo>
                    <a:pt x="3862120" y="492470"/>
                  </a:lnTo>
                  <a:lnTo>
                    <a:pt x="3865253" y="492086"/>
                  </a:lnTo>
                  <a:lnTo>
                    <a:pt x="3867192" y="493567"/>
                  </a:lnTo>
                  <a:lnTo>
                    <a:pt x="3867200" y="495959"/>
                  </a:lnTo>
                  <a:lnTo>
                    <a:pt x="3865190" y="497257"/>
                  </a:lnTo>
                  <a:lnTo>
                    <a:pt x="3862892" y="498250"/>
                  </a:lnTo>
                  <a:lnTo>
                    <a:pt x="3846859" y="504316"/>
                  </a:lnTo>
                  <a:lnTo>
                    <a:pt x="3844507" y="505958"/>
                  </a:lnTo>
                  <a:lnTo>
                    <a:pt x="3844658" y="508159"/>
                  </a:lnTo>
                  <a:lnTo>
                    <a:pt x="3850239" y="508725"/>
                  </a:lnTo>
                  <a:lnTo>
                    <a:pt x="3867012" y="508206"/>
                  </a:lnTo>
                  <a:lnTo>
                    <a:pt x="3868092" y="508942"/>
                  </a:lnTo>
                  <a:lnTo>
                    <a:pt x="3867706" y="510647"/>
                  </a:lnTo>
                  <a:lnTo>
                    <a:pt x="3866775" y="512886"/>
                  </a:lnTo>
                  <a:lnTo>
                    <a:pt x="3867684" y="514456"/>
                  </a:lnTo>
                  <a:lnTo>
                    <a:pt x="3870203" y="515564"/>
                  </a:lnTo>
                  <a:lnTo>
                    <a:pt x="3870283" y="517215"/>
                  </a:lnTo>
                  <a:lnTo>
                    <a:pt x="3869031" y="517901"/>
                  </a:lnTo>
                  <a:lnTo>
                    <a:pt x="3866562" y="518675"/>
                  </a:lnTo>
                  <a:lnTo>
                    <a:pt x="3863809" y="518894"/>
                  </a:lnTo>
                  <a:lnTo>
                    <a:pt x="3863987" y="520669"/>
                  </a:lnTo>
                  <a:lnTo>
                    <a:pt x="3867750" y="522276"/>
                  </a:lnTo>
                  <a:lnTo>
                    <a:pt x="3868995" y="522461"/>
                  </a:lnTo>
                  <a:lnTo>
                    <a:pt x="3869121" y="528532"/>
                  </a:lnTo>
                  <a:lnTo>
                    <a:pt x="3868994" y="531095"/>
                  </a:lnTo>
                  <a:lnTo>
                    <a:pt x="3866987" y="532338"/>
                  </a:lnTo>
                  <a:lnTo>
                    <a:pt x="3866290" y="533178"/>
                  </a:lnTo>
                  <a:lnTo>
                    <a:pt x="3866190" y="535262"/>
                  </a:lnTo>
                  <a:lnTo>
                    <a:pt x="3871164" y="536727"/>
                  </a:lnTo>
                  <a:lnTo>
                    <a:pt x="3878821" y="543214"/>
                  </a:lnTo>
                  <a:lnTo>
                    <a:pt x="3880502" y="543235"/>
                  </a:lnTo>
                  <a:lnTo>
                    <a:pt x="3883522" y="544492"/>
                  </a:lnTo>
                  <a:lnTo>
                    <a:pt x="3888395" y="547799"/>
                  </a:lnTo>
                  <a:lnTo>
                    <a:pt x="3890114" y="549782"/>
                  </a:lnTo>
                  <a:lnTo>
                    <a:pt x="3892891" y="550792"/>
                  </a:lnTo>
                  <a:lnTo>
                    <a:pt x="3893268" y="552402"/>
                  </a:lnTo>
                  <a:lnTo>
                    <a:pt x="3894970" y="553828"/>
                  </a:lnTo>
                  <a:lnTo>
                    <a:pt x="3901761" y="558309"/>
                  </a:lnTo>
                  <a:lnTo>
                    <a:pt x="3902644" y="560280"/>
                  </a:lnTo>
                  <a:lnTo>
                    <a:pt x="3888410" y="564037"/>
                  </a:lnTo>
                  <a:lnTo>
                    <a:pt x="3874101" y="566796"/>
                  </a:lnTo>
                  <a:lnTo>
                    <a:pt x="3875426" y="569223"/>
                  </a:lnTo>
                  <a:lnTo>
                    <a:pt x="3890876" y="568975"/>
                  </a:lnTo>
                  <a:lnTo>
                    <a:pt x="3895056" y="570553"/>
                  </a:lnTo>
                  <a:lnTo>
                    <a:pt x="3896905" y="570080"/>
                  </a:lnTo>
                  <a:lnTo>
                    <a:pt x="3897971" y="568435"/>
                  </a:lnTo>
                  <a:lnTo>
                    <a:pt x="3906292" y="566470"/>
                  </a:lnTo>
                  <a:lnTo>
                    <a:pt x="3914761" y="565218"/>
                  </a:lnTo>
                  <a:lnTo>
                    <a:pt x="3917406" y="566121"/>
                  </a:lnTo>
                  <a:lnTo>
                    <a:pt x="3928779" y="573352"/>
                  </a:lnTo>
                  <a:lnTo>
                    <a:pt x="3934051" y="576085"/>
                  </a:lnTo>
                  <a:lnTo>
                    <a:pt x="3937416" y="577115"/>
                  </a:lnTo>
                  <a:lnTo>
                    <a:pt x="3939852" y="577340"/>
                  </a:lnTo>
                  <a:lnTo>
                    <a:pt x="3941664" y="578422"/>
                  </a:lnTo>
                  <a:lnTo>
                    <a:pt x="3943424" y="580731"/>
                  </a:lnTo>
                  <a:lnTo>
                    <a:pt x="3942985" y="582886"/>
                  </a:lnTo>
                  <a:lnTo>
                    <a:pt x="3943721" y="583876"/>
                  </a:lnTo>
                  <a:lnTo>
                    <a:pt x="3944937" y="584260"/>
                  </a:lnTo>
                  <a:lnTo>
                    <a:pt x="3947179" y="585697"/>
                  </a:lnTo>
                  <a:lnTo>
                    <a:pt x="3949740" y="585203"/>
                  </a:lnTo>
                  <a:lnTo>
                    <a:pt x="3952741" y="583547"/>
                  </a:lnTo>
                  <a:lnTo>
                    <a:pt x="3954833" y="583916"/>
                  </a:lnTo>
                  <a:lnTo>
                    <a:pt x="3958595" y="586225"/>
                  </a:lnTo>
                  <a:lnTo>
                    <a:pt x="3957168" y="588040"/>
                  </a:lnTo>
                  <a:lnTo>
                    <a:pt x="3956336" y="588877"/>
                  </a:lnTo>
                  <a:lnTo>
                    <a:pt x="3955333" y="590522"/>
                  </a:lnTo>
                  <a:lnTo>
                    <a:pt x="3954427" y="591087"/>
                  </a:lnTo>
                  <a:lnTo>
                    <a:pt x="3951393" y="591480"/>
                  </a:lnTo>
                  <a:lnTo>
                    <a:pt x="3949716" y="591474"/>
                  </a:lnTo>
                  <a:lnTo>
                    <a:pt x="3948001" y="591133"/>
                  </a:lnTo>
                  <a:lnTo>
                    <a:pt x="3947811" y="592337"/>
                  </a:lnTo>
                  <a:lnTo>
                    <a:pt x="3949913" y="593638"/>
                  </a:lnTo>
                  <a:lnTo>
                    <a:pt x="3952948" y="594992"/>
                  </a:lnTo>
                  <a:lnTo>
                    <a:pt x="3972569" y="596085"/>
                  </a:lnTo>
                  <a:lnTo>
                    <a:pt x="3978180" y="598443"/>
                  </a:lnTo>
                  <a:lnTo>
                    <a:pt x="3983693" y="597170"/>
                  </a:lnTo>
                  <a:lnTo>
                    <a:pt x="3986171" y="597545"/>
                  </a:lnTo>
                  <a:lnTo>
                    <a:pt x="3988271" y="598330"/>
                  </a:lnTo>
                  <a:lnTo>
                    <a:pt x="3989050" y="600708"/>
                  </a:lnTo>
                  <a:lnTo>
                    <a:pt x="3991864" y="601473"/>
                  </a:lnTo>
                  <a:lnTo>
                    <a:pt x="3996180" y="603325"/>
                  </a:lnTo>
                  <a:lnTo>
                    <a:pt x="4002232" y="604252"/>
                  </a:lnTo>
                  <a:lnTo>
                    <a:pt x="4007044" y="604185"/>
                  </a:lnTo>
                  <a:lnTo>
                    <a:pt x="4012987" y="606716"/>
                  </a:lnTo>
                  <a:lnTo>
                    <a:pt x="4015991" y="606779"/>
                  </a:lnTo>
                  <a:lnTo>
                    <a:pt x="4017814" y="608234"/>
                  </a:lnTo>
                  <a:lnTo>
                    <a:pt x="4031312" y="609088"/>
                  </a:lnTo>
                  <a:lnTo>
                    <a:pt x="4033315" y="610222"/>
                  </a:lnTo>
                  <a:lnTo>
                    <a:pt x="4034853" y="612072"/>
                  </a:lnTo>
                  <a:lnTo>
                    <a:pt x="4038066" y="612886"/>
                  </a:lnTo>
                  <a:lnTo>
                    <a:pt x="4041534" y="613050"/>
                  </a:lnTo>
                  <a:lnTo>
                    <a:pt x="4060496" y="616057"/>
                  </a:lnTo>
                  <a:lnTo>
                    <a:pt x="4067622" y="617681"/>
                  </a:lnTo>
                  <a:lnTo>
                    <a:pt x="4069258" y="617586"/>
                  </a:lnTo>
                  <a:lnTo>
                    <a:pt x="4070886" y="617854"/>
                  </a:lnTo>
                  <a:lnTo>
                    <a:pt x="4075978" y="619205"/>
                  </a:lnTo>
                  <a:lnTo>
                    <a:pt x="4081185" y="619935"/>
                  </a:lnTo>
                  <a:lnTo>
                    <a:pt x="4083653" y="62177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526968" y="5499452"/>
              <a:ext cx="16239" cy="9130"/>
            </a:xfrm>
            <a:custGeom>
              <a:avLst/>
              <a:pathLst>
                <a:path w="16239" h="9130">
                  <a:moveTo>
                    <a:pt x="11097" y="1336"/>
                  </a:moveTo>
                  <a:lnTo>
                    <a:pt x="11799" y="2106"/>
                  </a:lnTo>
                  <a:lnTo>
                    <a:pt x="14646" y="2077"/>
                  </a:lnTo>
                  <a:lnTo>
                    <a:pt x="15319" y="2259"/>
                  </a:lnTo>
                  <a:lnTo>
                    <a:pt x="15884" y="3575"/>
                  </a:lnTo>
                  <a:lnTo>
                    <a:pt x="16239" y="5791"/>
                  </a:lnTo>
                  <a:lnTo>
                    <a:pt x="15313" y="6642"/>
                  </a:lnTo>
                  <a:lnTo>
                    <a:pt x="10352" y="6132"/>
                  </a:lnTo>
                  <a:lnTo>
                    <a:pt x="8574" y="4974"/>
                  </a:lnTo>
                  <a:lnTo>
                    <a:pt x="7663" y="5026"/>
                  </a:lnTo>
                  <a:lnTo>
                    <a:pt x="5634" y="6299"/>
                  </a:lnTo>
                  <a:lnTo>
                    <a:pt x="4795" y="7514"/>
                  </a:lnTo>
                  <a:lnTo>
                    <a:pt x="1439" y="9130"/>
                  </a:lnTo>
                  <a:lnTo>
                    <a:pt x="482" y="8561"/>
                  </a:lnTo>
                  <a:lnTo>
                    <a:pt x="71" y="6775"/>
                  </a:lnTo>
                  <a:lnTo>
                    <a:pt x="0" y="6085"/>
                  </a:lnTo>
                  <a:lnTo>
                    <a:pt x="340" y="5612"/>
                  </a:lnTo>
                  <a:lnTo>
                    <a:pt x="508" y="5130"/>
                  </a:lnTo>
                  <a:lnTo>
                    <a:pt x="446" y="4585"/>
                  </a:lnTo>
                  <a:lnTo>
                    <a:pt x="1365" y="3125"/>
                  </a:lnTo>
                  <a:lnTo>
                    <a:pt x="5259" y="851"/>
                  </a:lnTo>
                  <a:lnTo>
                    <a:pt x="10397" y="0"/>
                  </a:lnTo>
                  <a:lnTo>
                    <a:pt x="11089" y="84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525732" y="5495135"/>
              <a:ext cx="6394" cy="5641"/>
            </a:xfrm>
            <a:custGeom>
              <a:avLst/>
              <a:pathLst>
                <a:path w="6394" h="5641">
                  <a:moveTo>
                    <a:pt x="6293" y="2845"/>
                  </a:moveTo>
                  <a:lnTo>
                    <a:pt x="4033" y="5641"/>
                  </a:lnTo>
                  <a:lnTo>
                    <a:pt x="2953" y="5514"/>
                  </a:lnTo>
                  <a:lnTo>
                    <a:pt x="775" y="3430"/>
                  </a:lnTo>
                  <a:lnTo>
                    <a:pt x="154" y="2345"/>
                  </a:lnTo>
                  <a:lnTo>
                    <a:pt x="0" y="1858"/>
                  </a:lnTo>
                  <a:lnTo>
                    <a:pt x="1426" y="0"/>
                  </a:lnTo>
                  <a:lnTo>
                    <a:pt x="5380" y="680"/>
                  </a:lnTo>
                  <a:lnTo>
                    <a:pt x="6272" y="900"/>
                  </a:lnTo>
                  <a:lnTo>
                    <a:pt x="6310" y="1073"/>
                  </a:lnTo>
                  <a:lnTo>
                    <a:pt x="6394" y="214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478876" y="5492564"/>
              <a:ext cx="2674" cy="3627"/>
            </a:xfrm>
            <a:custGeom>
              <a:avLst/>
              <a:pathLst>
                <a:path w="2674" h="3627">
                  <a:moveTo>
                    <a:pt x="2674" y="2132"/>
                  </a:moveTo>
                  <a:lnTo>
                    <a:pt x="2109" y="2432"/>
                  </a:lnTo>
                  <a:lnTo>
                    <a:pt x="1370" y="2181"/>
                  </a:lnTo>
                  <a:lnTo>
                    <a:pt x="1393" y="2700"/>
                  </a:lnTo>
                  <a:lnTo>
                    <a:pt x="2007" y="3361"/>
                  </a:lnTo>
                  <a:lnTo>
                    <a:pt x="1348" y="3627"/>
                  </a:lnTo>
                  <a:lnTo>
                    <a:pt x="539" y="2969"/>
                  </a:lnTo>
                  <a:lnTo>
                    <a:pt x="0" y="1578"/>
                  </a:lnTo>
                  <a:lnTo>
                    <a:pt x="392" y="305"/>
                  </a:lnTo>
                  <a:lnTo>
                    <a:pt x="116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457132" y="5491940"/>
              <a:ext cx="3836" cy="5901"/>
            </a:xfrm>
            <a:custGeom>
              <a:avLst/>
              <a:pathLst>
                <a:path w="3836" h="5901">
                  <a:moveTo>
                    <a:pt x="456" y="5768"/>
                  </a:moveTo>
                  <a:lnTo>
                    <a:pt x="0" y="5901"/>
                  </a:lnTo>
                  <a:lnTo>
                    <a:pt x="186" y="4663"/>
                  </a:lnTo>
                  <a:lnTo>
                    <a:pt x="1456" y="1468"/>
                  </a:lnTo>
                  <a:lnTo>
                    <a:pt x="3836" y="0"/>
                  </a:lnTo>
                  <a:lnTo>
                    <a:pt x="3534" y="1290"/>
                  </a:lnTo>
                  <a:lnTo>
                    <a:pt x="2768" y="288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474198" y="5480152"/>
              <a:ext cx="14794" cy="7984"/>
            </a:xfrm>
            <a:custGeom>
              <a:avLst/>
              <a:pathLst>
                <a:path w="14794" h="7984">
                  <a:moveTo>
                    <a:pt x="5988" y="2507"/>
                  </a:moveTo>
                  <a:lnTo>
                    <a:pt x="6541" y="2879"/>
                  </a:lnTo>
                  <a:lnTo>
                    <a:pt x="11497" y="2172"/>
                  </a:lnTo>
                  <a:lnTo>
                    <a:pt x="13054" y="4233"/>
                  </a:lnTo>
                  <a:lnTo>
                    <a:pt x="14794" y="4129"/>
                  </a:lnTo>
                  <a:lnTo>
                    <a:pt x="10576" y="7984"/>
                  </a:lnTo>
                  <a:lnTo>
                    <a:pt x="9434" y="6865"/>
                  </a:lnTo>
                  <a:lnTo>
                    <a:pt x="9068" y="6028"/>
                  </a:lnTo>
                  <a:lnTo>
                    <a:pt x="8793" y="4175"/>
                  </a:lnTo>
                  <a:lnTo>
                    <a:pt x="6049" y="4674"/>
                  </a:lnTo>
                  <a:lnTo>
                    <a:pt x="5171" y="4299"/>
                  </a:lnTo>
                  <a:lnTo>
                    <a:pt x="4048" y="5529"/>
                  </a:lnTo>
                  <a:lnTo>
                    <a:pt x="1786" y="6025"/>
                  </a:lnTo>
                  <a:lnTo>
                    <a:pt x="1011" y="6019"/>
                  </a:lnTo>
                  <a:lnTo>
                    <a:pt x="29" y="4697"/>
                  </a:lnTo>
                  <a:lnTo>
                    <a:pt x="0" y="3364"/>
                  </a:lnTo>
                  <a:lnTo>
                    <a:pt x="2017" y="3442"/>
                  </a:lnTo>
                  <a:lnTo>
                    <a:pt x="3572" y="1728"/>
                  </a:lnTo>
                  <a:lnTo>
                    <a:pt x="4009" y="0"/>
                  </a:lnTo>
                  <a:lnTo>
                    <a:pt x="4775" y="46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491137" y="5476516"/>
              <a:ext cx="3489" cy="2934"/>
            </a:xfrm>
            <a:custGeom>
              <a:avLst/>
              <a:pathLst>
                <a:path w="3489" h="2934">
                  <a:moveTo>
                    <a:pt x="3084" y="2724"/>
                  </a:moveTo>
                  <a:lnTo>
                    <a:pt x="1538" y="2934"/>
                  </a:lnTo>
                  <a:lnTo>
                    <a:pt x="468" y="1266"/>
                  </a:lnTo>
                  <a:lnTo>
                    <a:pt x="0" y="63"/>
                  </a:lnTo>
                  <a:lnTo>
                    <a:pt x="2068" y="0"/>
                  </a:lnTo>
                  <a:lnTo>
                    <a:pt x="3007" y="447"/>
                  </a:lnTo>
                  <a:lnTo>
                    <a:pt x="3489" y="179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496341" y="5473175"/>
              <a:ext cx="4139" cy="3211"/>
            </a:xfrm>
            <a:custGeom>
              <a:avLst/>
              <a:pathLst>
                <a:path w="4139" h="3211">
                  <a:moveTo>
                    <a:pt x="4139" y="1875"/>
                  </a:moveTo>
                  <a:lnTo>
                    <a:pt x="1624" y="3211"/>
                  </a:lnTo>
                  <a:lnTo>
                    <a:pt x="316" y="1852"/>
                  </a:lnTo>
                  <a:lnTo>
                    <a:pt x="0" y="1301"/>
                  </a:lnTo>
                  <a:lnTo>
                    <a:pt x="1574" y="0"/>
                  </a:lnTo>
                  <a:lnTo>
                    <a:pt x="2405" y="300"/>
                  </a:lnTo>
                  <a:lnTo>
                    <a:pt x="2729" y="733"/>
                  </a:lnTo>
                  <a:lnTo>
                    <a:pt x="3676" y="85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498598" y="5463508"/>
              <a:ext cx="15524" cy="9923"/>
            </a:xfrm>
            <a:custGeom>
              <a:avLst/>
              <a:pathLst>
                <a:path w="15524" h="9923">
                  <a:moveTo>
                    <a:pt x="11642" y="0"/>
                  </a:moveTo>
                  <a:lnTo>
                    <a:pt x="13108" y="828"/>
                  </a:lnTo>
                  <a:lnTo>
                    <a:pt x="14372" y="274"/>
                  </a:lnTo>
                  <a:lnTo>
                    <a:pt x="15070" y="891"/>
                  </a:lnTo>
                  <a:lnTo>
                    <a:pt x="15524" y="2550"/>
                  </a:lnTo>
                  <a:lnTo>
                    <a:pt x="15490" y="3206"/>
                  </a:lnTo>
                  <a:lnTo>
                    <a:pt x="13592" y="2954"/>
                  </a:lnTo>
                  <a:lnTo>
                    <a:pt x="11820" y="4894"/>
                  </a:lnTo>
                  <a:lnTo>
                    <a:pt x="9721" y="4478"/>
                  </a:lnTo>
                  <a:lnTo>
                    <a:pt x="9441" y="6082"/>
                  </a:lnTo>
                  <a:lnTo>
                    <a:pt x="9886" y="6911"/>
                  </a:lnTo>
                  <a:lnTo>
                    <a:pt x="9319" y="7626"/>
                  </a:lnTo>
                  <a:lnTo>
                    <a:pt x="7520" y="6132"/>
                  </a:lnTo>
                  <a:lnTo>
                    <a:pt x="6098" y="6657"/>
                  </a:lnTo>
                  <a:lnTo>
                    <a:pt x="5636" y="9271"/>
                  </a:lnTo>
                  <a:lnTo>
                    <a:pt x="5016" y="9811"/>
                  </a:lnTo>
                  <a:lnTo>
                    <a:pt x="4651" y="9923"/>
                  </a:lnTo>
                  <a:lnTo>
                    <a:pt x="4084" y="9257"/>
                  </a:lnTo>
                  <a:lnTo>
                    <a:pt x="2929" y="9040"/>
                  </a:lnTo>
                  <a:lnTo>
                    <a:pt x="2820" y="8691"/>
                  </a:lnTo>
                  <a:lnTo>
                    <a:pt x="2096" y="7664"/>
                  </a:lnTo>
                  <a:lnTo>
                    <a:pt x="0" y="8801"/>
                  </a:lnTo>
                  <a:lnTo>
                    <a:pt x="550" y="7456"/>
                  </a:lnTo>
                  <a:lnTo>
                    <a:pt x="3340" y="3924"/>
                  </a:lnTo>
                  <a:lnTo>
                    <a:pt x="3635" y="2845"/>
                  </a:lnTo>
                  <a:lnTo>
                    <a:pt x="6861" y="779"/>
                  </a:lnTo>
                  <a:lnTo>
                    <a:pt x="8386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553234" y="5440558"/>
              <a:ext cx="1906" cy="5119"/>
            </a:xfrm>
            <a:custGeom>
              <a:avLst/>
              <a:pathLst>
                <a:path w="1906" h="5119">
                  <a:moveTo>
                    <a:pt x="1380" y="4842"/>
                  </a:moveTo>
                  <a:lnTo>
                    <a:pt x="872" y="5119"/>
                  </a:lnTo>
                  <a:lnTo>
                    <a:pt x="94" y="3973"/>
                  </a:lnTo>
                  <a:lnTo>
                    <a:pt x="0" y="3289"/>
                  </a:lnTo>
                  <a:lnTo>
                    <a:pt x="797" y="1965"/>
                  </a:lnTo>
                  <a:lnTo>
                    <a:pt x="1616" y="201"/>
                  </a:lnTo>
                  <a:lnTo>
                    <a:pt x="1906" y="0"/>
                  </a:lnTo>
                  <a:lnTo>
                    <a:pt x="1713" y="354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539062" y="5438709"/>
              <a:ext cx="8735" cy="5196"/>
            </a:xfrm>
            <a:custGeom>
              <a:avLst/>
              <a:pathLst>
                <a:path w="8735" h="5196">
                  <a:moveTo>
                    <a:pt x="3120" y="4366"/>
                  </a:moveTo>
                  <a:lnTo>
                    <a:pt x="1626" y="5196"/>
                  </a:lnTo>
                  <a:lnTo>
                    <a:pt x="1059" y="4106"/>
                  </a:lnTo>
                  <a:lnTo>
                    <a:pt x="807" y="2178"/>
                  </a:lnTo>
                  <a:lnTo>
                    <a:pt x="0" y="989"/>
                  </a:lnTo>
                  <a:lnTo>
                    <a:pt x="604" y="0"/>
                  </a:lnTo>
                  <a:lnTo>
                    <a:pt x="8735" y="1310"/>
                  </a:lnTo>
                  <a:lnTo>
                    <a:pt x="8292" y="1982"/>
                  </a:lnTo>
                  <a:lnTo>
                    <a:pt x="4344" y="283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646757" y="5422405"/>
              <a:ext cx="8896" cy="6267"/>
            </a:xfrm>
            <a:custGeom>
              <a:avLst/>
              <a:pathLst>
                <a:path w="8896" h="6267">
                  <a:moveTo>
                    <a:pt x="2708" y="0"/>
                  </a:moveTo>
                  <a:lnTo>
                    <a:pt x="5184" y="756"/>
                  </a:lnTo>
                  <a:lnTo>
                    <a:pt x="6472" y="1826"/>
                  </a:lnTo>
                  <a:lnTo>
                    <a:pt x="6800" y="3041"/>
                  </a:lnTo>
                  <a:lnTo>
                    <a:pt x="8268" y="3511"/>
                  </a:lnTo>
                  <a:lnTo>
                    <a:pt x="8463" y="3759"/>
                  </a:lnTo>
                  <a:lnTo>
                    <a:pt x="8742" y="4461"/>
                  </a:lnTo>
                  <a:lnTo>
                    <a:pt x="8896" y="5254"/>
                  </a:lnTo>
                  <a:lnTo>
                    <a:pt x="8886" y="6267"/>
                  </a:lnTo>
                  <a:lnTo>
                    <a:pt x="6339" y="3806"/>
                  </a:lnTo>
                  <a:lnTo>
                    <a:pt x="2806" y="3679"/>
                  </a:lnTo>
                  <a:lnTo>
                    <a:pt x="2001" y="1924"/>
                  </a:lnTo>
                  <a:lnTo>
                    <a:pt x="215" y="2926"/>
                  </a:lnTo>
                  <a:lnTo>
                    <a:pt x="17" y="2262"/>
                  </a:lnTo>
                  <a:lnTo>
                    <a:pt x="0" y="1402"/>
                  </a:lnTo>
                  <a:lnTo>
                    <a:pt x="243" y="167"/>
                  </a:lnTo>
                  <a:lnTo>
                    <a:pt x="1386" y="6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4571833" y="4001185"/>
              <a:ext cx="258" cy="354"/>
            </a:xfrm>
            <a:custGeom>
              <a:avLst/>
              <a:pathLst>
                <a:path w="258" h="354">
                  <a:moveTo>
                    <a:pt x="250" y="51"/>
                  </a:moveTo>
                  <a:lnTo>
                    <a:pt x="258" y="354"/>
                  </a:lnTo>
                  <a:lnTo>
                    <a:pt x="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3953843" y="5078392"/>
              <a:ext cx="2777" cy="5554"/>
            </a:xfrm>
            <a:custGeom>
              <a:avLst/>
              <a:pathLst>
                <a:path w="2777" h="5554">
                  <a:moveTo>
                    <a:pt x="1502" y="5321"/>
                  </a:moveTo>
                  <a:lnTo>
                    <a:pt x="800" y="5554"/>
                  </a:lnTo>
                  <a:lnTo>
                    <a:pt x="584" y="4593"/>
                  </a:lnTo>
                  <a:lnTo>
                    <a:pt x="610" y="3321"/>
                  </a:lnTo>
                  <a:lnTo>
                    <a:pt x="220" y="2311"/>
                  </a:lnTo>
                  <a:lnTo>
                    <a:pt x="0" y="1188"/>
                  </a:lnTo>
                  <a:lnTo>
                    <a:pt x="194" y="121"/>
                  </a:lnTo>
                  <a:lnTo>
                    <a:pt x="1320" y="0"/>
                  </a:lnTo>
                  <a:lnTo>
                    <a:pt x="2482" y="343"/>
                  </a:lnTo>
                  <a:lnTo>
                    <a:pt x="2777" y="2138"/>
                  </a:lnTo>
                  <a:lnTo>
                    <a:pt x="1942" y="459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3949521" y="5071821"/>
              <a:ext cx="20280" cy="31127"/>
            </a:xfrm>
            <a:custGeom>
              <a:avLst/>
              <a:pathLst>
                <a:path w="20280" h="31127">
                  <a:moveTo>
                    <a:pt x="4716" y="13389"/>
                  </a:moveTo>
                  <a:lnTo>
                    <a:pt x="5627" y="13562"/>
                  </a:lnTo>
                  <a:lnTo>
                    <a:pt x="6185" y="13291"/>
                  </a:lnTo>
                  <a:lnTo>
                    <a:pt x="8691" y="9392"/>
                  </a:lnTo>
                  <a:lnTo>
                    <a:pt x="9348" y="9294"/>
                  </a:lnTo>
                  <a:lnTo>
                    <a:pt x="9286" y="12278"/>
                  </a:lnTo>
                  <a:lnTo>
                    <a:pt x="9930" y="13620"/>
                  </a:lnTo>
                  <a:lnTo>
                    <a:pt x="9115" y="13963"/>
                  </a:lnTo>
                  <a:lnTo>
                    <a:pt x="7570" y="13816"/>
                  </a:lnTo>
                  <a:lnTo>
                    <a:pt x="7216" y="15521"/>
                  </a:lnTo>
                  <a:lnTo>
                    <a:pt x="8776" y="17706"/>
                  </a:lnTo>
                  <a:lnTo>
                    <a:pt x="9552" y="18006"/>
                  </a:lnTo>
                  <a:lnTo>
                    <a:pt x="10186" y="17980"/>
                  </a:lnTo>
                  <a:lnTo>
                    <a:pt x="11368" y="17484"/>
                  </a:lnTo>
                  <a:lnTo>
                    <a:pt x="12319" y="16699"/>
                  </a:lnTo>
                  <a:lnTo>
                    <a:pt x="13790" y="14875"/>
                  </a:lnTo>
                  <a:lnTo>
                    <a:pt x="14668" y="14171"/>
                  </a:lnTo>
                  <a:lnTo>
                    <a:pt x="16338" y="14139"/>
                  </a:lnTo>
                  <a:lnTo>
                    <a:pt x="17208" y="12411"/>
                  </a:lnTo>
                  <a:lnTo>
                    <a:pt x="17608" y="11883"/>
                  </a:lnTo>
                  <a:lnTo>
                    <a:pt x="18585" y="11958"/>
                  </a:lnTo>
                  <a:lnTo>
                    <a:pt x="19471" y="12630"/>
                  </a:lnTo>
                  <a:lnTo>
                    <a:pt x="20000" y="14197"/>
                  </a:lnTo>
                  <a:lnTo>
                    <a:pt x="20280" y="16104"/>
                  </a:lnTo>
                  <a:lnTo>
                    <a:pt x="20068" y="17997"/>
                  </a:lnTo>
                  <a:lnTo>
                    <a:pt x="19480" y="19833"/>
                  </a:lnTo>
                  <a:lnTo>
                    <a:pt x="18399" y="20955"/>
                  </a:lnTo>
                  <a:lnTo>
                    <a:pt x="18644" y="22294"/>
                  </a:lnTo>
                  <a:lnTo>
                    <a:pt x="18357" y="22975"/>
                  </a:lnTo>
                  <a:lnTo>
                    <a:pt x="17814" y="23013"/>
                  </a:lnTo>
                  <a:lnTo>
                    <a:pt x="17352" y="22704"/>
                  </a:lnTo>
                  <a:lnTo>
                    <a:pt x="16672" y="21131"/>
                  </a:lnTo>
                  <a:lnTo>
                    <a:pt x="15855" y="20286"/>
                  </a:lnTo>
                  <a:lnTo>
                    <a:pt x="13894" y="20343"/>
                  </a:lnTo>
                  <a:lnTo>
                    <a:pt x="13014" y="20450"/>
                  </a:lnTo>
                  <a:lnTo>
                    <a:pt x="12861" y="21653"/>
                  </a:lnTo>
                  <a:lnTo>
                    <a:pt x="12395" y="22577"/>
                  </a:lnTo>
                  <a:lnTo>
                    <a:pt x="11909" y="23085"/>
                  </a:lnTo>
                  <a:lnTo>
                    <a:pt x="11246" y="22863"/>
                  </a:lnTo>
                  <a:lnTo>
                    <a:pt x="11124" y="23376"/>
                  </a:lnTo>
                  <a:lnTo>
                    <a:pt x="11477" y="24634"/>
                  </a:lnTo>
                  <a:lnTo>
                    <a:pt x="12336" y="26227"/>
                  </a:lnTo>
                  <a:lnTo>
                    <a:pt x="13818" y="27338"/>
                  </a:lnTo>
                  <a:lnTo>
                    <a:pt x="14686" y="27566"/>
                  </a:lnTo>
                  <a:lnTo>
                    <a:pt x="14806" y="25451"/>
                  </a:lnTo>
                  <a:lnTo>
                    <a:pt x="15855" y="25203"/>
                  </a:lnTo>
                  <a:lnTo>
                    <a:pt x="16785" y="25832"/>
                  </a:lnTo>
                  <a:lnTo>
                    <a:pt x="17460" y="27393"/>
                  </a:lnTo>
                  <a:lnTo>
                    <a:pt x="16911" y="27904"/>
                  </a:lnTo>
                  <a:lnTo>
                    <a:pt x="16427" y="28732"/>
                  </a:lnTo>
                  <a:lnTo>
                    <a:pt x="16327" y="29803"/>
                  </a:lnTo>
                  <a:lnTo>
                    <a:pt x="15384" y="30965"/>
                  </a:lnTo>
                  <a:lnTo>
                    <a:pt x="14825" y="31090"/>
                  </a:lnTo>
                  <a:lnTo>
                    <a:pt x="13052" y="30521"/>
                  </a:lnTo>
                  <a:lnTo>
                    <a:pt x="11997" y="29208"/>
                  </a:lnTo>
                  <a:lnTo>
                    <a:pt x="11745" y="28282"/>
                  </a:lnTo>
                  <a:lnTo>
                    <a:pt x="11095" y="27933"/>
                  </a:lnTo>
                  <a:lnTo>
                    <a:pt x="10361" y="29127"/>
                  </a:lnTo>
                  <a:lnTo>
                    <a:pt x="9576" y="29387"/>
                  </a:lnTo>
                  <a:lnTo>
                    <a:pt x="8040" y="28394"/>
                  </a:lnTo>
                  <a:lnTo>
                    <a:pt x="6622" y="26793"/>
                  </a:lnTo>
                  <a:lnTo>
                    <a:pt x="5735" y="26190"/>
                  </a:lnTo>
                  <a:lnTo>
                    <a:pt x="4355" y="25803"/>
                  </a:lnTo>
                  <a:lnTo>
                    <a:pt x="3592" y="29445"/>
                  </a:lnTo>
                  <a:lnTo>
                    <a:pt x="2537" y="30983"/>
                  </a:lnTo>
                  <a:lnTo>
                    <a:pt x="1171" y="31127"/>
                  </a:lnTo>
                  <a:lnTo>
                    <a:pt x="513" y="30824"/>
                  </a:lnTo>
                  <a:lnTo>
                    <a:pt x="150" y="29396"/>
                  </a:lnTo>
                  <a:lnTo>
                    <a:pt x="246" y="27869"/>
                  </a:lnTo>
                  <a:lnTo>
                    <a:pt x="465" y="26409"/>
                  </a:lnTo>
                  <a:lnTo>
                    <a:pt x="894" y="24914"/>
                  </a:lnTo>
                  <a:lnTo>
                    <a:pt x="1164" y="23281"/>
                  </a:lnTo>
                  <a:lnTo>
                    <a:pt x="1049" y="21740"/>
                  </a:lnTo>
                  <a:lnTo>
                    <a:pt x="555" y="20609"/>
                  </a:lnTo>
                  <a:lnTo>
                    <a:pt x="816" y="18583"/>
                  </a:lnTo>
                  <a:lnTo>
                    <a:pt x="332" y="16996"/>
                  </a:lnTo>
                  <a:lnTo>
                    <a:pt x="500" y="15827"/>
                  </a:lnTo>
                  <a:lnTo>
                    <a:pt x="1293" y="15025"/>
                  </a:lnTo>
                  <a:lnTo>
                    <a:pt x="956" y="14327"/>
                  </a:lnTo>
                  <a:lnTo>
                    <a:pt x="535" y="14142"/>
                  </a:lnTo>
                  <a:lnTo>
                    <a:pt x="233" y="13216"/>
                  </a:lnTo>
                  <a:lnTo>
                    <a:pt x="0" y="12099"/>
                  </a:lnTo>
                  <a:lnTo>
                    <a:pt x="307" y="9995"/>
                  </a:lnTo>
                  <a:lnTo>
                    <a:pt x="765" y="7970"/>
                  </a:lnTo>
                  <a:lnTo>
                    <a:pt x="709" y="5681"/>
                  </a:lnTo>
                  <a:lnTo>
                    <a:pt x="1484" y="3520"/>
                  </a:lnTo>
                  <a:lnTo>
                    <a:pt x="2147" y="1105"/>
                  </a:lnTo>
                  <a:lnTo>
                    <a:pt x="2644" y="141"/>
                  </a:lnTo>
                  <a:lnTo>
                    <a:pt x="3266" y="0"/>
                  </a:lnTo>
                  <a:lnTo>
                    <a:pt x="3539" y="675"/>
                  </a:lnTo>
                  <a:lnTo>
                    <a:pt x="3673" y="1994"/>
                  </a:lnTo>
                  <a:lnTo>
                    <a:pt x="3429" y="2848"/>
                  </a:lnTo>
                  <a:lnTo>
                    <a:pt x="4010" y="3237"/>
                  </a:lnTo>
                  <a:lnTo>
                    <a:pt x="4162" y="6045"/>
                  </a:lnTo>
                  <a:lnTo>
                    <a:pt x="3799" y="7193"/>
                  </a:lnTo>
                  <a:lnTo>
                    <a:pt x="3745" y="8307"/>
                  </a:lnTo>
                  <a:lnTo>
                    <a:pt x="2988" y="10671"/>
                  </a:lnTo>
                  <a:lnTo>
                    <a:pt x="3209" y="1257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3755226" y="5002984"/>
              <a:ext cx="1990" cy="3601"/>
            </a:xfrm>
            <a:custGeom>
              <a:avLst/>
              <a:pathLst>
                <a:path w="1990" h="3601">
                  <a:moveTo>
                    <a:pt x="1990" y="3341"/>
                  </a:moveTo>
                  <a:lnTo>
                    <a:pt x="1163" y="3601"/>
                  </a:lnTo>
                  <a:lnTo>
                    <a:pt x="423" y="2992"/>
                  </a:lnTo>
                  <a:lnTo>
                    <a:pt x="0" y="1382"/>
                  </a:lnTo>
                  <a:lnTo>
                    <a:pt x="938" y="0"/>
                  </a:lnTo>
                  <a:lnTo>
                    <a:pt x="1418" y="946"/>
                  </a:lnTo>
                  <a:lnTo>
                    <a:pt x="1773" y="200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465855" y="3126744"/>
              <a:ext cx="2283" cy="5075"/>
            </a:xfrm>
            <a:custGeom>
              <a:avLst/>
              <a:pathLst>
                <a:path w="2283" h="5075">
                  <a:moveTo>
                    <a:pt x="1942" y="3898"/>
                  </a:moveTo>
                  <a:lnTo>
                    <a:pt x="1577" y="5075"/>
                  </a:lnTo>
                  <a:lnTo>
                    <a:pt x="311" y="4598"/>
                  </a:lnTo>
                  <a:lnTo>
                    <a:pt x="57" y="3126"/>
                  </a:lnTo>
                  <a:lnTo>
                    <a:pt x="0" y="2092"/>
                  </a:lnTo>
                  <a:lnTo>
                    <a:pt x="792" y="0"/>
                  </a:lnTo>
                  <a:lnTo>
                    <a:pt x="1686" y="900"/>
                  </a:lnTo>
                  <a:lnTo>
                    <a:pt x="2031" y="1887"/>
                  </a:lnTo>
                  <a:lnTo>
                    <a:pt x="2283" y="2083"/>
                  </a:lnTo>
                  <a:lnTo>
                    <a:pt x="2278" y="2928"/>
                  </a:lnTo>
                  <a:lnTo>
                    <a:pt x="2181" y="35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466064" y="3110636"/>
              <a:ext cx="1381" cy="4886"/>
            </a:xfrm>
            <a:custGeom>
              <a:avLst/>
              <a:pathLst>
                <a:path w="1381" h="4886">
                  <a:moveTo>
                    <a:pt x="1381" y="4110"/>
                  </a:moveTo>
                  <a:lnTo>
                    <a:pt x="1212" y="4886"/>
                  </a:lnTo>
                  <a:lnTo>
                    <a:pt x="283" y="3484"/>
                  </a:lnTo>
                  <a:lnTo>
                    <a:pt x="0" y="845"/>
                  </a:lnTo>
                  <a:lnTo>
                    <a:pt x="29" y="288"/>
                  </a:lnTo>
                  <a:lnTo>
                    <a:pt x="185" y="0"/>
                  </a:lnTo>
                  <a:lnTo>
                    <a:pt x="554" y="507"/>
                  </a:lnTo>
                  <a:lnTo>
                    <a:pt x="1044" y="696"/>
                  </a:lnTo>
                  <a:lnTo>
                    <a:pt x="1352" y="155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4972266" y="5243676"/>
              <a:ext cx="1396" cy="8180"/>
            </a:xfrm>
            <a:custGeom>
              <a:avLst/>
              <a:pathLst>
                <a:path w="1396" h="8180">
                  <a:moveTo>
                    <a:pt x="486" y="7014"/>
                  </a:moveTo>
                  <a:lnTo>
                    <a:pt x="105" y="8180"/>
                  </a:lnTo>
                  <a:lnTo>
                    <a:pt x="0" y="6844"/>
                  </a:lnTo>
                  <a:lnTo>
                    <a:pt x="693" y="995"/>
                  </a:lnTo>
                  <a:lnTo>
                    <a:pt x="1396" y="0"/>
                  </a:lnTo>
                  <a:lnTo>
                    <a:pt x="1245" y="30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4839053" y="4912920"/>
              <a:ext cx="2854" cy="6556"/>
            </a:xfrm>
            <a:custGeom>
              <a:avLst/>
              <a:pathLst>
                <a:path w="2854" h="6556">
                  <a:moveTo>
                    <a:pt x="2854" y="3488"/>
                  </a:moveTo>
                  <a:lnTo>
                    <a:pt x="2318" y="6556"/>
                  </a:lnTo>
                  <a:lnTo>
                    <a:pt x="1439" y="6033"/>
                  </a:lnTo>
                  <a:lnTo>
                    <a:pt x="557" y="6538"/>
                  </a:lnTo>
                  <a:lnTo>
                    <a:pt x="3" y="4498"/>
                  </a:lnTo>
                  <a:lnTo>
                    <a:pt x="0" y="3959"/>
                  </a:lnTo>
                  <a:lnTo>
                    <a:pt x="663" y="4472"/>
                  </a:lnTo>
                  <a:lnTo>
                    <a:pt x="908" y="3809"/>
                  </a:lnTo>
                  <a:lnTo>
                    <a:pt x="1064" y="2963"/>
                  </a:lnTo>
                  <a:lnTo>
                    <a:pt x="1306" y="2732"/>
                  </a:lnTo>
                  <a:lnTo>
                    <a:pt x="1468" y="1523"/>
                  </a:lnTo>
                  <a:lnTo>
                    <a:pt x="2034" y="0"/>
                  </a:lnTo>
                  <a:lnTo>
                    <a:pt x="2359" y="40"/>
                  </a:lnTo>
                  <a:lnTo>
                    <a:pt x="2700" y="19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4841226" y="4907051"/>
              <a:ext cx="1572" cy="4744"/>
            </a:xfrm>
            <a:custGeom>
              <a:avLst/>
              <a:pathLst>
                <a:path w="1572" h="4744">
                  <a:moveTo>
                    <a:pt x="1572" y="4741"/>
                  </a:moveTo>
                  <a:lnTo>
                    <a:pt x="860" y="4744"/>
                  </a:lnTo>
                  <a:lnTo>
                    <a:pt x="598" y="4495"/>
                  </a:lnTo>
                  <a:lnTo>
                    <a:pt x="471" y="3044"/>
                  </a:lnTo>
                  <a:lnTo>
                    <a:pt x="0" y="2406"/>
                  </a:lnTo>
                  <a:lnTo>
                    <a:pt x="261" y="1921"/>
                  </a:lnTo>
                  <a:lnTo>
                    <a:pt x="354" y="1015"/>
                  </a:lnTo>
                  <a:lnTo>
                    <a:pt x="640" y="0"/>
                  </a:lnTo>
                  <a:lnTo>
                    <a:pt x="1148" y="11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4849478" y="4892657"/>
              <a:ext cx="1666" cy="3725"/>
            </a:xfrm>
            <a:custGeom>
              <a:avLst/>
              <a:pathLst>
                <a:path w="1666" h="3725">
                  <a:moveTo>
                    <a:pt x="925" y="3465"/>
                  </a:moveTo>
                  <a:lnTo>
                    <a:pt x="288" y="3725"/>
                  </a:lnTo>
                  <a:lnTo>
                    <a:pt x="78" y="3595"/>
                  </a:lnTo>
                  <a:lnTo>
                    <a:pt x="92" y="2074"/>
                  </a:lnTo>
                  <a:lnTo>
                    <a:pt x="0" y="1396"/>
                  </a:lnTo>
                  <a:lnTo>
                    <a:pt x="565" y="0"/>
                  </a:lnTo>
                  <a:lnTo>
                    <a:pt x="1362" y="672"/>
                  </a:lnTo>
                  <a:lnTo>
                    <a:pt x="1666" y="1731"/>
                  </a:lnTo>
                  <a:lnTo>
                    <a:pt x="883" y="25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4811134" y="4835897"/>
              <a:ext cx="41975" cy="87083"/>
            </a:xfrm>
            <a:custGeom>
              <a:avLst/>
              <a:pathLst>
                <a:path w="41975" h="87083">
                  <a:moveTo>
                    <a:pt x="4506" y="3381"/>
                  </a:moveTo>
                  <a:lnTo>
                    <a:pt x="5820" y="3497"/>
                  </a:lnTo>
                  <a:lnTo>
                    <a:pt x="6565" y="2744"/>
                  </a:lnTo>
                  <a:lnTo>
                    <a:pt x="7232" y="2885"/>
                  </a:lnTo>
                  <a:lnTo>
                    <a:pt x="7986" y="4553"/>
                  </a:lnTo>
                  <a:lnTo>
                    <a:pt x="8894" y="5494"/>
                  </a:lnTo>
                  <a:lnTo>
                    <a:pt x="9527" y="5321"/>
                  </a:lnTo>
                  <a:lnTo>
                    <a:pt x="10076" y="5664"/>
                  </a:lnTo>
                  <a:lnTo>
                    <a:pt x="10564" y="6850"/>
                  </a:lnTo>
                  <a:lnTo>
                    <a:pt x="11808" y="7883"/>
                  </a:lnTo>
                  <a:lnTo>
                    <a:pt x="12351" y="8561"/>
                  </a:lnTo>
                  <a:lnTo>
                    <a:pt x="12823" y="9600"/>
                  </a:lnTo>
                  <a:lnTo>
                    <a:pt x="13346" y="10411"/>
                  </a:lnTo>
                  <a:lnTo>
                    <a:pt x="16636" y="13172"/>
                  </a:lnTo>
                  <a:lnTo>
                    <a:pt x="18979" y="14514"/>
                  </a:lnTo>
                  <a:lnTo>
                    <a:pt x="21896" y="13891"/>
                  </a:lnTo>
                  <a:lnTo>
                    <a:pt x="22761" y="13118"/>
                  </a:lnTo>
                  <a:lnTo>
                    <a:pt x="23589" y="11989"/>
                  </a:lnTo>
                  <a:lnTo>
                    <a:pt x="24299" y="13043"/>
                  </a:lnTo>
                  <a:lnTo>
                    <a:pt x="25005" y="14650"/>
                  </a:lnTo>
                  <a:lnTo>
                    <a:pt x="24867" y="12916"/>
                  </a:lnTo>
                  <a:lnTo>
                    <a:pt x="25101" y="11406"/>
                  </a:lnTo>
                  <a:lnTo>
                    <a:pt x="25814" y="10209"/>
                  </a:lnTo>
                  <a:lnTo>
                    <a:pt x="26614" y="9459"/>
                  </a:lnTo>
                  <a:lnTo>
                    <a:pt x="27930" y="9513"/>
                  </a:lnTo>
                  <a:lnTo>
                    <a:pt x="29214" y="9193"/>
                  </a:lnTo>
                  <a:lnTo>
                    <a:pt x="29783" y="8495"/>
                  </a:lnTo>
                  <a:lnTo>
                    <a:pt x="30369" y="8397"/>
                  </a:lnTo>
                  <a:lnTo>
                    <a:pt x="31132" y="9257"/>
                  </a:lnTo>
                  <a:lnTo>
                    <a:pt x="31893" y="9733"/>
                  </a:lnTo>
                  <a:lnTo>
                    <a:pt x="32416" y="8625"/>
                  </a:lnTo>
                  <a:lnTo>
                    <a:pt x="33307" y="6007"/>
                  </a:lnTo>
                  <a:lnTo>
                    <a:pt x="33789" y="5095"/>
                  </a:lnTo>
                  <a:lnTo>
                    <a:pt x="36014" y="5892"/>
                  </a:lnTo>
                  <a:lnTo>
                    <a:pt x="36642" y="5918"/>
                  </a:lnTo>
                  <a:lnTo>
                    <a:pt x="37730" y="3171"/>
                  </a:lnTo>
                  <a:lnTo>
                    <a:pt x="38457" y="3211"/>
                  </a:lnTo>
                  <a:lnTo>
                    <a:pt x="40529" y="5396"/>
                  </a:lnTo>
                  <a:lnTo>
                    <a:pt x="41410" y="8120"/>
                  </a:lnTo>
                  <a:lnTo>
                    <a:pt x="41326" y="13092"/>
                  </a:lnTo>
                  <a:lnTo>
                    <a:pt x="41396" y="14843"/>
                  </a:lnTo>
                  <a:lnTo>
                    <a:pt x="41562" y="16572"/>
                  </a:lnTo>
                  <a:lnTo>
                    <a:pt x="41630" y="20017"/>
                  </a:lnTo>
                  <a:lnTo>
                    <a:pt x="41376" y="23425"/>
                  </a:lnTo>
                  <a:lnTo>
                    <a:pt x="41343" y="26083"/>
                  </a:lnTo>
                  <a:lnTo>
                    <a:pt x="41452" y="28778"/>
                  </a:lnTo>
                  <a:lnTo>
                    <a:pt x="41350" y="33788"/>
                  </a:lnTo>
                  <a:lnTo>
                    <a:pt x="41670" y="37097"/>
                  </a:lnTo>
                  <a:lnTo>
                    <a:pt x="41510" y="39357"/>
                  </a:lnTo>
                  <a:lnTo>
                    <a:pt x="41508" y="40413"/>
                  </a:lnTo>
                  <a:lnTo>
                    <a:pt x="41809" y="41411"/>
                  </a:lnTo>
                  <a:lnTo>
                    <a:pt x="41955" y="42517"/>
                  </a:lnTo>
                  <a:lnTo>
                    <a:pt x="41844" y="43936"/>
                  </a:lnTo>
                  <a:lnTo>
                    <a:pt x="41975" y="45596"/>
                  </a:lnTo>
                  <a:lnTo>
                    <a:pt x="41846" y="46963"/>
                  </a:lnTo>
                  <a:lnTo>
                    <a:pt x="41381" y="46767"/>
                  </a:lnTo>
                  <a:lnTo>
                    <a:pt x="41230" y="45717"/>
                  </a:lnTo>
                  <a:lnTo>
                    <a:pt x="41316" y="44358"/>
                  </a:lnTo>
                  <a:lnTo>
                    <a:pt x="41232" y="43264"/>
                  </a:lnTo>
                  <a:lnTo>
                    <a:pt x="40989" y="42265"/>
                  </a:lnTo>
                  <a:lnTo>
                    <a:pt x="40164" y="41146"/>
                  </a:lnTo>
                  <a:lnTo>
                    <a:pt x="40405" y="40474"/>
                  </a:lnTo>
                  <a:lnTo>
                    <a:pt x="40828" y="39879"/>
                  </a:lnTo>
                  <a:lnTo>
                    <a:pt x="40511" y="38347"/>
                  </a:lnTo>
                  <a:lnTo>
                    <a:pt x="39983" y="39596"/>
                  </a:lnTo>
                  <a:lnTo>
                    <a:pt x="39688" y="41296"/>
                  </a:lnTo>
                  <a:lnTo>
                    <a:pt x="39859" y="41841"/>
                  </a:lnTo>
                  <a:lnTo>
                    <a:pt x="39533" y="42297"/>
                  </a:lnTo>
                  <a:lnTo>
                    <a:pt x="38841" y="44265"/>
                  </a:lnTo>
                  <a:lnTo>
                    <a:pt x="38343" y="46900"/>
                  </a:lnTo>
                  <a:lnTo>
                    <a:pt x="38140" y="49431"/>
                  </a:lnTo>
                  <a:lnTo>
                    <a:pt x="38191" y="52114"/>
                  </a:lnTo>
                  <a:lnTo>
                    <a:pt x="37784" y="54180"/>
                  </a:lnTo>
                  <a:lnTo>
                    <a:pt x="37226" y="56148"/>
                  </a:lnTo>
                  <a:lnTo>
                    <a:pt x="37086" y="58691"/>
                  </a:lnTo>
                  <a:lnTo>
                    <a:pt x="37120" y="63357"/>
                  </a:lnTo>
                  <a:lnTo>
                    <a:pt x="37604" y="67613"/>
                  </a:lnTo>
                  <a:lnTo>
                    <a:pt x="37867" y="73422"/>
                  </a:lnTo>
                  <a:lnTo>
                    <a:pt x="37465" y="74155"/>
                  </a:lnTo>
                  <a:lnTo>
                    <a:pt x="36252" y="74547"/>
                  </a:lnTo>
                  <a:lnTo>
                    <a:pt x="35653" y="75283"/>
                  </a:lnTo>
                  <a:lnTo>
                    <a:pt x="34666" y="72403"/>
                  </a:lnTo>
                  <a:lnTo>
                    <a:pt x="34087" y="69391"/>
                  </a:lnTo>
                  <a:lnTo>
                    <a:pt x="34534" y="68187"/>
                  </a:lnTo>
                  <a:lnTo>
                    <a:pt x="35517" y="68883"/>
                  </a:lnTo>
                  <a:lnTo>
                    <a:pt x="35818" y="68199"/>
                  </a:lnTo>
                  <a:lnTo>
                    <a:pt x="35898" y="67426"/>
                  </a:lnTo>
                  <a:lnTo>
                    <a:pt x="35813" y="66658"/>
                  </a:lnTo>
                  <a:lnTo>
                    <a:pt x="34604" y="64999"/>
                  </a:lnTo>
                  <a:lnTo>
                    <a:pt x="33245" y="64222"/>
                  </a:lnTo>
                  <a:lnTo>
                    <a:pt x="32814" y="65178"/>
                  </a:lnTo>
                  <a:lnTo>
                    <a:pt x="32964" y="68029"/>
                  </a:lnTo>
                  <a:lnTo>
                    <a:pt x="32824" y="68678"/>
                  </a:lnTo>
                  <a:lnTo>
                    <a:pt x="31866" y="69769"/>
                  </a:lnTo>
                  <a:lnTo>
                    <a:pt x="31362" y="65645"/>
                  </a:lnTo>
                  <a:lnTo>
                    <a:pt x="30112" y="62604"/>
                  </a:lnTo>
                  <a:lnTo>
                    <a:pt x="30158" y="64069"/>
                  </a:lnTo>
                  <a:lnTo>
                    <a:pt x="30677" y="66612"/>
                  </a:lnTo>
                  <a:lnTo>
                    <a:pt x="30620" y="67731"/>
                  </a:lnTo>
                  <a:lnTo>
                    <a:pt x="30420" y="69180"/>
                  </a:lnTo>
                  <a:lnTo>
                    <a:pt x="29917" y="69720"/>
                  </a:lnTo>
                  <a:lnTo>
                    <a:pt x="29679" y="70883"/>
                  </a:lnTo>
                  <a:lnTo>
                    <a:pt x="29679" y="72519"/>
                  </a:lnTo>
                  <a:lnTo>
                    <a:pt x="29511" y="75162"/>
                  </a:lnTo>
                  <a:lnTo>
                    <a:pt x="28692" y="76342"/>
                  </a:lnTo>
                  <a:lnTo>
                    <a:pt x="26695" y="73402"/>
                  </a:lnTo>
                  <a:lnTo>
                    <a:pt x="26557" y="74391"/>
                  </a:lnTo>
                  <a:lnTo>
                    <a:pt x="26587" y="75246"/>
                  </a:lnTo>
                  <a:lnTo>
                    <a:pt x="27607" y="76934"/>
                  </a:lnTo>
                  <a:lnTo>
                    <a:pt x="27137" y="78209"/>
                  </a:lnTo>
                  <a:lnTo>
                    <a:pt x="26782" y="79704"/>
                  </a:lnTo>
                  <a:lnTo>
                    <a:pt x="26215" y="83628"/>
                  </a:lnTo>
                  <a:lnTo>
                    <a:pt x="25298" y="86881"/>
                  </a:lnTo>
                  <a:lnTo>
                    <a:pt x="24847" y="87083"/>
                  </a:lnTo>
                  <a:lnTo>
                    <a:pt x="23314" y="86569"/>
                  </a:lnTo>
                  <a:lnTo>
                    <a:pt x="21603" y="83819"/>
                  </a:lnTo>
                  <a:lnTo>
                    <a:pt x="20065" y="84133"/>
                  </a:lnTo>
                  <a:lnTo>
                    <a:pt x="17494" y="83934"/>
                  </a:lnTo>
                  <a:lnTo>
                    <a:pt x="15864" y="84950"/>
                  </a:lnTo>
                  <a:lnTo>
                    <a:pt x="15522" y="81926"/>
                  </a:lnTo>
                  <a:lnTo>
                    <a:pt x="15166" y="80850"/>
                  </a:lnTo>
                  <a:lnTo>
                    <a:pt x="15310" y="79894"/>
                  </a:lnTo>
                  <a:lnTo>
                    <a:pt x="16609" y="79254"/>
                  </a:lnTo>
                  <a:lnTo>
                    <a:pt x="17944" y="79280"/>
                  </a:lnTo>
                  <a:lnTo>
                    <a:pt x="17736" y="78125"/>
                  </a:lnTo>
                  <a:lnTo>
                    <a:pt x="17377" y="77698"/>
                  </a:lnTo>
                  <a:lnTo>
                    <a:pt x="16794" y="77978"/>
                  </a:lnTo>
                  <a:lnTo>
                    <a:pt x="15093" y="76971"/>
                  </a:lnTo>
                  <a:lnTo>
                    <a:pt x="13934" y="77421"/>
                  </a:lnTo>
                  <a:lnTo>
                    <a:pt x="13134" y="75993"/>
                  </a:lnTo>
                  <a:lnTo>
                    <a:pt x="11757" y="71027"/>
                  </a:lnTo>
                  <a:lnTo>
                    <a:pt x="10944" y="68730"/>
                  </a:lnTo>
                  <a:lnTo>
                    <a:pt x="10461" y="67835"/>
                  </a:lnTo>
                  <a:lnTo>
                    <a:pt x="9895" y="67345"/>
                  </a:lnTo>
                  <a:lnTo>
                    <a:pt x="9555" y="66615"/>
                  </a:lnTo>
                  <a:lnTo>
                    <a:pt x="7063" y="55317"/>
                  </a:lnTo>
                  <a:lnTo>
                    <a:pt x="6711" y="52694"/>
                  </a:lnTo>
                  <a:lnTo>
                    <a:pt x="6276" y="46054"/>
                  </a:lnTo>
                  <a:lnTo>
                    <a:pt x="8253" y="49234"/>
                  </a:lnTo>
                  <a:lnTo>
                    <a:pt x="8956" y="51246"/>
                  </a:lnTo>
                  <a:lnTo>
                    <a:pt x="9335" y="53797"/>
                  </a:lnTo>
                  <a:lnTo>
                    <a:pt x="10005" y="50703"/>
                  </a:lnTo>
                  <a:lnTo>
                    <a:pt x="9884" y="49708"/>
                  </a:lnTo>
                  <a:lnTo>
                    <a:pt x="8110" y="45956"/>
                  </a:lnTo>
                  <a:lnTo>
                    <a:pt x="7875" y="44868"/>
                  </a:lnTo>
                  <a:lnTo>
                    <a:pt x="7777" y="43578"/>
                  </a:lnTo>
                  <a:lnTo>
                    <a:pt x="7362" y="44877"/>
                  </a:lnTo>
                  <a:lnTo>
                    <a:pt x="6685" y="45053"/>
                  </a:lnTo>
                  <a:lnTo>
                    <a:pt x="6959" y="42404"/>
                  </a:lnTo>
                  <a:lnTo>
                    <a:pt x="6723" y="39813"/>
                  </a:lnTo>
                  <a:lnTo>
                    <a:pt x="4647" y="34114"/>
                  </a:lnTo>
                  <a:lnTo>
                    <a:pt x="3059" y="28715"/>
                  </a:lnTo>
                  <a:lnTo>
                    <a:pt x="1497" y="22060"/>
                  </a:lnTo>
                  <a:lnTo>
                    <a:pt x="1362" y="21209"/>
                  </a:lnTo>
                  <a:lnTo>
                    <a:pt x="1342" y="19775"/>
                  </a:lnTo>
                  <a:lnTo>
                    <a:pt x="586" y="15319"/>
                  </a:lnTo>
                  <a:lnTo>
                    <a:pt x="185" y="12015"/>
                  </a:lnTo>
                  <a:lnTo>
                    <a:pt x="0" y="9118"/>
                  </a:lnTo>
                  <a:lnTo>
                    <a:pt x="721" y="3269"/>
                  </a:lnTo>
                  <a:lnTo>
                    <a:pt x="822" y="0"/>
                  </a:lnTo>
                  <a:lnTo>
                    <a:pt x="1958" y="14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4850551" y="4830899"/>
              <a:ext cx="1358" cy="2643"/>
            </a:xfrm>
            <a:custGeom>
              <a:avLst/>
              <a:pathLst>
                <a:path w="1358" h="2643">
                  <a:moveTo>
                    <a:pt x="1358" y="354"/>
                  </a:moveTo>
                  <a:lnTo>
                    <a:pt x="800" y="2643"/>
                  </a:lnTo>
                  <a:lnTo>
                    <a:pt x="109" y="1206"/>
                  </a:lnTo>
                  <a:lnTo>
                    <a:pt x="0" y="542"/>
                  </a:lnTo>
                  <a:lnTo>
                    <a:pt x="861" y="0"/>
                  </a:lnTo>
                  <a:lnTo>
                    <a:pt x="1147" y="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4811862" y="4828882"/>
              <a:ext cx="915" cy="4568"/>
            </a:xfrm>
            <a:custGeom>
              <a:avLst/>
              <a:pathLst>
                <a:path w="915" h="4568">
                  <a:moveTo>
                    <a:pt x="842" y="2123"/>
                  </a:moveTo>
                  <a:lnTo>
                    <a:pt x="430" y="4568"/>
                  </a:lnTo>
                  <a:lnTo>
                    <a:pt x="0" y="1488"/>
                  </a:lnTo>
                  <a:lnTo>
                    <a:pt x="465" y="1044"/>
                  </a:lnTo>
                  <a:lnTo>
                    <a:pt x="831" y="0"/>
                  </a:lnTo>
                  <a:lnTo>
                    <a:pt x="915" y="1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4849338" y="4825101"/>
              <a:ext cx="5266" cy="5624"/>
            </a:xfrm>
            <a:custGeom>
              <a:avLst/>
              <a:pathLst>
                <a:path w="5266" h="5624">
                  <a:moveTo>
                    <a:pt x="3586" y="0"/>
                  </a:moveTo>
                  <a:lnTo>
                    <a:pt x="4658" y="1780"/>
                  </a:lnTo>
                  <a:lnTo>
                    <a:pt x="5266" y="3708"/>
                  </a:lnTo>
                  <a:lnTo>
                    <a:pt x="4468" y="5306"/>
                  </a:lnTo>
                  <a:lnTo>
                    <a:pt x="3886" y="5624"/>
                  </a:lnTo>
                  <a:lnTo>
                    <a:pt x="3508" y="3771"/>
                  </a:lnTo>
                  <a:lnTo>
                    <a:pt x="2312" y="4449"/>
                  </a:lnTo>
                  <a:lnTo>
                    <a:pt x="1045" y="4276"/>
                  </a:lnTo>
                  <a:lnTo>
                    <a:pt x="109" y="2874"/>
                  </a:lnTo>
                  <a:lnTo>
                    <a:pt x="0" y="2175"/>
                  </a:lnTo>
                  <a:lnTo>
                    <a:pt x="548" y="1474"/>
                  </a:lnTo>
                  <a:lnTo>
                    <a:pt x="2131" y="15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4846576" y="4807935"/>
              <a:ext cx="6314" cy="15842"/>
            </a:xfrm>
            <a:custGeom>
              <a:avLst/>
              <a:pathLst>
                <a:path w="6314" h="15842">
                  <a:moveTo>
                    <a:pt x="2648" y="934"/>
                  </a:moveTo>
                  <a:lnTo>
                    <a:pt x="4664" y="6279"/>
                  </a:lnTo>
                  <a:lnTo>
                    <a:pt x="5709" y="7113"/>
                  </a:lnTo>
                  <a:lnTo>
                    <a:pt x="6020" y="7675"/>
                  </a:lnTo>
                  <a:lnTo>
                    <a:pt x="5935" y="10030"/>
                  </a:lnTo>
                  <a:lnTo>
                    <a:pt x="5491" y="11037"/>
                  </a:lnTo>
                  <a:lnTo>
                    <a:pt x="6314" y="12365"/>
                  </a:lnTo>
                  <a:lnTo>
                    <a:pt x="6204" y="13224"/>
                  </a:lnTo>
                  <a:lnTo>
                    <a:pt x="6043" y="13193"/>
                  </a:lnTo>
                  <a:lnTo>
                    <a:pt x="5032" y="15002"/>
                  </a:lnTo>
                  <a:lnTo>
                    <a:pt x="3843" y="15842"/>
                  </a:lnTo>
                  <a:lnTo>
                    <a:pt x="3479" y="15213"/>
                  </a:lnTo>
                  <a:lnTo>
                    <a:pt x="3176" y="14385"/>
                  </a:lnTo>
                  <a:lnTo>
                    <a:pt x="2925" y="13178"/>
                  </a:lnTo>
                  <a:lnTo>
                    <a:pt x="1400" y="8527"/>
                  </a:lnTo>
                  <a:lnTo>
                    <a:pt x="1575" y="7251"/>
                  </a:lnTo>
                  <a:lnTo>
                    <a:pt x="1238" y="5303"/>
                  </a:lnTo>
                  <a:lnTo>
                    <a:pt x="512" y="5451"/>
                  </a:lnTo>
                  <a:lnTo>
                    <a:pt x="0" y="4265"/>
                  </a:lnTo>
                  <a:lnTo>
                    <a:pt x="817" y="3119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4801964" y="4803626"/>
              <a:ext cx="3434" cy="15957"/>
            </a:xfrm>
            <a:custGeom>
              <a:avLst/>
              <a:pathLst>
                <a:path w="3434" h="15957">
                  <a:moveTo>
                    <a:pt x="1014" y="15836"/>
                  </a:moveTo>
                  <a:lnTo>
                    <a:pt x="683" y="15957"/>
                  </a:lnTo>
                  <a:lnTo>
                    <a:pt x="422" y="14295"/>
                  </a:lnTo>
                  <a:lnTo>
                    <a:pt x="556" y="11920"/>
                  </a:lnTo>
                  <a:lnTo>
                    <a:pt x="0" y="9571"/>
                  </a:lnTo>
                  <a:lnTo>
                    <a:pt x="302" y="7211"/>
                  </a:lnTo>
                  <a:lnTo>
                    <a:pt x="263" y="4663"/>
                  </a:lnTo>
                  <a:lnTo>
                    <a:pt x="463" y="3540"/>
                  </a:lnTo>
                  <a:lnTo>
                    <a:pt x="1144" y="2302"/>
                  </a:lnTo>
                  <a:lnTo>
                    <a:pt x="1252" y="103"/>
                  </a:lnTo>
                  <a:lnTo>
                    <a:pt x="1841" y="0"/>
                  </a:lnTo>
                  <a:lnTo>
                    <a:pt x="2869" y="1711"/>
                  </a:lnTo>
                  <a:lnTo>
                    <a:pt x="3205" y="6059"/>
                  </a:lnTo>
                  <a:lnTo>
                    <a:pt x="3037" y="8682"/>
                  </a:lnTo>
                  <a:lnTo>
                    <a:pt x="3434" y="11040"/>
                  </a:lnTo>
                  <a:lnTo>
                    <a:pt x="3103" y="13057"/>
                  </a:lnTo>
                  <a:lnTo>
                    <a:pt x="2231" y="147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4816611" y="4770485"/>
              <a:ext cx="2573" cy="2908"/>
            </a:xfrm>
            <a:custGeom>
              <a:avLst/>
              <a:pathLst>
                <a:path w="2573" h="2908">
                  <a:moveTo>
                    <a:pt x="2112" y="952"/>
                  </a:moveTo>
                  <a:lnTo>
                    <a:pt x="2507" y="2351"/>
                  </a:lnTo>
                  <a:lnTo>
                    <a:pt x="2573" y="2908"/>
                  </a:lnTo>
                  <a:lnTo>
                    <a:pt x="1618" y="1806"/>
                  </a:lnTo>
                  <a:lnTo>
                    <a:pt x="0" y="2040"/>
                  </a:lnTo>
                  <a:lnTo>
                    <a:pt x="1014" y="0"/>
                  </a:lnTo>
                  <a:lnTo>
                    <a:pt x="1810" y="4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4818336" y="4766217"/>
              <a:ext cx="2342" cy="3156"/>
            </a:xfrm>
            <a:custGeom>
              <a:avLst/>
              <a:pathLst>
                <a:path w="2342" h="3156">
                  <a:moveTo>
                    <a:pt x="2342" y="1203"/>
                  </a:moveTo>
                  <a:lnTo>
                    <a:pt x="631" y="3156"/>
                  </a:lnTo>
                  <a:lnTo>
                    <a:pt x="0" y="2259"/>
                  </a:lnTo>
                  <a:lnTo>
                    <a:pt x="63" y="793"/>
                  </a:lnTo>
                  <a:lnTo>
                    <a:pt x="170" y="141"/>
                  </a:lnTo>
                  <a:lnTo>
                    <a:pt x="166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4719093" y="4685794"/>
              <a:ext cx="17973" cy="14252"/>
            </a:xfrm>
            <a:custGeom>
              <a:avLst/>
              <a:pathLst>
                <a:path w="17973" h="14252">
                  <a:moveTo>
                    <a:pt x="11989" y="4319"/>
                  </a:moveTo>
                  <a:lnTo>
                    <a:pt x="14708" y="5012"/>
                  </a:lnTo>
                  <a:lnTo>
                    <a:pt x="15764" y="3947"/>
                  </a:lnTo>
                  <a:lnTo>
                    <a:pt x="17100" y="4807"/>
                  </a:lnTo>
                  <a:lnTo>
                    <a:pt x="17973" y="7678"/>
                  </a:lnTo>
                  <a:lnTo>
                    <a:pt x="17327" y="9104"/>
                  </a:lnTo>
                  <a:lnTo>
                    <a:pt x="16706" y="9311"/>
                  </a:lnTo>
                  <a:lnTo>
                    <a:pt x="14704" y="8134"/>
                  </a:lnTo>
                  <a:lnTo>
                    <a:pt x="12834" y="9026"/>
                  </a:lnTo>
                  <a:lnTo>
                    <a:pt x="12282" y="10212"/>
                  </a:lnTo>
                  <a:lnTo>
                    <a:pt x="11918" y="12844"/>
                  </a:lnTo>
                  <a:lnTo>
                    <a:pt x="10308" y="14252"/>
                  </a:lnTo>
                  <a:lnTo>
                    <a:pt x="9556" y="12659"/>
                  </a:lnTo>
                  <a:lnTo>
                    <a:pt x="7596" y="11522"/>
                  </a:lnTo>
                  <a:lnTo>
                    <a:pt x="6894" y="13196"/>
                  </a:lnTo>
                  <a:lnTo>
                    <a:pt x="5510" y="12748"/>
                  </a:lnTo>
                  <a:lnTo>
                    <a:pt x="4225" y="13421"/>
                  </a:lnTo>
                  <a:lnTo>
                    <a:pt x="2434" y="13020"/>
                  </a:lnTo>
                  <a:lnTo>
                    <a:pt x="552" y="10131"/>
                  </a:lnTo>
                  <a:lnTo>
                    <a:pt x="0" y="8795"/>
                  </a:lnTo>
                  <a:lnTo>
                    <a:pt x="436" y="6388"/>
                  </a:lnTo>
                  <a:lnTo>
                    <a:pt x="1113" y="4619"/>
                  </a:lnTo>
                  <a:lnTo>
                    <a:pt x="6258" y="2109"/>
                  </a:lnTo>
                  <a:lnTo>
                    <a:pt x="9009" y="0"/>
                  </a:lnTo>
                  <a:lnTo>
                    <a:pt x="11239" y="372"/>
                  </a:lnTo>
                  <a:lnTo>
                    <a:pt x="11858" y="819"/>
                  </a:lnTo>
                  <a:lnTo>
                    <a:pt x="12432" y="1890"/>
                  </a:lnTo>
                  <a:lnTo>
                    <a:pt x="12008" y="38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4910491" y="4443873"/>
              <a:ext cx="1623" cy="9052"/>
            </a:xfrm>
            <a:custGeom>
              <a:avLst/>
              <a:pathLst>
                <a:path w="1623" h="9052">
                  <a:moveTo>
                    <a:pt x="1623" y="917"/>
                  </a:moveTo>
                  <a:lnTo>
                    <a:pt x="646" y="9052"/>
                  </a:lnTo>
                  <a:lnTo>
                    <a:pt x="349" y="8896"/>
                  </a:lnTo>
                  <a:lnTo>
                    <a:pt x="0" y="7672"/>
                  </a:lnTo>
                  <a:lnTo>
                    <a:pt x="57" y="2963"/>
                  </a:lnTo>
                  <a:lnTo>
                    <a:pt x="450" y="0"/>
                  </a:lnTo>
                  <a:lnTo>
                    <a:pt x="1431" y="5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4910142" y="4432777"/>
              <a:ext cx="1155" cy="8896"/>
            </a:xfrm>
            <a:custGeom>
              <a:avLst/>
              <a:pathLst>
                <a:path w="1155" h="8896">
                  <a:moveTo>
                    <a:pt x="879" y="8454"/>
                  </a:moveTo>
                  <a:lnTo>
                    <a:pt x="634" y="8896"/>
                  </a:lnTo>
                  <a:lnTo>
                    <a:pt x="130" y="6071"/>
                  </a:lnTo>
                  <a:lnTo>
                    <a:pt x="0" y="3220"/>
                  </a:lnTo>
                  <a:lnTo>
                    <a:pt x="168" y="577"/>
                  </a:lnTo>
                  <a:lnTo>
                    <a:pt x="763" y="0"/>
                  </a:lnTo>
                  <a:lnTo>
                    <a:pt x="1155" y="242"/>
                  </a:lnTo>
                  <a:lnTo>
                    <a:pt x="696" y="50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4450736" y="4388168"/>
              <a:ext cx="3120" cy="16970"/>
            </a:xfrm>
            <a:custGeom>
              <a:avLst/>
              <a:pathLst>
                <a:path w="3120" h="16970">
                  <a:moveTo>
                    <a:pt x="3120" y="15747"/>
                  </a:moveTo>
                  <a:lnTo>
                    <a:pt x="2818" y="16970"/>
                  </a:lnTo>
                  <a:lnTo>
                    <a:pt x="636" y="7768"/>
                  </a:lnTo>
                  <a:lnTo>
                    <a:pt x="0" y="1465"/>
                  </a:lnTo>
                  <a:lnTo>
                    <a:pt x="441" y="334"/>
                  </a:lnTo>
                  <a:lnTo>
                    <a:pt x="842" y="0"/>
                  </a:lnTo>
                  <a:lnTo>
                    <a:pt x="2135" y="8711"/>
                  </a:lnTo>
                  <a:lnTo>
                    <a:pt x="2536" y="10708"/>
                  </a:lnTo>
                  <a:lnTo>
                    <a:pt x="2539" y="12757"/>
                  </a:lnTo>
                  <a:lnTo>
                    <a:pt x="2726" y="134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4905732" y="4364786"/>
              <a:ext cx="4344" cy="31009"/>
            </a:xfrm>
            <a:custGeom>
              <a:avLst/>
              <a:pathLst>
                <a:path w="4344" h="31009">
                  <a:moveTo>
                    <a:pt x="1144" y="30195"/>
                  </a:moveTo>
                  <a:lnTo>
                    <a:pt x="854" y="31009"/>
                  </a:lnTo>
                  <a:lnTo>
                    <a:pt x="343" y="29549"/>
                  </a:lnTo>
                  <a:lnTo>
                    <a:pt x="0" y="24302"/>
                  </a:lnTo>
                  <a:lnTo>
                    <a:pt x="253" y="21261"/>
                  </a:lnTo>
                  <a:lnTo>
                    <a:pt x="850" y="18479"/>
                  </a:lnTo>
                  <a:lnTo>
                    <a:pt x="954" y="16941"/>
                  </a:lnTo>
                  <a:lnTo>
                    <a:pt x="697" y="13718"/>
                  </a:lnTo>
                  <a:lnTo>
                    <a:pt x="2414" y="10094"/>
                  </a:lnTo>
                  <a:lnTo>
                    <a:pt x="2848" y="8180"/>
                  </a:lnTo>
                  <a:lnTo>
                    <a:pt x="3012" y="5722"/>
                  </a:lnTo>
                  <a:lnTo>
                    <a:pt x="2380" y="3064"/>
                  </a:lnTo>
                  <a:lnTo>
                    <a:pt x="1897" y="2539"/>
                  </a:lnTo>
                  <a:lnTo>
                    <a:pt x="2319" y="1061"/>
                  </a:lnTo>
                  <a:lnTo>
                    <a:pt x="2798" y="314"/>
                  </a:lnTo>
                  <a:lnTo>
                    <a:pt x="3182" y="0"/>
                  </a:lnTo>
                  <a:lnTo>
                    <a:pt x="3468" y="277"/>
                  </a:lnTo>
                  <a:lnTo>
                    <a:pt x="3648" y="5505"/>
                  </a:lnTo>
                  <a:lnTo>
                    <a:pt x="4344" y="7352"/>
                  </a:lnTo>
                  <a:lnTo>
                    <a:pt x="4241" y="9874"/>
                  </a:lnTo>
                  <a:lnTo>
                    <a:pt x="1870" y="23163"/>
                  </a:lnTo>
                  <a:lnTo>
                    <a:pt x="1216" y="281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4883664" y="4327307"/>
              <a:ext cx="2980" cy="9314"/>
            </a:xfrm>
            <a:custGeom>
              <a:avLst/>
              <a:pathLst>
                <a:path w="2980" h="9314">
                  <a:moveTo>
                    <a:pt x="1286" y="894"/>
                  </a:moveTo>
                  <a:lnTo>
                    <a:pt x="1674" y="1644"/>
                  </a:lnTo>
                  <a:lnTo>
                    <a:pt x="2029" y="1552"/>
                  </a:lnTo>
                  <a:lnTo>
                    <a:pt x="2348" y="2043"/>
                  </a:lnTo>
                  <a:lnTo>
                    <a:pt x="2220" y="3970"/>
                  </a:lnTo>
                  <a:lnTo>
                    <a:pt x="2736" y="6143"/>
                  </a:lnTo>
                  <a:lnTo>
                    <a:pt x="2980" y="7675"/>
                  </a:lnTo>
                  <a:lnTo>
                    <a:pt x="2591" y="8916"/>
                  </a:lnTo>
                  <a:lnTo>
                    <a:pt x="2327" y="9314"/>
                  </a:lnTo>
                  <a:lnTo>
                    <a:pt x="1713" y="8278"/>
                  </a:lnTo>
                  <a:lnTo>
                    <a:pt x="0" y="205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4877181" y="4290376"/>
              <a:ext cx="981" cy="3367"/>
            </a:xfrm>
            <a:custGeom>
              <a:avLst/>
              <a:pathLst>
                <a:path w="981" h="3367">
                  <a:moveTo>
                    <a:pt x="616" y="3304"/>
                  </a:moveTo>
                  <a:lnTo>
                    <a:pt x="296" y="3367"/>
                  </a:lnTo>
                  <a:lnTo>
                    <a:pt x="0" y="2865"/>
                  </a:lnTo>
                  <a:lnTo>
                    <a:pt x="252" y="1688"/>
                  </a:lnTo>
                  <a:lnTo>
                    <a:pt x="296" y="0"/>
                  </a:lnTo>
                  <a:lnTo>
                    <a:pt x="670" y="519"/>
                  </a:lnTo>
                  <a:lnTo>
                    <a:pt x="981" y="28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4870449" y="4285589"/>
              <a:ext cx="667" cy="5156"/>
            </a:xfrm>
            <a:custGeom>
              <a:avLst/>
              <a:pathLst>
                <a:path w="667" h="5156">
                  <a:moveTo>
                    <a:pt x="667" y="4264"/>
                  </a:moveTo>
                  <a:lnTo>
                    <a:pt x="273" y="5156"/>
                  </a:lnTo>
                  <a:lnTo>
                    <a:pt x="0" y="3003"/>
                  </a:lnTo>
                  <a:lnTo>
                    <a:pt x="66" y="747"/>
                  </a:lnTo>
                  <a:lnTo>
                    <a:pt x="485" y="0"/>
                  </a:lnTo>
                  <a:lnTo>
                    <a:pt x="663" y="29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4477993" y="4244789"/>
              <a:ext cx="1692" cy="5852"/>
            </a:xfrm>
            <a:custGeom>
              <a:avLst/>
              <a:pathLst>
                <a:path w="1692" h="5852">
                  <a:moveTo>
                    <a:pt x="1562" y="3540"/>
                  </a:moveTo>
                  <a:lnTo>
                    <a:pt x="902" y="5852"/>
                  </a:lnTo>
                  <a:lnTo>
                    <a:pt x="107" y="5396"/>
                  </a:lnTo>
                  <a:lnTo>
                    <a:pt x="0" y="4230"/>
                  </a:lnTo>
                  <a:lnTo>
                    <a:pt x="519" y="2314"/>
                  </a:lnTo>
                  <a:lnTo>
                    <a:pt x="1430" y="0"/>
                  </a:lnTo>
                  <a:lnTo>
                    <a:pt x="1692" y="14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4859881" y="4229587"/>
              <a:ext cx="1208" cy="4403"/>
            </a:xfrm>
            <a:custGeom>
              <a:avLst/>
              <a:pathLst>
                <a:path w="1208" h="4403">
                  <a:moveTo>
                    <a:pt x="1190" y="4077"/>
                  </a:moveTo>
                  <a:lnTo>
                    <a:pt x="920" y="4403"/>
                  </a:lnTo>
                  <a:lnTo>
                    <a:pt x="551" y="4380"/>
                  </a:lnTo>
                  <a:lnTo>
                    <a:pt x="0" y="3846"/>
                  </a:lnTo>
                  <a:lnTo>
                    <a:pt x="478" y="0"/>
                  </a:lnTo>
                  <a:lnTo>
                    <a:pt x="744" y="2008"/>
                  </a:lnTo>
                  <a:lnTo>
                    <a:pt x="1208" y="36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4859290" y="4226361"/>
              <a:ext cx="919" cy="3249"/>
            </a:xfrm>
            <a:custGeom>
              <a:avLst/>
              <a:pathLst>
                <a:path w="919" h="3249">
                  <a:moveTo>
                    <a:pt x="552" y="3119"/>
                  </a:moveTo>
                  <a:lnTo>
                    <a:pt x="301" y="3249"/>
                  </a:lnTo>
                  <a:lnTo>
                    <a:pt x="0" y="2931"/>
                  </a:lnTo>
                  <a:lnTo>
                    <a:pt x="221" y="1702"/>
                  </a:lnTo>
                  <a:lnTo>
                    <a:pt x="508" y="727"/>
                  </a:lnTo>
                  <a:lnTo>
                    <a:pt x="919" y="0"/>
                  </a:lnTo>
                  <a:lnTo>
                    <a:pt x="787" y="26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4827631" y="4172627"/>
              <a:ext cx="2761" cy="7649"/>
            </a:xfrm>
            <a:custGeom>
              <a:avLst/>
              <a:pathLst>
                <a:path w="2761" h="7649">
                  <a:moveTo>
                    <a:pt x="2038" y="158"/>
                  </a:moveTo>
                  <a:lnTo>
                    <a:pt x="2271" y="2960"/>
                  </a:lnTo>
                  <a:lnTo>
                    <a:pt x="2761" y="5147"/>
                  </a:lnTo>
                  <a:lnTo>
                    <a:pt x="2591" y="6582"/>
                  </a:lnTo>
                  <a:lnTo>
                    <a:pt x="2271" y="7649"/>
                  </a:lnTo>
                  <a:lnTo>
                    <a:pt x="1553" y="6645"/>
                  </a:lnTo>
                  <a:lnTo>
                    <a:pt x="1050" y="4048"/>
                  </a:lnTo>
                  <a:lnTo>
                    <a:pt x="197" y="1965"/>
                  </a:lnTo>
                  <a:lnTo>
                    <a:pt x="0" y="764"/>
                  </a:lnTo>
                  <a:lnTo>
                    <a:pt x="998" y="865"/>
                  </a:lnTo>
                  <a:lnTo>
                    <a:pt x="1499" y="458"/>
                  </a:lnTo>
                  <a:lnTo>
                    <a:pt x="170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4751656" y="4136121"/>
              <a:ext cx="1847" cy="4172"/>
            </a:xfrm>
            <a:custGeom>
              <a:avLst/>
              <a:pathLst>
                <a:path w="1847" h="4172">
                  <a:moveTo>
                    <a:pt x="578" y="3667"/>
                  </a:moveTo>
                  <a:lnTo>
                    <a:pt x="152" y="4172"/>
                  </a:lnTo>
                  <a:lnTo>
                    <a:pt x="0" y="2960"/>
                  </a:lnTo>
                  <a:lnTo>
                    <a:pt x="578" y="1734"/>
                  </a:lnTo>
                  <a:lnTo>
                    <a:pt x="960" y="0"/>
                  </a:lnTo>
                  <a:lnTo>
                    <a:pt x="1724" y="1523"/>
                  </a:lnTo>
                  <a:lnTo>
                    <a:pt x="1847" y="30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4748697" y="4118533"/>
              <a:ext cx="6246" cy="10238"/>
            </a:xfrm>
            <a:custGeom>
              <a:avLst/>
              <a:pathLst>
                <a:path w="6246" h="10238">
                  <a:moveTo>
                    <a:pt x="4089" y="5254"/>
                  </a:moveTo>
                  <a:lnTo>
                    <a:pt x="3212" y="7854"/>
                  </a:lnTo>
                  <a:lnTo>
                    <a:pt x="2768" y="7488"/>
                  </a:lnTo>
                  <a:lnTo>
                    <a:pt x="2346" y="8905"/>
                  </a:lnTo>
                  <a:lnTo>
                    <a:pt x="1536" y="9580"/>
                  </a:lnTo>
                  <a:lnTo>
                    <a:pt x="1037" y="9557"/>
                  </a:lnTo>
                  <a:lnTo>
                    <a:pt x="135" y="10238"/>
                  </a:lnTo>
                  <a:lnTo>
                    <a:pt x="0" y="9415"/>
                  </a:lnTo>
                  <a:lnTo>
                    <a:pt x="170" y="6815"/>
                  </a:lnTo>
                  <a:lnTo>
                    <a:pt x="920" y="3909"/>
                  </a:lnTo>
                  <a:lnTo>
                    <a:pt x="1650" y="2129"/>
                  </a:lnTo>
                  <a:lnTo>
                    <a:pt x="3534" y="1278"/>
                  </a:lnTo>
                  <a:lnTo>
                    <a:pt x="4999" y="0"/>
                  </a:lnTo>
                  <a:lnTo>
                    <a:pt x="5187" y="236"/>
                  </a:lnTo>
                  <a:lnTo>
                    <a:pt x="6246" y="3537"/>
                  </a:lnTo>
                  <a:lnTo>
                    <a:pt x="4678" y="396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4723658" y="4094882"/>
              <a:ext cx="1714" cy="6784"/>
            </a:xfrm>
            <a:custGeom>
              <a:avLst/>
              <a:pathLst>
                <a:path w="1714" h="6784">
                  <a:moveTo>
                    <a:pt x="1714" y="5416"/>
                  </a:moveTo>
                  <a:lnTo>
                    <a:pt x="1228" y="6784"/>
                  </a:lnTo>
                  <a:lnTo>
                    <a:pt x="610" y="5347"/>
                  </a:lnTo>
                  <a:lnTo>
                    <a:pt x="481" y="3875"/>
                  </a:lnTo>
                  <a:lnTo>
                    <a:pt x="0" y="3454"/>
                  </a:lnTo>
                  <a:lnTo>
                    <a:pt x="235" y="2094"/>
                  </a:lnTo>
                  <a:lnTo>
                    <a:pt x="489" y="1702"/>
                  </a:lnTo>
                  <a:lnTo>
                    <a:pt x="759" y="0"/>
                  </a:lnTo>
                  <a:lnTo>
                    <a:pt x="1383" y="2011"/>
                  </a:lnTo>
                  <a:lnTo>
                    <a:pt x="1458" y="42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4718663" y="4093076"/>
              <a:ext cx="1244" cy="2917"/>
            </a:xfrm>
            <a:custGeom>
              <a:avLst/>
              <a:pathLst>
                <a:path w="1244" h="2917">
                  <a:moveTo>
                    <a:pt x="1002" y="2793"/>
                  </a:moveTo>
                  <a:lnTo>
                    <a:pt x="322" y="2917"/>
                  </a:lnTo>
                  <a:lnTo>
                    <a:pt x="130" y="2767"/>
                  </a:lnTo>
                  <a:lnTo>
                    <a:pt x="0" y="1460"/>
                  </a:lnTo>
                  <a:lnTo>
                    <a:pt x="225" y="279"/>
                  </a:lnTo>
                  <a:lnTo>
                    <a:pt x="946" y="0"/>
                  </a:lnTo>
                  <a:lnTo>
                    <a:pt x="1244" y="3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4722556" y="4092155"/>
              <a:ext cx="506" cy="3687"/>
            </a:xfrm>
            <a:custGeom>
              <a:avLst/>
              <a:pathLst>
                <a:path w="506" h="3687">
                  <a:moveTo>
                    <a:pt x="194" y="3468"/>
                  </a:moveTo>
                  <a:lnTo>
                    <a:pt x="13" y="3687"/>
                  </a:lnTo>
                  <a:lnTo>
                    <a:pt x="0" y="1226"/>
                  </a:lnTo>
                  <a:lnTo>
                    <a:pt x="355" y="0"/>
                  </a:lnTo>
                  <a:lnTo>
                    <a:pt x="506" y="25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4582171" y="4085209"/>
              <a:ext cx="1388" cy="4807"/>
            </a:xfrm>
            <a:custGeom>
              <a:avLst/>
              <a:pathLst>
                <a:path w="1388" h="4807">
                  <a:moveTo>
                    <a:pt x="1299" y="3973"/>
                  </a:moveTo>
                  <a:lnTo>
                    <a:pt x="871" y="4807"/>
                  </a:lnTo>
                  <a:lnTo>
                    <a:pt x="470" y="4550"/>
                  </a:lnTo>
                  <a:lnTo>
                    <a:pt x="464" y="3396"/>
                  </a:lnTo>
                  <a:lnTo>
                    <a:pt x="0" y="2152"/>
                  </a:lnTo>
                  <a:lnTo>
                    <a:pt x="241" y="738"/>
                  </a:lnTo>
                  <a:lnTo>
                    <a:pt x="414" y="0"/>
                  </a:lnTo>
                  <a:lnTo>
                    <a:pt x="772" y="83"/>
                  </a:lnTo>
                  <a:lnTo>
                    <a:pt x="928" y="1281"/>
                  </a:lnTo>
                  <a:lnTo>
                    <a:pt x="1388" y="26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4589080" y="4061233"/>
              <a:ext cx="1222" cy="5485"/>
            </a:xfrm>
            <a:custGeom>
              <a:avLst/>
              <a:pathLst>
                <a:path w="1222" h="5485">
                  <a:moveTo>
                    <a:pt x="1222" y="3647"/>
                  </a:moveTo>
                  <a:lnTo>
                    <a:pt x="494" y="5485"/>
                  </a:lnTo>
                  <a:lnTo>
                    <a:pt x="0" y="4008"/>
                  </a:lnTo>
                  <a:lnTo>
                    <a:pt x="297" y="1061"/>
                  </a:lnTo>
                  <a:lnTo>
                    <a:pt x="780" y="0"/>
                  </a:lnTo>
                  <a:lnTo>
                    <a:pt x="1214" y="554"/>
                  </a:lnTo>
                  <a:lnTo>
                    <a:pt x="1162" y="28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4716763" y="4038179"/>
              <a:ext cx="6987" cy="18237"/>
            </a:xfrm>
            <a:custGeom>
              <a:avLst/>
              <a:pathLst>
                <a:path w="6987" h="18237">
                  <a:moveTo>
                    <a:pt x="4305" y="3783"/>
                  </a:moveTo>
                  <a:lnTo>
                    <a:pt x="4798" y="5009"/>
                  </a:lnTo>
                  <a:lnTo>
                    <a:pt x="5326" y="4922"/>
                  </a:lnTo>
                  <a:lnTo>
                    <a:pt x="5789" y="2219"/>
                  </a:lnTo>
                  <a:lnTo>
                    <a:pt x="6078" y="2594"/>
                  </a:lnTo>
                  <a:lnTo>
                    <a:pt x="6306" y="3272"/>
                  </a:lnTo>
                  <a:lnTo>
                    <a:pt x="6473" y="4464"/>
                  </a:lnTo>
                  <a:lnTo>
                    <a:pt x="5762" y="6521"/>
                  </a:lnTo>
                  <a:lnTo>
                    <a:pt x="5444" y="6838"/>
                  </a:lnTo>
                  <a:lnTo>
                    <a:pt x="5140" y="7975"/>
                  </a:lnTo>
                  <a:lnTo>
                    <a:pt x="4654" y="11724"/>
                  </a:lnTo>
                  <a:lnTo>
                    <a:pt x="4706" y="12982"/>
                  </a:lnTo>
                  <a:lnTo>
                    <a:pt x="5127" y="14240"/>
                  </a:lnTo>
                  <a:lnTo>
                    <a:pt x="6245" y="15406"/>
                  </a:lnTo>
                  <a:lnTo>
                    <a:pt x="6795" y="14866"/>
                  </a:lnTo>
                  <a:lnTo>
                    <a:pt x="6987" y="15022"/>
                  </a:lnTo>
                  <a:lnTo>
                    <a:pt x="6766" y="16846"/>
                  </a:lnTo>
                  <a:lnTo>
                    <a:pt x="6346" y="18237"/>
                  </a:lnTo>
                  <a:lnTo>
                    <a:pt x="4857" y="17657"/>
                  </a:lnTo>
                  <a:lnTo>
                    <a:pt x="3568" y="17865"/>
                  </a:lnTo>
                  <a:lnTo>
                    <a:pt x="1420" y="16508"/>
                  </a:lnTo>
                  <a:lnTo>
                    <a:pt x="316" y="16341"/>
                  </a:lnTo>
                  <a:lnTo>
                    <a:pt x="0" y="15836"/>
                  </a:lnTo>
                  <a:lnTo>
                    <a:pt x="644" y="14762"/>
                  </a:lnTo>
                  <a:lnTo>
                    <a:pt x="1047" y="13314"/>
                  </a:lnTo>
                  <a:lnTo>
                    <a:pt x="859" y="9906"/>
                  </a:lnTo>
                  <a:lnTo>
                    <a:pt x="1013" y="5583"/>
                  </a:lnTo>
                  <a:lnTo>
                    <a:pt x="2252" y="3482"/>
                  </a:lnTo>
                  <a:lnTo>
                    <a:pt x="2808" y="1336"/>
                  </a:lnTo>
                  <a:lnTo>
                    <a:pt x="3636" y="0"/>
                  </a:lnTo>
                  <a:lnTo>
                    <a:pt x="4161" y="170"/>
                  </a:lnTo>
                  <a:lnTo>
                    <a:pt x="4094" y="14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4714342" y="4037850"/>
              <a:ext cx="1738" cy="5058"/>
            </a:xfrm>
            <a:custGeom>
              <a:avLst/>
              <a:pathLst>
                <a:path w="1738" h="5058">
                  <a:moveTo>
                    <a:pt x="1307" y="4720"/>
                  </a:moveTo>
                  <a:lnTo>
                    <a:pt x="1037" y="5058"/>
                  </a:lnTo>
                  <a:lnTo>
                    <a:pt x="4" y="4487"/>
                  </a:lnTo>
                  <a:lnTo>
                    <a:pt x="0" y="3422"/>
                  </a:lnTo>
                  <a:lnTo>
                    <a:pt x="137" y="2611"/>
                  </a:lnTo>
                  <a:lnTo>
                    <a:pt x="423" y="2126"/>
                  </a:lnTo>
                  <a:lnTo>
                    <a:pt x="1057" y="0"/>
                  </a:lnTo>
                  <a:lnTo>
                    <a:pt x="1534" y="1237"/>
                  </a:lnTo>
                  <a:lnTo>
                    <a:pt x="1738" y="37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4715001" y="3972877"/>
              <a:ext cx="3395" cy="6230"/>
            </a:xfrm>
            <a:custGeom>
              <a:avLst/>
              <a:pathLst>
                <a:path w="3395" h="6230">
                  <a:moveTo>
                    <a:pt x="1798" y="4031"/>
                  </a:moveTo>
                  <a:lnTo>
                    <a:pt x="0" y="6230"/>
                  </a:lnTo>
                  <a:lnTo>
                    <a:pt x="989" y="3266"/>
                  </a:lnTo>
                  <a:lnTo>
                    <a:pt x="3054" y="626"/>
                  </a:lnTo>
                  <a:lnTo>
                    <a:pt x="3395" y="0"/>
                  </a:lnTo>
                  <a:lnTo>
                    <a:pt x="3295" y="1281"/>
                  </a:lnTo>
                  <a:lnTo>
                    <a:pt x="2261" y="34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4645312" y="3969062"/>
              <a:ext cx="6392" cy="14739"/>
            </a:xfrm>
            <a:custGeom>
              <a:avLst/>
              <a:pathLst>
                <a:path w="6392" h="14739">
                  <a:moveTo>
                    <a:pt x="4724" y="10119"/>
                  </a:moveTo>
                  <a:lnTo>
                    <a:pt x="5661" y="10824"/>
                  </a:lnTo>
                  <a:lnTo>
                    <a:pt x="6093" y="11828"/>
                  </a:lnTo>
                  <a:lnTo>
                    <a:pt x="6353" y="12895"/>
                  </a:lnTo>
                  <a:lnTo>
                    <a:pt x="6392" y="14177"/>
                  </a:lnTo>
                  <a:lnTo>
                    <a:pt x="5215" y="14739"/>
                  </a:lnTo>
                  <a:lnTo>
                    <a:pt x="3114" y="12852"/>
                  </a:lnTo>
                  <a:lnTo>
                    <a:pt x="999" y="14410"/>
                  </a:lnTo>
                  <a:lnTo>
                    <a:pt x="378" y="14439"/>
                  </a:lnTo>
                  <a:lnTo>
                    <a:pt x="0" y="13311"/>
                  </a:lnTo>
                  <a:lnTo>
                    <a:pt x="327" y="10163"/>
                  </a:lnTo>
                  <a:lnTo>
                    <a:pt x="1087" y="10645"/>
                  </a:lnTo>
                  <a:lnTo>
                    <a:pt x="1752" y="9496"/>
                  </a:lnTo>
                  <a:lnTo>
                    <a:pt x="1633" y="6039"/>
                  </a:lnTo>
                  <a:lnTo>
                    <a:pt x="1244" y="4158"/>
                  </a:lnTo>
                  <a:lnTo>
                    <a:pt x="2360" y="701"/>
                  </a:lnTo>
                  <a:lnTo>
                    <a:pt x="2857" y="0"/>
                  </a:lnTo>
                  <a:lnTo>
                    <a:pt x="3361" y="5"/>
                  </a:lnTo>
                  <a:lnTo>
                    <a:pt x="3787" y="2461"/>
                  </a:lnTo>
                  <a:lnTo>
                    <a:pt x="3888" y="5113"/>
                  </a:lnTo>
                  <a:lnTo>
                    <a:pt x="4423" y="75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4649006" y="3964442"/>
              <a:ext cx="13286" cy="22043"/>
            </a:xfrm>
            <a:custGeom>
              <a:avLst/>
              <a:pathLst>
                <a:path w="13286" h="22043">
                  <a:moveTo>
                    <a:pt x="2842" y="5779"/>
                  </a:moveTo>
                  <a:lnTo>
                    <a:pt x="4357" y="6025"/>
                  </a:lnTo>
                  <a:lnTo>
                    <a:pt x="6179" y="3806"/>
                  </a:lnTo>
                  <a:lnTo>
                    <a:pt x="7027" y="4709"/>
                  </a:lnTo>
                  <a:lnTo>
                    <a:pt x="7431" y="4547"/>
                  </a:lnTo>
                  <a:lnTo>
                    <a:pt x="8767" y="2441"/>
                  </a:lnTo>
                  <a:lnTo>
                    <a:pt x="9636" y="1835"/>
                  </a:lnTo>
                  <a:lnTo>
                    <a:pt x="10216" y="277"/>
                  </a:lnTo>
                  <a:lnTo>
                    <a:pt x="10809" y="1962"/>
                  </a:lnTo>
                  <a:lnTo>
                    <a:pt x="12131" y="3921"/>
                  </a:lnTo>
                  <a:lnTo>
                    <a:pt x="12545" y="5970"/>
                  </a:lnTo>
                  <a:lnTo>
                    <a:pt x="13100" y="6937"/>
                  </a:lnTo>
                  <a:lnTo>
                    <a:pt x="13286" y="7577"/>
                  </a:lnTo>
                  <a:lnTo>
                    <a:pt x="12483" y="9724"/>
                  </a:lnTo>
                  <a:lnTo>
                    <a:pt x="12377" y="12038"/>
                  </a:lnTo>
                  <a:lnTo>
                    <a:pt x="11517" y="11880"/>
                  </a:lnTo>
                  <a:lnTo>
                    <a:pt x="10487" y="15674"/>
                  </a:lnTo>
                  <a:lnTo>
                    <a:pt x="6613" y="22043"/>
                  </a:lnTo>
                  <a:lnTo>
                    <a:pt x="3138" y="16604"/>
                  </a:lnTo>
                  <a:lnTo>
                    <a:pt x="1627" y="12924"/>
                  </a:lnTo>
                  <a:lnTo>
                    <a:pt x="615" y="7840"/>
                  </a:lnTo>
                  <a:lnTo>
                    <a:pt x="411" y="3679"/>
                  </a:lnTo>
                  <a:lnTo>
                    <a:pt x="0" y="1018"/>
                  </a:lnTo>
                  <a:lnTo>
                    <a:pt x="181" y="346"/>
                  </a:lnTo>
                  <a:lnTo>
                    <a:pt x="390" y="0"/>
                  </a:lnTo>
                  <a:lnTo>
                    <a:pt x="659" y="77"/>
                  </a:lnTo>
                  <a:lnTo>
                    <a:pt x="1709" y="2926"/>
                  </a:lnTo>
                  <a:lnTo>
                    <a:pt x="2171" y="37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4718878" y="3959479"/>
              <a:ext cx="2936" cy="12598"/>
            </a:xfrm>
            <a:custGeom>
              <a:avLst/>
              <a:pathLst>
                <a:path w="2936" h="12598">
                  <a:moveTo>
                    <a:pt x="872" y="10826"/>
                  </a:moveTo>
                  <a:lnTo>
                    <a:pt x="55" y="12598"/>
                  </a:lnTo>
                  <a:lnTo>
                    <a:pt x="0" y="11268"/>
                  </a:lnTo>
                  <a:lnTo>
                    <a:pt x="432" y="10206"/>
                  </a:lnTo>
                  <a:lnTo>
                    <a:pt x="1446" y="5883"/>
                  </a:lnTo>
                  <a:lnTo>
                    <a:pt x="1888" y="4879"/>
                  </a:lnTo>
                  <a:lnTo>
                    <a:pt x="2144" y="4311"/>
                  </a:lnTo>
                  <a:lnTo>
                    <a:pt x="2335" y="2726"/>
                  </a:lnTo>
                  <a:lnTo>
                    <a:pt x="2385" y="357"/>
                  </a:lnTo>
                  <a:lnTo>
                    <a:pt x="2936" y="0"/>
                  </a:lnTo>
                  <a:lnTo>
                    <a:pt x="2495" y="53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4673026" y="3958189"/>
              <a:ext cx="1650" cy="10327"/>
            </a:xfrm>
            <a:custGeom>
              <a:avLst/>
              <a:pathLst>
                <a:path w="1650" h="10327">
                  <a:moveTo>
                    <a:pt x="1244" y="9868"/>
                  </a:moveTo>
                  <a:lnTo>
                    <a:pt x="1020" y="10327"/>
                  </a:lnTo>
                  <a:lnTo>
                    <a:pt x="113" y="5756"/>
                  </a:lnTo>
                  <a:lnTo>
                    <a:pt x="369" y="4348"/>
                  </a:lnTo>
                  <a:lnTo>
                    <a:pt x="0" y="2022"/>
                  </a:lnTo>
                  <a:lnTo>
                    <a:pt x="613" y="1760"/>
                  </a:lnTo>
                  <a:lnTo>
                    <a:pt x="1079" y="0"/>
                  </a:lnTo>
                  <a:lnTo>
                    <a:pt x="1243" y="851"/>
                  </a:lnTo>
                  <a:lnTo>
                    <a:pt x="1284" y="4065"/>
                  </a:lnTo>
                  <a:lnTo>
                    <a:pt x="1650" y="59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4453876" y="3950461"/>
              <a:ext cx="459125" cy="840321"/>
            </a:xfrm>
            <a:custGeom>
              <a:avLst/>
              <a:pathLst>
                <a:path w="459125" h="840321">
                  <a:moveTo>
                    <a:pt x="340597" y="36852"/>
                  </a:moveTo>
                  <a:lnTo>
                    <a:pt x="340302" y="40439"/>
                  </a:lnTo>
                  <a:lnTo>
                    <a:pt x="339754" y="43209"/>
                  </a:lnTo>
                  <a:lnTo>
                    <a:pt x="339689" y="44874"/>
                  </a:lnTo>
                  <a:lnTo>
                    <a:pt x="339817" y="47165"/>
                  </a:lnTo>
                  <a:lnTo>
                    <a:pt x="340730" y="48871"/>
                  </a:lnTo>
                  <a:lnTo>
                    <a:pt x="341451" y="49947"/>
                  </a:lnTo>
                  <a:lnTo>
                    <a:pt x="341854" y="52937"/>
                  </a:lnTo>
                  <a:lnTo>
                    <a:pt x="343125" y="57106"/>
                  </a:lnTo>
                  <a:lnTo>
                    <a:pt x="343079" y="59949"/>
                  </a:lnTo>
                  <a:lnTo>
                    <a:pt x="343763" y="63484"/>
                  </a:lnTo>
                  <a:lnTo>
                    <a:pt x="344379" y="70539"/>
                  </a:lnTo>
                  <a:lnTo>
                    <a:pt x="344578" y="76723"/>
                  </a:lnTo>
                  <a:lnTo>
                    <a:pt x="345226" y="80855"/>
                  </a:lnTo>
                  <a:lnTo>
                    <a:pt x="344793" y="89642"/>
                  </a:lnTo>
                  <a:lnTo>
                    <a:pt x="345256" y="93241"/>
                  </a:lnTo>
                  <a:lnTo>
                    <a:pt x="345871" y="96221"/>
                  </a:lnTo>
                  <a:lnTo>
                    <a:pt x="346596" y="102157"/>
                  </a:lnTo>
                  <a:lnTo>
                    <a:pt x="347154" y="107602"/>
                  </a:lnTo>
                  <a:lnTo>
                    <a:pt x="347903" y="109146"/>
                  </a:lnTo>
                  <a:lnTo>
                    <a:pt x="349487" y="110973"/>
                  </a:lnTo>
                  <a:lnTo>
                    <a:pt x="351123" y="108953"/>
                  </a:lnTo>
                  <a:lnTo>
                    <a:pt x="352304" y="106217"/>
                  </a:lnTo>
                  <a:lnTo>
                    <a:pt x="353573" y="105551"/>
                  </a:lnTo>
                  <a:lnTo>
                    <a:pt x="355292" y="104145"/>
                  </a:lnTo>
                  <a:lnTo>
                    <a:pt x="356580" y="107776"/>
                  </a:lnTo>
                  <a:lnTo>
                    <a:pt x="357280" y="111847"/>
                  </a:lnTo>
                  <a:lnTo>
                    <a:pt x="360319" y="117220"/>
                  </a:lnTo>
                  <a:lnTo>
                    <a:pt x="362008" y="120669"/>
                  </a:lnTo>
                  <a:lnTo>
                    <a:pt x="363320" y="122617"/>
                  </a:lnTo>
                  <a:lnTo>
                    <a:pt x="364543" y="125165"/>
                  </a:lnTo>
                  <a:lnTo>
                    <a:pt x="364421" y="127713"/>
                  </a:lnTo>
                  <a:lnTo>
                    <a:pt x="364134" y="129724"/>
                  </a:lnTo>
                  <a:lnTo>
                    <a:pt x="364412" y="132869"/>
                  </a:lnTo>
                  <a:lnTo>
                    <a:pt x="364604" y="136514"/>
                  </a:lnTo>
                  <a:lnTo>
                    <a:pt x="364360" y="140929"/>
                  </a:lnTo>
                  <a:lnTo>
                    <a:pt x="365245" y="147574"/>
                  </a:lnTo>
                  <a:lnTo>
                    <a:pt x="365539" y="152878"/>
                  </a:lnTo>
                  <a:lnTo>
                    <a:pt x="366477" y="158061"/>
                  </a:lnTo>
                  <a:lnTo>
                    <a:pt x="366407" y="163394"/>
                  </a:lnTo>
                  <a:lnTo>
                    <a:pt x="366232" y="165405"/>
                  </a:lnTo>
                  <a:lnTo>
                    <a:pt x="366114" y="168394"/>
                  </a:lnTo>
                  <a:lnTo>
                    <a:pt x="366845" y="172117"/>
                  </a:lnTo>
                  <a:lnTo>
                    <a:pt x="367520" y="174864"/>
                  </a:lnTo>
                  <a:lnTo>
                    <a:pt x="368524" y="177848"/>
                  </a:lnTo>
                  <a:lnTo>
                    <a:pt x="369847" y="182381"/>
                  </a:lnTo>
                  <a:lnTo>
                    <a:pt x="370791" y="183293"/>
                  </a:lnTo>
                  <a:lnTo>
                    <a:pt x="371633" y="183357"/>
                  </a:lnTo>
                  <a:lnTo>
                    <a:pt x="371518" y="188017"/>
                  </a:lnTo>
                  <a:lnTo>
                    <a:pt x="373197" y="197202"/>
                  </a:lnTo>
                  <a:lnTo>
                    <a:pt x="374061" y="204713"/>
                  </a:lnTo>
                  <a:lnTo>
                    <a:pt x="373472" y="214822"/>
                  </a:lnTo>
                  <a:lnTo>
                    <a:pt x="372891" y="220685"/>
                  </a:lnTo>
                  <a:lnTo>
                    <a:pt x="372997" y="223554"/>
                  </a:lnTo>
                  <a:lnTo>
                    <a:pt x="375164" y="230557"/>
                  </a:lnTo>
                  <a:lnTo>
                    <a:pt x="376415" y="231853"/>
                  </a:lnTo>
                  <a:lnTo>
                    <a:pt x="376171" y="235191"/>
                  </a:lnTo>
                  <a:lnTo>
                    <a:pt x="376003" y="240348"/>
                  </a:lnTo>
                  <a:lnTo>
                    <a:pt x="376985" y="244362"/>
                  </a:lnTo>
                  <a:lnTo>
                    <a:pt x="378095" y="247366"/>
                  </a:lnTo>
                  <a:lnTo>
                    <a:pt x="379301" y="249161"/>
                  </a:lnTo>
                  <a:lnTo>
                    <a:pt x="380489" y="250578"/>
                  </a:lnTo>
                  <a:lnTo>
                    <a:pt x="382045" y="252006"/>
                  </a:lnTo>
                  <a:lnTo>
                    <a:pt x="384017" y="252606"/>
                  </a:lnTo>
                  <a:lnTo>
                    <a:pt x="385040" y="254869"/>
                  </a:lnTo>
                  <a:lnTo>
                    <a:pt x="385563" y="256658"/>
                  </a:lnTo>
                  <a:lnTo>
                    <a:pt x="387145" y="257278"/>
                  </a:lnTo>
                  <a:lnTo>
                    <a:pt x="387865" y="256946"/>
                  </a:lnTo>
                  <a:lnTo>
                    <a:pt x="388740" y="256213"/>
                  </a:lnTo>
                  <a:lnTo>
                    <a:pt x="389334" y="257431"/>
                  </a:lnTo>
                  <a:lnTo>
                    <a:pt x="389776" y="259050"/>
                  </a:lnTo>
                  <a:lnTo>
                    <a:pt x="390642" y="263442"/>
                  </a:lnTo>
                  <a:lnTo>
                    <a:pt x="392417" y="267796"/>
                  </a:lnTo>
                  <a:lnTo>
                    <a:pt x="393676" y="268524"/>
                  </a:lnTo>
                  <a:lnTo>
                    <a:pt x="394384" y="270725"/>
                  </a:lnTo>
                  <a:lnTo>
                    <a:pt x="395393" y="271325"/>
                  </a:lnTo>
                  <a:lnTo>
                    <a:pt x="396263" y="271594"/>
                  </a:lnTo>
                  <a:lnTo>
                    <a:pt x="397496" y="273285"/>
                  </a:lnTo>
                  <a:lnTo>
                    <a:pt x="399509" y="277175"/>
                  </a:lnTo>
                  <a:lnTo>
                    <a:pt x="401324" y="277807"/>
                  </a:lnTo>
                  <a:lnTo>
                    <a:pt x="402161" y="278880"/>
                  </a:lnTo>
                  <a:lnTo>
                    <a:pt x="403965" y="283145"/>
                  </a:lnTo>
                  <a:lnTo>
                    <a:pt x="404665" y="285416"/>
                  </a:lnTo>
                  <a:lnTo>
                    <a:pt x="405389" y="288798"/>
                  </a:lnTo>
                  <a:lnTo>
                    <a:pt x="404484" y="289118"/>
                  </a:lnTo>
                  <a:lnTo>
                    <a:pt x="403632" y="288411"/>
                  </a:lnTo>
                  <a:lnTo>
                    <a:pt x="403106" y="291733"/>
                  </a:lnTo>
                  <a:lnTo>
                    <a:pt x="404307" y="296327"/>
                  </a:lnTo>
                  <a:lnTo>
                    <a:pt x="405703" y="299564"/>
                  </a:lnTo>
                  <a:lnTo>
                    <a:pt x="407385" y="302990"/>
                  </a:lnTo>
                  <a:lnTo>
                    <a:pt x="409024" y="307835"/>
                  </a:lnTo>
                  <a:lnTo>
                    <a:pt x="409439" y="311531"/>
                  </a:lnTo>
                  <a:lnTo>
                    <a:pt x="409880" y="312989"/>
                  </a:lnTo>
                  <a:lnTo>
                    <a:pt x="410437" y="318206"/>
                  </a:lnTo>
                  <a:lnTo>
                    <a:pt x="411854" y="321239"/>
                  </a:lnTo>
                  <a:lnTo>
                    <a:pt x="411922" y="326756"/>
                  </a:lnTo>
                  <a:lnTo>
                    <a:pt x="412648" y="334386"/>
                  </a:lnTo>
                  <a:lnTo>
                    <a:pt x="413462" y="341300"/>
                  </a:lnTo>
                  <a:lnTo>
                    <a:pt x="414026" y="343389"/>
                  </a:lnTo>
                  <a:lnTo>
                    <a:pt x="414691" y="346704"/>
                  </a:lnTo>
                  <a:lnTo>
                    <a:pt x="415459" y="346283"/>
                  </a:lnTo>
                  <a:lnTo>
                    <a:pt x="416037" y="345207"/>
                  </a:lnTo>
                  <a:lnTo>
                    <a:pt x="417148" y="348502"/>
                  </a:lnTo>
                  <a:lnTo>
                    <a:pt x="417763" y="349959"/>
                  </a:lnTo>
                  <a:lnTo>
                    <a:pt x="418117" y="349100"/>
                  </a:lnTo>
                  <a:lnTo>
                    <a:pt x="417393" y="342792"/>
                  </a:lnTo>
                  <a:lnTo>
                    <a:pt x="417841" y="339132"/>
                  </a:lnTo>
                  <a:lnTo>
                    <a:pt x="418287" y="338662"/>
                  </a:lnTo>
                  <a:lnTo>
                    <a:pt x="418918" y="338547"/>
                  </a:lnTo>
                  <a:lnTo>
                    <a:pt x="419677" y="341531"/>
                  </a:lnTo>
                  <a:lnTo>
                    <a:pt x="420720" y="344708"/>
                  </a:lnTo>
                  <a:lnTo>
                    <a:pt x="422653" y="347544"/>
                  </a:lnTo>
                  <a:lnTo>
                    <a:pt x="424200" y="350208"/>
                  </a:lnTo>
                  <a:lnTo>
                    <a:pt x="424635" y="350110"/>
                  </a:lnTo>
                  <a:lnTo>
                    <a:pt x="424462" y="348052"/>
                  </a:lnTo>
                  <a:lnTo>
                    <a:pt x="424510" y="345034"/>
                  </a:lnTo>
                  <a:lnTo>
                    <a:pt x="425126" y="344540"/>
                  </a:lnTo>
                  <a:lnTo>
                    <a:pt x="425689" y="346044"/>
                  </a:lnTo>
                  <a:lnTo>
                    <a:pt x="426727" y="350713"/>
                  </a:lnTo>
                  <a:lnTo>
                    <a:pt x="426943" y="360368"/>
                  </a:lnTo>
                  <a:lnTo>
                    <a:pt x="426945" y="368454"/>
                  </a:lnTo>
                  <a:lnTo>
                    <a:pt x="427628" y="376770"/>
                  </a:lnTo>
                  <a:lnTo>
                    <a:pt x="428626" y="378954"/>
                  </a:lnTo>
                  <a:lnTo>
                    <a:pt x="429281" y="381018"/>
                  </a:lnTo>
                  <a:lnTo>
                    <a:pt x="430405" y="383805"/>
                  </a:lnTo>
                  <a:lnTo>
                    <a:pt x="431155" y="386405"/>
                  </a:lnTo>
                  <a:lnTo>
                    <a:pt x="432092" y="387614"/>
                  </a:lnTo>
                  <a:lnTo>
                    <a:pt x="435095" y="393152"/>
                  </a:lnTo>
                  <a:lnTo>
                    <a:pt x="435943" y="393778"/>
                  </a:lnTo>
                  <a:lnTo>
                    <a:pt x="437254" y="393919"/>
                  </a:lnTo>
                  <a:lnTo>
                    <a:pt x="438852" y="396418"/>
                  </a:lnTo>
                  <a:lnTo>
                    <a:pt x="439660" y="398724"/>
                  </a:lnTo>
                  <a:lnTo>
                    <a:pt x="441393" y="407395"/>
                  </a:lnTo>
                  <a:lnTo>
                    <a:pt x="442239" y="410443"/>
                  </a:lnTo>
                  <a:lnTo>
                    <a:pt x="443967" y="413450"/>
                  </a:lnTo>
                  <a:lnTo>
                    <a:pt x="444774" y="414431"/>
                  </a:lnTo>
                  <a:lnTo>
                    <a:pt x="445946" y="416497"/>
                  </a:lnTo>
                  <a:lnTo>
                    <a:pt x="446364" y="419498"/>
                  </a:lnTo>
                  <a:lnTo>
                    <a:pt x="446465" y="421270"/>
                  </a:lnTo>
                  <a:lnTo>
                    <a:pt x="447160" y="424464"/>
                  </a:lnTo>
                  <a:lnTo>
                    <a:pt x="448194" y="428302"/>
                  </a:lnTo>
                  <a:lnTo>
                    <a:pt x="449725" y="430434"/>
                  </a:lnTo>
                  <a:lnTo>
                    <a:pt x="451137" y="435103"/>
                  </a:lnTo>
                  <a:lnTo>
                    <a:pt x="451217" y="442681"/>
                  </a:lnTo>
                  <a:lnTo>
                    <a:pt x="451949" y="446453"/>
                  </a:lnTo>
                  <a:lnTo>
                    <a:pt x="452440" y="448051"/>
                  </a:lnTo>
                  <a:lnTo>
                    <a:pt x="453545" y="449598"/>
                  </a:lnTo>
                  <a:lnTo>
                    <a:pt x="453993" y="450824"/>
                  </a:lnTo>
                  <a:lnTo>
                    <a:pt x="453076" y="460861"/>
                  </a:lnTo>
                  <a:lnTo>
                    <a:pt x="453960" y="480922"/>
                  </a:lnTo>
                  <a:lnTo>
                    <a:pt x="453446" y="487178"/>
                  </a:lnTo>
                  <a:lnTo>
                    <a:pt x="454368" y="493391"/>
                  </a:lnTo>
                  <a:lnTo>
                    <a:pt x="456500" y="504143"/>
                  </a:lnTo>
                  <a:lnTo>
                    <a:pt x="456985" y="507957"/>
                  </a:lnTo>
                  <a:lnTo>
                    <a:pt x="457285" y="512410"/>
                  </a:lnTo>
                  <a:lnTo>
                    <a:pt x="458657" y="518089"/>
                  </a:lnTo>
                  <a:lnTo>
                    <a:pt x="458582" y="526743"/>
                  </a:lnTo>
                  <a:lnTo>
                    <a:pt x="459125" y="530869"/>
                  </a:lnTo>
                  <a:lnTo>
                    <a:pt x="458985" y="536231"/>
                  </a:lnTo>
                  <a:lnTo>
                    <a:pt x="457368" y="542014"/>
                  </a:lnTo>
                  <a:lnTo>
                    <a:pt x="456072" y="549113"/>
                  </a:lnTo>
                  <a:lnTo>
                    <a:pt x="456060" y="555204"/>
                  </a:lnTo>
                  <a:lnTo>
                    <a:pt x="455213" y="566903"/>
                  </a:lnTo>
                  <a:lnTo>
                    <a:pt x="454661" y="570039"/>
                  </a:lnTo>
                  <a:lnTo>
                    <a:pt x="454257" y="574922"/>
                  </a:lnTo>
                  <a:lnTo>
                    <a:pt x="452467" y="586727"/>
                  </a:lnTo>
                  <a:lnTo>
                    <a:pt x="452389" y="591358"/>
                  </a:lnTo>
                  <a:lnTo>
                    <a:pt x="452663" y="596884"/>
                  </a:lnTo>
                  <a:lnTo>
                    <a:pt x="452365" y="602188"/>
                  </a:lnTo>
                  <a:lnTo>
                    <a:pt x="451918" y="605798"/>
                  </a:lnTo>
                  <a:lnTo>
                    <a:pt x="451483" y="612478"/>
                  </a:lnTo>
                  <a:lnTo>
                    <a:pt x="449688" y="622864"/>
                  </a:lnTo>
                  <a:lnTo>
                    <a:pt x="447115" y="630528"/>
                  </a:lnTo>
                  <a:lnTo>
                    <a:pt x="446956" y="636360"/>
                  </a:lnTo>
                  <a:lnTo>
                    <a:pt x="446630" y="638934"/>
                  </a:lnTo>
                  <a:lnTo>
                    <a:pt x="446106" y="642152"/>
                  </a:lnTo>
                  <a:lnTo>
                    <a:pt x="444526" y="645652"/>
                  </a:lnTo>
                  <a:lnTo>
                    <a:pt x="443574" y="647164"/>
                  </a:lnTo>
                  <a:lnTo>
                    <a:pt x="443214" y="649216"/>
                  </a:lnTo>
                  <a:lnTo>
                    <a:pt x="442314" y="649216"/>
                  </a:lnTo>
                  <a:lnTo>
                    <a:pt x="442292" y="649859"/>
                  </a:lnTo>
                  <a:lnTo>
                    <a:pt x="442900" y="650503"/>
                  </a:lnTo>
                  <a:lnTo>
                    <a:pt x="442629" y="651559"/>
                  </a:lnTo>
                  <a:lnTo>
                    <a:pt x="440245" y="653417"/>
                  </a:lnTo>
                  <a:lnTo>
                    <a:pt x="438640" y="655804"/>
                  </a:lnTo>
                  <a:lnTo>
                    <a:pt x="436998" y="661641"/>
                  </a:lnTo>
                  <a:lnTo>
                    <a:pt x="436310" y="664692"/>
                  </a:lnTo>
                  <a:lnTo>
                    <a:pt x="435428" y="667620"/>
                  </a:lnTo>
                  <a:lnTo>
                    <a:pt x="434902" y="668994"/>
                  </a:lnTo>
                  <a:lnTo>
                    <a:pt x="434671" y="670469"/>
                  </a:lnTo>
                  <a:lnTo>
                    <a:pt x="434315" y="674139"/>
                  </a:lnTo>
                  <a:lnTo>
                    <a:pt x="433469" y="674800"/>
                  </a:lnTo>
                  <a:lnTo>
                    <a:pt x="432726" y="675893"/>
                  </a:lnTo>
                  <a:lnTo>
                    <a:pt x="433074" y="679391"/>
                  </a:lnTo>
                  <a:lnTo>
                    <a:pt x="432683" y="683396"/>
                  </a:lnTo>
                  <a:lnTo>
                    <a:pt x="432591" y="686109"/>
                  </a:lnTo>
                  <a:lnTo>
                    <a:pt x="432187" y="687834"/>
                  </a:lnTo>
                  <a:lnTo>
                    <a:pt x="431699" y="687214"/>
                  </a:lnTo>
                  <a:lnTo>
                    <a:pt x="431315" y="687491"/>
                  </a:lnTo>
                  <a:lnTo>
                    <a:pt x="430826" y="688432"/>
                  </a:lnTo>
                  <a:lnTo>
                    <a:pt x="431580" y="688726"/>
                  </a:lnTo>
                  <a:lnTo>
                    <a:pt x="432038" y="689153"/>
                  </a:lnTo>
                  <a:lnTo>
                    <a:pt x="430430" y="693078"/>
                  </a:lnTo>
                  <a:lnTo>
                    <a:pt x="428958" y="697054"/>
                  </a:lnTo>
                  <a:lnTo>
                    <a:pt x="428585" y="699700"/>
                  </a:lnTo>
                  <a:lnTo>
                    <a:pt x="427947" y="703024"/>
                  </a:lnTo>
                  <a:lnTo>
                    <a:pt x="427386" y="710415"/>
                  </a:lnTo>
                  <a:lnTo>
                    <a:pt x="426922" y="714639"/>
                  </a:lnTo>
                  <a:lnTo>
                    <a:pt x="427242" y="717643"/>
                  </a:lnTo>
                  <a:lnTo>
                    <a:pt x="427190" y="718206"/>
                  </a:lnTo>
                  <a:lnTo>
                    <a:pt x="426849" y="718428"/>
                  </a:lnTo>
                  <a:lnTo>
                    <a:pt x="426639" y="718035"/>
                  </a:lnTo>
                  <a:lnTo>
                    <a:pt x="425972" y="719063"/>
                  </a:lnTo>
                  <a:lnTo>
                    <a:pt x="425786" y="720090"/>
                  </a:lnTo>
                  <a:lnTo>
                    <a:pt x="426066" y="721363"/>
                  </a:lnTo>
                  <a:lnTo>
                    <a:pt x="426254" y="721801"/>
                  </a:lnTo>
                  <a:lnTo>
                    <a:pt x="426169" y="722410"/>
                  </a:lnTo>
                  <a:lnTo>
                    <a:pt x="425892" y="723077"/>
                  </a:lnTo>
                  <a:lnTo>
                    <a:pt x="425258" y="723074"/>
                  </a:lnTo>
                  <a:lnTo>
                    <a:pt x="424497" y="724156"/>
                  </a:lnTo>
                  <a:lnTo>
                    <a:pt x="422302" y="735087"/>
                  </a:lnTo>
                  <a:lnTo>
                    <a:pt x="421371" y="737987"/>
                  </a:lnTo>
                  <a:lnTo>
                    <a:pt x="420271" y="742457"/>
                  </a:lnTo>
                  <a:lnTo>
                    <a:pt x="419853" y="746505"/>
                  </a:lnTo>
                  <a:lnTo>
                    <a:pt x="419517" y="750932"/>
                  </a:lnTo>
                  <a:lnTo>
                    <a:pt x="419136" y="758386"/>
                  </a:lnTo>
                  <a:lnTo>
                    <a:pt x="418766" y="763637"/>
                  </a:lnTo>
                  <a:lnTo>
                    <a:pt x="417919" y="768731"/>
                  </a:lnTo>
                  <a:lnTo>
                    <a:pt x="417602" y="772358"/>
                  </a:lnTo>
                  <a:lnTo>
                    <a:pt x="417492" y="779295"/>
                  </a:lnTo>
                  <a:lnTo>
                    <a:pt x="417898" y="784558"/>
                  </a:lnTo>
                  <a:lnTo>
                    <a:pt x="417632" y="787355"/>
                  </a:lnTo>
                  <a:lnTo>
                    <a:pt x="417625" y="790038"/>
                  </a:lnTo>
                  <a:lnTo>
                    <a:pt x="417289" y="792540"/>
                  </a:lnTo>
                  <a:lnTo>
                    <a:pt x="415889" y="793111"/>
                  </a:lnTo>
                  <a:lnTo>
                    <a:pt x="414749" y="795155"/>
                  </a:lnTo>
                  <a:lnTo>
                    <a:pt x="413119" y="798493"/>
                  </a:lnTo>
                  <a:lnTo>
                    <a:pt x="412158" y="799711"/>
                  </a:lnTo>
                  <a:lnTo>
                    <a:pt x="410087" y="800626"/>
                  </a:lnTo>
                  <a:lnTo>
                    <a:pt x="406061" y="800222"/>
                  </a:lnTo>
                  <a:lnTo>
                    <a:pt x="398323" y="801468"/>
                  </a:lnTo>
                  <a:lnTo>
                    <a:pt x="396826" y="802219"/>
                  </a:lnTo>
                  <a:lnTo>
                    <a:pt x="393943" y="804527"/>
                  </a:lnTo>
                  <a:lnTo>
                    <a:pt x="391157" y="808117"/>
                  </a:lnTo>
                  <a:lnTo>
                    <a:pt x="388479" y="812947"/>
                  </a:lnTo>
                  <a:lnTo>
                    <a:pt x="382361" y="826077"/>
                  </a:lnTo>
                  <a:lnTo>
                    <a:pt x="377580" y="827506"/>
                  </a:lnTo>
                  <a:lnTo>
                    <a:pt x="376677" y="827506"/>
                  </a:lnTo>
                  <a:lnTo>
                    <a:pt x="375954" y="827151"/>
                  </a:lnTo>
                  <a:lnTo>
                    <a:pt x="375101" y="827967"/>
                  </a:lnTo>
                  <a:lnTo>
                    <a:pt x="375087" y="829600"/>
                  </a:lnTo>
                  <a:lnTo>
                    <a:pt x="375874" y="831300"/>
                  </a:lnTo>
                  <a:lnTo>
                    <a:pt x="376454" y="832896"/>
                  </a:lnTo>
                  <a:lnTo>
                    <a:pt x="377480" y="830691"/>
                  </a:lnTo>
                  <a:lnTo>
                    <a:pt x="377930" y="831303"/>
                  </a:lnTo>
                  <a:lnTo>
                    <a:pt x="378101" y="835369"/>
                  </a:lnTo>
                  <a:lnTo>
                    <a:pt x="378125" y="837943"/>
                  </a:lnTo>
                  <a:lnTo>
                    <a:pt x="377817" y="839340"/>
                  </a:lnTo>
                  <a:lnTo>
                    <a:pt x="377174" y="840321"/>
                  </a:lnTo>
                  <a:lnTo>
                    <a:pt x="376493" y="839680"/>
                  </a:lnTo>
                  <a:lnTo>
                    <a:pt x="376402" y="838286"/>
                  </a:lnTo>
                  <a:lnTo>
                    <a:pt x="375519" y="834971"/>
                  </a:lnTo>
                  <a:lnTo>
                    <a:pt x="374430" y="832053"/>
                  </a:lnTo>
                  <a:lnTo>
                    <a:pt x="373425" y="831118"/>
                  </a:lnTo>
                  <a:lnTo>
                    <a:pt x="372838" y="832094"/>
                  </a:lnTo>
                  <a:lnTo>
                    <a:pt x="371897" y="833118"/>
                  </a:lnTo>
                  <a:lnTo>
                    <a:pt x="371105" y="829401"/>
                  </a:lnTo>
                  <a:lnTo>
                    <a:pt x="370256" y="826181"/>
                  </a:lnTo>
                  <a:lnTo>
                    <a:pt x="369133" y="825846"/>
                  </a:lnTo>
                  <a:lnTo>
                    <a:pt x="368161" y="825881"/>
                  </a:lnTo>
                  <a:lnTo>
                    <a:pt x="367355" y="824487"/>
                  </a:lnTo>
                  <a:lnTo>
                    <a:pt x="365787" y="822291"/>
                  </a:lnTo>
                  <a:lnTo>
                    <a:pt x="366093" y="820577"/>
                  </a:lnTo>
                  <a:lnTo>
                    <a:pt x="366531" y="818774"/>
                  </a:lnTo>
                  <a:lnTo>
                    <a:pt x="367433" y="818110"/>
                  </a:lnTo>
                  <a:lnTo>
                    <a:pt x="367162" y="815674"/>
                  </a:lnTo>
                  <a:lnTo>
                    <a:pt x="366679" y="813675"/>
                  </a:lnTo>
                  <a:lnTo>
                    <a:pt x="365437" y="813141"/>
                  </a:lnTo>
                  <a:lnTo>
                    <a:pt x="364601" y="813493"/>
                  </a:lnTo>
                  <a:lnTo>
                    <a:pt x="364103" y="815077"/>
                  </a:lnTo>
                  <a:lnTo>
                    <a:pt x="363447" y="817807"/>
                  </a:lnTo>
                  <a:lnTo>
                    <a:pt x="360817" y="821270"/>
                  </a:lnTo>
                  <a:lnTo>
                    <a:pt x="359542" y="819365"/>
                  </a:lnTo>
                  <a:lnTo>
                    <a:pt x="358071" y="816529"/>
                  </a:lnTo>
                  <a:lnTo>
                    <a:pt x="358781" y="816736"/>
                  </a:lnTo>
                  <a:lnTo>
                    <a:pt x="360270" y="816638"/>
                  </a:lnTo>
                  <a:lnTo>
                    <a:pt x="361505" y="814107"/>
                  </a:lnTo>
                  <a:lnTo>
                    <a:pt x="362037" y="812526"/>
                  </a:lnTo>
                  <a:lnTo>
                    <a:pt x="362638" y="809170"/>
                  </a:lnTo>
                  <a:lnTo>
                    <a:pt x="361839" y="806795"/>
                  </a:lnTo>
                  <a:lnTo>
                    <a:pt x="361104" y="805061"/>
                  </a:lnTo>
                  <a:lnTo>
                    <a:pt x="360042" y="803511"/>
                  </a:lnTo>
                  <a:lnTo>
                    <a:pt x="356035" y="808752"/>
                  </a:lnTo>
                  <a:lnTo>
                    <a:pt x="355205" y="809502"/>
                  </a:lnTo>
                  <a:lnTo>
                    <a:pt x="354412" y="810518"/>
                  </a:lnTo>
                  <a:lnTo>
                    <a:pt x="355800" y="811389"/>
                  </a:lnTo>
                  <a:lnTo>
                    <a:pt x="356614" y="811129"/>
                  </a:lnTo>
                  <a:lnTo>
                    <a:pt x="357475" y="812676"/>
                  </a:lnTo>
                  <a:lnTo>
                    <a:pt x="356094" y="814866"/>
                  </a:lnTo>
                  <a:lnTo>
                    <a:pt x="355006" y="815446"/>
                  </a:lnTo>
                  <a:lnTo>
                    <a:pt x="353653" y="816762"/>
                  </a:lnTo>
                  <a:lnTo>
                    <a:pt x="351074" y="820133"/>
                  </a:lnTo>
                  <a:lnTo>
                    <a:pt x="347783" y="827122"/>
                  </a:lnTo>
                  <a:lnTo>
                    <a:pt x="346363" y="829133"/>
                  </a:lnTo>
                  <a:lnTo>
                    <a:pt x="344685" y="830729"/>
                  </a:lnTo>
                  <a:lnTo>
                    <a:pt x="342409" y="828865"/>
                  </a:lnTo>
                  <a:lnTo>
                    <a:pt x="341137" y="828432"/>
                  </a:lnTo>
                  <a:lnTo>
                    <a:pt x="339503" y="825558"/>
                  </a:lnTo>
                  <a:lnTo>
                    <a:pt x="336751" y="823636"/>
                  </a:lnTo>
                  <a:lnTo>
                    <a:pt x="334160" y="819818"/>
                  </a:lnTo>
                  <a:lnTo>
                    <a:pt x="332386" y="817888"/>
                  </a:lnTo>
                  <a:lnTo>
                    <a:pt x="331122" y="817469"/>
                  </a:lnTo>
                  <a:lnTo>
                    <a:pt x="329341" y="818274"/>
                  </a:lnTo>
                  <a:lnTo>
                    <a:pt x="326355" y="814858"/>
                  </a:lnTo>
                  <a:lnTo>
                    <a:pt x="324087" y="814491"/>
                  </a:lnTo>
                  <a:lnTo>
                    <a:pt x="322599" y="817931"/>
                  </a:lnTo>
                  <a:lnTo>
                    <a:pt x="321439" y="817694"/>
                  </a:lnTo>
                  <a:lnTo>
                    <a:pt x="320671" y="817212"/>
                  </a:lnTo>
                  <a:lnTo>
                    <a:pt x="318283" y="811554"/>
                  </a:lnTo>
                  <a:lnTo>
                    <a:pt x="315978" y="808746"/>
                  </a:lnTo>
                  <a:lnTo>
                    <a:pt x="311621" y="807312"/>
                  </a:lnTo>
                  <a:lnTo>
                    <a:pt x="308932" y="803419"/>
                  </a:lnTo>
                  <a:lnTo>
                    <a:pt x="306907" y="795899"/>
                  </a:lnTo>
                  <a:lnTo>
                    <a:pt x="303077" y="787326"/>
                  </a:lnTo>
                  <a:lnTo>
                    <a:pt x="302049" y="784186"/>
                  </a:lnTo>
                  <a:lnTo>
                    <a:pt x="301572" y="781110"/>
                  </a:lnTo>
                  <a:lnTo>
                    <a:pt x="301529" y="778683"/>
                  </a:lnTo>
                  <a:lnTo>
                    <a:pt x="302045" y="774046"/>
                  </a:lnTo>
                  <a:lnTo>
                    <a:pt x="302756" y="769478"/>
                  </a:lnTo>
                  <a:lnTo>
                    <a:pt x="302879" y="766939"/>
                  </a:lnTo>
                  <a:lnTo>
                    <a:pt x="301421" y="758348"/>
                  </a:lnTo>
                  <a:lnTo>
                    <a:pt x="299374" y="750231"/>
                  </a:lnTo>
                  <a:lnTo>
                    <a:pt x="298434" y="747680"/>
                  </a:lnTo>
                  <a:lnTo>
                    <a:pt x="295924" y="742272"/>
                  </a:lnTo>
                  <a:lnTo>
                    <a:pt x="293571" y="738192"/>
                  </a:lnTo>
                  <a:lnTo>
                    <a:pt x="292974" y="736074"/>
                  </a:lnTo>
                  <a:lnTo>
                    <a:pt x="292791" y="734986"/>
                  </a:lnTo>
                  <a:lnTo>
                    <a:pt x="293903" y="735508"/>
                  </a:lnTo>
                  <a:lnTo>
                    <a:pt x="294421" y="733849"/>
                  </a:lnTo>
                  <a:lnTo>
                    <a:pt x="295165" y="733280"/>
                  </a:lnTo>
                  <a:lnTo>
                    <a:pt x="295761" y="735485"/>
                  </a:lnTo>
                  <a:lnTo>
                    <a:pt x="296430" y="735889"/>
                  </a:lnTo>
                  <a:lnTo>
                    <a:pt x="296460" y="732184"/>
                  </a:lnTo>
                  <a:lnTo>
                    <a:pt x="296835" y="730432"/>
                  </a:lnTo>
                  <a:lnTo>
                    <a:pt x="296579" y="729627"/>
                  </a:lnTo>
                  <a:lnTo>
                    <a:pt x="296351" y="728917"/>
                  </a:lnTo>
                  <a:lnTo>
                    <a:pt x="295332" y="728086"/>
                  </a:lnTo>
                  <a:lnTo>
                    <a:pt x="294208" y="729336"/>
                  </a:lnTo>
                  <a:lnTo>
                    <a:pt x="293344" y="730923"/>
                  </a:lnTo>
                  <a:lnTo>
                    <a:pt x="292181" y="732270"/>
                  </a:lnTo>
                  <a:lnTo>
                    <a:pt x="291727" y="733687"/>
                  </a:lnTo>
                  <a:lnTo>
                    <a:pt x="290543" y="733733"/>
                  </a:lnTo>
                  <a:lnTo>
                    <a:pt x="290074" y="734100"/>
                  </a:lnTo>
                  <a:lnTo>
                    <a:pt x="287714" y="736807"/>
                  </a:lnTo>
                  <a:lnTo>
                    <a:pt x="286208" y="736876"/>
                  </a:lnTo>
                  <a:lnTo>
                    <a:pt x="283881" y="735929"/>
                  </a:lnTo>
                  <a:lnTo>
                    <a:pt x="284651" y="732201"/>
                  </a:lnTo>
                  <a:lnTo>
                    <a:pt x="285568" y="729991"/>
                  </a:lnTo>
                  <a:lnTo>
                    <a:pt x="286328" y="727451"/>
                  </a:lnTo>
                  <a:lnTo>
                    <a:pt x="287592" y="718546"/>
                  </a:lnTo>
                  <a:lnTo>
                    <a:pt x="287351" y="710839"/>
                  </a:lnTo>
                  <a:lnTo>
                    <a:pt x="286741" y="707667"/>
                  </a:lnTo>
                  <a:lnTo>
                    <a:pt x="284790" y="701287"/>
                  </a:lnTo>
                  <a:lnTo>
                    <a:pt x="283903" y="697354"/>
                  </a:lnTo>
                  <a:lnTo>
                    <a:pt x="282801" y="693294"/>
                  </a:lnTo>
                  <a:lnTo>
                    <a:pt x="282257" y="695657"/>
                  </a:lnTo>
                  <a:lnTo>
                    <a:pt x="281927" y="698148"/>
                  </a:lnTo>
                  <a:lnTo>
                    <a:pt x="280871" y="701752"/>
                  </a:lnTo>
                  <a:lnTo>
                    <a:pt x="280358" y="709771"/>
                  </a:lnTo>
                  <a:lnTo>
                    <a:pt x="278287" y="722050"/>
                  </a:lnTo>
                  <a:lnTo>
                    <a:pt x="276864" y="722200"/>
                  </a:lnTo>
                  <a:lnTo>
                    <a:pt x="275651" y="721706"/>
                  </a:lnTo>
                  <a:lnTo>
                    <a:pt x="273525" y="723106"/>
                  </a:lnTo>
                  <a:lnTo>
                    <a:pt x="272073" y="724811"/>
                  </a:lnTo>
                  <a:lnTo>
                    <a:pt x="270772" y="724814"/>
                  </a:lnTo>
                  <a:lnTo>
                    <a:pt x="270053" y="725356"/>
                  </a:lnTo>
                  <a:lnTo>
                    <a:pt x="269110" y="724909"/>
                  </a:lnTo>
                  <a:lnTo>
                    <a:pt x="270594" y="715337"/>
                  </a:lnTo>
                  <a:lnTo>
                    <a:pt x="271891" y="715600"/>
                  </a:lnTo>
                  <a:lnTo>
                    <a:pt x="273294" y="715211"/>
                  </a:lnTo>
                  <a:lnTo>
                    <a:pt x="273934" y="715372"/>
                  </a:lnTo>
                  <a:lnTo>
                    <a:pt x="274873" y="715262"/>
                  </a:lnTo>
                  <a:lnTo>
                    <a:pt x="275591" y="710865"/>
                  </a:lnTo>
                  <a:lnTo>
                    <a:pt x="276030" y="705939"/>
                  </a:lnTo>
                  <a:lnTo>
                    <a:pt x="275753" y="702762"/>
                  </a:lnTo>
                  <a:lnTo>
                    <a:pt x="275644" y="699472"/>
                  </a:lnTo>
                  <a:lnTo>
                    <a:pt x="275924" y="695727"/>
                  </a:lnTo>
                  <a:lnTo>
                    <a:pt x="276040" y="693037"/>
                  </a:lnTo>
                  <a:lnTo>
                    <a:pt x="277818" y="684112"/>
                  </a:lnTo>
                  <a:lnTo>
                    <a:pt x="279299" y="679503"/>
                  </a:lnTo>
                  <a:lnTo>
                    <a:pt x="281014" y="675839"/>
                  </a:lnTo>
                  <a:lnTo>
                    <a:pt x="280811" y="672359"/>
                  </a:lnTo>
                  <a:lnTo>
                    <a:pt x="280266" y="668007"/>
                  </a:lnTo>
                  <a:lnTo>
                    <a:pt x="280111" y="664660"/>
                  </a:lnTo>
                  <a:lnTo>
                    <a:pt x="280928" y="663606"/>
                  </a:lnTo>
                  <a:lnTo>
                    <a:pt x="281704" y="661511"/>
                  </a:lnTo>
                  <a:lnTo>
                    <a:pt x="280802" y="651951"/>
                  </a:lnTo>
                  <a:lnTo>
                    <a:pt x="280233" y="649086"/>
                  </a:lnTo>
                  <a:lnTo>
                    <a:pt x="279326" y="646261"/>
                  </a:lnTo>
                  <a:lnTo>
                    <a:pt x="279311" y="649920"/>
                  </a:lnTo>
                  <a:lnTo>
                    <a:pt x="279413" y="653504"/>
                  </a:lnTo>
                  <a:lnTo>
                    <a:pt x="278156" y="658078"/>
                  </a:lnTo>
                  <a:lnTo>
                    <a:pt x="276521" y="661361"/>
                  </a:lnTo>
                  <a:lnTo>
                    <a:pt x="275455" y="664446"/>
                  </a:lnTo>
                  <a:lnTo>
                    <a:pt x="274454" y="671438"/>
                  </a:lnTo>
                  <a:lnTo>
                    <a:pt x="273127" y="677328"/>
                  </a:lnTo>
                  <a:lnTo>
                    <a:pt x="271912" y="679501"/>
                  </a:lnTo>
                  <a:lnTo>
                    <a:pt x="270824" y="679988"/>
                  </a:lnTo>
                  <a:lnTo>
                    <a:pt x="269712" y="680894"/>
                  </a:lnTo>
                  <a:lnTo>
                    <a:pt x="267974" y="683243"/>
                  </a:lnTo>
                  <a:lnTo>
                    <a:pt x="266294" y="685220"/>
                  </a:lnTo>
                  <a:lnTo>
                    <a:pt x="265048" y="687808"/>
                  </a:lnTo>
                  <a:lnTo>
                    <a:pt x="263967" y="689162"/>
                  </a:lnTo>
                  <a:lnTo>
                    <a:pt x="260452" y="700944"/>
                  </a:lnTo>
                  <a:lnTo>
                    <a:pt x="258846" y="704880"/>
                  </a:lnTo>
                  <a:lnTo>
                    <a:pt x="258516" y="706470"/>
                  </a:lnTo>
                  <a:lnTo>
                    <a:pt x="257839" y="707806"/>
                  </a:lnTo>
                  <a:lnTo>
                    <a:pt x="257971" y="709664"/>
                  </a:lnTo>
                  <a:lnTo>
                    <a:pt x="258516" y="710934"/>
                  </a:lnTo>
                  <a:lnTo>
                    <a:pt x="259060" y="716163"/>
                  </a:lnTo>
                  <a:lnTo>
                    <a:pt x="258733" y="717288"/>
                  </a:lnTo>
                  <a:lnTo>
                    <a:pt x="258159" y="716699"/>
                  </a:lnTo>
                  <a:lnTo>
                    <a:pt x="256719" y="713785"/>
                  </a:lnTo>
                  <a:lnTo>
                    <a:pt x="255812" y="714847"/>
                  </a:lnTo>
                  <a:lnTo>
                    <a:pt x="255075" y="716042"/>
                  </a:lnTo>
                  <a:lnTo>
                    <a:pt x="253182" y="710680"/>
                  </a:lnTo>
                  <a:lnTo>
                    <a:pt x="252397" y="709419"/>
                  </a:lnTo>
                  <a:lnTo>
                    <a:pt x="251403" y="707266"/>
                  </a:lnTo>
                  <a:lnTo>
                    <a:pt x="250341" y="705408"/>
                  </a:lnTo>
                  <a:lnTo>
                    <a:pt x="249888" y="705197"/>
                  </a:lnTo>
                  <a:lnTo>
                    <a:pt x="249119" y="705584"/>
                  </a:lnTo>
                  <a:lnTo>
                    <a:pt x="249193" y="704130"/>
                  </a:lnTo>
                  <a:lnTo>
                    <a:pt x="249720" y="702949"/>
                  </a:lnTo>
                  <a:lnTo>
                    <a:pt x="250183" y="702675"/>
                  </a:lnTo>
                  <a:lnTo>
                    <a:pt x="251043" y="704398"/>
                  </a:lnTo>
                  <a:lnTo>
                    <a:pt x="252022" y="705936"/>
                  </a:lnTo>
                  <a:lnTo>
                    <a:pt x="252574" y="706063"/>
                  </a:lnTo>
                  <a:lnTo>
                    <a:pt x="252831" y="705445"/>
                  </a:lnTo>
                  <a:lnTo>
                    <a:pt x="251900" y="699374"/>
                  </a:lnTo>
                  <a:lnTo>
                    <a:pt x="251264" y="694053"/>
                  </a:lnTo>
                  <a:lnTo>
                    <a:pt x="250973" y="692480"/>
                  </a:lnTo>
                  <a:lnTo>
                    <a:pt x="250208" y="687087"/>
                  </a:lnTo>
                  <a:lnTo>
                    <a:pt x="249827" y="685520"/>
                  </a:lnTo>
                  <a:lnTo>
                    <a:pt x="248199" y="681708"/>
                  </a:lnTo>
                  <a:lnTo>
                    <a:pt x="246458" y="677235"/>
                  </a:lnTo>
                  <a:lnTo>
                    <a:pt x="245980" y="671865"/>
                  </a:lnTo>
                  <a:lnTo>
                    <a:pt x="245348" y="668428"/>
                  </a:lnTo>
                  <a:lnTo>
                    <a:pt x="244531" y="666267"/>
                  </a:lnTo>
                  <a:lnTo>
                    <a:pt x="243267" y="664345"/>
                  </a:lnTo>
                  <a:lnTo>
                    <a:pt x="239787" y="663604"/>
                  </a:lnTo>
                  <a:lnTo>
                    <a:pt x="238337" y="658109"/>
                  </a:lnTo>
                  <a:lnTo>
                    <a:pt x="237506" y="651299"/>
                  </a:lnTo>
                  <a:lnTo>
                    <a:pt x="238165" y="650849"/>
                  </a:lnTo>
                  <a:lnTo>
                    <a:pt x="238945" y="650765"/>
                  </a:lnTo>
                  <a:lnTo>
                    <a:pt x="239196" y="648641"/>
                  </a:lnTo>
                  <a:lnTo>
                    <a:pt x="239025" y="645386"/>
                  </a:lnTo>
                  <a:lnTo>
                    <a:pt x="235573" y="641344"/>
                  </a:lnTo>
                  <a:lnTo>
                    <a:pt x="233944" y="637122"/>
                  </a:lnTo>
                  <a:lnTo>
                    <a:pt x="232566" y="635301"/>
                  </a:lnTo>
                  <a:lnTo>
                    <a:pt x="231272" y="634582"/>
                  </a:lnTo>
                  <a:lnTo>
                    <a:pt x="229559" y="634747"/>
                  </a:lnTo>
                  <a:lnTo>
                    <a:pt x="227419" y="634609"/>
                  </a:lnTo>
                  <a:lnTo>
                    <a:pt x="222256" y="627885"/>
                  </a:lnTo>
                  <a:lnTo>
                    <a:pt x="221021" y="627680"/>
                  </a:lnTo>
                  <a:lnTo>
                    <a:pt x="217330" y="629769"/>
                  </a:lnTo>
                  <a:lnTo>
                    <a:pt x="216092" y="629388"/>
                  </a:lnTo>
                  <a:lnTo>
                    <a:pt x="210489" y="620203"/>
                  </a:lnTo>
                  <a:lnTo>
                    <a:pt x="206764" y="615837"/>
                  </a:lnTo>
                  <a:lnTo>
                    <a:pt x="205535" y="615024"/>
                  </a:lnTo>
                  <a:lnTo>
                    <a:pt x="203931" y="614276"/>
                  </a:lnTo>
                  <a:lnTo>
                    <a:pt x="202632" y="615344"/>
                  </a:lnTo>
                  <a:lnTo>
                    <a:pt x="201711" y="616348"/>
                  </a:lnTo>
                  <a:lnTo>
                    <a:pt x="199836" y="617476"/>
                  </a:lnTo>
                  <a:lnTo>
                    <a:pt x="192418" y="616741"/>
                  </a:lnTo>
                  <a:lnTo>
                    <a:pt x="186048" y="618163"/>
                  </a:lnTo>
                  <a:lnTo>
                    <a:pt x="181720" y="619130"/>
                  </a:lnTo>
                  <a:lnTo>
                    <a:pt x="178978" y="620391"/>
                  </a:lnTo>
                  <a:lnTo>
                    <a:pt x="174434" y="625859"/>
                  </a:lnTo>
                  <a:lnTo>
                    <a:pt x="169002" y="631143"/>
                  </a:lnTo>
                  <a:lnTo>
                    <a:pt x="164577" y="633648"/>
                  </a:lnTo>
                  <a:lnTo>
                    <a:pt x="160510" y="636980"/>
                  </a:lnTo>
                  <a:lnTo>
                    <a:pt x="157833" y="637950"/>
                  </a:lnTo>
                  <a:lnTo>
                    <a:pt x="154372" y="638366"/>
                  </a:lnTo>
                  <a:lnTo>
                    <a:pt x="147073" y="636767"/>
                  </a:lnTo>
                  <a:lnTo>
                    <a:pt x="144582" y="637953"/>
                  </a:lnTo>
                  <a:lnTo>
                    <a:pt x="140611" y="644125"/>
                  </a:lnTo>
                  <a:lnTo>
                    <a:pt x="139432" y="645623"/>
                  </a:lnTo>
                  <a:lnTo>
                    <a:pt x="137194" y="647334"/>
                  </a:lnTo>
                  <a:lnTo>
                    <a:pt x="131428" y="655261"/>
                  </a:lnTo>
                  <a:lnTo>
                    <a:pt x="128769" y="656958"/>
                  </a:lnTo>
                  <a:lnTo>
                    <a:pt x="127050" y="657497"/>
                  </a:lnTo>
                  <a:lnTo>
                    <a:pt x="125579" y="659177"/>
                  </a:lnTo>
                  <a:lnTo>
                    <a:pt x="124243" y="662550"/>
                  </a:lnTo>
                  <a:lnTo>
                    <a:pt x="122439" y="671914"/>
                  </a:lnTo>
                  <a:lnTo>
                    <a:pt x="121317" y="676349"/>
                  </a:lnTo>
                  <a:lnTo>
                    <a:pt x="118841" y="683439"/>
                  </a:lnTo>
                  <a:lnTo>
                    <a:pt x="117211" y="685800"/>
                  </a:lnTo>
                  <a:lnTo>
                    <a:pt x="115606" y="685480"/>
                  </a:lnTo>
                  <a:lnTo>
                    <a:pt x="113813" y="687930"/>
                  </a:lnTo>
                  <a:lnTo>
                    <a:pt x="112223" y="685338"/>
                  </a:lnTo>
                  <a:lnTo>
                    <a:pt x="110952" y="684842"/>
                  </a:lnTo>
                  <a:lnTo>
                    <a:pt x="108930" y="685050"/>
                  </a:lnTo>
                  <a:lnTo>
                    <a:pt x="101815" y="688033"/>
                  </a:lnTo>
                  <a:lnTo>
                    <a:pt x="100795" y="684565"/>
                  </a:lnTo>
                  <a:lnTo>
                    <a:pt x="99492" y="684043"/>
                  </a:lnTo>
                  <a:lnTo>
                    <a:pt x="97031" y="684213"/>
                  </a:lnTo>
                  <a:lnTo>
                    <a:pt x="93345" y="683157"/>
                  </a:lnTo>
                  <a:lnTo>
                    <a:pt x="86639" y="684473"/>
                  </a:lnTo>
                  <a:lnTo>
                    <a:pt x="83414" y="685904"/>
                  </a:lnTo>
                  <a:lnTo>
                    <a:pt x="82140" y="687185"/>
                  </a:lnTo>
                  <a:lnTo>
                    <a:pt x="79767" y="686368"/>
                  </a:lnTo>
                  <a:lnTo>
                    <a:pt x="75733" y="687528"/>
                  </a:lnTo>
                  <a:lnTo>
                    <a:pt x="74313" y="689502"/>
                  </a:lnTo>
                  <a:lnTo>
                    <a:pt x="73247" y="691265"/>
                  </a:lnTo>
                  <a:lnTo>
                    <a:pt x="71151" y="699158"/>
                  </a:lnTo>
                  <a:lnTo>
                    <a:pt x="68846" y="701763"/>
                  </a:lnTo>
                  <a:lnTo>
                    <a:pt x="66958" y="701850"/>
                  </a:lnTo>
                  <a:lnTo>
                    <a:pt x="64845" y="702456"/>
                  </a:lnTo>
                  <a:lnTo>
                    <a:pt x="60585" y="710057"/>
                  </a:lnTo>
                  <a:lnTo>
                    <a:pt x="56218" y="717429"/>
                  </a:lnTo>
                  <a:lnTo>
                    <a:pt x="54752" y="718217"/>
                  </a:lnTo>
                  <a:lnTo>
                    <a:pt x="53124" y="719450"/>
                  </a:lnTo>
                  <a:lnTo>
                    <a:pt x="50993" y="720038"/>
                  </a:lnTo>
                  <a:lnTo>
                    <a:pt x="49931" y="720713"/>
                  </a:lnTo>
                  <a:lnTo>
                    <a:pt x="44958" y="718820"/>
                  </a:lnTo>
                  <a:lnTo>
                    <a:pt x="41795" y="718610"/>
                  </a:lnTo>
                  <a:lnTo>
                    <a:pt x="37841" y="717467"/>
                  </a:lnTo>
                  <a:lnTo>
                    <a:pt x="34433" y="713860"/>
                  </a:lnTo>
                  <a:lnTo>
                    <a:pt x="31817" y="711768"/>
                  </a:lnTo>
                  <a:lnTo>
                    <a:pt x="28859" y="703821"/>
                  </a:lnTo>
                  <a:lnTo>
                    <a:pt x="27029" y="700857"/>
                  </a:lnTo>
                  <a:lnTo>
                    <a:pt x="23765" y="697256"/>
                  </a:lnTo>
                  <a:lnTo>
                    <a:pt x="22825" y="697392"/>
                  </a:lnTo>
                  <a:lnTo>
                    <a:pt x="22065" y="698376"/>
                  </a:lnTo>
                  <a:lnTo>
                    <a:pt x="20712" y="695836"/>
                  </a:lnTo>
                  <a:lnTo>
                    <a:pt x="20677" y="692564"/>
                  </a:lnTo>
                  <a:lnTo>
                    <a:pt x="20311" y="689788"/>
                  </a:lnTo>
                  <a:lnTo>
                    <a:pt x="20336" y="682490"/>
                  </a:lnTo>
                  <a:lnTo>
                    <a:pt x="20542" y="673954"/>
                  </a:lnTo>
                  <a:lnTo>
                    <a:pt x="21736" y="675873"/>
                  </a:lnTo>
                  <a:lnTo>
                    <a:pt x="22675" y="677740"/>
                  </a:lnTo>
                  <a:lnTo>
                    <a:pt x="24687" y="677636"/>
                  </a:lnTo>
                  <a:lnTo>
                    <a:pt x="26464" y="674428"/>
                  </a:lnTo>
                  <a:lnTo>
                    <a:pt x="27477" y="669727"/>
                  </a:lnTo>
                  <a:lnTo>
                    <a:pt x="28368" y="664426"/>
                  </a:lnTo>
                  <a:lnTo>
                    <a:pt x="28231" y="658790"/>
                  </a:lnTo>
                  <a:lnTo>
                    <a:pt x="27636" y="648887"/>
                  </a:lnTo>
                  <a:lnTo>
                    <a:pt x="28042" y="646806"/>
                  </a:lnTo>
                  <a:lnTo>
                    <a:pt x="28651" y="645961"/>
                  </a:lnTo>
                  <a:lnTo>
                    <a:pt x="28849" y="641029"/>
                  </a:lnTo>
                  <a:lnTo>
                    <a:pt x="28994" y="625865"/>
                  </a:lnTo>
                  <a:lnTo>
                    <a:pt x="28543" y="620151"/>
                  </a:lnTo>
                  <a:lnTo>
                    <a:pt x="25774" y="608568"/>
                  </a:lnTo>
                  <a:lnTo>
                    <a:pt x="23955" y="598500"/>
                  </a:lnTo>
                  <a:lnTo>
                    <a:pt x="22620" y="593956"/>
                  </a:lnTo>
                  <a:lnTo>
                    <a:pt x="21497" y="586640"/>
                  </a:lnTo>
                  <a:lnTo>
                    <a:pt x="20550" y="576468"/>
                  </a:lnTo>
                  <a:lnTo>
                    <a:pt x="20258" y="571329"/>
                  </a:lnTo>
                  <a:lnTo>
                    <a:pt x="19955" y="561853"/>
                  </a:lnTo>
                  <a:lnTo>
                    <a:pt x="20287" y="556480"/>
                  </a:lnTo>
                  <a:lnTo>
                    <a:pt x="20147" y="553343"/>
                  </a:lnTo>
                  <a:lnTo>
                    <a:pt x="18986" y="544755"/>
                  </a:lnTo>
                  <a:lnTo>
                    <a:pt x="16393" y="536742"/>
                  </a:lnTo>
                  <a:lnTo>
                    <a:pt x="15964" y="533784"/>
                  </a:lnTo>
                  <a:lnTo>
                    <a:pt x="15977" y="530667"/>
                  </a:lnTo>
                  <a:lnTo>
                    <a:pt x="15359" y="527023"/>
                  </a:lnTo>
                  <a:lnTo>
                    <a:pt x="13271" y="519696"/>
                  </a:lnTo>
                  <a:lnTo>
                    <a:pt x="11132" y="513365"/>
                  </a:lnTo>
                  <a:lnTo>
                    <a:pt x="10773" y="510286"/>
                  </a:lnTo>
                  <a:lnTo>
                    <a:pt x="10375" y="497514"/>
                  </a:lnTo>
                  <a:lnTo>
                    <a:pt x="9576" y="491694"/>
                  </a:lnTo>
                  <a:lnTo>
                    <a:pt x="5957" y="476934"/>
                  </a:lnTo>
                  <a:lnTo>
                    <a:pt x="1683" y="464217"/>
                  </a:lnTo>
                  <a:lnTo>
                    <a:pt x="525" y="459017"/>
                  </a:lnTo>
                  <a:lnTo>
                    <a:pt x="0" y="457268"/>
                  </a:lnTo>
                  <a:lnTo>
                    <a:pt x="294" y="457031"/>
                  </a:lnTo>
                  <a:lnTo>
                    <a:pt x="776" y="457712"/>
                  </a:lnTo>
                  <a:lnTo>
                    <a:pt x="1309" y="458982"/>
                  </a:lnTo>
                  <a:lnTo>
                    <a:pt x="1572" y="459089"/>
                  </a:lnTo>
                  <a:lnTo>
                    <a:pt x="1822" y="458039"/>
                  </a:lnTo>
                  <a:lnTo>
                    <a:pt x="1795" y="455609"/>
                  </a:lnTo>
                  <a:lnTo>
                    <a:pt x="1945" y="454261"/>
                  </a:lnTo>
                  <a:lnTo>
                    <a:pt x="2318" y="455003"/>
                  </a:lnTo>
                  <a:lnTo>
                    <a:pt x="2755" y="457736"/>
                  </a:lnTo>
                  <a:lnTo>
                    <a:pt x="4108" y="464788"/>
                  </a:lnTo>
                  <a:lnTo>
                    <a:pt x="4506" y="468375"/>
                  </a:lnTo>
                  <a:lnTo>
                    <a:pt x="6233" y="469469"/>
                  </a:lnTo>
                  <a:lnTo>
                    <a:pt x="6763" y="468528"/>
                  </a:lnTo>
                  <a:lnTo>
                    <a:pt x="7399" y="466675"/>
                  </a:lnTo>
                  <a:lnTo>
                    <a:pt x="7586" y="461698"/>
                  </a:lnTo>
                  <a:lnTo>
                    <a:pt x="6711" y="459447"/>
                  </a:lnTo>
                  <a:lnTo>
                    <a:pt x="5923" y="458492"/>
                  </a:lnTo>
                  <a:lnTo>
                    <a:pt x="4590" y="454798"/>
                  </a:lnTo>
                  <a:lnTo>
                    <a:pt x="3731" y="448879"/>
                  </a:lnTo>
                  <a:lnTo>
                    <a:pt x="2390" y="443411"/>
                  </a:lnTo>
                  <a:lnTo>
                    <a:pt x="2414" y="441458"/>
                  </a:lnTo>
                  <a:lnTo>
                    <a:pt x="3027" y="440038"/>
                  </a:lnTo>
                  <a:lnTo>
                    <a:pt x="4027" y="440808"/>
                  </a:lnTo>
                  <a:lnTo>
                    <a:pt x="4955" y="443954"/>
                  </a:lnTo>
                  <a:lnTo>
                    <a:pt x="5999" y="446883"/>
                  </a:lnTo>
                  <a:lnTo>
                    <a:pt x="5826" y="452008"/>
                  </a:lnTo>
                  <a:lnTo>
                    <a:pt x="5664" y="453410"/>
                  </a:lnTo>
                  <a:lnTo>
                    <a:pt x="5756" y="454593"/>
                  </a:lnTo>
                  <a:lnTo>
                    <a:pt x="6120" y="455719"/>
                  </a:lnTo>
                  <a:lnTo>
                    <a:pt x="6598" y="456604"/>
                  </a:lnTo>
                  <a:lnTo>
                    <a:pt x="7120" y="455306"/>
                  </a:lnTo>
                  <a:lnTo>
                    <a:pt x="7598" y="452311"/>
                  </a:lnTo>
                  <a:lnTo>
                    <a:pt x="7893" y="452700"/>
                  </a:lnTo>
                  <a:lnTo>
                    <a:pt x="8603" y="459528"/>
                  </a:lnTo>
                  <a:lnTo>
                    <a:pt x="9166" y="461383"/>
                  </a:lnTo>
                  <a:lnTo>
                    <a:pt x="10283" y="463516"/>
                  </a:lnTo>
                  <a:lnTo>
                    <a:pt x="11255" y="461856"/>
                  </a:lnTo>
                  <a:lnTo>
                    <a:pt x="11706" y="460437"/>
                  </a:lnTo>
                  <a:lnTo>
                    <a:pt x="11566" y="455618"/>
                  </a:lnTo>
                  <a:lnTo>
                    <a:pt x="11852" y="450960"/>
                  </a:lnTo>
                  <a:lnTo>
                    <a:pt x="11690" y="447497"/>
                  </a:lnTo>
                  <a:lnTo>
                    <a:pt x="9175" y="438433"/>
                  </a:lnTo>
                  <a:lnTo>
                    <a:pt x="6899" y="427231"/>
                  </a:lnTo>
                  <a:lnTo>
                    <a:pt x="5519" y="421656"/>
                  </a:lnTo>
                  <a:lnTo>
                    <a:pt x="4365" y="413262"/>
                  </a:lnTo>
                  <a:lnTo>
                    <a:pt x="3619" y="410356"/>
                  </a:lnTo>
                  <a:lnTo>
                    <a:pt x="2644" y="405658"/>
                  </a:lnTo>
                  <a:lnTo>
                    <a:pt x="2591" y="400291"/>
                  </a:lnTo>
                  <a:lnTo>
                    <a:pt x="2685" y="396695"/>
                  </a:lnTo>
                  <a:lnTo>
                    <a:pt x="3464" y="388933"/>
                  </a:lnTo>
                  <a:lnTo>
                    <a:pt x="4180" y="384890"/>
                  </a:lnTo>
                  <a:lnTo>
                    <a:pt x="6498" y="375593"/>
                  </a:lnTo>
                  <a:lnTo>
                    <a:pt x="6611" y="371585"/>
                  </a:lnTo>
                  <a:lnTo>
                    <a:pt x="6587" y="368569"/>
                  </a:lnTo>
                  <a:lnTo>
                    <a:pt x="6928" y="363935"/>
                  </a:lnTo>
                  <a:lnTo>
                    <a:pt x="6930" y="360711"/>
                  </a:lnTo>
                  <a:lnTo>
                    <a:pt x="6621" y="357707"/>
                  </a:lnTo>
                  <a:lnTo>
                    <a:pt x="5655" y="352533"/>
                  </a:lnTo>
                  <a:lnTo>
                    <a:pt x="6929" y="343501"/>
                  </a:lnTo>
                  <a:lnTo>
                    <a:pt x="8784" y="331890"/>
                  </a:lnTo>
                  <a:lnTo>
                    <a:pt x="9516" y="330184"/>
                  </a:lnTo>
                  <a:lnTo>
                    <a:pt x="10664" y="328623"/>
                  </a:lnTo>
                  <a:lnTo>
                    <a:pt x="10876" y="331021"/>
                  </a:lnTo>
                  <a:lnTo>
                    <a:pt x="10310" y="339046"/>
                  </a:lnTo>
                  <a:lnTo>
                    <a:pt x="11118" y="343242"/>
                  </a:lnTo>
                  <a:lnTo>
                    <a:pt x="10865" y="347963"/>
                  </a:lnTo>
                  <a:lnTo>
                    <a:pt x="11587" y="347157"/>
                  </a:lnTo>
                  <a:lnTo>
                    <a:pt x="12703" y="346257"/>
                  </a:lnTo>
                  <a:lnTo>
                    <a:pt x="13546" y="343778"/>
                  </a:lnTo>
                  <a:lnTo>
                    <a:pt x="13992" y="341401"/>
                  </a:lnTo>
                  <a:lnTo>
                    <a:pt x="16102" y="331979"/>
                  </a:lnTo>
                  <a:lnTo>
                    <a:pt x="17311" y="328470"/>
                  </a:lnTo>
                  <a:lnTo>
                    <a:pt x="19012" y="325885"/>
                  </a:lnTo>
                  <a:lnTo>
                    <a:pt x="22449" y="322771"/>
                  </a:lnTo>
                  <a:lnTo>
                    <a:pt x="25792" y="318667"/>
                  </a:lnTo>
                  <a:lnTo>
                    <a:pt x="27381" y="314720"/>
                  </a:lnTo>
                  <a:lnTo>
                    <a:pt x="29373" y="311298"/>
                  </a:lnTo>
                  <a:lnTo>
                    <a:pt x="30759" y="307587"/>
                  </a:lnTo>
                  <a:lnTo>
                    <a:pt x="32092" y="305036"/>
                  </a:lnTo>
                  <a:lnTo>
                    <a:pt x="38848" y="295669"/>
                  </a:lnTo>
                  <a:lnTo>
                    <a:pt x="39993" y="293909"/>
                  </a:lnTo>
                  <a:lnTo>
                    <a:pt x="41465" y="293710"/>
                  </a:lnTo>
                  <a:lnTo>
                    <a:pt x="43270" y="294021"/>
                  </a:lnTo>
                  <a:lnTo>
                    <a:pt x="44902" y="293528"/>
                  </a:lnTo>
                  <a:lnTo>
                    <a:pt x="46648" y="295660"/>
                  </a:lnTo>
                  <a:lnTo>
                    <a:pt x="47936" y="295900"/>
                  </a:lnTo>
                  <a:lnTo>
                    <a:pt x="51089" y="293583"/>
                  </a:lnTo>
                  <a:lnTo>
                    <a:pt x="52775" y="291508"/>
                  </a:lnTo>
                  <a:lnTo>
                    <a:pt x="55670" y="286972"/>
                  </a:lnTo>
                  <a:lnTo>
                    <a:pt x="56941" y="285676"/>
                  </a:lnTo>
                  <a:lnTo>
                    <a:pt x="59883" y="284242"/>
                  </a:lnTo>
                  <a:lnTo>
                    <a:pt x="63212" y="282328"/>
                  </a:lnTo>
                  <a:lnTo>
                    <a:pt x="67221" y="274451"/>
                  </a:lnTo>
                  <a:lnTo>
                    <a:pt x="70108" y="274953"/>
                  </a:lnTo>
                  <a:lnTo>
                    <a:pt x="72688" y="275720"/>
                  </a:lnTo>
                  <a:lnTo>
                    <a:pt x="74753" y="273360"/>
                  </a:lnTo>
                  <a:lnTo>
                    <a:pt x="79619" y="271914"/>
                  </a:lnTo>
                  <a:lnTo>
                    <a:pt x="82314" y="269920"/>
                  </a:lnTo>
                  <a:lnTo>
                    <a:pt x="87364" y="264691"/>
                  </a:lnTo>
                  <a:lnTo>
                    <a:pt x="88722" y="262899"/>
                  </a:lnTo>
                  <a:lnTo>
                    <a:pt x="90787" y="259162"/>
                  </a:lnTo>
                  <a:lnTo>
                    <a:pt x="92580" y="254494"/>
                  </a:lnTo>
                  <a:lnTo>
                    <a:pt x="94350" y="248186"/>
                  </a:lnTo>
                  <a:lnTo>
                    <a:pt x="95439" y="242533"/>
                  </a:lnTo>
                  <a:lnTo>
                    <a:pt x="95907" y="239621"/>
                  </a:lnTo>
                  <a:lnTo>
                    <a:pt x="96943" y="234992"/>
                  </a:lnTo>
                  <a:lnTo>
                    <a:pt x="97658" y="231328"/>
                  </a:lnTo>
                  <a:lnTo>
                    <a:pt x="98213" y="229588"/>
                  </a:lnTo>
                  <a:lnTo>
                    <a:pt x="100171" y="227123"/>
                  </a:lnTo>
                  <a:lnTo>
                    <a:pt x="103077" y="220192"/>
                  </a:lnTo>
                  <a:lnTo>
                    <a:pt x="104023" y="218798"/>
                  </a:lnTo>
                  <a:lnTo>
                    <a:pt x="104199" y="216582"/>
                  </a:lnTo>
                  <a:lnTo>
                    <a:pt x="103573" y="215341"/>
                  </a:lnTo>
                  <a:lnTo>
                    <a:pt x="102796" y="214562"/>
                  </a:lnTo>
                  <a:lnTo>
                    <a:pt x="102273" y="207227"/>
                  </a:lnTo>
                  <a:lnTo>
                    <a:pt x="101775" y="202165"/>
                  </a:lnTo>
                  <a:lnTo>
                    <a:pt x="101726" y="198601"/>
                  </a:lnTo>
                  <a:lnTo>
                    <a:pt x="101920" y="195211"/>
                  </a:lnTo>
                  <a:lnTo>
                    <a:pt x="103063" y="189953"/>
                  </a:lnTo>
                  <a:lnTo>
                    <a:pt x="103879" y="187697"/>
                  </a:lnTo>
                  <a:lnTo>
                    <a:pt x="105006" y="185068"/>
                  </a:lnTo>
                  <a:lnTo>
                    <a:pt x="106034" y="184254"/>
                  </a:lnTo>
                  <a:lnTo>
                    <a:pt x="106890" y="181951"/>
                  </a:lnTo>
                  <a:lnTo>
                    <a:pt x="108281" y="179669"/>
                  </a:lnTo>
                  <a:lnTo>
                    <a:pt x="108868" y="177377"/>
                  </a:lnTo>
                  <a:lnTo>
                    <a:pt x="109730" y="172717"/>
                  </a:lnTo>
                  <a:lnTo>
                    <a:pt x="110511" y="169176"/>
                  </a:lnTo>
                  <a:lnTo>
                    <a:pt x="111123" y="169300"/>
                  </a:lnTo>
                  <a:lnTo>
                    <a:pt x="112301" y="177530"/>
                  </a:lnTo>
                  <a:lnTo>
                    <a:pt x="113070" y="181896"/>
                  </a:lnTo>
                  <a:lnTo>
                    <a:pt x="114476" y="187030"/>
                  </a:lnTo>
                  <a:lnTo>
                    <a:pt x="115807" y="194593"/>
                  </a:lnTo>
                  <a:lnTo>
                    <a:pt x="116893" y="198056"/>
                  </a:lnTo>
                  <a:lnTo>
                    <a:pt x="117420" y="200295"/>
                  </a:lnTo>
                  <a:lnTo>
                    <a:pt x="117850" y="201334"/>
                  </a:lnTo>
                  <a:lnTo>
                    <a:pt x="117945" y="199897"/>
                  </a:lnTo>
                  <a:lnTo>
                    <a:pt x="117836" y="198218"/>
                  </a:lnTo>
                  <a:lnTo>
                    <a:pt x="118359" y="192441"/>
                  </a:lnTo>
                  <a:lnTo>
                    <a:pt x="118114" y="188386"/>
                  </a:lnTo>
                  <a:lnTo>
                    <a:pt x="118196" y="186839"/>
                  </a:lnTo>
                  <a:lnTo>
                    <a:pt x="118470" y="186187"/>
                  </a:lnTo>
                  <a:lnTo>
                    <a:pt x="118997" y="186629"/>
                  </a:lnTo>
                  <a:lnTo>
                    <a:pt x="120016" y="188891"/>
                  </a:lnTo>
                  <a:lnTo>
                    <a:pt x="120529" y="189699"/>
                  </a:lnTo>
                  <a:lnTo>
                    <a:pt x="120893" y="189512"/>
                  </a:lnTo>
                  <a:lnTo>
                    <a:pt x="120875" y="185850"/>
                  </a:lnTo>
                  <a:lnTo>
                    <a:pt x="121385" y="183538"/>
                  </a:lnTo>
                  <a:lnTo>
                    <a:pt x="121180" y="181945"/>
                  </a:lnTo>
                  <a:lnTo>
                    <a:pt x="120292" y="182035"/>
                  </a:lnTo>
                  <a:lnTo>
                    <a:pt x="119916" y="180061"/>
                  </a:lnTo>
                  <a:lnTo>
                    <a:pt x="119183" y="177776"/>
                  </a:lnTo>
                  <a:lnTo>
                    <a:pt x="118350" y="176134"/>
                  </a:lnTo>
                  <a:lnTo>
                    <a:pt x="117338" y="172371"/>
                  </a:lnTo>
                  <a:lnTo>
                    <a:pt x="117025" y="170893"/>
                  </a:lnTo>
                  <a:lnTo>
                    <a:pt x="117419" y="170209"/>
                  </a:lnTo>
                  <a:lnTo>
                    <a:pt x="118057" y="170308"/>
                  </a:lnTo>
                  <a:lnTo>
                    <a:pt x="118564" y="168695"/>
                  </a:lnTo>
                  <a:lnTo>
                    <a:pt x="118797" y="166530"/>
                  </a:lnTo>
                  <a:lnTo>
                    <a:pt x="118349" y="163013"/>
                  </a:lnTo>
                  <a:lnTo>
                    <a:pt x="118808" y="161708"/>
                  </a:lnTo>
                  <a:lnTo>
                    <a:pt x="119733" y="162081"/>
                  </a:lnTo>
                  <a:lnTo>
                    <a:pt x="121212" y="167690"/>
                  </a:lnTo>
                  <a:lnTo>
                    <a:pt x="121849" y="167136"/>
                  </a:lnTo>
                  <a:lnTo>
                    <a:pt x="122372" y="164871"/>
                  </a:lnTo>
                  <a:lnTo>
                    <a:pt x="123316" y="164222"/>
                  </a:lnTo>
                  <a:lnTo>
                    <a:pt x="124285" y="164632"/>
                  </a:lnTo>
                  <a:lnTo>
                    <a:pt x="124924" y="166250"/>
                  </a:lnTo>
                  <a:lnTo>
                    <a:pt x="126222" y="167866"/>
                  </a:lnTo>
                  <a:lnTo>
                    <a:pt x="127953" y="167682"/>
                  </a:lnTo>
                  <a:lnTo>
                    <a:pt x="128830" y="168071"/>
                  </a:lnTo>
                  <a:lnTo>
                    <a:pt x="130674" y="167803"/>
                  </a:lnTo>
                  <a:lnTo>
                    <a:pt x="131578" y="168291"/>
                  </a:lnTo>
                  <a:lnTo>
                    <a:pt x="131408" y="167425"/>
                  </a:lnTo>
                  <a:lnTo>
                    <a:pt x="130411" y="166403"/>
                  </a:lnTo>
                  <a:lnTo>
                    <a:pt x="129288" y="166198"/>
                  </a:lnTo>
                  <a:lnTo>
                    <a:pt x="127972" y="166299"/>
                  </a:lnTo>
                  <a:lnTo>
                    <a:pt x="127409" y="165226"/>
                  </a:lnTo>
                  <a:lnTo>
                    <a:pt x="127220" y="162392"/>
                  </a:lnTo>
                  <a:lnTo>
                    <a:pt x="127540" y="160338"/>
                  </a:lnTo>
                  <a:lnTo>
                    <a:pt x="127746" y="159460"/>
                  </a:lnTo>
                  <a:lnTo>
                    <a:pt x="128602" y="159830"/>
                  </a:lnTo>
                  <a:lnTo>
                    <a:pt x="129362" y="159752"/>
                  </a:lnTo>
                  <a:lnTo>
                    <a:pt x="129455" y="156987"/>
                  </a:lnTo>
                  <a:lnTo>
                    <a:pt x="129722" y="154546"/>
                  </a:lnTo>
                  <a:lnTo>
                    <a:pt x="130176" y="152558"/>
                  </a:lnTo>
                  <a:lnTo>
                    <a:pt x="130174" y="150645"/>
                  </a:lnTo>
                  <a:lnTo>
                    <a:pt x="129700" y="151153"/>
                  </a:lnTo>
                  <a:lnTo>
                    <a:pt x="128538" y="155579"/>
                  </a:lnTo>
                  <a:lnTo>
                    <a:pt x="127981" y="151978"/>
                  </a:lnTo>
                  <a:lnTo>
                    <a:pt x="127145" y="149248"/>
                  </a:lnTo>
                  <a:lnTo>
                    <a:pt x="127315" y="145338"/>
                  </a:lnTo>
                  <a:lnTo>
                    <a:pt x="127803" y="141428"/>
                  </a:lnTo>
                  <a:lnTo>
                    <a:pt x="128553" y="140891"/>
                  </a:lnTo>
                  <a:lnTo>
                    <a:pt x="129189" y="141509"/>
                  </a:lnTo>
                  <a:lnTo>
                    <a:pt x="130128" y="139221"/>
                  </a:lnTo>
                  <a:lnTo>
                    <a:pt x="130657" y="137472"/>
                  </a:lnTo>
                  <a:lnTo>
                    <a:pt x="130535" y="136035"/>
                  </a:lnTo>
                  <a:lnTo>
                    <a:pt x="130676" y="134930"/>
                  </a:lnTo>
                  <a:lnTo>
                    <a:pt x="131333" y="135273"/>
                  </a:lnTo>
                  <a:lnTo>
                    <a:pt x="133850" y="138791"/>
                  </a:lnTo>
                  <a:lnTo>
                    <a:pt x="134353" y="140629"/>
                  </a:lnTo>
                  <a:lnTo>
                    <a:pt x="134882" y="139913"/>
                  </a:lnTo>
                  <a:lnTo>
                    <a:pt x="135052" y="137910"/>
                  </a:lnTo>
                  <a:lnTo>
                    <a:pt x="134995" y="135908"/>
                  </a:lnTo>
                  <a:lnTo>
                    <a:pt x="134440" y="136211"/>
                  </a:lnTo>
                  <a:lnTo>
                    <a:pt x="133135" y="136006"/>
                  </a:lnTo>
                  <a:lnTo>
                    <a:pt x="132835" y="134881"/>
                  </a:lnTo>
                  <a:lnTo>
                    <a:pt x="132948" y="133951"/>
                  </a:lnTo>
                  <a:lnTo>
                    <a:pt x="132339" y="131594"/>
                  </a:lnTo>
                  <a:lnTo>
                    <a:pt x="133192" y="130093"/>
                  </a:lnTo>
                  <a:lnTo>
                    <a:pt x="133925" y="129995"/>
                  </a:lnTo>
                  <a:lnTo>
                    <a:pt x="134432" y="128968"/>
                  </a:lnTo>
                  <a:lnTo>
                    <a:pt x="134440" y="127565"/>
                  </a:lnTo>
                  <a:lnTo>
                    <a:pt x="134600" y="126965"/>
                  </a:lnTo>
                  <a:lnTo>
                    <a:pt x="134995" y="127799"/>
                  </a:lnTo>
                  <a:lnTo>
                    <a:pt x="136309" y="128186"/>
                  </a:lnTo>
                  <a:lnTo>
                    <a:pt x="137600" y="130001"/>
                  </a:lnTo>
                  <a:lnTo>
                    <a:pt x="138206" y="130385"/>
                  </a:lnTo>
                  <a:lnTo>
                    <a:pt x="138432" y="129409"/>
                  </a:lnTo>
                  <a:lnTo>
                    <a:pt x="138525" y="127306"/>
                  </a:lnTo>
                  <a:lnTo>
                    <a:pt x="136929" y="125205"/>
                  </a:lnTo>
                  <a:lnTo>
                    <a:pt x="136886" y="123139"/>
                  </a:lnTo>
                  <a:lnTo>
                    <a:pt x="136215" y="120758"/>
                  </a:lnTo>
                  <a:lnTo>
                    <a:pt x="136196" y="118415"/>
                  </a:lnTo>
                  <a:lnTo>
                    <a:pt x="137193" y="116456"/>
                  </a:lnTo>
                  <a:lnTo>
                    <a:pt x="137398" y="114554"/>
                  </a:lnTo>
                  <a:lnTo>
                    <a:pt x="137976" y="113781"/>
                  </a:lnTo>
                  <a:lnTo>
                    <a:pt x="139117" y="113749"/>
                  </a:lnTo>
                  <a:lnTo>
                    <a:pt x="139887" y="112136"/>
                  </a:lnTo>
                  <a:lnTo>
                    <a:pt x="140751" y="111573"/>
                  </a:lnTo>
                  <a:lnTo>
                    <a:pt x="140961" y="107980"/>
                  </a:lnTo>
                  <a:lnTo>
                    <a:pt x="140947" y="105513"/>
                  </a:lnTo>
                  <a:lnTo>
                    <a:pt x="141295" y="104878"/>
                  </a:lnTo>
                  <a:lnTo>
                    <a:pt x="142168" y="105906"/>
                  </a:lnTo>
                  <a:lnTo>
                    <a:pt x="141903" y="108760"/>
                  </a:lnTo>
                  <a:lnTo>
                    <a:pt x="141899" y="111484"/>
                  </a:lnTo>
                  <a:lnTo>
                    <a:pt x="141680" y="112941"/>
                  </a:lnTo>
                  <a:lnTo>
                    <a:pt x="142008" y="112820"/>
                  </a:lnTo>
                  <a:lnTo>
                    <a:pt x="142211" y="112214"/>
                  </a:lnTo>
                  <a:lnTo>
                    <a:pt x="142553" y="110425"/>
                  </a:lnTo>
                  <a:lnTo>
                    <a:pt x="143473" y="111158"/>
                  </a:lnTo>
                  <a:lnTo>
                    <a:pt x="143700" y="113071"/>
                  </a:lnTo>
                  <a:lnTo>
                    <a:pt x="143820" y="114944"/>
                  </a:lnTo>
                  <a:lnTo>
                    <a:pt x="144280" y="115555"/>
                  </a:lnTo>
                  <a:lnTo>
                    <a:pt x="144910" y="112673"/>
                  </a:lnTo>
                  <a:lnTo>
                    <a:pt x="145757" y="111908"/>
                  </a:lnTo>
                  <a:lnTo>
                    <a:pt x="145711" y="108266"/>
                  </a:lnTo>
                  <a:lnTo>
                    <a:pt x="146031" y="105658"/>
                  </a:lnTo>
                  <a:lnTo>
                    <a:pt x="146131" y="103698"/>
                  </a:lnTo>
                  <a:lnTo>
                    <a:pt x="146668" y="102743"/>
                  </a:lnTo>
                  <a:lnTo>
                    <a:pt x="146786" y="100665"/>
                  </a:lnTo>
                  <a:lnTo>
                    <a:pt x="146356" y="99231"/>
                  </a:lnTo>
                  <a:lnTo>
                    <a:pt x="146134" y="96623"/>
                  </a:lnTo>
                  <a:lnTo>
                    <a:pt x="146874" y="96045"/>
                  </a:lnTo>
                  <a:lnTo>
                    <a:pt x="147615" y="97356"/>
                  </a:lnTo>
                  <a:lnTo>
                    <a:pt x="148114" y="100645"/>
                  </a:lnTo>
                  <a:lnTo>
                    <a:pt x="148458" y="102128"/>
                  </a:lnTo>
                  <a:lnTo>
                    <a:pt x="148916" y="101320"/>
                  </a:lnTo>
                  <a:lnTo>
                    <a:pt x="149191" y="99130"/>
                  </a:lnTo>
                  <a:lnTo>
                    <a:pt x="150100" y="97855"/>
                  </a:lnTo>
                  <a:lnTo>
                    <a:pt x="151001" y="99627"/>
                  </a:lnTo>
                  <a:lnTo>
                    <a:pt x="151992" y="102050"/>
                  </a:lnTo>
                  <a:lnTo>
                    <a:pt x="153234" y="99935"/>
                  </a:lnTo>
                  <a:lnTo>
                    <a:pt x="154387" y="95970"/>
                  </a:lnTo>
                  <a:lnTo>
                    <a:pt x="154203" y="93544"/>
                  </a:lnTo>
                  <a:lnTo>
                    <a:pt x="154329" y="91045"/>
                  </a:lnTo>
                  <a:lnTo>
                    <a:pt x="155779" y="89735"/>
                  </a:lnTo>
                  <a:lnTo>
                    <a:pt x="156947" y="90698"/>
                  </a:lnTo>
                  <a:lnTo>
                    <a:pt x="158004" y="93376"/>
                  </a:lnTo>
                  <a:lnTo>
                    <a:pt x="160206" y="95367"/>
                  </a:lnTo>
                  <a:lnTo>
                    <a:pt x="162074" y="98224"/>
                  </a:lnTo>
                  <a:lnTo>
                    <a:pt x="162908" y="100091"/>
                  </a:lnTo>
                  <a:lnTo>
                    <a:pt x="164518" y="103060"/>
                  </a:lnTo>
                  <a:lnTo>
                    <a:pt x="165547" y="106142"/>
                  </a:lnTo>
                  <a:lnTo>
                    <a:pt x="166957" y="111631"/>
                  </a:lnTo>
                  <a:lnTo>
                    <a:pt x="170283" y="118323"/>
                  </a:lnTo>
                  <a:lnTo>
                    <a:pt x="170498" y="119509"/>
                  </a:lnTo>
                  <a:lnTo>
                    <a:pt x="170049" y="121742"/>
                  </a:lnTo>
                  <a:lnTo>
                    <a:pt x="169646" y="124602"/>
                  </a:lnTo>
                  <a:lnTo>
                    <a:pt x="169147" y="129444"/>
                  </a:lnTo>
                  <a:lnTo>
                    <a:pt x="169022" y="136574"/>
                  </a:lnTo>
                  <a:lnTo>
                    <a:pt x="169502" y="136064"/>
                  </a:lnTo>
                  <a:lnTo>
                    <a:pt x="169999" y="133510"/>
                  </a:lnTo>
                  <a:lnTo>
                    <a:pt x="170524" y="134035"/>
                  </a:lnTo>
                  <a:lnTo>
                    <a:pt x="171125" y="135665"/>
                  </a:lnTo>
                  <a:lnTo>
                    <a:pt x="171174" y="134101"/>
                  </a:lnTo>
                  <a:lnTo>
                    <a:pt x="170814" y="133155"/>
                  </a:lnTo>
                  <a:lnTo>
                    <a:pt x="170197" y="129865"/>
                  </a:lnTo>
                  <a:lnTo>
                    <a:pt x="170220" y="128119"/>
                  </a:lnTo>
                  <a:lnTo>
                    <a:pt x="170713" y="126717"/>
                  </a:lnTo>
                  <a:lnTo>
                    <a:pt x="171471" y="125038"/>
                  </a:lnTo>
                  <a:lnTo>
                    <a:pt x="172301" y="123938"/>
                  </a:lnTo>
                  <a:lnTo>
                    <a:pt x="172812" y="122977"/>
                  </a:lnTo>
                  <a:lnTo>
                    <a:pt x="172887" y="121788"/>
                  </a:lnTo>
                  <a:lnTo>
                    <a:pt x="173655" y="120579"/>
                  </a:lnTo>
                  <a:lnTo>
                    <a:pt x="174772" y="120181"/>
                  </a:lnTo>
                  <a:lnTo>
                    <a:pt x="175450" y="120372"/>
                  </a:lnTo>
                  <a:lnTo>
                    <a:pt x="180250" y="123427"/>
                  </a:lnTo>
                  <a:lnTo>
                    <a:pt x="181464" y="126478"/>
                  </a:lnTo>
                  <a:lnTo>
                    <a:pt x="181578" y="130243"/>
                  </a:lnTo>
                  <a:lnTo>
                    <a:pt x="182039" y="131579"/>
                  </a:lnTo>
                  <a:lnTo>
                    <a:pt x="182290" y="129213"/>
                  </a:lnTo>
                  <a:lnTo>
                    <a:pt x="182241" y="124068"/>
                  </a:lnTo>
                  <a:lnTo>
                    <a:pt x="182627" y="123047"/>
                  </a:lnTo>
                  <a:lnTo>
                    <a:pt x="183918" y="123843"/>
                  </a:lnTo>
                  <a:lnTo>
                    <a:pt x="184801" y="124870"/>
                  </a:lnTo>
                  <a:lnTo>
                    <a:pt x="186028" y="128243"/>
                  </a:lnTo>
                  <a:lnTo>
                    <a:pt x="186262" y="129897"/>
                  </a:lnTo>
                  <a:lnTo>
                    <a:pt x="186797" y="130973"/>
                  </a:lnTo>
                  <a:lnTo>
                    <a:pt x="186973" y="129409"/>
                  </a:lnTo>
                  <a:lnTo>
                    <a:pt x="186722" y="127193"/>
                  </a:lnTo>
                  <a:lnTo>
                    <a:pt x="186546" y="124654"/>
                  </a:lnTo>
                  <a:lnTo>
                    <a:pt x="186823" y="122440"/>
                  </a:lnTo>
                  <a:lnTo>
                    <a:pt x="188258" y="122264"/>
                  </a:lnTo>
                  <a:lnTo>
                    <a:pt x="189226" y="121788"/>
                  </a:lnTo>
                  <a:lnTo>
                    <a:pt x="188768" y="120925"/>
                  </a:lnTo>
                  <a:lnTo>
                    <a:pt x="188145" y="120625"/>
                  </a:lnTo>
                  <a:lnTo>
                    <a:pt x="187117" y="118597"/>
                  </a:lnTo>
                  <a:lnTo>
                    <a:pt x="186455" y="116415"/>
                  </a:lnTo>
                  <a:lnTo>
                    <a:pt x="187522" y="114294"/>
                  </a:lnTo>
                  <a:lnTo>
                    <a:pt x="187514" y="113766"/>
                  </a:lnTo>
                  <a:lnTo>
                    <a:pt x="186492" y="113833"/>
                  </a:lnTo>
                  <a:lnTo>
                    <a:pt x="185083" y="111766"/>
                  </a:lnTo>
                  <a:lnTo>
                    <a:pt x="183889" y="108892"/>
                  </a:lnTo>
                  <a:lnTo>
                    <a:pt x="184803" y="103603"/>
                  </a:lnTo>
                  <a:lnTo>
                    <a:pt x="186625" y="98429"/>
                  </a:lnTo>
                  <a:lnTo>
                    <a:pt x="187650" y="96703"/>
                  </a:lnTo>
                  <a:lnTo>
                    <a:pt x="187746" y="94958"/>
                  </a:lnTo>
                  <a:lnTo>
                    <a:pt x="188238" y="91737"/>
                  </a:lnTo>
                  <a:lnTo>
                    <a:pt x="188551" y="89019"/>
                  </a:lnTo>
                  <a:lnTo>
                    <a:pt x="188641" y="86907"/>
                  </a:lnTo>
                  <a:lnTo>
                    <a:pt x="189114" y="84676"/>
                  </a:lnTo>
                  <a:lnTo>
                    <a:pt x="190239" y="82569"/>
                  </a:lnTo>
                  <a:lnTo>
                    <a:pt x="191769" y="81816"/>
                  </a:lnTo>
                  <a:lnTo>
                    <a:pt x="192488" y="80994"/>
                  </a:lnTo>
                  <a:lnTo>
                    <a:pt x="193208" y="79052"/>
                  </a:lnTo>
                  <a:lnTo>
                    <a:pt x="193894" y="76677"/>
                  </a:lnTo>
                  <a:lnTo>
                    <a:pt x="192477" y="72046"/>
                  </a:lnTo>
                  <a:lnTo>
                    <a:pt x="192594" y="69495"/>
                  </a:lnTo>
                  <a:lnTo>
                    <a:pt x="192854" y="66488"/>
                  </a:lnTo>
                  <a:lnTo>
                    <a:pt x="194555" y="64286"/>
                  </a:lnTo>
                  <a:lnTo>
                    <a:pt x="195485" y="58523"/>
                  </a:lnTo>
                  <a:lnTo>
                    <a:pt x="196102" y="57658"/>
                  </a:lnTo>
                  <a:lnTo>
                    <a:pt x="197438" y="57828"/>
                  </a:lnTo>
                  <a:lnTo>
                    <a:pt x="197956" y="57311"/>
                  </a:lnTo>
                  <a:lnTo>
                    <a:pt x="197866" y="52715"/>
                  </a:lnTo>
                  <a:lnTo>
                    <a:pt x="198015" y="50934"/>
                  </a:lnTo>
                  <a:lnTo>
                    <a:pt x="198579" y="50221"/>
                  </a:lnTo>
                  <a:lnTo>
                    <a:pt x="199303" y="50836"/>
                  </a:lnTo>
                  <a:lnTo>
                    <a:pt x="199762" y="52833"/>
                  </a:lnTo>
                  <a:lnTo>
                    <a:pt x="200794" y="54680"/>
                  </a:lnTo>
                  <a:lnTo>
                    <a:pt x="201144" y="53670"/>
                  </a:lnTo>
                  <a:lnTo>
                    <a:pt x="200970" y="51644"/>
                  </a:lnTo>
                  <a:lnTo>
                    <a:pt x="200867" y="49047"/>
                  </a:lnTo>
                  <a:lnTo>
                    <a:pt x="201807" y="48487"/>
                  </a:lnTo>
                  <a:lnTo>
                    <a:pt x="202566" y="48328"/>
                  </a:lnTo>
                  <a:lnTo>
                    <a:pt x="202641" y="46207"/>
                  </a:lnTo>
                  <a:lnTo>
                    <a:pt x="202521" y="44516"/>
                  </a:lnTo>
                  <a:lnTo>
                    <a:pt x="202819" y="43801"/>
                  </a:lnTo>
                  <a:lnTo>
                    <a:pt x="204797" y="43454"/>
                  </a:lnTo>
                  <a:lnTo>
                    <a:pt x="205314" y="41714"/>
                  </a:lnTo>
                  <a:lnTo>
                    <a:pt x="205611" y="40202"/>
                  </a:lnTo>
                  <a:lnTo>
                    <a:pt x="205863" y="41031"/>
                  </a:lnTo>
                  <a:lnTo>
                    <a:pt x="206184" y="44404"/>
                  </a:lnTo>
                  <a:lnTo>
                    <a:pt x="207276" y="46381"/>
                  </a:lnTo>
                  <a:lnTo>
                    <a:pt x="210547" y="46415"/>
                  </a:lnTo>
                  <a:lnTo>
                    <a:pt x="212383" y="45050"/>
                  </a:lnTo>
                  <a:lnTo>
                    <a:pt x="213164" y="45858"/>
                  </a:lnTo>
                  <a:lnTo>
                    <a:pt x="214382" y="46493"/>
                  </a:lnTo>
                  <a:lnTo>
                    <a:pt x="215725" y="44903"/>
                  </a:lnTo>
                  <a:lnTo>
                    <a:pt x="216530" y="43694"/>
                  </a:lnTo>
                  <a:lnTo>
                    <a:pt x="217880" y="45264"/>
                  </a:lnTo>
                  <a:lnTo>
                    <a:pt x="218322" y="46917"/>
                  </a:lnTo>
                  <a:lnTo>
                    <a:pt x="218670" y="43408"/>
                  </a:lnTo>
                  <a:lnTo>
                    <a:pt x="219453" y="42182"/>
                  </a:lnTo>
                  <a:lnTo>
                    <a:pt x="220284" y="41455"/>
                  </a:lnTo>
                  <a:lnTo>
                    <a:pt x="221336" y="42041"/>
                  </a:lnTo>
                  <a:lnTo>
                    <a:pt x="221749" y="41844"/>
                  </a:lnTo>
                  <a:lnTo>
                    <a:pt x="220814" y="39236"/>
                  </a:lnTo>
                  <a:lnTo>
                    <a:pt x="220869" y="36858"/>
                  </a:lnTo>
                  <a:lnTo>
                    <a:pt x="220808" y="33346"/>
                  </a:lnTo>
                  <a:lnTo>
                    <a:pt x="220976" y="30134"/>
                  </a:lnTo>
                  <a:lnTo>
                    <a:pt x="221311" y="27826"/>
                  </a:lnTo>
                  <a:lnTo>
                    <a:pt x="219051" y="23171"/>
                  </a:lnTo>
                  <a:lnTo>
                    <a:pt x="216811" y="22467"/>
                  </a:lnTo>
                  <a:lnTo>
                    <a:pt x="215172" y="23443"/>
                  </a:lnTo>
                  <a:lnTo>
                    <a:pt x="214482" y="22675"/>
                  </a:lnTo>
                  <a:lnTo>
                    <a:pt x="213026" y="18947"/>
                  </a:lnTo>
                  <a:lnTo>
                    <a:pt x="211639" y="17585"/>
                  </a:lnTo>
                  <a:lnTo>
                    <a:pt x="211518" y="16667"/>
                  </a:lnTo>
                  <a:lnTo>
                    <a:pt x="213218" y="13992"/>
                  </a:lnTo>
                  <a:lnTo>
                    <a:pt x="213866" y="14451"/>
                  </a:lnTo>
                  <a:lnTo>
                    <a:pt x="214856" y="16956"/>
                  </a:lnTo>
                  <a:lnTo>
                    <a:pt x="215421" y="17841"/>
                  </a:lnTo>
                  <a:lnTo>
                    <a:pt x="215901" y="17660"/>
                  </a:lnTo>
                  <a:lnTo>
                    <a:pt x="216210" y="15703"/>
                  </a:lnTo>
                  <a:lnTo>
                    <a:pt x="216638" y="14676"/>
                  </a:lnTo>
                  <a:lnTo>
                    <a:pt x="217448" y="15253"/>
                  </a:lnTo>
                  <a:lnTo>
                    <a:pt x="219984" y="19489"/>
                  </a:lnTo>
                  <a:lnTo>
                    <a:pt x="221409" y="23587"/>
                  </a:lnTo>
                  <a:lnTo>
                    <a:pt x="222138" y="22505"/>
                  </a:lnTo>
                  <a:lnTo>
                    <a:pt x="223388" y="20205"/>
                  </a:lnTo>
                  <a:lnTo>
                    <a:pt x="224568" y="20684"/>
                  </a:lnTo>
                  <a:lnTo>
                    <a:pt x="225293" y="22029"/>
                  </a:lnTo>
                  <a:lnTo>
                    <a:pt x="226309" y="27021"/>
                  </a:lnTo>
                  <a:lnTo>
                    <a:pt x="227114" y="29500"/>
                  </a:lnTo>
                  <a:lnTo>
                    <a:pt x="229055" y="30166"/>
                  </a:lnTo>
                  <a:lnTo>
                    <a:pt x="230043" y="31115"/>
                  </a:lnTo>
                  <a:lnTo>
                    <a:pt x="231065" y="32766"/>
                  </a:lnTo>
                  <a:lnTo>
                    <a:pt x="232443" y="32622"/>
                  </a:lnTo>
                  <a:lnTo>
                    <a:pt x="235278" y="33234"/>
                  </a:lnTo>
                  <a:lnTo>
                    <a:pt x="237949" y="36428"/>
                  </a:lnTo>
                  <a:lnTo>
                    <a:pt x="239058" y="38425"/>
                  </a:lnTo>
                  <a:lnTo>
                    <a:pt x="240353" y="38959"/>
                  </a:lnTo>
                  <a:lnTo>
                    <a:pt x="241106" y="39755"/>
                  </a:lnTo>
                  <a:lnTo>
                    <a:pt x="242476" y="39995"/>
                  </a:lnTo>
                  <a:lnTo>
                    <a:pt x="244659" y="37735"/>
                  </a:lnTo>
                  <a:lnTo>
                    <a:pt x="245637" y="39813"/>
                  </a:lnTo>
                  <a:lnTo>
                    <a:pt x="246071" y="41227"/>
                  </a:lnTo>
                  <a:lnTo>
                    <a:pt x="248058" y="43922"/>
                  </a:lnTo>
                  <a:lnTo>
                    <a:pt x="250197" y="44747"/>
                  </a:lnTo>
                  <a:lnTo>
                    <a:pt x="251722" y="42015"/>
                  </a:lnTo>
                  <a:lnTo>
                    <a:pt x="253952" y="39989"/>
                  </a:lnTo>
                  <a:lnTo>
                    <a:pt x="255506" y="36901"/>
                  </a:lnTo>
                  <a:lnTo>
                    <a:pt x="256675" y="35450"/>
                  </a:lnTo>
                  <a:lnTo>
                    <a:pt x="257774" y="32928"/>
                  </a:lnTo>
                  <a:lnTo>
                    <a:pt x="258196" y="33049"/>
                  </a:lnTo>
                  <a:lnTo>
                    <a:pt x="257300" y="35404"/>
                  </a:lnTo>
                  <a:lnTo>
                    <a:pt x="257192" y="36740"/>
                  </a:lnTo>
                  <a:lnTo>
                    <a:pt x="257894" y="37297"/>
                  </a:lnTo>
                  <a:lnTo>
                    <a:pt x="257822" y="37983"/>
                  </a:lnTo>
                  <a:lnTo>
                    <a:pt x="256855" y="39816"/>
                  </a:lnTo>
                  <a:lnTo>
                    <a:pt x="255699" y="42675"/>
                  </a:lnTo>
                  <a:lnTo>
                    <a:pt x="255720" y="44398"/>
                  </a:lnTo>
                  <a:lnTo>
                    <a:pt x="256169" y="45339"/>
                  </a:lnTo>
                  <a:lnTo>
                    <a:pt x="256702" y="44920"/>
                  </a:lnTo>
                  <a:lnTo>
                    <a:pt x="257458" y="43472"/>
                  </a:lnTo>
                  <a:lnTo>
                    <a:pt x="258371" y="42693"/>
                  </a:lnTo>
                  <a:lnTo>
                    <a:pt x="259173" y="43853"/>
                  </a:lnTo>
                  <a:lnTo>
                    <a:pt x="259434" y="47973"/>
                  </a:lnTo>
                  <a:lnTo>
                    <a:pt x="260006" y="50680"/>
                  </a:lnTo>
                  <a:lnTo>
                    <a:pt x="261265" y="51055"/>
                  </a:lnTo>
                  <a:lnTo>
                    <a:pt x="262037" y="51015"/>
                  </a:lnTo>
                  <a:lnTo>
                    <a:pt x="262807" y="47226"/>
                  </a:lnTo>
                  <a:lnTo>
                    <a:pt x="262391" y="44000"/>
                  </a:lnTo>
                  <a:lnTo>
                    <a:pt x="261915" y="43310"/>
                  </a:lnTo>
                  <a:lnTo>
                    <a:pt x="262144" y="42087"/>
                  </a:lnTo>
                  <a:lnTo>
                    <a:pt x="264111" y="36763"/>
                  </a:lnTo>
                  <a:lnTo>
                    <a:pt x="265212" y="36944"/>
                  </a:lnTo>
                  <a:lnTo>
                    <a:pt x="266001" y="42144"/>
                  </a:lnTo>
                  <a:lnTo>
                    <a:pt x="267246" y="44889"/>
                  </a:lnTo>
                  <a:lnTo>
                    <a:pt x="268575" y="44672"/>
                  </a:lnTo>
                  <a:lnTo>
                    <a:pt x="269268" y="45394"/>
                  </a:lnTo>
                  <a:lnTo>
                    <a:pt x="269836" y="48536"/>
                  </a:lnTo>
                  <a:lnTo>
                    <a:pt x="265175" y="61371"/>
                  </a:lnTo>
                  <a:lnTo>
                    <a:pt x="264956" y="62806"/>
                  </a:lnTo>
                  <a:lnTo>
                    <a:pt x="265584" y="65134"/>
                  </a:lnTo>
                  <a:lnTo>
                    <a:pt x="265826" y="67858"/>
                  </a:lnTo>
                  <a:lnTo>
                    <a:pt x="264312" y="74400"/>
                  </a:lnTo>
                  <a:lnTo>
                    <a:pt x="263754" y="74723"/>
                  </a:lnTo>
                  <a:lnTo>
                    <a:pt x="263216" y="72957"/>
                  </a:lnTo>
                  <a:lnTo>
                    <a:pt x="262417" y="71823"/>
                  </a:lnTo>
                  <a:lnTo>
                    <a:pt x="261715" y="72620"/>
                  </a:lnTo>
                  <a:lnTo>
                    <a:pt x="260963" y="73096"/>
                  </a:lnTo>
                  <a:lnTo>
                    <a:pt x="258252" y="76738"/>
                  </a:lnTo>
                  <a:lnTo>
                    <a:pt x="258273" y="86113"/>
                  </a:lnTo>
                  <a:lnTo>
                    <a:pt x="258958" y="91685"/>
                  </a:lnTo>
                  <a:lnTo>
                    <a:pt x="258560" y="95370"/>
                  </a:lnTo>
                  <a:lnTo>
                    <a:pt x="257753" y="101820"/>
                  </a:lnTo>
                  <a:lnTo>
                    <a:pt x="256878" y="104215"/>
                  </a:lnTo>
                  <a:lnTo>
                    <a:pt x="256176" y="105764"/>
                  </a:lnTo>
                  <a:lnTo>
                    <a:pt x="253840" y="114580"/>
                  </a:lnTo>
                  <a:lnTo>
                    <a:pt x="253095" y="116698"/>
                  </a:lnTo>
                  <a:lnTo>
                    <a:pt x="252322" y="119699"/>
                  </a:lnTo>
                  <a:lnTo>
                    <a:pt x="252582" y="122579"/>
                  </a:lnTo>
                  <a:lnTo>
                    <a:pt x="252869" y="124573"/>
                  </a:lnTo>
                  <a:lnTo>
                    <a:pt x="253748" y="126856"/>
                  </a:lnTo>
                  <a:lnTo>
                    <a:pt x="257176" y="131576"/>
                  </a:lnTo>
                  <a:lnTo>
                    <a:pt x="258731" y="134829"/>
                  </a:lnTo>
                  <a:lnTo>
                    <a:pt x="261409" y="138765"/>
                  </a:lnTo>
                  <a:lnTo>
                    <a:pt x="262021" y="141477"/>
                  </a:lnTo>
                  <a:lnTo>
                    <a:pt x="262386" y="143690"/>
                  </a:lnTo>
                  <a:lnTo>
                    <a:pt x="264322" y="146207"/>
                  </a:lnTo>
                  <a:lnTo>
                    <a:pt x="265704" y="147722"/>
                  </a:lnTo>
                  <a:lnTo>
                    <a:pt x="266103" y="147332"/>
                  </a:lnTo>
                  <a:lnTo>
                    <a:pt x="266391" y="146807"/>
                  </a:lnTo>
                  <a:lnTo>
                    <a:pt x="266737" y="146801"/>
                  </a:lnTo>
                  <a:lnTo>
                    <a:pt x="267081" y="147093"/>
                  </a:lnTo>
                  <a:lnTo>
                    <a:pt x="267027" y="149063"/>
                  </a:lnTo>
                  <a:lnTo>
                    <a:pt x="266875" y="150143"/>
                  </a:lnTo>
                  <a:lnTo>
                    <a:pt x="267005" y="151516"/>
                  </a:lnTo>
                  <a:lnTo>
                    <a:pt x="267987" y="153268"/>
                  </a:lnTo>
                  <a:lnTo>
                    <a:pt x="269554" y="153213"/>
                  </a:lnTo>
                  <a:lnTo>
                    <a:pt x="270457" y="152797"/>
                  </a:lnTo>
                  <a:lnTo>
                    <a:pt x="271453" y="154659"/>
                  </a:lnTo>
                  <a:lnTo>
                    <a:pt x="272351" y="155865"/>
                  </a:lnTo>
                  <a:lnTo>
                    <a:pt x="273831" y="158352"/>
                  </a:lnTo>
                  <a:lnTo>
                    <a:pt x="276409" y="161330"/>
                  </a:lnTo>
                  <a:lnTo>
                    <a:pt x="278423" y="163278"/>
                  </a:lnTo>
                  <a:lnTo>
                    <a:pt x="280799" y="170475"/>
                  </a:lnTo>
                  <a:lnTo>
                    <a:pt x="282601" y="174625"/>
                  </a:lnTo>
                  <a:lnTo>
                    <a:pt x="284570" y="177620"/>
                  </a:lnTo>
                  <a:lnTo>
                    <a:pt x="287530" y="179723"/>
                  </a:lnTo>
                  <a:lnTo>
                    <a:pt x="288893" y="179377"/>
                  </a:lnTo>
                  <a:lnTo>
                    <a:pt x="291103" y="181824"/>
                  </a:lnTo>
                  <a:lnTo>
                    <a:pt x="293255" y="182967"/>
                  </a:lnTo>
                  <a:lnTo>
                    <a:pt x="294396" y="186358"/>
                  </a:lnTo>
                  <a:lnTo>
                    <a:pt x="294784" y="188929"/>
                  </a:lnTo>
                  <a:lnTo>
                    <a:pt x="294893" y="190900"/>
                  </a:lnTo>
                  <a:lnTo>
                    <a:pt x="295964" y="195652"/>
                  </a:lnTo>
                  <a:lnTo>
                    <a:pt x="298146" y="197187"/>
                  </a:lnTo>
                  <a:lnTo>
                    <a:pt x="300975" y="201920"/>
                  </a:lnTo>
                  <a:lnTo>
                    <a:pt x="303301" y="204006"/>
                  </a:lnTo>
                  <a:lnTo>
                    <a:pt x="303886" y="205256"/>
                  </a:lnTo>
                  <a:lnTo>
                    <a:pt x="304906" y="206704"/>
                  </a:lnTo>
                  <a:lnTo>
                    <a:pt x="306880" y="206756"/>
                  </a:lnTo>
                  <a:lnTo>
                    <a:pt x="310303" y="204396"/>
                  </a:lnTo>
                  <a:lnTo>
                    <a:pt x="311862" y="202009"/>
                  </a:lnTo>
                  <a:lnTo>
                    <a:pt x="313929" y="198189"/>
                  </a:lnTo>
                  <a:lnTo>
                    <a:pt x="314898" y="191633"/>
                  </a:lnTo>
                  <a:lnTo>
                    <a:pt x="315468" y="186372"/>
                  </a:lnTo>
                  <a:lnTo>
                    <a:pt x="318343" y="175487"/>
                  </a:lnTo>
                  <a:lnTo>
                    <a:pt x="319163" y="170088"/>
                  </a:lnTo>
                  <a:lnTo>
                    <a:pt x="319893" y="162926"/>
                  </a:lnTo>
                  <a:lnTo>
                    <a:pt x="320532" y="158448"/>
                  </a:lnTo>
                  <a:lnTo>
                    <a:pt x="320319" y="153577"/>
                  </a:lnTo>
                  <a:lnTo>
                    <a:pt x="320982" y="144729"/>
                  </a:lnTo>
                  <a:lnTo>
                    <a:pt x="322457" y="132618"/>
                  </a:lnTo>
                  <a:lnTo>
                    <a:pt x="322957" y="128518"/>
                  </a:lnTo>
                  <a:lnTo>
                    <a:pt x="322707" y="122492"/>
                  </a:lnTo>
                  <a:lnTo>
                    <a:pt x="321793" y="111186"/>
                  </a:lnTo>
                  <a:lnTo>
                    <a:pt x="322202" y="107279"/>
                  </a:lnTo>
                  <a:lnTo>
                    <a:pt x="322603" y="101811"/>
                  </a:lnTo>
                  <a:lnTo>
                    <a:pt x="321934" y="97846"/>
                  </a:lnTo>
                  <a:lnTo>
                    <a:pt x="321312" y="95131"/>
                  </a:lnTo>
                  <a:lnTo>
                    <a:pt x="321220" y="91313"/>
                  </a:lnTo>
                  <a:lnTo>
                    <a:pt x="321920" y="84110"/>
                  </a:lnTo>
                  <a:lnTo>
                    <a:pt x="322540" y="80307"/>
                  </a:lnTo>
                  <a:lnTo>
                    <a:pt x="323183" y="75402"/>
                  </a:lnTo>
                  <a:lnTo>
                    <a:pt x="322822" y="66075"/>
                  </a:lnTo>
                  <a:lnTo>
                    <a:pt x="324196" y="62826"/>
                  </a:lnTo>
                  <a:lnTo>
                    <a:pt x="324737" y="61207"/>
                  </a:lnTo>
                  <a:lnTo>
                    <a:pt x="325799" y="61193"/>
                  </a:lnTo>
                  <a:lnTo>
                    <a:pt x="326305" y="61923"/>
                  </a:lnTo>
                  <a:lnTo>
                    <a:pt x="326412" y="60059"/>
                  </a:lnTo>
                  <a:lnTo>
                    <a:pt x="325993" y="58330"/>
                  </a:lnTo>
                  <a:lnTo>
                    <a:pt x="325828" y="56319"/>
                  </a:lnTo>
                  <a:lnTo>
                    <a:pt x="325531" y="55297"/>
                  </a:lnTo>
                  <a:lnTo>
                    <a:pt x="324877" y="54939"/>
                  </a:lnTo>
                  <a:lnTo>
                    <a:pt x="324333" y="53840"/>
                  </a:lnTo>
                  <a:lnTo>
                    <a:pt x="323550" y="52717"/>
                  </a:lnTo>
                  <a:lnTo>
                    <a:pt x="323673" y="48571"/>
                  </a:lnTo>
                  <a:lnTo>
                    <a:pt x="325004" y="40563"/>
                  </a:lnTo>
                  <a:lnTo>
                    <a:pt x="325739" y="37475"/>
                  </a:lnTo>
                  <a:lnTo>
                    <a:pt x="326221" y="38765"/>
                  </a:lnTo>
                  <a:lnTo>
                    <a:pt x="326768" y="39801"/>
                  </a:lnTo>
                  <a:lnTo>
                    <a:pt x="326844" y="37496"/>
                  </a:lnTo>
                  <a:lnTo>
                    <a:pt x="326660" y="35129"/>
                  </a:lnTo>
                  <a:lnTo>
                    <a:pt x="327670" y="27315"/>
                  </a:lnTo>
                  <a:lnTo>
                    <a:pt x="328788" y="16722"/>
                  </a:lnTo>
                  <a:lnTo>
                    <a:pt x="329122" y="7069"/>
                  </a:lnTo>
                  <a:lnTo>
                    <a:pt x="330917" y="5225"/>
                  </a:lnTo>
                  <a:lnTo>
                    <a:pt x="331829" y="2804"/>
                  </a:lnTo>
                  <a:lnTo>
                    <a:pt x="332393" y="0"/>
                  </a:lnTo>
                  <a:lnTo>
                    <a:pt x="333396" y="0"/>
                  </a:lnTo>
                  <a:lnTo>
                    <a:pt x="334081" y="1209"/>
                  </a:lnTo>
                  <a:lnTo>
                    <a:pt x="333630" y="3312"/>
                  </a:lnTo>
                  <a:lnTo>
                    <a:pt x="333486" y="4937"/>
                  </a:lnTo>
                  <a:lnTo>
                    <a:pt x="335420" y="8957"/>
                  </a:lnTo>
                  <a:lnTo>
                    <a:pt x="336063" y="12056"/>
                  </a:lnTo>
                  <a:lnTo>
                    <a:pt x="336332" y="14970"/>
                  </a:lnTo>
                  <a:lnTo>
                    <a:pt x="336712" y="17717"/>
                  </a:lnTo>
                  <a:lnTo>
                    <a:pt x="336895" y="21420"/>
                  </a:lnTo>
                  <a:lnTo>
                    <a:pt x="336868" y="27332"/>
                  </a:lnTo>
                  <a:lnTo>
                    <a:pt x="337118" y="32919"/>
                  </a:lnTo>
                  <a:lnTo>
                    <a:pt x="337816" y="34673"/>
                  </a:lnTo>
                  <a:lnTo>
                    <a:pt x="338434" y="35805"/>
                  </a:lnTo>
                  <a:lnTo>
                    <a:pt x="339319" y="359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4782512" y="3947053"/>
              <a:ext cx="1695" cy="5023"/>
            </a:xfrm>
            <a:custGeom>
              <a:avLst/>
              <a:pathLst>
                <a:path w="1695" h="5023">
                  <a:moveTo>
                    <a:pt x="1695" y="3332"/>
                  </a:moveTo>
                  <a:lnTo>
                    <a:pt x="748" y="5023"/>
                  </a:lnTo>
                  <a:lnTo>
                    <a:pt x="133" y="4135"/>
                  </a:lnTo>
                  <a:lnTo>
                    <a:pt x="0" y="2259"/>
                  </a:lnTo>
                  <a:lnTo>
                    <a:pt x="63" y="1437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4783302" y="3933710"/>
              <a:ext cx="1633" cy="3361"/>
            </a:xfrm>
            <a:custGeom>
              <a:avLst/>
              <a:pathLst>
                <a:path w="1633" h="3361">
                  <a:moveTo>
                    <a:pt x="1633" y="1529"/>
                  </a:moveTo>
                  <a:lnTo>
                    <a:pt x="957" y="3361"/>
                  </a:lnTo>
                  <a:lnTo>
                    <a:pt x="239" y="2813"/>
                  </a:lnTo>
                  <a:lnTo>
                    <a:pt x="0" y="1740"/>
                  </a:lnTo>
                  <a:lnTo>
                    <a:pt x="268" y="265"/>
                  </a:lnTo>
                  <a:lnTo>
                    <a:pt x="117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4782196" y="3931090"/>
              <a:ext cx="1071" cy="3826"/>
            </a:xfrm>
            <a:custGeom>
              <a:avLst/>
              <a:pathLst>
                <a:path w="1071" h="3826">
                  <a:moveTo>
                    <a:pt x="793" y="3024"/>
                  </a:moveTo>
                  <a:lnTo>
                    <a:pt x="503" y="3826"/>
                  </a:lnTo>
                  <a:lnTo>
                    <a:pt x="0" y="2069"/>
                  </a:lnTo>
                  <a:lnTo>
                    <a:pt x="581" y="0"/>
                  </a:lnTo>
                  <a:lnTo>
                    <a:pt x="1071" y="9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3276761" y="2186134"/>
              <a:ext cx="86566" cy="76869"/>
            </a:xfrm>
            <a:custGeom>
              <a:avLst/>
              <a:pathLst>
                <a:path w="86566" h="76869">
                  <a:moveTo>
                    <a:pt x="84360" y="11887"/>
                  </a:moveTo>
                  <a:lnTo>
                    <a:pt x="84312" y="12190"/>
                  </a:lnTo>
                  <a:lnTo>
                    <a:pt x="84249" y="13302"/>
                  </a:lnTo>
                  <a:lnTo>
                    <a:pt x="83808" y="14703"/>
                  </a:lnTo>
                  <a:lnTo>
                    <a:pt x="83333" y="16539"/>
                  </a:lnTo>
                  <a:lnTo>
                    <a:pt x="83365" y="18149"/>
                  </a:lnTo>
                  <a:lnTo>
                    <a:pt x="84582" y="23728"/>
                  </a:lnTo>
                  <a:lnTo>
                    <a:pt x="85663" y="27122"/>
                  </a:lnTo>
                  <a:lnTo>
                    <a:pt x="85869" y="28413"/>
                  </a:lnTo>
                  <a:lnTo>
                    <a:pt x="86566" y="29406"/>
                  </a:lnTo>
                  <a:lnTo>
                    <a:pt x="85904" y="30657"/>
                  </a:lnTo>
                  <a:lnTo>
                    <a:pt x="85775" y="32511"/>
                  </a:lnTo>
                  <a:lnTo>
                    <a:pt x="85346" y="33336"/>
                  </a:lnTo>
                  <a:lnTo>
                    <a:pt x="85234" y="34395"/>
                  </a:lnTo>
                  <a:lnTo>
                    <a:pt x="85414" y="35357"/>
                  </a:lnTo>
                  <a:lnTo>
                    <a:pt x="85411" y="36562"/>
                  </a:lnTo>
                  <a:lnTo>
                    <a:pt x="85649" y="38223"/>
                  </a:lnTo>
                  <a:lnTo>
                    <a:pt x="84591" y="38585"/>
                  </a:lnTo>
                  <a:lnTo>
                    <a:pt x="83333" y="38527"/>
                  </a:lnTo>
                  <a:lnTo>
                    <a:pt x="82883" y="38624"/>
                  </a:lnTo>
                  <a:lnTo>
                    <a:pt x="82462" y="39077"/>
                  </a:lnTo>
                  <a:lnTo>
                    <a:pt x="82026" y="38852"/>
                  </a:lnTo>
                  <a:lnTo>
                    <a:pt x="80889" y="37294"/>
                  </a:lnTo>
                  <a:lnTo>
                    <a:pt x="80247" y="36953"/>
                  </a:lnTo>
                  <a:lnTo>
                    <a:pt x="79794" y="37047"/>
                  </a:lnTo>
                  <a:lnTo>
                    <a:pt x="79454" y="37724"/>
                  </a:lnTo>
                  <a:lnTo>
                    <a:pt x="78870" y="38592"/>
                  </a:lnTo>
                  <a:lnTo>
                    <a:pt x="78321" y="39201"/>
                  </a:lnTo>
                  <a:lnTo>
                    <a:pt x="78444" y="39738"/>
                  </a:lnTo>
                  <a:lnTo>
                    <a:pt x="80802" y="41139"/>
                  </a:lnTo>
                  <a:lnTo>
                    <a:pt x="81220" y="43291"/>
                  </a:lnTo>
                  <a:lnTo>
                    <a:pt x="80766" y="45047"/>
                  </a:lnTo>
                  <a:lnTo>
                    <a:pt x="80612" y="45906"/>
                  </a:lnTo>
                  <a:lnTo>
                    <a:pt x="80060" y="46583"/>
                  </a:lnTo>
                  <a:lnTo>
                    <a:pt x="79382" y="47177"/>
                  </a:lnTo>
                  <a:lnTo>
                    <a:pt x="78566" y="47325"/>
                  </a:lnTo>
                  <a:lnTo>
                    <a:pt x="78470" y="48273"/>
                  </a:lnTo>
                  <a:lnTo>
                    <a:pt x="78790" y="51060"/>
                  </a:lnTo>
                  <a:lnTo>
                    <a:pt x="78531" y="51663"/>
                  </a:lnTo>
                  <a:lnTo>
                    <a:pt x="78271" y="52528"/>
                  </a:lnTo>
                  <a:lnTo>
                    <a:pt x="78515" y="54820"/>
                  </a:lnTo>
                  <a:lnTo>
                    <a:pt x="79020" y="54983"/>
                  </a:lnTo>
                  <a:lnTo>
                    <a:pt x="79132" y="55506"/>
                  </a:lnTo>
                  <a:lnTo>
                    <a:pt x="79042" y="56434"/>
                  </a:lnTo>
                  <a:lnTo>
                    <a:pt x="78953" y="57421"/>
                  </a:lnTo>
                  <a:lnTo>
                    <a:pt x="78775" y="58467"/>
                  </a:lnTo>
                  <a:lnTo>
                    <a:pt x="78686" y="58930"/>
                  </a:lnTo>
                  <a:lnTo>
                    <a:pt x="78351" y="59220"/>
                  </a:lnTo>
                  <a:lnTo>
                    <a:pt x="77305" y="59066"/>
                  </a:lnTo>
                  <a:lnTo>
                    <a:pt x="76405" y="59960"/>
                  </a:lnTo>
                  <a:lnTo>
                    <a:pt x="74594" y="63171"/>
                  </a:lnTo>
                  <a:lnTo>
                    <a:pt x="73960" y="63716"/>
                  </a:lnTo>
                  <a:lnTo>
                    <a:pt x="73274" y="65000"/>
                  </a:lnTo>
                  <a:lnTo>
                    <a:pt x="73315" y="67822"/>
                  </a:lnTo>
                  <a:lnTo>
                    <a:pt x="73222" y="68078"/>
                  </a:lnTo>
                  <a:lnTo>
                    <a:pt x="73056" y="68656"/>
                  </a:lnTo>
                  <a:lnTo>
                    <a:pt x="70815" y="67678"/>
                  </a:lnTo>
                  <a:lnTo>
                    <a:pt x="69365" y="68042"/>
                  </a:lnTo>
                  <a:lnTo>
                    <a:pt x="68374" y="69336"/>
                  </a:lnTo>
                  <a:lnTo>
                    <a:pt x="67170" y="70075"/>
                  </a:lnTo>
                  <a:lnTo>
                    <a:pt x="64646" y="69681"/>
                  </a:lnTo>
                  <a:lnTo>
                    <a:pt x="62189" y="70183"/>
                  </a:lnTo>
                  <a:lnTo>
                    <a:pt x="61607" y="70559"/>
                  </a:lnTo>
                  <a:lnTo>
                    <a:pt x="60970" y="70776"/>
                  </a:lnTo>
                  <a:lnTo>
                    <a:pt x="60372" y="71527"/>
                  </a:lnTo>
                  <a:lnTo>
                    <a:pt x="60030" y="72588"/>
                  </a:lnTo>
                  <a:lnTo>
                    <a:pt x="59419" y="73931"/>
                  </a:lnTo>
                  <a:lnTo>
                    <a:pt x="58550" y="74986"/>
                  </a:lnTo>
                  <a:lnTo>
                    <a:pt x="57605" y="75794"/>
                  </a:lnTo>
                  <a:lnTo>
                    <a:pt x="57380" y="76478"/>
                  </a:lnTo>
                  <a:lnTo>
                    <a:pt x="57070" y="76869"/>
                  </a:lnTo>
                  <a:lnTo>
                    <a:pt x="56544" y="76357"/>
                  </a:lnTo>
                  <a:lnTo>
                    <a:pt x="56117" y="76384"/>
                  </a:lnTo>
                  <a:lnTo>
                    <a:pt x="55595" y="76035"/>
                  </a:lnTo>
                  <a:lnTo>
                    <a:pt x="53861" y="75657"/>
                  </a:lnTo>
                  <a:lnTo>
                    <a:pt x="51956" y="75031"/>
                  </a:lnTo>
                  <a:lnTo>
                    <a:pt x="51049" y="74432"/>
                  </a:lnTo>
                  <a:lnTo>
                    <a:pt x="50018" y="73959"/>
                  </a:lnTo>
                  <a:lnTo>
                    <a:pt x="48911" y="73573"/>
                  </a:lnTo>
                  <a:lnTo>
                    <a:pt x="47919" y="73483"/>
                  </a:lnTo>
                  <a:lnTo>
                    <a:pt x="47420" y="73306"/>
                  </a:lnTo>
                  <a:lnTo>
                    <a:pt x="45035" y="72263"/>
                  </a:lnTo>
                  <a:lnTo>
                    <a:pt x="43463" y="72194"/>
                  </a:lnTo>
                  <a:lnTo>
                    <a:pt x="41387" y="71758"/>
                  </a:lnTo>
                  <a:lnTo>
                    <a:pt x="37263" y="70186"/>
                  </a:lnTo>
                  <a:lnTo>
                    <a:pt x="36062" y="69548"/>
                  </a:lnTo>
                  <a:lnTo>
                    <a:pt x="34913" y="69352"/>
                  </a:lnTo>
                  <a:lnTo>
                    <a:pt x="33557" y="68808"/>
                  </a:lnTo>
                  <a:lnTo>
                    <a:pt x="32524" y="67918"/>
                  </a:lnTo>
                  <a:lnTo>
                    <a:pt x="31864" y="66228"/>
                  </a:lnTo>
                  <a:lnTo>
                    <a:pt x="31158" y="63980"/>
                  </a:lnTo>
                  <a:lnTo>
                    <a:pt x="29865" y="61044"/>
                  </a:lnTo>
                  <a:lnTo>
                    <a:pt x="29600" y="59581"/>
                  </a:lnTo>
                  <a:lnTo>
                    <a:pt x="29995" y="58298"/>
                  </a:lnTo>
                  <a:lnTo>
                    <a:pt x="30401" y="57332"/>
                  </a:lnTo>
                  <a:lnTo>
                    <a:pt x="30354" y="56915"/>
                  </a:lnTo>
                  <a:lnTo>
                    <a:pt x="30039" y="56704"/>
                  </a:lnTo>
                  <a:lnTo>
                    <a:pt x="27769" y="57958"/>
                  </a:lnTo>
                  <a:lnTo>
                    <a:pt x="25568" y="59542"/>
                  </a:lnTo>
                  <a:lnTo>
                    <a:pt x="24702" y="59584"/>
                  </a:lnTo>
                  <a:lnTo>
                    <a:pt x="23863" y="59232"/>
                  </a:lnTo>
                  <a:lnTo>
                    <a:pt x="22750" y="59207"/>
                  </a:lnTo>
                  <a:lnTo>
                    <a:pt x="21679" y="59631"/>
                  </a:lnTo>
                  <a:lnTo>
                    <a:pt x="19536" y="59849"/>
                  </a:lnTo>
                  <a:lnTo>
                    <a:pt x="18280" y="61016"/>
                  </a:lnTo>
                  <a:lnTo>
                    <a:pt x="17481" y="63293"/>
                  </a:lnTo>
                  <a:lnTo>
                    <a:pt x="17045" y="65130"/>
                  </a:lnTo>
                  <a:lnTo>
                    <a:pt x="16683" y="65720"/>
                  </a:lnTo>
                  <a:lnTo>
                    <a:pt x="15935" y="65942"/>
                  </a:lnTo>
                  <a:lnTo>
                    <a:pt x="14817" y="65772"/>
                  </a:lnTo>
                  <a:lnTo>
                    <a:pt x="14032" y="65238"/>
                  </a:lnTo>
                  <a:lnTo>
                    <a:pt x="13231" y="63670"/>
                  </a:lnTo>
                  <a:lnTo>
                    <a:pt x="11988" y="63453"/>
                  </a:lnTo>
                  <a:lnTo>
                    <a:pt x="10848" y="63412"/>
                  </a:lnTo>
                  <a:lnTo>
                    <a:pt x="10547" y="63122"/>
                  </a:lnTo>
                  <a:lnTo>
                    <a:pt x="10567" y="62103"/>
                  </a:lnTo>
                  <a:lnTo>
                    <a:pt x="10116" y="60183"/>
                  </a:lnTo>
                  <a:lnTo>
                    <a:pt x="9372" y="59581"/>
                  </a:lnTo>
                  <a:lnTo>
                    <a:pt x="7446" y="63198"/>
                  </a:lnTo>
                  <a:lnTo>
                    <a:pt x="6920" y="63518"/>
                  </a:lnTo>
                  <a:lnTo>
                    <a:pt x="5369" y="62518"/>
                  </a:lnTo>
                  <a:lnTo>
                    <a:pt x="4016" y="60972"/>
                  </a:lnTo>
                  <a:lnTo>
                    <a:pt x="3867" y="59841"/>
                  </a:lnTo>
                  <a:lnTo>
                    <a:pt x="3648" y="58913"/>
                  </a:lnTo>
                  <a:lnTo>
                    <a:pt x="2509" y="58034"/>
                  </a:lnTo>
                  <a:lnTo>
                    <a:pt x="1088" y="57433"/>
                  </a:lnTo>
                  <a:lnTo>
                    <a:pt x="638" y="57435"/>
                  </a:lnTo>
                  <a:lnTo>
                    <a:pt x="813" y="56890"/>
                  </a:lnTo>
                  <a:lnTo>
                    <a:pt x="982" y="55965"/>
                  </a:lnTo>
                  <a:lnTo>
                    <a:pt x="876" y="55228"/>
                  </a:lnTo>
                  <a:lnTo>
                    <a:pt x="543" y="54465"/>
                  </a:lnTo>
                  <a:lnTo>
                    <a:pt x="360" y="53649"/>
                  </a:lnTo>
                  <a:lnTo>
                    <a:pt x="307" y="52859"/>
                  </a:lnTo>
                  <a:lnTo>
                    <a:pt x="206" y="52212"/>
                  </a:lnTo>
                  <a:lnTo>
                    <a:pt x="145" y="51606"/>
                  </a:lnTo>
                  <a:lnTo>
                    <a:pt x="39" y="51130"/>
                  </a:lnTo>
                  <a:lnTo>
                    <a:pt x="965" y="47554"/>
                  </a:lnTo>
                  <a:lnTo>
                    <a:pt x="1156" y="45330"/>
                  </a:lnTo>
                  <a:lnTo>
                    <a:pt x="344" y="44027"/>
                  </a:lnTo>
                  <a:lnTo>
                    <a:pt x="0" y="43641"/>
                  </a:lnTo>
                  <a:lnTo>
                    <a:pt x="282" y="43351"/>
                  </a:lnTo>
                  <a:lnTo>
                    <a:pt x="1437" y="43592"/>
                  </a:lnTo>
                  <a:lnTo>
                    <a:pt x="2170" y="42856"/>
                  </a:lnTo>
                  <a:lnTo>
                    <a:pt x="2553" y="42124"/>
                  </a:lnTo>
                  <a:lnTo>
                    <a:pt x="3578" y="42811"/>
                  </a:lnTo>
                  <a:lnTo>
                    <a:pt x="5082" y="44199"/>
                  </a:lnTo>
                  <a:lnTo>
                    <a:pt x="5791" y="45137"/>
                  </a:lnTo>
                  <a:lnTo>
                    <a:pt x="6084" y="45861"/>
                  </a:lnTo>
                  <a:lnTo>
                    <a:pt x="6247" y="46468"/>
                  </a:lnTo>
                  <a:lnTo>
                    <a:pt x="6157" y="47507"/>
                  </a:lnTo>
                  <a:lnTo>
                    <a:pt x="6500" y="47914"/>
                  </a:lnTo>
                  <a:lnTo>
                    <a:pt x="7208" y="48071"/>
                  </a:lnTo>
                  <a:lnTo>
                    <a:pt x="7679" y="48392"/>
                  </a:lnTo>
                  <a:lnTo>
                    <a:pt x="7514" y="49758"/>
                  </a:lnTo>
                  <a:lnTo>
                    <a:pt x="7483" y="50892"/>
                  </a:lnTo>
                  <a:lnTo>
                    <a:pt x="8137" y="50735"/>
                  </a:lnTo>
                  <a:lnTo>
                    <a:pt x="8956" y="49869"/>
                  </a:lnTo>
                  <a:lnTo>
                    <a:pt x="9596" y="48314"/>
                  </a:lnTo>
                  <a:lnTo>
                    <a:pt x="9991" y="46809"/>
                  </a:lnTo>
                  <a:lnTo>
                    <a:pt x="10291" y="43143"/>
                  </a:lnTo>
                  <a:lnTo>
                    <a:pt x="10395" y="42833"/>
                  </a:lnTo>
                  <a:lnTo>
                    <a:pt x="10887" y="43121"/>
                  </a:lnTo>
                  <a:lnTo>
                    <a:pt x="12884" y="42961"/>
                  </a:lnTo>
                  <a:lnTo>
                    <a:pt x="13826" y="43643"/>
                  </a:lnTo>
                  <a:lnTo>
                    <a:pt x="15318" y="43759"/>
                  </a:lnTo>
                  <a:lnTo>
                    <a:pt x="15291" y="44333"/>
                  </a:lnTo>
                  <a:lnTo>
                    <a:pt x="15556" y="45229"/>
                  </a:lnTo>
                  <a:lnTo>
                    <a:pt x="16217" y="46522"/>
                  </a:lnTo>
                  <a:lnTo>
                    <a:pt x="16543" y="47366"/>
                  </a:lnTo>
                  <a:lnTo>
                    <a:pt x="17237" y="47515"/>
                  </a:lnTo>
                  <a:lnTo>
                    <a:pt x="18305" y="47049"/>
                  </a:lnTo>
                  <a:lnTo>
                    <a:pt x="18931" y="46567"/>
                  </a:lnTo>
                  <a:lnTo>
                    <a:pt x="19166" y="46909"/>
                  </a:lnTo>
                  <a:lnTo>
                    <a:pt x="20143" y="46575"/>
                  </a:lnTo>
                  <a:lnTo>
                    <a:pt x="21008" y="45531"/>
                  </a:lnTo>
                  <a:lnTo>
                    <a:pt x="21222" y="44736"/>
                  </a:lnTo>
                  <a:lnTo>
                    <a:pt x="22096" y="44176"/>
                  </a:lnTo>
                  <a:lnTo>
                    <a:pt x="23277" y="42886"/>
                  </a:lnTo>
                  <a:lnTo>
                    <a:pt x="24899" y="41889"/>
                  </a:lnTo>
                  <a:lnTo>
                    <a:pt x="30223" y="40824"/>
                  </a:lnTo>
                  <a:lnTo>
                    <a:pt x="30430" y="40021"/>
                  </a:lnTo>
                  <a:lnTo>
                    <a:pt x="30351" y="38178"/>
                  </a:lnTo>
                  <a:lnTo>
                    <a:pt x="30492" y="37907"/>
                  </a:lnTo>
                  <a:lnTo>
                    <a:pt x="31163" y="38366"/>
                  </a:lnTo>
                  <a:lnTo>
                    <a:pt x="32239" y="38796"/>
                  </a:lnTo>
                  <a:lnTo>
                    <a:pt x="33063" y="39448"/>
                  </a:lnTo>
                  <a:lnTo>
                    <a:pt x="33599" y="40299"/>
                  </a:lnTo>
                  <a:lnTo>
                    <a:pt x="34095" y="40334"/>
                  </a:lnTo>
                  <a:lnTo>
                    <a:pt x="34863" y="39738"/>
                  </a:lnTo>
                  <a:lnTo>
                    <a:pt x="35903" y="39353"/>
                  </a:lnTo>
                  <a:lnTo>
                    <a:pt x="36875" y="40237"/>
                  </a:lnTo>
                  <a:lnTo>
                    <a:pt x="37156" y="41194"/>
                  </a:lnTo>
                  <a:lnTo>
                    <a:pt x="36986" y="41684"/>
                  </a:lnTo>
                  <a:lnTo>
                    <a:pt x="37005" y="42460"/>
                  </a:lnTo>
                  <a:lnTo>
                    <a:pt x="37306" y="43110"/>
                  </a:lnTo>
                  <a:lnTo>
                    <a:pt x="38096" y="44166"/>
                  </a:lnTo>
                  <a:lnTo>
                    <a:pt x="39108" y="45075"/>
                  </a:lnTo>
                  <a:lnTo>
                    <a:pt x="39634" y="45004"/>
                  </a:lnTo>
                  <a:lnTo>
                    <a:pt x="39829" y="44119"/>
                  </a:lnTo>
                  <a:lnTo>
                    <a:pt x="40015" y="42017"/>
                  </a:lnTo>
                  <a:lnTo>
                    <a:pt x="40085" y="39772"/>
                  </a:lnTo>
                  <a:lnTo>
                    <a:pt x="39852" y="38484"/>
                  </a:lnTo>
                  <a:lnTo>
                    <a:pt x="39307" y="38168"/>
                  </a:lnTo>
                  <a:lnTo>
                    <a:pt x="38655" y="38067"/>
                  </a:lnTo>
                  <a:lnTo>
                    <a:pt x="38309" y="37800"/>
                  </a:lnTo>
                  <a:lnTo>
                    <a:pt x="38430" y="37093"/>
                  </a:lnTo>
                  <a:lnTo>
                    <a:pt x="38951" y="35262"/>
                  </a:lnTo>
                  <a:lnTo>
                    <a:pt x="38943" y="32814"/>
                  </a:lnTo>
                  <a:lnTo>
                    <a:pt x="37766" y="30030"/>
                  </a:lnTo>
                  <a:lnTo>
                    <a:pt x="36746" y="27337"/>
                  </a:lnTo>
                  <a:lnTo>
                    <a:pt x="36749" y="26420"/>
                  </a:lnTo>
                  <a:lnTo>
                    <a:pt x="37362" y="24829"/>
                  </a:lnTo>
                  <a:lnTo>
                    <a:pt x="38306" y="23562"/>
                  </a:lnTo>
                  <a:lnTo>
                    <a:pt x="40403" y="21453"/>
                  </a:lnTo>
                  <a:lnTo>
                    <a:pt x="41065" y="21014"/>
                  </a:lnTo>
                  <a:lnTo>
                    <a:pt x="41915" y="20661"/>
                  </a:lnTo>
                  <a:lnTo>
                    <a:pt x="43137" y="19794"/>
                  </a:lnTo>
                  <a:lnTo>
                    <a:pt x="43725" y="18903"/>
                  </a:lnTo>
                  <a:lnTo>
                    <a:pt x="44119" y="17935"/>
                  </a:lnTo>
                  <a:lnTo>
                    <a:pt x="44693" y="12900"/>
                  </a:lnTo>
                  <a:lnTo>
                    <a:pt x="44827" y="12685"/>
                  </a:lnTo>
                  <a:lnTo>
                    <a:pt x="44997" y="12389"/>
                  </a:lnTo>
                  <a:lnTo>
                    <a:pt x="47138" y="14126"/>
                  </a:lnTo>
                  <a:lnTo>
                    <a:pt x="47331" y="13839"/>
                  </a:lnTo>
                  <a:lnTo>
                    <a:pt x="47691" y="13555"/>
                  </a:lnTo>
                  <a:lnTo>
                    <a:pt x="48389" y="12223"/>
                  </a:lnTo>
                  <a:lnTo>
                    <a:pt x="48542" y="11212"/>
                  </a:lnTo>
                  <a:lnTo>
                    <a:pt x="48526" y="9299"/>
                  </a:lnTo>
                  <a:lnTo>
                    <a:pt x="48588" y="7494"/>
                  </a:lnTo>
                  <a:lnTo>
                    <a:pt x="48723" y="6919"/>
                  </a:lnTo>
                  <a:lnTo>
                    <a:pt x="49045" y="7128"/>
                  </a:lnTo>
                  <a:lnTo>
                    <a:pt x="49967" y="8069"/>
                  </a:lnTo>
                  <a:lnTo>
                    <a:pt x="50699" y="9121"/>
                  </a:lnTo>
                  <a:lnTo>
                    <a:pt x="51384" y="11779"/>
                  </a:lnTo>
                  <a:lnTo>
                    <a:pt x="52982" y="12486"/>
                  </a:lnTo>
                  <a:lnTo>
                    <a:pt x="55000" y="12555"/>
                  </a:lnTo>
                  <a:lnTo>
                    <a:pt x="55721" y="11372"/>
                  </a:lnTo>
                  <a:lnTo>
                    <a:pt x="56375" y="11098"/>
                  </a:lnTo>
                  <a:lnTo>
                    <a:pt x="57116" y="11458"/>
                  </a:lnTo>
                  <a:lnTo>
                    <a:pt x="58676" y="11875"/>
                  </a:lnTo>
                  <a:lnTo>
                    <a:pt x="58850" y="9727"/>
                  </a:lnTo>
                  <a:lnTo>
                    <a:pt x="59751" y="7498"/>
                  </a:lnTo>
                  <a:lnTo>
                    <a:pt x="60159" y="6710"/>
                  </a:lnTo>
                  <a:lnTo>
                    <a:pt x="61302" y="6788"/>
                  </a:lnTo>
                  <a:lnTo>
                    <a:pt x="61584" y="5123"/>
                  </a:lnTo>
                  <a:lnTo>
                    <a:pt x="61866" y="507"/>
                  </a:lnTo>
                  <a:lnTo>
                    <a:pt x="62107" y="0"/>
                  </a:lnTo>
                  <a:lnTo>
                    <a:pt x="62940" y="96"/>
                  </a:lnTo>
                  <a:lnTo>
                    <a:pt x="63769" y="939"/>
                  </a:lnTo>
                  <a:lnTo>
                    <a:pt x="64018" y="1620"/>
                  </a:lnTo>
                  <a:lnTo>
                    <a:pt x="64448" y="1565"/>
                  </a:lnTo>
                  <a:lnTo>
                    <a:pt x="65052" y="1100"/>
                  </a:lnTo>
                  <a:lnTo>
                    <a:pt x="65713" y="800"/>
                  </a:lnTo>
                  <a:lnTo>
                    <a:pt x="66757" y="1292"/>
                  </a:lnTo>
                  <a:lnTo>
                    <a:pt x="68988" y="3390"/>
                  </a:lnTo>
                  <a:lnTo>
                    <a:pt x="70139" y="4156"/>
                  </a:lnTo>
                  <a:lnTo>
                    <a:pt x="70869" y="4009"/>
                  </a:lnTo>
                  <a:lnTo>
                    <a:pt x="71552" y="4038"/>
                  </a:lnTo>
                  <a:lnTo>
                    <a:pt x="74187" y="7279"/>
                  </a:lnTo>
                  <a:lnTo>
                    <a:pt x="76028" y="7733"/>
                  </a:lnTo>
                  <a:lnTo>
                    <a:pt x="77708" y="7746"/>
                  </a:lnTo>
                  <a:lnTo>
                    <a:pt x="78248" y="6768"/>
                  </a:lnTo>
                  <a:lnTo>
                    <a:pt x="78964" y="5940"/>
                  </a:lnTo>
                  <a:lnTo>
                    <a:pt x="79709" y="6054"/>
                  </a:lnTo>
                  <a:lnTo>
                    <a:pt x="80362" y="6478"/>
                  </a:lnTo>
                  <a:lnTo>
                    <a:pt x="81630" y="7886"/>
                  </a:lnTo>
                  <a:lnTo>
                    <a:pt x="82218" y="8247"/>
                  </a:lnTo>
                  <a:lnTo>
                    <a:pt x="82999" y="8475"/>
                  </a:lnTo>
                  <a:lnTo>
                    <a:pt x="83572" y="8788"/>
                  </a:lnTo>
                  <a:lnTo>
                    <a:pt x="84079" y="112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3676976" y="2459048"/>
              <a:ext cx="15286" cy="26220"/>
            </a:xfrm>
            <a:custGeom>
              <a:avLst/>
              <a:pathLst>
                <a:path w="15286" h="26220">
                  <a:moveTo>
                    <a:pt x="15286" y="26220"/>
                  </a:moveTo>
                  <a:lnTo>
                    <a:pt x="13099" y="25330"/>
                  </a:lnTo>
                  <a:lnTo>
                    <a:pt x="9160" y="23412"/>
                  </a:lnTo>
                  <a:lnTo>
                    <a:pt x="8078" y="22424"/>
                  </a:lnTo>
                  <a:lnTo>
                    <a:pt x="7051" y="19775"/>
                  </a:lnTo>
                  <a:lnTo>
                    <a:pt x="6441" y="18497"/>
                  </a:lnTo>
                  <a:lnTo>
                    <a:pt x="5537" y="16856"/>
                  </a:lnTo>
                  <a:lnTo>
                    <a:pt x="4796" y="16237"/>
                  </a:lnTo>
                  <a:lnTo>
                    <a:pt x="4234" y="15094"/>
                  </a:lnTo>
                  <a:lnTo>
                    <a:pt x="3915" y="13402"/>
                  </a:lnTo>
                  <a:lnTo>
                    <a:pt x="3445" y="11886"/>
                  </a:lnTo>
                  <a:lnTo>
                    <a:pt x="2633" y="10094"/>
                  </a:lnTo>
                  <a:lnTo>
                    <a:pt x="793" y="4019"/>
                  </a:lnTo>
                  <a:lnTo>
                    <a:pt x="555" y="3389"/>
                  </a:lnTo>
                  <a:lnTo>
                    <a:pt x="171" y="2377"/>
                  </a:lnTo>
                  <a:lnTo>
                    <a:pt x="0" y="1820"/>
                  </a:lnTo>
                  <a:lnTo>
                    <a:pt x="1123" y="1359"/>
                  </a:lnTo>
                  <a:lnTo>
                    <a:pt x="2990" y="0"/>
                  </a:lnTo>
                  <a:lnTo>
                    <a:pt x="3499" y="659"/>
                  </a:lnTo>
                  <a:lnTo>
                    <a:pt x="4046" y="2032"/>
                  </a:lnTo>
                  <a:lnTo>
                    <a:pt x="4319" y="3207"/>
                  </a:lnTo>
                  <a:lnTo>
                    <a:pt x="4366" y="5391"/>
                  </a:lnTo>
                  <a:lnTo>
                    <a:pt x="4590" y="5748"/>
                  </a:lnTo>
                  <a:lnTo>
                    <a:pt x="5499" y="5013"/>
                  </a:lnTo>
                  <a:lnTo>
                    <a:pt x="5905" y="5896"/>
                  </a:lnTo>
                  <a:lnTo>
                    <a:pt x="6604" y="6951"/>
                  </a:lnTo>
                  <a:lnTo>
                    <a:pt x="7819" y="7997"/>
                  </a:lnTo>
                  <a:lnTo>
                    <a:pt x="9566" y="6362"/>
                  </a:lnTo>
                  <a:lnTo>
                    <a:pt x="10437" y="5941"/>
                  </a:lnTo>
                  <a:lnTo>
                    <a:pt x="11153" y="5974"/>
                  </a:lnTo>
                  <a:lnTo>
                    <a:pt x="11539" y="6486"/>
                  </a:lnTo>
                  <a:lnTo>
                    <a:pt x="11675" y="8185"/>
                  </a:lnTo>
                  <a:lnTo>
                    <a:pt x="11536" y="10280"/>
                  </a:lnTo>
                  <a:lnTo>
                    <a:pt x="11333" y="11425"/>
                  </a:lnTo>
                  <a:lnTo>
                    <a:pt x="11700" y="12261"/>
                  </a:lnTo>
                  <a:lnTo>
                    <a:pt x="13135" y="14278"/>
                  </a:lnTo>
                  <a:lnTo>
                    <a:pt x="13730" y="15402"/>
                  </a:lnTo>
                  <a:lnTo>
                    <a:pt x="13440" y="17345"/>
                  </a:lnTo>
                  <a:lnTo>
                    <a:pt x="14508" y="22090"/>
                  </a:lnTo>
                  <a:lnTo>
                    <a:pt x="14866" y="239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3679140" y="2420030"/>
              <a:ext cx="792" cy="2061"/>
            </a:xfrm>
            <a:custGeom>
              <a:avLst/>
              <a:pathLst>
                <a:path w="792" h="2061">
                  <a:moveTo>
                    <a:pt x="115" y="1724"/>
                  </a:moveTo>
                  <a:lnTo>
                    <a:pt x="0" y="973"/>
                  </a:lnTo>
                  <a:lnTo>
                    <a:pt x="28" y="187"/>
                  </a:lnTo>
                  <a:lnTo>
                    <a:pt x="402" y="0"/>
                  </a:lnTo>
                  <a:lnTo>
                    <a:pt x="706" y="224"/>
                  </a:lnTo>
                  <a:lnTo>
                    <a:pt x="792" y="937"/>
                  </a:lnTo>
                  <a:lnTo>
                    <a:pt x="735" y="1724"/>
                  </a:lnTo>
                  <a:lnTo>
                    <a:pt x="490" y="20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3679623" y="2396232"/>
              <a:ext cx="60916" cy="103192"/>
            </a:xfrm>
            <a:custGeom>
              <a:avLst/>
              <a:pathLst>
                <a:path w="60916" h="103192">
                  <a:moveTo>
                    <a:pt x="40555" y="1373"/>
                  </a:moveTo>
                  <a:lnTo>
                    <a:pt x="41598" y="3083"/>
                  </a:lnTo>
                  <a:lnTo>
                    <a:pt x="43406" y="7723"/>
                  </a:lnTo>
                  <a:lnTo>
                    <a:pt x="45984" y="15276"/>
                  </a:lnTo>
                  <a:lnTo>
                    <a:pt x="46617" y="17412"/>
                  </a:lnTo>
                  <a:lnTo>
                    <a:pt x="47033" y="19892"/>
                  </a:lnTo>
                  <a:lnTo>
                    <a:pt x="47390" y="22896"/>
                  </a:lnTo>
                  <a:lnTo>
                    <a:pt x="47977" y="25552"/>
                  </a:lnTo>
                  <a:lnTo>
                    <a:pt x="50592" y="32241"/>
                  </a:lnTo>
                  <a:lnTo>
                    <a:pt x="51721" y="34710"/>
                  </a:lnTo>
                  <a:lnTo>
                    <a:pt x="53563" y="37907"/>
                  </a:lnTo>
                  <a:lnTo>
                    <a:pt x="54217" y="38620"/>
                  </a:lnTo>
                  <a:lnTo>
                    <a:pt x="55078" y="38820"/>
                  </a:lnTo>
                  <a:lnTo>
                    <a:pt x="56655" y="38832"/>
                  </a:lnTo>
                  <a:lnTo>
                    <a:pt x="58114" y="40081"/>
                  </a:lnTo>
                  <a:lnTo>
                    <a:pt x="58834" y="40960"/>
                  </a:lnTo>
                  <a:lnTo>
                    <a:pt x="59578" y="42231"/>
                  </a:lnTo>
                  <a:lnTo>
                    <a:pt x="60246" y="43695"/>
                  </a:lnTo>
                  <a:lnTo>
                    <a:pt x="60916" y="47617"/>
                  </a:lnTo>
                  <a:lnTo>
                    <a:pt x="58387" y="46324"/>
                  </a:lnTo>
                  <a:lnTo>
                    <a:pt x="55840" y="46526"/>
                  </a:lnTo>
                  <a:lnTo>
                    <a:pt x="54399" y="47369"/>
                  </a:lnTo>
                  <a:lnTo>
                    <a:pt x="53003" y="48517"/>
                  </a:lnTo>
                  <a:lnTo>
                    <a:pt x="51665" y="50139"/>
                  </a:lnTo>
                  <a:lnTo>
                    <a:pt x="50826" y="53298"/>
                  </a:lnTo>
                  <a:lnTo>
                    <a:pt x="50120" y="60608"/>
                  </a:lnTo>
                  <a:lnTo>
                    <a:pt x="49090" y="67449"/>
                  </a:lnTo>
                  <a:lnTo>
                    <a:pt x="49125" y="70614"/>
                  </a:lnTo>
                  <a:lnTo>
                    <a:pt x="49578" y="73653"/>
                  </a:lnTo>
                  <a:lnTo>
                    <a:pt x="49526" y="75096"/>
                  </a:lnTo>
                  <a:lnTo>
                    <a:pt x="49053" y="75706"/>
                  </a:lnTo>
                  <a:lnTo>
                    <a:pt x="48464" y="76999"/>
                  </a:lnTo>
                  <a:lnTo>
                    <a:pt x="47675" y="83278"/>
                  </a:lnTo>
                  <a:lnTo>
                    <a:pt x="47283" y="84530"/>
                  </a:lnTo>
                  <a:lnTo>
                    <a:pt x="46780" y="85309"/>
                  </a:lnTo>
                  <a:lnTo>
                    <a:pt x="46640" y="84566"/>
                  </a:lnTo>
                  <a:lnTo>
                    <a:pt x="46670" y="82922"/>
                  </a:lnTo>
                  <a:lnTo>
                    <a:pt x="45559" y="81466"/>
                  </a:lnTo>
                  <a:lnTo>
                    <a:pt x="44971" y="83098"/>
                  </a:lnTo>
                  <a:lnTo>
                    <a:pt x="44567" y="86555"/>
                  </a:lnTo>
                  <a:lnTo>
                    <a:pt x="43754" y="90188"/>
                  </a:lnTo>
                  <a:lnTo>
                    <a:pt x="43712" y="90882"/>
                  </a:lnTo>
                  <a:lnTo>
                    <a:pt x="43915" y="102105"/>
                  </a:lnTo>
                  <a:lnTo>
                    <a:pt x="43593" y="102053"/>
                  </a:lnTo>
                  <a:lnTo>
                    <a:pt x="41267" y="103192"/>
                  </a:lnTo>
                  <a:lnTo>
                    <a:pt x="40780" y="102827"/>
                  </a:lnTo>
                  <a:lnTo>
                    <a:pt x="38790" y="97651"/>
                  </a:lnTo>
                  <a:lnTo>
                    <a:pt x="38380" y="97078"/>
                  </a:lnTo>
                  <a:lnTo>
                    <a:pt x="37520" y="96846"/>
                  </a:lnTo>
                  <a:lnTo>
                    <a:pt x="37018" y="95995"/>
                  </a:lnTo>
                  <a:lnTo>
                    <a:pt x="36608" y="94608"/>
                  </a:lnTo>
                  <a:lnTo>
                    <a:pt x="36375" y="93577"/>
                  </a:lnTo>
                  <a:lnTo>
                    <a:pt x="34314" y="90772"/>
                  </a:lnTo>
                  <a:lnTo>
                    <a:pt x="34010" y="89746"/>
                  </a:lnTo>
                  <a:lnTo>
                    <a:pt x="33967" y="88844"/>
                  </a:lnTo>
                  <a:lnTo>
                    <a:pt x="34270" y="88031"/>
                  </a:lnTo>
                  <a:lnTo>
                    <a:pt x="34619" y="87345"/>
                  </a:lnTo>
                  <a:lnTo>
                    <a:pt x="35624" y="86647"/>
                  </a:lnTo>
                  <a:lnTo>
                    <a:pt x="36798" y="86047"/>
                  </a:lnTo>
                  <a:lnTo>
                    <a:pt x="37174" y="85614"/>
                  </a:lnTo>
                  <a:lnTo>
                    <a:pt x="37367" y="84868"/>
                  </a:lnTo>
                  <a:lnTo>
                    <a:pt x="37355" y="83673"/>
                  </a:lnTo>
                  <a:lnTo>
                    <a:pt x="37163" y="82496"/>
                  </a:lnTo>
                  <a:lnTo>
                    <a:pt x="35475" y="80353"/>
                  </a:lnTo>
                  <a:lnTo>
                    <a:pt x="35290" y="79431"/>
                  </a:lnTo>
                  <a:lnTo>
                    <a:pt x="35236" y="78300"/>
                  </a:lnTo>
                  <a:lnTo>
                    <a:pt x="35332" y="77118"/>
                  </a:lnTo>
                  <a:lnTo>
                    <a:pt x="35595" y="76195"/>
                  </a:lnTo>
                  <a:lnTo>
                    <a:pt x="36971" y="74936"/>
                  </a:lnTo>
                  <a:lnTo>
                    <a:pt x="37709" y="73633"/>
                  </a:lnTo>
                  <a:lnTo>
                    <a:pt x="37250" y="72177"/>
                  </a:lnTo>
                  <a:lnTo>
                    <a:pt x="35766" y="68861"/>
                  </a:lnTo>
                  <a:lnTo>
                    <a:pt x="34004" y="65215"/>
                  </a:lnTo>
                  <a:lnTo>
                    <a:pt x="32827" y="65182"/>
                  </a:lnTo>
                  <a:lnTo>
                    <a:pt x="31471" y="66260"/>
                  </a:lnTo>
                  <a:lnTo>
                    <a:pt x="29302" y="69369"/>
                  </a:lnTo>
                  <a:lnTo>
                    <a:pt x="28102" y="70699"/>
                  </a:lnTo>
                  <a:lnTo>
                    <a:pt x="26538" y="72900"/>
                  </a:lnTo>
                  <a:lnTo>
                    <a:pt x="24834" y="75350"/>
                  </a:lnTo>
                  <a:lnTo>
                    <a:pt x="23438" y="77952"/>
                  </a:lnTo>
                  <a:lnTo>
                    <a:pt x="22569" y="80101"/>
                  </a:lnTo>
                  <a:lnTo>
                    <a:pt x="21020" y="81039"/>
                  </a:lnTo>
                  <a:lnTo>
                    <a:pt x="20233" y="82842"/>
                  </a:lnTo>
                  <a:lnTo>
                    <a:pt x="17639" y="88250"/>
                  </a:lnTo>
                  <a:lnTo>
                    <a:pt x="16911" y="88182"/>
                  </a:lnTo>
                  <a:lnTo>
                    <a:pt x="16866" y="85500"/>
                  </a:lnTo>
                  <a:lnTo>
                    <a:pt x="16902" y="83373"/>
                  </a:lnTo>
                  <a:lnTo>
                    <a:pt x="16738" y="82148"/>
                  </a:lnTo>
                  <a:lnTo>
                    <a:pt x="15898" y="80470"/>
                  </a:lnTo>
                  <a:lnTo>
                    <a:pt x="15885" y="79746"/>
                  </a:lnTo>
                  <a:lnTo>
                    <a:pt x="16112" y="79297"/>
                  </a:lnTo>
                  <a:lnTo>
                    <a:pt x="16758" y="79568"/>
                  </a:lnTo>
                  <a:lnTo>
                    <a:pt x="17585" y="79473"/>
                  </a:lnTo>
                  <a:lnTo>
                    <a:pt x="17980" y="78815"/>
                  </a:lnTo>
                  <a:lnTo>
                    <a:pt x="17093" y="76603"/>
                  </a:lnTo>
                  <a:lnTo>
                    <a:pt x="16305" y="75126"/>
                  </a:lnTo>
                  <a:lnTo>
                    <a:pt x="15637" y="74129"/>
                  </a:lnTo>
                  <a:lnTo>
                    <a:pt x="15487" y="73532"/>
                  </a:lnTo>
                  <a:lnTo>
                    <a:pt x="15486" y="73109"/>
                  </a:lnTo>
                  <a:lnTo>
                    <a:pt x="15628" y="72604"/>
                  </a:lnTo>
                  <a:lnTo>
                    <a:pt x="16769" y="71386"/>
                  </a:lnTo>
                  <a:lnTo>
                    <a:pt x="16882" y="70271"/>
                  </a:lnTo>
                  <a:lnTo>
                    <a:pt x="16806" y="69020"/>
                  </a:lnTo>
                  <a:lnTo>
                    <a:pt x="14992" y="67180"/>
                  </a:lnTo>
                  <a:lnTo>
                    <a:pt x="13634" y="67858"/>
                  </a:lnTo>
                  <a:lnTo>
                    <a:pt x="12416" y="65791"/>
                  </a:lnTo>
                  <a:lnTo>
                    <a:pt x="11633" y="64192"/>
                  </a:lnTo>
                  <a:lnTo>
                    <a:pt x="10657" y="62478"/>
                  </a:lnTo>
                  <a:lnTo>
                    <a:pt x="9786" y="61539"/>
                  </a:lnTo>
                  <a:lnTo>
                    <a:pt x="8951" y="59389"/>
                  </a:lnTo>
                  <a:lnTo>
                    <a:pt x="7499" y="57170"/>
                  </a:lnTo>
                  <a:lnTo>
                    <a:pt x="6568" y="56540"/>
                  </a:lnTo>
                  <a:lnTo>
                    <a:pt x="6581" y="56200"/>
                  </a:lnTo>
                  <a:lnTo>
                    <a:pt x="6752" y="55792"/>
                  </a:lnTo>
                  <a:lnTo>
                    <a:pt x="7140" y="55456"/>
                  </a:lnTo>
                  <a:lnTo>
                    <a:pt x="9728" y="55542"/>
                  </a:lnTo>
                  <a:lnTo>
                    <a:pt x="10044" y="55141"/>
                  </a:lnTo>
                  <a:lnTo>
                    <a:pt x="10205" y="54189"/>
                  </a:lnTo>
                  <a:lnTo>
                    <a:pt x="10559" y="52782"/>
                  </a:lnTo>
                  <a:lnTo>
                    <a:pt x="10971" y="50710"/>
                  </a:lnTo>
                  <a:lnTo>
                    <a:pt x="10938" y="48968"/>
                  </a:lnTo>
                  <a:lnTo>
                    <a:pt x="8339" y="46151"/>
                  </a:lnTo>
                  <a:lnTo>
                    <a:pt x="6451" y="43558"/>
                  </a:lnTo>
                  <a:lnTo>
                    <a:pt x="5144" y="40145"/>
                  </a:lnTo>
                  <a:lnTo>
                    <a:pt x="4256" y="37021"/>
                  </a:lnTo>
                  <a:lnTo>
                    <a:pt x="4287" y="35972"/>
                  </a:lnTo>
                  <a:lnTo>
                    <a:pt x="4542" y="34981"/>
                  </a:lnTo>
                  <a:lnTo>
                    <a:pt x="6563" y="32104"/>
                  </a:lnTo>
                  <a:lnTo>
                    <a:pt x="6700" y="31358"/>
                  </a:lnTo>
                  <a:lnTo>
                    <a:pt x="6655" y="30850"/>
                  </a:lnTo>
                  <a:lnTo>
                    <a:pt x="5935" y="29378"/>
                  </a:lnTo>
                  <a:lnTo>
                    <a:pt x="5029" y="27863"/>
                  </a:lnTo>
                  <a:lnTo>
                    <a:pt x="4744" y="26749"/>
                  </a:lnTo>
                  <a:lnTo>
                    <a:pt x="4174" y="26182"/>
                  </a:lnTo>
                  <a:lnTo>
                    <a:pt x="3089" y="26142"/>
                  </a:lnTo>
                  <a:lnTo>
                    <a:pt x="1188" y="24278"/>
                  </a:lnTo>
                  <a:lnTo>
                    <a:pt x="785" y="24093"/>
                  </a:lnTo>
                  <a:lnTo>
                    <a:pt x="695" y="23722"/>
                  </a:lnTo>
                  <a:lnTo>
                    <a:pt x="787" y="23347"/>
                  </a:lnTo>
                  <a:lnTo>
                    <a:pt x="2144" y="22593"/>
                  </a:lnTo>
                  <a:lnTo>
                    <a:pt x="2125" y="21971"/>
                  </a:lnTo>
                  <a:lnTo>
                    <a:pt x="1714" y="21151"/>
                  </a:lnTo>
                  <a:lnTo>
                    <a:pt x="947" y="20551"/>
                  </a:lnTo>
                  <a:lnTo>
                    <a:pt x="245" y="19067"/>
                  </a:lnTo>
                  <a:lnTo>
                    <a:pt x="0" y="17729"/>
                  </a:lnTo>
                  <a:lnTo>
                    <a:pt x="2450" y="13822"/>
                  </a:lnTo>
                  <a:lnTo>
                    <a:pt x="3174" y="13043"/>
                  </a:lnTo>
                  <a:lnTo>
                    <a:pt x="4779" y="13760"/>
                  </a:lnTo>
                  <a:lnTo>
                    <a:pt x="8110" y="16350"/>
                  </a:lnTo>
                  <a:lnTo>
                    <a:pt x="7884" y="17787"/>
                  </a:lnTo>
                  <a:lnTo>
                    <a:pt x="8222" y="18596"/>
                  </a:lnTo>
                  <a:lnTo>
                    <a:pt x="8986" y="19696"/>
                  </a:lnTo>
                  <a:lnTo>
                    <a:pt x="10453" y="20809"/>
                  </a:lnTo>
                  <a:lnTo>
                    <a:pt x="11694" y="21384"/>
                  </a:lnTo>
                  <a:lnTo>
                    <a:pt x="12322" y="20895"/>
                  </a:lnTo>
                  <a:lnTo>
                    <a:pt x="13278" y="20481"/>
                  </a:lnTo>
                  <a:lnTo>
                    <a:pt x="14519" y="21763"/>
                  </a:lnTo>
                  <a:lnTo>
                    <a:pt x="15663" y="23392"/>
                  </a:lnTo>
                  <a:lnTo>
                    <a:pt x="16233" y="24050"/>
                  </a:lnTo>
                  <a:lnTo>
                    <a:pt x="16539" y="24252"/>
                  </a:lnTo>
                  <a:lnTo>
                    <a:pt x="17408" y="23710"/>
                  </a:lnTo>
                  <a:lnTo>
                    <a:pt x="18452" y="21609"/>
                  </a:lnTo>
                  <a:lnTo>
                    <a:pt x="18861" y="19072"/>
                  </a:lnTo>
                  <a:lnTo>
                    <a:pt x="18977" y="17852"/>
                  </a:lnTo>
                  <a:lnTo>
                    <a:pt x="18368" y="16169"/>
                  </a:lnTo>
                  <a:lnTo>
                    <a:pt x="17117" y="14343"/>
                  </a:lnTo>
                  <a:lnTo>
                    <a:pt x="15711" y="12738"/>
                  </a:lnTo>
                  <a:lnTo>
                    <a:pt x="14808" y="11324"/>
                  </a:lnTo>
                  <a:lnTo>
                    <a:pt x="14232" y="8534"/>
                  </a:lnTo>
                  <a:lnTo>
                    <a:pt x="13650" y="8225"/>
                  </a:lnTo>
                  <a:lnTo>
                    <a:pt x="13503" y="7863"/>
                  </a:lnTo>
                  <a:lnTo>
                    <a:pt x="13408" y="6911"/>
                  </a:lnTo>
                  <a:lnTo>
                    <a:pt x="13432" y="5579"/>
                  </a:lnTo>
                  <a:lnTo>
                    <a:pt x="13632" y="4553"/>
                  </a:lnTo>
                  <a:lnTo>
                    <a:pt x="14199" y="4113"/>
                  </a:lnTo>
                  <a:lnTo>
                    <a:pt x="14775" y="3956"/>
                  </a:lnTo>
                  <a:lnTo>
                    <a:pt x="15294" y="2978"/>
                  </a:lnTo>
                  <a:lnTo>
                    <a:pt x="15944" y="1060"/>
                  </a:lnTo>
                  <a:lnTo>
                    <a:pt x="16221" y="0"/>
                  </a:lnTo>
                  <a:lnTo>
                    <a:pt x="17445" y="607"/>
                  </a:lnTo>
                  <a:lnTo>
                    <a:pt x="17609" y="2324"/>
                  </a:lnTo>
                  <a:lnTo>
                    <a:pt x="17827" y="2685"/>
                  </a:lnTo>
                  <a:lnTo>
                    <a:pt x="18335" y="2483"/>
                  </a:lnTo>
                  <a:lnTo>
                    <a:pt x="19179" y="1761"/>
                  </a:lnTo>
                  <a:lnTo>
                    <a:pt x="19848" y="2315"/>
                  </a:lnTo>
                  <a:lnTo>
                    <a:pt x="20714" y="4360"/>
                  </a:lnTo>
                  <a:lnTo>
                    <a:pt x="21910" y="6517"/>
                  </a:lnTo>
                  <a:lnTo>
                    <a:pt x="22556" y="7965"/>
                  </a:lnTo>
                  <a:lnTo>
                    <a:pt x="22810" y="8967"/>
                  </a:lnTo>
                  <a:lnTo>
                    <a:pt x="23421" y="9936"/>
                  </a:lnTo>
                  <a:lnTo>
                    <a:pt x="24314" y="11078"/>
                  </a:lnTo>
                  <a:lnTo>
                    <a:pt x="25026" y="12864"/>
                  </a:lnTo>
                  <a:lnTo>
                    <a:pt x="25660" y="17016"/>
                  </a:lnTo>
                  <a:lnTo>
                    <a:pt x="26302" y="17981"/>
                  </a:lnTo>
                  <a:lnTo>
                    <a:pt x="28607" y="19558"/>
                  </a:lnTo>
                  <a:lnTo>
                    <a:pt x="29415" y="19882"/>
                  </a:lnTo>
                  <a:lnTo>
                    <a:pt x="31677" y="20439"/>
                  </a:lnTo>
                  <a:lnTo>
                    <a:pt x="32473" y="20040"/>
                  </a:lnTo>
                  <a:lnTo>
                    <a:pt x="33638" y="16458"/>
                  </a:lnTo>
                  <a:lnTo>
                    <a:pt x="34687" y="12773"/>
                  </a:lnTo>
                  <a:lnTo>
                    <a:pt x="35666" y="12002"/>
                  </a:lnTo>
                  <a:lnTo>
                    <a:pt x="37436" y="10222"/>
                  </a:lnTo>
                  <a:lnTo>
                    <a:pt x="38495" y="8541"/>
                  </a:lnTo>
                  <a:lnTo>
                    <a:pt x="38941" y="6726"/>
                  </a:lnTo>
                  <a:lnTo>
                    <a:pt x="39940" y="3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3685044" y="2432463"/>
              <a:ext cx="948" cy="1929"/>
            </a:xfrm>
            <a:custGeom>
              <a:avLst/>
              <a:pathLst>
                <a:path w="948" h="1929">
                  <a:moveTo>
                    <a:pt x="835" y="1441"/>
                  </a:moveTo>
                  <a:lnTo>
                    <a:pt x="948" y="463"/>
                  </a:lnTo>
                  <a:lnTo>
                    <a:pt x="628" y="24"/>
                  </a:lnTo>
                  <a:lnTo>
                    <a:pt x="291" y="0"/>
                  </a:lnTo>
                  <a:lnTo>
                    <a:pt x="0" y="487"/>
                  </a:lnTo>
                  <a:lnTo>
                    <a:pt x="0" y="1709"/>
                  </a:lnTo>
                  <a:lnTo>
                    <a:pt x="403" y="19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3498081" y="3702417"/>
              <a:ext cx="20408" cy="63319"/>
            </a:xfrm>
            <a:custGeom>
              <a:avLst/>
              <a:pathLst>
                <a:path w="20408" h="63319">
                  <a:moveTo>
                    <a:pt x="17481" y="2574"/>
                  </a:moveTo>
                  <a:lnTo>
                    <a:pt x="17254" y="3347"/>
                  </a:lnTo>
                  <a:lnTo>
                    <a:pt x="16213" y="8879"/>
                  </a:lnTo>
                  <a:lnTo>
                    <a:pt x="16011" y="9710"/>
                  </a:lnTo>
                  <a:lnTo>
                    <a:pt x="16127" y="10220"/>
                  </a:lnTo>
                  <a:lnTo>
                    <a:pt x="16569" y="11268"/>
                  </a:lnTo>
                  <a:lnTo>
                    <a:pt x="16310" y="13008"/>
                  </a:lnTo>
                  <a:lnTo>
                    <a:pt x="16205" y="13475"/>
                  </a:lnTo>
                  <a:lnTo>
                    <a:pt x="16009" y="15100"/>
                  </a:lnTo>
                  <a:lnTo>
                    <a:pt x="16117" y="16592"/>
                  </a:lnTo>
                  <a:lnTo>
                    <a:pt x="16367" y="17143"/>
                  </a:lnTo>
                  <a:lnTo>
                    <a:pt x="17043" y="17865"/>
                  </a:lnTo>
                  <a:lnTo>
                    <a:pt x="18056" y="18387"/>
                  </a:lnTo>
                  <a:lnTo>
                    <a:pt x="19251" y="19628"/>
                  </a:lnTo>
                  <a:lnTo>
                    <a:pt x="20055" y="19853"/>
                  </a:lnTo>
                  <a:lnTo>
                    <a:pt x="20243" y="20747"/>
                  </a:lnTo>
                  <a:lnTo>
                    <a:pt x="20205" y="22349"/>
                  </a:lnTo>
                  <a:lnTo>
                    <a:pt x="20405" y="23740"/>
                  </a:lnTo>
                  <a:lnTo>
                    <a:pt x="20408" y="26227"/>
                  </a:lnTo>
                  <a:lnTo>
                    <a:pt x="20168" y="28414"/>
                  </a:lnTo>
                  <a:lnTo>
                    <a:pt x="18937" y="29442"/>
                  </a:lnTo>
                  <a:lnTo>
                    <a:pt x="18304" y="30564"/>
                  </a:lnTo>
                  <a:lnTo>
                    <a:pt x="18132" y="31127"/>
                  </a:lnTo>
                  <a:lnTo>
                    <a:pt x="18287" y="31785"/>
                  </a:lnTo>
                  <a:lnTo>
                    <a:pt x="18370" y="32671"/>
                  </a:lnTo>
                  <a:lnTo>
                    <a:pt x="17211" y="34852"/>
                  </a:lnTo>
                  <a:lnTo>
                    <a:pt x="16020" y="37701"/>
                  </a:lnTo>
                  <a:lnTo>
                    <a:pt x="15736" y="39622"/>
                  </a:lnTo>
                  <a:lnTo>
                    <a:pt x="15499" y="41893"/>
                  </a:lnTo>
                  <a:lnTo>
                    <a:pt x="15151" y="43342"/>
                  </a:lnTo>
                  <a:lnTo>
                    <a:pt x="14244" y="45431"/>
                  </a:lnTo>
                  <a:lnTo>
                    <a:pt x="13319" y="49638"/>
                  </a:lnTo>
                  <a:lnTo>
                    <a:pt x="12865" y="52371"/>
                  </a:lnTo>
                  <a:lnTo>
                    <a:pt x="10595" y="58930"/>
                  </a:lnTo>
                  <a:lnTo>
                    <a:pt x="8577" y="62203"/>
                  </a:lnTo>
                  <a:lnTo>
                    <a:pt x="7989" y="63319"/>
                  </a:lnTo>
                  <a:lnTo>
                    <a:pt x="4418" y="63126"/>
                  </a:lnTo>
                  <a:lnTo>
                    <a:pt x="4145" y="58705"/>
                  </a:lnTo>
                  <a:lnTo>
                    <a:pt x="3601" y="52668"/>
                  </a:lnTo>
                  <a:lnTo>
                    <a:pt x="2374" y="47214"/>
                  </a:lnTo>
                  <a:lnTo>
                    <a:pt x="2244" y="44938"/>
                  </a:lnTo>
                  <a:lnTo>
                    <a:pt x="2301" y="40540"/>
                  </a:lnTo>
                  <a:lnTo>
                    <a:pt x="2305" y="34356"/>
                  </a:lnTo>
                  <a:lnTo>
                    <a:pt x="2224" y="31035"/>
                  </a:lnTo>
                  <a:lnTo>
                    <a:pt x="2250" y="28611"/>
                  </a:lnTo>
                  <a:lnTo>
                    <a:pt x="2406" y="24398"/>
                  </a:lnTo>
                  <a:lnTo>
                    <a:pt x="2387" y="21881"/>
                  </a:lnTo>
                  <a:lnTo>
                    <a:pt x="1579" y="18978"/>
                  </a:lnTo>
                  <a:lnTo>
                    <a:pt x="574" y="15891"/>
                  </a:lnTo>
                  <a:lnTo>
                    <a:pt x="27" y="14379"/>
                  </a:lnTo>
                  <a:lnTo>
                    <a:pt x="0" y="13158"/>
                  </a:lnTo>
                  <a:lnTo>
                    <a:pt x="2" y="12033"/>
                  </a:lnTo>
                  <a:lnTo>
                    <a:pt x="164" y="10388"/>
                  </a:lnTo>
                  <a:lnTo>
                    <a:pt x="556" y="8555"/>
                  </a:lnTo>
                  <a:lnTo>
                    <a:pt x="998" y="8353"/>
                  </a:lnTo>
                  <a:lnTo>
                    <a:pt x="2082" y="9081"/>
                  </a:lnTo>
                  <a:lnTo>
                    <a:pt x="3212" y="10639"/>
                  </a:lnTo>
                  <a:lnTo>
                    <a:pt x="3811" y="14139"/>
                  </a:lnTo>
                  <a:lnTo>
                    <a:pt x="4270" y="14644"/>
                  </a:lnTo>
                  <a:lnTo>
                    <a:pt x="5104" y="14638"/>
                  </a:lnTo>
                  <a:lnTo>
                    <a:pt x="7235" y="14177"/>
                  </a:lnTo>
                  <a:lnTo>
                    <a:pt x="7765" y="14234"/>
                  </a:lnTo>
                  <a:lnTo>
                    <a:pt x="8735" y="13398"/>
                  </a:lnTo>
                  <a:lnTo>
                    <a:pt x="9697" y="11920"/>
                  </a:lnTo>
                  <a:lnTo>
                    <a:pt x="9974" y="10391"/>
                  </a:lnTo>
                  <a:lnTo>
                    <a:pt x="10199" y="6963"/>
                  </a:lnTo>
                  <a:lnTo>
                    <a:pt x="10401" y="784"/>
                  </a:lnTo>
                  <a:lnTo>
                    <a:pt x="10893" y="712"/>
                  </a:lnTo>
                  <a:lnTo>
                    <a:pt x="12238" y="2911"/>
                  </a:lnTo>
                  <a:lnTo>
                    <a:pt x="12526" y="3061"/>
                  </a:lnTo>
                  <a:lnTo>
                    <a:pt x="12810" y="2983"/>
                  </a:lnTo>
                  <a:lnTo>
                    <a:pt x="13276" y="1892"/>
                  </a:lnTo>
                  <a:lnTo>
                    <a:pt x="13849" y="1007"/>
                  </a:lnTo>
                  <a:lnTo>
                    <a:pt x="14271" y="1030"/>
                  </a:lnTo>
                  <a:lnTo>
                    <a:pt x="15833" y="0"/>
                  </a:lnTo>
                  <a:lnTo>
                    <a:pt x="16670" y="1864"/>
                  </a:lnTo>
                  <a:lnTo>
                    <a:pt x="17200" y="244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3197283" y="2112557"/>
              <a:ext cx="43599" cy="58513"/>
            </a:xfrm>
            <a:custGeom>
              <a:avLst/>
              <a:pathLst>
                <a:path w="43599" h="58513">
                  <a:moveTo>
                    <a:pt x="39392" y="21886"/>
                  </a:moveTo>
                  <a:lnTo>
                    <a:pt x="39528" y="22424"/>
                  </a:lnTo>
                  <a:lnTo>
                    <a:pt x="40817" y="23989"/>
                  </a:lnTo>
                  <a:lnTo>
                    <a:pt x="41215" y="25230"/>
                  </a:lnTo>
                  <a:lnTo>
                    <a:pt x="42140" y="26429"/>
                  </a:lnTo>
                  <a:lnTo>
                    <a:pt x="41374" y="27946"/>
                  </a:lnTo>
                  <a:lnTo>
                    <a:pt x="41490" y="28621"/>
                  </a:lnTo>
                  <a:lnTo>
                    <a:pt x="41766" y="29312"/>
                  </a:lnTo>
                  <a:lnTo>
                    <a:pt x="42810" y="29714"/>
                  </a:lnTo>
                  <a:lnTo>
                    <a:pt x="43332" y="30711"/>
                  </a:lnTo>
                  <a:lnTo>
                    <a:pt x="43363" y="32234"/>
                  </a:lnTo>
                  <a:lnTo>
                    <a:pt x="43599" y="34718"/>
                  </a:lnTo>
                  <a:lnTo>
                    <a:pt x="41449" y="37185"/>
                  </a:lnTo>
                  <a:lnTo>
                    <a:pt x="40838" y="39943"/>
                  </a:lnTo>
                  <a:lnTo>
                    <a:pt x="40711" y="40403"/>
                  </a:lnTo>
                  <a:lnTo>
                    <a:pt x="40472" y="39492"/>
                  </a:lnTo>
                  <a:lnTo>
                    <a:pt x="40083" y="39501"/>
                  </a:lnTo>
                  <a:lnTo>
                    <a:pt x="39191" y="39120"/>
                  </a:lnTo>
                  <a:lnTo>
                    <a:pt x="37949" y="41613"/>
                  </a:lnTo>
                  <a:lnTo>
                    <a:pt x="37387" y="43685"/>
                  </a:lnTo>
                  <a:lnTo>
                    <a:pt x="37054" y="45206"/>
                  </a:lnTo>
                  <a:lnTo>
                    <a:pt x="36554" y="46435"/>
                  </a:lnTo>
                  <a:lnTo>
                    <a:pt x="36455" y="47735"/>
                  </a:lnTo>
                  <a:lnTo>
                    <a:pt x="36518" y="48281"/>
                  </a:lnTo>
                  <a:lnTo>
                    <a:pt x="36347" y="48985"/>
                  </a:lnTo>
                  <a:lnTo>
                    <a:pt x="36338" y="49725"/>
                  </a:lnTo>
                  <a:lnTo>
                    <a:pt x="37053" y="51185"/>
                  </a:lnTo>
                  <a:lnTo>
                    <a:pt x="37232" y="51974"/>
                  </a:lnTo>
                  <a:lnTo>
                    <a:pt x="38102" y="54557"/>
                  </a:lnTo>
                  <a:lnTo>
                    <a:pt x="37832" y="55501"/>
                  </a:lnTo>
                  <a:lnTo>
                    <a:pt x="37617" y="56521"/>
                  </a:lnTo>
                  <a:lnTo>
                    <a:pt x="37365" y="57245"/>
                  </a:lnTo>
                  <a:lnTo>
                    <a:pt x="37073" y="57704"/>
                  </a:lnTo>
                  <a:lnTo>
                    <a:pt x="36173" y="57676"/>
                  </a:lnTo>
                  <a:lnTo>
                    <a:pt x="35033" y="58001"/>
                  </a:lnTo>
                  <a:lnTo>
                    <a:pt x="34264" y="58509"/>
                  </a:lnTo>
                  <a:lnTo>
                    <a:pt x="33866" y="58513"/>
                  </a:lnTo>
                  <a:lnTo>
                    <a:pt x="33041" y="57225"/>
                  </a:lnTo>
                  <a:lnTo>
                    <a:pt x="32120" y="55294"/>
                  </a:lnTo>
                  <a:lnTo>
                    <a:pt x="31534" y="54374"/>
                  </a:lnTo>
                  <a:lnTo>
                    <a:pt x="31271" y="53577"/>
                  </a:lnTo>
                  <a:lnTo>
                    <a:pt x="30547" y="53243"/>
                  </a:lnTo>
                  <a:lnTo>
                    <a:pt x="29515" y="52290"/>
                  </a:lnTo>
                  <a:lnTo>
                    <a:pt x="28798" y="51254"/>
                  </a:lnTo>
                  <a:lnTo>
                    <a:pt x="28184" y="50609"/>
                  </a:lnTo>
                  <a:lnTo>
                    <a:pt x="27317" y="50288"/>
                  </a:lnTo>
                  <a:lnTo>
                    <a:pt x="26602" y="50321"/>
                  </a:lnTo>
                  <a:lnTo>
                    <a:pt x="26392" y="48578"/>
                  </a:lnTo>
                  <a:lnTo>
                    <a:pt x="26306" y="46587"/>
                  </a:lnTo>
                  <a:lnTo>
                    <a:pt x="25721" y="45255"/>
                  </a:lnTo>
                  <a:lnTo>
                    <a:pt x="26522" y="40045"/>
                  </a:lnTo>
                  <a:lnTo>
                    <a:pt x="26046" y="39534"/>
                  </a:lnTo>
                  <a:lnTo>
                    <a:pt x="25526" y="39951"/>
                  </a:lnTo>
                  <a:lnTo>
                    <a:pt x="24774" y="41192"/>
                  </a:lnTo>
                  <a:lnTo>
                    <a:pt x="24416" y="42675"/>
                  </a:lnTo>
                  <a:lnTo>
                    <a:pt x="24201" y="43988"/>
                  </a:lnTo>
                  <a:lnTo>
                    <a:pt x="22939" y="45235"/>
                  </a:lnTo>
                  <a:lnTo>
                    <a:pt x="20937" y="45687"/>
                  </a:lnTo>
                  <a:lnTo>
                    <a:pt x="18749" y="45235"/>
                  </a:lnTo>
                  <a:lnTo>
                    <a:pt x="18445" y="44900"/>
                  </a:lnTo>
                  <a:lnTo>
                    <a:pt x="18306" y="44519"/>
                  </a:lnTo>
                  <a:lnTo>
                    <a:pt x="18304" y="44060"/>
                  </a:lnTo>
                  <a:lnTo>
                    <a:pt x="18457" y="43355"/>
                  </a:lnTo>
                  <a:lnTo>
                    <a:pt x="18838" y="42499"/>
                  </a:lnTo>
                  <a:lnTo>
                    <a:pt x="18932" y="41279"/>
                  </a:lnTo>
                  <a:lnTo>
                    <a:pt x="18541" y="40223"/>
                  </a:lnTo>
                  <a:lnTo>
                    <a:pt x="18286" y="39811"/>
                  </a:lnTo>
                  <a:lnTo>
                    <a:pt x="18387" y="38788"/>
                  </a:lnTo>
                  <a:lnTo>
                    <a:pt x="18676" y="37507"/>
                  </a:lnTo>
                  <a:lnTo>
                    <a:pt x="18733" y="36777"/>
                  </a:lnTo>
                  <a:lnTo>
                    <a:pt x="17251" y="34565"/>
                  </a:lnTo>
                  <a:lnTo>
                    <a:pt x="16179" y="34134"/>
                  </a:lnTo>
                  <a:lnTo>
                    <a:pt x="15139" y="34056"/>
                  </a:lnTo>
                  <a:lnTo>
                    <a:pt x="14349" y="33808"/>
                  </a:lnTo>
                  <a:lnTo>
                    <a:pt x="13889" y="33910"/>
                  </a:lnTo>
                  <a:lnTo>
                    <a:pt x="13557" y="34555"/>
                  </a:lnTo>
                  <a:lnTo>
                    <a:pt x="13222" y="35017"/>
                  </a:lnTo>
                  <a:lnTo>
                    <a:pt x="12972" y="34463"/>
                  </a:lnTo>
                  <a:lnTo>
                    <a:pt x="12512" y="30547"/>
                  </a:lnTo>
                  <a:lnTo>
                    <a:pt x="12156" y="29955"/>
                  </a:lnTo>
                  <a:lnTo>
                    <a:pt x="10810" y="29302"/>
                  </a:lnTo>
                  <a:lnTo>
                    <a:pt x="8985" y="29068"/>
                  </a:lnTo>
                  <a:lnTo>
                    <a:pt x="8498" y="28354"/>
                  </a:lnTo>
                  <a:lnTo>
                    <a:pt x="8231" y="26592"/>
                  </a:lnTo>
                  <a:lnTo>
                    <a:pt x="8063" y="24471"/>
                  </a:lnTo>
                  <a:lnTo>
                    <a:pt x="7461" y="22440"/>
                  </a:lnTo>
                  <a:lnTo>
                    <a:pt x="7153" y="21930"/>
                  </a:lnTo>
                  <a:lnTo>
                    <a:pt x="6608" y="21029"/>
                  </a:lnTo>
                  <a:lnTo>
                    <a:pt x="5654" y="21399"/>
                  </a:lnTo>
                  <a:lnTo>
                    <a:pt x="4508" y="22577"/>
                  </a:lnTo>
                  <a:lnTo>
                    <a:pt x="3832" y="22903"/>
                  </a:lnTo>
                  <a:lnTo>
                    <a:pt x="3575" y="23028"/>
                  </a:lnTo>
                  <a:lnTo>
                    <a:pt x="2662" y="21880"/>
                  </a:lnTo>
                  <a:lnTo>
                    <a:pt x="1637" y="20084"/>
                  </a:lnTo>
                  <a:lnTo>
                    <a:pt x="816" y="18178"/>
                  </a:lnTo>
                  <a:lnTo>
                    <a:pt x="617" y="17118"/>
                  </a:lnTo>
                  <a:lnTo>
                    <a:pt x="869" y="15833"/>
                  </a:lnTo>
                  <a:lnTo>
                    <a:pt x="566" y="14849"/>
                  </a:lnTo>
                  <a:lnTo>
                    <a:pt x="126" y="13048"/>
                  </a:lnTo>
                  <a:lnTo>
                    <a:pt x="0" y="11642"/>
                  </a:lnTo>
                  <a:lnTo>
                    <a:pt x="4942" y="6668"/>
                  </a:lnTo>
                  <a:lnTo>
                    <a:pt x="7952" y="4122"/>
                  </a:lnTo>
                  <a:lnTo>
                    <a:pt x="9370" y="3351"/>
                  </a:lnTo>
                  <a:lnTo>
                    <a:pt x="9710" y="5909"/>
                  </a:lnTo>
                  <a:lnTo>
                    <a:pt x="9969" y="6722"/>
                  </a:lnTo>
                  <a:lnTo>
                    <a:pt x="10306" y="7250"/>
                  </a:lnTo>
                  <a:lnTo>
                    <a:pt x="10754" y="7354"/>
                  </a:lnTo>
                  <a:lnTo>
                    <a:pt x="11266" y="6722"/>
                  </a:lnTo>
                  <a:lnTo>
                    <a:pt x="11984" y="6055"/>
                  </a:lnTo>
                  <a:lnTo>
                    <a:pt x="13137" y="6365"/>
                  </a:lnTo>
                  <a:lnTo>
                    <a:pt x="13975" y="6981"/>
                  </a:lnTo>
                  <a:lnTo>
                    <a:pt x="14274" y="7620"/>
                  </a:lnTo>
                  <a:lnTo>
                    <a:pt x="14828" y="8229"/>
                  </a:lnTo>
                  <a:lnTo>
                    <a:pt x="15638" y="8375"/>
                  </a:lnTo>
                  <a:lnTo>
                    <a:pt x="17205" y="7211"/>
                  </a:lnTo>
                  <a:lnTo>
                    <a:pt x="18709" y="5437"/>
                  </a:lnTo>
                  <a:lnTo>
                    <a:pt x="19151" y="4207"/>
                  </a:lnTo>
                  <a:lnTo>
                    <a:pt x="19318" y="3091"/>
                  </a:lnTo>
                  <a:lnTo>
                    <a:pt x="20208" y="3829"/>
                  </a:lnTo>
                  <a:lnTo>
                    <a:pt x="20994" y="3992"/>
                  </a:lnTo>
                  <a:lnTo>
                    <a:pt x="21338" y="3664"/>
                  </a:lnTo>
                  <a:lnTo>
                    <a:pt x="21119" y="1877"/>
                  </a:lnTo>
                  <a:lnTo>
                    <a:pt x="21757" y="924"/>
                  </a:lnTo>
                  <a:lnTo>
                    <a:pt x="22466" y="484"/>
                  </a:lnTo>
                  <a:lnTo>
                    <a:pt x="22787" y="1256"/>
                  </a:lnTo>
                  <a:lnTo>
                    <a:pt x="23436" y="2044"/>
                  </a:lnTo>
                  <a:lnTo>
                    <a:pt x="23949" y="2050"/>
                  </a:lnTo>
                  <a:lnTo>
                    <a:pt x="25331" y="0"/>
                  </a:lnTo>
                  <a:lnTo>
                    <a:pt x="25655" y="405"/>
                  </a:lnTo>
                  <a:lnTo>
                    <a:pt x="25954" y="1134"/>
                  </a:lnTo>
                  <a:lnTo>
                    <a:pt x="26016" y="1722"/>
                  </a:lnTo>
                  <a:lnTo>
                    <a:pt x="26069" y="2335"/>
                  </a:lnTo>
                  <a:lnTo>
                    <a:pt x="26380" y="2595"/>
                  </a:lnTo>
                  <a:lnTo>
                    <a:pt x="27469" y="2462"/>
                  </a:lnTo>
                  <a:lnTo>
                    <a:pt x="28021" y="1351"/>
                  </a:lnTo>
                  <a:lnTo>
                    <a:pt x="28457" y="650"/>
                  </a:lnTo>
                  <a:lnTo>
                    <a:pt x="28781" y="1122"/>
                  </a:lnTo>
                  <a:lnTo>
                    <a:pt x="28939" y="2490"/>
                  </a:lnTo>
                  <a:lnTo>
                    <a:pt x="29240" y="4273"/>
                  </a:lnTo>
                  <a:lnTo>
                    <a:pt x="30537" y="6268"/>
                  </a:lnTo>
                  <a:lnTo>
                    <a:pt x="31635" y="6837"/>
                  </a:lnTo>
                  <a:lnTo>
                    <a:pt x="32986" y="6445"/>
                  </a:lnTo>
                  <a:lnTo>
                    <a:pt x="33520" y="6088"/>
                  </a:lnTo>
                  <a:lnTo>
                    <a:pt x="33883" y="6385"/>
                  </a:lnTo>
                  <a:lnTo>
                    <a:pt x="34242" y="7440"/>
                  </a:lnTo>
                  <a:lnTo>
                    <a:pt x="35018" y="8648"/>
                  </a:lnTo>
                  <a:lnTo>
                    <a:pt x="36649" y="9503"/>
                  </a:lnTo>
                  <a:lnTo>
                    <a:pt x="37150" y="9988"/>
                  </a:lnTo>
                  <a:lnTo>
                    <a:pt x="37498" y="10799"/>
                  </a:lnTo>
                  <a:lnTo>
                    <a:pt x="37397" y="11958"/>
                  </a:lnTo>
                  <a:lnTo>
                    <a:pt x="36620" y="14843"/>
                  </a:lnTo>
                  <a:lnTo>
                    <a:pt x="36518" y="15696"/>
                  </a:lnTo>
                  <a:lnTo>
                    <a:pt x="36622" y="15982"/>
                  </a:lnTo>
                  <a:lnTo>
                    <a:pt x="36470" y="16517"/>
                  </a:lnTo>
                  <a:lnTo>
                    <a:pt x="35459" y="18452"/>
                  </a:lnTo>
                  <a:lnTo>
                    <a:pt x="35367" y="19133"/>
                  </a:lnTo>
                  <a:lnTo>
                    <a:pt x="35704" y="20245"/>
                  </a:lnTo>
                  <a:lnTo>
                    <a:pt x="35981" y="21167"/>
                  </a:lnTo>
                  <a:lnTo>
                    <a:pt x="36589" y="21616"/>
                  </a:lnTo>
                  <a:lnTo>
                    <a:pt x="37160" y="21764"/>
                  </a:lnTo>
                  <a:lnTo>
                    <a:pt x="38240" y="218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3177280" y="3268139"/>
              <a:ext cx="34873" cy="182230"/>
            </a:xfrm>
            <a:custGeom>
              <a:avLst/>
              <a:pathLst>
                <a:path w="34873" h="182230">
                  <a:moveTo>
                    <a:pt x="32159" y="20316"/>
                  </a:moveTo>
                  <a:lnTo>
                    <a:pt x="31687" y="22219"/>
                  </a:lnTo>
                  <a:lnTo>
                    <a:pt x="30968" y="26139"/>
                  </a:lnTo>
                  <a:lnTo>
                    <a:pt x="30936" y="29207"/>
                  </a:lnTo>
                  <a:lnTo>
                    <a:pt x="32652" y="35665"/>
                  </a:lnTo>
                  <a:lnTo>
                    <a:pt x="32849" y="36323"/>
                  </a:lnTo>
                  <a:lnTo>
                    <a:pt x="33293" y="37335"/>
                  </a:lnTo>
                  <a:lnTo>
                    <a:pt x="33532" y="38539"/>
                  </a:lnTo>
                  <a:lnTo>
                    <a:pt x="33734" y="41720"/>
                  </a:lnTo>
                  <a:lnTo>
                    <a:pt x="33856" y="45310"/>
                  </a:lnTo>
                  <a:lnTo>
                    <a:pt x="33992" y="47724"/>
                  </a:lnTo>
                  <a:lnTo>
                    <a:pt x="34819" y="51122"/>
                  </a:lnTo>
                  <a:lnTo>
                    <a:pt x="34873" y="52491"/>
                  </a:lnTo>
                  <a:lnTo>
                    <a:pt x="34298" y="57560"/>
                  </a:lnTo>
                  <a:lnTo>
                    <a:pt x="34161" y="58099"/>
                  </a:lnTo>
                  <a:lnTo>
                    <a:pt x="34010" y="58245"/>
                  </a:lnTo>
                  <a:lnTo>
                    <a:pt x="33122" y="57799"/>
                  </a:lnTo>
                  <a:lnTo>
                    <a:pt x="32740" y="58355"/>
                  </a:lnTo>
                  <a:lnTo>
                    <a:pt x="32257" y="60077"/>
                  </a:lnTo>
                  <a:lnTo>
                    <a:pt x="31960" y="61797"/>
                  </a:lnTo>
                  <a:lnTo>
                    <a:pt x="31944" y="62510"/>
                  </a:lnTo>
                  <a:lnTo>
                    <a:pt x="32732" y="65707"/>
                  </a:lnTo>
                  <a:lnTo>
                    <a:pt x="32234" y="70305"/>
                  </a:lnTo>
                  <a:lnTo>
                    <a:pt x="31725" y="73178"/>
                  </a:lnTo>
                  <a:lnTo>
                    <a:pt x="30811" y="74816"/>
                  </a:lnTo>
                  <a:lnTo>
                    <a:pt x="29994" y="75208"/>
                  </a:lnTo>
                  <a:lnTo>
                    <a:pt x="29423" y="75971"/>
                  </a:lnTo>
                  <a:lnTo>
                    <a:pt x="29090" y="76986"/>
                  </a:lnTo>
                  <a:lnTo>
                    <a:pt x="29139" y="80278"/>
                  </a:lnTo>
                  <a:lnTo>
                    <a:pt x="27935" y="83275"/>
                  </a:lnTo>
                  <a:lnTo>
                    <a:pt x="27267" y="85371"/>
                  </a:lnTo>
                  <a:lnTo>
                    <a:pt x="26943" y="86644"/>
                  </a:lnTo>
                  <a:lnTo>
                    <a:pt x="27078" y="90515"/>
                  </a:lnTo>
                  <a:lnTo>
                    <a:pt x="26652" y="94425"/>
                  </a:lnTo>
                  <a:lnTo>
                    <a:pt x="25907" y="97511"/>
                  </a:lnTo>
                  <a:lnTo>
                    <a:pt x="24240" y="98175"/>
                  </a:lnTo>
                  <a:lnTo>
                    <a:pt x="22840" y="98555"/>
                  </a:lnTo>
                  <a:lnTo>
                    <a:pt x="22364" y="106415"/>
                  </a:lnTo>
                  <a:lnTo>
                    <a:pt x="22384" y="111394"/>
                  </a:lnTo>
                  <a:lnTo>
                    <a:pt x="22259" y="116480"/>
                  </a:lnTo>
                  <a:lnTo>
                    <a:pt x="22026" y="118551"/>
                  </a:lnTo>
                  <a:lnTo>
                    <a:pt x="22122" y="121471"/>
                  </a:lnTo>
                  <a:lnTo>
                    <a:pt x="22017" y="128066"/>
                  </a:lnTo>
                  <a:lnTo>
                    <a:pt x="21832" y="133269"/>
                  </a:lnTo>
                  <a:lnTo>
                    <a:pt x="22078" y="134661"/>
                  </a:lnTo>
                  <a:lnTo>
                    <a:pt x="22222" y="137720"/>
                  </a:lnTo>
                  <a:lnTo>
                    <a:pt x="22210" y="140877"/>
                  </a:lnTo>
                  <a:lnTo>
                    <a:pt x="22570" y="143074"/>
                  </a:lnTo>
                  <a:lnTo>
                    <a:pt x="22958" y="144996"/>
                  </a:lnTo>
                  <a:lnTo>
                    <a:pt x="22944" y="145985"/>
                  </a:lnTo>
                  <a:lnTo>
                    <a:pt x="22738" y="146602"/>
                  </a:lnTo>
                  <a:lnTo>
                    <a:pt x="22564" y="147413"/>
                  </a:lnTo>
                  <a:lnTo>
                    <a:pt x="22565" y="154855"/>
                  </a:lnTo>
                  <a:lnTo>
                    <a:pt x="22635" y="157080"/>
                  </a:lnTo>
                  <a:lnTo>
                    <a:pt x="22533" y="158501"/>
                  </a:lnTo>
                  <a:lnTo>
                    <a:pt x="22234" y="159670"/>
                  </a:lnTo>
                  <a:lnTo>
                    <a:pt x="22351" y="163435"/>
                  </a:lnTo>
                  <a:lnTo>
                    <a:pt x="22592" y="165835"/>
                  </a:lnTo>
                  <a:lnTo>
                    <a:pt x="22838" y="167605"/>
                  </a:lnTo>
                  <a:lnTo>
                    <a:pt x="22601" y="169081"/>
                  </a:lnTo>
                  <a:lnTo>
                    <a:pt x="22395" y="171033"/>
                  </a:lnTo>
                  <a:lnTo>
                    <a:pt x="22082" y="175998"/>
                  </a:lnTo>
                  <a:lnTo>
                    <a:pt x="22064" y="177725"/>
                  </a:lnTo>
                  <a:lnTo>
                    <a:pt x="17300" y="178942"/>
                  </a:lnTo>
                  <a:lnTo>
                    <a:pt x="11977" y="180934"/>
                  </a:lnTo>
                  <a:lnTo>
                    <a:pt x="9757" y="182230"/>
                  </a:lnTo>
                  <a:lnTo>
                    <a:pt x="9624" y="181224"/>
                  </a:lnTo>
                  <a:lnTo>
                    <a:pt x="11520" y="179930"/>
                  </a:lnTo>
                  <a:lnTo>
                    <a:pt x="11125" y="176040"/>
                  </a:lnTo>
                  <a:lnTo>
                    <a:pt x="9946" y="171452"/>
                  </a:lnTo>
                  <a:lnTo>
                    <a:pt x="9483" y="170605"/>
                  </a:lnTo>
                  <a:lnTo>
                    <a:pt x="9245" y="168324"/>
                  </a:lnTo>
                  <a:lnTo>
                    <a:pt x="9533" y="166826"/>
                  </a:lnTo>
                  <a:lnTo>
                    <a:pt x="9395" y="165816"/>
                  </a:lnTo>
                  <a:lnTo>
                    <a:pt x="9296" y="162721"/>
                  </a:lnTo>
                  <a:lnTo>
                    <a:pt x="8716" y="159310"/>
                  </a:lnTo>
                  <a:lnTo>
                    <a:pt x="9780" y="159166"/>
                  </a:lnTo>
                  <a:lnTo>
                    <a:pt x="9780" y="148178"/>
                  </a:lnTo>
                  <a:lnTo>
                    <a:pt x="9779" y="137638"/>
                  </a:lnTo>
                  <a:lnTo>
                    <a:pt x="9779" y="128645"/>
                  </a:lnTo>
                  <a:lnTo>
                    <a:pt x="9779" y="121530"/>
                  </a:lnTo>
                  <a:lnTo>
                    <a:pt x="9575" y="113012"/>
                  </a:lnTo>
                  <a:lnTo>
                    <a:pt x="9543" y="106756"/>
                  </a:lnTo>
                  <a:lnTo>
                    <a:pt x="9502" y="98510"/>
                  </a:lnTo>
                  <a:lnTo>
                    <a:pt x="9117" y="95933"/>
                  </a:lnTo>
                  <a:lnTo>
                    <a:pt x="7505" y="91567"/>
                  </a:lnTo>
                  <a:lnTo>
                    <a:pt x="7067" y="89302"/>
                  </a:lnTo>
                  <a:lnTo>
                    <a:pt x="6989" y="86308"/>
                  </a:lnTo>
                  <a:lnTo>
                    <a:pt x="6628" y="83219"/>
                  </a:lnTo>
                  <a:lnTo>
                    <a:pt x="6605" y="77821"/>
                  </a:lnTo>
                  <a:lnTo>
                    <a:pt x="6580" y="71535"/>
                  </a:lnTo>
                  <a:lnTo>
                    <a:pt x="6435" y="70529"/>
                  </a:lnTo>
                  <a:lnTo>
                    <a:pt x="4687" y="67532"/>
                  </a:lnTo>
                  <a:lnTo>
                    <a:pt x="2213" y="63288"/>
                  </a:lnTo>
                  <a:lnTo>
                    <a:pt x="327" y="60051"/>
                  </a:lnTo>
                  <a:lnTo>
                    <a:pt x="188" y="59815"/>
                  </a:lnTo>
                  <a:lnTo>
                    <a:pt x="0" y="59014"/>
                  </a:lnTo>
                  <a:lnTo>
                    <a:pt x="273" y="49452"/>
                  </a:lnTo>
                  <a:lnTo>
                    <a:pt x="664" y="48201"/>
                  </a:lnTo>
                  <a:lnTo>
                    <a:pt x="1265" y="44267"/>
                  </a:lnTo>
                  <a:lnTo>
                    <a:pt x="1556" y="41090"/>
                  </a:lnTo>
                  <a:lnTo>
                    <a:pt x="1830" y="41103"/>
                  </a:lnTo>
                  <a:lnTo>
                    <a:pt x="2210" y="40070"/>
                  </a:lnTo>
                  <a:lnTo>
                    <a:pt x="2517" y="38556"/>
                  </a:lnTo>
                  <a:lnTo>
                    <a:pt x="2844" y="38878"/>
                  </a:lnTo>
                  <a:lnTo>
                    <a:pt x="3394" y="39171"/>
                  </a:lnTo>
                  <a:lnTo>
                    <a:pt x="3647" y="38634"/>
                  </a:lnTo>
                  <a:lnTo>
                    <a:pt x="3612" y="37462"/>
                  </a:lnTo>
                  <a:lnTo>
                    <a:pt x="3794" y="36271"/>
                  </a:lnTo>
                  <a:lnTo>
                    <a:pt x="4226" y="35738"/>
                  </a:lnTo>
                  <a:lnTo>
                    <a:pt x="4339" y="34673"/>
                  </a:lnTo>
                  <a:lnTo>
                    <a:pt x="4342" y="33447"/>
                  </a:lnTo>
                  <a:lnTo>
                    <a:pt x="4716" y="33127"/>
                  </a:lnTo>
                  <a:lnTo>
                    <a:pt x="5351" y="33177"/>
                  </a:lnTo>
                  <a:lnTo>
                    <a:pt x="5871" y="32795"/>
                  </a:lnTo>
                  <a:lnTo>
                    <a:pt x="6290" y="32166"/>
                  </a:lnTo>
                  <a:lnTo>
                    <a:pt x="6829" y="29694"/>
                  </a:lnTo>
                  <a:lnTo>
                    <a:pt x="7132" y="28834"/>
                  </a:lnTo>
                  <a:lnTo>
                    <a:pt x="7225" y="28223"/>
                  </a:lnTo>
                  <a:lnTo>
                    <a:pt x="7532" y="27679"/>
                  </a:lnTo>
                  <a:lnTo>
                    <a:pt x="8380" y="27429"/>
                  </a:lnTo>
                  <a:lnTo>
                    <a:pt x="9062" y="27620"/>
                  </a:lnTo>
                  <a:lnTo>
                    <a:pt x="9500" y="29052"/>
                  </a:lnTo>
                  <a:lnTo>
                    <a:pt x="12425" y="27790"/>
                  </a:lnTo>
                  <a:lnTo>
                    <a:pt x="13819" y="28527"/>
                  </a:lnTo>
                  <a:lnTo>
                    <a:pt x="16663" y="22300"/>
                  </a:lnTo>
                  <a:lnTo>
                    <a:pt x="17303" y="20465"/>
                  </a:lnTo>
                  <a:lnTo>
                    <a:pt x="18167" y="16067"/>
                  </a:lnTo>
                  <a:lnTo>
                    <a:pt x="18461" y="14383"/>
                  </a:lnTo>
                  <a:lnTo>
                    <a:pt x="18728" y="11362"/>
                  </a:lnTo>
                  <a:lnTo>
                    <a:pt x="18167" y="5774"/>
                  </a:lnTo>
                  <a:lnTo>
                    <a:pt x="18198" y="4784"/>
                  </a:lnTo>
                  <a:lnTo>
                    <a:pt x="19371" y="3576"/>
                  </a:lnTo>
                  <a:lnTo>
                    <a:pt x="20837" y="2644"/>
                  </a:lnTo>
                  <a:lnTo>
                    <a:pt x="21405" y="2572"/>
                  </a:lnTo>
                  <a:lnTo>
                    <a:pt x="21779" y="2099"/>
                  </a:lnTo>
                  <a:lnTo>
                    <a:pt x="22315" y="893"/>
                  </a:lnTo>
                  <a:lnTo>
                    <a:pt x="23186" y="0"/>
                  </a:lnTo>
                  <a:lnTo>
                    <a:pt x="23696" y="300"/>
                  </a:lnTo>
                  <a:lnTo>
                    <a:pt x="24013" y="476"/>
                  </a:lnTo>
                  <a:lnTo>
                    <a:pt x="27096" y="7853"/>
                  </a:lnTo>
                  <a:lnTo>
                    <a:pt x="28434" y="11581"/>
                  </a:lnTo>
                  <a:lnTo>
                    <a:pt x="28794" y="13494"/>
                  </a:lnTo>
                  <a:lnTo>
                    <a:pt x="29485" y="14874"/>
                  </a:lnTo>
                  <a:lnTo>
                    <a:pt x="30505" y="15716"/>
                  </a:lnTo>
                  <a:lnTo>
                    <a:pt x="31435" y="17622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3105889" y="3188533"/>
              <a:ext cx="89852" cy="167045"/>
            </a:xfrm>
            <a:custGeom>
              <a:avLst/>
              <a:pathLst>
                <a:path w="89852" h="167045">
                  <a:moveTo>
                    <a:pt x="65191" y="4917"/>
                  </a:moveTo>
                  <a:lnTo>
                    <a:pt x="65036" y="6289"/>
                  </a:lnTo>
                  <a:lnTo>
                    <a:pt x="65024" y="8719"/>
                  </a:lnTo>
                  <a:lnTo>
                    <a:pt x="64823" y="12556"/>
                  </a:lnTo>
                  <a:lnTo>
                    <a:pt x="64583" y="17158"/>
                  </a:lnTo>
                  <a:lnTo>
                    <a:pt x="65567" y="20136"/>
                  </a:lnTo>
                  <a:lnTo>
                    <a:pt x="66748" y="23339"/>
                  </a:lnTo>
                  <a:lnTo>
                    <a:pt x="67065" y="24587"/>
                  </a:lnTo>
                  <a:lnTo>
                    <a:pt x="66752" y="27742"/>
                  </a:lnTo>
                  <a:lnTo>
                    <a:pt x="66969" y="29593"/>
                  </a:lnTo>
                  <a:lnTo>
                    <a:pt x="67596" y="32674"/>
                  </a:lnTo>
                  <a:lnTo>
                    <a:pt x="68653" y="36585"/>
                  </a:lnTo>
                  <a:lnTo>
                    <a:pt x="69741" y="40614"/>
                  </a:lnTo>
                  <a:lnTo>
                    <a:pt x="70495" y="41146"/>
                  </a:lnTo>
                  <a:lnTo>
                    <a:pt x="71213" y="41468"/>
                  </a:lnTo>
                  <a:lnTo>
                    <a:pt x="71648" y="42191"/>
                  </a:lnTo>
                  <a:lnTo>
                    <a:pt x="72286" y="42889"/>
                  </a:lnTo>
                  <a:lnTo>
                    <a:pt x="72918" y="43346"/>
                  </a:lnTo>
                  <a:lnTo>
                    <a:pt x="73471" y="44226"/>
                  </a:lnTo>
                  <a:lnTo>
                    <a:pt x="73824" y="45089"/>
                  </a:lnTo>
                  <a:lnTo>
                    <a:pt x="74280" y="47574"/>
                  </a:lnTo>
                  <a:lnTo>
                    <a:pt x="75508" y="49214"/>
                  </a:lnTo>
                  <a:lnTo>
                    <a:pt x="76362" y="50835"/>
                  </a:lnTo>
                  <a:lnTo>
                    <a:pt x="76018" y="51660"/>
                  </a:lnTo>
                  <a:lnTo>
                    <a:pt x="74950" y="51329"/>
                  </a:lnTo>
                  <a:lnTo>
                    <a:pt x="73946" y="50618"/>
                  </a:lnTo>
                  <a:lnTo>
                    <a:pt x="73813" y="51810"/>
                  </a:lnTo>
                  <a:lnTo>
                    <a:pt x="73771" y="56365"/>
                  </a:lnTo>
                  <a:lnTo>
                    <a:pt x="73933" y="60161"/>
                  </a:lnTo>
                  <a:lnTo>
                    <a:pt x="74167" y="60666"/>
                  </a:lnTo>
                  <a:lnTo>
                    <a:pt x="75176" y="61366"/>
                  </a:lnTo>
                  <a:lnTo>
                    <a:pt x="77583" y="66296"/>
                  </a:lnTo>
                  <a:lnTo>
                    <a:pt x="79760" y="70959"/>
                  </a:lnTo>
                  <a:lnTo>
                    <a:pt x="80492" y="72173"/>
                  </a:lnTo>
                  <a:lnTo>
                    <a:pt x="81698" y="72633"/>
                  </a:lnTo>
                  <a:lnTo>
                    <a:pt x="83046" y="72826"/>
                  </a:lnTo>
                  <a:lnTo>
                    <a:pt x="83626" y="72395"/>
                  </a:lnTo>
                  <a:lnTo>
                    <a:pt x="84935" y="70044"/>
                  </a:lnTo>
                  <a:lnTo>
                    <a:pt x="85630" y="69785"/>
                  </a:lnTo>
                  <a:lnTo>
                    <a:pt x="86271" y="69851"/>
                  </a:lnTo>
                  <a:lnTo>
                    <a:pt x="86620" y="70226"/>
                  </a:lnTo>
                  <a:lnTo>
                    <a:pt x="87247" y="72142"/>
                  </a:lnTo>
                  <a:lnTo>
                    <a:pt x="87835" y="75038"/>
                  </a:lnTo>
                  <a:lnTo>
                    <a:pt x="88002" y="77176"/>
                  </a:lnTo>
                  <a:lnTo>
                    <a:pt x="87947" y="78323"/>
                  </a:lnTo>
                  <a:lnTo>
                    <a:pt x="87747" y="78756"/>
                  </a:lnTo>
                  <a:lnTo>
                    <a:pt x="86675" y="79310"/>
                  </a:lnTo>
                  <a:lnTo>
                    <a:pt x="86211" y="79744"/>
                  </a:lnTo>
                  <a:lnTo>
                    <a:pt x="86096" y="80371"/>
                  </a:lnTo>
                  <a:lnTo>
                    <a:pt x="86261" y="81806"/>
                  </a:lnTo>
                  <a:lnTo>
                    <a:pt x="86471" y="82734"/>
                  </a:lnTo>
                  <a:lnTo>
                    <a:pt x="87641" y="86915"/>
                  </a:lnTo>
                  <a:lnTo>
                    <a:pt x="89332" y="92544"/>
                  </a:lnTo>
                  <a:lnTo>
                    <a:pt x="89852" y="93989"/>
                  </a:lnTo>
                  <a:lnTo>
                    <a:pt x="89558" y="95673"/>
                  </a:lnTo>
                  <a:lnTo>
                    <a:pt x="88694" y="100071"/>
                  </a:lnTo>
                  <a:lnTo>
                    <a:pt x="88054" y="101906"/>
                  </a:lnTo>
                  <a:lnTo>
                    <a:pt x="85210" y="108133"/>
                  </a:lnTo>
                  <a:lnTo>
                    <a:pt x="83816" y="107396"/>
                  </a:lnTo>
                  <a:lnTo>
                    <a:pt x="80890" y="108659"/>
                  </a:lnTo>
                  <a:lnTo>
                    <a:pt x="80452" y="107226"/>
                  </a:lnTo>
                  <a:lnTo>
                    <a:pt x="79770" y="107035"/>
                  </a:lnTo>
                  <a:lnTo>
                    <a:pt x="78923" y="107285"/>
                  </a:lnTo>
                  <a:lnTo>
                    <a:pt x="78616" y="107829"/>
                  </a:lnTo>
                  <a:lnTo>
                    <a:pt x="78523" y="108441"/>
                  </a:lnTo>
                  <a:lnTo>
                    <a:pt x="78220" y="109301"/>
                  </a:lnTo>
                  <a:lnTo>
                    <a:pt x="77681" y="111772"/>
                  </a:lnTo>
                  <a:lnTo>
                    <a:pt x="77262" y="112401"/>
                  </a:lnTo>
                  <a:lnTo>
                    <a:pt x="76742" y="112784"/>
                  </a:lnTo>
                  <a:lnTo>
                    <a:pt x="76107" y="112733"/>
                  </a:lnTo>
                  <a:lnTo>
                    <a:pt x="75733" y="113053"/>
                  </a:lnTo>
                  <a:lnTo>
                    <a:pt x="75730" y="114280"/>
                  </a:lnTo>
                  <a:lnTo>
                    <a:pt x="75616" y="115345"/>
                  </a:lnTo>
                  <a:lnTo>
                    <a:pt x="75185" y="115877"/>
                  </a:lnTo>
                  <a:lnTo>
                    <a:pt x="75003" y="117069"/>
                  </a:lnTo>
                  <a:lnTo>
                    <a:pt x="75038" y="118240"/>
                  </a:lnTo>
                  <a:lnTo>
                    <a:pt x="74785" y="118777"/>
                  </a:lnTo>
                  <a:lnTo>
                    <a:pt x="74235" y="118484"/>
                  </a:lnTo>
                  <a:lnTo>
                    <a:pt x="73908" y="118163"/>
                  </a:lnTo>
                  <a:lnTo>
                    <a:pt x="73600" y="119676"/>
                  </a:lnTo>
                  <a:lnTo>
                    <a:pt x="73221" y="120709"/>
                  </a:lnTo>
                  <a:lnTo>
                    <a:pt x="72947" y="120696"/>
                  </a:lnTo>
                  <a:lnTo>
                    <a:pt x="70023" y="120998"/>
                  </a:lnTo>
                  <a:lnTo>
                    <a:pt x="68957" y="121814"/>
                  </a:lnTo>
                  <a:lnTo>
                    <a:pt x="68316" y="121827"/>
                  </a:lnTo>
                  <a:lnTo>
                    <a:pt x="68294" y="121142"/>
                  </a:lnTo>
                  <a:lnTo>
                    <a:pt x="68220" y="120734"/>
                  </a:lnTo>
                  <a:lnTo>
                    <a:pt x="64530" y="118440"/>
                  </a:lnTo>
                  <a:lnTo>
                    <a:pt x="62722" y="117490"/>
                  </a:lnTo>
                  <a:lnTo>
                    <a:pt x="61943" y="117080"/>
                  </a:lnTo>
                  <a:lnTo>
                    <a:pt x="59321" y="115565"/>
                  </a:lnTo>
                  <a:lnTo>
                    <a:pt x="59173" y="116984"/>
                  </a:lnTo>
                  <a:lnTo>
                    <a:pt x="58796" y="117898"/>
                  </a:lnTo>
                  <a:lnTo>
                    <a:pt x="58229" y="117965"/>
                  </a:lnTo>
                  <a:lnTo>
                    <a:pt x="57835" y="117741"/>
                  </a:lnTo>
                  <a:lnTo>
                    <a:pt x="57572" y="118833"/>
                  </a:lnTo>
                  <a:lnTo>
                    <a:pt x="57138" y="120272"/>
                  </a:lnTo>
                  <a:lnTo>
                    <a:pt x="56531" y="120979"/>
                  </a:lnTo>
                  <a:lnTo>
                    <a:pt x="55935" y="121866"/>
                  </a:lnTo>
                  <a:lnTo>
                    <a:pt x="55600" y="122642"/>
                  </a:lnTo>
                  <a:lnTo>
                    <a:pt x="55357" y="122661"/>
                  </a:lnTo>
                  <a:lnTo>
                    <a:pt x="54757" y="120823"/>
                  </a:lnTo>
                  <a:lnTo>
                    <a:pt x="53960" y="120637"/>
                  </a:lnTo>
                  <a:lnTo>
                    <a:pt x="52469" y="120949"/>
                  </a:lnTo>
                  <a:lnTo>
                    <a:pt x="51800" y="120447"/>
                  </a:lnTo>
                  <a:lnTo>
                    <a:pt x="50884" y="120200"/>
                  </a:lnTo>
                  <a:lnTo>
                    <a:pt x="48725" y="120579"/>
                  </a:lnTo>
                  <a:lnTo>
                    <a:pt x="45271" y="119828"/>
                  </a:lnTo>
                  <a:lnTo>
                    <a:pt x="44707" y="120234"/>
                  </a:lnTo>
                  <a:lnTo>
                    <a:pt x="44557" y="120566"/>
                  </a:lnTo>
                  <a:lnTo>
                    <a:pt x="41139" y="120654"/>
                  </a:lnTo>
                  <a:lnTo>
                    <a:pt x="37377" y="120751"/>
                  </a:lnTo>
                  <a:lnTo>
                    <a:pt x="34229" y="120830"/>
                  </a:lnTo>
                  <a:lnTo>
                    <a:pt x="31475" y="120900"/>
                  </a:lnTo>
                  <a:lnTo>
                    <a:pt x="31470" y="120586"/>
                  </a:lnTo>
                  <a:lnTo>
                    <a:pt x="30587" y="120545"/>
                  </a:lnTo>
                  <a:lnTo>
                    <a:pt x="30488" y="121162"/>
                  </a:lnTo>
                  <a:lnTo>
                    <a:pt x="29708" y="128535"/>
                  </a:lnTo>
                  <a:lnTo>
                    <a:pt x="29622" y="132543"/>
                  </a:lnTo>
                  <a:lnTo>
                    <a:pt x="30036" y="135036"/>
                  </a:lnTo>
                  <a:lnTo>
                    <a:pt x="30504" y="136612"/>
                  </a:lnTo>
                  <a:lnTo>
                    <a:pt x="31027" y="137268"/>
                  </a:lnTo>
                  <a:lnTo>
                    <a:pt x="31078" y="138170"/>
                  </a:lnTo>
                  <a:lnTo>
                    <a:pt x="30660" y="139322"/>
                  </a:lnTo>
                  <a:lnTo>
                    <a:pt x="30696" y="140506"/>
                  </a:lnTo>
                  <a:lnTo>
                    <a:pt x="31187" y="141725"/>
                  </a:lnTo>
                  <a:lnTo>
                    <a:pt x="31307" y="143008"/>
                  </a:lnTo>
                  <a:lnTo>
                    <a:pt x="31057" y="144356"/>
                  </a:lnTo>
                  <a:lnTo>
                    <a:pt x="31117" y="147590"/>
                  </a:lnTo>
                  <a:lnTo>
                    <a:pt x="31486" y="152715"/>
                  </a:lnTo>
                  <a:lnTo>
                    <a:pt x="31496" y="156038"/>
                  </a:lnTo>
                  <a:lnTo>
                    <a:pt x="31148" y="157556"/>
                  </a:lnTo>
                  <a:lnTo>
                    <a:pt x="31313" y="160150"/>
                  </a:lnTo>
                  <a:lnTo>
                    <a:pt x="31992" y="163818"/>
                  </a:lnTo>
                  <a:lnTo>
                    <a:pt x="32109" y="165372"/>
                  </a:lnTo>
                  <a:lnTo>
                    <a:pt x="31867" y="166087"/>
                  </a:lnTo>
                  <a:lnTo>
                    <a:pt x="31306" y="167045"/>
                  </a:lnTo>
                  <a:lnTo>
                    <a:pt x="30736" y="167012"/>
                  </a:lnTo>
                  <a:lnTo>
                    <a:pt x="30073" y="164793"/>
                  </a:lnTo>
                  <a:lnTo>
                    <a:pt x="29781" y="163798"/>
                  </a:lnTo>
                  <a:lnTo>
                    <a:pt x="29244" y="161548"/>
                  </a:lnTo>
                  <a:lnTo>
                    <a:pt x="28788" y="159284"/>
                  </a:lnTo>
                  <a:lnTo>
                    <a:pt x="28171" y="158293"/>
                  </a:lnTo>
                  <a:lnTo>
                    <a:pt x="27568" y="157371"/>
                  </a:lnTo>
                  <a:lnTo>
                    <a:pt x="26831" y="154503"/>
                  </a:lnTo>
                  <a:lnTo>
                    <a:pt x="26117" y="153135"/>
                  </a:lnTo>
                  <a:lnTo>
                    <a:pt x="25366" y="153526"/>
                  </a:lnTo>
                  <a:lnTo>
                    <a:pt x="24269" y="152992"/>
                  </a:lnTo>
                  <a:lnTo>
                    <a:pt x="22056" y="152282"/>
                  </a:lnTo>
                  <a:lnTo>
                    <a:pt x="19677" y="152493"/>
                  </a:lnTo>
                  <a:lnTo>
                    <a:pt x="18689" y="153151"/>
                  </a:lnTo>
                  <a:lnTo>
                    <a:pt x="17715" y="154194"/>
                  </a:lnTo>
                  <a:lnTo>
                    <a:pt x="15243" y="156495"/>
                  </a:lnTo>
                  <a:lnTo>
                    <a:pt x="14266" y="157632"/>
                  </a:lnTo>
                  <a:lnTo>
                    <a:pt x="13527" y="160515"/>
                  </a:lnTo>
                  <a:lnTo>
                    <a:pt x="12687" y="160447"/>
                  </a:lnTo>
                  <a:lnTo>
                    <a:pt x="11846" y="159524"/>
                  </a:lnTo>
                  <a:lnTo>
                    <a:pt x="11320" y="158217"/>
                  </a:lnTo>
                  <a:lnTo>
                    <a:pt x="10193" y="158510"/>
                  </a:lnTo>
                  <a:lnTo>
                    <a:pt x="9104" y="157240"/>
                  </a:lnTo>
                  <a:lnTo>
                    <a:pt x="8051" y="154740"/>
                  </a:lnTo>
                  <a:lnTo>
                    <a:pt x="7276" y="153919"/>
                  </a:lnTo>
                  <a:lnTo>
                    <a:pt x="6286" y="152112"/>
                  </a:lnTo>
                  <a:lnTo>
                    <a:pt x="6012" y="148673"/>
                  </a:lnTo>
                  <a:lnTo>
                    <a:pt x="5384" y="146254"/>
                  </a:lnTo>
                  <a:lnTo>
                    <a:pt x="4811" y="142907"/>
                  </a:lnTo>
                  <a:lnTo>
                    <a:pt x="3954" y="141399"/>
                  </a:lnTo>
                  <a:lnTo>
                    <a:pt x="2966" y="140600"/>
                  </a:lnTo>
                  <a:lnTo>
                    <a:pt x="1604" y="140767"/>
                  </a:lnTo>
                  <a:lnTo>
                    <a:pt x="706" y="139421"/>
                  </a:lnTo>
                  <a:lnTo>
                    <a:pt x="0" y="137457"/>
                  </a:lnTo>
                  <a:lnTo>
                    <a:pt x="187" y="135761"/>
                  </a:lnTo>
                  <a:lnTo>
                    <a:pt x="505" y="133348"/>
                  </a:lnTo>
                  <a:lnTo>
                    <a:pt x="543" y="131018"/>
                  </a:lnTo>
                  <a:lnTo>
                    <a:pt x="754" y="127252"/>
                  </a:lnTo>
                  <a:lnTo>
                    <a:pt x="624" y="122534"/>
                  </a:lnTo>
                  <a:lnTo>
                    <a:pt x="375" y="119245"/>
                  </a:lnTo>
                  <a:lnTo>
                    <a:pt x="1127" y="117875"/>
                  </a:lnTo>
                  <a:lnTo>
                    <a:pt x="1999" y="116648"/>
                  </a:lnTo>
                  <a:lnTo>
                    <a:pt x="2540" y="114411"/>
                  </a:lnTo>
                  <a:lnTo>
                    <a:pt x="3103" y="109393"/>
                  </a:lnTo>
                  <a:lnTo>
                    <a:pt x="3340" y="105059"/>
                  </a:lnTo>
                  <a:lnTo>
                    <a:pt x="3165" y="103454"/>
                  </a:lnTo>
                  <a:lnTo>
                    <a:pt x="2875" y="102180"/>
                  </a:lnTo>
                  <a:lnTo>
                    <a:pt x="2645" y="100306"/>
                  </a:lnTo>
                  <a:lnTo>
                    <a:pt x="2515" y="98026"/>
                  </a:lnTo>
                  <a:lnTo>
                    <a:pt x="2673" y="96032"/>
                  </a:lnTo>
                  <a:lnTo>
                    <a:pt x="3331" y="94190"/>
                  </a:lnTo>
                  <a:lnTo>
                    <a:pt x="4156" y="92651"/>
                  </a:lnTo>
                  <a:lnTo>
                    <a:pt x="4742" y="91907"/>
                  </a:lnTo>
                  <a:lnTo>
                    <a:pt x="6297" y="91146"/>
                  </a:lnTo>
                  <a:lnTo>
                    <a:pt x="8239" y="89999"/>
                  </a:lnTo>
                  <a:lnTo>
                    <a:pt x="9359" y="88697"/>
                  </a:lnTo>
                  <a:lnTo>
                    <a:pt x="10177" y="87396"/>
                  </a:lnTo>
                  <a:lnTo>
                    <a:pt x="10635" y="86367"/>
                  </a:lnTo>
                  <a:lnTo>
                    <a:pt x="11099" y="84256"/>
                  </a:lnTo>
                  <a:lnTo>
                    <a:pt x="11851" y="82621"/>
                  </a:lnTo>
                  <a:lnTo>
                    <a:pt x="12432" y="80972"/>
                  </a:lnTo>
                  <a:lnTo>
                    <a:pt x="12513" y="76378"/>
                  </a:lnTo>
                  <a:lnTo>
                    <a:pt x="12509" y="73762"/>
                  </a:lnTo>
                  <a:lnTo>
                    <a:pt x="12078" y="72321"/>
                  </a:lnTo>
                  <a:lnTo>
                    <a:pt x="11842" y="71085"/>
                  </a:lnTo>
                  <a:lnTo>
                    <a:pt x="14721" y="67495"/>
                  </a:lnTo>
                  <a:lnTo>
                    <a:pt x="14742" y="64960"/>
                  </a:lnTo>
                  <a:lnTo>
                    <a:pt x="14340" y="62128"/>
                  </a:lnTo>
                  <a:lnTo>
                    <a:pt x="13777" y="59848"/>
                  </a:lnTo>
                  <a:lnTo>
                    <a:pt x="13567" y="57881"/>
                  </a:lnTo>
                  <a:lnTo>
                    <a:pt x="14362" y="55568"/>
                  </a:lnTo>
                  <a:lnTo>
                    <a:pt x="15072" y="53830"/>
                  </a:lnTo>
                  <a:lnTo>
                    <a:pt x="15585" y="52351"/>
                  </a:lnTo>
                  <a:lnTo>
                    <a:pt x="16719" y="50099"/>
                  </a:lnTo>
                  <a:lnTo>
                    <a:pt x="17898" y="49514"/>
                  </a:lnTo>
                  <a:lnTo>
                    <a:pt x="18964" y="50361"/>
                  </a:lnTo>
                  <a:lnTo>
                    <a:pt x="22117" y="55661"/>
                  </a:lnTo>
                  <a:lnTo>
                    <a:pt x="22664" y="56000"/>
                  </a:lnTo>
                  <a:lnTo>
                    <a:pt x="23319" y="55596"/>
                  </a:lnTo>
                  <a:lnTo>
                    <a:pt x="24150" y="54198"/>
                  </a:lnTo>
                  <a:lnTo>
                    <a:pt x="25229" y="53103"/>
                  </a:lnTo>
                  <a:lnTo>
                    <a:pt x="25626" y="49556"/>
                  </a:lnTo>
                  <a:lnTo>
                    <a:pt x="25588" y="44336"/>
                  </a:lnTo>
                  <a:lnTo>
                    <a:pt x="25832" y="41945"/>
                  </a:lnTo>
                  <a:lnTo>
                    <a:pt x="26402" y="41517"/>
                  </a:lnTo>
                  <a:lnTo>
                    <a:pt x="28216" y="42514"/>
                  </a:lnTo>
                  <a:lnTo>
                    <a:pt x="28687" y="42573"/>
                  </a:lnTo>
                  <a:lnTo>
                    <a:pt x="29214" y="42238"/>
                  </a:lnTo>
                  <a:lnTo>
                    <a:pt x="29597" y="41321"/>
                  </a:lnTo>
                  <a:lnTo>
                    <a:pt x="29581" y="39640"/>
                  </a:lnTo>
                  <a:lnTo>
                    <a:pt x="29497" y="38151"/>
                  </a:lnTo>
                  <a:lnTo>
                    <a:pt x="30087" y="33306"/>
                  </a:lnTo>
                  <a:lnTo>
                    <a:pt x="31167" y="29671"/>
                  </a:lnTo>
                  <a:lnTo>
                    <a:pt x="33348" y="25125"/>
                  </a:lnTo>
                  <a:lnTo>
                    <a:pt x="34028" y="24217"/>
                  </a:lnTo>
                  <a:lnTo>
                    <a:pt x="34819" y="23750"/>
                  </a:lnTo>
                  <a:lnTo>
                    <a:pt x="38725" y="26872"/>
                  </a:lnTo>
                  <a:lnTo>
                    <a:pt x="39362" y="26099"/>
                  </a:lnTo>
                  <a:lnTo>
                    <a:pt x="40317" y="18359"/>
                  </a:lnTo>
                  <a:lnTo>
                    <a:pt x="41376" y="17622"/>
                  </a:lnTo>
                  <a:lnTo>
                    <a:pt x="42648" y="17488"/>
                  </a:lnTo>
                  <a:lnTo>
                    <a:pt x="43473" y="16824"/>
                  </a:lnTo>
                  <a:lnTo>
                    <a:pt x="43902" y="16283"/>
                  </a:lnTo>
                  <a:lnTo>
                    <a:pt x="45761" y="13350"/>
                  </a:lnTo>
                  <a:lnTo>
                    <a:pt x="49039" y="9348"/>
                  </a:lnTo>
                  <a:lnTo>
                    <a:pt x="50804" y="7634"/>
                  </a:lnTo>
                  <a:lnTo>
                    <a:pt x="51148" y="6989"/>
                  </a:lnTo>
                  <a:lnTo>
                    <a:pt x="52411" y="4151"/>
                  </a:lnTo>
                  <a:lnTo>
                    <a:pt x="54087" y="890"/>
                  </a:lnTo>
                  <a:lnTo>
                    <a:pt x="55154" y="239"/>
                  </a:lnTo>
                  <a:lnTo>
                    <a:pt x="56629" y="0"/>
                  </a:lnTo>
                  <a:lnTo>
                    <a:pt x="57561" y="538"/>
                  </a:lnTo>
                  <a:lnTo>
                    <a:pt x="57813" y="1458"/>
                  </a:lnTo>
                  <a:lnTo>
                    <a:pt x="58118" y="1931"/>
                  </a:lnTo>
                  <a:lnTo>
                    <a:pt x="60043" y="545"/>
                  </a:lnTo>
                  <a:lnTo>
                    <a:pt x="62805" y="2750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4211690" y="2992178"/>
              <a:ext cx="1191" cy="6489"/>
            </a:xfrm>
            <a:custGeom>
              <a:avLst/>
              <a:pathLst>
                <a:path w="1191" h="6489">
                  <a:moveTo>
                    <a:pt x="1046" y="6349"/>
                  </a:moveTo>
                  <a:lnTo>
                    <a:pt x="361" y="6489"/>
                  </a:lnTo>
                  <a:lnTo>
                    <a:pt x="27" y="5613"/>
                  </a:lnTo>
                  <a:lnTo>
                    <a:pt x="184" y="4389"/>
                  </a:lnTo>
                  <a:lnTo>
                    <a:pt x="0" y="418"/>
                  </a:lnTo>
                  <a:lnTo>
                    <a:pt x="575" y="0"/>
                  </a:lnTo>
                  <a:lnTo>
                    <a:pt x="873" y="23"/>
                  </a:lnTo>
                  <a:lnTo>
                    <a:pt x="1040" y="1193"/>
                  </a:lnTo>
                  <a:lnTo>
                    <a:pt x="1191" y="334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4211267" y="2986158"/>
              <a:ext cx="713" cy="5212"/>
            </a:xfrm>
            <a:custGeom>
              <a:avLst/>
              <a:pathLst>
                <a:path w="713" h="5212">
                  <a:moveTo>
                    <a:pt x="614" y="2793"/>
                  </a:moveTo>
                  <a:lnTo>
                    <a:pt x="202" y="5212"/>
                  </a:lnTo>
                  <a:lnTo>
                    <a:pt x="0" y="3452"/>
                  </a:lnTo>
                  <a:lnTo>
                    <a:pt x="175" y="1220"/>
                  </a:lnTo>
                  <a:lnTo>
                    <a:pt x="472" y="0"/>
                  </a:lnTo>
                  <a:lnTo>
                    <a:pt x="713" y="12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4202466" y="2968634"/>
              <a:ext cx="1515" cy="12249"/>
            </a:xfrm>
            <a:custGeom>
              <a:avLst/>
              <a:pathLst>
                <a:path w="1515" h="12249">
                  <a:moveTo>
                    <a:pt x="1204" y="10180"/>
                  </a:moveTo>
                  <a:lnTo>
                    <a:pt x="0" y="12249"/>
                  </a:lnTo>
                  <a:lnTo>
                    <a:pt x="394" y="0"/>
                  </a:lnTo>
                  <a:lnTo>
                    <a:pt x="1289" y="4559"/>
                  </a:lnTo>
                  <a:lnTo>
                    <a:pt x="1515" y="69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4206629" y="2965774"/>
              <a:ext cx="1651" cy="7792"/>
            </a:xfrm>
            <a:custGeom>
              <a:avLst/>
              <a:pathLst>
                <a:path w="1651" h="7792">
                  <a:moveTo>
                    <a:pt x="1651" y="6922"/>
                  </a:moveTo>
                  <a:lnTo>
                    <a:pt x="1125" y="7792"/>
                  </a:lnTo>
                  <a:lnTo>
                    <a:pt x="630" y="7035"/>
                  </a:lnTo>
                  <a:lnTo>
                    <a:pt x="0" y="4161"/>
                  </a:lnTo>
                  <a:lnTo>
                    <a:pt x="312" y="522"/>
                  </a:lnTo>
                  <a:lnTo>
                    <a:pt x="507" y="0"/>
                  </a:lnTo>
                  <a:lnTo>
                    <a:pt x="825" y="1180"/>
                  </a:lnTo>
                  <a:lnTo>
                    <a:pt x="1268" y="3716"/>
                  </a:lnTo>
                  <a:lnTo>
                    <a:pt x="1555" y="564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4196314" y="2958475"/>
              <a:ext cx="4147" cy="23914"/>
            </a:xfrm>
            <a:custGeom>
              <a:avLst/>
              <a:pathLst>
                <a:path w="4147" h="23914">
                  <a:moveTo>
                    <a:pt x="3119" y="22877"/>
                  </a:moveTo>
                  <a:lnTo>
                    <a:pt x="1143" y="23914"/>
                  </a:lnTo>
                  <a:lnTo>
                    <a:pt x="137" y="23591"/>
                  </a:lnTo>
                  <a:lnTo>
                    <a:pt x="2016" y="15839"/>
                  </a:lnTo>
                  <a:lnTo>
                    <a:pt x="1952" y="12367"/>
                  </a:lnTo>
                  <a:lnTo>
                    <a:pt x="1661" y="9539"/>
                  </a:lnTo>
                  <a:lnTo>
                    <a:pt x="704" y="7266"/>
                  </a:lnTo>
                  <a:lnTo>
                    <a:pt x="652" y="5642"/>
                  </a:lnTo>
                  <a:lnTo>
                    <a:pt x="222" y="3428"/>
                  </a:lnTo>
                  <a:lnTo>
                    <a:pt x="0" y="832"/>
                  </a:lnTo>
                  <a:lnTo>
                    <a:pt x="1062" y="0"/>
                  </a:lnTo>
                  <a:lnTo>
                    <a:pt x="1922" y="1487"/>
                  </a:lnTo>
                  <a:lnTo>
                    <a:pt x="2044" y="2311"/>
                  </a:lnTo>
                  <a:lnTo>
                    <a:pt x="2228" y="4432"/>
                  </a:lnTo>
                  <a:lnTo>
                    <a:pt x="2656" y="6642"/>
                  </a:lnTo>
                  <a:lnTo>
                    <a:pt x="4147" y="11189"/>
                  </a:lnTo>
                  <a:lnTo>
                    <a:pt x="4120" y="13975"/>
                  </a:lnTo>
                  <a:lnTo>
                    <a:pt x="3712" y="2078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4196693" y="2953394"/>
              <a:ext cx="1399" cy="3410"/>
            </a:xfrm>
            <a:custGeom>
              <a:avLst/>
              <a:pathLst>
                <a:path w="1399" h="3410">
                  <a:moveTo>
                    <a:pt x="1197" y="2141"/>
                  </a:moveTo>
                  <a:lnTo>
                    <a:pt x="1399" y="3410"/>
                  </a:lnTo>
                  <a:lnTo>
                    <a:pt x="767" y="2656"/>
                  </a:lnTo>
                  <a:lnTo>
                    <a:pt x="294" y="1773"/>
                  </a:lnTo>
                  <a:lnTo>
                    <a:pt x="0" y="607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4168158" y="2848907"/>
              <a:ext cx="52328" cy="170826"/>
            </a:xfrm>
            <a:custGeom>
              <a:avLst/>
              <a:pathLst>
                <a:path w="52328" h="170826">
                  <a:moveTo>
                    <a:pt x="51684" y="135732"/>
                  </a:moveTo>
                  <a:lnTo>
                    <a:pt x="51773" y="136847"/>
                  </a:lnTo>
                  <a:lnTo>
                    <a:pt x="51790" y="146637"/>
                  </a:lnTo>
                  <a:lnTo>
                    <a:pt x="51894" y="150824"/>
                  </a:lnTo>
                  <a:lnTo>
                    <a:pt x="52256" y="154269"/>
                  </a:lnTo>
                  <a:lnTo>
                    <a:pt x="52328" y="155585"/>
                  </a:lnTo>
                  <a:lnTo>
                    <a:pt x="51966" y="156650"/>
                  </a:lnTo>
                  <a:lnTo>
                    <a:pt x="51611" y="156852"/>
                  </a:lnTo>
                  <a:lnTo>
                    <a:pt x="51278" y="155182"/>
                  </a:lnTo>
                  <a:lnTo>
                    <a:pt x="50514" y="153907"/>
                  </a:lnTo>
                  <a:lnTo>
                    <a:pt x="49387" y="152546"/>
                  </a:lnTo>
                  <a:lnTo>
                    <a:pt x="48909" y="151637"/>
                  </a:lnTo>
                  <a:lnTo>
                    <a:pt x="48331" y="151998"/>
                  </a:lnTo>
                  <a:lnTo>
                    <a:pt x="47519" y="154059"/>
                  </a:lnTo>
                  <a:lnTo>
                    <a:pt x="47194" y="155972"/>
                  </a:lnTo>
                  <a:lnTo>
                    <a:pt x="47335" y="158657"/>
                  </a:lnTo>
                  <a:lnTo>
                    <a:pt x="47594" y="161303"/>
                  </a:lnTo>
                  <a:lnTo>
                    <a:pt x="48158" y="162816"/>
                  </a:lnTo>
                  <a:lnTo>
                    <a:pt x="48204" y="164494"/>
                  </a:lnTo>
                  <a:lnTo>
                    <a:pt x="48405" y="166654"/>
                  </a:lnTo>
                  <a:lnTo>
                    <a:pt x="48697" y="168638"/>
                  </a:lnTo>
                  <a:lnTo>
                    <a:pt x="48836" y="170784"/>
                  </a:lnTo>
                  <a:lnTo>
                    <a:pt x="48651" y="170826"/>
                  </a:lnTo>
                  <a:lnTo>
                    <a:pt x="47973" y="168073"/>
                  </a:lnTo>
                  <a:lnTo>
                    <a:pt x="47365" y="165098"/>
                  </a:lnTo>
                  <a:lnTo>
                    <a:pt x="45792" y="159468"/>
                  </a:lnTo>
                  <a:lnTo>
                    <a:pt x="45279" y="149378"/>
                  </a:lnTo>
                  <a:lnTo>
                    <a:pt x="45246" y="144399"/>
                  </a:lnTo>
                  <a:lnTo>
                    <a:pt x="44169" y="138540"/>
                  </a:lnTo>
                  <a:lnTo>
                    <a:pt x="43452" y="130434"/>
                  </a:lnTo>
                  <a:lnTo>
                    <a:pt x="43166" y="128327"/>
                  </a:lnTo>
                  <a:lnTo>
                    <a:pt x="43541" y="125707"/>
                  </a:lnTo>
                  <a:lnTo>
                    <a:pt x="43604" y="124727"/>
                  </a:lnTo>
                  <a:lnTo>
                    <a:pt x="43400" y="124945"/>
                  </a:lnTo>
                  <a:lnTo>
                    <a:pt x="42851" y="126294"/>
                  </a:lnTo>
                  <a:lnTo>
                    <a:pt x="42136" y="123067"/>
                  </a:lnTo>
                  <a:lnTo>
                    <a:pt x="41669" y="120168"/>
                  </a:lnTo>
                  <a:lnTo>
                    <a:pt x="39815" y="114173"/>
                  </a:lnTo>
                  <a:lnTo>
                    <a:pt x="39274" y="111521"/>
                  </a:lnTo>
                  <a:lnTo>
                    <a:pt x="39251" y="108938"/>
                  </a:lnTo>
                  <a:lnTo>
                    <a:pt x="38451" y="111533"/>
                  </a:lnTo>
                  <a:lnTo>
                    <a:pt x="37363" y="113361"/>
                  </a:lnTo>
                  <a:lnTo>
                    <a:pt x="36255" y="116106"/>
                  </a:lnTo>
                  <a:lnTo>
                    <a:pt x="35519" y="116939"/>
                  </a:lnTo>
                  <a:lnTo>
                    <a:pt x="33182" y="117443"/>
                  </a:lnTo>
                  <a:lnTo>
                    <a:pt x="31833" y="113768"/>
                  </a:lnTo>
                  <a:lnTo>
                    <a:pt x="29896" y="104782"/>
                  </a:lnTo>
                  <a:lnTo>
                    <a:pt x="29639" y="102750"/>
                  </a:lnTo>
                  <a:lnTo>
                    <a:pt x="29894" y="97467"/>
                  </a:lnTo>
                  <a:lnTo>
                    <a:pt x="29435" y="92464"/>
                  </a:lnTo>
                  <a:lnTo>
                    <a:pt x="29441" y="89825"/>
                  </a:lnTo>
                  <a:lnTo>
                    <a:pt x="29303" y="88061"/>
                  </a:lnTo>
                  <a:lnTo>
                    <a:pt x="28956" y="88452"/>
                  </a:lnTo>
                  <a:lnTo>
                    <a:pt x="28822" y="89664"/>
                  </a:lnTo>
                  <a:lnTo>
                    <a:pt x="28895" y="91521"/>
                  </a:lnTo>
                  <a:lnTo>
                    <a:pt x="28754" y="93079"/>
                  </a:lnTo>
                  <a:lnTo>
                    <a:pt x="27077" y="92773"/>
                  </a:lnTo>
                  <a:lnTo>
                    <a:pt x="25501" y="92065"/>
                  </a:lnTo>
                  <a:lnTo>
                    <a:pt x="26890" y="94692"/>
                  </a:lnTo>
                  <a:lnTo>
                    <a:pt x="28380" y="95307"/>
                  </a:lnTo>
                  <a:lnTo>
                    <a:pt x="29154" y="97663"/>
                  </a:lnTo>
                  <a:lnTo>
                    <a:pt x="29249" y="99502"/>
                  </a:lnTo>
                  <a:lnTo>
                    <a:pt x="29202" y="101577"/>
                  </a:lnTo>
                  <a:lnTo>
                    <a:pt x="28437" y="103024"/>
                  </a:lnTo>
                  <a:lnTo>
                    <a:pt x="27736" y="103942"/>
                  </a:lnTo>
                  <a:lnTo>
                    <a:pt x="27867" y="105926"/>
                  </a:lnTo>
                  <a:lnTo>
                    <a:pt x="28715" y="108346"/>
                  </a:lnTo>
                  <a:lnTo>
                    <a:pt x="27686" y="109028"/>
                  </a:lnTo>
                  <a:lnTo>
                    <a:pt x="27406" y="110612"/>
                  </a:lnTo>
                  <a:lnTo>
                    <a:pt x="27385" y="112866"/>
                  </a:lnTo>
                  <a:lnTo>
                    <a:pt x="27902" y="114853"/>
                  </a:lnTo>
                  <a:lnTo>
                    <a:pt x="28104" y="116326"/>
                  </a:lnTo>
                  <a:lnTo>
                    <a:pt x="27979" y="117688"/>
                  </a:lnTo>
                  <a:lnTo>
                    <a:pt x="28482" y="119148"/>
                  </a:lnTo>
                  <a:lnTo>
                    <a:pt x="29207" y="122205"/>
                  </a:lnTo>
                  <a:lnTo>
                    <a:pt x="29441" y="124382"/>
                  </a:lnTo>
                  <a:lnTo>
                    <a:pt x="29138" y="127447"/>
                  </a:lnTo>
                  <a:lnTo>
                    <a:pt x="28722" y="128637"/>
                  </a:lnTo>
                  <a:lnTo>
                    <a:pt x="28055" y="129797"/>
                  </a:lnTo>
                  <a:lnTo>
                    <a:pt x="26484" y="133658"/>
                  </a:lnTo>
                  <a:lnTo>
                    <a:pt x="25717" y="138056"/>
                  </a:lnTo>
                  <a:lnTo>
                    <a:pt x="25062" y="140114"/>
                  </a:lnTo>
                  <a:lnTo>
                    <a:pt x="24247" y="140496"/>
                  </a:lnTo>
                  <a:lnTo>
                    <a:pt x="23929" y="139593"/>
                  </a:lnTo>
                  <a:lnTo>
                    <a:pt x="23253" y="138415"/>
                  </a:lnTo>
                  <a:lnTo>
                    <a:pt x="23239" y="136269"/>
                  </a:lnTo>
                  <a:lnTo>
                    <a:pt x="23442" y="134567"/>
                  </a:lnTo>
                  <a:lnTo>
                    <a:pt x="24824" y="130457"/>
                  </a:lnTo>
                  <a:lnTo>
                    <a:pt x="24073" y="131009"/>
                  </a:lnTo>
                  <a:lnTo>
                    <a:pt x="23223" y="132182"/>
                  </a:lnTo>
                  <a:lnTo>
                    <a:pt x="21924" y="134409"/>
                  </a:lnTo>
                  <a:lnTo>
                    <a:pt x="21514" y="131651"/>
                  </a:lnTo>
                  <a:lnTo>
                    <a:pt x="21241" y="129098"/>
                  </a:lnTo>
                  <a:lnTo>
                    <a:pt x="21239" y="125971"/>
                  </a:lnTo>
                  <a:lnTo>
                    <a:pt x="22276" y="121302"/>
                  </a:lnTo>
                  <a:lnTo>
                    <a:pt x="21102" y="123631"/>
                  </a:lnTo>
                  <a:lnTo>
                    <a:pt x="20777" y="126545"/>
                  </a:lnTo>
                  <a:lnTo>
                    <a:pt x="20921" y="129971"/>
                  </a:lnTo>
                  <a:lnTo>
                    <a:pt x="20770" y="132397"/>
                  </a:lnTo>
                  <a:lnTo>
                    <a:pt x="20308" y="135572"/>
                  </a:lnTo>
                  <a:lnTo>
                    <a:pt x="19683" y="137476"/>
                  </a:lnTo>
                  <a:lnTo>
                    <a:pt x="18672" y="138698"/>
                  </a:lnTo>
                  <a:lnTo>
                    <a:pt x="18221" y="140575"/>
                  </a:lnTo>
                  <a:lnTo>
                    <a:pt x="17545" y="141956"/>
                  </a:lnTo>
                  <a:lnTo>
                    <a:pt x="17523" y="139203"/>
                  </a:lnTo>
                  <a:lnTo>
                    <a:pt x="17306" y="135566"/>
                  </a:lnTo>
                  <a:lnTo>
                    <a:pt x="16576" y="126942"/>
                  </a:lnTo>
                  <a:lnTo>
                    <a:pt x="16418" y="128792"/>
                  </a:lnTo>
                  <a:lnTo>
                    <a:pt x="16795" y="134142"/>
                  </a:lnTo>
                  <a:lnTo>
                    <a:pt x="16773" y="137615"/>
                  </a:lnTo>
                  <a:lnTo>
                    <a:pt x="16221" y="140370"/>
                  </a:lnTo>
                  <a:lnTo>
                    <a:pt x="15105" y="143325"/>
                  </a:lnTo>
                  <a:lnTo>
                    <a:pt x="14253" y="143742"/>
                  </a:lnTo>
                  <a:lnTo>
                    <a:pt x="13749" y="143288"/>
                  </a:lnTo>
                  <a:lnTo>
                    <a:pt x="12986" y="141458"/>
                  </a:lnTo>
                  <a:lnTo>
                    <a:pt x="12156" y="138844"/>
                  </a:lnTo>
                  <a:lnTo>
                    <a:pt x="12016" y="134642"/>
                  </a:lnTo>
                  <a:lnTo>
                    <a:pt x="11673" y="132331"/>
                  </a:lnTo>
                  <a:lnTo>
                    <a:pt x="11723" y="129581"/>
                  </a:lnTo>
                  <a:lnTo>
                    <a:pt x="11657" y="126970"/>
                  </a:lnTo>
                  <a:lnTo>
                    <a:pt x="10765" y="119986"/>
                  </a:lnTo>
                  <a:lnTo>
                    <a:pt x="10188" y="116408"/>
                  </a:lnTo>
                  <a:lnTo>
                    <a:pt x="10259" y="115252"/>
                  </a:lnTo>
                  <a:lnTo>
                    <a:pt x="10219" y="114768"/>
                  </a:lnTo>
                  <a:lnTo>
                    <a:pt x="9950" y="110159"/>
                  </a:lnTo>
                  <a:lnTo>
                    <a:pt x="9578" y="107341"/>
                  </a:lnTo>
                  <a:lnTo>
                    <a:pt x="9392" y="104337"/>
                  </a:lnTo>
                  <a:lnTo>
                    <a:pt x="10273" y="100020"/>
                  </a:lnTo>
                  <a:lnTo>
                    <a:pt x="9920" y="99318"/>
                  </a:lnTo>
                  <a:lnTo>
                    <a:pt x="8904" y="98748"/>
                  </a:lnTo>
                  <a:lnTo>
                    <a:pt x="7959" y="98000"/>
                  </a:lnTo>
                  <a:lnTo>
                    <a:pt x="7728" y="96882"/>
                  </a:lnTo>
                  <a:lnTo>
                    <a:pt x="8146" y="92633"/>
                  </a:lnTo>
                  <a:lnTo>
                    <a:pt x="7656" y="90967"/>
                  </a:lnTo>
                  <a:lnTo>
                    <a:pt x="6952" y="89283"/>
                  </a:lnTo>
                  <a:lnTo>
                    <a:pt x="6733" y="88611"/>
                  </a:lnTo>
                  <a:lnTo>
                    <a:pt x="6501" y="87741"/>
                  </a:lnTo>
                  <a:lnTo>
                    <a:pt x="6176" y="85607"/>
                  </a:lnTo>
                  <a:lnTo>
                    <a:pt x="6803" y="81117"/>
                  </a:lnTo>
                  <a:lnTo>
                    <a:pt x="7680" y="75911"/>
                  </a:lnTo>
                  <a:lnTo>
                    <a:pt x="7839" y="73928"/>
                  </a:lnTo>
                  <a:lnTo>
                    <a:pt x="7984" y="70483"/>
                  </a:lnTo>
                  <a:lnTo>
                    <a:pt x="8064" y="69163"/>
                  </a:lnTo>
                  <a:lnTo>
                    <a:pt x="7949" y="67863"/>
                  </a:lnTo>
                  <a:lnTo>
                    <a:pt x="7027" y="66354"/>
                  </a:lnTo>
                  <a:lnTo>
                    <a:pt x="5394" y="65743"/>
                  </a:lnTo>
                  <a:lnTo>
                    <a:pt x="4241" y="64484"/>
                  </a:lnTo>
                  <a:lnTo>
                    <a:pt x="3566" y="62575"/>
                  </a:lnTo>
                  <a:lnTo>
                    <a:pt x="2994" y="61810"/>
                  </a:lnTo>
                  <a:lnTo>
                    <a:pt x="2288" y="62374"/>
                  </a:lnTo>
                  <a:lnTo>
                    <a:pt x="1386" y="61631"/>
                  </a:lnTo>
                  <a:lnTo>
                    <a:pt x="632" y="59737"/>
                  </a:lnTo>
                  <a:lnTo>
                    <a:pt x="0" y="57434"/>
                  </a:lnTo>
                  <a:lnTo>
                    <a:pt x="77" y="56352"/>
                  </a:lnTo>
                  <a:lnTo>
                    <a:pt x="246" y="54916"/>
                  </a:lnTo>
                  <a:lnTo>
                    <a:pt x="1434" y="48959"/>
                  </a:lnTo>
                  <a:lnTo>
                    <a:pt x="1878" y="48783"/>
                  </a:lnTo>
                  <a:lnTo>
                    <a:pt x="2907" y="49926"/>
                  </a:lnTo>
                  <a:lnTo>
                    <a:pt x="3292" y="49928"/>
                  </a:lnTo>
                  <a:lnTo>
                    <a:pt x="3968" y="47574"/>
                  </a:lnTo>
                  <a:lnTo>
                    <a:pt x="4914" y="40869"/>
                  </a:lnTo>
                  <a:lnTo>
                    <a:pt x="6249" y="40885"/>
                  </a:lnTo>
                  <a:lnTo>
                    <a:pt x="7427" y="41104"/>
                  </a:lnTo>
                  <a:lnTo>
                    <a:pt x="8222" y="41445"/>
                  </a:lnTo>
                  <a:lnTo>
                    <a:pt x="9014" y="41230"/>
                  </a:lnTo>
                  <a:lnTo>
                    <a:pt x="9841" y="40693"/>
                  </a:lnTo>
                  <a:lnTo>
                    <a:pt x="10292" y="39847"/>
                  </a:lnTo>
                  <a:lnTo>
                    <a:pt x="10540" y="38775"/>
                  </a:lnTo>
                  <a:lnTo>
                    <a:pt x="10454" y="37845"/>
                  </a:lnTo>
                  <a:lnTo>
                    <a:pt x="9440" y="36581"/>
                  </a:lnTo>
                  <a:lnTo>
                    <a:pt x="9048" y="35636"/>
                  </a:lnTo>
                  <a:lnTo>
                    <a:pt x="8766" y="32955"/>
                  </a:lnTo>
                  <a:lnTo>
                    <a:pt x="8467" y="31944"/>
                  </a:lnTo>
                  <a:lnTo>
                    <a:pt x="6472" y="31801"/>
                  </a:lnTo>
                  <a:lnTo>
                    <a:pt x="5439" y="30569"/>
                  </a:lnTo>
                  <a:lnTo>
                    <a:pt x="4870" y="29463"/>
                  </a:lnTo>
                  <a:lnTo>
                    <a:pt x="3856" y="25806"/>
                  </a:lnTo>
                  <a:lnTo>
                    <a:pt x="2605" y="23099"/>
                  </a:lnTo>
                  <a:lnTo>
                    <a:pt x="1408" y="22460"/>
                  </a:lnTo>
                  <a:lnTo>
                    <a:pt x="944" y="21583"/>
                  </a:lnTo>
                  <a:lnTo>
                    <a:pt x="694" y="20190"/>
                  </a:lnTo>
                  <a:lnTo>
                    <a:pt x="839" y="18178"/>
                  </a:lnTo>
                  <a:lnTo>
                    <a:pt x="1198" y="16350"/>
                  </a:lnTo>
                  <a:lnTo>
                    <a:pt x="1446" y="14312"/>
                  </a:lnTo>
                  <a:lnTo>
                    <a:pt x="2404" y="11626"/>
                  </a:lnTo>
                  <a:lnTo>
                    <a:pt x="3526" y="9278"/>
                  </a:lnTo>
                  <a:lnTo>
                    <a:pt x="4026" y="7668"/>
                  </a:lnTo>
                  <a:lnTo>
                    <a:pt x="4735" y="5970"/>
                  </a:lnTo>
                  <a:lnTo>
                    <a:pt x="4819" y="5038"/>
                  </a:lnTo>
                  <a:lnTo>
                    <a:pt x="4692" y="3972"/>
                  </a:lnTo>
                  <a:lnTo>
                    <a:pt x="4119" y="2954"/>
                  </a:lnTo>
                  <a:lnTo>
                    <a:pt x="3724" y="2628"/>
                  </a:lnTo>
                  <a:lnTo>
                    <a:pt x="3661" y="1972"/>
                  </a:lnTo>
                  <a:lnTo>
                    <a:pt x="3934" y="219"/>
                  </a:lnTo>
                  <a:lnTo>
                    <a:pt x="4482" y="0"/>
                  </a:lnTo>
                  <a:lnTo>
                    <a:pt x="5618" y="1588"/>
                  </a:lnTo>
                  <a:lnTo>
                    <a:pt x="6775" y="4162"/>
                  </a:lnTo>
                  <a:lnTo>
                    <a:pt x="7463" y="6458"/>
                  </a:lnTo>
                  <a:lnTo>
                    <a:pt x="7487" y="8268"/>
                  </a:lnTo>
                  <a:lnTo>
                    <a:pt x="7934" y="8560"/>
                  </a:lnTo>
                  <a:lnTo>
                    <a:pt x="8385" y="8632"/>
                  </a:lnTo>
                  <a:lnTo>
                    <a:pt x="9136" y="9436"/>
                  </a:lnTo>
                  <a:lnTo>
                    <a:pt x="9913" y="9190"/>
                  </a:lnTo>
                  <a:lnTo>
                    <a:pt x="10416" y="9638"/>
                  </a:lnTo>
                  <a:lnTo>
                    <a:pt x="10753" y="9475"/>
                  </a:lnTo>
                  <a:lnTo>
                    <a:pt x="10879" y="8433"/>
                  </a:lnTo>
                  <a:lnTo>
                    <a:pt x="10501" y="6901"/>
                  </a:lnTo>
                  <a:lnTo>
                    <a:pt x="10227" y="5804"/>
                  </a:lnTo>
                  <a:lnTo>
                    <a:pt x="10543" y="4710"/>
                  </a:lnTo>
                  <a:lnTo>
                    <a:pt x="10900" y="4491"/>
                  </a:lnTo>
                  <a:lnTo>
                    <a:pt x="11301" y="4765"/>
                  </a:lnTo>
                  <a:lnTo>
                    <a:pt x="11847" y="5751"/>
                  </a:lnTo>
                  <a:lnTo>
                    <a:pt x="12247" y="7776"/>
                  </a:lnTo>
                  <a:lnTo>
                    <a:pt x="12319" y="10912"/>
                  </a:lnTo>
                  <a:lnTo>
                    <a:pt x="13206" y="13757"/>
                  </a:lnTo>
                  <a:lnTo>
                    <a:pt x="14374" y="15777"/>
                  </a:lnTo>
                  <a:lnTo>
                    <a:pt x="15287" y="16707"/>
                  </a:lnTo>
                  <a:lnTo>
                    <a:pt x="16391" y="17374"/>
                  </a:lnTo>
                  <a:lnTo>
                    <a:pt x="17333" y="16732"/>
                  </a:lnTo>
                  <a:lnTo>
                    <a:pt x="17805" y="14748"/>
                  </a:lnTo>
                  <a:lnTo>
                    <a:pt x="17593" y="12978"/>
                  </a:lnTo>
                  <a:lnTo>
                    <a:pt x="17740" y="11391"/>
                  </a:lnTo>
                  <a:lnTo>
                    <a:pt x="18118" y="10515"/>
                  </a:lnTo>
                  <a:lnTo>
                    <a:pt x="18707" y="10570"/>
                  </a:lnTo>
                  <a:lnTo>
                    <a:pt x="19150" y="11828"/>
                  </a:lnTo>
                  <a:lnTo>
                    <a:pt x="20434" y="18619"/>
                  </a:lnTo>
                  <a:lnTo>
                    <a:pt x="20169" y="21627"/>
                  </a:lnTo>
                  <a:lnTo>
                    <a:pt x="20456" y="29885"/>
                  </a:lnTo>
                  <a:lnTo>
                    <a:pt x="20131" y="35331"/>
                  </a:lnTo>
                  <a:lnTo>
                    <a:pt x="20183" y="36504"/>
                  </a:lnTo>
                  <a:lnTo>
                    <a:pt x="20333" y="37413"/>
                  </a:lnTo>
                  <a:lnTo>
                    <a:pt x="20551" y="37786"/>
                  </a:lnTo>
                  <a:lnTo>
                    <a:pt x="20926" y="37774"/>
                  </a:lnTo>
                  <a:lnTo>
                    <a:pt x="22488" y="38803"/>
                  </a:lnTo>
                  <a:lnTo>
                    <a:pt x="23803" y="39937"/>
                  </a:lnTo>
                  <a:lnTo>
                    <a:pt x="25288" y="40971"/>
                  </a:lnTo>
                  <a:lnTo>
                    <a:pt x="27433" y="41776"/>
                  </a:lnTo>
                  <a:lnTo>
                    <a:pt x="28750" y="41514"/>
                  </a:lnTo>
                  <a:lnTo>
                    <a:pt x="29406" y="41481"/>
                  </a:lnTo>
                  <a:lnTo>
                    <a:pt x="30736" y="41725"/>
                  </a:lnTo>
                  <a:lnTo>
                    <a:pt x="34234" y="41293"/>
                  </a:lnTo>
                  <a:lnTo>
                    <a:pt x="37129" y="41178"/>
                  </a:lnTo>
                  <a:lnTo>
                    <a:pt x="38304" y="41957"/>
                  </a:lnTo>
                  <a:lnTo>
                    <a:pt x="39247" y="42237"/>
                  </a:lnTo>
                  <a:lnTo>
                    <a:pt x="42469" y="41690"/>
                  </a:lnTo>
                  <a:lnTo>
                    <a:pt x="45720" y="41429"/>
                  </a:lnTo>
                  <a:lnTo>
                    <a:pt x="47479" y="43159"/>
                  </a:lnTo>
                  <a:lnTo>
                    <a:pt x="49396" y="45990"/>
                  </a:lnTo>
                  <a:lnTo>
                    <a:pt x="50474" y="48087"/>
                  </a:lnTo>
                  <a:lnTo>
                    <a:pt x="50668" y="49294"/>
                  </a:lnTo>
                  <a:lnTo>
                    <a:pt x="50549" y="50322"/>
                  </a:lnTo>
                  <a:lnTo>
                    <a:pt x="50187" y="50887"/>
                  </a:lnTo>
                  <a:lnTo>
                    <a:pt x="49527" y="50905"/>
                  </a:lnTo>
                  <a:lnTo>
                    <a:pt x="48008" y="49537"/>
                  </a:lnTo>
                  <a:lnTo>
                    <a:pt x="47748" y="49943"/>
                  </a:lnTo>
                  <a:lnTo>
                    <a:pt x="47773" y="52754"/>
                  </a:lnTo>
                  <a:lnTo>
                    <a:pt x="47729" y="53204"/>
                  </a:lnTo>
                  <a:lnTo>
                    <a:pt x="47404" y="55723"/>
                  </a:lnTo>
                  <a:lnTo>
                    <a:pt x="46489" y="61390"/>
                  </a:lnTo>
                  <a:lnTo>
                    <a:pt x="46313" y="63928"/>
                  </a:lnTo>
                  <a:lnTo>
                    <a:pt x="46121" y="64575"/>
                  </a:lnTo>
                  <a:lnTo>
                    <a:pt x="45884" y="64924"/>
                  </a:lnTo>
                  <a:lnTo>
                    <a:pt x="45167" y="65026"/>
                  </a:lnTo>
                  <a:lnTo>
                    <a:pt x="44606" y="65445"/>
                  </a:lnTo>
                  <a:lnTo>
                    <a:pt x="44372" y="66367"/>
                  </a:lnTo>
                  <a:lnTo>
                    <a:pt x="44008" y="68283"/>
                  </a:lnTo>
                  <a:lnTo>
                    <a:pt x="43758" y="70215"/>
                  </a:lnTo>
                  <a:lnTo>
                    <a:pt x="43409" y="70806"/>
                  </a:lnTo>
                  <a:lnTo>
                    <a:pt x="42571" y="69762"/>
                  </a:lnTo>
                  <a:lnTo>
                    <a:pt x="42050" y="69926"/>
                  </a:lnTo>
                  <a:lnTo>
                    <a:pt x="41394" y="70369"/>
                  </a:lnTo>
                  <a:lnTo>
                    <a:pt x="40739" y="71470"/>
                  </a:lnTo>
                  <a:lnTo>
                    <a:pt x="40288" y="72836"/>
                  </a:lnTo>
                  <a:lnTo>
                    <a:pt x="39777" y="73304"/>
                  </a:lnTo>
                  <a:lnTo>
                    <a:pt x="38259" y="73028"/>
                  </a:lnTo>
                  <a:lnTo>
                    <a:pt x="37968" y="73223"/>
                  </a:lnTo>
                  <a:lnTo>
                    <a:pt x="37776" y="74198"/>
                  </a:lnTo>
                  <a:lnTo>
                    <a:pt x="37620" y="75430"/>
                  </a:lnTo>
                  <a:lnTo>
                    <a:pt x="36435" y="78336"/>
                  </a:lnTo>
                  <a:lnTo>
                    <a:pt x="35985" y="82992"/>
                  </a:lnTo>
                  <a:lnTo>
                    <a:pt x="35622" y="86013"/>
                  </a:lnTo>
                  <a:lnTo>
                    <a:pt x="35679" y="88365"/>
                  </a:lnTo>
                  <a:lnTo>
                    <a:pt x="36682" y="94494"/>
                  </a:lnTo>
                  <a:lnTo>
                    <a:pt x="37379" y="102450"/>
                  </a:lnTo>
                  <a:lnTo>
                    <a:pt x="37648" y="103260"/>
                  </a:lnTo>
                  <a:lnTo>
                    <a:pt x="37881" y="103515"/>
                  </a:lnTo>
                  <a:lnTo>
                    <a:pt x="37986" y="103332"/>
                  </a:lnTo>
                  <a:lnTo>
                    <a:pt x="37965" y="101680"/>
                  </a:lnTo>
                  <a:lnTo>
                    <a:pt x="38008" y="99684"/>
                  </a:lnTo>
                  <a:lnTo>
                    <a:pt x="38335" y="99215"/>
                  </a:lnTo>
                  <a:lnTo>
                    <a:pt x="38753" y="99628"/>
                  </a:lnTo>
                  <a:lnTo>
                    <a:pt x="39153" y="101361"/>
                  </a:lnTo>
                  <a:lnTo>
                    <a:pt x="39605" y="104539"/>
                  </a:lnTo>
                  <a:lnTo>
                    <a:pt x="40085" y="105785"/>
                  </a:lnTo>
                  <a:lnTo>
                    <a:pt x="40835" y="106135"/>
                  </a:lnTo>
                  <a:lnTo>
                    <a:pt x="41691" y="105392"/>
                  </a:lnTo>
                  <a:lnTo>
                    <a:pt x="42327" y="103954"/>
                  </a:lnTo>
                  <a:lnTo>
                    <a:pt x="42587" y="102400"/>
                  </a:lnTo>
                  <a:lnTo>
                    <a:pt x="42406" y="99335"/>
                  </a:lnTo>
                  <a:lnTo>
                    <a:pt x="42364" y="97045"/>
                  </a:lnTo>
                  <a:lnTo>
                    <a:pt x="42771" y="94867"/>
                  </a:lnTo>
                  <a:lnTo>
                    <a:pt x="44237" y="91616"/>
                  </a:lnTo>
                  <a:lnTo>
                    <a:pt x="44450" y="90622"/>
                  </a:lnTo>
                  <a:lnTo>
                    <a:pt x="44355" y="87857"/>
                  </a:lnTo>
                  <a:lnTo>
                    <a:pt x="44356" y="85265"/>
                  </a:lnTo>
                  <a:lnTo>
                    <a:pt x="44911" y="85087"/>
                  </a:lnTo>
                  <a:lnTo>
                    <a:pt x="45655" y="85507"/>
                  </a:lnTo>
                  <a:lnTo>
                    <a:pt x="46598" y="84230"/>
                  </a:lnTo>
                  <a:lnTo>
                    <a:pt x="46885" y="84204"/>
                  </a:lnTo>
                  <a:lnTo>
                    <a:pt x="47280" y="85573"/>
                  </a:lnTo>
                  <a:lnTo>
                    <a:pt x="47950" y="85335"/>
                  </a:lnTo>
                  <a:lnTo>
                    <a:pt x="48441" y="90983"/>
                  </a:lnTo>
                  <a:lnTo>
                    <a:pt x="48950" y="95966"/>
                  </a:lnTo>
                  <a:lnTo>
                    <a:pt x="48945" y="98373"/>
                  </a:lnTo>
                  <a:lnTo>
                    <a:pt x="49030" y="103472"/>
                  </a:lnTo>
                  <a:lnTo>
                    <a:pt x="49262" y="107633"/>
                  </a:lnTo>
                  <a:lnTo>
                    <a:pt x="49620" y="108578"/>
                  </a:lnTo>
                  <a:lnTo>
                    <a:pt x="50043" y="110800"/>
                  </a:lnTo>
                  <a:lnTo>
                    <a:pt x="50429" y="113382"/>
                  </a:lnTo>
                  <a:lnTo>
                    <a:pt x="50735" y="114831"/>
                  </a:lnTo>
                  <a:lnTo>
                    <a:pt x="50942" y="119550"/>
                  </a:lnTo>
                  <a:lnTo>
                    <a:pt x="51194" y="122960"/>
                  </a:lnTo>
                  <a:lnTo>
                    <a:pt x="51528" y="13366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3422338" y="2326885"/>
              <a:ext cx="70872" cy="88476"/>
            </a:xfrm>
            <a:custGeom>
              <a:avLst/>
              <a:pathLst>
                <a:path w="70872" h="88476">
                  <a:moveTo>
                    <a:pt x="70872" y="14643"/>
                  </a:moveTo>
                  <a:lnTo>
                    <a:pt x="70605" y="21762"/>
                  </a:lnTo>
                  <a:lnTo>
                    <a:pt x="69511" y="25072"/>
                  </a:lnTo>
                  <a:lnTo>
                    <a:pt x="67855" y="23962"/>
                  </a:lnTo>
                  <a:lnTo>
                    <a:pt x="65744" y="24885"/>
                  </a:lnTo>
                  <a:lnTo>
                    <a:pt x="64625" y="28648"/>
                  </a:lnTo>
                  <a:lnTo>
                    <a:pt x="63990" y="29764"/>
                  </a:lnTo>
                  <a:lnTo>
                    <a:pt x="63418" y="31075"/>
                  </a:lnTo>
                  <a:lnTo>
                    <a:pt x="63050" y="35963"/>
                  </a:lnTo>
                  <a:lnTo>
                    <a:pt x="62964" y="43971"/>
                  </a:lnTo>
                  <a:lnTo>
                    <a:pt x="62163" y="44948"/>
                  </a:lnTo>
                  <a:lnTo>
                    <a:pt x="61429" y="45246"/>
                  </a:lnTo>
                  <a:lnTo>
                    <a:pt x="58375" y="52293"/>
                  </a:lnTo>
                  <a:lnTo>
                    <a:pt x="60132" y="54276"/>
                  </a:lnTo>
                  <a:lnTo>
                    <a:pt x="60912" y="55783"/>
                  </a:lnTo>
                  <a:lnTo>
                    <a:pt x="62197" y="59978"/>
                  </a:lnTo>
                  <a:lnTo>
                    <a:pt x="64029" y="64723"/>
                  </a:lnTo>
                  <a:lnTo>
                    <a:pt x="64390" y="67039"/>
                  </a:lnTo>
                  <a:lnTo>
                    <a:pt x="62854" y="66519"/>
                  </a:lnTo>
                  <a:lnTo>
                    <a:pt x="62317" y="66677"/>
                  </a:lnTo>
                  <a:lnTo>
                    <a:pt x="61973" y="67408"/>
                  </a:lnTo>
                  <a:lnTo>
                    <a:pt x="61260" y="67261"/>
                  </a:lnTo>
                  <a:lnTo>
                    <a:pt x="60377" y="67267"/>
                  </a:lnTo>
                  <a:lnTo>
                    <a:pt x="59455" y="68107"/>
                  </a:lnTo>
                  <a:lnTo>
                    <a:pt x="58944" y="68464"/>
                  </a:lnTo>
                  <a:lnTo>
                    <a:pt x="58262" y="67694"/>
                  </a:lnTo>
                  <a:lnTo>
                    <a:pt x="56991" y="65384"/>
                  </a:lnTo>
                  <a:lnTo>
                    <a:pt x="56219" y="63774"/>
                  </a:lnTo>
                  <a:lnTo>
                    <a:pt x="55645" y="63368"/>
                  </a:lnTo>
                  <a:lnTo>
                    <a:pt x="55066" y="63846"/>
                  </a:lnTo>
                  <a:lnTo>
                    <a:pt x="53003" y="64391"/>
                  </a:lnTo>
                  <a:lnTo>
                    <a:pt x="52515" y="65331"/>
                  </a:lnTo>
                  <a:lnTo>
                    <a:pt x="51563" y="66365"/>
                  </a:lnTo>
                  <a:lnTo>
                    <a:pt x="50603" y="66859"/>
                  </a:lnTo>
                  <a:lnTo>
                    <a:pt x="49227" y="67208"/>
                  </a:lnTo>
                  <a:lnTo>
                    <a:pt x="48502" y="67162"/>
                  </a:lnTo>
                  <a:lnTo>
                    <a:pt x="48097" y="67662"/>
                  </a:lnTo>
                  <a:lnTo>
                    <a:pt x="47757" y="69176"/>
                  </a:lnTo>
                  <a:lnTo>
                    <a:pt x="47525" y="70655"/>
                  </a:lnTo>
                  <a:lnTo>
                    <a:pt x="47322" y="71255"/>
                  </a:lnTo>
                  <a:lnTo>
                    <a:pt x="45607" y="71988"/>
                  </a:lnTo>
                  <a:lnTo>
                    <a:pt x="45231" y="72838"/>
                  </a:lnTo>
                  <a:lnTo>
                    <a:pt x="45125" y="73669"/>
                  </a:lnTo>
                  <a:lnTo>
                    <a:pt x="45159" y="74500"/>
                  </a:lnTo>
                  <a:lnTo>
                    <a:pt x="43792" y="73695"/>
                  </a:lnTo>
                  <a:lnTo>
                    <a:pt x="42734" y="74230"/>
                  </a:lnTo>
                  <a:lnTo>
                    <a:pt x="42486" y="74866"/>
                  </a:lnTo>
                  <a:lnTo>
                    <a:pt x="42264" y="75780"/>
                  </a:lnTo>
                  <a:lnTo>
                    <a:pt x="42388" y="76756"/>
                  </a:lnTo>
                  <a:lnTo>
                    <a:pt x="42778" y="77701"/>
                  </a:lnTo>
                  <a:lnTo>
                    <a:pt x="43145" y="80262"/>
                  </a:lnTo>
                  <a:lnTo>
                    <a:pt x="43277" y="82823"/>
                  </a:lnTo>
                  <a:lnTo>
                    <a:pt x="43052" y="84275"/>
                  </a:lnTo>
                  <a:lnTo>
                    <a:pt x="42269" y="85311"/>
                  </a:lnTo>
                  <a:lnTo>
                    <a:pt x="40644" y="86456"/>
                  </a:lnTo>
                  <a:lnTo>
                    <a:pt x="39073" y="85910"/>
                  </a:lnTo>
                  <a:lnTo>
                    <a:pt x="38380" y="86364"/>
                  </a:lnTo>
                  <a:lnTo>
                    <a:pt x="37216" y="86510"/>
                  </a:lnTo>
                  <a:lnTo>
                    <a:pt x="36144" y="86814"/>
                  </a:lnTo>
                  <a:lnTo>
                    <a:pt x="34496" y="87862"/>
                  </a:lnTo>
                  <a:lnTo>
                    <a:pt x="33011" y="88476"/>
                  </a:lnTo>
                  <a:lnTo>
                    <a:pt x="31674" y="86342"/>
                  </a:lnTo>
                  <a:lnTo>
                    <a:pt x="30086" y="84888"/>
                  </a:lnTo>
                  <a:lnTo>
                    <a:pt x="28420" y="84024"/>
                  </a:lnTo>
                  <a:lnTo>
                    <a:pt x="27840" y="84654"/>
                  </a:lnTo>
                  <a:lnTo>
                    <a:pt x="27590" y="85151"/>
                  </a:lnTo>
                  <a:lnTo>
                    <a:pt x="26197" y="83263"/>
                  </a:lnTo>
                  <a:lnTo>
                    <a:pt x="25571" y="82591"/>
                  </a:lnTo>
                  <a:lnTo>
                    <a:pt x="25269" y="81862"/>
                  </a:lnTo>
                  <a:lnTo>
                    <a:pt x="24689" y="79346"/>
                  </a:lnTo>
                  <a:lnTo>
                    <a:pt x="24344" y="79267"/>
                  </a:lnTo>
                  <a:lnTo>
                    <a:pt x="23195" y="80203"/>
                  </a:lnTo>
                  <a:lnTo>
                    <a:pt x="22091" y="80159"/>
                  </a:lnTo>
                  <a:lnTo>
                    <a:pt x="21420" y="79988"/>
                  </a:lnTo>
                  <a:lnTo>
                    <a:pt x="19440" y="80094"/>
                  </a:lnTo>
                  <a:lnTo>
                    <a:pt x="19177" y="81812"/>
                  </a:lnTo>
                  <a:lnTo>
                    <a:pt x="18932" y="82079"/>
                  </a:lnTo>
                  <a:lnTo>
                    <a:pt x="18503" y="82308"/>
                  </a:lnTo>
                  <a:lnTo>
                    <a:pt x="17451" y="82200"/>
                  </a:lnTo>
                  <a:lnTo>
                    <a:pt x="16104" y="83470"/>
                  </a:lnTo>
                  <a:lnTo>
                    <a:pt x="14661" y="84245"/>
                  </a:lnTo>
                  <a:lnTo>
                    <a:pt x="13533" y="84266"/>
                  </a:lnTo>
                  <a:lnTo>
                    <a:pt x="12370" y="83891"/>
                  </a:lnTo>
                  <a:lnTo>
                    <a:pt x="11673" y="84159"/>
                  </a:lnTo>
                  <a:lnTo>
                    <a:pt x="10172" y="84298"/>
                  </a:lnTo>
                  <a:lnTo>
                    <a:pt x="9219" y="86156"/>
                  </a:lnTo>
                  <a:lnTo>
                    <a:pt x="7739" y="86051"/>
                  </a:lnTo>
                  <a:lnTo>
                    <a:pt x="6495" y="85737"/>
                  </a:lnTo>
                  <a:lnTo>
                    <a:pt x="6650" y="85151"/>
                  </a:lnTo>
                  <a:lnTo>
                    <a:pt x="6897" y="77778"/>
                  </a:lnTo>
                  <a:lnTo>
                    <a:pt x="7512" y="74488"/>
                  </a:lnTo>
                  <a:lnTo>
                    <a:pt x="7489" y="73812"/>
                  </a:lnTo>
                  <a:lnTo>
                    <a:pt x="7357" y="73299"/>
                  </a:lnTo>
                  <a:lnTo>
                    <a:pt x="6812" y="72770"/>
                  </a:lnTo>
                  <a:lnTo>
                    <a:pt x="6417" y="70994"/>
                  </a:lnTo>
                  <a:lnTo>
                    <a:pt x="5595" y="66313"/>
                  </a:lnTo>
                  <a:lnTo>
                    <a:pt x="5133" y="65365"/>
                  </a:lnTo>
                  <a:lnTo>
                    <a:pt x="3841" y="64377"/>
                  </a:lnTo>
                  <a:lnTo>
                    <a:pt x="2710" y="63026"/>
                  </a:lnTo>
                  <a:lnTo>
                    <a:pt x="1750" y="61246"/>
                  </a:lnTo>
                  <a:lnTo>
                    <a:pt x="0" y="56847"/>
                  </a:lnTo>
                  <a:lnTo>
                    <a:pt x="886" y="56407"/>
                  </a:lnTo>
                  <a:lnTo>
                    <a:pt x="1154" y="55512"/>
                  </a:lnTo>
                  <a:lnTo>
                    <a:pt x="2038" y="53094"/>
                  </a:lnTo>
                  <a:lnTo>
                    <a:pt x="2139" y="51905"/>
                  </a:lnTo>
                  <a:lnTo>
                    <a:pt x="2045" y="51234"/>
                  </a:lnTo>
                  <a:lnTo>
                    <a:pt x="1453" y="50070"/>
                  </a:lnTo>
                  <a:lnTo>
                    <a:pt x="1046" y="47535"/>
                  </a:lnTo>
                  <a:lnTo>
                    <a:pt x="1354" y="45160"/>
                  </a:lnTo>
                  <a:lnTo>
                    <a:pt x="1380" y="43939"/>
                  </a:lnTo>
                  <a:lnTo>
                    <a:pt x="1081" y="42732"/>
                  </a:lnTo>
                  <a:lnTo>
                    <a:pt x="1393" y="41230"/>
                  </a:lnTo>
                  <a:lnTo>
                    <a:pt x="2029" y="40407"/>
                  </a:lnTo>
                  <a:lnTo>
                    <a:pt x="2430" y="40166"/>
                  </a:lnTo>
                  <a:lnTo>
                    <a:pt x="4111" y="40005"/>
                  </a:lnTo>
                  <a:lnTo>
                    <a:pt x="5176" y="36996"/>
                  </a:lnTo>
                  <a:lnTo>
                    <a:pt x="5822" y="36036"/>
                  </a:lnTo>
                  <a:lnTo>
                    <a:pt x="6486" y="34330"/>
                  </a:lnTo>
                  <a:lnTo>
                    <a:pt x="6793" y="33707"/>
                  </a:lnTo>
                  <a:lnTo>
                    <a:pt x="7084" y="32378"/>
                  </a:lnTo>
                  <a:lnTo>
                    <a:pt x="7185" y="31020"/>
                  </a:lnTo>
                  <a:lnTo>
                    <a:pt x="5854" y="29119"/>
                  </a:lnTo>
                  <a:lnTo>
                    <a:pt x="5401" y="27689"/>
                  </a:lnTo>
                  <a:lnTo>
                    <a:pt x="4809" y="26110"/>
                  </a:lnTo>
                  <a:lnTo>
                    <a:pt x="4007" y="25020"/>
                  </a:lnTo>
                  <a:lnTo>
                    <a:pt x="2390" y="23145"/>
                  </a:lnTo>
                  <a:lnTo>
                    <a:pt x="1760" y="21244"/>
                  </a:lnTo>
                  <a:lnTo>
                    <a:pt x="1477" y="18779"/>
                  </a:lnTo>
                  <a:lnTo>
                    <a:pt x="1047" y="16911"/>
                  </a:lnTo>
                  <a:lnTo>
                    <a:pt x="576" y="15695"/>
                  </a:lnTo>
                  <a:lnTo>
                    <a:pt x="486" y="14705"/>
                  </a:lnTo>
                  <a:lnTo>
                    <a:pt x="290" y="13489"/>
                  </a:lnTo>
                  <a:lnTo>
                    <a:pt x="242" y="11101"/>
                  </a:lnTo>
                  <a:lnTo>
                    <a:pt x="624" y="7926"/>
                  </a:lnTo>
                  <a:lnTo>
                    <a:pt x="871" y="6807"/>
                  </a:lnTo>
                  <a:lnTo>
                    <a:pt x="1419" y="6494"/>
                  </a:lnTo>
                  <a:lnTo>
                    <a:pt x="2877" y="4801"/>
                  </a:lnTo>
                  <a:lnTo>
                    <a:pt x="2945" y="2636"/>
                  </a:lnTo>
                  <a:lnTo>
                    <a:pt x="3208" y="1291"/>
                  </a:lnTo>
                  <a:lnTo>
                    <a:pt x="3672" y="519"/>
                  </a:lnTo>
                  <a:lnTo>
                    <a:pt x="4099" y="0"/>
                  </a:lnTo>
                  <a:lnTo>
                    <a:pt x="4895" y="1258"/>
                  </a:lnTo>
                  <a:lnTo>
                    <a:pt x="6828" y="3265"/>
                  </a:lnTo>
                  <a:lnTo>
                    <a:pt x="7772" y="4722"/>
                  </a:lnTo>
                  <a:lnTo>
                    <a:pt x="7725" y="5631"/>
                  </a:lnTo>
                  <a:lnTo>
                    <a:pt x="7282" y="6524"/>
                  </a:lnTo>
                  <a:lnTo>
                    <a:pt x="6441" y="7404"/>
                  </a:lnTo>
                  <a:lnTo>
                    <a:pt x="5952" y="8566"/>
                  </a:lnTo>
                  <a:lnTo>
                    <a:pt x="5818" y="10010"/>
                  </a:lnTo>
                  <a:lnTo>
                    <a:pt x="5946" y="11028"/>
                  </a:lnTo>
                  <a:lnTo>
                    <a:pt x="6529" y="11917"/>
                  </a:lnTo>
                  <a:lnTo>
                    <a:pt x="9999" y="10753"/>
                  </a:lnTo>
                  <a:lnTo>
                    <a:pt x="13518" y="11353"/>
                  </a:lnTo>
                  <a:lnTo>
                    <a:pt x="18245" y="13330"/>
                  </a:lnTo>
                  <a:lnTo>
                    <a:pt x="21379" y="14015"/>
                  </a:lnTo>
                  <a:lnTo>
                    <a:pt x="23693" y="13102"/>
                  </a:lnTo>
                  <a:lnTo>
                    <a:pt x="27981" y="14755"/>
                  </a:lnTo>
                  <a:lnTo>
                    <a:pt x="31972" y="16295"/>
                  </a:lnTo>
                  <a:lnTo>
                    <a:pt x="35804" y="16754"/>
                  </a:lnTo>
                  <a:lnTo>
                    <a:pt x="37950" y="15543"/>
                  </a:lnTo>
                  <a:lnTo>
                    <a:pt x="39457" y="13916"/>
                  </a:lnTo>
                  <a:lnTo>
                    <a:pt x="40758" y="10851"/>
                  </a:lnTo>
                  <a:lnTo>
                    <a:pt x="43965" y="6811"/>
                  </a:lnTo>
                  <a:lnTo>
                    <a:pt x="47070" y="4544"/>
                  </a:lnTo>
                  <a:lnTo>
                    <a:pt x="51141" y="2706"/>
                  </a:lnTo>
                  <a:lnTo>
                    <a:pt x="53857" y="2080"/>
                  </a:lnTo>
                  <a:lnTo>
                    <a:pt x="54241" y="2708"/>
                  </a:lnTo>
                  <a:lnTo>
                    <a:pt x="57701" y="6420"/>
                  </a:lnTo>
                  <a:lnTo>
                    <a:pt x="59241" y="6433"/>
                  </a:lnTo>
                  <a:lnTo>
                    <a:pt x="60488" y="7091"/>
                  </a:lnTo>
                  <a:lnTo>
                    <a:pt x="60941" y="8072"/>
                  </a:lnTo>
                  <a:lnTo>
                    <a:pt x="61257" y="8317"/>
                  </a:lnTo>
                  <a:lnTo>
                    <a:pt x="62911" y="7400"/>
                  </a:lnTo>
                  <a:lnTo>
                    <a:pt x="63645" y="9431"/>
                  </a:lnTo>
                  <a:lnTo>
                    <a:pt x="64793" y="12274"/>
                  </a:lnTo>
                  <a:lnTo>
                    <a:pt x="66746" y="13738"/>
                  </a:lnTo>
                  <a:lnTo>
                    <a:pt x="68486" y="14568"/>
                  </a:lnTo>
                  <a:lnTo>
                    <a:pt x="69034" y="146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3741522" y="2858513"/>
              <a:ext cx="1874" cy="12991"/>
            </a:xfrm>
            <a:custGeom>
              <a:avLst/>
              <a:pathLst>
                <a:path w="1874" h="12991">
                  <a:moveTo>
                    <a:pt x="1757" y="10736"/>
                  </a:moveTo>
                  <a:lnTo>
                    <a:pt x="1390" y="12991"/>
                  </a:lnTo>
                  <a:lnTo>
                    <a:pt x="1040" y="12202"/>
                  </a:lnTo>
                  <a:lnTo>
                    <a:pt x="153" y="8300"/>
                  </a:lnTo>
                  <a:lnTo>
                    <a:pt x="420" y="5554"/>
                  </a:lnTo>
                  <a:lnTo>
                    <a:pt x="0" y="1643"/>
                  </a:lnTo>
                  <a:lnTo>
                    <a:pt x="198" y="516"/>
                  </a:lnTo>
                  <a:lnTo>
                    <a:pt x="1267" y="0"/>
                  </a:lnTo>
                  <a:lnTo>
                    <a:pt x="1515" y="168"/>
                  </a:lnTo>
                  <a:lnTo>
                    <a:pt x="1196" y="1422"/>
                  </a:lnTo>
                  <a:lnTo>
                    <a:pt x="1786" y="3604"/>
                  </a:lnTo>
                  <a:lnTo>
                    <a:pt x="1874" y="721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331864" y="3004280"/>
              <a:ext cx="7666" cy="11109"/>
            </a:xfrm>
            <a:custGeom>
              <a:avLst/>
              <a:pathLst>
                <a:path w="7666" h="11109">
                  <a:moveTo>
                    <a:pt x="7494" y="3575"/>
                  </a:moveTo>
                  <a:lnTo>
                    <a:pt x="7132" y="5742"/>
                  </a:lnTo>
                  <a:lnTo>
                    <a:pt x="5930" y="9876"/>
                  </a:lnTo>
                  <a:lnTo>
                    <a:pt x="3248" y="10917"/>
                  </a:lnTo>
                  <a:lnTo>
                    <a:pt x="292" y="11109"/>
                  </a:lnTo>
                  <a:lnTo>
                    <a:pt x="64" y="9981"/>
                  </a:lnTo>
                  <a:lnTo>
                    <a:pt x="0" y="8990"/>
                  </a:lnTo>
                  <a:lnTo>
                    <a:pt x="215" y="7440"/>
                  </a:lnTo>
                  <a:lnTo>
                    <a:pt x="195" y="6830"/>
                  </a:lnTo>
                  <a:lnTo>
                    <a:pt x="73" y="6207"/>
                  </a:lnTo>
                  <a:lnTo>
                    <a:pt x="1155" y="5538"/>
                  </a:lnTo>
                  <a:lnTo>
                    <a:pt x="1859" y="3621"/>
                  </a:lnTo>
                  <a:lnTo>
                    <a:pt x="2978" y="3298"/>
                  </a:lnTo>
                  <a:lnTo>
                    <a:pt x="4374" y="4645"/>
                  </a:lnTo>
                  <a:lnTo>
                    <a:pt x="5126" y="4694"/>
                  </a:lnTo>
                  <a:lnTo>
                    <a:pt x="6239" y="3208"/>
                  </a:lnTo>
                  <a:lnTo>
                    <a:pt x="7134" y="0"/>
                  </a:lnTo>
                  <a:lnTo>
                    <a:pt x="7666" y="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338951" y="2996945"/>
              <a:ext cx="1664" cy="3073"/>
            </a:xfrm>
            <a:custGeom>
              <a:avLst/>
              <a:pathLst>
                <a:path w="1664" h="3073">
                  <a:moveTo>
                    <a:pt x="1664" y="1623"/>
                  </a:moveTo>
                  <a:lnTo>
                    <a:pt x="151" y="3073"/>
                  </a:lnTo>
                  <a:lnTo>
                    <a:pt x="0" y="1367"/>
                  </a:lnTo>
                  <a:lnTo>
                    <a:pt x="77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337825" y="2970537"/>
              <a:ext cx="4708" cy="4866"/>
            </a:xfrm>
            <a:custGeom>
              <a:avLst/>
              <a:pathLst>
                <a:path w="4708" h="4866">
                  <a:moveTo>
                    <a:pt x="1372" y="776"/>
                  </a:moveTo>
                  <a:lnTo>
                    <a:pt x="2077" y="1203"/>
                  </a:lnTo>
                  <a:lnTo>
                    <a:pt x="2460" y="1172"/>
                  </a:lnTo>
                  <a:lnTo>
                    <a:pt x="3760" y="2060"/>
                  </a:lnTo>
                  <a:lnTo>
                    <a:pt x="4534" y="3278"/>
                  </a:lnTo>
                  <a:lnTo>
                    <a:pt x="4708" y="3780"/>
                  </a:lnTo>
                  <a:lnTo>
                    <a:pt x="4292" y="4866"/>
                  </a:lnTo>
                  <a:lnTo>
                    <a:pt x="3097" y="2809"/>
                  </a:lnTo>
                  <a:lnTo>
                    <a:pt x="2053" y="2543"/>
                  </a:lnTo>
                  <a:lnTo>
                    <a:pt x="587" y="2592"/>
                  </a:lnTo>
                  <a:lnTo>
                    <a:pt x="0" y="2204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325163" y="2962389"/>
              <a:ext cx="5000" cy="16174"/>
            </a:xfrm>
            <a:custGeom>
              <a:avLst/>
              <a:pathLst>
                <a:path w="5000" h="16174">
                  <a:moveTo>
                    <a:pt x="796" y="15285"/>
                  </a:moveTo>
                  <a:lnTo>
                    <a:pt x="0" y="16174"/>
                  </a:lnTo>
                  <a:lnTo>
                    <a:pt x="176" y="14641"/>
                  </a:lnTo>
                  <a:lnTo>
                    <a:pt x="1704" y="12046"/>
                  </a:lnTo>
                  <a:lnTo>
                    <a:pt x="2550" y="9763"/>
                  </a:lnTo>
                  <a:lnTo>
                    <a:pt x="3030" y="8955"/>
                  </a:lnTo>
                  <a:lnTo>
                    <a:pt x="3201" y="8328"/>
                  </a:lnTo>
                  <a:lnTo>
                    <a:pt x="3871" y="7485"/>
                  </a:lnTo>
                  <a:lnTo>
                    <a:pt x="4207" y="6016"/>
                  </a:lnTo>
                  <a:lnTo>
                    <a:pt x="4114" y="4817"/>
                  </a:lnTo>
                  <a:lnTo>
                    <a:pt x="3412" y="2836"/>
                  </a:lnTo>
                  <a:lnTo>
                    <a:pt x="3422" y="1441"/>
                  </a:lnTo>
                  <a:lnTo>
                    <a:pt x="3664" y="458"/>
                  </a:lnTo>
                  <a:lnTo>
                    <a:pt x="4848" y="0"/>
                  </a:lnTo>
                  <a:lnTo>
                    <a:pt x="4535" y="1486"/>
                  </a:lnTo>
                  <a:lnTo>
                    <a:pt x="5000" y="5691"/>
                  </a:lnTo>
                  <a:lnTo>
                    <a:pt x="3432" y="10929"/>
                  </a:lnTo>
                  <a:lnTo>
                    <a:pt x="2089" y="125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2324743" y="2959182"/>
              <a:ext cx="3170" cy="5146"/>
            </a:xfrm>
            <a:custGeom>
              <a:avLst/>
              <a:pathLst>
                <a:path w="3170" h="5146">
                  <a:moveTo>
                    <a:pt x="2912" y="3431"/>
                  </a:moveTo>
                  <a:lnTo>
                    <a:pt x="3170" y="3960"/>
                  </a:lnTo>
                  <a:lnTo>
                    <a:pt x="2445" y="5146"/>
                  </a:lnTo>
                  <a:lnTo>
                    <a:pt x="814" y="3679"/>
                  </a:lnTo>
                  <a:lnTo>
                    <a:pt x="446" y="3780"/>
                  </a:lnTo>
                  <a:lnTo>
                    <a:pt x="123" y="2220"/>
                  </a:lnTo>
                  <a:lnTo>
                    <a:pt x="0" y="1064"/>
                  </a:lnTo>
                  <a:lnTo>
                    <a:pt x="78" y="0"/>
                  </a:lnTo>
                  <a:lnTo>
                    <a:pt x="1050" y="828"/>
                  </a:lnTo>
                  <a:lnTo>
                    <a:pt x="1573" y="2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2313364" y="2934693"/>
              <a:ext cx="5399" cy="23629"/>
            </a:xfrm>
            <a:custGeom>
              <a:avLst/>
              <a:pathLst>
                <a:path w="5399" h="23629">
                  <a:moveTo>
                    <a:pt x="5399" y="22871"/>
                  </a:moveTo>
                  <a:lnTo>
                    <a:pt x="5326" y="23629"/>
                  </a:lnTo>
                  <a:lnTo>
                    <a:pt x="3890" y="17723"/>
                  </a:lnTo>
                  <a:lnTo>
                    <a:pt x="2087" y="16289"/>
                  </a:lnTo>
                  <a:lnTo>
                    <a:pt x="1051" y="14863"/>
                  </a:lnTo>
                  <a:lnTo>
                    <a:pt x="1267" y="14054"/>
                  </a:lnTo>
                  <a:lnTo>
                    <a:pt x="1985" y="13702"/>
                  </a:lnTo>
                  <a:lnTo>
                    <a:pt x="2105" y="11832"/>
                  </a:lnTo>
                  <a:lnTo>
                    <a:pt x="1798" y="9809"/>
                  </a:lnTo>
                  <a:lnTo>
                    <a:pt x="848" y="5725"/>
                  </a:lnTo>
                  <a:lnTo>
                    <a:pt x="315" y="2957"/>
                  </a:lnTo>
                  <a:lnTo>
                    <a:pt x="69" y="2320"/>
                  </a:lnTo>
                  <a:lnTo>
                    <a:pt x="0" y="0"/>
                  </a:lnTo>
                  <a:lnTo>
                    <a:pt x="1128" y="3592"/>
                  </a:lnTo>
                  <a:lnTo>
                    <a:pt x="1597" y="6787"/>
                  </a:lnTo>
                  <a:lnTo>
                    <a:pt x="2352" y="9915"/>
                  </a:lnTo>
                  <a:lnTo>
                    <a:pt x="2858" y="15311"/>
                  </a:lnTo>
                  <a:lnTo>
                    <a:pt x="4302" y="17145"/>
                  </a:lnTo>
                  <a:lnTo>
                    <a:pt x="5341" y="197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305175" y="2934603"/>
              <a:ext cx="4230" cy="6712"/>
            </a:xfrm>
            <a:custGeom>
              <a:avLst/>
              <a:pathLst>
                <a:path w="4230" h="6712">
                  <a:moveTo>
                    <a:pt x="4230" y="6537"/>
                  </a:moveTo>
                  <a:lnTo>
                    <a:pt x="3755" y="6712"/>
                  </a:lnTo>
                  <a:lnTo>
                    <a:pt x="2908" y="5931"/>
                  </a:lnTo>
                  <a:lnTo>
                    <a:pt x="921" y="2337"/>
                  </a:lnTo>
                  <a:lnTo>
                    <a:pt x="0" y="2027"/>
                  </a:lnTo>
                  <a:lnTo>
                    <a:pt x="302" y="0"/>
                  </a:lnTo>
                  <a:lnTo>
                    <a:pt x="1004" y="708"/>
                  </a:lnTo>
                  <a:lnTo>
                    <a:pt x="2607" y="3807"/>
                  </a:lnTo>
                  <a:lnTo>
                    <a:pt x="3212" y="53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322052" y="2921150"/>
              <a:ext cx="1379" cy="4932"/>
            </a:xfrm>
            <a:custGeom>
              <a:avLst/>
              <a:pathLst>
                <a:path w="1379" h="4932">
                  <a:moveTo>
                    <a:pt x="1379" y="1731"/>
                  </a:moveTo>
                  <a:lnTo>
                    <a:pt x="479" y="4932"/>
                  </a:lnTo>
                  <a:lnTo>
                    <a:pt x="0" y="4660"/>
                  </a:lnTo>
                  <a:lnTo>
                    <a:pt x="272" y="637"/>
                  </a:lnTo>
                  <a:lnTo>
                    <a:pt x="895" y="0"/>
                  </a:lnTo>
                  <a:lnTo>
                    <a:pt x="1140" y="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282887" y="2916396"/>
              <a:ext cx="5463" cy="16204"/>
            </a:xfrm>
            <a:custGeom>
              <a:avLst/>
              <a:pathLst>
                <a:path w="5463" h="16204">
                  <a:moveTo>
                    <a:pt x="3885" y="1125"/>
                  </a:moveTo>
                  <a:lnTo>
                    <a:pt x="3903" y="1802"/>
                  </a:lnTo>
                  <a:lnTo>
                    <a:pt x="2777" y="3666"/>
                  </a:lnTo>
                  <a:lnTo>
                    <a:pt x="3595" y="4996"/>
                  </a:lnTo>
                  <a:lnTo>
                    <a:pt x="4366" y="2103"/>
                  </a:lnTo>
                  <a:lnTo>
                    <a:pt x="4977" y="4453"/>
                  </a:lnTo>
                  <a:lnTo>
                    <a:pt x="5312" y="8861"/>
                  </a:lnTo>
                  <a:lnTo>
                    <a:pt x="5258" y="9629"/>
                  </a:lnTo>
                  <a:lnTo>
                    <a:pt x="5314" y="10287"/>
                  </a:lnTo>
                  <a:lnTo>
                    <a:pt x="5434" y="11131"/>
                  </a:lnTo>
                  <a:lnTo>
                    <a:pt x="5463" y="12354"/>
                  </a:lnTo>
                  <a:lnTo>
                    <a:pt x="4839" y="16204"/>
                  </a:lnTo>
                  <a:lnTo>
                    <a:pt x="2596" y="15809"/>
                  </a:lnTo>
                  <a:lnTo>
                    <a:pt x="2544" y="12564"/>
                  </a:lnTo>
                  <a:lnTo>
                    <a:pt x="2198" y="11937"/>
                  </a:lnTo>
                  <a:lnTo>
                    <a:pt x="1676" y="7303"/>
                  </a:lnTo>
                  <a:lnTo>
                    <a:pt x="974" y="5810"/>
                  </a:lnTo>
                  <a:lnTo>
                    <a:pt x="0" y="2001"/>
                  </a:lnTo>
                  <a:lnTo>
                    <a:pt x="566" y="1018"/>
                  </a:lnTo>
                  <a:lnTo>
                    <a:pt x="1320" y="1346"/>
                  </a:lnTo>
                  <a:lnTo>
                    <a:pt x="1707" y="887"/>
                  </a:lnTo>
                  <a:lnTo>
                    <a:pt x="2753" y="520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308504" y="2904282"/>
              <a:ext cx="5021" cy="16501"/>
            </a:xfrm>
            <a:custGeom>
              <a:avLst/>
              <a:pathLst>
                <a:path w="5021" h="16501">
                  <a:moveTo>
                    <a:pt x="4946" y="14700"/>
                  </a:moveTo>
                  <a:lnTo>
                    <a:pt x="5021" y="16202"/>
                  </a:lnTo>
                  <a:lnTo>
                    <a:pt x="4261" y="15898"/>
                  </a:lnTo>
                  <a:lnTo>
                    <a:pt x="3138" y="16485"/>
                  </a:lnTo>
                  <a:lnTo>
                    <a:pt x="2734" y="16501"/>
                  </a:lnTo>
                  <a:lnTo>
                    <a:pt x="2985" y="15472"/>
                  </a:lnTo>
                  <a:lnTo>
                    <a:pt x="3765" y="14081"/>
                  </a:lnTo>
                  <a:lnTo>
                    <a:pt x="3804" y="12757"/>
                  </a:lnTo>
                  <a:lnTo>
                    <a:pt x="2839" y="10847"/>
                  </a:lnTo>
                  <a:lnTo>
                    <a:pt x="1717" y="6094"/>
                  </a:lnTo>
                  <a:lnTo>
                    <a:pt x="1191" y="4967"/>
                  </a:lnTo>
                  <a:lnTo>
                    <a:pt x="941" y="3181"/>
                  </a:lnTo>
                  <a:lnTo>
                    <a:pt x="0" y="1265"/>
                  </a:lnTo>
                  <a:lnTo>
                    <a:pt x="196" y="240"/>
                  </a:lnTo>
                  <a:lnTo>
                    <a:pt x="390" y="0"/>
                  </a:lnTo>
                  <a:lnTo>
                    <a:pt x="1027" y="492"/>
                  </a:lnTo>
                  <a:lnTo>
                    <a:pt x="2470" y="7328"/>
                  </a:lnTo>
                  <a:lnTo>
                    <a:pt x="2564" y="79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287861" y="2892891"/>
              <a:ext cx="3324" cy="2656"/>
            </a:xfrm>
            <a:custGeom>
              <a:avLst/>
              <a:pathLst>
                <a:path w="3324" h="2656">
                  <a:moveTo>
                    <a:pt x="2434" y="2043"/>
                  </a:moveTo>
                  <a:lnTo>
                    <a:pt x="1151" y="2656"/>
                  </a:lnTo>
                  <a:lnTo>
                    <a:pt x="235" y="2051"/>
                  </a:lnTo>
                  <a:lnTo>
                    <a:pt x="0" y="1565"/>
                  </a:lnTo>
                  <a:lnTo>
                    <a:pt x="392" y="748"/>
                  </a:lnTo>
                  <a:lnTo>
                    <a:pt x="1256" y="67"/>
                  </a:lnTo>
                  <a:lnTo>
                    <a:pt x="2643" y="0"/>
                  </a:lnTo>
                  <a:lnTo>
                    <a:pt x="3251" y="805"/>
                  </a:lnTo>
                  <a:lnTo>
                    <a:pt x="3324" y="11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277943" y="2889365"/>
              <a:ext cx="7951" cy="27034"/>
            </a:xfrm>
            <a:custGeom>
              <a:avLst/>
              <a:pathLst>
                <a:path w="7951" h="27034">
                  <a:moveTo>
                    <a:pt x="7851" y="14624"/>
                  </a:moveTo>
                  <a:lnTo>
                    <a:pt x="7826" y="18202"/>
                  </a:lnTo>
                  <a:lnTo>
                    <a:pt x="7951" y="20879"/>
                  </a:lnTo>
                  <a:lnTo>
                    <a:pt x="7836" y="21832"/>
                  </a:lnTo>
                  <a:lnTo>
                    <a:pt x="6607" y="23621"/>
                  </a:lnTo>
                  <a:lnTo>
                    <a:pt x="6292" y="24621"/>
                  </a:lnTo>
                  <a:lnTo>
                    <a:pt x="5133" y="25630"/>
                  </a:lnTo>
                  <a:lnTo>
                    <a:pt x="4432" y="27034"/>
                  </a:lnTo>
                  <a:lnTo>
                    <a:pt x="4081" y="24753"/>
                  </a:lnTo>
                  <a:lnTo>
                    <a:pt x="3401" y="23343"/>
                  </a:lnTo>
                  <a:lnTo>
                    <a:pt x="3287" y="20946"/>
                  </a:lnTo>
                  <a:lnTo>
                    <a:pt x="2767" y="21756"/>
                  </a:lnTo>
                  <a:lnTo>
                    <a:pt x="2017" y="21262"/>
                  </a:lnTo>
                  <a:lnTo>
                    <a:pt x="781" y="19447"/>
                  </a:lnTo>
                  <a:lnTo>
                    <a:pt x="0" y="16983"/>
                  </a:lnTo>
                  <a:lnTo>
                    <a:pt x="1094" y="16556"/>
                  </a:lnTo>
                  <a:lnTo>
                    <a:pt x="1320" y="18087"/>
                  </a:lnTo>
                  <a:lnTo>
                    <a:pt x="2186" y="16208"/>
                  </a:lnTo>
                  <a:lnTo>
                    <a:pt x="1989" y="15218"/>
                  </a:lnTo>
                  <a:lnTo>
                    <a:pt x="1833" y="15092"/>
                  </a:lnTo>
                  <a:lnTo>
                    <a:pt x="1549" y="13250"/>
                  </a:lnTo>
                  <a:lnTo>
                    <a:pt x="2852" y="8429"/>
                  </a:lnTo>
                  <a:lnTo>
                    <a:pt x="3133" y="5318"/>
                  </a:lnTo>
                  <a:lnTo>
                    <a:pt x="2542" y="327"/>
                  </a:lnTo>
                  <a:lnTo>
                    <a:pt x="3094" y="0"/>
                  </a:lnTo>
                  <a:lnTo>
                    <a:pt x="4564" y="1750"/>
                  </a:lnTo>
                  <a:lnTo>
                    <a:pt x="5223" y="3472"/>
                  </a:lnTo>
                  <a:lnTo>
                    <a:pt x="5245" y="5837"/>
                  </a:lnTo>
                  <a:lnTo>
                    <a:pt x="5863" y="7668"/>
                  </a:lnTo>
                  <a:lnTo>
                    <a:pt x="6758" y="120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296732" y="2878652"/>
              <a:ext cx="7559" cy="27051"/>
            </a:xfrm>
            <a:custGeom>
              <a:avLst/>
              <a:pathLst>
                <a:path w="7559" h="27051">
                  <a:moveTo>
                    <a:pt x="1497" y="2289"/>
                  </a:moveTo>
                  <a:lnTo>
                    <a:pt x="3366" y="5622"/>
                  </a:lnTo>
                  <a:lnTo>
                    <a:pt x="4960" y="6880"/>
                  </a:lnTo>
                  <a:lnTo>
                    <a:pt x="6684" y="11053"/>
                  </a:lnTo>
                  <a:lnTo>
                    <a:pt x="7427" y="12539"/>
                  </a:lnTo>
                  <a:lnTo>
                    <a:pt x="7559" y="13892"/>
                  </a:lnTo>
                  <a:lnTo>
                    <a:pt x="7269" y="20071"/>
                  </a:lnTo>
                  <a:lnTo>
                    <a:pt x="6881" y="23790"/>
                  </a:lnTo>
                  <a:lnTo>
                    <a:pt x="6939" y="27051"/>
                  </a:lnTo>
                  <a:lnTo>
                    <a:pt x="6534" y="26086"/>
                  </a:lnTo>
                  <a:lnTo>
                    <a:pt x="6125" y="23950"/>
                  </a:lnTo>
                  <a:lnTo>
                    <a:pt x="5454" y="22723"/>
                  </a:lnTo>
                  <a:lnTo>
                    <a:pt x="5231" y="22079"/>
                  </a:lnTo>
                  <a:lnTo>
                    <a:pt x="6437" y="21938"/>
                  </a:lnTo>
                  <a:lnTo>
                    <a:pt x="6544" y="18576"/>
                  </a:lnTo>
                  <a:lnTo>
                    <a:pt x="7132" y="15924"/>
                  </a:lnTo>
                  <a:lnTo>
                    <a:pt x="7043" y="13165"/>
                  </a:lnTo>
                  <a:lnTo>
                    <a:pt x="5636" y="10128"/>
                  </a:lnTo>
                  <a:lnTo>
                    <a:pt x="4671" y="7455"/>
                  </a:lnTo>
                  <a:lnTo>
                    <a:pt x="3188" y="6599"/>
                  </a:lnTo>
                  <a:lnTo>
                    <a:pt x="1816" y="3937"/>
                  </a:lnTo>
                  <a:lnTo>
                    <a:pt x="998" y="3609"/>
                  </a:lnTo>
                  <a:lnTo>
                    <a:pt x="0" y="4078"/>
                  </a:lnTo>
                  <a:lnTo>
                    <a:pt x="360" y="2491"/>
                  </a:lnTo>
                  <a:lnTo>
                    <a:pt x="609" y="392"/>
                  </a:lnTo>
                  <a:lnTo>
                    <a:pt x="79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271693" y="2842216"/>
              <a:ext cx="12072" cy="8783"/>
            </a:xfrm>
            <a:custGeom>
              <a:avLst/>
              <a:pathLst>
                <a:path w="12072" h="8783">
                  <a:moveTo>
                    <a:pt x="5595" y="2035"/>
                  </a:moveTo>
                  <a:lnTo>
                    <a:pt x="6971" y="2954"/>
                  </a:lnTo>
                  <a:lnTo>
                    <a:pt x="7708" y="2829"/>
                  </a:lnTo>
                  <a:lnTo>
                    <a:pt x="8150" y="2224"/>
                  </a:lnTo>
                  <a:lnTo>
                    <a:pt x="10185" y="2471"/>
                  </a:lnTo>
                  <a:lnTo>
                    <a:pt x="11829" y="1587"/>
                  </a:lnTo>
                  <a:lnTo>
                    <a:pt x="12072" y="3156"/>
                  </a:lnTo>
                  <a:lnTo>
                    <a:pt x="12031" y="3976"/>
                  </a:lnTo>
                  <a:lnTo>
                    <a:pt x="8536" y="4745"/>
                  </a:lnTo>
                  <a:lnTo>
                    <a:pt x="5330" y="7049"/>
                  </a:lnTo>
                  <a:lnTo>
                    <a:pt x="3573" y="8610"/>
                  </a:lnTo>
                  <a:lnTo>
                    <a:pt x="2747" y="8783"/>
                  </a:lnTo>
                  <a:lnTo>
                    <a:pt x="2117" y="7962"/>
                  </a:lnTo>
                  <a:lnTo>
                    <a:pt x="0" y="3204"/>
                  </a:lnTo>
                  <a:lnTo>
                    <a:pt x="566" y="3679"/>
                  </a:lnTo>
                  <a:lnTo>
                    <a:pt x="2130" y="6368"/>
                  </a:lnTo>
                  <a:lnTo>
                    <a:pt x="3101" y="5878"/>
                  </a:lnTo>
                  <a:lnTo>
                    <a:pt x="4001" y="4100"/>
                  </a:lnTo>
                  <a:lnTo>
                    <a:pt x="4139" y="2757"/>
                  </a:lnTo>
                  <a:lnTo>
                    <a:pt x="4004" y="2121"/>
                  </a:lnTo>
                  <a:lnTo>
                    <a:pt x="441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283525" y="2838016"/>
              <a:ext cx="10281" cy="30867"/>
            </a:xfrm>
            <a:custGeom>
              <a:avLst/>
              <a:pathLst>
                <a:path w="10281" h="30867">
                  <a:moveTo>
                    <a:pt x="8154" y="30609"/>
                  </a:moveTo>
                  <a:lnTo>
                    <a:pt x="7918" y="30867"/>
                  </a:lnTo>
                  <a:lnTo>
                    <a:pt x="6932" y="27908"/>
                  </a:lnTo>
                  <a:lnTo>
                    <a:pt x="6138" y="27048"/>
                  </a:lnTo>
                  <a:lnTo>
                    <a:pt x="7378" y="24956"/>
                  </a:lnTo>
                  <a:lnTo>
                    <a:pt x="7914" y="23158"/>
                  </a:lnTo>
                  <a:lnTo>
                    <a:pt x="7903" y="19237"/>
                  </a:lnTo>
                  <a:lnTo>
                    <a:pt x="8206" y="17088"/>
                  </a:lnTo>
                  <a:lnTo>
                    <a:pt x="8103" y="15229"/>
                  </a:lnTo>
                  <a:lnTo>
                    <a:pt x="8376" y="13330"/>
                  </a:lnTo>
                  <a:lnTo>
                    <a:pt x="8007" y="11197"/>
                  </a:lnTo>
                  <a:lnTo>
                    <a:pt x="6970" y="9506"/>
                  </a:lnTo>
                  <a:lnTo>
                    <a:pt x="4918" y="2780"/>
                  </a:lnTo>
                  <a:lnTo>
                    <a:pt x="1677" y="1147"/>
                  </a:lnTo>
                  <a:lnTo>
                    <a:pt x="0" y="1079"/>
                  </a:lnTo>
                  <a:lnTo>
                    <a:pt x="922" y="0"/>
                  </a:lnTo>
                  <a:lnTo>
                    <a:pt x="1773" y="131"/>
                  </a:lnTo>
                  <a:lnTo>
                    <a:pt x="3084" y="773"/>
                  </a:lnTo>
                  <a:lnTo>
                    <a:pt x="4654" y="1083"/>
                  </a:lnTo>
                  <a:lnTo>
                    <a:pt x="5613" y="3063"/>
                  </a:lnTo>
                  <a:lnTo>
                    <a:pt x="6529" y="5687"/>
                  </a:lnTo>
                  <a:lnTo>
                    <a:pt x="7356" y="6749"/>
                  </a:lnTo>
                  <a:lnTo>
                    <a:pt x="7697" y="7424"/>
                  </a:lnTo>
                  <a:lnTo>
                    <a:pt x="7658" y="8186"/>
                  </a:lnTo>
                  <a:lnTo>
                    <a:pt x="7796" y="8902"/>
                  </a:lnTo>
                  <a:lnTo>
                    <a:pt x="8875" y="10130"/>
                  </a:lnTo>
                  <a:lnTo>
                    <a:pt x="9963" y="12112"/>
                  </a:lnTo>
                  <a:lnTo>
                    <a:pt x="10281" y="17925"/>
                  </a:lnTo>
                  <a:lnTo>
                    <a:pt x="8817" y="20677"/>
                  </a:lnTo>
                  <a:lnTo>
                    <a:pt x="8547" y="290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3347308" y="2296191"/>
              <a:ext cx="43686" cy="80280"/>
            </a:xfrm>
            <a:custGeom>
              <a:avLst/>
              <a:pathLst>
                <a:path w="43686" h="80280">
                  <a:moveTo>
                    <a:pt x="37138" y="12037"/>
                  </a:moveTo>
                  <a:lnTo>
                    <a:pt x="37535" y="11973"/>
                  </a:lnTo>
                  <a:lnTo>
                    <a:pt x="38550" y="11138"/>
                  </a:lnTo>
                  <a:lnTo>
                    <a:pt x="39746" y="10705"/>
                  </a:lnTo>
                  <a:lnTo>
                    <a:pt x="40607" y="11202"/>
                  </a:lnTo>
                  <a:lnTo>
                    <a:pt x="41016" y="11691"/>
                  </a:lnTo>
                  <a:lnTo>
                    <a:pt x="41109" y="12352"/>
                  </a:lnTo>
                  <a:lnTo>
                    <a:pt x="40855" y="14653"/>
                  </a:lnTo>
                  <a:lnTo>
                    <a:pt x="40371" y="17132"/>
                  </a:lnTo>
                  <a:lnTo>
                    <a:pt x="39591" y="19708"/>
                  </a:lnTo>
                  <a:lnTo>
                    <a:pt x="38776" y="22138"/>
                  </a:lnTo>
                  <a:lnTo>
                    <a:pt x="38560" y="23425"/>
                  </a:lnTo>
                  <a:lnTo>
                    <a:pt x="38503" y="25471"/>
                  </a:lnTo>
                  <a:lnTo>
                    <a:pt x="38402" y="27084"/>
                  </a:lnTo>
                  <a:lnTo>
                    <a:pt x="38514" y="27961"/>
                  </a:lnTo>
                  <a:lnTo>
                    <a:pt x="38781" y="28781"/>
                  </a:lnTo>
                  <a:lnTo>
                    <a:pt x="39686" y="29430"/>
                  </a:lnTo>
                  <a:lnTo>
                    <a:pt x="40905" y="31048"/>
                  </a:lnTo>
                  <a:lnTo>
                    <a:pt x="41942" y="33156"/>
                  </a:lnTo>
                  <a:lnTo>
                    <a:pt x="43270" y="35549"/>
                  </a:lnTo>
                  <a:lnTo>
                    <a:pt x="43686" y="36437"/>
                  </a:lnTo>
                  <a:lnTo>
                    <a:pt x="43685" y="37393"/>
                  </a:lnTo>
                  <a:lnTo>
                    <a:pt x="43297" y="38102"/>
                  </a:lnTo>
                  <a:lnTo>
                    <a:pt x="42160" y="38370"/>
                  </a:lnTo>
                  <a:lnTo>
                    <a:pt x="40977" y="38161"/>
                  </a:lnTo>
                  <a:lnTo>
                    <a:pt x="40523" y="37917"/>
                  </a:lnTo>
                  <a:lnTo>
                    <a:pt x="40101" y="38210"/>
                  </a:lnTo>
                  <a:lnTo>
                    <a:pt x="39839" y="38754"/>
                  </a:lnTo>
                  <a:lnTo>
                    <a:pt x="39978" y="39396"/>
                  </a:lnTo>
                  <a:lnTo>
                    <a:pt x="41191" y="42308"/>
                  </a:lnTo>
                  <a:lnTo>
                    <a:pt x="42600" y="46480"/>
                  </a:lnTo>
                  <a:lnTo>
                    <a:pt x="42679" y="48273"/>
                  </a:lnTo>
                  <a:lnTo>
                    <a:pt x="42507" y="49683"/>
                  </a:lnTo>
                  <a:lnTo>
                    <a:pt x="42181" y="50661"/>
                  </a:lnTo>
                  <a:lnTo>
                    <a:pt x="41594" y="50498"/>
                  </a:lnTo>
                  <a:lnTo>
                    <a:pt x="41149" y="49734"/>
                  </a:lnTo>
                  <a:lnTo>
                    <a:pt x="40472" y="49783"/>
                  </a:lnTo>
                  <a:lnTo>
                    <a:pt x="39947" y="50002"/>
                  </a:lnTo>
                  <a:lnTo>
                    <a:pt x="39263" y="51511"/>
                  </a:lnTo>
                  <a:lnTo>
                    <a:pt x="38923" y="51448"/>
                  </a:lnTo>
                  <a:lnTo>
                    <a:pt x="38337" y="51676"/>
                  </a:lnTo>
                  <a:lnTo>
                    <a:pt x="37966" y="51972"/>
                  </a:lnTo>
                  <a:lnTo>
                    <a:pt x="37378" y="51534"/>
                  </a:lnTo>
                  <a:lnTo>
                    <a:pt x="36764" y="51244"/>
                  </a:lnTo>
                  <a:lnTo>
                    <a:pt x="36497" y="51707"/>
                  </a:lnTo>
                  <a:lnTo>
                    <a:pt x="36378" y="52592"/>
                  </a:lnTo>
                  <a:lnTo>
                    <a:pt x="36759" y="54198"/>
                  </a:lnTo>
                  <a:lnTo>
                    <a:pt x="37474" y="56711"/>
                  </a:lnTo>
                  <a:lnTo>
                    <a:pt x="37359" y="58629"/>
                  </a:lnTo>
                  <a:lnTo>
                    <a:pt x="36815" y="58836"/>
                  </a:lnTo>
                  <a:lnTo>
                    <a:pt x="36315" y="57239"/>
                  </a:lnTo>
                  <a:lnTo>
                    <a:pt x="35871" y="56981"/>
                  </a:lnTo>
                  <a:lnTo>
                    <a:pt x="35366" y="57036"/>
                  </a:lnTo>
                  <a:lnTo>
                    <a:pt x="34209" y="58891"/>
                  </a:lnTo>
                  <a:lnTo>
                    <a:pt x="33357" y="60449"/>
                  </a:lnTo>
                  <a:lnTo>
                    <a:pt x="33160" y="61539"/>
                  </a:lnTo>
                  <a:lnTo>
                    <a:pt x="32855" y="62729"/>
                  </a:lnTo>
                  <a:lnTo>
                    <a:pt x="32763" y="63588"/>
                  </a:lnTo>
                  <a:lnTo>
                    <a:pt x="32783" y="66452"/>
                  </a:lnTo>
                  <a:lnTo>
                    <a:pt x="31248" y="66910"/>
                  </a:lnTo>
                  <a:lnTo>
                    <a:pt x="30927" y="67332"/>
                  </a:lnTo>
                  <a:lnTo>
                    <a:pt x="30741" y="68202"/>
                  </a:lnTo>
                  <a:lnTo>
                    <a:pt x="30869" y="71877"/>
                  </a:lnTo>
                  <a:lnTo>
                    <a:pt x="30993" y="73852"/>
                  </a:lnTo>
                  <a:lnTo>
                    <a:pt x="31870" y="76898"/>
                  </a:lnTo>
                  <a:lnTo>
                    <a:pt x="31900" y="77860"/>
                  </a:lnTo>
                  <a:lnTo>
                    <a:pt x="31776" y="78495"/>
                  </a:lnTo>
                  <a:lnTo>
                    <a:pt x="31153" y="79704"/>
                  </a:lnTo>
                  <a:lnTo>
                    <a:pt x="30856" y="80138"/>
                  </a:lnTo>
                  <a:lnTo>
                    <a:pt x="30656" y="80280"/>
                  </a:lnTo>
                  <a:lnTo>
                    <a:pt x="29637" y="79483"/>
                  </a:lnTo>
                  <a:lnTo>
                    <a:pt x="29153" y="79107"/>
                  </a:lnTo>
                  <a:lnTo>
                    <a:pt x="27108" y="76413"/>
                  </a:lnTo>
                  <a:lnTo>
                    <a:pt x="26207" y="74915"/>
                  </a:lnTo>
                  <a:lnTo>
                    <a:pt x="24780" y="72960"/>
                  </a:lnTo>
                  <a:lnTo>
                    <a:pt x="23899" y="71848"/>
                  </a:lnTo>
                  <a:lnTo>
                    <a:pt x="23452" y="70158"/>
                  </a:lnTo>
                  <a:lnTo>
                    <a:pt x="22751" y="69767"/>
                  </a:lnTo>
                  <a:lnTo>
                    <a:pt x="21926" y="70310"/>
                  </a:lnTo>
                  <a:lnTo>
                    <a:pt x="20990" y="69091"/>
                  </a:lnTo>
                  <a:lnTo>
                    <a:pt x="21653" y="68459"/>
                  </a:lnTo>
                  <a:lnTo>
                    <a:pt x="21816" y="67858"/>
                  </a:lnTo>
                  <a:lnTo>
                    <a:pt x="21732" y="67075"/>
                  </a:lnTo>
                  <a:lnTo>
                    <a:pt x="21441" y="66006"/>
                  </a:lnTo>
                  <a:lnTo>
                    <a:pt x="18913" y="61392"/>
                  </a:lnTo>
                  <a:lnTo>
                    <a:pt x="17674" y="58239"/>
                  </a:lnTo>
                  <a:lnTo>
                    <a:pt x="17472" y="57109"/>
                  </a:lnTo>
                  <a:lnTo>
                    <a:pt x="17455" y="54098"/>
                  </a:lnTo>
                  <a:lnTo>
                    <a:pt x="17162" y="53375"/>
                  </a:lnTo>
                  <a:lnTo>
                    <a:pt x="15306" y="52006"/>
                  </a:lnTo>
                  <a:lnTo>
                    <a:pt x="13231" y="48092"/>
                  </a:lnTo>
                  <a:lnTo>
                    <a:pt x="11092" y="44257"/>
                  </a:lnTo>
                  <a:lnTo>
                    <a:pt x="10799" y="43186"/>
                  </a:lnTo>
                  <a:lnTo>
                    <a:pt x="9696" y="40286"/>
                  </a:lnTo>
                  <a:lnTo>
                    <a:pt x="8351" y="37644"/>
                  </a:lnTo>
                  <a:lnTo>
                    <a:pt x="7277" y="35959"/>
                  </a:lnTo>
                  <a:lnTo>
                    <a:pt x="6398" y="34041"/>
                  </a:lnTo>
                  <a:lnTo>
                    <a:pt x="5423" y="31364"/>
                  </a:lnTo>
                  <a:lnTo>
                    <a:pt x="4919" y="27319"/>
                  </a:lnTo>
                  <a:lnTo>
                    <a:pt x="4470" y="23722"/>
                  </a:lnTo>
                  <a:lnTo>
                    <a:pt x="4165" y="22326"/>
                  </a:lnTo>
                  <a:lnTo>
                    <a:pt x="3547" y="21835"/>
                  </a:lnTo>
                  <a:lnTo>
                    <a:pt x="1629" y="17570"/>
                  </a:lnTo>
                  <a:lnTo>
                    <a:pt x="0" y="15091"/>
                  </a:lnTo>
                  <a:lnTo>
                    <a:pt x="15" y="12415"/>
                  </a:lnTo>
                  <a:lnTo>
                    <a:pt x="282" y="7949"/>
                  </a:lnTo>
                  <a:lnTo>
                    <a:pt x="584" y="2884"/>
                  </a:lnTo>
                  <a:lnTo>
                    <a:pt x="979" y="2180"/>
                  </a:lnTo>
                  <a:lnTo>
                    <a:pt x="1722" y="1797"/>
                  </a:lnTo>
                  <a:lnTo>
                    <a:pt x="2572" y="1943"/>
                  </a:lnTo>
                  <a:lnTo>
                    <a:pt x="3312" y="2569"/>
                  </a:lnTo>
                  <a:lnTo>
                    <a:pt x="4777" y="6038"/>
                  </a:lnTo>
                  <a:lnTo>
                    <a:pt x="5614" y="7385"/>
                  </a:lnTo>
                  <a:lnTo>
                    <a:pt x="6322" y="7911"/>
                  </a:lnTo>
                  <a:lnTo>
                    <a:pt x="7135" y="6447"/>
                  </a:lnTo>
                  <a:lnTo>
                    <a:pt x="8140" y="3384"/>
                  </a:lnTo>
                  <a:lnTo>
                    <a:pt x="9016" y="1768"/>
                  </a:lnTo>
                  <a:lnTo>
                    <a:pt x="11970" y="2354"/>
                  </a:lnTo>
                  <a:lnTo>
                    <a:pt x="13422" y="0"/>
                  </a:lnTo>
                  <a:lnTo>
                    <a:pt x="15770" y="3096"/>
                  </a:lnTo>
                  <a:lnTo>
                    <a:pt x="16738" y="3560"/>
                  </a:lnTo>
                  <a:lnTo>
                    <a:pt x="17283" y="3132"/>
                  </a:lnTo>
                  <a:lnTo>
                    <a:pt x="18026" y="3327"/>
                  </a:lnTo>
                  <a:lnTo>
                    <a:pt x="19673" y="4233"/>
                  </a:lnTo>
                  <a:lnTo>
                    <a:pt x="20053" y="4615"/>
                  </a:lnTo>
                  <a:lnTo>
                    <a:pt x="20549" y="4550"/>
                  </a:lnTo>
                  <a:lnTo>
                    <a:pt x="21767" y="3341"/>
                  </a:lnTo>
                  <a:lnTo>
                    <a:pt x="22183" y="3491"/>
                  </a:lnTo>
                  <a:lnTo>
                    <a:pt x="23575" y="5863"/>
                  </a:lnTo>
                  <a:lnTo>
                    <a:pt x="24275" y="5889"/>
                  </a:lnTo>
                  <a:lnTo>
                    <a:pt x="25118" y="4866"/>
                  </a:lnTo>
                  <a:lnTo>
                    <a:pt x="25659" y="3982"/>
                  </a:lnTo>
                  <a:lnTo>
                    <a:pt x="27259" y="4644"/>
                  </a:lnTo>
                  <a:lnTo>
                    <a:pt x="28176" y="4244"/>
                  </a:lnTo>
                  <a:lnTo>
                    <a:pt x="28937" y="4204"/>
                  </a:lnTo>
                  <a:lnTo>
                    <a:pt x="29762" y="4609"/>
                  </a:lnTo>
                  <a:lnTo>
                    <a:pt x="30515" y="5157"/>
                  </a:lnTo>
                  <a:lnTo>
                    <a:pt x="31246" y="5635"/>
                  </a:lnTo>
                  <a:lnTo>
                    <a:pt x="33225" y="5883"/>
                  </a:lnTo>
                  <a:lnTo>
                    <a:pt x="34173" y="7388"/>
                  </a:lnTo>
                  <a:lnTo>
                    <a:pt x="34552" y="8844"/>
                  </a:lnTo>
                  <a:lnTo>
                    <a:pt x="34560" y="9731"/>
                  </a:lnTo>
                  <a:lnTo>
                    <a:pt x="34654" y="10686"/>
                  </a:lnTo>
                  <a:lnTo>
                    <a:pt x="35199" y="11621"/>
                  </a:lnTo>
                  <a:lnTo>
                    <a:pt x="36390" y="121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454632" y="3104602"/>
              <a:ext cx="859" cy="1272"/>
            </a:xfrm>
            <a:custGeom>
              <a:avLst/>
              <a:pathLst>
                <a:path w="859" h="1272">
                  <a:moveTo>
                    <a:pt x="494" y="1235"/>
                  </a:moveTo>
                  <a:lnTo>
                    <a:pt x="323" y="1272"/>
                  </a:lnTo>
                  <a:lnTo>
                    <a:pt x="187" y="1022"/>
                  </a:lnTo>
                  <a:lnTo>
                    <a:pt x="68" y="581"/>
                  </a:lnTo>
                  <a:lnTo>
                    <a:pt x="0" y="138"/>
                  </a:lnTo>
                  <a:lnTo>
                    <a:pt x="113" y="0"/>
                  </a:lnTo>
                  <a:lnTo>
                    <a:pt x="859" y="282"/>
                  </a:lnTo>
                  <a:lnTo>
                    <a:pt x="776" y="608"/>
                  </a:lnTo>
                  <a:lnTo>
                    <a:pt x="650" y="96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3431775" y="1975015"/>
              <a:ext cx="108276" cy="144221"/>
            </a:xfrm>
            <a:custGeom>
              <a:avLst/>
              <a:pathLst>
                <a:path w="108276" h="144221">
                  <a:moveTo>
                    <a:pt x="56468" y="85"/>
                  </a:moveTo>
                  <a:lnTo>
                    <a:pt x="58017" y="2656"/>
                  </a:lnTo>
                  <a:lnTo>
                    <a:pt x="58380" y="2755"/>
                  </a:lnTo>
                  <a:lnTo>
                    <a:pt x="59241" y="1745"/>
                  </a:lnTo>
                  <a:lnTo>
                    <a:pt x="59410" y="1677"/>
                  </a:lnTo>
                  <a:lnTo>
                    <a:pt x="61193" y="1590"/>
                  </a:lnTo>
                  <a:lnTo>
                    <a:pt x="62021" y="2483"/>
                  </a:lnTo>
                  <a:lnTo>
                    <a:pt x="62633" y="4230"/>
                  </a:lnTo>
                  <a:lnTo>
                    <a:pt x="63201" y="5627"/>
                  </a:lnTo>
                  <a:lnTo>
                    <a:pt x="63813" y="6005"/>
                  </a:lnTo>
                  <a:lnTo>
                    <a:pt x="65547" y="4246"/>
                  </a:lnTo>
                  <a:lnTo>
                    <a:pt x="66504" y="3664"/>
                  </a:lnTo>
                  <a:lnTo>
                    <a:pt x="67136" y="3683"/>
                  </a:lnTo>
                  <a:lnTo>
                    <a:pt x="69358" y="5257"/>
                  </a:lnTo>
                  <a:lnTo>
                    <a:pt x="70402" y="6119"/>
                  </a:lnTo>
                  <a:lnTo>
                    <a:pt x="70642" y="6902"/>
                  </a:lnTo>
                  <a:lnTo>
                    <a:pt x="70663" y="7822"/>
                  </a:lnTo>
                  <a:lnTo>
                    <a:pt x="70381" y="9192"/>
                  </a:lnTo>
                  <a:lnTo>
                    <a:pt x="70157" y="10679"/>
                  </a:lnTo>
                  <a:lnTo>
                    <a:pt x="70834" y="12438"/>
                  </a:lnTo>
                  <a:lnTo>
                    <a:pt x="71620" y="13628"/>
                  </a:lnTo>
                  <a:lnTo>
                    <a:pt x="73299" y="11660"/>
                  </a:lnTo>
                  <a:lnTo>
                    <a:pt x="73918" y="11112"/>
                  </a:lnTo>
                  <a:lnTo>
                    <a:pt x="74594" y="11092"/>
                  </a:lnTo>
                  <a:lnTo>
                    <a:pt x="75500" y="10362"/>
                  </a:lnTo>
                  <a:lnTo>
                    <a:pt x="76155" y="9262"/>
                  </a:lnTo>
                  <a:lnTo>
                    <a:pt x="76784" y="8880"/>
                  </a:lnTo>
                  <a:lnTo>
                    <a:pt x="77984" y="9141"/>
                  </a:lnTo>
                  <a:lnTo>
                    <a:pt x="80152" y="8882"/>
                  </a:lnTo>
                  <a:lnTo>
                    <a:pt x="82680" y="10607"/>
                  </a:lnTo>
                  <a:lnTo>
                    <a:pt x="82898" y="11140"/>
                  </a:lnTo>
                  <a:lnTo>
                    <a:pt x="84162" y="13164"/>
                  </a:lnTo>
                  <a:lnTo>
                    <a:pt x="84603" y="14170"/>
                  </a:lnTo>
                  <a:lnTo>
                    <a:pt x="85020" y="14488"/>
                  </a:lnTo>
                  <a:lnTo>
                    <a:pt x="85694" y="15474"/>
                  </a:lnTo>
                  <a:lnTo>
                    <a:pt x="86593" y="16094"/>
                  </a:lnTo>
                  <a:lnTo>
                    <a:pt x="87219" y="15905"/>
                  </a:lnTo>
                  <a:lnTo>
                    <a:pt x="87517" y="16234"/>
                  </a:lnTo>
                  <a:lnTo>
                    <a:pt x="87797" y="17013"/>
                  </a:lnTo>
                  <a:lnTo>
                    <a:pt x="87819" y="18333"/>
                  </a:lnTo>
                  <a:lnTo>
                    <a:pt x="87726" y="22114"/>
                  </a:lnTo>
                  <a:lnTo>
                    <a:pt x="87286" y="23207"/>
                  </a:lnTo>
                  <a:lnTo>
                    <a:pt x="86822" y="24098"/>
                  </a:lnTo>
                  <a:lnTo>
                    <a:pt x="86704" y="24786"/>
                  </a:lnTo>
                  <a:lnTo>
                    <a:pt x="86748" y="25621"/>
                  </a:lnTo>
                  <a:lnTo>
                    <a:pt x="87463" y="27254"/>
                  </a:lnTo>
                  <a:lnTo>
                    <a:pt x="88388" y="29791"/>
                  </a:lnTo>
                  <a:lnTo>
                    <a:pt x="88602" y="31263"/>
                  </a:lnTo>
                  <a:lnTo>
                    <a:pt x="88602" y="32365"/>
                  </a:lnTo>
                  <a:lnTo>
                    <a:pt x="87342" y="35608"/>
                  </a:lnTo>
                  <a:lnTo>
                    <a:pt x="86923" y="36369"/>
                  </a:lnTo>
                  <a:lnTo>
                    <a:pt x="86635" y="37966"/>
                  </a:lnTo>
                  <a:lnTo>
                    <a:pt x="86482" y="39589"/>
                  </a:lnTo>
                  <a:lnTo>
                    <a:pt x="86570" y="40262"/>
                  </a:lnTo>
                  <a:lnTo>
                    <a:pt x="88675" y="42843"/>
                  </a:lnTo>
                  <a:lnTo>
                    <a:pt x="90232" y="44244"/>
                  </a:lnTo>
                  <a:lnTo>
                    <a:pt x="90583" y="44928"/>
                  </a:lnTo>
                  <a:lnTo>
                    <a:pt x="90614" y="45353"/>
                  </a:lnTo>
                  <a:lnTo>
                    <a:pt x="89785" y="48126"/>
                  </a:lnTo>
                  <a:lnTo>
                    <a:pt x="89704" y="48874"/>
                  </a:lnTo>
                  <a:lnTo>
                    <a:pt x="90953" y="50021"/>
                  </a:lnTo>
                  <a:lnTo>
                    <a:pt x="91643" y="51833"/>
                  </a:lnTo>
                  <a:lnTo>
                    <a:pt x="92251" y="54786"/>
                  </a:lnTo>
                  <a:lnTo>
                    <a:pt x="93438" y="57616"/>
                  </a:lnTo>
                  <a:lnTo>
                    <a:pt x="95991" y="60121"/>
                  </a:lnTo>
                  <a:lnTo>
                    <a:pt x="97848" y="61754"/>
                  </a:lnTo>
                  <a:lnTo>
                    <a:pt x="98234" y="62498"/>
                  </a:lnTo>
                  <a:lnTo>
                    <a:pt x="98368" y="63383"/>
                  </a:lnTo>
                  <a:lnTo>
                    <a:pt x="98226" y="65326"/>
                  </a:lnTo>
                  <a:lnTo>
                    <a:pt x="97746" y="67691"/>
                  </a:lnTo>
                  <a:lnTo>
                    <a:pt x="97419" y="69007"/>
                  </a:lnTo>
                  <a:lnTo>
                    <a:pt x="98175" y="69554"/>
                  </a:lnTo>
                  <a:lnTo>
                    <a:pt x="100122" y="69408"/>
                  </a:lnTo>
                  <a:lnTo>
                    <a:pt x="102486" y="69870"/>
                  </a:lnTo>
                  <a:lnTo>
                    <a:pt x="105322" y="72480"/>
                  </a:lnTo>
                  <a:lnTo>
                    <a:pt x="105331" y="73650"/>
                  </a:lnTo>
                  <a:lnTo>
                    <a:pt x="105039" y="74715"/>
                  </a:lnTo>
                  <a:lnTo>
                    <a:pt x="105234" y="75839"/>
                  </a:lnTo>
                  <a:lnTo>
                    <a:pt x="105543" y="76792"/>
                  </a:lnTo>
                  <a:lnTo>
                    <a:pt x="107997" y="79713"/>
                  </a:lnTo>
                  <a:lnTo>
                    <a:pt x="108232" y="80561"/>
                  </a:lnTo>
                  <a:lnTo>
                    <a:pt x="108276" y="81979"/>
                  </a:lnTo>
                  <a:lnTo>
                    <a:pt x="108208" y="83017"/>
                  </a:lnTo>
                  <a:lnTo>
                    <a:pt x="107528" y="83236"/>
                  </a:lnTo>
                  <a:lnTo>
                    <a:pt x="106774" y="83724"/>
                  </a:lnTo>
                  <a:lnTo>
                    <a:pt x="105540" y="84967"/>
                  </a:lnTo>
                  <a:lnTo>
                    <a:pt x="105051" y="86732"/>
                  </a:lnTo>
                  <a:lnTo>
                    <a:pt x="103057" y="89162"/>
                  </a:lnTo>
                  <a:lnTo>
                    <a:pt x="101823" y="90261"/>
                  </a:lnTo>
                  <a:lnTo>
                    <a:pt x="100840" y="90312"/>
                  </a:lnTo>
                  <a:lnTo>
                    <a:pt x="98504" y="89817"/>
                  </a:lnTo>
                  <a:lnTo>
                    <a:pt x="97683" y="88615"/>
                  </a:lnTo>
                  <a:lnTo>
                    <a:pt x="97343" y="87513"/>
                  </a:lnTo>
                  <a:lnTo>
                    <a:pt x="96443" y="87018"/>
                  </a:lnTo>
                  <a:lnTo>
                    <a:pt x="95248" y="86971"/>
                  </a:lnTo>
                  <a:lnTo>
                    <a:pt x="93600" y="87162"/>
                  </a:lnTo>
                  <a:lnTo>
                    <a:pt x="93265" y="87494"/>
                  </a:lnTo>
                  <a:lnTo>
                    <a:pt x="92994" y="88849"/>
                  </a:lnTo>
                  <a:lnTo>
                    <a:pt x="92295" y="91156"/>
                  </a:lnTo>
                  <a:lnTo>
                    <a:pt x="91793" y="92461"/>
                  </a:lnTo>
                  <a:lnTo>
                    <a:pt x="92206" y="93256"/>
                  </a:lnTo>
                  <a:lnTo>
                    <a:pt x="92864" y="94921"/>
                  </a:lnTo>
                  <a:lnTo>
                    <a:pt x="93883" y="97038"/>
                  </a:lnTo>
                  <a:lnTo>
                    <a:pt x="94932" y="98917"/>
                  </a:lnTo>
                  <a:lnTo>
                    <a:pt x="95269" y="100070"/>
                  </a:lnTo>
                  <a:lnTo>
                    <a:pt x="95253" y="100890"/>
                  </a:lnTo>
                  <a:lnTo>
                    <a:pt x="94753" y="101857"/>
                  </a:lnTo>
                  <a:lnTo>
                    <a:pt x="94830" y="103799"/>
                  </a:lnTo>
                  <a:lnTo>
                    <a:pt x="95849" y="106365"/>
                  </a:lnTo>
                  <a:lnTo>
                    <a:pt x="95504" y="106770"/>
                  </a:lnTo>
                  <a:lnTo>
                    <a:pt x="95402" y="109915"/>
                  </a:lnTo>
                  <a:lnTo>
                    <a:pt x="95411" y="113276"/>
                  </a:lnTo>
                  <a:lnTo>
                    <a:pt x="95686" y="114088"/>
                  </a:lnTo>
                  <a:lnTo>
                    <a:pt x="96235" y="114756"/>
                  </a:lnTo>
                  <a:lnTo>
                    <a:pt x="96697" y="115984"/>
                  </a:lnTo>
                  <a:lnTo>
                    <a:pt x="97469" y="118786"/>
                  </a:lnTo>
                  <a:lnTo>
                    <a:pt x="97523" y="119517"/>
                  </a:lnTo>
                  <a:lnTo>
                    <a:pt x="95370" y="119310"/>
                  </a:lnTo>
                  <a:lnTo>
                    <a:pt x="92784" y="119390"/>
                  </a:lnTo>
                  <a:lnTo>
                    <a:pt x="91330" y="121019"/>
                  </a:lnTo>
                  <a:lnTo>
                    <a:pt x="90768" y="120644"/>
                  </a:lnTo>
                  <a:lnTo>
                    <a:pt x="89755" y="120230"/>
                  </a:lnTo>
                  <a:lnTo>
                    <a:pt x="88635" y="121139"/>
                  </a:lnTo>
                  <a:lnTo>
                    <a:pt x="87103" y="123891"/>
                  </a:lnTo>
                  <a:lnTo>
                    <a:pt x="86076" y="125602"/>
                  </a:lnTo>
                  <a:lnTo>
                    <a:pt x="85077" y="127997"/>
                  </a:lnTo>
                  <a:lnTo>
                    <a:pt x="84761" y="129298"/>
                  </a:lnTo>
                  <a:lnTo>
                    <a:pt x="84130" y="131695"/>
                  </a:lnTo>
                  <a:lnTo>
                    <a:pt x="83552" y="134432"/>
                  </a:lnTo>
                  <a:lnTo>
                    <a:pt x="83867" y="136348"/>
                  </a:lnTo>
                  <a:lnTo>
                    <a:pt x="84339" y="138128"/>
                  </a:lnTo>
                  <a:lnTo>
                    <a:pt x="84446" y="140046"/>
                  </a:lnTo>
                  <a:lnTo>
                    <a:pt x="84682" y="141551"/>
                  </a:lnTo>
                  <a:lnTo>
                    <a:pt x="84051" y="142646"/>
                  </a:lnTo>
                  <a:lnTo>
                    <a:pt x="83683" y="144221"/>
                  </a:lnTo>
                  <a:lnTo>
                    <a:pt x="82604" y="143947"/>
                  </a:lnTo>
                  <a:lnTo>
                    <a:pt x="81285" y="142434"/>
                  </a:lnTo>
                  <a:lnTo>
                    <a:pt x="81008" y="140245"/>
                  </a:lnTo>
                  <a:lnTo>
                    <a:pt x="79992" y="138720"/>
                  </a:lnTo>
                  <a:lnTo>
                    <a:pt x="79325" y="137932"/>
                  </a:lnTo>
                  <a:lnTo>
                    <a:pt x="78224" y="137809"/>
                  </a:lnTo>
                  <a:lnTo>
                    <a:pt x="76464" y="138519"/>
                  </a:lnTo>
                  <a:lnTo>
                    <a:pt x="74161" y="139065"/>
                  </a:lnTo>
                  <a:lnTo>
                    <a:pt x="72425" y="139212"/>
                  </a:lnTo>
                  <a:lnTo>
                    <a:pt x="71477" y="139987"/>
                  </a:lnTo>
                  <a:lnTo>
                    <a:pt x="70078" y="140748"/>
                  </a:lnTo>
                  <a:lnTo>
                    <a:pt x="69537" y="139848"/>
                  </a:lnTo>
                  <a:lnTo>
                    <a:pt x="68761" y="137367"/>
                  </a:lnTo>
                  <a:lnTo>
                    <a:pt x="68122" y="134896"/>
                  </a:lnTo>
                  <a:lnTo>
                    <a:pt x="67684" y="133813"/>
                  </a:lnTo>
                  <a:lnTo>
                    <a:pt x="67303" y="133510"/>
                  </a:lnTo>
                  <a:lnTo>
                    <a:pt x="66834" y="133572"/>
                  </a:lnTo>
                  <a:lnTo>
                    <a:pt x="66293" y="134355"/>
                  </a:lnTo>
                  <a:lnTo>
                    <a:pt x="65891" y="135158"/>
                  </a:lnTo>
                  <a:lnTo>
                    <a:pt x="65321" y="135442"/>
                  </a:lnTo>
                  <a:lnTo>
                    <a:pt x="64435" y="136091"/>
                  </a:lnTo>
                  <a:lnTo>
                    <a:pt x="63796" y="136973"/>
                  </a:lnTo>
                  <a:lnTo>
                    <a:pt x="63092" y="139246"/>
                  </a:lnTo>
                  <a:lnTo>
                    <a:pt x="62626" y="139085"/>
                  </a:lnTo>
                  <a:lnTo>
                    <a:pt x="62144" y="138563"/>
                  </a:lnTo>
                  <a:lnTo>
                    <a:pt x="61591" y="136019"/>
                  </a:lnTo>
                  <a:lnTo>
                    <a:pt x="60830" y="135433"/>
                  </a:lnTo>
                  <a:lnTo>
                    <a:pt x="59610" y="135399"/>
                  </a:lnTo>
                  <a:lnTo>
                    <a:pt x="58100" y="134860"/>
                  </a:lnTo>
                  <a:lnTo>
                    <a:pt x="56875" y="134091"/>
                  </a:lnTo>
                  <a:lnTo>
                    <a:pt x="56429" y="134275"/>
                  </a:lnTo>
                  <a:lnTo>
                    <a:pt x="55700" y="135357"/>
                  </a:lnTo>
                  <a:lnTo>
                    <a:pt x="54910" y="135513"/>
                  </a:lnTo>
                  <a:lnTo>
                    <a:pt x="53183" y="134549"/>
                  </a:lnTo>
                  <a:lnTo>
                    <a:pt x="52844" y="134990"/>
                  </a:lnTo>
                  <a:lnTo>
                    <a:pt x="52391" y="136417"/>
                  </a:lnTo>
                  <a:lnTo>
                    <a:pt x="51851" y="137794"/>
                  </a:lnTo>
                  <a:lnTo>
                    <a:pt x="51382" y="137929"/>
                  </a:lnTo>
                  <a:lnTo>
                    <a:pt x="51118" y="137576"/>
                  </a:lnTo>
                  <a:lnTo>
                    <a:pt x="51265" y="135139"/>
                  </a:lnTo>
                  <a:lnTo>
                    <a:pt x="50262" y="134276"/>
                  </a:lnTo>
                  <a:lnTo>
                    <a:pt x="48570" y="134143"/>
                  </a:lnTo>
                  <a:lnTo>
                    <a:pt x="47381" y="134497"/>
                  </a:lnTo>
                  <a:lnTo>
                    <a:pt x="46798" y="134400"/>
                  </a:lnTo>
                  <a:lnTo>
                    <a:pt x="46500" y="133922"/>
                  </a:lnTo>
                  <a:lnTo>
                    <a:pt x="45045" y="129831"/>
                  </a:lnTo>
                  <a:lnTo>
                    <a:pt x="44275" y="129571"/>
                  </a:lnTo>
                  <a:lnTo>
                    <a:pt x="42897" y="129773"/>
                  </a:lnTo>
                  <a:lnTo>
                    <a:pt x="40860" y="129280"/>
                  </a:lnTo>
                  <a:lnTo>
                    <a:pt x="38515" y="128358"/>
                  </a:lnTo>
                  <a:lnTo>
                    <a:pt x="37226" y="128017"/>
                  </a:lnTo>
                  <a:lnTo>
                    <a:pt x="36555" y="127101"/>
                  </a:lnTo>
                  <a:lnTo>
                    <a:pt x="35110" y="126788"/>
                  </a:lnTo>
                  <a:lnTo>
                    <a:pt x="31229" y="125059"/>
                  </a:lnTo>
                  <a:lnTo>
                    <a:pt x="29645" y="124755"/>
                  </a:lnTo>
                  <a:lnTo>
                    <a:pt x="27311" y="124727"/>
                  </a:lnTo>
                  <a:lnTo>
                    <a:pt x="23756" y="124344"/>
                  </a:lnTo>
                  <a:lnTo>
                    <a:pt x="21479" y="124557"/>
                  </a:lnTo>
                  <a:lnTo>
                    <a:pt x="20425" y="125130"/>
                  </a:lnTo>
                  <a:lnTo>
                    <a:pt x="19205" y="125485"/>
                  </a:lnTo>
                  <a:lnTo>
                    <a:pt x="17147" y="125805"/>
                  </a:lnTo>
                  <a:lnTo>
                    <a:pt x="16309" y="125769"/>
                  </a:lnTo>
                  <a:lnTo>
                    <a:pt x="14990" y="125960"/>
                  </a:lnTo>
                  <a:lnTo>
                    <a:pt x="13476" y="126418"/>
                  </a:lnTo>
                  <a:lnTo>
                    <a:pt x="13043" y="127278"/>
                  </a:lnTo>
                  <a:lnTo>
                    <a:pt x="12547" y="129161"/>
                  </a:lnTo>
                  <a:lnTo>
                    <a:pt x="10807" y="132413"/>
                  </a:lnTo>
                  <a:lnTo>
                    <a:pt x="9120" y="134580"/>
                  </a:lnTo>
                  <a:lnTo>
                    <a:pt x="8812" y="134765"/>
                  </a:lnTo>
                  <a:lnTo>
                    <a:pt x="7825" y="133615"/>
                  </a:lnTo>
                  <a:lnTo>
                    <a:pt x="7001" y="133227"/>
                  </a:lnTo>
                  <a:lnTo>
                    <a:pt x="6038" y="133103"/>
                  </a:lnTo>
                  <a:lnTo>
                    <a:pt x="5355" y="133471"/>
                  </a:lnTo>
                  <a:lnTo>
                    <a:pt x="4922" y="134013"/>
                  </a:lnTo>
                  <a:lnTo>
                    <a:pt x="4981" y="136528"/>
                  </a:lnTo>
                  <a:lnTo>
                    <a:pt x="4884" y="136749"/>
                  </a:lnTo>
                  <a:lnTo>
                    <a:pt x="4139" y="133765"/>
                  </a:lnTo>
                  <a:lnTo>
                    <a:pt x="4198" y="131066"/>
                  </a:lnTo>
                  <a:lnTo>
                    <a:pt x="4613" y="129525"/>
                  </a:lnTo>
                  <a:lnTo>
                    <a:pt x="5116" y="128138"/>
                  </a:lnTo>
                  <a:lnTo>
                    <a:pt x="4909" y="126056"/>
                  </a:lnTo>
                  <a:lnTo>
                    <a:pt x="5404" y="123302"/>
                  </a:lnTo>
                  <a:lnTo>
                    <a:pt x="5420" y="121311"/>
                  </a:lnTo>
                  <a:lnTo>
                    <a:pt x="5203" y="120448"/>
                  </a:lnTo>
                  <a:lnTo>
                    <a:pt x="4801" y="119458"/>
                  </a:lnTo>
                  <a:lnTo>
                    <a:pt x="3702" y="118356"/>
                  </a:lnTo>
                  <a:lnTo>
                    <a:pt x="3217" y="117494"/>
                  </a:lnTo>
                  <a:lnTo>
                    <a:pt x="1726" y="116345"/>
                  </a:lnTo>
                  <a:lnTo>
                    <a:pt x="248" y="114912"/>
                  </a:lnTo>
                  <a:lnTo>
                    <a:pt x="0" y="114035"/>
                  </a:lnTo>
                  <a:lnTo>
                    <a:pt x="69" y="113433"/>
                  </a:lnTo>
                  <a:lnTo>
                    <a:pt x="329" y="112520"/>
                  </a:lnTo>
                  <a:lnTo>
                    <a:pt x="1456" y="109846"/>
                  </a:lnTo>
                  <a:lnTo>
                    <a:pt x="2678" y="107250"/>
                  </a:lnTo>
                  <a:lnTo>
                    <a:pt x="3457" y="106206"/>
                  </a:lnTo>
                  <a:lnTo>
                    <a:pt x="7603" y="102877"/>
                  </a:lnTo>
                  <a:lnTo>
                    <a:pt x="8246" y="101713"/>
                  </a:lnTo>
                  <a:lnTo>
                    <a:pt x="8406" y="99743"/>
                  </a:lnTo>
                  <a:lnTo>
                    <a:pt x="8416" y="98311"/>
                  </a:lnTo>
                  <a:lnTo>
                    <a:pt x="8338" y="95766"/>
                  </a:lnTo>
                  <a:lnTo>
                    <a:pt x="8085" y="92141"/>
                  </a:lnTo>
                  <a:lnTo>
                    <a:pt x="7768" y="89642"/>
                  </a:lnTo>
                  <a:lnTo>
                    <a:pt x="6974" y="84949"/>
                  </a:lnTo>
                  <a:lnTo>
                    <a:pt x="4812" y="75249"/>
                  </a:lnTo>
                  <a:lnTo>
                    <a:pt x="3515" y="65185"/>
                  </a:lnTo>
                  <a:lnTo>
                    <a:pt x="4360" y="65775"/>
                  </a:lnTo>
                  <a:lnTo>
                    <a:pt x="6343" y="65999"/>
                  </a:lnTo>
                  <a:lnTo>
                    <a:pt x="7919" y="65306"/>
                  </a:lnTo>
                  <a:lnTo>
                    <a:pt x="8736" y="65209"/>
                  </a:lnTo>
                  <a:lnTo>
                    <a:pt x="9463" y="65426"/>
                  </a:lnTo>
                  <a:lnTo>
                    <a:pt x="10547" y="65031"/>
                  </a:lnTo>
                  <a:lnTo>
                    <a:pt x="11539" y="64870"/>
                  </a:lnTo>
                  <a:lnTo>
                    <a:pt x="12054" y="65771"/>
                  </a:lnTo>
                  <a:lnTo>
                    <a:pt x="12977" y="66569"/>
                  </a:lnTo>
                  <a:lnTo>
                    <a:pt x="14800" y="65420"/>
                  </a:lnTo>
                  <a:lnTo>
                    <a:pt x="16415" y="64002"/>
                  </a:lnTo>
                  <a:lnTo>
                    <a:pt x="18090" y="64155"/>
                  </a:lnTo>
                  <a:lnTo>
                    <a:pt x="18329" y="63458"/>
                  </a:lnTo>
                  <a:lnTo>
                    <a:pt x="18743" y="59890"/>
                  </a:lnTo>
                  <a:lnTo>
                    <a:pt x="19241" y="59116"/>
                  </a:lnTo>
                  <a:lnTo>
                    <a:pt x="21245" y="59474"/>
                  </a:lnTo>
                  <a:lnTo>
                    <a:pt x="21987" y="58828"/>
                  </a:lnTo>
                  <a:lnTo>
                    <a:pt x="22760" y="57075"/>
                  </a:lnTo>
                  <a:lnTo>
                    <a:pt x="23944" y="55981"/>
                  </a:lnTo>
                  <a:lnTo>
                    <a:pt x="24930" y="55983"/>
                  </a:lnTo>
                  <a:lnTo>
                    <a:pt x="25958" y="54755"/>
                  </a:lnTo>
                  <a:lnTo>
                    <a:pt x="26464" y="55577"/>
                  </a:lnTo>
                  <a:lnTo>
                    <a:pt x="26710" y="57049"/>
                  </a:lnTo>
                  <a:lnTo>
                    <a:pt x="26370" y="58228"/>
                  </a:lnTo>
                  <a:lnTo>
                    <a:pt x="26517" y="58689"/>
                  </a:lnTo>
                  <a:lnTo>
                    <a:pt x="27229" y="59272"/>
                  </a:lnTo>
                  <a:lnTo>
                    <a:pt x="28450" y="59255"/>
                  </a:lnTo>
                  <a:lnTo>
                    <a:pt x="29230" y="58767"/>
                  </a:lnTo>
                  <a:lnTo>
                    <a:pt x="29412" y="58093"/>
                  </a:lnTo>
                  <a:lnTo>
                    <a:pt x="29409" y="56870"/>
                  </a:lnTo>
                  <a:lnTo>
                    <a:pt x="29218" y="55733"/>
                  </a:lnTo>
                  <a:lnTo>
                    <a:pt x="28700" y="54749"/>
                  </a:lnTo>
                  <a:lnTo>
                    <a:pt x="27727" y="54243"/>
                  </a:lnTo>
                  <a:lnTo>
                    <a:pt x="27053" y="54225"/>
                  </a:lnTo>
                  <a:lnTo>
                    <a:pt x="26938" y="53600"/>
                  </a:lnTo>
                  <a:lnTo>
                    <a:pt x="27167" y="52264"/>
                  </a:lnTo>
                  <a:lnTo>
                    <a:pt x="27766" y="49802"/>
                  </a:lnTo>
                  <a:lnTo>
                    <a:pt x="28502" y="47574"/>
                  </a:lnTo>
                  <a:lnTo>
                    <a:pt x="28953" y="46733"/>
                  </a:lnTo>
                  <a:lnTo>
                    <a:pt x="29030" y="45961"/>
                  </a:lnTo>
                  <a:lnTo>
                    <a:pt x="28943" y="44612"/>
                  </a:lnTo>
                  <a:lnTo>
                    <a:pt x="28926" y="42193"/>
                  </a:lnTo>
                  <a:lnTo>
                    <a:pt x="29589" y="38784"/>
                  </a:lnTo>
                  <a:lnTo>
                    <a:pt x="30480" y="36242"/>
                  </a:lnTo>
                  <a:lnTo>
                    <a:pt x="31674" y="35418"/>
                  </a:lnTo>
                  <a:lnTo>
                    <a:pt x="33133" y="34971"/>
                  </a:lnTo>
                  <a:lnTo>
                    <a:pt x="34067" y="33760"/>
                  </a:lnTo>
                  <a:lnTo>
                    <a:pt x="34528" y="32368"/>
                  </a:lnTo>
                  <a:lnTo>
                    <a:pt x="34703" y="31193"/>
                  </a:lnTo>
                  <a:lnTo>
                    <a:pt x="34925" y="30178"/>
                  </a:lnTo>
                  <a:lnTo>
                    <a:pt x="35391" y="29732"/>
                  </a:lnTo>
                  <a:lnTo>
                    <a:pt x="38904" y="30010"/>
                  </a:lnTo>
                  <a:lnTo>
                    <a:pt x="39441" y="27823"/>
                  </a:lnTo>
                  <a:lnTo>
                    <a:pt x="39742" y="27211"/>
                  </a:lnTo>
                  <a:lnTo>
                    <a:pt x="40417" y="26565"/>
                  </a:lnTo>
                  <a:lnTo>
                    <a:pt x="40886" y="25787"/>
                  </a:lnTo>
                  <a:lnTo>
                    <a:pt x="40709" y="25188"/>
                  </a:lnTo>
                  <a:lnTo>
                    <a:pt x="39813" y="24802"/>
                  </a:lnTo>
                  <a:lnTo>
                    <a:pt x="37702" y="24460"/>
                  </a:lnTo>
                  <a:lnTo>
                    <a:pt x="37274" y="23737"/>
                  </a:lnTo>
                  <a:lnTo>
                    <a:pt x="37409" y="22867"/>
                  </a:lnTo>
                  <a:lnTo>
                    <a:pt x="37974" y="20615"/>
                  </a:lnTo>
                  <a:lnTo>
                    <a:pt x="38512" y="17709"/>
                  </a:lnTo>
                  <a:lnTo>
                    <a:pt x="38787" y="15458"/>
                  </a:lnTo>
                  <a:lnTo>
                    <a:pt x="38818" y="14132"/>
                  </a:lnTo>
                  <a:lnTo>
                    <a:pt x="39120" y="13774"/>
                  </a:lnTo>
                  <a:lnTo>
                    <a:pt x="40843" y="13350"/>
                  </a:lnTo>
                  <a:lnTo>
                    <a:pt x="41417" y="12900"/>
                  </a:lnTo>
                  <a:lnTo>
                    <a:pt x="42900" y="9835"/>
                  </a:lnTo>
                  <a:lnTo>
                    <a:pt x="44030" y="9314"/>
                  </a:lnTo>
                  <a:lnTo>
                    <a:pt x="46944" y="10102"/>
                  </a:lnTo>
                  <a:lnTo>
                    <a:pt x="48283" y="10042"/>
                  </a:lnTo>
                  <a:lnTo>
                    <a:pt x="48647" y="10114"/>
                  </a:lnTo>
                  <a:lnTo>
                    <a:pt x="49982" y="10254"/>
                  </a:lnTo>
                  <a:lnTo>
                    <a:pt x="50127" y="9946"/>
                  </a:lnTo>
                  <a:lnTo>
                    <a:pt x="50726" y="6916"/>
                  </a:lnTo>
                  <a:lnTo>
                    <a:pt x="51316" y="6035"/>
                  </a:lnTo>
                  <a:lnTo>
                    <a:pt x="53611" y="2057"/>
                  </a:lnTo>
                  <a:lnTo>
                    <a:pt x="55152" y="369"/>
                  </a:lnTo>
                  <a:lnTo>
                    <a:pt x="561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2170071" y="3115594"/>
              <a:ext cx="1660" cy="7779"/>
            </a:xfrm>
            <a:custGeom>
              <a:avLst/>
              <a:pathLst>
                <a:path w="1660" h="7779">
                  <a:moveTo>
                    <a:pt x="930" y="3647"/>
                  </a:moveTo>
                  <a:lnTo>
                    <a:pt x="55" y="7779"/>
                  </a:lnTo>
                  <a:lnTo>
                    <a:pt x="0" y="6599"/>
                  </a:lnTo>
                  <a:lnTo>
                    <a:pt x="363" y="3540"/>
                  </a:lnTo>
                  <a:lnTo>
                    <a:pt x="856" y="2467"/>
                  </a:lnTo>
                  <a:lnTo>
                    <a:pt x="1162" y="1336"/>
                  </a:lnTo>
                  <a:lnTo>
                    <a:pt x="1231" y="0"/>
                  </a:lnTo>
                  <a:lnTo>
                    <a:pt x="1660" y="652"/>
                  </a:lnTo>
                  <a:lnTo>
                    <a:pt x="1552" y="197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2169353" y="3097609"/>
              <a:ext cx="1698" cy="7345"/>
            </a:xfrm>
            <a:custGeom>
              <a:avLst/>
              <a:pathLst>
                <a:path w="1698" h="7345">
                  <a:moveTo>
                    <a:pt x="539" y="6795"/>
                  </a:moveTo>
                  <a:lnTo>
                    <a:pt x="0" y="7345"/>
                  </a:lnTo>
                  <a:lnTo>
                    <a:pt x="443" y="5641"/>
                  </a:lnTo>
                  <a:lnTo>
                    <a:pt x="508" y="4546"/>
                  </a:lnTo>
                  <a:lnTo>
                    <a:pt x="1132" y="0"/>
                  </a:lnTo>
                  <a:lnTo>
                    <a:pt x="1580" y="25"/>
                  </a:lnTo>
                  <a:lnTo>
                    <a:pt x="1698" y="42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2155279" y="3087935"/>
              <a:ext cx="13084" cy="76639"/>
            </a:xfrm>
            <a:custGeom>
              <a:avLst/>
              <a:pathLst>
                <a:path w="13084" h="76639">
                  <a:moveTo>
                    <a:pt x="3900" y="76582"/>
                  </a:moveTo>
                  <a:lnTo>
                    <a:pt x="3410" y="76605"/>
                  </a:lnTo>
                  <a:lnTo>
                    <a:pt x="1407" y="76285"/>
                  </a:lnTo>
                  <a:lnTo>
                    <a:pt x="53" y="76639"/>
                  </a:lnTo>
                  <a:lnTo>
                    <a:pt x="0" y="76469"/>
                  </a:lnTo>
                  <a:lnTo>
                    <a:pt x="112" y="69130"/>
                  </a:lnTo>
                  <a:lnTo>
                    <a:pt x="284" y="57773"/>
                  </a:lnTo>
                  <a:lnTo>
                    <a:pt x="411" y="49445"/>
                  </a:lnTo>
                  <a:lnTo>
                    <a:pt x="535" y="41299"/>
                  </a:lnTo>
                  <a:lnTo>
                    <a:pt x="628" y="35196"/>
                  </a:lnTo>
                  <a:lnTo>
                    <a:pt x="754" y="26891"/>
                  </a:lnTo>
                  <a:lnTo>
                    <a:pt x="863" y="19723"/>
                  </a:lnTo>
                  <a:lnTo>
                    <a:pt x="853" y="17149"/>
                  </a:lnTo>
                  <a:lnTo>
                    <a:pt x="1180" y="15114"/>
                  </a:lnTo>
                  <a:lnTo>
                    <a:pt x="2124" y="14260"/>
                  </a:lnTo>
                  <a:lnTo>
                    <a:pt x="3348" y="16035"/>
                  </a:lnTo>
                  <a:lnTo>
                    <a:pt x="3857" y="16777"/>
                  </a:lnTo>
                  <a:lnTo>
                    <a:pt x="4316" y="16355"/>
                  </a:lnTo>
                  <a:lnTo>
                    <a:pt x="4896" y="15270"/>
                  </a:lnTo>
                  <a:lnTo>
                    <a:pt x="5608" y="12135"/>
                  </a:lnTo>
                  <a:lnTo>
                    <a:pt x="7396" y="5667"/>
                  </a:lnTo>
                  <a:lnTo>
                    <a:pt x="8113" y="1076"/>
                  </a:lnTo>
                  <a:lnTo>
                    <a:pt x="8814" y="164"/>
                  </a:lnTo>
                  <a:lnTo>
                    <a:pt x="9823" y="0"/>
                  </a:lnTo>
                  <a:lnTo>
                    <a:pt x="10695" y="292"/>
                  </a:lnTo>
                  <a:lnTo>
                    <a:pt x="10086" y="3648"/>
                  </a:lnTo>
                  <a:lnTo>
                    <a:pt x="10695" y="4084"/>
                  </a:lnTo>
                  <a:lnTo>
                    <a:pt x="11244" y="3771"/>
                  </a:lnTo>
                  <a:lnTo>
                    <a:pt x="12573" y="3888"/>
                  </a:lnTo>
                  <a:lnTo>
                    <a:pt x="13084" y="7570"/>
                  </a:lnTo>
                  <a:lnTo>
                    <a:pt x="12948" y="10658"/>
                  </a:lnTo>
                  <a:lnTo>
                    <a:pt x="11696" y="18800"/>
                  </a:lnTo>
                  <a:lnTo>
                    <a:pt x="11537" y="21599"/>
                  </a:lnTo>
                  <a:lnTo>
                    <a:pt x="10966" y="25780"/>
                  </a:lnTo>
                  <a:lnTo>
                    <a:pt x="11741" y="28536"/>
                  </a:lnTo>
                  <a:lnTo>
                    <a:pt x="11018" y="32200"/>
                  </a:lnTo>
                  <a:lnTo>
                    <a:pt x="10772" y="34561"/>
                  </a:lnTo>
                  <a:lnTo>
                    <a:pt x="10714" y="38123"/>
                  </a:lnTo>
                  <a:lnTo>
                    <a:pt x="11079" y="44893"/>
                  </a:lnTo>
                  <a:lnTo>
                    <a:pt x="10493" y="54652"/>
                  </a:lnTo>
                  <a:lnTo>
                    <a:pt x="9458" y="58911"/>
                  </a:lnTo>
                  <a:lnTo>
                    <a:pt x="8816" y="60532"/>
                  </a:lnTo>
                  <a:lnTo>
                    <a:pt x="7667" y="64768"/>
                  </a:lnTo>
                  <a:lnTo>
                    <a:pt x="6158" y="66032"/>
                  </a:lnTo>
                  <a:lnTo>
                    <a:pt x="4069" y="72858"/>
                  </a:lnTo>
                  <a:lnTo>
                    <a:pt x="3699" y="7465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432064" y="2677068"/>
              <a:ext cx="2209" cy="3761"/>
            </a:xfrm>
            <a:custGeom>
              <a:avLst/>
              <a:pathLst>
                <a:path w="2209" h="3761">
                  <a:moveTo>
                    <a:pt x="1505" y="2761"/>
                  </a:moveTo>
                  <a:lnTo>
                    <a:pt x="485" y="3761"/>
                  </a:lnTo>
                  <a:lnTo>
                    <a:pt x="201" y="3682"/>
                  </a:lnTo>
                  <a:lnTo>
                    <a:pt x="0" y="3340"/>
                  </a:lnTo>
                  <a:lnTo>
                    <a:pt x="1040" y="2340"/>
                  </a:lnTo>
                  <a:lnTo>
                    <a:pt x="1910" y="0"/>
                  </a:lnTo>
                  <a:lnTo>
                    <a:pt x="2209" y="1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377753" y="3921004"/>
              <a:ext cx="137969" cy="389493"/>
            </a:xfrm>
            <a:custGeom>
              <a:avLst/>
              <a:pathLst>
                <a:path w="137969" h="389493">
                  <a:moveTo>
                    <a:pt x="130428" y="308911"/>
                  </a:moveTo>
                  <a:lnTo>
                    <a:pt x="130653" y="304011"/>
                  </a:lnTo>
                  <a:lnTo>
                    <a:pt x="130424" y="299758"/>
                  </a:lnTo>
                  <a:lnTo>
                    <a:pt x="130196" y="298664"/>
                  </a:lnTo>
                  <a:lnTo>
                    <a:pt x="126857" y="293588"/>
                  </a:lnTo>
                  <a:lnTo>
                    <a:pt x="123826" y="288983"/>
                  </a:lnTo>
                  <a:lnTo>
                    <a:pt x="119858" y="282955"/>
                  </a:lnTo>
                  <a:lnTo>
                    <a:pt x="114745" y="283119"/>
                  </a:lnTo>
                  <a:lnTo>
                    <a:pt x="109447" y="283289"/>
                  </a:lnTo>
                  <a:lnTo>
                    <a:pt x="104403" y="285985"/>
                  </a:lnTo>
                  <a:lnTo>
                    <a:pt x="99439" y="288637"/>
                  </a:lnTo>
                  <a:lnTo>
                    <a:pt x="97085" y="289892"/>
                  </a:lnTo>
                  <a:lnTo>
                    <a:pt x="92364" y="292417"/>
                  </a:lnTo>
                  <a:lnTo>
                    <a:pt x="89581" y="293565"/>
                  </a:lnTo>
                  <a:lnTo>
                    <a:pt x="88854" y="298416"/>
                  </a:lnTo>
                  <a:lnTo>
                    <a:pt x="87763" y="305682"/>
                  </a:lnTo>
                  <a:lnTo>
                    <a:pt x="86686" y="309927"/>
                  </a:lnTo>
                  <a:lnTo>
                    <a:pt x="85439" y="314385"/>
                  </a:lnTo>
                  <a:lnTo>
                    <a:pt x="83682" y="320667"/>
                  </a:lnTo>
                  <a:lnTo>
                    <a:pt x="83680" y="328300"/>
                  </a:lnTo>
                  <a:lnTo>
                    <a:pt x="83678" y="335546"/>
                  </a:lnTo>
                  <a:lnTo>
                    <a:pt x="82443" y="345761"/>
                  </a:lnTo>
                  <a:lnTo>
                    <a:pt x="81394" y="354435"/>
                  </a:lnTo>
                  <a:lnTo>
                    <a:pt x="80382" y="362809"/>
                  </a:lnTo>
                  <a:lnTo>
                    <a:pt x="79683" y="368581"/>
                  </a:lnTo>
                  <a:lnTo>
                    <a:pt x="79428" y="370049"/>
                  </a:lnTo>
                  <a:lnTo>
                    <a:pt x="79265" y="369585"/>
                  </a:lnTo>
                  <a:lnTo>
                    <a:pt x="78365" y="367868"/>
                  </a:lnTo>
                  <a:lnTo>
                    <a:pt x="77564" y="364610"/>
                  </a:lnTo>
                  <a:lnTo>
                    <a:pt x="77243" y="363063"/>
                  </a:lnTo>
                  <a:lnTo>
                    <a:pt x="72430" y="363161"/>
                  </a:lnTo>
                  <a:lnTo>
                    <a:pt x="67796" y="363271"/>
                  </a:lnTo>
                  <a:lnTo>
                    <a:pt x="67323" y="363958"/>
                  </a:lnTo>
                  <a:lnTo>
                    <a:pt x="66657" y="363949"/>
                  </a:lnTo>
                  <a:lnTo>
                    <a:pt x="66168" y="363306"/>
                  </a:lnTo>
                  <a:lnTo>
                    <a:pt x="65687" y="363358"/>
                  </a:lnTo>
                  <a:lnTo>
                    <a:pt x="64998" y="363990"/>
                  </a:lnTo>
                  <a:lnTo>
                    <a:pt x="64380" y="365288"/>
                  </a:lnTo>
                  <a:lnTo>
                    <a:pt x="62612" y="373954"/>
                  </a:lnTo>
                  <a:lnTo>
                    <a:pt x="61735" y="377662"/>
                  </a:lnTo>
                  <a:lnTo>
                    <a:pt x="61084" y="380972"/>
                  </a:lnTo>
                  <a:lnTo>
                    <a:pt x="60613" y="386645"/>
                  </a:lnTo>
                  <a:lnTo>
                    <a:pt x="60415" y="387600"/>
                  </a:lnTo>
                  <a:lnTo>
                    <a:pt x="59862" y="385632"/>
                  </a:lnTo>
                  <a:lnTo>
                    <a:pt x="59050" y="380441"/>
                  </a:lnTo>
                  <a:lnTo>
                    <a:pt x="58684" y="377486"/>
                  </a:lnTo>
                  <a:lnTo>
                    <a:pt x="58163" y="374124"/>
                  </a:lnTo>
                  <a:lnTo>
                    <a:pt x="57233" y="369905"/>
                  </a:lnTo>
                  <a:lnTo>
                    <a:pt x="56159" y="368627"/>
                  </a:lnTo>
                  <a:lnTo>
                    <a:pt x="55494" y="368205"/>
                  </a:lnTo>
                  <a:lnTo>
                    <a:pt x="54536" y="367397"/>
                  </a:lnTo>
                  <a:lnTo>
                    <a:pt x="52837" y="366385"/>
                  </a:lnTo>
                  <a:lnTo>
                    <a:pt x="52097" y="366180"/>
                  </a:lnTo>
                  <a:lnTo>
                    <a:pt x="47248" y="366044"/>
                  </a:lnTo>
                  <a:lnTo>
                    <a:pt x="46862" y="365937"/>
                  </a:lnTo>
                  <a:lnTo>
                    <a:pt x="44962" y="366402"/>
                  </a:lnTo>
                  <a:lnTo>
                    <a:pt x="43998" y="366087"/>
                  </a:lnTo>
                  <a:lnTo>
                    <a:pt x="42986" y="363727"/>
                  </a:lnTo>
                  <a:lnTo>
                    <a:pt x="40733" y="359583"/>
                  </a:lnTo>
                  <a:lnTo>
                    <a:pt x="40279" y="358270"/>
                  </a:lnTo>
                  <a:lnTo>
                    <a:pt x="39415" y="357402"/>
                  </a:lnTo>
                  <a:lnTo>
                    <a:pt x="38898" y="357309"/>
                  </a:lnTo>
                  <a:lnTo>
                    <a:pt x="38586" y="358135"/>
                  </a:lnTo>
                  <a:lnTo>
                    <a:pt x="38194" y="361591"/>
                  </a:lnTo>
                  <a:lnTo>
                    <a:pt x="37736" y="364714"/>
                  </a:lnTo>
                  <a:lnTo>
                    <a:pt x="37251" y="366506"/>
                  </a:lnTo>
                  <a:lnTo>
                    <a:pt x="35641" y="367825"/>
                  </a:lnTo>
                  <a:lnTo>
                    <a:pt x="34142" y="369213"/>
                  </a:lnTo>
                  <a:lnTo>
                    <a:pt x="33316" y="369536"/>
                  </a:lnTo>
                  <a:lnTo>
                    <a:pt x="32874" y="371103"/>
                  </a:lnTo>
                  <a:lnTo>
                    <a:pt x="32683" y="373281"/>
                  </a:lnTo>
                  <a:lnTo>
                    <a:pt x="32310" y="375249"/>
                  </a:lnTo>
                  <a:lnTo>
                    <a:pt x="30144" y="378210"/>
                  </a:lnTo>
                  <a:lnTo>
                    <a:pt x="29662" y="379462"/>
                  </a:lnTo>
                  <a:lnTo>
                    <a:pt x="29413" y="382377"/>
                  </a:lnTo>
                  <a:lnTo>
                    <a:pt x="28204" y="386010"/>
                  </a:lnTo>
                  <a:lnTo>
                    <a:pt x="27830" y="387424"/>
                  </a:lnTo>
                  <a:lnTo>
                    <a:pt x="25929" y="388414"/>
                  </a:lnTo>
                  <a:lnTo>
                    <a:pt x="23457" y="389493"/>
                  </a:lnTo>
                  <a:lnTo>
                    <a:pt x="22011" y="389418"/>
                  </a:lnTo>
                  <a:lnTo>
                    <a:pt x="21022" y="389132"/>
                  </a:lnTo>
                  <a:lnTo>
                    <a:pt x="20726" y="388489"/>
                  </a:lnTo>
                  <a:lnTo>
                    <a:pt x="20056" y="387461"/>
                  </a:lnTo>
                  <a:lnTo>
                    <a:pt x="19946" y="386316"/>
                  </a:lnTo>
                  <a:lnTo>
                    <a:pt x="19936" y="384691"/>
                  </a:lnTo>
                  <a:lnTo>
                    <a:pt x="20121" y="381777"/>
                  </a:lnTo>
                  <a:lnTo>
                    <a:pt x="20030" y="377722"/>
                  </a:lnTo>
                  <a:lnTo>
                    <a:pt x="19251" y="373004"/>
                  </a:lnTo>
                  <a:lnTo>
                    <a:pt x="19313" y="371484"/>
                  </a:lnTo>
                  <a:lnTo>
                    <a:pt x="19211" y="369172"/>
                  </a:lnTo>
                  <a:lnTo>
                    <a:pt x="18819" y="364832"/>
                  </a:lnTo>
                  <a:lnTo>
                    <a:pt x="17816" y="362636"/>
                  </a:lnTo>
                  <a:lnTo>
                    <a:pt x="17531" y="359026"/>
                  </a:lnTo>
                  <a:lnTo>
                    <a:pt x="17414" y="355846"/>
                  </a:lnTo>
                  <a:lnTo>
                    <a:pt x="16570" y="351873"/>
                  </a:lnTo>
                  <a:lnTo>
                    <a:pt x="16433" y="346811"/>
                  </a:lnTo>
                  <a:lnTo>
                    <a:pt x="16450" y="342468"/>
                  </a:lnTo>
                  <a:lnTo>
                    <a:pt x="15123" y="337427"/>
                  </a:lnTo>
                  <a:lnTo>
                    <a:pt x="13742" y="332066"/>
                  </a:lnTo>
                  <a:lnTo>
                    <a:pt x="12625" y="331338"/>
                  </a:lnTo>
                  <a:lnTo>
                    <a:pt x="12348" y="330698"/>
                  </a:lnTo>
                  <a:lnTo>
                    <a:pt x="12227" y="329157"/>
                  </a:lnTo>
                  <a:lnTo>
                    <a:pt x="12203" y="326773"/>
                  </a:lnTo>
                  <a:lnTo>
                    <a:pt x="12292" y="325325"/>
                  </a:lnTo>
                  <a:lnTo>
                    <a:pt x="13153" y="322979"/>
                  </a:lnTo>
                  <a:lnTo>
                    <a:pt x="13187" y="322615"/>
                  </a:lnTo>
                  <a:lnTo>
                    <a:pt x="13011" y="322130"/>
                  </a:lnTo>
                  <a:lnTo>
                    <a:pt x="10786" y="318613"/>
                  </a:lnTo>
                  <a:lnTo>
                    <a:pt x="10226" y="317597"/>
                  </a:lnTo>
                  <a:lnTo>
                    <a:pt x="10051" y="316345"/>
                  </a:lnTo>
                  <a:lnTo>
                    <a:pt x="10066" y="315216"/>
                  </a:lnTo>
                  <a:lnTo>
                    <a:pt x="10599" y="314062"/>
                  </a:lnTo>
                  <a:lnTo>
                    <a:pt x="10868" y="313208"/>
                  </a:lnTo>
                  <a:lnTo>
                    <a:pt x="10346" y="310700"/>
                  </a:lnTo>
                  <a:lnTo>
                    <a:pt x="10397" y="308432"/>
                  </a:lnTo>
                  <a:lnTo>
                    <a:pt x="10065" y="307460"/>
                  </a:lnTo>
                  <a:lnTo>
                    <a:pt x="10105" y="306730"/>
                  </a:lnTo>
                  <a:lnTo>
                    <a:pt x="10426" y="306103"/>
                  </a:lnTo>
                  <a:lnTo>
                    <a:pt x="11872" y="305373"/>
                  </a:lnTo>
                  <a:lnTo>
                    <a:pt x="12320" y="303073"/>
                  </a:lnTo>
                  <a:lnTo>
                    <a:pt x="12335" y="301160"/>
                  </a:lnTo>
                  <a:lnTo>
                    <a:pt x="12121" y="299807"/>
                  </a:lnTo>
                  <a:lnTo>
                    <a:pt x="10782" y="296385"/>
                  </a:lnTo>
                  <a:lnTo>
                    <a:pt x="10758" y="295805"/>
                  </a:lnTo>
                  <a:lnTo>
                    <a:pt x="12155" y="291049"/>
                  </a:lnTo>
                  <a:lnTo>
                    <a:pt x="13157" y="287924"/>
                  </a:lnTo>
                  <a:lnTo>
                    <a:pt x="13431" y="287286"/>
                  </a:lnTo>
                  <a:lnTo>
                    <a:pt x="13348" y="286611"/>
                  </a:lnTo>
                  <a:lnTo>
                    <a:pt x="13100" y="285783"/>
                  </a:lnTo>
                  <a:lnTo>
                    <a:pt x="12466" y="284576"/>
                  </a:lnTo>
                  <a:lnTo>
                    <a:pt x="11641" y="283263"/>
                  </a:lnTo>
                  <a:lnTo>
                    <a:pt x="10958" y="281659"/>
                  </a:lnTo>
                  <a:lnTo>
                    <a:pt x="10067" y="279290"/>
                  </a:lnTo>
                  <a:lnTo>
                    <a:pt x="8945" y="277256"/>
                  </a:lnTo>
                  <a:lnTo>
                    <a:pt x="8115" y="275241"/>
                  </a:lnTo>
                  <a:lnTo>
                    <a:pt x="7692" y="273550"/>
                  </a:lnTo>
                  <a:lnTo>
                    <a:pt x="7683" y="271828"/>
                  </a:lnTo>
                  <a:lnTo>
                    <a:pt x="7572" y="268971"/>
                  </a:lnTo>
                  <a:lnTo>
                    <a:pt x="7027" y="264339"/>
                  </a:lnTo>
                  <a:lnTo>
                    <a:pt x="6884" y="261203"/>
                  </a:lnTo>
                  <a:lnTo>
                    <a:pt x="6649" y="257743"/>
                  </a:lnTo>
                  <a:lnTo>
                    <a:pt x="6413" y="255486"/>
                  </a:lnTo>
                  <a:lnTo>
                    <a:pt x="6284" y="253293"/>
                  </a:lnTo>
                  <a:lnTo>
                    <a:pt x="5897" y="250930"/>
                  </a:lnTo>
                  <a:lnTo>
                    <a:pt x="5680" y="249204"/>
                  </a:lnTo>
                  <a:lnTo>
                    <a:pt x="5991" y="247984"/>
                  </a:lnTo>
                  <a:lnTo>
                    <a:pt x="6305" y="247037"/>
                  </a:lnTo>
                  <a:lnTo>
                    <a:pt x="6265" y="246440"/>
                  </a:lnTo>
                  <a:lnTo>
                    <a:pt x="4126" y="243909"/>
                  </a:lnTo>
                  <a:lnTo>
                    <a:pt x="3773" y="243268"/>
                  </a:lnTo>
                  <a:lnTo>
                    <a:pt x="3266" y="238201"/>
                  </a:lnTo>
                  <a:lnTo>
                    <a:pt x="1711" y="233705"/>
                  </a:lnTo>
                  <a:lnTo>
                    <a:pt x="1528" y="230318"/>
                  </a:lnTo>
                  <a:lnTo>
                    <a:pt x="1529" y="229002"/>
                  </a:lnTo>
                  <a:lnTo>
                    <a:pt x="1405" y="226892"/>
                  </a:lnTo>
                  <a:lnTo>
                    <a:pt x="929" y="225236"/>
                  </a:lnTo>
                  <a:lnTo>
                    <a:pt x="225" y="224099"/>
                  </a:lnTo>
                  <a:lnTo>
                    <a:pt x="0" y="222743"/>
                  </a:lnTo>
                  <a:lnTo>
                    <a:pt x="236" y="221314"/>
                  </a:lnTo>
                  <a:lnTo>
                    <a:pt x="1616" y="218495"/>
                  </a:lnTo>
                  <a:lnTo>
                    <a:pt x="2354" y="218010"/>
                  </a:lnTo>
                  <a:lnTo>
                    <a:pt x="2550" y="216582"/>
                  </a:lnTo>
                  <a:lnTo>
                    <a:pt x="2999" y="215439"/>
                  </a:lnTo>
                  <a:lnTo>
                    <a:pt x="4297" y="211290"/>
                  </a:lnTo>
                  <a:lnTo>
                    <a:pt x="5063" y="208557"/>
                  </a:lnTo>
                  <a:lnTo>
                    <a:pt x="5827" y="206921"/>
                  </a:lnTo>
                  <a:lnTo>
                    <a:pt x="6713" y="205775"/>
                  </a:lnTo>
                  <a:lnTo>
                    <a:pt x="7097" y="204826"/>
                  </a:lnTo>
                  <a:lnTo>
                    <a:pt x="6896" y="201885"/>
                  </a:lnTo>
                  <a:lnTo>
                    <a:pt x="6958" y="199914"/>
                  </a:lnTo>
                  <a:lnTo>
                    <a:pt x="7261" y="198665"/>
                  </a:lnTo>
                  <a:lnTo>
                    <a:pt x="8149" y="197346"/>
                  </a:lnTo>
                  <a:lnTo>
                    <a:pt x="8946" y="196333"/>
                  </a:lnTo>
                  <a:lnTo>
                    <a:pt x="9117" y="195834"/>
                  </a:lnTo>
                  <a:lnTo>
                    <a:pt x="9048" y="195092"/>
                  </a:lnTo>
                  <a:lnTo>
                    <a:pt x="8314" y="193589"/>
                  </a:lnTo>
                  <a:lnTo>
                    <a:pt x="6807" y="192282"/>
                  </a:lnTo>
                  <a:lnTo>
                    <a:pt x="5808" y="192409"/>
                  </a:lnTo>
                  <a:lnTo>
                    <a:pt x="5197" y="191252"/>
                  </a:lnTo>
                  <a:lnTo>
                    <a:pt x="4861" y="190256"/>
                  </a:lnTo>
                  <a:lnTo>
                    <a:pt x="2882" y="178076"/>
                  </a:lnTo>
                  <a:lnTo>
                    <a:pt x="2552" y="175231"/>
                  </a:lnTo>
                  <a:lnTo>
                    <a:pt x="2579" y="174131"/>
                  </a:lnTo>
                  <a:lnTo>
                    <a:pt x="3904" y="168103"/>
                  </a:lnTo>
                  <a:lnTo>
                    <a:pt x="4444" y="166138"/>
                  </a:lnTo>
                  <a:lnTo>
                    <a:pt x="5373" y="163293"/>
                  </a:lnTo>
                  <a:lnTo>
                    <a:pt x="5207" y="162173"/>
                  </a:lnTo>
                  <a:lnTo>
                    <a:pt x="3576" y="157452"/>
                  </a:lnTo>
                  <a:lnTo>
                    <a:pt x="3077" y="155207"/>
                  </a:lnTo>
                  <a:lnTo>
                    <a:pt x="3088" y="152976"/>
                  </a:lnTo>
                  <a:lnTo>
                    <a:pt x="3250" y="150252"/>
                  </a:lnTo>
                  <a:lnTo>
                    <a:pt x="4197" y="148792"/>
                  </a:lnTo>
                  <a:lnTo>
                    <a:pt x="4466" y="146582"/>
                  </a:lnTo>
                  <a:lnTo>
                    <a:pt x="4664" y="144394"/>
                  </a:lnTo>
                  <a:lnTo>
                    <a:pt x="5069" y="143670"/>
                  </a:lnTo>
                  <a:lnTo>
                    <a:pt x="5484" y="142441"/>
                  </a:lnTo>
                  <a:lnTo>
                    <a:pt x="5972" y="140649"/>
                  </a:lnTo>
                  <a:lnTo>
                    <a:pt x="6732" y="139091"/>
                  </a:lnTo>
                  <a:lnTo>
                    <a:pt x="7183" y="137899"/>
                  </a:lnTo>
                  <a:lnTo>
                    <a:pt x="7281" y="134583"/>
                  </a:lnTo>
                  <a:lnTo>
                    <a:pt x="7652" y="133677"/>
                  </a:lnTo>
                  <a:lnTo>
                    <a:pt x="8691" y="132627"/>
                  </a:lnTo>
                  <a:lnTo>
                    <a:pt x="8798" y="131767"/>
                  </a:lnTo>
                  <a:lnTo>
                    <a:pt x="8562" y="129539"/>
                  </a:lnTo>
                  <a:lnTo>
                    <a:pt x="8042" y="127184"/>
                  </a:lnTo>
                  <a:lnTo>
                    <a:pt x="7624" y="126042"/>
                  </a:lnTo>
                  <a:lnTo>
                    <a:pt x="7070" y="120259"/>
                  </a:lnTo>
                  <a:lnTo>
                    <a:pt x="6490" y="117379"/>
                  </a:lnTo>
                  <a:lnTo>
                    <a:pt x="6732" y="116231"/>
                  </a:lnTo>
                  <a:lnTo>
                    <a:pt x="7133" y="114768"/>
                  </a:lnTo>
                  <a:lnTo>
                    <a:pt x="7520" y="111870"/>
                  </a:lnTo>
                  <a:lnTo>
                    <a:pt x="7647" y="108500"/>
                  </a:lnTo>
                  <a:lnTo>
                    <a:pt x="7553" y="96097"/>
                  </a:lnTo>
                  <a:lnTo>
                    <a:pt x="7575" y="93659"/>
                  </a:lnTo>
                  <a:lnTo>
                    <a:pt x="8084" y="91945"/>
                  </a:lnTo>
                  <a:lnTo>
                    <a:pt x="8834" y="89968"/>
                  </a:lnTo>
                  <a:lnTo>
                    <a:pt x="9469" y="89212"/>
                  </a:lnTo>
                  <a:lnTo>
                    <a:pt x="10067" y="87960"/>
                  </a:lnTo>
                  <a:lnTo>
                    <a:pt x="10024" y="85611"/>
                  </a:lnTo>
                  <a:lnTo>
                    <a:pt x="10419" y="84223"/>
                  </a:lnTo>
                  <a:lnTo>
                    <a:pt x="10906" y="82486"/>
                  </a:lnTo>
                  <a:lnTo>
                    <a:pt x="9391" y="75644"/>
                  </a:lnTo>
                  <a:lnTo>
                    <a:pt x="8058" y="69627"/>
                  </a:lnTo>
                  <a:lnTo>
                    <a:pt x="6807" y="63980"/>
                  </a:lnTo>
                  <a:lnTo>
                    <a:pt x="5359" y="57438"/>
                  </a:lnTo>
                  <a:lnTo>
                    <a:pt x="4405" y="53133"/>
                  </a:lnTo>
                  <a:lnTo>
                    <a:pt x="3221" y="47783"/>
                  </a:lnTo>
                  <a:lnTo>
                    <a:pt x="2181" y="43091"/>
                  </a:lnTo>
                  <a:lnTo>
                    <a:pt x="761" y="36679"/>
                  </a:lnTo>
                  <a:lnTo>
                    <a:pt x="2079" y="36572"/>
                  </a:lnTo>
                  <a:lnTo>
                    <a:pt x="4737" y="36794"/>
                  </a:lnTo>
                  <a:lnTo>
                    <a:pt x="7313" y="37937"/>
                  </a:lnTo>
                  <a:lnTo>
                    <a:pt x="9054" y="38433"/>
                  </a:lnTo>
                  <a:lnTo>
                    <a:pt x="9784" y="39423"/>
                  </a:lnTo>
                  <a:lnTo>
                    <a:pt x="9944" y="40990"/>
                  </a:lnTo>
                  <a:lnTo>
                    <a:pt x="10426" y="41723"/>
                  </a:lnTo>
                  <a:lnTo>
                    <a:pt x="10984" y="41437"/>
                  </a:lnTo>
                  <a:lnTo>
                    <a:pt x="11617" y="41331"/>
                  </a:lnTo>
                  <a:lnTo>
                    <a:pt x="13028" y="39723"/>
                  </a:lnTo>
                  <a:lnTo>
                    <a:pt x="14168" y="38659"/>
                  </a:lnTo>
                  <a:lnTo>
                    <a:pt x="15154" y="37372"/>
                  </a:lnTo>
                  <a:lnTo>
                    <a:pt x="15660" y="36128"/>
                  </a:lnTo>
                  <a:lnTo>
                    <a:pt x="16886" y="31753"/>
                  </a:lnTo>
                  <a:lnTo>
                    <a:pt x="17873" y="29332"/>
                  </a:lnTo>
                  <a:lnTo>
                    <a:pt x="18782" y="28484"/>
                  </a:lnTo>
                  <a:lnTo>
                    <a:pt x="20561" y="28140"/>
                  </a:lnTo>
                  <a:lnTo>
                    <a:pt x="21121" y="28827"/>
                  </a:lnTo>
                  <a:lnTo>
                    <a:pt x="21847" y="28741"/>
                  </a:lnTo>
                  <a:lnTo>
                    <a:pt x="22473" y="26253"/>
                  </a:lnTo>
                  <a:lnTo>
                    <a:pt x="23429" y="23506"/>
                  </a:lnTo>
                  <a:lnTo>
                    <a:pt x="25308" y="20075"/>
                  </a:lnTo>
                  <a:lnTo>
                    <a:pt x="26265" y="19131"/>
                  </a:lnTo>
                  <a:lnTo>
                    <a:pt x="26858" y="17931"/>
                  </a:lnTo>
                  <a:lnTo>
                    <a:pt x="27880" y="17758"/>
                  </a:lnTo>
                  <a:lnTo>
                    <a:pt x="28776" y="16503"/>
                  </a:lnTo>
                  <a:lnTo>
                    <a:pt x="33109" y="7831"/>
                  </a:lnTo>
                  <a:lnTo>
                    <a:pt x="34865" y="5598"/>
                  </a:lnTo>
                  <a:lnTo>
                    <a:pt x="35960" y="5191"/>
                  </a:lnTo>
                  <a:lnTo>
                    <a:pt x="36865" y="4660"/>
                  </a:lnTo>
                  <a:lnTo>
                    <a:pt x="38405" y="3416"/>
                  </a:lnTo>
                  <a:lnTo>
                    <a:pt x="42253" y="2216"/>
                  </a:lnTo>
                  <a:lnTo>
                    <a:pt x="44728" y="1714"/>
                  </a:lnTo>
                  <a:lnTo>
                    <a:pt x="45519" y="2914"/>
                  </a:lnTo>
                  <a:lnTo>
                    <a:pt x="46409" y="2571"/>
                  </a:lnTo>
                  <a:lnTo>
                    <a:pt x="47167" y="629"/>
                  </a:lnTo>
                  <a:lnTo>
                    <a:pt x="47794" y="0"/>
                  </a:lnTo>
                  <a:lnTo>
                    <a:pt x="48255" y="57"/>
                  </a:lnTo>
                  <a:lnTo>
                    <a:pt x="48917" y="2357"/>
                  </a:lnTo>
                  <a:lnTo>
                    <a:pt x="49241" y="4793"/>
                  </a:lnTo>
                  <a:lnTo>
                    <a:pt x="49028" y="6651"/>
                  </a:lnTo>
                  <a:lnTo>
                    <a:pt x="49068" y="9352"/>
                  </a:lnTo>
                  <a:lnTo>
                    <a:pt x="49363" y="12893"/>
                  </a:lnTo>
                  <a:lnTo>
                    <a:pt x="49198" y="16032"/>
                  </a:lnTo>
                  <a:lnTo>
                    <a:pt x="48263" y="20147"/>
                  </a:lnTo>
                  <a:lnTo>
                    <a:pt x="47792" y="21824"/>
                  </a:lnTo>
                  <a:lnTo>
                    <a:pt x="47676" y="23549"/>
                  </a:lnTo>
                  <a:lnTo>
                    <a:pt x="47757" y="25878"/>
                  </a:lnTo>
                  <a:lnTo>
                    <a:pt x="48185" y="29676"/>
                  </a:lnTo>
                  <a:lnTo>
                    <a:pt x="48961" y="34936"/>
                  </a:lnTo>
                  <a:lnTo>
                    <a:pt x="49077" y="38837"/>
                  </a:lnTo>
                  <a:lnTo>
                    <a:pt x="48534" y="41365"/>
                  </a:lnTo>
                  <a:lnTo>
                    <a:pt x="48284" y="43550"/>
                  </a:lnTo>
                  <a:lnTo>
                    <a:pt x="48326" y="45382"/>
                  </a:lnTo>
                  <a:lnTo>
                    <a:pt x="48520" y="46672"/>
                  </a:lnTo>
                  <a:lnTo>
                    <a:pt x="48866" y="47414"/>
                  </a:lnTo>
                  <a:lnTo>
                    <a:pt x="49058" y="48882"/>
                  </a:lnTo>
                  <a:lnTo>
                    <a:pt x="49097" y="51081"/>
                  </a:lnTo>
                  <a:lnTo>
                    <a:pt x="49548" y="53205"/>
                  </a:lnTo>
                  <a:lnTo>
                    <a:pt x="50412" y="55260"/>
                  </a:lnTo>
                  <a:lnTo>
                    <a:pt x="50762" y="57219"/>
                  </a:lnTo>
                  <a:lnTo>
                    <a:pt x="50599" y="59086"/>
                  </a:lnTo>
                  <a:lnTo>
                    <a:pt x="50644" y="60252"/>
                  </a:lnTo>
                  <a:lnTo>
                    <a:pt x="50898" y="60714"/>
                  </a:lnTo>
                  <a:lnTo>
                    <a:pt x="51133" y="60336"/>
                  </a:lnTo>
                  <a:lnTo>
                    <a:pt x="51446" y="59825"/>
                  </a:lnTo>
                  <a:lnTo>
                    <a:pt x="51728" y="60007"/>
                  </a:lnTo>
                  <a:lnTo>
                    <a:pt x="52332" y="62612"/>
                  </a:lnTo>
                  <a:lnTo>
                    <a:pt x="52410" y="63143"/>
                  </a:lnTo>
                  <a:lnTo>
                    <a:pt x="52740" y="65290"/>
                  </a:lnTo>
                  <a:lnTo>
                    <a:pt x="52838" y="66921"/>
                  </a:lnTo>
                  <a:lnTo>
                    <a:pt x="53726" y="67830"/>
                  </a:lnTo>
                  <a:lnTo>
                    <a:pt x="54685" y="68548"/>
                  </a:lnTo>
                  <a:lnTo>
                    <a:pt x="55213" y="69408"/>
                  </a:lnTo>
                  <a:lnTo>
                    <a:pt x="56273" y="71982"/>
                  </a:lnTo>
                  <a:lnTo>
                    <a:pt x="57163" y="73679"/>
                  </a:lnTo>
                  <a:lnTo>
                    <a:pt x="58279" y="75070"/>
                  </a:lnTo>
                  <a:lnTo>
                    <a:pt x="58650" y="77292"/>
                  </a:lnTo>
                  <a:lnTo>
                    <a:pt x="59334" y="80648"/>
                  </a:lnTo>
                  <a:lnTo>
                    <a:pt x="61213" y="81935"/>
                  </a:lnTo>
                  <a:lnTo>
                    <a:pt x="63409" y="82578"/>
                  </a:lnTo>
                  <a:lnTo>
                    <a:pt x="64807" y="83305"/>
                  </a:lnTo>
                  <a:lnTo>
                    <a:pt x="66515" y="81525"/>
                  </a:lnTo>
                  <a:lnTo>
                    <a:pt x="67645" y="81779"/>
                  </a:lnTo>
                  <a:lnTo>
                    <a:pt x="68814" y="82988"/>
                  </a:lnTo>
                  <a:lnTo>
                    <a:pt x="69311" y="83807"/>
                  </a:lnTo>
                  <a:lnTo>
                    <a:pt x="70182" y="85536"/>
                  </a:lnTo>
                  <a:lnTo>
                    <a:pt x="71528" y="87749"/>
                  </a:lnTo>
                  <a:lnTo>
                    <a:pt x="72628" y="88572"/>
                  </a:lnTo>
                  <a:lnTo>
                    <a:pt x="73413" y="87339"/>
                  </a:lnTo>
                  <a:lnTo>
                    <a:pt x="74138" y="86909"/>
                  </a:lnTo>
                  <a:lnTo>
                    <a:pt x="74698" y="87426"/>
                  </a:lnTo>
                  <a:lnTo>
                    <a:pt x="74995" y="89827"/>
                  </a:lnTo>
                  <a:lnTo>
                    <a:pt x="75292" y="91457"/>
                  </a:lnTo>
                  <a:lnTo>
                    <a:pt x="75942" y="92684"/>
                  </a:lnTo>
                  <a:lnTo>
                    <a:pt x="77336" y="95835"/>
                  </a:lnTo>
                  <a:lnTo>
                    <a:pt x="78128" y="97122"/>
                  </a:lnTo>
                  <a:lnTo>
                    <a:pt x="79018" y="97035"/>
                  </a:lnTo>
                  <a:lnTo>
                    <a:pt x="80852" y="99101"/>
                  </a:lnTo>
                  <a:lnTo>
                    <a:pt x="82813" y="101116"/>
                  </a:lnTo>
                  <a:lnTo>
                    <a:pt x="83823" y="101447"/>
                  </a:lnTo>
                  <a:lnTo>
                    <a:pt x="84821" y="101153"/>
                  </a:lnTo>
                  <a:lnTo>
                    <a:pt x="85480" y="101923"/>
                  </a:lnTo>
                  <a:lnTo>
                    <a:pt x="85744" y="104353"/>
                  </a:lnTo>
                  <a:lnTo>
                    <a:pt x="87448" y="109207"/>
                  </a:lnTo>
                  <a:lnTo>
                    <a:pt x="88249" y="111103"/>
                  </a:lnTo>
                  <a:lnTo>
                    <a:pt x="89205" y="112733"/>
                  </a:lnTo>
                  <a:lnTo>
                    <a:pt x="91638" y="112710"/>
                  </a:lnTo>
                  <a:lnTo>
                    <a:pt x="92366" y="113195"/>
                  </a:lnTo>
                  <a:lnTo>
                    <a:pt x="93451" y="112762"/>
                  </a:lnTo>
                  <a:lnTo>
                    <a:pt x="96709" y="111934"/>
                  </a:lnTo>
                  <a:lnTo>
                    <a:pt x="97301" y="111674"/>
                  </a:lnTo>
                  <a:lnTo>
                    <a:pt x="99146" y="113792"/>
                  </a:lnTo>
                  <a:lnTo>
                    <a:pt x="101328" y="116834"/>
                  </a:lnTo>
                  <a:lnTo>
                    <a:pt x="102771" y="119226"/>
                  </a:lnTo>
                  <a:lnTo>
                    <a:pt x="103778" y="120542"/>
                  </a:lnTo>
                  <a:lnTo>
                    <a:pt x="104306" y="122686"/>
                  </a:lnTo>
                  <a:lnTo>
                    <a:pt x="104735" y="124919"/>
                  </a:lnTo>
                  <a:lnTo>
                    <a:pt x="104932" y="127320"/>
                  </a:lnTo>
                  <a:lnTo>
                    <a:pt x="104670" y="129707"/>
                  </a:lnTo>
                  <a:lnTo>
                    <a:pt x="104273" y="130665"/>
                  </a:lnTo>
                  <a:lnTo>
                    <a:pt x="104141" y="132211"/>
                  </a:lnTo>
                  <a:lnTo>
                    <a:pt x="104306" y="134526"/>
                  </a:lnTo>
                  <a:lnTo>
                    <a:pt x="105031" y="136586"/>
                  </a:lnTo>
                  <a:lnTo>
                    <a:pt x="105299" y="139125"/>
                  </a:lnTo>
                  <a:lnTo>
                    <a:pt x="105692" y="143610"/>
                  </a:lnTo>
                  <a:lnTo>
                    <a:pt x="106137" y="145029"/>
                  </a:lnTo>
                  <a:lnTo>
                    <a:pt x="106427" y="158924"/>
                  </a:lnTo>
                  <a:lnTo>
                    <a:pt x="104966" y="159042"/>
                  </a:lnTo>
                  <a:lnTo>
                    <a:pt x="102908" y="159207"/>
                  </a:lnTo>
                  <a:lnTo>
                    <a:pt x="103507" y="160531"/>
                  </a:lnTo>
                  <a:lnTo>
                    <a:pt x="105210" y="165705"/>
                  </a:lnTo>
                  <a:lnTo>
                    <a:pt x="106779" y="170472"/>
                  </a:lnTo>
                  <a:lnTo>
                    <a:pt x="107028" y="178128"/>
                  </a:lnTo>
                  <a:lnTo>
                    <a:pt x="107184" y="182953"/>
                  </a:lnTo>
                  <a:lnTo>
                    <a:pt x="107405" y="189754"/>
                  </a:lnTo>
                  <a:lnTo>
                    <a:pt x="107537" y="193808"/>
                  </a:lnTo>
                  <a:lnTo>
                    <a:pt x="111448" y="194175"/>
                  </a:lnTo>
                  <a:lnTo>
                    <a:pt x="115955" y="194596"/>
                  </a:lnTo>
                  <a:lnTo>
                    <a:pt x="121371" y="195104"/>
                  </a:lnTo>
                  <a:lnTo>
                    <a:pt x="126133" y="195548"/>
                  </a:lnTo>
                  <a:lnTo>
                    <a:pt x="126603" y="195502"/>
                  </a:lnTo>
                  <a:lnTo>
                    <a:pt x="127431" y="194948"/>
                  </a:lnTo>
                  <a:lnTo>
                    <a:pt x="127979" y="194230"/>
                  </a:lnTo>
                  <a:lnTo>
                    <a:pt x="128317" y="194253"/>
                  </a:lnTo>
                  <a:lnTo>
                    <a:pt x="128374" y="195895"/>
                  </a:lnTo>
                  <a:lnTo>
                    <a:pt x="128259" y="197972"/>
                  </a:lnTo>
                  <a:lnTo>
                    <a:pt x="128263" y="200353"/>
                  </a:lnTo>
                  <a:lnTo>
                    <a:pt x="126898" y="205062"/>
                  </a:lnTo>
                  <a:lnTo>
                    <a:pt x="126812" y="206554"/>
                  </a:lnTo>
                  <a:lnTo>
                    <a:pt x="127020" y="212761"/>
                  </a:lnTo>
                  <a:lnTo>
                    <a:pt x="127502" y="217779"/>
                  </a:lnTo>
                  <a:lnTo>
                    <a:pt x="127745" y="222321"/>
                  </a:lnTo>
                  <a:lnTo>
                    <a:pt x="128293" y="223735"/>
                  </a:lnTo>
                  <a:lnTo>
                    <a:pt x="129908" y="226128"/>
                  </a:lnTo>
                  <a:lnTo>
                    <a:pt x="132345" y="230554"/>
                  </a:lnTo>
                  <a:lnTo>
                    <a:pt x="133320" y="231128"/>
                  </a:lnTo>
                  <a:lnTo>
                    <a:pt x="134144" y="230531"/>
                  </a:lnTo>
                  <a:lnTo>
                    <a:pt x="134639" y="232332"/>
                  </a:lnTo>
                  <a:lnTo>
                    <a:pt x="134738" y="235249"/>
                  </a:lnTo>
                  <a:lnTo>
                    <a:pt x="136084" y="243392"/>
                  </a:lnTo>
                  <a:lnTo>
                    <a:pt x="136938" y="248561"/>
                  </a:lnTo>
                  <a:lnTo>
                    <a:pt x="137329" y="250358"/>
                  </a:lnTo>
                  <a:lnTo>
                    <a:pt x="137969" y="251290"/>
                  </a:lnTo>
                  <a:lnTo>
                    <a:pt x="137850" y="251960"/>
                  </a:lnTo>
                  <a:lnTo>
                    <a:pt x="137316" y="252231"/>
                  </a:lnTo>
                  <a:lnTo>
                    <a:pt x="137079" y="253201"/>
                  </a:lnTo>
                  <a:lnTo>
                    <a:pt x="136339" y="258984"/>
                  </a:lnTo>
                  <a:lnTo>
                    <a:pt x="135365" y="266613"/>
                  </a:lnTo>
                  <a:lnTo>
                    <a:pt x="134705" y="271963"/>
                  </a:lnTo>
                  <a:lnTo>
                    <a:pt x="135298" y="272050"/>
                  </a:lnTo>
                  <a:lnTo>
                    <a:pt x="135324" y="273533"/>
                  </a:lnTo>
                  <a:lnTo>
                    <a:pt x="135458" y="275798"/>
                  </a:lnTo>
                  <a:lnTo>
                    <a:pt x="134724" y="276078"/>
                  </a:lnTo>
                  <a:lnTo>
                    <a:pt x="134508" y="276889"/>
                  </a:lnTo>
                  <a:lnTo>
                    <a:pt x="133667" y="281278"/>
                  </a:lnTo>
                  <a:lnTo>
                    <a:pt x="132563" y="287032"/>
                  </a:lnTo>
                  <a:lnTo>
                    <a:pt x="131424" y="292974"/>
                  </a:lnTo>
                  <a:lnTo>
                    <a:pt x="130749" y="296497"/>
                  </a:lnTo>
                  <a:lnTo>
                    <a:pt x="131902" y="299103"/>
                  </a:lnTo>
                  <a:lnTo>
                    <a:pt x="133823" y="303443"/>
                  </a:lnTo>
                  <a:lnTo>
                    <a:pt x="133518" y="304649"/>
                  </a:lnTo>
                  <a:lnTo>
                    <a:pt x="132694" y="305249"/>
                  </a:lnTo>
                  <a:lnTo>
                    <a:pt x="132002" y="305676"/>
                  </a:lnTo>
                  <a:lnTo>
                    <a:pt x="131474" y="307307"/>
                  </a:lnTo>
                  <a:lnTo>
                    <a:pt x="131177" y="30851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617252" y="4443702"/>
              <a:ext cx="2006" cy="12191"/>
            </a:xfrm>
            <a:custGeom>
              <a:avLst/>
              <a:pathLst>
                <a:path w="2006" h="12191">
                  <a:moveTo>
                    <a:pt x="780" y="10855"/>
                  </a:moveTo>
                  <a:lnTo>
                    <a:pt x="0" y="12191"/>
                  </a:lnTo>
                  <a:lnTo>
                    <a:pt x="140" y="5176"/>
                  </a:lnTo>
                  <a:lnTo>
                    <a:pt x="561" y="2833"/>
                  </a:lnTo>
                  <a:lnTo>
                    <a:pt x="1020" y="1085"/>
                  </a:lnTo>
                  <a:lnTo>
                    <a:pt x="1586" y="0"/>
                  </a:lnTo>
                  <a:lnTo>
                    <a:pt x="2006" y="1532"/>
                  </a:lnTo>
                  <a:lnTo>
                    <a:pt x="1646" y="4925"/>
                  </a:lnTo>
                  <a:lnTo>
                    <a:pt x="656" y="90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615990" y="4407378"/>
              <a:ext cx="1909" cy="7193"/>
            </a:xfrm>
            <a:custGeom>
              <a:avLst/>
              <a:pathLst>
                <a:path w="1909" h="7193">
                  <a:moveTo>
                    <a:pt x="923" y="6833"/>
                  </a:moveTo>
                  <a:lnTo>
                    <a:pt x="711" y="7193"/>
                  </a:lnTo>
                  <a:lnTo>
                    <a:pt x="0" y="3526"/>
                  </a:lnTo>
                  <a:lnTo>
                    <a:pt x="1431" y="0"/>
                  </a:lnTo>
                  <a:lnTo>
                    <a:pt x="1909" y="1431"/>
                  </a:lnTo>
                  <a:lnTo>
                    <a:pt x="1529" y="4221"/>
                  </a:lnTo>
                  <a:lnTo>
                    <a:pt x="1109" y="618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652490" y="4335196"/>
              <a:ext cx="2479" cy="6316"/>
            </a:xfrm>
            <a:custGeom>
              <a:avLst/>
              <a:pathLst>
                <a:path w="2479" h="6316">
                  <a:moveTo>
                    <a:pt x="2170" y="4775"/>
                  </a:moveTo>
                  <a:lnTo>
                    <a:pt x="2163" y="6316"/>
                  </a:lnTo>
                  <a:lnTo>
                    <a:pt x="1690" y="5531"/>
                  </a:lnTo>
                  <a:lnTo>
                    <a:pt x="438" y="6129"/>
                  </a:lnTo>
                  <a:lnTo>
                    <a:pt x="0" y="4966"/>
                  </a:lnTo>
                  <a:lnTo>
                    <a:pt x="1692" y="0"/>
                  </a:lnTo>
                  <a:lnTo>
                    <a:pt x="2034" y="721"/>
                  </a:lnTo>
                  <a:lnTo>
                    <a:pt x="2297" y="1627"/>
                  </a:lnTo>
                  <a:lnTo>
                    <a:pt x="2479" y="2891"/>
                  </a:lnTo>
                  <a:lnTo>
                    <a:pt x="2283" y="370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664882" y="4315888"/>
              <a:ext cx="2976" cy="4083"/>
            </a:xfrm>
            <a:custGeom>
              <a:avLst/>
              <a:pathLst>
                <a:path w="2976" h="4083">
                  <a:moveTo>
                    <a:pt x="2621" y="2002"/>
                  </a:moveTo>
                  <a:lnTo>
                    <a:pt x="2976" y="2813"/>
                  </a:lnTo>
                  <a:lnTo>
                    <a:pt x="2321" y="2732"/>
                  </a:lnTo>
                  <a:lnTo>
                    <a:pt x="1585" y="3448"/>
                  </a:lnTo>
                  <a:lnTo>
                    <a:pt x="455" y="4083"/>
                  </a:lnTo>
                  <a:lnTo>
                    <a:pt x="0" y="2894"/>
                  </a:lnTo>
                  <a:lnTo>
                    <a:pt x="976" y="1243"/>
                  </a:lnTo>
                  <a:lnTo>
                    <a:pt x="1331" y="0"/>
                  </a:lnTo>
                  <a:lnTo>
                    <a:pt x="1586" y="259"/>
                  </a:lnTo>
                  <a:lnTo>
                    <a:pt x="1914" y="115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725497" y="4029981"/>
              <a:ext cx="1346" cy="3956"/>
            </a:xfrm>
            <a:custGeom>
              <a:avLst/>
              <a:pathLst>
                <a:path w="1346" h="3956">
                  <a:moveTo>
                    <a:pt x="1346" y="2216"/>
                  </a:moveTo>
                  <a:lnTo>
                    <a:pt x="957" y="3956"/>
                  </a:lnTo>
                  <a:lnTo>
                    <a:pt x="506" y="3696"/>
                  </a:lnTo>
                  <a:lnTo>
                    <a:pt x="328" y="2530"/>
                  </a:lnTo>
                  <a:lnTo>
                    <a:pt x="0" y="1393"/>
                  </a:lnTo>
                  <a:lnTo>
                    <a:pt x="176" y="504"/>
                  </a:lnTo>
                  <a:lnTo>
                    <a:pt x="477" y="0"/>
                  </a:lnTo>
                  <a:lnTo>
                    <a:pt x="1306" y="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728168" y="4014667"/>
              <a:ext cx="2119" cy="7046"/>
            </a:xfrm>
            <a:custGeom>
              <a:avLst/>
              <a:pathLst>
                <a:path w="2119" h="7046">
                  <a:moveTo>
                    <a:pt x="489" y="6409"/>
                  </a:moveTo>
                  <a:lnTo>
                    <a:pt x="44" y="7046"/>
                  </a:lnTo>
                  <a:lnTo>
                    <a:pt x="0" y="5168"/>
                  </a:lnTo>
                  <a:lnTo>
                    <a:pt x="1159" y="2799"/>
                  </a:lnTo>
                  <a:lnTo>
                    <a:pt x="1349" y="0"/>
                  </a:lnTo>
                  <a:lnTo>
                    <a:pt x="1957" y="1295"/>
                  </a:lnTo>
                  <a:lnTo>
                    <a:pt x="2119" y="2726"/>
                  </a:lnTo>
                  <a:lnTo>
                    <a:pt x="2109" y="332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662184" y="3714372"/>
              <a:ext cx="1320" cy="9456"/>
            </a:xfrm>
            <a:custGeom>
              <a:avLst/>
              <a:pathLst>
                <a:path w="1320" h="9456">
                  <a:moveTo>
                    <a:pt x="1117" y="6561"/>
                  </a:moveTo>
                  <a:lnTo>
                    <a:pt x="0" y="9456"/>
                  </a:lnTo>
                  <a:lnTo>
                    <a:pt x="368" y="6097"/>
                  </a:lnTo>
                  <a:lnTo>
                    <a:pt x="180" y="3783"/>
                  </a:lnTo>
                  <a:lnTo>
                    <a:pt x="325" y="1991"/>
                  </a:lnTo>
                  <a:lnTo>
                    <a:pt x="1087" y="256"/>
                  </a:lnTo>
                  <a:lnTo>
                    <a:pt x="1320" y="0"/>
                  </a:lnTo>
                  <a:lnTo>
                    <a:pt x="1254" y="2132"/>
                  </a:lnTo>
                  <a:lnTo>
                    <a:pt x="1307" y="278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657379" y="3671517"/>
              <a:ext cx="1564" cy="3650"/>
            </a:xfrm>
            <a:custGeom>
              <a:avLst/>
              <a:pathLst>
                <a:path w="1564" h="3650">
                  <a:moveTo>
                    <a:pt x="1564" y="1494"/>
                  </a:moveTo>
                  <a:lnTo>
                    <a:pt x="837" y="2917"/>
                  </a:lnTo>
                  <a:lnTo>
                    <a:pt x="601" y="3650"/>
                  </a:lnTo>
                  <a:lnTo>
                    <a:pt x="0" y="3104"/>
                  </a:lnTo>
                  <a:lnTo>
                    <a:pt x="109" y="2288"/>
                  </a:lnTo>
                  <a:lnTo>
                    <a:pt x="286" y="2371"/>
                  </a:lnTo>
                  <a:lnTo>
                    <a:pt x="479" y="0"/>
                  </a:lnTo>
                  <a:lnTo>
                    <a:pt x="1505" y="2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578828" y="3650068"/>
              <a:ext cx="8830" cy="26925"/>
            </a:xfrm>
            <a:custGeom>
              <a:avLst/>
              <a:pathLst>
                <a:path w="8830" h="26925">
                  <a:moveTo>
                    <a:pt x="1202" y="26369"/>
                  </a:moveTo>
                  <a:lnTo>
                    <a:pt x="0" y="26925"/>
                  </a:lnTo>
                  <a:lnTo>
                    <a:pt x="1548" y="19535"/>
                  </a:lnTo>
                  <a:lnTo>
                    <a:pt x="2933" y="16096"/>
                  </a:lnTo>
                  <a:lnTo>
                    <a:pt x="2953" y="9268"/>
                  </a:lnTo>
                  <a:lnTo>
                    <a:pt x="4455" y="3197"/>
                  </a:lnTo>
                  <a:lnTo>
                    <a:pt x="5835" y="724"/>
                  </a:lnTo>
                  <a:lnTo>
                    <a:pt x="7771" y="0"/>
                  </a:lnTo>
                  <a:lnTo>
                    <a:pt x="8830" y="3702"/>
                  </a:lnTo>
                  <a:lnTo>
                    <a:pt x="7517" y="14194"/>
                  </a:lnTo>
                  <a:lnTo>
                    <a:pt x="7134" y="14255"/>
                  </a:lnTo>
                  <a:lnTo>
                    <a:pt x="5373" y="19789"/>
                  </a:lnTo>
                  <a:lnTo>
                    <a:pt x="3414" y="2365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591799" y="3637510"/>
              <a:ext cx="27439" cy="49768"/>
            </a:xfrm>
            <a:custGeom>
              <a:avLst/>
              <a:pathLst>
                <a:path w="27439" h="49768">
                  <a:moveTo>
                    <a:pt x="13256" y="3332"/>
                  </a:moveTo>
                  <a:lnTo>
                    <a:pt x="14317" y="3462"/>
                  </a:lnTo>
                  <a:lnTo>
                    <a:pt x="15820" y="2902"/>
                  </a:lnTo>
                  <a:lnTo>
                    <a:pt x="16826" y="1520"/>
                  </a:lnTo>
                  <a:lnTo>
                    <a:pt x="17953" y="1249"/>
                  </a:lnTo>
                  <a:lnTo>
                    <a:pt x="19066" y="1393"/>
                  </a:lnTo>
                  <a:lnTo>
                    <a:pt x="22819" y="2928"/>
                  </a:lnTo>
                  <a:lnTo>
                    <a:pt x="25073" y="3405"/>
                  </a:lnTo>
                  <a:lnTo>
                    <a:pt x="25897" y="3895"/>
                  </a:lnTo>
                  <a:lnTo>
                    <a:pt x="26703" y="4593"/>
                  </a:lnTo>
                  <a:lnTo>
                    <a:pt x="27291" y="5347"/>
                  </a:lnTo>
                  <a:lnTo>
                    <a:pt x="27439" y="6986"/>
                  </a:lnTo>
                  <a:lnTo>
                    <a:pt x="26890" y="9606"/>
                  </a:lnTo>
                  <a:lnTo>
                    <a:pt x="26482" y="12362"/>
                  </a:lnTo>
                  <a:lnTo>
                    <a:pt x="26102" y="16208"/>
                  </a:lnTo>
                  <a:lnTo>
                    <a:pt x="25808" y="16990"/>
                  </a:lnTo>
                  <a:lnTo>
                    <a:pt x="25316" y="16785"/>
                  </a:lnTo>
                  <a:lnTo>
                    <a:pt x="25622" y="20228"/>
                  </a:lnTo>
                  <a:lnTo>
                    <a:pt x="25510" y="21604"/>
                  </a:lnTo>
                  <a:lnTo>
                    <a:pt x="25267" y="22943"/>
                  </a:lnTo>
                  <a:lnTo>
                    <a:pt x="24664" y="25722"/>
                  </a:lnTo>
                  <a:lnTo>
                    <a:pt x="23749" y="29260"/>
                  </a:lnTo>
                  <a:lnTo>
                    <a:pt x="23478" y="30002"/>
                  </a:lnTo>
                  <a:lnTo>
                    <a:pt x="22781" y="31231"/>
                  </a:lnTo>
                  <a:lnTo>
                    <a:pt x="22215" y="32804"/>
                  </a:lnTo>
                  <a:lnTo>
                    <a:pt x="22337" y="34281"/>
                  </a:lnTo>
                  <a:lnTo>
                    <a:pt x="22620" y="35770"/>
                  </a:lnTo>
                  <a:lnTo>
                    <a:pt x="22285" y="37634"/>
                  </a:lnTo>
                  <a:lnTo>
                    <a:pt x="21202" y="40361"/>
                  </a:lnTo>
                  <a:lnTo>
                    <a:pt x="20555" y="41022"/>
                  </a:lnTo>
                  <a:lnTo>
                    <a:pt x="19958" y="41299"/>
                  </a:lnTo>
                  <a:lnTo>
                    <a:pt x="19409" y="41033"/>
                  </a:lnTo>
                  <a:lnTo>
                    <a:pt x="18434" y="38301"/>
                  </a:lnTo>
                  <a:lnTo>
                    <a:pt x="18332" y="40439"/>
                  </a:lnTo>
                  <a:lnTo>
                    <a:pt x="18070" y="42626"/>
                  </a:lnTo>
                  <a:lnTo>
                    <a:pt x="17738" y="43824"/>
                  </a:lnTo>
                  <a:lnTo>
                    <a:pt x="16479" y="43697"/>
                  </a:lnTo>
                  <a:lnTo>
                    <a:pt x="15778" y="42525"/>
                  </a:lnTo>
                  <a:lnTo>
                    <a:pt x="14642" y="41227"/>
                  </a:lnTo>
                  <a:lnTo>
                    <a:pt x="14426" y="44739"/>
                  </a:lnTo>
                  <a:lnTo>
                    <a:pt x="13719" y="47160"/>
                  </a:lnTo>
                  <a:lnTo>
                    <a:pt x="13007" y="47919"/>
                  </a:lnTo>
                  <a:lnTo>
                    <a:pt x="11892" y="48429"/>
                  </a:lnTo>
                  <a:lnTo>
                    <a:pt x="11252" y="49460"/>
                  </a:lnTo>
                  <a:lnTo>
                    <a:pt x="10046" y="48654"/>
                  </a:lnTo>
                  <a:lnTo>
                    <a:pt x="8926" y="47044"/>
                  </a:lnTo>
                  <a:lnTo>
                    <a:pt x="8293" y="46906"/>
                  </a:lnTo>
                  <a:lnTo>
                    <a:pt x="7799" y="48207"/>
                  </a:lnTo>
                  <a:lnTo>
                    <a:pt x="5197" y="48447"/>
                  </a:lnTo>
                  <a:lnTo>
                    <a:pt x="4004" y="49768"/>
                  </a:lnTo>
                  <a:lnTo>
                    <a:pt x="3275" y="49393"/>
                  </a:lnTo>
                  <a:lnTo>
                    <a:pt x="2203" y="46727"/>
                  </a:lnTo>
                  <a:lnTo>
                    <a:pt x="2031" y="44952"/>
                  </a:lnTo>
                  <a:lnTo>
                    <a:pt x="1393" y="41357"/>
                  </a:lnTo>
                  <a:lnTo>
                    <a:pt x="820" y="37086"/>
                  </a:lnTo>
                  <a:lnTo>
                    <a:pt x="412" y="33208"/>
                  </a:lnTo>
                  <a:lnTo>
                    <a:pt x="756" y="29854"/>
                  </a:lnTo>
                  <a:lnTo>
                    <a:pt x="1451" y="29967"/>
                  </a:lnTo>
                  <a:lnTo>
                    <a:pt x="2273" y="30466"/>
                  </a:lnTo>
                  <a:lnTo>
                    <a:pt x="2447" y="30230"/>
                  </a:lnTo>
                  <a:lnTo>
                    <a:pt x="2488" y="29156"/>
                  </a:lnTo>
                  <a:lnTo>
                    <a:pt x="2307" y="28264"/>
                  </a:lnTo>
                  <a:lnTo>
                    <a:pt x="981" y="28406"/>
                  </a:lnTo>
                  <a:lnTo>
                    <a:pt x="145" y="26415"/>
                  </a:lnTo>
                  <a:lnTo>
                    <a:pt x="0" y="23339"/>
                  </a:lnTo>
                  <a:lnTo>
                    <a:pt x="171" y="16944"/>
                  </a:lnTo>
                  <a:lnTo>
                    <a:pt x="280" y="15631"/>
                  </a:lnTo>
                  <a:lnTo>
                    <a:pt x="864" y="13799"/>
                  </a:lnTo>
                  <a:lnTo>
                    <a:pt x="1056" y="12177"/>
                  </a:lnTo>
                  <a:lnTo>
                    <a:pt x="911" y="10454"/>
                  </a:lnTo>
                  <a:lnTo>
                    <a:pt x="1162" y="7329"/>
                  </a:lnTo>
                  <a:lnTo>
                    <a:pt x="1709" y="4622"/>
                  </a:lnTo>
                  <a:lnTo>
                    <a:pt x="3798" y="1211"/>
                  </a:lnTo>
                  <a:lnTo>
                    <a:pt x="622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589051" y="3635278"/>
              <a:ext cx="4400" cy="8465"/>
            </a:xfrm>
            <a:custGeom>
              <a:avLst/>
              <a:pathLst>
                <a:path w="4400" h="8465">
                  <a:moveTo>
                    <a:pt x="4374" y="2682"/>
                  </a:moveTo>
                  <a:lnTo>
                    <a:pt x="1268" y="8465"/>
                  </a:lnTo>
                  <a:lnTo>
                    <a:pt x="216" y="6566"/>
                  </a:lnTo>
                  <a:lnTo>
                    <a:pt x="0" y="5466"/>
                  </a:lnTo>
                  <a:lnTo>
                    <a:pt x="178" y="4358"/>
                  </a:lnTo>
                  <a:lnTo>
                    <a:pt x="140" y="3885"/>
                  </a:lnTo>
                  <a:lnTo>
                    <a:pt x="488" y="1903"/>
                  </a:lnTo>
                  <a:lnTo>
                    <a:pt x="2224" y="275"/>
                  </a:lnTo>
                  <a:lnTo>
                    <a:pt x="3097" y="0"/>
                  </a:lnTo>
                  <a:lnTo>
                    <a:pt x="4213" y="506"/>
                  </a:lnTo>
                  <a:lnTo>
                    <a:pt x="4400" y="19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602768" y="3631597"/>
              <a:ext cx="5198" cy="6720"/>
            </a:xfrm>
            <a:custGeom>
              <a:avLst/>
              <a:pathLst>
                <a:path w="5198" h="6720">
                  <a:moveTo>
                    <a:pt x="4385" y="5794"/>
                  </a:moveTo>
                  <a:lnTo>
                    <a:pt x="1376" y="6720"/>
                  </a:lnTo>
                  <a:lnTo>
                    <a:pt x="0" y="5247"/>
                  </a:lnTo>
                  <a:lnTo>
                    <a:pt x="311" y="4005"/>
                  </a:lnTo>
                  <a:lnTo>
                    <a:pt x="1337" y="2025"/>
                  </a:lnTo>
                  <a:lnTo>
                    <a:pt x="2587" y="620"/>
                  </a:lnTo>
                  <a:lnTo>
                    <a:pt x="3708" y="0"/>
                  </a:lnTo>
                  <a:lnTo>
                    <a:pt x="4878" y="782"/>
                  </a:lnTo>
                  <a:lnTo>
                    <a:pt x="5198" y="2441"/>
                  </a:lnTo>
                  <a:lnTo>
                    <a:pt x="5101" y="41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596920" y="3625071"/>
              <a:ext cx="7356" cy="9864"/>
            </a:xfrm>
            <a:custGeom>
              <a:avLst/>
              <a:pathLst>
                <a:path w="7356" h="9864">
                  <a:moveTo>
                    <a:pt x="6891" y="1074"/>
                  </a:moveTo>
                  <a:lnTo>
                    <a:pt x="7356" y="2617"/>
                  </a:lnTo>
                  <a:lnTo>
                    <a:pt x="5747" y="8795"/>
                  </a:lnTo>
                  <a:lnTo>
                    <a:pt x="4860" y="9684"/>
                  </a:lnTo>
                  <a:lnTo>
                    <a:pt x="3890" y="9864"/>
                  </a:lnTo>
                  <a:lnTo>
                    <a:pt x="2634" y="8023"/>
                  </a:lnTo>
                  <a:lnTo>
                    <a:pt x="675" y="8154"/>
                  </a:lnTo>
                  <a:lnTo>
                    <a:pt x="64" y="7717"/>
                  </a:lnTo>
                  <a:lnTo>
                    <a:pt x="0" y="5025"/>
                  </a:lnTo>
                  <a:lnTo>
                    <a:pt x="822" y="2151"/>
                  </a:lnTo>
                  <a:lnTo>
                    <a:pt x="2465" y="2305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593754" y="3616610"/>
              <a:ext cx="3311" cy="17686"/>
            </a:xfrm>
            <a:custGeom>
              <a:avLst/>
              <a:pathLst>
                <a:path w="3311" h="17686">
                  <a:moveTo>
                    <a:pt x="2246" y="13344"/>
                  </a:moveTo>
                  <a:lnTo>
                    <a:pt x="2043" y="17686"/>
                  </a:lnTo>
                  <a:lnTo>
                    <a:pt x="0" y="15852"/>
                  </a:lnTo>
                  <a:lnTo>
                    <a:pt x="153" y="11408"/>
                  </a:lnTo>
                  <a:lnTo>
                    <a:pt x="1109" y="10163"/>
                  </a:lnTo>
                  <a:lnTo>
                    <a:pt x="1957" y="7799"/>
                  </a:lnTo>
                  <a:lnTo>
                    <a:pt x="2246" y="4902"/>
                  </a:lnTo>
                  <a:lnTo>
                    <a:pt x="2263" y="963"/>
                  </a:lnTo>
                  <a:lnTo>
                    <a:pt x="2578" y="279"/>
                  </a:lnTo>
                  <a:lnTo>
                    <a:pt x="2852" y="0"/>
                  </a:lnTo>
                  <a:lnTo>
                    <a:pt x="3099" y="269"/>
                  </a:lnTo>
                  <a:lnTo>
                    <a:pt x="3195" y="6183"/>
                  </a:lnTo>
                  <a:lnTo>
                    <a:pt x="3311" y="98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597640" y="3615217"/>
              <a:ext cx="2780" cy="8239"/>
            </a:xfrm>
            <a:custGeom>
              <a:avLst/>
              <a:pathLst>
                <a:path w="2780" h="8239">
                  <a:moveTo>
                    <a:pt x="1462" y="7240"/>
                  </a:moveTo>
                  <a:lnTo>
                    <a:pt x="231" y="8239"/>
                  </a:lnTo>
                  <a:lnTo>
                    <a:pt x="1" y="7305"/>
                  </a:lnTo>
                  <a:lnTo>
                    <a:pt x="0" y="3591"/>
                  </a:lnTo>
                  <a:lnTo>
                    <a:pt x="346" y="1553"/>
                  </a:lnTo>
                  <a:lnTo>
                    <a:pt x="1917" y="984"/>
                  </a:lnTo>
                  <a:lnTo>
                    <a:pt x="2078" y="385"/>
                  </a:lnTo>
                  <a:lnTo>
                    <a:pt x="2530" y="0"/>
                  </a:lnTo>
                  <a:lnTo>
                    <a:pt x="2780" y="1276"/>
                  </a:lnTo>
                  <a:lnTo>
                    <a:pt x="2744" y="34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595059" y="3570200"/>
              <a:ext cx="2462" cy="7936"/>
            </a:xfrm>
            <a:custGeom>
              <a:avLst/>
              <a:pathLst>
                <a:path w="2462" h="7936">
                  <a:moveTo>
                    <a:pt x="2384" y="6587"/>
                  </a:moveTo>
                  <a:lnTo>
                    <a:pt x="1251" y="7936"/>
                  </a:lnTo>
                  <a:lnTo>
                    <a:pt x="600" y="7416"/>
                  </a:lnTo>
                  <a:lnTo>
                    <a:pt x="0" y="3898"/>
                  </a:lnTo>
                  <a:lnTo>
                    <a:pt x="204" y="971"/>
                  </a:lnTo>
                  <a:lnTo>
                    <a:pt x="1024" y="0"/>
                  </a:lnTo>
                  <a:lnTo>
                    <a:pt x="1661" y="207"/>
                  </a:lnTo>
                  <a:lnTo>
                    <a:pt x="1896" y="582"/>
                  </a:lnTo>
                  <a:lnTo>
                    <a:pt x="2462" y="537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328284" y="3478702"/>
              <a:ext cx="445095" cy="1152417"/>
            </a:xfrm>
            <a:custGeom>
              <a:avLst/>
              <a:pathLst>
                <a:path w="445095" h="1152417">
                  <a:moveTo>
                    <a:pt x="198939" y="97979"/>
                  </a:moveTo>
                  <a:lnTo>
                    <a:pt x="199279" y="98269"/>
                  </a:lnTo>
                  <a:lnTo>
                    <a:pt x="200040" y="98518"/>
                  </a:lnTo>
                  <a:lnTo>
                    <a:pt x="201842" y="99657"/>
                  </a:lnTo>
                  <a:lnTo>
                    <a:pt x="204195" y="100931"/>
                  </a:lnTo>
                  <a:lnTo>
                    <a:pt x="204837" y="100492"/>
                  </a:lnTo>
                  <a:lnTo>
                    <a:pt x="205220" y="99593"/>
                  </a:lnTo>
                  <a:lnTo>
                    <a:pt x="205311" y="96959"/>
                  </a:lnTo>
                  <a:lnTo>
                    <a:pt x="205382" y="95100"/>
                  </a:lnTo>
                  <a:lnTo>
                    <a:pt x="204853" y="93458"/>
                  </a:lnTo>
                  <a:lnTo>
                    <a:pt x="204193" y="91596"/>
                  </a:lnTo>
                  <a:lnTo>
                    <a:pt x="203585" y="89273"/>
                  </a:lnTo>
                  <a:lnTo>
                    <a:pt x="202857" y="88615"/>
                  </a:lnTo>
                  <a:lnTo>
                    <a:pt x="202952" y="87419"/>
                  </a:lnTo>
                  <a:lnTo>
                    <a:pt x="203424" y="86184"/>
                  </a:lnTo>
                  <a:lnTo>
                    <a:pt x="203909" y="85501"/>
                  </a:lnTo>
                  <a:lnTo>
                    <a:pt x="204190" y="84663"/>
                  </a:lnTo>
                  <a:lnTo>
                    <a:pt x="204495" y="81568"/>
                  </a:lnTo>
                  <a:lnTo>
                    <a:pt x="204698" y="81023"/>
                  </a:lnTo>
                  <a:lnTo>
                    <a:pt x="204904" y="80890"/>
                  </a:lnTo>
                  <a:lnTo>
                    <a:pt x="205149" y="81004"/>
                  </a:lnTo>
                  <a:lnTo>
                    <a:pt x="205628" y="81805"/>
                  </a:lnTo>
                  <a:lnTo>
                    <a:pt x="207481" y="84268"/>
                  </a:lnTo>
                  <a:lnTo>
                    <a:pt x="208294" y="83895"/>
                  </a:lnTo>
                  <a:lnTo>
                    <a:pt x="211401" y="83249"/>
                  </a:lnTo>
                  <a:lnTo>
                    <a:pt x="211870" y="81826"/>
                  </a:lnTo>
                  <a:lnTo>
                    <a:pt x="212528" y="81505"/>
                  </a:lnTo>
                  <a:lnTo>
                    <a:pt x="213645" y="80091"/>
                  </a:lnTo>
                  <a:lnTo>
                    <a:pt x="214086" y="79994"/>
                  </a:lnTo>
                  <a:lnTo>
                    <a:pt x="214481" y="80336"/>
                  </a:lnTo>
                  <a:lnTo>
                    <a:pt x="214978" y="80066"/>
                  </a:lnTo>
                  <a:lnTo>
                    <a:pt x="215710" y="78747"/>
                  </a:lnTo>
                  <a:lnTo>
                    <a:pt x="216019" y="78609"/>
                  </a:lnTo>
                  <a:lnTo>
                    <a:pt x="216135" y="80066"/>
                  </a:lnTo>
                  <a:lnTo>
                    <a:pt x="216610" y="81572"/>
                  </a:lnTo>
                  <a:lnTo>
                    <a:pt x="217184" y="82960"/>
                  </a:lnTo>
                  <a:lnTo>
                    <a:pt x="217461" y="83281"/>
                  </a:lnTo>
                  <a:lnTo>
                    <a:pt x="218424" y="82832"/>
                  </a:lnTo>
                  <a:lnTo>
                    <a:pt x="218931" y="83219"/>
                  </a:lnTo>
                  <a:lnTo>
                    <a:pt x="219150" y="84510"/>
                  </a:lnTo>
                  <a:lnTo>
                    <a:pt x="219213" y="85637"/>
                  </a:lnTo>
                  <a:lnTo>
                    <a:pt x="219616" y="86591"/>
                  </a:lnTo>
                  <a:lnTo>
                    <a:pt x="220134" y="86614"/>
                  </a:lnTo>
                  <a:lnTo>
                    <a:pt x="220410" y="86997"/>
                  </a:lnTo>
                  <a:lnTo>
                    <a:pt x="220881" y="87609"/>
                  </a:lnTo>
                  <a:lnTo>
                    <a:pt x="221283" y="89016"/>
                  </a:lnTo>
                  <a:lnTo>
                    <a:pt x="222214" y="90137"/>
                  </a:lnTo>
                  <a:lnTo>
                    <a:pt x="223804" y="91711"/>
                  </a:lnTo>
                  <a:lnTo>
                    <a:pt x="224543" y="91739"/>
                  </a:lnTo>
                  <a:lnTo>
                    <a:pt x="225231" y="92219"/>
                  </a:lnTo>
                  <a:lnTo>
                    <a:pt x="225655" y="92692"/>
                  </a:lnTo>
                  <a:lnTo>
                    <a:pt x="226113" y="91822"/>
                  </a:lnTo>
                  <a:lnTo>
                    <a:pt x="227740" y="89397"/>
                  </a:lnTo>
                  <a:lnTo>
                    <a:pt x="228533" y="88046"/>
                  </a:lnTo>
                  <a:lnTo>
                    <a:pt x="229068" y="87022"/>
                  </a:lnTo>
                  <a:lnTo>
                    <a:pt x="229468" y="86045"/>
                  </a:lnTo>
                  <a:lnTo>
                    <a:pt x="229769" y="85784"/>
                  </a:lnTo>
                  <a:lnTo>
                    <a:pt x="229969" y="86370"/>
                  </a:lnTo>
                  <a:lnTo>
                    <a:pt x="230144" y="87152"/>
                  </a:lnTo>
                  <a:lnTo>
                    <a:pt x="230724" y="87614"/>
                  </a:lnTo>
                  <a:lnTo>
                    <a:pt x="232083" y="88530"/>
                  </a:lnTo>
                  <a:lnTo>
                    <a:pt x="232708" y="88789"/>
                  </a:lnTo>
                  <a:lnTo>
                    <a:pt x="233584" y="88012"/>
                  </a:lnTo>
                  <a:lnTo>
                    <a:pt x="234331" y="86689"/>
                  </a:lnTo>
                  <a:lnTo>
                    <a:pt x="234690" y="86230"/>
                  </a:lnTo>
                  <a:lnTo>
                    <a:pt x="235245" y="87546"/>
                  </a:lnTo>
                  <a:lnTo>
                    <a:pt x="235624" y="89406"/>
                  </a:lnTo>
                  <a:lnTo>
                    <a:pt x="235878" y="90215"/>
                  </a:lnTo>
                  <a:lnTo>
                    <a:pt x="236443" y="90025"/>
                  </a:lnTo>
                  <a:lnTo>
                    <a:pt x="237553" y="90309"/>
                  </a:lnTo>
                  <a:lnTo>
                    <a:pt x="238377" y="90899"/>
                  </a:lnTo>
                  <a:lnTo>
                    <a:pt x="238887" y="90845"/>
                  </a:lnTo>
                  <a:lnTo>
                    <a:pt x="239584" y="90019"/>
                  </a:lnTo>
                  <a:lnTo>
                    <a:pt x="239959" y="88390"/>
                  </a:lnTo>
                  <a:lnTo>
                    <a:pt x="240947" y="86896"/>
                  </a:lnTo>
                  <a:lnTo>
                    <a:pt x="241887" y="85523"/>
                  </a:lnTo>
                  <a:lnTo>
                    <a:pt x="242426" y="83689"/>
                  </a:lnTo>
                  <a:lnTo>
                    <a:pt x="243223" y="80640"/>
                  </a:lnTo>
                  <a:lnTo>
                    <a:pt x="243490" y="79333"/>
                  </a:lnTo>
                  <a:lnTo>
                    <a:pt x="243544" y="77131"/>
                  </a:lnTo>
                  <a:lnTo>
                    <a:pt x="244666" y="70734"/>
                  </a:lnTo>
                  <a:lnTo>
                    <a:pt x="245092" y="69561"/>
                  </a:lnTo>
                  <a:lnTo>
                    <a:pt x="245342" y="67541"/>
                  </a:lnTo>
                  <a:lnTo>
                    <a:pt x="245793" y="65196"/>
                  </a:lnTo>
                  <a:lnTo>
                    <a:pt x="245793" y="63241"/>
                  </a:lnTo>
                  <a:lnTo>
                    <a:pt x="246120" y="61350"/>
                  </a:lnTo>
                  <a:lnTo>
                    <a:pt x="246763" y="59714"/>
                  </a:lnTo>
                  <a:lnTo>
                    <a:pt x="247237" y="58692"/>
                  </a:lnTo>
                  <a:lnTo>
                    <a:pt x="247997" y="55944"/>
                  </a:lnTo>
                  <a:lnTo>
                    <a:pt x="248524" y="53355"/>
                  </a:lnTo>
                  <a:lnTo>
                    <a:pt x="249848" y="47605"/>
                  </a:lnTo>
                  <a:lnTo>
                    <a:pt x="249949" y="45977"/>
                  </a:lnTo>
                  <a:lnTo>
                    <a:pt x="250475" y="44998"/>
                  </a:lnTo>
                  <a:lnTo>
                    <a:pt x="250650" y="43762"/>
                  </a:lnTo>
                  <a:lnTo>
                    <a:pt x="251211" y="42237"/>
                  </a:lnTo>
                  <a:lnTo>
                    <a:pt x="251802" y="41025"/>
                  </a:lnTo>
                  <a:lnTo>
                    <a:pt x="252054" y="39241"/>
                  </a:lnTo>
                  <a:lnTo>
                    <a:pt x="252488" y="37387"/>
                  </a:lnTo>
                  <a:lnTo>
                    <a:pt x="253437" y="35998"/>
                  </a:lnTo>
                  <a:lnTo>
                    <a:pt x="253788" y="35360"/>
                  </a:lnTo>
                  <a:lnTo>
                    <a:pt x="254864" y="30263"/>
                  </a:lnTo>
                  <a:lnTo>
                    <a:pt x="254986" y="27985"/>
                  </a:lnTo>
                  <a:lnTo>
                    <a:pt x="255958" y="27899"/>
                  </a:lnTo>
                  <a:lnTo>
                    <a:pt x="257484" y="30530"/>
                  </a:lnTo>
                  <a:lnTo>
                    <a:pt x="258701" y="34405"/>
                  </a:lnTo>
                  <a:lnTo>
                    <a:pt x="260332" y="46873"/>
                  </a:lnTo>
                  <a:lnTo>
                    <a:pt x="260603" y="58392"/>
                  </a:lnTo>
                  <a:lnTo>
                    <a:pt x="261265" y="64429"/>
                  </a:lnTo>
                  <a:lnTo>
                    <a:pt x="263161" y="77007"/>
                  </a:lnTo>
                  <a:lnTo>
                    <a:pt x="263282" y="79336"/>
                  </a:lnTo>
                  <a:lnTo>
                    <a:pt x="263586" y="82151"/>
                  </a:lnTo>
                  <a:lnTo>
                    <a:pt x="264185" y="85136"/>
                  </a:lnTo>
                  <a:lnTo>
                    <a:pt x="264846" y="90053"/>
                  </a:lnTo>
                  <a:lnTo>
                    <a:pt x="264871" y="90967"/>
                  </a:lnTo>
                  <a:lnTo>
                    <a:pt x="264441" y="92309"/>
                  </a:lnTo>
                  <a:lnTo>
                    <a:pt x="265071" y="92399"/>
                  </a:lnTo>
                  <a:lnTo>
                    <a:pt x="265642" y="93193"/>
                  </a:lnTo>
                  <a:lnTo>
                    <a:pt x="266014" y="96311"/>
                  </a:lnTo>
                  <a:lnTo>
                    <a:pt x="266485" y="98419"/>
                  </a:lnTo>
                  <a:lnTo>
                    <a:pt x="267343" y="101305"/>
                  </a:lnTo>
                  <a:lnTo>
                    <a:pt x="269098" y="102248"/>
                  </a:lnTo>
                  <a:lnTo>
                    <a:pt x="270424" y="102593"/>
                  </a:lnTo>
                  <a:lnTo>
                    <a:pt x="271933" y="104226"/>
                  </a:lnTo>
                  <a:lnTo>
                    <a:pt x="273041" y="106320"/>
                  </a:lnTo>
                  <a:lnTo>
                    <a:pt x="273898" y="113410"/>
                  </a:lnTo>
                  <a:lnTo>
                    <a:pt x="273618" y="117868"/>
                  </a:lnTo>
                  <a:lnTo>
                    <a:pt x="273702" y="121002"/>
                  </a:lnTo>
                  <a:lnTo>
                    <a:pt x="273258" y="122230"/>
                  </a:lnTo>
                  <a:lnTo>
                    <a:pt x="272018" y="124283"/>
                  </a:lnTo>
                  <a:lnTo>
                    <a:pt x="271748" y="125372"/>
                  </a:lnTo>
                  <a:lnTo>
                    <a:pt x="269210" y="130672"/>
                  </a:lnTo>
                  <a:lnTo>
                    <a:pt x="268656" y="133175"/>
                  </a:lnTo>
                  <a:lnTo>
                    <a:pt x="267296" y="136535"/>
                  </a:lnTo>
                  <a:lnTo>
                    <a:pt x="265950" y="142942"/>
                  </a:lnTo>
                  <a:lnTo>
                    <a:pt x="263980" y="148791"/>
                  </a:lnTo>
                  <a:lnTo>
                    <a:pt x="263284" y="150268"/>
                  </a:lnTo>
                  <a:lnTo>
                    <a:pt x="262219" y="150610"/>
                  </a:lnTo>
                  <a:lnTo>
                    <a:pt x="261572" y="151518"/>
                  </a:lnTo>
                  <a:lnTo>
                    <a:pt x="260041" y="156291"/>
                  </a:lnTo>
                  <a:lnTo>
                    <a:pt x="257986" y="157885"/>
                  </a:lnTo>
                  <a:lnTo>
                    <a:pt x="257797" y="160651"/>
                  </a:lnTo>
                  <a:lnTo>
                    <a:pt x="256609" y="166970"/>
                  </a:lnTo>
                  <a:lnTo>
                    <a:pt x="255563" y="170422"/>
                  </a:lnTo>
                  <a:lnTo>
                    <a:pt x="254896" y="171593"/>
                  </a:lnTo>
                  <a:lnTo>
                    <a:pt x="253220" y="177893"/>
                  </a:lnTo>
                  <a:lnTo>
                    <a:pt x="253005" y="180645"/>
                  </a:lnTo>
                  <a:lnTo>
                    <a:pt x="253015" y="185462"/>
                  </a:lnTo>
                  <a:lnTo>
                    <a:pt x="251897" y="188396"/>
                  </a:lnTo>
                  <a:lnTo>
                    <a:pt x="250733" y="190260"/>
                  </a:lnTo>
                  <a:lnTo>
                    <a:pt x="250587" y="194381"/>
                  </a:lnTo>
                  <a:lnTo>
                    <a:pt x="250061" y="195789"/>
                  </a:lnTo>
                  <a:lnTo>
                    <a:pt x="249611" y="196707"/>
                  </a:lnTo>
                  <a:lnTo>
                    <a:pt x="247240" y="195628"/>
                  </a:lnTo>
                  <a:lnTo>
                    <a:pt x="243559" y="200106"/>
                  </a:lnTo>
                  <a:lnTo>
                    <a:pt x="242301" y="201220"/>
                  </a:lnTo>
                  <a:lnTo>
                    <a:pt x="246319" y="201451"/>
                  </a:lnTo>
                  <a:lnTo>
                    <a:pt x="247609" y="203832"/>
                  </a:lnTo>
                  <a:lnTo>
                    <a:pt x="250438" y="202253"/>
                  </a:lnTo>
                  <a:lnTo>
                    <a:pt x="253859" y="196568"/>
                  </a:lnTo>
                  <a:lnTo>
                    <a:pt x="255166" y="195380"/>
                  </a:lnTo>
                  <a:lnTo>
                    <a:pt x="257822" y="191521"/>
                  </a:lnTo>
                  <a:lnTo>
                    <a:pt x="258901" y="188950"/>
                  </a:lnTo>
                  <a:lnTo>
                    <a:pt x="260870" y="185866"/>
                  </a:lnTo>
                  <a:lnTo>
                    <a:pt x="261289" y="184512"/>
                  </a:lnTo>
                  <a:lnTo>
                    <a:pt x="262392" y="183072"/>
                  </a:lnTo>
                  <a:lnTo>
                    <a:pt x="262989" y="184905"/>
                  </a:lnTo>
                  <a:lnTo>
                    <a:pt x="263036" y="186065"/>
                  </a:lnTo>
                  <a:lnTo>
                    <a:pt x="262131" y="188321"/>
                  </a:lnTo>
                  <a:lnTo>
                    <a:pt x="262366" y="189776"/>
                  </a:lnTo>
                  <a:lnTo>
                    <a:pt x="262963" y="191602"/>
                  </a:lnTo>
                  <a:lnTo>
                    <a:pt x="263179" y="194119"/>
                  </a:lnTo>
                  <a:lnTo>
                    <a:pt x="263258" y="196035"/>
                  </a:lnTo>
                  <a:lnTo>
                    <a:pt x="263627" y="199394"/>
                  </a:lnTo>
                  <a:lnTo>
                    <a:pt x="264844" y="203941"/>
                  </a:lnTo>
                  <a:lnTo>
                    <a:pt x="264886" y="205445"/>
                  </a:lnTo>
                  <a:lnTo>
                    <a:pt x="264718" y="207424"/>
                  </a:lnTo>
                  <a:lnTo>
                    <a:pt x="265300" y="209060"/>
                  </a:lnTo>
                  <a:lnTo>
                    <a:pt x="265904" y="210030"/>
                  </a:lnTo>
                  <a:lnTo>
                    <a:pt x="267975" y="214924"/>
                  </a:lnTo>
                  <a:lnTo>
                    <a:pt x="269596" y="212188"/>
                  </a:lnTo>
                  <a:lnTo>
                    <a:pt x="270593" y="211398"/>
                  </a:lnTo>
                  <a:lnTo>
                    <a:pt x="271230" y="210255"/>
                  </a:lnTo>
                  <a:lnTo>
                    <a:pt x="272563" y="209496"/>
                  </a:lnTo>
                  <a:lnTo>
                    <a:pt x="273656" y="210642"/>
                  </a:lnTo>
                  <a:lnTo>
                    <a:pt x="275739" y="212289"/>
                  </a:lnTo>
                  <a:lnTo>
                    <a:pt x="277262" y="210541"/>
                  </a:lnTo>
                  <a:lnTo>
                    <a:pt x="280347" y="206538"/>
                  </a:lnTo>
                  <a:lnTo>
                    <a:pt x="279383" y="213626"/>
                  </a:lnTo>
                  <a:lnTo>
                    <a:pt x="278684" y="220124"/>
                  </a:lnTo>
                  <a:lnTo>
                    <a:pt x="278152" y="222747"/>
                  </a:lnTo>
                  <a:lnTo>
                    <a:pt x="277625" y="229828"/>
                  </a:lnTo>
                  <a:lnTo>
                    <a:pt x="277104" y="231719"/>
                  </a:lnTo>
                  <a:lnTo>
                    <a:pt x="276681" y="233877"/>
                  </a:lnTo>
                  <a:lnTo>
                    <a:pt x="277370" y="233124"/>
                  </a:lnTo>
                  <a:lnTo>
                    <a:pt x="277960" y="232102"/>
                  </a:lnTo>
                  <a:lnTo>
                    <a:pt x="278714" y="229375"/>
                  </a:lnTo>
                  <a:lnTo>
                    <a:pt x="279280" y="224640"/>
                  </a:lnTo>
                  <a:lnTo>
                    <a:pt x="281513" y="211998"/>
                  </a:lnTo>
                  <a:lnTo>
                    <a:pt x="282152" y="210876"/>
                  </a:lnTo>
                  <a:lnTo>
                    <a:pt x="284008" y="209436"/>
                  </a:lnTo>
                  <a:lnTo>
                    <a:pt x="287202" y="199327"/>
                  </a:lnTo>
                  <a:lnTo>
                    <a:pt x="288451" y="199359"/>
                  </a:lnTo>
                  <a:lnTo>
                    <a:pt x="289251" y="201685"/>
                  </a:lnTo>
                  <a:lnTo>
                    <a:pt x="290008" y="203058"/>
                  </a:lnTo>
                  <a:lnTo>
                    <a:pt x="290202" y="200294"/>
                  </a:lnTo>
                  <a:lnTo>
                    <a:pt x="291292" y="199163"/>
                  </a:lnTo>
                  <a:lnTo>
                    <a:pt x="290138" y="197795"/>
                  </a:lnTo>
                  <a:lnTo>
                    <a:pt x="289950" y="196554"/>
                  </a:lnTo>
                  <a:lnTo>
                    <a:pt x="289840" y="194485"/>
                  </a:lnTo>
                  <a:lnTo>
                    <a:pt x="290625" y="191689"/>
                  </a:lnTo>
                  <a:lnTo>
                    <a:pt x="290157" y="189216"/>
                  </a:lnTo>
                  <a:lnTo>
                    <a:pt x="291784" y="186094"/>
                  </a:lnTo>
                  <a:lnTo>
                    <a:pt x="291658" y="183750"/>
                  </a:lnTo>
                  <a:lnTo>
                    <a:pt x="292239" y="181817"/>
                  </a:lnTo>
                  <a:lnTo>
                    <a:pt x="292974" y="179832"/>
                  </a:lnTo>
                  <a:lnTo>
                    <a:pt x="293806" y="178865"/>
                  </a:lnTo>
                  <a:lnTo>
                    <a:pt x="293958" y="177160"/>
                  </a:lnTo>
                  <a:lnTo>
                    <a:pt x="294483" y="176455"/>
                  </a:lnTo>
                  <a:lnTo>
                    <a:pt x="294895" y="176202"/>
                  </a:lnTo>
                  <a:lnTo>
                    <a:pt x="295708" y="178109"/>
                  </a:lnTo>
                  <a:lnTo>
                    <a:pt x="296589" y="175855"/>
                  </a:lnTo>
                  <a:lnTo>
                    <a:pt x="297449" y="174972"/>
                  </a:lnTo>
                  <a:lnTo>
                    <a:pt x="297834" y="175365"/>
                  </a:lnTo>
                  <a:lnTo>
                    <a:pt x="298314" y="176360"/>
                  </a:lnTo>
                  <a:lnTo>
                    <a:pt x="298818" y="176784"/>
                  </a:lnTo>
                  <a:lnTo>
                    <a:pt x="299227" y="176606"/>
                  </a:lnTo>
                  <a:lnTo>
                    <a:pt x="300291" y="175163"/>
                  </a:lnTo>
                  <a:lnTo>
                    <a:pt x="301275" y="177486"/>
                  </a:lnTo>
                  <a:lnTo>
                    <a:pt x="301866" y="177999"/>
                  </a:lnTo>
                  <a:lnTo>
                    <a:pt x="301704" y="176698"/>
                  </a:lnTo>
                  <a:lnTo>
                    <a:pt x="301393" y="175489"/>
                  </a:lnTo>
                  <a:lnTo>
                    <a:pt x="301634" y="174505"/>
                  </a:lnTo>
                  <a:lnTo>
                    <a:pt x="302100" y="173884"/>
                  </a:lnTo>
                  <a:lnTo>
                    <a:pt x="303570" y="174438"/>
                  </a:lnTo>
                  <a:lnTo>
                    <a:pt x="304343" y="175474"/>
                  </a:lnTo>
                  <a:lnTo>
                    <a:pt x="305179" y="177393"/>
                  </a:lnTo>
                  <a:lnTo>
                    <a:pt x="306341" y="177535"/>
                  </a:lnTo>
                  <a:lnTo>
                    <a:pt x="307252" y="177333"/>
                  </a:lnTo>
                  <a:lnTo>
                    <a:pt x="307828" y="178412"/>
                  </a:lnTo>
                  <a:lnTo>
                    <a:pt x="308764" y="178406"/>
                  </a:lnTo>
                  <a:lnTo>
                    <a:pt x="309233" y="180086"/>
                  </a:lnTo>
                  <a:lnTo>
                    <a:pt x="310658" y="182446"/>
                  </a:lnTo>
                  <a:lnTo>
                    <a:pt x="310967" y="184048"/>
                  </a:lnTo>
                  <a:lnTo>
                    <a:pt x="312113" y="184824"/>
                  </a:lnTo>
                  <a:lnTo>
                    <a:pt x="313187" y="185805"/>
                  </a:lnTo>
                  <a:lnTo>
                    <a:pt x="314332" y="186073"/>
                  </a:lnTo>
                  <a:lnTo>
                    <a:pt x="315487" y="185840"/>
                  </a:lnTo>
                  <a:lnTo>
                    <a:pt x="315534" y="187865"/>
                  </a:lnTo>
                  <a:lnTo>
                    <a:pt x="316382" y="188414"/>
                  </a:lnTo>
                  <a:lnTo>
                    <a:pt x="317469" y="187961"/>
                  </a:lnTo>
                  <a:lnTo>
                    <a:pt x="318291" y="190454"/>
                  </a:lnTo>
                  <a:lnTo>
                    <a:pt x="320487" y="192327"/>
                  </a:lnTo>
                  <a:lnTo>
                    <a:pt x="322009" y="195195"/>
                  </a:lnTo>
                  <a:lnTo>
                    <a:pt x="323007" y="194687"/>
                  </a:lnTo>
                  <a:lnTo>
                    <a:pt x="324124" y="195443"/>
                  </a:lnTo>
                  <a:lnTo>
                    <a:pt x="325322" y="201682"/>
                  </a:lnTo>
                  <a:lnTo>
                    <a:pt x="325593" y="206111"/>
                  </a:lnTo>
                  <a:lnTo>
                    <a:pt x="326127" y="205500"/>
                  </a:lnTo>
                  <a:lnTo>
                    <a:pt x="326622" y="203517"/>
                  </a:lnTo>
                  <a:lnTo>
                    <a:pt x="327263" y="199899"/>
                  </a:lnTo>
                  <a:lnTo>
                    <a:pt x="328464" y="198698"/>
                  </a:lnTo>
                  <a:lnTo>
                    <a:pt x="329038" y="200089"/>
                  </a:lnTo>
                  <a:lnTo>
                    <a:pt x="330242" y="202317"/>
                  </a:lnTo>
                  <a:lnTo>
                    <a:pt x="331280" y="204764"/>
                  </a:lnTo>
                  <a:lnTo>
                    <a:pt x="331717" y="206333"/>
                  </a:lnTo>
                  <a:lnTo>
                    <a:pt x="332498" y="206590"/>
                  </a:lnTo>
                  <a:lnTo>
                    <a:pt x="331846" y="208521"/>
                  </a:lnTo>
                  <a:lnTo>
                    <a:pt x="332500" y="208327"/>
                  </a:lnTo>
                  <a:lnTo>
                    <a:pt x="333291" y="206954"/>
                  </a:lnTo>
                  <a:lnTo>
                    <a:pt x="333968" y="209791"/>
                  </a:lnTo>
                  <a:lnTo>
                    <a:pt x="334478" y="212878"/>
                  </a:lnTo>
                  <a:lnTo>
                    <a:pt x="334580" y="216023"/>
                  </a:lnTo>
                  <a:lnTo>
                    <a:pt x="334100" y="217830"/>
                  </a:lnTo>
                  <a:lnTo>
                    <a:pt x="333677" y="218961"/>
                  </a:lnTo>
                  <a:lnTo>
                    <a:pt x="333207" y="221189"/>
                  </a:lnTo>
                  <a:lnTo>
                    <a:pt x="332652" y="221590"/>
                  </a:lnTo>
                  <a:lnTo>
                    <a:pt x="332098" y="222311"/>
                  </a:lnTo>
                  <a:lnTo>
                    <a:pt x="332731" y="223933"/>
                  </a:lnTo>
                  <a:lnTo>
                    <a:pt x="333165" y="225494"/>
                  </a:lnTo>
                  <a:lnTo>
                    <a:pt x="334112" y="221275"/>
                  </a:lnTo>
                  <a:lnTo>
                    <a:pt x="334778" y="220089"/>
                  </a:lnTo>
                  <a:lnTo>
                    <a:pt x="335742" y="219431"/>
                  </a:lnTo>
                  <a:lnTo>
                    <a:pt x="336243" y="222433"/>
                  </a:lnTo>
                  <a:lnTo>
                    <a:pt x="336351" y="225266"/>
                  </a:lnTo>
                  <a:lnTo>
                    <a:pt x="334780" y="226446"/>
                  </a:lnTo>
                  <a:lnTo>
                    <a:pt x="334774" y="228686"/>
                  </a:lnTo>
                  <a:lnTo>
                    <a:pt x="334305" y="229955"/>
                  </a:lnTo>
                  <a:lnTo>
                    <a:pt x="333998" y="231410"/>
                  </a:lnTo>
                  <a:lnTo>
                    <a:pt x="333751" y="234466"/>
                  </a:lnTo>
                  <a:lnTo>
                    <a:pt x="333431" y="236996"/>
                  </a:lnTo>
                  <a:lnTo>
                    <a:pt x="332495" y="248219"/>
                  </a:lnTo>
                  <a:lnTo>
                    <a:pt x="332476" y="250065"/>
                  </a:lnTo>
                  <a:lnTo>
                    <a:pt x="333616" y="248089"/>
                  </a:lnTo>
                  <a:lnTo>
                    <a:pt x="335718" y="242372"/>
                  </a:lnTo>
                  <a:lnTo>
                    <a:pt x="336358" y="236284"/>
                  </a:lnTo>
                  <a:lnTo>
                    <a:pt x="337187" y="230279"/>
                  </a:lnTo>
                  <a:lnTo>
                    <a:pt x="338091" y="228391"/>
                  </a:lnTo>
                  <a:lnTo>
                    <a:pt x="338649" y="228389"/>
                  </a:lnTo>
                  <a:lnTo>
                    <a:pt x="339488" y="229046"/>
                  </a:lnTo>
                  <a:lnTo>
                    <a:pt x="339535" y="231014"/>
                  </a:lnTo>
                  <a:lnTo>
                    <a:pt x="339407" y="232151"/>
                  </a:lnTo>
                  <a:lnTo>
                    <a:pt x="338511" y="235138"/>
                  </a:lnTo>
                  <a:lnTo>
                    <a:pt x="338129" y="236774"/>
                  </a:lnTo>
                  <a:lnTo>
                    <a:pt x="338499" y="238387"/>
                  </a:lnTo>
                  <a:lnTo>
                    <a:pt x="340536" y="233441"/>
                  </a:lnTo>
                  <a:lnTo>
                    <a:pt x="341448" y="231707"/>
                  </a:lnTo>
                  <a:lnTo>
                    <a:pt x="342226" y="232059"/>
                  </a:lnTo>
                  <a:lnTo>
                    <a:pt x="343768" y="229776"/>
                  </a:lnTo>
                  <a:lnTo>
                    <a:pt x="346874" y="229300"/>
                  </a:lnTo>
                  <a:lnTo>
                    <a:pt x="347107" y="226689"/>
                  </a:lnTo>
                  <a:lnTo>
                    <a:pt x="347726" y="225578"/>
                  </a:lnTo>
                  <a:lnTo>
                    <a:pt x="349434" y="225872"/>
                  </a:lnTo>
                  <a:lnTo>
                    <a:pt x="352761" y="228207"/>
                  </a:lnTo>
                  <a:lnTo>
                    <a:pt x="353947" y="230114"/>
                  </a:lnTo>
                  <a:lnTo>
                    <a:pt x="355723" y="231889"/>
                  </a:lnTo>
                  <a:lnTo>
                    <a:pt x="356657" y="233998"/>
                  </a:lnTo>
                  <a:lnTo>
                    <a:pt x="360563" y="237868"/>
                  </a:lnTo>
                  <a:lnTo>
                    <a:pt x="363399" y="238283"/>
                  </a:lnTo>
                  <a:lnTo>
                    <a:pt x="364804" y="236526"/>
                  </a:lnTo>
                  <a:lnTo>
                    <a:pt x="366556" y="238367"/>
                  </a:lnTo>
                  <a:lnTo>
                    <a:pt x="367484" y="240427"/>
                  </a:lnTo>
                  <a:lnTo>
                    <a:pt x="369303" y="241547"/>
                  </a:lnTo>
                  <a:lnTo>
                    <a:pt x="371139" y="242130"/>
                  </a:lnTo>
                  <a:lnTo>
                    <a:pt x="372544" y="240650"/>
                  </a:lnTo>
                  <a:lnTo>
                    <a:pt x="376166" y="240162"/>
                  </a:lnTo>
                  <a:lnTo>
                    <a:pt x="380720" y="237975"/>
                  </a:lnTo>
                  <a:lnTo>
                    <a:pt x="383436" y="238494"/>
                  </a:lnTo>
                  <a:lnTo>
                    <a:pt x="386509" y="239922"/>
                  </a:lnTo>
                  <a:lnTo>
                    <a:pt x="388699" y="243596"/>
                  </a:lnTo>
                  <a:lnTo>
                    <a:pt x="390544" y="245676"/>
                  </a:lnTo>
                  <a:lnTo>
                    <a:pt x="391659" y="247725"/>
                  </a:lnTo>
                  <a:lnTo>
                    <a:pt x="393459" y="249846"/>
                  </a:lnTo>
                  <a:lnTo>
                    <a:pt x="397301" y="255545"/>
                  </a:lnTo>
                  <a:lnTo>
                    <a:pt x="398645" y="258841"/>
                  </a:lnTo>
                  <a:lnTo>
                    <a:pt x="401027" y="263331"/>
                  </a:lnTo>
                  <a:lnTo>
                    <a:pt x="403417" y="265215"/>
                  </a:lnTo>
                  <a:lnTo>
                    <a:pt x="404710" y="269913"/>
                  </a:lnTo>
                  <a:lnTo>
                    <a:pt x="405732" y="272028"/>
                  </a:lnTo>
                  <a:lnTo>
                    <a:pt x="408265" y="279958"/>
                  </a:lnTo>
                  <a:lnTo>
                    <a:pt x="411140" y="285510"/>
                  </a:lnTo>
                  <a:lnTo>
                    <a:pt x="413063" y="291059"/>
                  </a:lnTo>
                  <a:lnTo>
                    <a:pt x="416751" y="294634"/>
                  </a:lnTo>
                  <a:lnTo>
                    <a:pt x="418191" y="300524"/>
                  </a:lnTo>
                  <a:lnTo>
                    <a:pt x="420687" y="301242"/>
                  </a:lnTo>
                  <a:lnTo>
                    <a:pt x="421752" y="302125"/>
                  </a:lnTo>
                  <a:lnTo>
                    <a:pt x="423044" y="304610"/>
                  </a:lnTo>
                  <a:lnTo>
                    <a:pt x="424822" y="305995"/>
                  </a:lnTo>
                  <a:lnTo>
                    <a:pt x="427139" y="305603"/>
                  </a:lnTo>
                  <a:lnTo>
                    <a:pt x="429693" y="305883"/>
                  </a:lnTo>
                  <a:lnTo>
                    <a:pt x="431759" y="304720"/>
                  </a:lnTo>
                  <a:lnTo>
                    <a:pt x="436647" y="306936"/>
                  </a:lnTo>
                  <a:lnTo>
                    <a:pt x="437416" y="308018"/>
                  </a:lnTo>
                  <a:lnTo>
                    <a:pt x="438428" y="310526"/>
                  </a:lnTo>
                  <a:lnTo>
                    <a:pt x="440212" y="319858"/>
                  </a:lnTo>
                  <a:lnTo>
                    <a:pt x="441276" y="330214"/>
                  </a:lnTo>
                  <a:lnTo>
                    <a:pt x="441802" y="338138"/>
                  </a:lnTo>
                  <a:lnTo>
                    <a:pt x="443020" y="344296"/>
                  </a:lnTo>
                  <a:lnTo>
                    <a:pt x="443685" y="355859"/>
                  </a:lnTo>
                  <a:lnTo>
                    <a:pt x="444250" y="359498"/>
                  </a:lnTo>
                  <a:lnTo>
                    <a:pt x="444294" y="362297"/>
                  </a:lnTo>
                  <a:lnTo>
                    <a:pt x="444772" y="362932"/>
                  </a:lnTo>
                  <a:lnTo>
                    <a:pt x="445095" y="370732"/>
                  </a:lnTo>
                  <a:lnTo>
                    <a:pt x="444968" y="373877"/>
                  </a:lnTo>
                  <a:lnTo>
                    <a:pt x="444501" y="377969"/>
                  </a:lnTo>
                  <a:lnTo>
                    <a:pt x="444466" y="379793"/>
                  </a:lnTo>
                  <a:lnTo>
                    <a:pt x="444535" y="380953"/>
                  </a:lnTo>
                  <a:lnTo>
                    <a:pt x="444328" y="382661"/>
                  </a:lnTo>
                  <a:lnTo>
                    <a:pt x="444264" y="384297"/>
                  </a:lnTo>
                  <a:lnTo>
                    <a:pt x="444738" y="387971"/>
                  </a:lnTo>
                  <a:lnTo>
                    <a:pt x="444763" y="390917"/>
                  </a:lnTo>
                  <a:lnTo>
                    <a:pt x="444129" y="394484"/>
                  </a:lnTo>
                  <a:lnTo>
                    <a:pt x="443264" y="403804"/>
                  </a:lnTo>
                  <a:lnTo>
                    <a:pt x="441094" y="419257"/>
                  </a:lnTo>
                  <a:lnTo>
                    <a:pt x="439015" y="428124"/>
                  </a:lnTo>
                  <a:lnTo>
                    <a:pt x="436106" y="437284"/>
                  </a:lnTo>
                  <a:lnTo>
                    <a:pt x="434211" y="442068"/>
                  </a:lnTo>
                  <a:lnTo>
                    <a:pt x="433459" y="442556"/>
                  </a:lnTo>
                  <a:lnTo>
                    <a:pt x="432770" y="441609"/>
                  </a:lnTo>
                  <a:lnTo>
                    <a:pt x="433259" y="444134"/>
                  </a:lnTo>
                  <a:lnTo>
                    <a:pt x="432831" y="446356"/>
                  </a:lnTo>
                  <a:lnTo>
                    <a:pt x="430906" y="453097"/>
                  </a:lnTo>
                  <a:lnTo>
                    <a:pt x="428992" y="457509"/>
                  </a:lnTo>
                  <a:lnTo>
                    <a:pt x="427007" y="465162"/>
                  </a:lnTo>
                  <a:lnTo>
                    <a:pt x="426856" y="465335"/>
                  </a:lnTo>
                  <a:lnTo>
                    <a:pt x="424311" y="468290"/>
                  </a:lnTo>
                  <a:lnTo>
                    <a:pt x="422806" y="470705"/>
                  </a:lnTo>
                  <a:lnTo>
                    <a:pt x="420881" y="475100"/>
                  </a:lnTo>
                  <a:lnTo>
                    <a:pt x="419115" y="482026"/>
                  </a:lnTo>
                  <a:lnTo>
                    <a:pt x="418750" y="482917"/>
                  </a:lnTo>
                  <a:lnTo>
                    <a:pt x="418099" y="482430"/>
                  </a:lnTo>
                  <a:lnTo>
                    <a:pt x="418117" y="485947"/>
                  </a:lnTo>
                  <a:lnTo>
                    <a:pt x="416596" y="491516"/>
                  </a:lnTo>
                  <a:lnTo>
                    <a:pt x="416132" y="492342"/>
                  </a:lnTo>
                  <a:lnTo>
                    <a:pt x="416145" y="490763"/>
                  </a:lnTo>
                  <a:lnTo>
                    <a:pt x="416409" y="489563"/>
                  </a:lnTo>
                  <a:lnTo>
                    <a:pt x="416532" y="488284"/>
                  </a:lnTo>
                  <a:lnTo>
                    <a:pt x="416521" y="486764"/>
                  </a:lnTo>
                  <a:lnTo>
                    <a:pt x="416096" y="487869"/>
                  </a:lnTo>
                  <a:lnTo>
                    <a:pt x="415196" y="492042"/>
                  </a:lnTo>
                  <a:lnTo>
                    <a:pt x="415498" y="495100"/>
                  </a:lnTo>
                  <a:lnTo>
                    <a:pt x="414845" y="499720"/>
                  </a:lnTo>
                  <a:lnTo>
                    <a:pt x="412354" y="512911"/>
                  </a:lnTo>
                  <a:lnTo>
                    <a:pt x="409304" y="524006"/>
                  </a:lnTo>
                  <a:lnTo>
                    <a:pt x="408601" y="527428"/>
                  </a:lnTo>
                  <a:lnTo>
                    <a:pt x="406097" y="534902"/>
                  </a:lnTo>
                  <a:lnTo>
                    <a:pt x="404257" y="538506"/>
                  </a:lnTo>
                  <a:lnTo>
                    <a:pt x="403740" y="538532"/>
                  </a:lnTo>
                  <a:lnTo>
                    <a:pt x="403154" y="538224"/>
                  </a:lnTo>
                  <a:lnTo>
                    <a:pt x="402859" y="532481"/>
                  </a:lnTo>
                  <a:lnTo>
                    <a:pt x="401393" y="529004"/>
                  </a:lnTo>
                  <a:lnTo>
                    <a:pt x="400973" y="528392"/>
                  </a:lnTo>
                  <a:lnTo>
                    <a:pt x="400372" y="532074"/>
                  </a:lnTo>
                  <a:lnTo>
                    <a:pt x="399871" y="533084"/>
                  </a:lnTo>
                  <a:lnTo>
                    <a:pt x="399147" y="533304"/>
                  </a:lnTo>
                  <a:lnTo>
                    <a:pt x="399921" y="534908"/>
                  </a:lnTo>
                  <a:lnTo>
                    <a:pt x="400147" y="536763"/>
                  </a:lnTo>
                  <a:lnTo>
                    <a:pt x="399358" y="540477"/>
                  </a:lnTo>
                  <a:lnTo>
                    <a:pt x="399334" y="543853"/>
                  </a:lnTo>
                  <a:lnTo>
                    <a:pt x="397927" y="547573"/>
                  </a:lnTo>
                  <a:lnTo>
                    <a:pt x="397113" y="550294"/>
                  </a:lnTo>
                  <a:lnTo>
                    <a:pt x="396699" y="553702"/>
                  </a:lnTo>
                  <a:lnTo>
                    <a:pt x="396449" y="556885"/>
                  </a:lnTo>
                  <a:lnTo>
                    <a:pt x="397067" y="556016"/>
                  </a:lnTo>
                  <a:lnTo>
                    <a:pt x="397361" y="556686"/>
                  </a:lnTo>
                  <a:lnTo>
                    <a:pt x="397593" y="557679"/>
                  </a:lnTo>
                  <a:lnTo>
                    <a:pt x="397450" y="559142"/>
                  </a:lnTo>
                  <a:lnTo>
                    <a:pt x="396997" y="561906"/>
                  </a:lnTo>
                  <a:lnTo>
                    <a:pt x="397067" y="568788"/>
                  </a:lnTo>
                  <a:lnTo>
                    <a:pt x="396917" y="570352"/>
                  </a:lnTo>
                  <a:lnTo>
                    <a:pt x="397367" y="572043"/>
                  </a:lnTo>
                  <a:lnTo>
                    <a:pt x="397844" y="569155"/>
                  </a:lnTo>
                  <a:lnTo>
                    <a:pt x="398119" y="569960"/>
                  </a:lnTo>
                  <a:lnTo>
                    <a:pt x="396787" y="588402"/>
                  </a:lnTo>
                  <a:lnTo>
                    <a:pt x="397312" y="596701"/>
                  </a:lnTo>
                  <a:lnTo>
                    <a:pt x="397507" y="606103"/>
                  </a:lnTo>
                  <a:lnTo>
                    <a:pt x="398109" y="615279"/>
                  </a:lnTo>
                  <a:lnTo>
                    <a:pt x="398767" y="623483"/>
                  </a:lnTo>
                  <a:lnTo>
                    <a:pt x="398819" y="624141"/>
                  </a:lnTo>
                  <a:lnTo>
                    <a:pt x="397909" y="633663"/>
                  </a:lnTo>
                  <a:lnTo>
                    <a:pt x="396746" y="643056"/>
                  </a:lnTo>
                  <a:lnTo>
                    <a:pt x="396044" y="650715"/>
                  </a:lnTo>
                  <a:lnTo>
                    <a:pt x="395602" y="658988"/>
                  </a:lnTo>
                  <a:lnTo>
                    <a:pt x="395160" y="662964"/>
                  </a:lnTo>
                  <a:lnTo>
                    <a:pt x="395020" y="667033"/>
                  </a:lnTo>
                  <a:lnTo>
                    <a:pt x="395527" y="676674"/>
                  </a:lnTo>
                  <a:lnTo>
                    <a:pt x="395715" y="678501"/>
                  </a:lnTo>
                  <a:lnTo>
                    <a:pt x="394303" y="682800"/>
                  </a:lnTo>
                  <a:lnTo>
                    <a:pt x="392779" y="684887"/>
                  </a:lnTo>
                  <a:lnTo>
                    <a:pt x="391936" y="686958"/>
                  </a:lnTo>
                  <a:lnTo>
                    <a:pt x="390074" y="694707"/>
                  </a:lnTo>
                  <a:lnTo>
                    <a:pt x="389063" y="706157"/>
                  </a:lnTo>
                  <a:lnTo>
                    <a:pt x="389039" y="712248"/>
                  </a:lnTo>
                  <a:lnTo>
                    <a:pt x="389517" y="725009"/>
                  </a:lnTo>
                  <a:lnTo>
                    <a:pt x="389158" y="730212"/>
                  </a:lnTo>
                  <a:lnTo>
                    <a:pt x="388569" y="733695"/>
                  </a:lnTo>
                  <a:lnTo>
                    <a:pt x="387872" y="735980"/>
                  </a:lnTo>
                  <a:lnTo>
                    <a:pt x="386093" y="738724"/>
                  </a:lnTo>
                  <a:lnTo>
                    <a:pt x="384499" y="745410"/>
                  </a:lnTo>
                  <a:lnTo>
                    <a:pt x="383806" y="752437"/>
                  </a:lnTo>
                  <a:lnTo>
                    <a:pt x="382714" y="754996"/>
                  </a:lnTo>
                  <a:lnTo>
                    <a:pt x="382491" y="758930"/>
                  </a:lnTo>
                  <a:lnTo>
                    <a:pt x="381612" y="763174"/>
                  </a:lnTo>
                  <a:lnTo>
                    <a:pt x="379334" y="769508"/>
                  </a:lnTo>
                  <a:lnTo>
                    <a:pt x="377852" y="771352"/>
                  </a:lnTo>
                  <a:lnTo>
                    <a:pt x="377146" y="773121"/>
                  </a:lnTo>
                  <a:lnTo>
                    <a:pt x="376697" y="776823"/>
                  </a:lnTo>
                  <a:lnTo>
                    <a:pt x="375269" y="782927"/>
                  </a:lnTo>
                  <a:lnTo>
                    <a:pt x="374216" y="790839"/>
                  </a:lnTo>
                  <a:lnTo>
                    <a:pt x="374490" y="793534"/>
                  </a:lnTo>
                  <a:lnTo>
                    <a:pt x="374508" y="793947"/>
                  </a:lnTo>
                  <a:lnTo>
                    <a:pt x="374891" y="803091"/>
                  </a:lnTo>
                  <a:lnTo>
                    <a:pt x="374750" y="805417"/>
                  </a:lnTo>
                  <a:lnTo>
                    <a:pt x="373362" y="807939"/>
                  </a:lnTo>
                  <a:lnTo>
                    <a:pt x="368134" y="812646"/>
                  </a:lnTo>
                  <a:lnTo>
                    <a:pt x="366741" y="814597"/>
                  </a:lnTo>
                  <a:lnTo>
                    <a:pt x="363620" y="822604"/>
                  </a:lnTo>
                  <a:lnTo>
                    <a:pt x="363425" y="824494"/>
                  </a:lnTo>
                  <a:lnTo>
                    <a:pt x="363555" y="827190"/>
                  </a:lnTo>
                  <a:lnTo>
                    <a:pt x="364068" y="828739"/>
                  </a:lnTo>
                  <a:lnTo>
                    <a:pt x="363539" y="830419"/>
                  </a:lnTo>
                  <a:lnTo>
                    <a:pt x="362916" y="833431"/>
                  </a:lnTo>
                  <a:lnTo>
                    <a:pt x="362007" y="833247"/>
                  </a:lnTo>
                  <a:lnTo>
                    <a:pt x="356799" y="833252"/>
                  </a:lnTo>
                  <a:lnTo>
                    <a:pt x="353980" y="834207"/>
                  </a:lnTo>
                  <a:lnTo>
                    <a:pt x="352515" y="834023"/>
                  </a:lnTo>
                  <a:lnTo>
                    <a:pt x="351858" y="833298"/>
                  </a:lnTo>
                  <a:lnTo>
                    <a:pt x="351120" y="832115"/>
                  </a:lnTo>
                  <a:lnTo>
                    <a:pt x="350899" y="830566"/>
                  </a:lnTo>
                  <a:lnTo>
                    <a:pt x="351299" y="828220"/>
                  </a:lnTo>
                  <a:lnTo>
                    <a:pt x="351062" y="826820"/>
                  </a:lnTo>
                  <a:lnTo>
                    <a:pt x="350290" y="826875"/>
                  </a:lnTo>
                  <a:lnTo>
                    <a:pt x="349442" y="827539"/>
                  </a:lnTo>
                  <a:lnTo>
                    <a:pt x="349295" y="828941"/>
                  </a:lnTo>
                  <a:lnTo>
                    <a:pt x="349355" y="829937"/>
                  </a:lnTo>
                  <a:lnTo>
                    <a:pt x="349671" y="831394"/>
                  </a:lnTo>
                  <a:lnTo>
                    <a:pt x="349844" y="833180"/>
                  </a:lnTo>
                  <a:lnTo>
                    <a:pt x="349496" y="834735"/>
                  </a:lnTo>
                  <a:lnTo>
                    <a:pt x="347846" y="834937"/>
                  </a:lnTo>
                  <a:lnTo>
                    <a:pt x="345992" y="836366"/>
                  </a:lnTo>
                  <a:lnTo>
                    <a:pt x="343678" y="836963"/>
                  </a:lnTo>
                  <a:lnTo>
                    <a:pt x="341835" y="837993"/>
                  </a:lnTo>
                  <a:lnTo>
                    <a:pt x="340984" y="836689"/>
                  </a:lnTo>
                  <a:lnTo>
                    <a:pt x="341835" y="836037"/>
                  </a:lnTo>
                  <a:lnTo>
                    <a:pt x="343055" y="836354"/>
                  </a:lnTo>
                  <a:lnTo>
                    <a:pt x="344366" y="835275"/>
                  </a:lnTo>
                  <a:lnTo>
                    <a:pt x="344060" y="834000"/>
                  </a:lnTo>
                  <a:lnTo>
                    <a:pt x="342206" y="832352"/>
                  </a:lnTo>
                  <a:lnTo>
                    <a:pt x="340148" y="833362"/>
                  </a:lnTo>
                  <a:lnTo>
                    <a:pt x="339006" y="835321"/>
                  </a:lnTo>
                  <a:lnTo>
                    <a:pt x="336509" y="835142"/>
                  </a:lnTo>
                  <a:lnTo>
                    <a:pt x="333450" y="836634"/>
                  </a:lnTo>
                  <a:lnTo>
                    <a:pt x="332952" y="838155"/>
                  </a:lnTo>
                  <a:lnTo>
                    <a:pt x="333035" y="841101"/>
                  </a:lnTo>
                  <a:lnTo>
                    <a:pt x="333634" y="841748"/>
                  </a:lnTo>
                  <a:lnTo>
                    <a:pt x="334218" y="843092"/>
                  </a:lnTo>
                  <a:lnTo>
                    <a:pt x="333656" y="844345"/>
                  </a:lnTo>
                  <a:lnTo>
                    <a:pt x="333110" y="844899"/>
                  </a:lnTo>
                  <a:lnTo>
                    <a:pt x="329880" y="846267"/>
                  </a:lnTo>
                  <a:lnTo>
                    <a:pt x="326885" y="852003"/>
                  </a:lnTo>
                  <a:lnTo>
                    <a:pt x="325636" y="852716"/>
                  </a:lnTo>
                  <a:lnTo>
                    <a:pt x="324524" y="855247"/>
                  </a:lnTo>
                  <a:lnTo>
                    <a:pt x="324410" y="857408"/>
                  </a:lnTo>
                  <a:lnTo>
                    <a:pt x="324059" y="858709"/>
                  </a:lnTo>
                  <a:lnTo>
                    <a:pt x="323346" y="858776"/>
                  </a:lnTo>
                  <a:lnTo>
                    <a:pt x="321784" y="857596"/>
                  </a:lnTo>
                  <a:lnTo>
                    <a:pt x="319757" y="857561"/>
                  </a:lnTo>
                  <a:lnTo>
                    <a:pt x="318293" y="858502"/>
                  </a:lnTo>
                  <a:lnTo>
                    <a:pt x="310813" y="867805"/>
                  </a:lnTo>
                  <a:lnTo>
                    <a:pt x="308127" y="871528"/>
                  </a:lnTo>
                  <a:lnTo>
                    <a:pt x="305062" y="879117"/>
                  </a:lnTo>
                  <a:lnTo>
                    <a:pt x="299896" y="887624"/>
                  </a:lnTo>
                  <a:lnTo>
                    <a:pt x="297182" y="892702"/>
                  </a:lnTo>
                  <a:lnTo>
                    <a:pt x="296666" y="894018"/>
                  </a:lnTo>
                  <a:lnTo>
                    <a:pt x="296238" y="894090"/>
                  </a:lnTo>
                  <a:lnTo>
                    <a:pt x="295388" y="895149"/>
                  </a:lnTo>
                  <a:lnTo>
                    <a:pt x="295726" y="896027"/>
                  </a:lnTo>
                  <a:lnTo>
                    <a:pt x="296305" y="896107"/>
                  </a:lnTo>
                  <a:lnTo>
                    <a:pt x="296066" y="899065"/>
                  </a:lnTo>
                  <a:lnTo>
                    <a:pt x="294988" y="901088"/>
                  </a:lnTo>
                  <a:lnTo>
                    <a:pt x="292963" y="906401"/>
                  </a:lnTo>
                  <a:lnTo>
                    <a:pt x="292512" y="906011"/>
                  </a:lnTo>
                  <a:lnTo>
                    <a:pt x="293153" y="903249"/>
                  </a:lnTo>
                  <a:lnTo>
                    <a:pt x="292159" y="903146"/>
                  </a:lnTo>
                  <a:lnTo>
                    <a:pt x="290694" y="902133"/>
                  </a:lnTo>
                  <a:lnTo>
                    <a:pt x="290058" y="903275"/>
                  </a:lnTo>
                  <a:lnTo>
                    <a:pt x="290409" y="906011"/>
                  </a:lnTo>
                  <a:lnTo>
                    <a:pt x="289858" y="907183"/>
                  </a:lnTo>
                  <a:lnTo>
                    <a:pt x="288858" y="907315"/>
                  </a:lnTo>
                  <a:lnTo>
                    <a:pt x="287952" y="906992"/>
                  </a:lnTo>
                  <a:lnTo>
                    <a:pt x="286956" y="904989"/>
                  </a:lnTo>
                  <a:lnTo>
                    <a:pt x="287405" y="908617"/>
                  </a:lnTo>
                  <a:lnTo>
                    <a:pt x="289507" y="909497"/>
                  </a:lnTo>
                  <a:lnTo>
                    <a:pt x="290383" y="910351"/>
                  </a:lnTo>
                  <a:lnTo>
                    <a:pt x="290709" y="911745"/>
                  </a:lnTo>
                  <a:lnTo>
                    <a:pt x="289074" y="918203"/>
                  </a:lnTo>
                  <a:lnTo>
                    <a:pt x="287705" y="919043"/>
                  </a:lnTo>
                  <a:lnTo>
                    <a:pt x="287554" y="919954"/>
                  </a:lnTo>
                  <a:lnTo>
                    <a:pt x="288306" y="919949"/>
                  </a:lnTo>
                  <a:lnTo>
                    <a:pt x="288720" y="921735"/>
                  </a:lnTo>
                  <a:lnTo>
                    <a:pt x="288231" y="928943"/>
                  </a:lnTo>
                  <a:lnTo>
                    <a:pt x="287554" y="930314"/>
                  </a:lnTo>
                  <a:lnTo>
                    <a:pt x="287160" y="930349"/>
                  </a:lnTo>
                  <a:lnTo>
                    <a:pt x="286768" y="931581"/>
                  </a:lnTo>
                  <a:lnTo>
                    <a:pt x="287308" y="933935"/>
                  </a:lnTo>
                  <a:lnTo>
                    <a:pt x="287865" y="935652"/>
                  </a:lnTo>
                  <a:lnTo>
                    <a:pt x="287791" y="938982"/>
                  </a:lnTo>
                  <a:lnTo>
                    <a:pt x="287583" y="941738"/>
                  </a:lnTo>
                  <a:lnTo>
                    <a:pt x="287569" y="944413"/>
                  </a:lnTo>
                  <a:lnTo>
                    <a:pt x="288273" y="949590"/>
                  </a:lnTo>
                  <a:lnTo>
                    <a:pt x="288526" y="954905"/>
                  </a:lnTo>
                  <a:lnTo>
                    <a:pt x="288811" y="956839"/>
                  </a:lnTo>
                  <a:lnTo>
                    <a:pt x="288972" y="958983"/>
                  </a:lnTo>
                  <a:lnTo>
                    <a:pt x="288502" y="960988"/>
                  </a:lnTo>
                  <a:lnTo>
                    <a:pt x="288770" y="964206"/>
                  </a:lnTo>
                  <a:lnTo>
                    <a:pt x="287968" y="969677"/>
                  </a:lnTo>
                  <a:lnTo>
                    <a:pt x="288387" y="977575"/>
                  </a:lnTo>
                  <a:lnTo>
                    <a:pt x="288215" y="984974"/>
                  </a:lnTo>
                  <a:lnTo>
                    <a:pt x="287901" y="988864"/>
                  </a:lnTo>
                  <a:lnTo>
                    <a:pt x="287393" y="991905"/>
                  </a:lnTo>
                  <a:lnTo>
                    <a:pt x="286211" y="995821"/>
                  </a:lnTo>
                  <a:lnTo>
                    <a:pt x="286184" y="999740"/>
                  </a:lnTo>
                  <a:lnTo>
                    <a:pt x="283641" y="1003384"/>
                  </a:lnTo>
                  <a:lnTo>
                    <a:pt x="280829" y="1008483"/>
                  </a:lnTo>
                  <a:lnTo>
                    <a:pt x="278233" y="1014517"/>
                  </a:lnTo>
                  <a:lnTo>
                    <a:pt x="275438" y="1023021"/>
                  </a:lnTo>
                  <a:lnTo>
                    <a:pt x="272175" y="1035958"/>
                  </a:lnTo>
                  <a:lnTo>
                    <a:pt x="269153" y="1054420"/>
                  </a:lnTo>
                  <a:lnTo>
                    <a:pt x="265514" y="1068363"/>
                  </a:lnTo>
                  <a:lnTo>
                    <a:pt x="264058" y="1073399"/>
                  </a:lnTo>
                  <a:lnTo>
                    <a:pt x="262091" y="1079023"/>
                  </a:lnTo>
                  <a:lnTo>
                    <a:pt x="259475" y="1085582"/>
                  </a:lnTo>
                  <a:lnTo>
                    <a:pt x="255970" y="1092144"/>
                  </a:lnTo>
                  <a:lnTo>
                    <a:pt x="252135" y="1097990"/>
                  </a:lnTo>
                  <a:lnTo>
                    <a:pt x="250749" y="1100628"/>
                  </a:lnTo>
                  <a:lnTo>
                    <a:pt x="249398" y="1104330"/>
                  </a:lnTo>
                  <a:lnTo>
                    <a:pt x="249060" y="1102801"/>
                  </a:lnTo>
                  <a:lnTo>
                    <a:pt x="249353" y="1100273"/>
                  </a:lnTo>
                  <a:lnTo>
                    <a:pt x="249166" y="1098380"/>
                  </a:lnTo>
                  <a:lnTo>
                    <a:pt x="249125" y="1095924"/>
                  </a:lnTo>
                  <a:lnTo>
                    <a:pt x="249898" y="1095471"/>
                  </a:lnTo>
                  <a:lnTo>
                    <a:pt x="251056" y="1097029"/>
                  </a:lnTo>
                  <a:lnTo>
                    <a:pt x="251646" y="1095973"/>
                  </a:lnTo>
                  <a:lnTo>
                    <a:pt x="252075" y="1094929"/>
                  </a:lnTo>
                  <a:lnTo>
                    <a:pt x="253469" y="1094277"/>
                  </a:lnTo>
                  <a:lnTo>
                    <a:pt x="256132" y="1087856"/>
                  </a:lnTo>
                  <a:lnTo>
                    <a:pt x="258108" y="1085481"/>
                  </a:lnTo>
                  <a:lnTo>
                    <a:pt x="259219" y="1081427"/>
                  </a:lnTo>
                  <a:lnTo>
                    <a:pt x="259410" y="1079271"/>
                  </a:lnTo>
                  <a:lnTo>
                    <a:pt x="259365" y="1074899"/>
                  </a:lnTo>
                  <a:lnTo>
                    <a:pt x="259995" y="1073791"/>
                  </a:lnTo>
                  <a:lnTo>
                    <a:pt x="261425" y="1074172"/>
                  </a:lnTo>
                  <a:lnTo>
                    <a:pt x="261716" y="1072928"/>
                  </a:lnTo>
                  <a:lnTo>
                    <a:pt x="261592" y="1071549"/>
                  </a:lnTo>
                  <a:lnTo>
                    <a:pt x="261870" y="1068542"/>
                  </a:lnTo>
                  <a:lnTo>
                    <a:pt x="263808" y="1065873"/>
                  </a:lnTo>
                  <a:lnTo>
                    <a:pt x="264726" y="1062647"/>
                  </a:lnTo>
                  <a:lnTo>
                    <a:pt x="264420" y="1054426"/>
                  </a:lnTo>
                  <a:lnTo>
                    <a:pt x="264775" y="1054056"/>
                  </a:lnTo>
                  <a:lnTo>
                    <a:pt x="265572" y="1055338"/>
                  </a:lnTo>
                  <a:lnTo>
                    <a:pt x="265946" y="1054807"/>
                  </a:lnTo>
                  <a:lnTo>
                    <a:pt x="266348" y="1051202"/>
                  </a:lnTo>
                  <a:lnTo>
                    <a:pt x="266155" y="1049333"/>
                  </a:lnTo>
                  <a:lnTo>
                    <a:pt x="265216" y="1048836"/>
                  </a:lnTo>
                  <a:lnTo>
                    <a:pt x="261972" y="1052899"/>
                  </a:lnTo>
                  <a:lnTo>
                    <a:pt x="260915" y="1052732"/>
                  </a:lnTo>
                  <a:lnTo>
                    <a:pt x="260740" y="1049540"/>
                  </a:lnTo>
                  <a:lnTo>
                    <a:pt x="259162" y="1048074"/>
                  </a:lnTo>
                  <a:lnTo>
                    <a:pt x="258546" y="1045425"/>
                  </a:lnTo>
                  <a:lnTo>
                    <a:pt x="258361" y="1043610"/>
                  </a:lnTo>
                  <a:lnTo>
                    <a:pt x="257814" y="1042869"/>
                  </a:lnTo>
                  <a:lnTo>
                    <a:pt x="257848" y="1046005"/>
                  </a:lnTo>
                  <a:lnTo>
                    <a:pt x="257998" y="1049053"/>
                  </a:lnTo>
                  <a:lnTo>
                    <a:pt x="259412" y="1052602"/>
                  </a:lnTo>
                  <a:lnTo>
                    <a:pt x="259069" y="1054010"/>
                  </a:lnTo>
                  <a:lnTo>
                    <a:pt x="258398" y="1055655"/>
                  </a:lnTo>
                  <a:lnTo>
                    <a:pt x="257931" y="1059308"/>
                  </a:lnTo>
                  <a:lnTo>
                    <a:pt x="257984" y="1064047"/>
                  </a:lnTo>
                  <a:lnTo>
                    <a:pt x="257605" y="1062604"/>
                  </a:lnTo>
                  <a:lnTo>
                    <a:pt x="257121" y="1061770"/>
                  </a:lnTo>
                  <a:lnTo>
                    <a:pt x="256923" y="1066863"/>
                  </a:lnTo>
                  <a:lnTo>
                    <a:pt x="255985" y="1068811"/>
                  </a:lnTo>
                  <a:lnTo>
                    <a:pt x="255688" y="1070724"/>
                  </a:lnTo>
                  <a:lnTo>
                    <a:pt x="255933" y="1072943"/>
                  </a:lnTo>
                  <a:lnTo>
                    <a:pt x="255449" y="1074475"/>
                  </a:lnTo>
                  <a:lnTo>
                    <a:pt x="253058" y="1078590"/>
                  </a:lnTo>
                  <a:lnTo>
                    <a:pt x="250674" y="1081401"/>
                  </a:lnTo>
                  <a:lnTo>
                    <a:pt x="250156" y="1082728"/>
                  </a:lnTo>
                  <a:lnTo>
                    <a:pt x="249901" y="1085865"/>
                  </a:lnTo>
                  <a:lnTo>
                    <a:pt x="249537" y="1089088"/>
                  </a:lnTo>
                  <a:lnTo>
                    <a:pt x="248482" y="1091922"/>
                  </a:lnTo>
                  <a:lnTo>
                    <a:pt x="247645" y="1097555"/>
                  </a:lnTo>
                  <a:lnTo>
                    <a:pt x="247668" y="1099979"/>
                  </a:lnTo>
                  <a:lnTo>
                    <a:pt x="247945" y="1103551"/>
                  </a:lnTo>
                  <a:lnTo>
                    <a:pt x="248396" y="1105894"/>
                  </a:lnTo>
                  <a:lnTo>
                    <a:pt x="247683" y="1107461"/>
                  </a:lnTo>
                  <a:lnTo>
                    <a:pt x="246725" y="1110503"/>
                  </a:lnTo>
                  <a:lnTo>
                    <a:pt x="245963" y="1113931"/>
                  </a:lnTo>
                  <a:lnTo>
                    <a:pt x="244069" y="1126801"/>
                  </a:lnTo>
                  <a:lnTo>
                    <a:pt x="242436" y="1134557"/>
                  </a:lnTo>
                  <a:lnTo>
                    <a:pt x="241180" y="1138358"/>
                  </a:lnTo>
                  <a:lnTo>
                    <a:pt x="239386" y="1142363"/>
                  </a:lnTo>
                  <a:lnTo>
                    <a:pt x="234279" y="1152417"/>
                  </a:lnTo>
                  <a:lnTo>
                    <a:pt x="233973" y="1152272"/>
                  </a:lnTo>
                  <a:lnTo>
                    <a:pt x="233223" y="1151461"/>
                  </a:lnTo>
                  <a:lnTo>
                    <a:pt x="232596" y="1150498"/>
                  </a:lnTo>
                  <a:lnTo>
                    <a:pt x="232454" y="1149854"/>
                  </a:lnTo>
                  <a:lnTo>
                    <a:pt x="232382" y="1148890"/>
                  </a:lnTo>
                  <a:lnTo>
                    <a:pt x="232465" y="1145269"/>
                  </a:lnTo>
                  <a:lnTo>
                    <a:pt x="232454" y="1135536"/>
                  </a:lnTo>
                  <a:lnTo>
                    <a:pt x="232675" y="1133697"/>
                  </a:lnTo>
                  <a:lnTo>
                    <a:pt x="233004" y="1132511"/>
                  </a:lnTo>
                  <a:lnTo>
                    <a:pt x="234000" y="1130792"/>
                  </a:lnTo>
                  <a:lnTo>
                    <a:pt x="234966" y="1128330"/>
                  </a:lnTo>
                  <a:lnTo>
                    <a:pt x="236057" y="1125199"/>
                  </a:lnTo>
                  <a:lnTo>
                    <a:pt x="237061" y="1122706"/>
                  </a:lnTo>
                  <a:lnTo>
                    <a:pt x="236701" y="1121032"/>
                  </a:lnTo>
                  <a:lnTo>
                    <a:pt x="235861" y="1119416"/>
                  </a:lnTo>
                  <a:lnTo>
                    <a:pt x="234368" y="1118109"/>
                  </a:lnTo>
                  <a:lnTo>
                    <a:pt x="232930" y="1115806"/>
                  </a:lnTo>
                  <a:lnTo>
                    <a:pt x="231655" y="1112846"/>
                  </a:lnTo>
                  <a:lnTo>
                    <a:pt x="231065" y="1109764"/>
                  </a:lnTo>
                  <a:lnTo>
                    <a:pt x="230526" y="1106442"/>
                  </a:lnTo>
                  <a:lnTo>
                    <a:pt x="230010" y="1103816"/>
                  </a:lnTo>
                  <a:lnTo>
                    <a:pt x="229838" y="1102616"/>
                  </a:lnTo>
                  <a:lnTo>
                    <a:pt x="229334" y="1102117"/>
                  </a:lnTo>
                  <a:lnTo>
                    <a:pt x="228534" y="1100775"/>
                  </a:lnTo>
                  <a:lnTo>
                    <a:pt x="228034" y="1099528"/>
                  </a:lnTo>
                  <a:lnTo>
                    <a:pt x="227301" y="1098813"/>
                  </a:lnTo>
                  <a:lnTo>
                    <a:pt x="225991" y="1098028"/>
                  </a:lnTo>
                  <a:lnTo>
                    <a:pt x="224627" y="1096657"/>
                  </a:lnTo>
                  <a:lnTo>
                    <a:pt x="222931" y="1093402"/>
                  </a:lnTo>
                  <a:lnTo>
                    <a:pt x="221708" y="1089789"/>
                  </a:lnTo>
                  <a:lnTo>
                    <a:pt x="221103" y="1087403"/>
                  </a:lnTo>
                  <a:lnTo>
                    <a:pt x="220459" y="1085723"/>
                  </a:lnTo>
                  <a:lnTo>
                    <a:pt x="216958" y="1082947"/>
                  </a:lnTo>
                  <a:lnTo>
                    <a:pt x="215367" y="1079632"/>
                  </a:lnTo>
                  <a:lnTo>
                    <a:pt x="214741" y="1080665"/>
                  </a:lnTo>
                  <a:lnTo>
                    <a:pt x="213806" y="1079649"/>
                  </a:lnTo>
                  <a:lnTo>
                    <a:pt x="212885" y="1078053"/>
                  </a:lnTo>
                  <a:lnTo>
                    <a:pt x="212609" y="1076830"/>
                  </a:lnTo>
                  <a:lnTo>
                    <a:pt x="212219" y="1075575"/>
                  </a:lnTo>
                  <a:lnTo>
                    <a:pt x="211853" y="1074135"/>
                  </a:lnTo>
                  <a:lnTo>
                    <a:pt x="211620" y="1072752"/>
                  </a:lnTo>
                  <a:lnTo>
                    <a:pt x="210672" y="1070337"/>
                  </a:lnTo>
                  <a:lnTo>
                    <a:pt x="209448" y="1067723"/>
                  </a:lnTo>
                  <a:lnTo>
                    <a:pt x="208929" y="1066978"/>
                  </a:lnTo>
                  <a:lnTo>
                    <a:pt x="208655" y="1067195"/>
                  </a:lnTo>
                  <a:lnTo>
                    <a:pt x="208390" y="1068199"/>
                  </a:lnTo>
                  <a:lnTo>
                    <a:pt x="208222" y="1069169"/>
                  </a:lnTo>
                  <a:lnTo>
                    <a:pt x="207760" y="1069809"/>
                  </a:lnTo>
                  <a:lnTo>
                    <a:pt x="207188" y="1071007"/>
                  </a:lnTo>
                  <a:lnTo>
                    <a:pt x="206604" y="1072473"/>
                  </a:lnTo>
                  <a:lnTo>
                    <a:pt x="205855" y="1073445"/>
                  </a:lnTo>
                  <a:lnTo>
                    <a:pt x="204966" y="1073777"/>
                  </a:lnTo>
                  <a:lnTo>
                    <a:pt x="204368" y="1073728"/>
                  </a:lnTo>
                  <a:lnTo>
                    <a:pt x="204245" y="1073151"/>
                  </a:lnTo>
                  <a:lnTo>
                    <a:pt x="204211" y="1071148"/>
                  </a:lnTo>
                  <a:lnTo>
                    <a:pt x="204433" y="1066577"/>
                  </a:lnTo>
                  <a:lnTo>
                    <a:pt x="203912" y="1064817"/>
                  </a:lnTo>
                  <a:lnTo>
                    <a:pt x="203219" y="1062930"/>
                  </a:lnTo>
                  <a:lnTo>
                    <a:pt x="202421" y="1060408"/>
                  </a:lnTo>
                  <a:lnTo>
                    <a:pt x="199797" y="1055061"/>
                  </a:lnTo>
                  <a:lnTo>
                    <a:pt x="196226" y="1047362"/>
                  </a:lnTo>
                  <a:lnTo>
                    <a:pt x="194965" y="1045007"/>
                  </a:lnTo>
                  <a:lnTo>
                    <a:pt x="193778" y="1044825"/>
                  </a:lnTo>
                  <a:lnTo>
                    <a:pt x="192694" y="1045088"/>
                  </a:lnTo>
                  <a:lnTo>
                    <a:pt x="191697" y="1046106"/>
                  </a:lnTo>
                  <a:lnTo>
                    <a:pt x="190943" y="1049664"/>
                  </a:lnTo>
                  <a:lnTo>
                    <a:pt x="190630" y="1050213"/>
                  </a:lnTo>
                  <a:lnTo>
                    <a:pt x="188707" y="1050132"/>
                  </a:lnTo>
                  <a:lnTo>
                    <a:pt x="186794" y="1049558"/>
                  </a:lnTo>
                  <a:lnTo>
                    <a:pt x="186151" y="1047388"/>
                  </a:lnTo>
                  <a:lnTo>
                    <a:pt x="186663" y="1045974"/>
                  </a:lnTo>
                  <a:lnTo>
                    <a:pt x="188464" y="1042840"/>
                  </a:lnTo>
                  <a:lnTo>
                    <a:pt x="189460" y="1040049"/>
                  </a:lnTo>
                  <a:lnTo>
                    <a:pt x="189651" y="1037599"/>
                  </a:lnTo>
                  <a:lnTo>
                    <a:pt x="190515" y="1035401"/>
                  </a:lnTo>
                  <a:lnTo>
                    <a:pt x="192051" y="1033453"/>
                  </a:lnTo>
                  <a:lnTo>
                    <a:pt x="193763" y="1029866"/>
                  </a:lnTo>
                  <a:lnTo>
                    <a:pt x="195649" y="1024637"/>
                  </a:lnTo>
                  <a:lnTo>
                    <a:pt x="196795" y="1020779"/>
                  </a:lnTo>
                  <a:lnTo>
                    <a:pt x="197201" y="1018289"/>
                  </a:lnTo>
                  <a:lnTo>
                    <a:pt x="197940" y="1016370"/>
                  </a:lnTo>
                  <a:lnTo>
                    <a:pt x="199016" y="1015022"/>
                  </a:lnTo>
                  <a:lnTo>
                    <a:pt x="199955" y="1012209"/>
                  </a:lnTo>
                  <a:lnTo>
                    <a:pt x="200760" y="1007929"/>
                  </a:lnTo>
                  <a:lnTo>
                    <a:pt x="201860" y="1004524"/>
                  </a:lnTo>
                  <a:lnTo>
                    <a:pt x="203253" y="1001999"/>
                  </a:lnTo>
                  <a:lnTo>
                    <a:pt x="204032" y="999904"/>
                  </a:lnTo>
                  <a:lnTo>
                    <a:pt x="204198" y="998242"/>
                  </a:lnTo>
                  <a:lnTo>
                    <a:pt x="204592" y="997177"/>
                  </a:lnTo>
                  <a:lnTo>
                    <a:pt x="205214" y="996713"/>
                  </a:lnTo>
                  <a:lnTo>
                    <a:pt x="205515" y="995838"/>
                  </a:lnTo>
                  <a:lnTo>
                    <a:pt x="205495" y="994548"/>
                  </a:lnTo>
                  <a:lnTo>
                    <a:pt x="205664" y="993674"/>
                  </a:lnTo>
                  <a:lnTo>
                    <a:pt x="206023" y="993207"/>
                  </a:lnTo>
                  <a:lnTo>
                    <a:pt x="206623" y="993371"/>
                  </a:lnTo>
                  <a:lnTo>
                    <a:pt x="207464" y="994165"/>
                  </a:lnTo>
                  <a:lnTo>
                    <a:pt x="207972" y="994018"/>
                  </a:lnTo>
                  <a:lnTo>
                    <a:pt x="208146" y="992933"/>
                  </a:lnTo>
                  <a:lnTo>
                    <a:pt x="207924" y="991689"/>
                  </a:lnTo>
                  <a:lnTo>
                    <a:pt x="207305" y="990289"/>
                  </a:lnTo>
                  <a:lnTo>
                    <a:pt x="207538" y="988771"/>
                  </a:lnTo>
                  <a:lnTo>
                    <a:pt x="209163" y="986316"/>
                  </a:lnTo>
                  <a:lnTo>
                    <a:pt x="210364" y="985381"/>
                  </a:lnTo>
                  <a:lnTo>
                    <a:pt x="211123" y="983857"/>
                  </a:lnTo>
                  <a:lnTo>
                    <a:pt x="211842" y="981439"/>
                  </a:lnTo>
                  <a:lnTo>
                    <a:pt x="213009" y="979751"/>
                  </a:lnTo>
                  <a:lnTo>
                    <a:pt x="214624" y="978804"/>
                  </a:lnTo>
                  <a:lnTo>
                    <a:pt x="215051" y="977893"/>
                  </a:lnTo>
                  <a:lnTo>
                    <a:pt x="214993" y="976721"/>
                  </a:lnTo>
                  <a:lnTo>
                    <a:pt x="215323" y="975878"/>
                  </a:lnTo>
                  <a:lnTo>
                    <a:pt x="216277" y="975270"/>
                  </a:lnTo>
                  <a:lnTo>
                    <a:pt x="216796" y="974130"/>
                  </a:lnTo>
                  <a:lnTo>
                    <a:pt x="216880" y="972456"/>
                  </a:lnTo>
                  <a:lnTo>
                    <a:pt x="217188" y="970898"/>
                  </a:lnTo>
                  <a:lnTo>
                    <a:pt x="217717" y="969461"/>
                  </a:lnTo>
                  <a:lnTo>
                    <a:pt x="218308" y="968927"/>
                  </a:lnTo>
                  <a:lnTo>
                    <a:pt x="218959" y="969293"/>
                  </a:lnTo>
                  <a:lnTo>
                    <a:pt x="219571" y="968751"/>
                  </a:lnTo>
                  <a:lnTo>
                    <a:pt x="220143" y="967291"/>
                  </a:lnTo>
                  <a:lnTo>
                    <a:pt x="220830" y="966610"/>
                  </a:lnTo>
                  <a:lnTo>
                    <a:pt x="221632" y="966705"/>
                  </a:lnTo>
                  <a:lnTo>
                    <a:pt x="222043" y="966385"/>
                  </a:lnTo>
                  <a:lnTo>
                    <a:pt x="223419" y="965706"/>
                  </a:lnTo>
                  <a:lnTo>
                    <a:pt x="224178" y="964480"/>
                  </a:lnTo>
                  <a:lnTo>
                    <a:pt x="224802" y="961750"/>
                  </a:lnTo>
                  <a:lnTo>
                    <a:pt x="225355" y="960691"/>
                  </a:lnTo>
                  <a:lnTo>
                    <a:pt x="225839" y="961309"/>
                  </a:lnTo>
                  <a:lnTo>
                    <a:pt x="226676" y="960394"/>
                  </a:lnTo>
                  <a:lnTo>
                    <a:pt x="227866" y="957953"/>
                  </a:lnTo>
                  <a:lnTo>
                    <a:pt x="228090" y="957907"/>
                  </a:lnTo>
                  <a:lnTo>
                    <a:pt x="228969" y="956770"/>
                  </a:lnTo>
                  <a:lnTo>
                    <a:pt x="229874" y="952551"/>
                  </a:lnTo>
                  <a:lnTo>
                    <a:pt x="230342" y="949729"/>
                  </a:lnTo>
                  <a:lnTo>
                    <a:pt x="230230" y="947420"/>
                  </a:lnTo>
                  <a:lnTo>
                    <a:pt x="229933" y="945764"/>
                  </a:lnTo>
                  <a:lnTo>
                    <a:pt x="230032" y="943337"/>
                  </a:lnTo>
                  <a:lnTo>
                    <a:pt x="230332" y="936737"/>
                  </a:lnTo>
                  <a:lnTo>
                    <a:pt x="230414" y="934039"/>
                  </a:lnTo>
                  <a:lnTo>
                    <a:pt x="230896" y="932158"/>
                  </a:lnTo>
                  <a:lnTo>
                    <a:pt x="230865" y="930294"/>
                  </a:lnTo>
                  <a:lnTo>
                    <a:pt x="230006" y="926115"/>
                  </a:lnTo>
                  <a:lnTo>
                    <a:pt x="229139" y="922448"/>
                  </a:lnTo>
                  <a:lnTo>
                    <a:pt x="228674" y="916220"/>
                  </a:lnTo>
                  <a:lnTo>
                    <a:pt x="228368" y="913857"/>
                  </a:lnTo>
                  <a:lnTo>
                    <a:pt x="227645" y="913231"/>
                  </a:lnTo>
                  <a:lnTo>
                    <a:pt x="226992" y="911171"/>
                  </a:lnTo>
                  <a:lnTo>
                    <a:pt x="226167" y="910992"/>
                  </a:lnTo>
                  <a:lnTo>
                    <a:pt x="225778" y="910204"/>
                  </a:lnTo>
                  <a:lnTo>
                    <a:pt x="225377" y="909549"/>
                  </a:lnTo>
                  <a:lnTo>
                    <a:pt x="224791" y="909742"/>
                  </a:lnTo>
                  <a:lnTo>
                    <a:pt x="224292" y="910948"/>
                  </a:lnTo>
                  <a:lnTo>
                    <a:pt x="223363" y="910992"/>
                  </a:lnTo>
                  <a:lnTo>
                    <a:pt x="222779" y="911488"/>
                  </a:lnTo>
                  <a:lnTo>
                    <a:pt x="222091" y="912561"/>
                  </a:lnTo>
                  <a:lnTo>
                    <a:pt x="221437" y="912068"/>
                  </a:lnTo>
                  <a:lnTo>
                    <a:pt x="221025" y="911127"/>
                  </a:lnTo>
                  <a:lnTo>
                    <a:pt x="220138" y="911116"/>
                  </a:lnTo>
                  <a:lnTo>
                    <a:pt x="220199" y="906880"/>
                  </a:lnTo>
                  <a:lnTo>
                    <a:pt x="221759" y="900600"/>
                  </a:lnTo>
                  <a:lnTo>
                    <a:pt x="222178" y="897677"/>
                  </a:lnTo>
                  <a:lnTo>
                    <a:pt x="221975" y="896021"/>
                  </a:lnTo>
                  <a:lnTo>
                    <a:pt x="222442" y="890177"/>
                  </a:lnTo>
                  <a:lnTo>
                    <a:pt x="223578" y="880150"/>
                  </a:lnTo>
                  <a:lnTo>
                    <a:pt x="223941" y="873588"/>
                  </a:lnTo>
                  <a:lnTo>
                    <a:pt x="223529" y="870492"/>
                  </a:lnTo>
                  <a:lnTo>
                    <a:pt x="223518" y="868330"/>
                  </a:lnTo>
                  <a:lnTo>
                    <a:pt x="224101" y="866489"/>
                  </a:lnTo>
                  <a:lnTo>
                    <a:pt x="224386" y="865941"/>
                  </a:lnTo>
                  <a:lnTo>
                    <a:pt x="222921" y="863693"/>
                  </a:lnTo>
                  <a:lnTo>
                    <a:pt x="222133" y="861641"/>
                  </a:lnTo>
                  <a:lnTo>
                    <a:pt x="221118" y="860175"/>
                  </a:lnTo>
                  <a:lnTo>
                    <a:pt x="220029" y="859004"/>
                  </a:lnTo>
                  <a:lnTo>
                    <a:pt x="219504" y="859491"/>
                  </a:lnTo>
                  <a:lnTo>
                    <a:pt x="218940" y="860175"/>
                  </a:lnTo>
                  <a:lnTo>
                    <a:pt x="217851" y="861249"/>
                  </a:lnTo>
                  <a:lnTo>
                    <a:pt x="216612" y="863107"/>
                  </a:lnTo>
                  <a:lnTo>
                    <a:pt x="215973" y="863791"/>
                  </a:lnTo>
                  <a:lnTo>
                    <a:pt x="214847" y="864475"/>
                  </a:lnTo>
                  <a:lnTo>
                    <a:pt x="213570" y="865061"/>
                  </a:lnTo>
                  <a:lnTo>
                    <a:pt x="212518" y="864671"/>
                  </a:lnTo>
                  <a:lnTo>
                    <a:pt x="211617" y="864279"/>
                  </a:lnTo>
                  <a:lnTo>
                    <a:pt x="211054" y="863107"/>
                  </a:lnTo>
                  <a:lnTo>
                    <a:pt x="210753" y="860565"/>
                  </a:lnTo>
                  <a:lnTo>
                    <a:pt x="210753" y="858415"/>
                  </a:lnTo>
                  <a:lnTo>
                    <a:pt x="210566" y="855287"/>
                  </a:lnTo>
                  <a:lnTo>
                    <a:pt x="209889" y="853530"/>
                  </a:lnTo>
                  <a:lnTo>
                    <a:pt x="209664" y="852162"/>
                  </a:lnTo>
                  <a:lnTo>
                    <a:pt x="209626" y="850500"/>
                  </a:lnTo>
                  <a:lnTo>
                    <a:pt x="209702" y="848644"/>
                  </a:lnTo>
                  <a:lnTo>
                    <a:pt x="209889" y="847277"/>
                  </a:lnTo>
                  <a:lnTo>
                    <a:pt x="209777" y="845614"/>
                  </a:lnTo>
                  <a:lnTo>
                    <a:pt x="209476" y="844440"/>
                  </a:lnTo>
                  <a:lnTo>
                    <a:pt x="209551" y="842388"/>
                  </a:lnTo>
                  <a:lnTo>
                    <a:pt x="209401" y="839555"/>
                  </a:lnTo>
                  <a:lnTo>
                    <a:pt x="208950" y="837794"/>
                  </a:lnTo>
                  <a:lnTo>
                    <a:pt x="208725" y="835743"/>
                  </a:lnTo>
                  <a:lnTo>
                    <a:pt x="208725" y="833691"/>
                  </a:lnTo>
                  <a:lnTo>
                    <a:pt x="208387" y="831639"/>
                  </a:lnTo>
                  <a:lnTo>
                    <a:pt x="208349" y="829391"/>
                  </a:lnTo>
                  <a:lnTo>
                    <a:pt x="208650" y="827340"/>
                  </a:lnTo>
                  <a:lnTo>
                    <a:pt x="208763" y="825288"/>
                  </a:lnTo>
                  <a:lnTo>
                    <a:pt x="208425" y="823822"/>
                  </a:lnTo>
                  <a:lnTo>
                    <a:pt x="207786" y="822942"/>
                  </a:lnTo>
                  <a:lnTo>
                    <a:pt x="207298" y="820596"/>
                  </a:lnTo>
                  <a:lnTo>
                    <a:pt x="207223" y="817566"/>
                  </a:lnTo>
                  <a:lnTo>
                    <a:pt x="206697" y="815904"/>
                  </a:lnTo>
                  <a:lnTo>
                    <a:pt x="206134" y="814536"/>
                  </a:lnTo>
                  <a:lnTo>
                    <a:pt x="205496" y="814536"/>
                  </a:lnTo>
                  <a:lnTo>
                    <a:pt x="204519" y="813754"/>
                  </a:lnTo>
                  <a:lnTo>
                    <a:pt x="203655" y="813852"/>
                  </a:lnTo>
                  <a:lnTo>
                    <a:pt x="202265" y="813754"/>
                  </a:lnTo>
                  <a:lnTo>
                    <a:pt x="201627" y="813266"/>
                  </a:lnTo>
                  <a:lnTo>
                    <a:pt x="201289" y="812190"/>
                  </a:lnTo>
                  <a:lnTo>
                    <a:pt x="200426" y="810724"/>
                  </a:lnTo>
                  <a:lnTo>
                    <a:pt x="199937" y="808185"/>
                  </a:lnTo>
                  <a:lnTo>
                    <a:pt x="199336" y="807697"/>
                  </a:lnTo>
                  <a:lnTo>
                    <a:pt x="198473" y="808476"/>
                  </a:lnTo>
                  <a:lnTo>
                    <a:pt x="198172" y="809454"/>
                  </a:lnTo>
                  <a:lnTo>
                    <a:pt x="197834" y="810822"/>
                  </a:lnTo>
                  <a:lnTo>
                    <a:pt x="197233" y="812386"/>
                  </a:lnTo>
                  <a:lnTo>
                    <a:pt x="196444" y="812288"/>
                  </a:lnTo>
                  <a:lnTo>
                    <a:pt x="195618" y="813168"/>
                  </a:lnTo>
                  <a:lnTo>
                    <a:pt x="194829" y="813266"/>
                  </a:lnTo>
                  <a:lnTo>
                    <a:pt x="193778" y="813462"/>
                  </a:lnTo>
                  <a:lnTo>
                    <a:pt x="192726" y="812681"/>
                  </a:lnTo>
                  <a:lnTo>
                    <a:pt x="191449" y="811800"/>
                  </a:lnTo>
                  <a:lnTo>
                    <a:pt x="190360" y="811215"/>
                  </a:lnTo>
                  <a:lnTo>
                    <a:pt x="189309" y="811800"/>
                  </a:lnTo>
                  <a:lnTo>
                    <a:pt x="188596" y="811310"/>
                  </a:lnTo>
                  <a:lnTo>
                    <a:pt x="187656" y="811018"/>
                  </a:lnTo>
                  <a:lnTo>
                    <a:pt x="186605" y="810822"/>
                  </a:lnTo>
                  <a:lnTo>
                    <a:pt x="185779" y="809258"/>
                  </a:lnTo>
                  <a:lnTo>
                    <a:pt x="184877" y="808378"/>
                  </a:lnTo>
                  <a:lnTo>
                    <a:pt x="184389" y="808672"/>
                  </a:lnTo>
                  <a:lnTo>
                    <a:pt x="183751" y="809651"/>
                  </a:lnTo>
                  <a:lnTo>
                    <a:pt x="183075" y="809454"/>
                  </a:lnTo>
                  <a:lnTo>
                    <a:pt x="182211" y="808672"/>
                  </a:lnTo>
                  <a:lnTo>
                    <a:pt x="181873" y="806817"/>
                  </a:lnTo>
                  <a:lnTo>
                    <a:pt x="181948" y="805642"/>
                  </a:lnTo>
                  <a:lnTo>
                    <a:pt x="182136" y="804471"/>
                  </a:lnTo>
                  <a:lnTo>
                    <a:pt x="182474" y="802809"/>
                  </a:lnTo>
                  <a:lnTo>
                    <a:pt x="182286" y="801048"/>
                  </a:lnTo>
                  <a:lnTo>
                    <a:pt x="182361" y="799487"/>
                  </a:lnTo>
                  <a:lnTo>
                    <a:pt x="182511" y="798117"/>
                  </a:lnTo>
                  <a:lnTo>
                    <a:pt x="182662" y="796555"/>
                  </a:lnTo>
                  <a:lnTo>
                    <a:pt x="182548" y="795090"/>
                  </a:lnTo>
                  <a:lnTo>
                    <a:pt x="182511" y="793526"/>
                  </a:lnTo>
                  <a:lnTo>
                    <a:pt x="182436" y="792060"/>
                  </a:lnTo>
                  <a:lnTo>
                    <a:pt x="182323" y="790496"/>
                  </a:lnTo>
                  <a:lnTo>
                    <a:pt x="182774" y="788248"/>
                  </a:lnTo>
                  <a:lnTo>
                    <a:pt x="183149" y="786389"/>
                  </a:lnTo>
                  <a:lnTo>
                    <a:pt x="182924" y="784828"/>
                  </a:lnTo>
                  <a:lnTo>
                    <a:pt x="182999" y="783752"/>
                  </a:lnTo>
                  <a:lnTo>
                    <a:pt x="183300" y="781992"/>
                  </a:lnTo>
                  <a:lnTo>
                    <a:pt x="183675" y="779845"/>
                  </a:lnTo>
                  <a:lnTo>
                    <a:pt x="183638" y="775837"/>
                  </a:lnTo>
                  <a:lnTo>
                    <a:pt x="183300" y="773490"/>
                  </a:lnTo>
                  <a:lnTo>
                    <a:pt x="182934" y="772856"/>
                  </a:lnTo>
                  <a:lnTo>
                    <a:pt x="182840" y="772146"/>
                  </a:lnTo>
                  <a:lnTo>
                    <a:pt x="183018" y="771219"/>
                  </a:lnTo>
                  <a:lnTo>
                    <a:pt x="182824" y="770264"/>
                  </a:lnTo>
                  <a:lnTo>
                    <a:pt x="182749" y="769289"/>
                  </a:lnTo>
                  <a:lnTo>
                    <a:pt x="182943" y="768435"/>
                  </a:lnTo>
                  <a:lnTo>
                    <a:pt x="182674" y="766747"/>
                  </a:lnTo>
                  <a:lnTo>
                    <a:pt x="182136" y="766259"/>
                  </a:lnTo>
                  <a:lnTo>
                    <a:pt x="181948" y="765771"/>
                  </a:lnTo>
                  <a:lnTo>
                    <a:pt x="181760" y="763913"/>
                  </a:lnTo>
                  <a:lnTo>
                    <a:pt x="181610" y="761763"/>
                  </a:lnTo>
                  <a:lnTo>
                    <a:pt x="181685" y="760101"/>
                  </a:lnTo>
                  <a:lnTo>
                    <a:pt x="181422" y="758635"/>
                  </a:lnTo>
                  <a:lnTo>
                    <a:pt x="181046" y="757758"/>
                  </a:lnTo>
                  <a:lnTo>
                    <a:pt x="180671" y="756194"/>
                  </a:lnTo>
                  <a:lnTo>
                    <a:pt x="180295" y="755019"/>
                  </a:lnTo>
                  <a:lnTo>
                    <a:pt x="180145" y="753360"/>
                  </a:lnTo>
                  <a:lnTo>
                    <a:pt x="179896" y="751213"/>
                  </a:lnTo>
                  <a:lnTo>
                    <a:pt x="180646" y="750812"/>
                  </a:lnTo>
                  <a:lnTo>
                    <a:pt x="180942" y="749609"/>
                  </a:lnTo>
                  <a:lnTo>
                    <a:pt x="181470" y="747978"/>
                  </a:lnTo>
                  <a:lnTo>
                    <a:pt x="182163" y="747551"/>
                  </a:lnTo>
                  <a:lnTo>
                    <a:pt x="182987" y="746951"/>
                  </a:lnTo>
                  <a:lnTo>
                    <a:pt x="183291" y="745745"/>
                  </a:lnTo>
                  <a:lnTo>
                    <a:pt x="181370" y="741405"/>
                  </a:lnTo>
                  <a:lnTo>
                    <a:pt x="180217" y="738799"/>
                  </a:lnTo>
                  <a:lnTo>
                    <a:pt x="180892" y="735276"/>
                  </a:lnTo>
                  <a:lnTo>
                    <a:pt x="182032" y="729334"/>
                  </a:lnTo>
                  <a:lnTo>
                    <a:pt x="183135" y="723580"/>
                  </a:lnTo>
                  <a:lnTo>
                    <a:pt x="183977" y="719191"/>
                  </a:lnTo>
                  <a:lnTo>
                    <a:pt x="184192" y="718380"/>
                  </a:lnTo>
                  <a:lnTo>
                    <a:pt x="184926" y="718100"/>
                  </a:lnTo>
                  <a:lnTo>
                    <a:pt x="184792" y="715835"/>
                  </a:lnTo>
                  <a:lnTo>
                    <a:pt x="184766" y="714352"/>
                  </a:lnTo>
                  <a:lnTo>
                    <a:pt x="184173" y="714265"/>
                  </a:lnTo>
                  <a:lnTo>
                    <a:pt x="184833" y="708915"/>
                  </a:lnTo>
                  <a:lnTo>
                    <a:pt x="185808" y="701286"/>
                  </a:lnTo>
                  <a:lnTo>
                    <a:pt x="186547" y="695503"/>
                  </a:lnTo>
                  <a:lnTo>
                    <a:pt x="186785" y="694533"/>
                  </a:lnTo>
                  <a:lnTo>
                    <a:pt x="187318" y="694262"/>
                  </a:lnTo>
                  <a:lnTo>
                    <a:pt x="187437" y="693593"/>
                  </a:lnTo>
                  <a:lnTo>
                    <a:pt x="186797" y="692661"/>
                  </a:lnTo>
                  <a:lnTo>
                    <a:pt x="186406" y="690863"/>
                  </a:lnTo>
                  <a:lnTo>
                    <a:pt x="185552" y="685695"/>
                  </a:lnTo>
                  <a:lnTo>
                    <a:pt x="184206" y="677551"/>
                  </a:lnTo>
                  <a:lnTo>
                    <a:pt x="184108" y="674634"/>
                  </a:lnTo>
                  <a:lnTo>
                    <a:pt x="183613" y="672833"/>
                  </a:lnTo>
                  <a:lnTo>
                    <a:pt x="182789" y="673431"/>
                  </a:lnTo>
                  <a:lnTo>
                    <a:pt x="181813" y="672856"/>
                  </a:lnTo>
                  <a:lnTo>
                    <a:pt x="179376" y="668430"/>
                  </a:lnTo>
                  <a:lnTo>
                    <a:pt x="177761" y="666038"/>
                  </a:lnTo>
                  <a:lnTo>
                    <a:pt x="177213" y="664624"/>
                  </a:lnTo>
                  <a:lnTo>
                    <a:pt x="176971" y="660082"/>
                  </a:lnTo>
                  <a:lnTo>
                    <a:pt x="176489" y="655063"/>
                  </a:lnTo>
                  <a:lnTo>
                    <a:pt x="176281" y="648856"/>
                  </a:lnTo>
                  <a:lnTo>
                    <a:pt x="176366" y="647365"/>
                  </a:lnTo>
                  <a:lnTo>
                    <a:pt x="177731" y="642655"/>
                  </a:lnTo>
                  <a:lnTo>
                    <a:pt x="177727" y="640274"/>
                  </a:lnTo>
                  <a:lnTo>
                    <a:pt x="177843" y="638197"/>
                  </a:lnTo>
                  <a:lnTo>
                    <a:pt x="177786" y="636555"/>
                  </a:lnTo>
                  <a:lnTo>
                    <a:pt x="177447" y="636532"/>
                  </a:lnTo>
                  <a:lnTo>
                    <a:pt x="176899" y="637250"/>
                  </a:lnTo>
                  <a:lnTo>
                    <a:pt x="176071" y="637804"/>
                  </a:lnTo>
                  <a:lnTo>
                    <a:pt x="175602" y="637851"/>
                  </a:lnTo>
                  <a:lnTo>
                    <a:pt x="170840" y="637406"/>
                  </a:lnTo>
                  <a:lnTo>
                    <a:pt x="165423" y="636898"/>
                  </a:lnTo>
                  <a:lnTo>
                    <a:pt x="160917" y="636477"/>
                  </a:lnTo>
                  <a:lnTo>
                    <a:pt x="157005" y="636111"/>
                  </a:lnTo>
                  <a:lnTo>
                    <a:pt x="156873" y="632056"/>
                  </a:lnTo>
                  <a:lnTo>
                    <a:pt x="156653" y="625255"/>
                  </a:lnTo>
                  <a:lnTo>
                    <a:pt x="156496" y="620430"/>
                  </a:lnTo>
                  <a:lnTo>
                    <a:pt x="156247" y="612774"/>
                  </a:lnTo>
                  <a:lnTo>
                    <a:pt x="154679" y="608007"/>
                  </a:lnTo>
                  <a:lnTo>
                    <a:pt x="152976" y="602833"/>
                  </a:lnTo>
                  <a:lnTo>
                    <a:pt x="152377" y="601509"/>
                  </a:lnTo>
                  <a:lnTo>
                    <a:pt x="154434" y="601344"/>
                  </a:lnTo>
                  <a:lnTo>
                    <a:pt x="155895" y="601226"/>
                  </a:lnTo>
                  <a:lnTo>
                    <a:pt x="155605" y="587332"/>
                  </a:lnTo>
                  <a:lnTo>
                    <a:pt x="155161" y="585912"/>
                  </a:lnTo>
                  <a:lnTo>
                    <a:pt x="154767" y="581427"/>
                  </a:lnTo>
                  <a:lnTo>
                    <a:pt x="154500" y="578888"/>
                  </a:lnTo>
                  <a:lnTo>
                    <a:pt x="153774" y="576828"/>
                  </a:lnTo>
                  <a:lnTo>
                    <a:pt x="153609" y="574513"/>
                  </a:lnTo>
                  <a:lnTo>
                    <a:pt x="153742" y="572967"/>
                  </a:lnTo>
                  <a:lnTo>
                    <a:pt x="154138" y="572009"/>
                  </a:lnTo>
                  <a:lnTo>
                    <a:pt x="154401" y="569622"/>
                  </a:lnTo>
                  <a:lnTo>
                    <a:pt x="154203" y="567221"/>
                  </a:lnTo>
                  <a:lnTo>
                    <a:pt x="153774" y="564988"/>
                  </a:lnTo>
                  <a:lnTo>
                    <a:pt x="153247" y="562844"/>
                  </a:lnTo>
                  <a:lnTo>
                    <a:pt x="152239" y="561528"/>
                  </a:lnTo>
                  <a:lnTo>
                    <a:pt x="150796" y="559136"/>
                  </a:lnTo>
                  <a:lnTo>
                    <a:pt x="148615" y="556094"/>
                  </a:lnTo>
                  <a:lnTo>
                    <a:pt x="146769" y="553976"/>
                  </a:lnTo>
                  <a:lnTo>
                    <a:pt x="146177" y="554236"/>
                  </a:lnTo>
                  <a:lnTo>
                    <a:pt x="142919" y="555064"/>
                  </a:lnTo>
                  <a:lnTo>
                    <a:pt x="141835" y="555497"/>
                  </a:lnTo>
                  <a:lnTo>
                    <a:pt x="141107" y="555012"/>
                  </a:lnTo>
                  <a:lnTo>
                    <a:pt x="138674" y="555035"/>
                  </a:lnTo>
                  <a:lnTo>
                    <a:pt x="137718" y="553405"/>
                  </a:lnTo>
                  <a:lnTo>
                    <a:pt x="136916" y="551509"/>
                  </a:lnTo>
                  <a:lnTo>
                    <a:pt x="135212" y="546655"/>
                  </a:lnTo>
                  <a:lnTo>
                    <a:pt x="134948" y="544226"/>
                  </a:lnTo>
                  <a:lnTo>
                    <a:pt x="134289" y="543455"/>
                  </a:lnTo>
                  <a:lnTo>
                    <a:pt x="133291" y="543750"/>
                  </a:lnTo>
                  <a:lnTo>
                    <a:pt x="132282" y="543418"/>
                  </a:lnTo>
                  <a:lnTo>
                    <a:pt x="130321" y="541404"/>
                  </a:lnTo>
                  <a:lnTo>
                    <a:pt x="128486" y="539337"/>
                  </a:lnTo>
                  <a:lnTo>
                    <a:pt x="127596" y="539424"/>
                  </a:lnTo>
                  <a:lnTo>
                    <a:pt x="126805" y="538137"/>
                  </a:lnTo>
                  <a:lnTo>
                    <a:pt x="125411" y="534986"/>
                  </a:lnTo>
                  <a:lnTo>
                    <a:pt x="124760" y="533759"/>
                  </a:lnTo>
                  <a:lnTo>
                    <a:pt x="124463" y="532129"/>
                  </a:lnTo>
                  <a:lnTo>
                    <a:pt x="124167" y="529728"/>
                  </a:lnTo>
                  <a:lnTo>
                    <a:pt x="123607" y="529212"/>
                  </a:lnTo>
                  <a:lnTo>
                    <a:pt x="122881" y="529642"/>
                  </a:lnTo>
                  <a:lnTo>
                    <a:pt x="122097" y="530874"/>
                  </a:lnTo>
                  <a:lnTo>
                    <a:pt x="120996" y="530051"/>
                  </a:lnTo>
                  <a:lnTo>
                    <a:pt x="119650" y="527838"/>
                  </a:lnTo>
                  <a:lnTo>
                    <a:pt x="118779" y="526110"/>
                  </a:lnTo>
                  <a:lnTo>
                    <a:pt x="118283" y="525290"/>
                  </a:lnTo>
                  <a:lnTo>
                    <a:pt x="117114" y="524081"/>
                  </a:lnTo>
                  <a:lnTo>
                    <a:pt x="115984" y="523827"/>
                  </a:lnTo>
                  <a:lnTo>
                    <a:pt x="114275" y="525607"/>
                  </a:lnTo>
                  <a:lnTo>
                    <a:pt x="112878" y="524880"/>
                  </a:lnTo>
                  <a:lnTo>
                    <a:pt x="110681" y="524237"/>
                  </a:lnTo>
                  <a:lnTo>
                    <a:pt x="108802" y="522950"/>
                  </a:lnTo>
                  <a:lnTo>
                    <a:pt x="108118" y="519594"/>
                  </a:lnTo>
                  <a:lnTo>
                    <a:pt x="107747" y="517372"/>
                  </a:lnTo>
                  <a:lnTo>
                    <a:pt x="106632" y="515981"/>
                  </a:lnTo>
                  <a:lnTo>
                    <a:pt x="105742" y="514284"/>
                  </a:lnTo>
                  <a:lnTo>
                    <a:pt x="104681" y="511710"/>
                  </a:lnTo>
                  <a:lnTo>
                    <a:pt x="104154" y="510850"/>
                  </a:lnTo>
                  <a:lnTo>
                    <a:pt x="103194" y="510132"/>
                  </a:lnTo>
                  <a:lnTo>
                    <a:pt x="102307" y="509223"/>
                  </a:lnTo>
                  <a:lnTo>
                    <a:pt x="102208" y="507592"/>
                  </a:lnTo>
                  <a:lnTo>
                    <a:pt x="101878" y="505445"/>
                  </a:lnTo>
                  <a:lnTo>
                    <a:pt x="101801" y="504914"/>
                  </a:lnTo>
                  <a:lnTo>
                    <a:pt x="101197" y="502309"/>
                  </a:lnTo>
                  <a:lnTo>
                    <a:pt x="100915" y="502127"/>
                  </a:lnTo>
                  <a:lnTo>
                    <a:pt x="100602" y="502638"/>
                  </a:lnTo>
                  <a:lnTo>
                    <a:pt x="100367" y="503016"/>
                  </a:lnTo>
                  <a:lnTo>
                    <a:pt x="100113" y="502554"/>
                  </a:lnTo>
                  <a:lnTo>
                    <a:pt x="100067" y="501388"/>
                  </a:lnTo>
                  <a:lnTo>
                    <a:pt x="100230" y="499521"/>
                  </a:lnTo>
                  <a:lnTo>
                    <a:pt x="99880" y="497562"/>
                  </a:lnTo>
                  <a:lnTo>
                    <a:pt x="99017" y="495507"/>
                  </a:lnTo>
                  <a:lnTo>
                    <a:pt x="98565" y="493383"/>
                  </a:lnTo>
                  <a:lnTo>
                    <a:pt x="98526" y="491185"/>
                  </a:lnTo>
                  <a:lnTo>
                    <a:pt x="98334" y="489716"/>
                  </a:lnTo>
                  <a:lnTo>
                    <a:pt x="97988" y="488974"/>
                  </a:lnTo>
                  <a:lnTo>
                    <a:pt x="97795" y="487684"/>
                  </a:lnTo>
                  <a:lnTo>
                    <a:pt x="97752" y="485852"/>
                  </a:lnTo>
                  <a:lnTo>
                    <a:pt x="98002" y="483667"/>
                  </a:lnTo>
                  <a:lnTo>
                    <a:pt x="98545" y="481140"/>
                  </a:lnTo>
                  <a:lnTo>
                    <a:pt x="98429" y="477238"/>
                  </a:lnTo>
                  <a:lnTo>
                    <a:pt x="97654" y="471978"/>
                  </a:lnTo>
                  <a:lnTo>
                    <a:pt x="97226" y="468180"/>
                  </a:lnTo>
                  <a:lnTo>
                    <a:pt x="97145" y="465851"/>
                  </a:lnTo>
                  <a:lnTo>
                    <a:pt x="97261" y="464126"/>
                  </a:lnTo>
                  <a:lnTo>
                    <a:pt x="97731" y="462449"/>
                  </a:lnTo>
                  <a:lnTo>
                    <a:pt x="98667" y="458334"/>
                  </a:lnTo>
                  <a:lnTo>
                    <a:pt x="98831" y="455195"/>
                  </a:lnTo>
                  <a:lnTo>
                    <a:pt x="98536" y="451654"/>
                  </a:lnTo>
                  <a:lnTo>
                    <a:pt x="98496" y="448953"/>
                  </a:lnTo>
                  <a:lnTo>
                    <a:pt x="98709" y="447095"/>
                  </a:lnTo>
                  <a:lnTo>
                    <a:pt x="98385" y="444659"/>
                  </a:lnTo>
                  <a:lnTo>
                    <a:pt x="97724" y="442359"/>
                  </a:lnTo>
                  <a:lnTo>
                    <a:pt x="97262" y="442302"/>
                  </a:lnTo>
                  <a:lnTo>
                    <a:pt x="96635" y="442931"/>
                  </a:lnTo>
                  <a:lnTo>
                    <a:pt x="95878" y="444873"/>
                  </a:lnTo>
                  <a:lnTo>
                    <a:pt x="94987" y="445216"/>
                  </a:lnTo>
                  <a:lnTo>
                    <a:pt x="94196" y="444016"/>
                  </a:lnTo>
                  <a:lnTo>
                    <a:pt x="91721" y="444518"/>
                  </a:lnTo>
                  <a:lnTo>
                    <a:pt x="87873" y="445718"/>
                  </a:lnTo>
                  <a:lnTo>
                    <a:pt x="86333" y="446962"/>
                  </a:lnTo>
                  <a:lnTo>
                    <a:pt x="85428" y="447493"/>
                  </a:lnTo>
                  <a:lnTo>
                    <a:pt x="84333" y="447900"/>
                  </a:lnTo>
                  <a:lnTo>
                    <a:pt x="82577" y="450133"/>
                  </a:lnTo>
                  <a:lnTo>
                    <a:pt x="78245" y="458805"/>
                  </a:lnTo>
                  <a:lnTo>
                    <a:pt x="77348" y="460060"/>
                  </a:lnTo>
                  <a:lnTo>
                    <a:pt x="76326" y="460233"/>
                  </a:lnTo>
                  <a:lnTo>
                    <a:pt x="75733" y="461434"/>
                  </a:lnTo>
                  <a:lnTo>
                    <a:pt x="74776" y="462377"/>
                  </a:lnTo>
                  <a:lnTo>
                    <a:pt x="72897" y="465808"/>
                  </a:lnTo>
                  <a:lnTo>
                    <a:pt x="71941" y="468555"/>
                  </a:lnTo>
                  <a:lnTo>
                    <a:pt x="71315" y="471043"/>
                  </a:lnTo>
                  <a:lnTo>
                    <a:pt x="70589" y="471129"/>
                  </a:lnTo>
                  <a:lnTo>
                    <a:pt x="70029" y="470443"/>
                  </a:lnTo>
                  <a:lnTo>
                    <a:pt x="68250" y="470786"/>
                  </a:lnTo>
                  <a:lnTo>
                    <a:pt x="67342" y="471634"/>
                  </a:lnTo>
                  <a:lnTo>
                    <a:pt x="66354" y="474055"/>
                  </a:lnTo>
                  <a:lnTo>
                    <a:pt x="65128" y="478430"/>
                  </a:lnTo>
                  <a:lnTo>
                    <a:pt x="64622" y="479674"/>
                  </a:lnTo>
                  <a:lnTo>
                    <a:pt x="63636" y="480961"/>
                  </a:lnTo>
                  <a:lnTo>
                    <a:pt x="62497" y="482026"/>
                  </a:lnTo>
                  <a:lnTo>
                    <a:pt x="61085" y="483633"/>
                  </a:lnTo>
                  <a:lnTo>
                    <a:pt x="60452" y="483740"/>
                  </a:lnTo>
                  <a:lnTo>
                    <a:pt x="59895" y="484025"/>
                  </a:lnTo>
                  <a:lnTo>
                    <a:pt x="59413" y="483292"/>
                  </a:lnTo>
                  <a:lnTo>
                    <a:pt x="59252" y="481725"/>
                  </a:lnTo>
                  <a:lnTo>
                    <a:pt x="58522" y="480736"/>
                  </a:lnTo>
                  <a:lnTo>
                    <a:pt x="56781" y="480239"/>
                  </a:lnTo>
                  <a:lnTo>
                    <a:pt x="54205" y="479097"/>
                  </a:lnTo>
                  <a:lnTo>
                    <a:pt x="51548" y="478874"/>
                  </a:lnTo>
                  <a:lnTo>
                    <a:pt x="50230" y="478981"/>
                  </a:lnTo>
                  <a:lnTo>
                    <a:pt x="49146" y="479050"/>
                  </a:lnTo>
                  <a:lnTo>
                    <a:pt x="47264" y="478439"/>
                  </a:lnTo>
                  <a:lnTo>
                    <a:pt x="45895" y="478335"/>
                  </a:lnTo>
                  <a:lnTo>
                    <a:pt x="44692" y="479887"/>
                  </a:lnTo>
                  <a:lnTo>
                    <a:pt x="42946" y="481815"/>
                  </a:lnTo>
                  <a:lnTo>
                    <a:pt x="42147" y="482305"/>
                  </a:lnTo>
                  <a:lnTo>
                    <a:pt x="41561" y="482378"/>
                  </a:lnTo>
                  <a:lnTo>
                    <a:pt x="40990" y="482138"/>
                  </a:lnTo>
                  <a:lnTo>
                    <a:pt x="40325" y="481140"/>
                  </a:lnTo>
                  <a:lnTo>
                    <a:pt x="39389" y="478837"/>
                  </a:lnTo>
                  <a:lnTo>
                    <a:pt x="38671" y="479723"/>
                  </a:lnTo>
                  <a:lnTo>
                    <a:pt x="38151" y="480710"/>
                  </a:lnTo>
                  <a:lnTo>
                    <a:pt x="38159" y="475703"/>
                  </a:lnTo>
                  <a:lnTo>
                    <a:pt x="38173" y="468174"/>
                  </a:lnTo>
                  <a:lnTo>
                    <a:pt x="38185" y="461535"/>
                  </a:lnTo>
                  <a:lnTo>
                    <a:pt x="38194" y="456222"/>
                  </a:lnTo>
                  <a:lnTo>
                    <a:pt x="38204" y="450024"/>
                  </a:lnTo>
                  <a:lnTo>
                    <a:pt x="38212" y="445649"/>
                  </a:lnTo>
                  <a:lnTo>
                    <a:pt x="38702" y="443987"/>
                  </a:lnTo>
                  <a:lnTo>
                    <a:pt x="39003" y="442129"/>
                  </a:lnTo>
                  <a:lnTo>
                    <a:pt x="38641" y="439644"/>
                  </a:lnTo>
                  <a:lnTo>
                    <a:pt x="38719" y="437367"/>
                  </a:lnTo>
                  <a:lnTo>
                    <a:pt x="38970" y="435783"/>
                  </a:lnTo>
                  <a:lnTo>
                    <a:pt x="39300" y="434236"/>
                  </a:lnTo>
                  <a:lnTo>
                    <a:pt x="38542" y="435010"/>
                  </a:lnTo>
                  <a:lnTo>
                    <a:pt x="38212" y="435440"/>
                  </a:lnTo>
                  <a:lnTo>
                    <a:pt x="37809" y="436614"/>
                  </a:lnTo>
                  <a:lnTo>
                    <a:pt x="36832" y="438201"/>
                  </a:lnTo>
                  <a:lnTo>
                    <a:pt x="36176" y="439785"/>
                  </a:lnTo>
                  <a:lnTo>
                    <a:pt x="35400" y="441078"/>
                  </a:lnTo>
                  <a:lnTo>
                    <a:pt x="34421" y="443935"/>
                  </a:lnTo>
                  <a:lnTo>
                    <a:pt x="33615" y="445502"/>
                  </a:lnTo>
                  <a:lnTo>
                    <a:pt x="32780" y="446497"/>
                  </a:lnTo>
                  <a:lnTo>
                    <a:pt x="31387" y="449853"/>
                  </a:lnTo>
                  <a:lnTo>
                    <a:pt x="30235" y="450520"/>
                  </a:lnTo>
                  <a:lnTo>
                    <a:pt x="27185" y="451037"/>
                  </a:lnTo>
                  <a:lnTo>
                    <a:pt x="24012" y="451022"/>
                  </a:lnTo>
                  <a:lnTo>
                    <a:pt x="21110" y="451011"/>
                  </a:lnTo>
                  <a:lnTo>
                    <a:pt x="20672" y="450967"/>
                  </a:lnTo>
                  <a:lnTo>
                    <a:pt x="20700" y="448203"/>
                  </a:lnTo>
                  <a:lnTo>
                    <a:pt x="20771" y="446249"/>
                  </a:lnTo>
                  <a:lnTo>
                    <a:pt x="19782" y="444189"/>
                  </a:lnTo>
                  <a:lnTo>
                    <a:pt x="19715" y="441652"/>
                  </a:lnTo>
                  <a:lnTo>
                    <a:pt x="19452" y="439901"/>
                  </a:lnTo>
                  <a:lnTo>
                    <a:pt x="19122" y="437757"/>
                  </a:lnTo>
                  <a:lnTo>
                    <a:pt x="18429" y="436383"/>
                  </a:lnTo>
                  <a:lnTo>
                    <a:pt x="17456" y="435852"/>
                  </a:lnTo>
                  <a:lnTo>
                    <a:pt x="15858" y="434666"/>
                  </a:lnTo>
                  <a:lnTo>
                    <a:pt x="13487" y="433434"/>
                  </a:lnTo>
                  <a:lnTo>
                    <a:pt x="11222" y="433348"/>
                  </a:lnTo>
                  <a:lnTo>
                    <a:pt x="9000" y="433466"/>
                  </a:lnTo>
                  <a:lnTo>
                    <a:pt x="10358" y="429160"/>
                  </a:lnTo>
                  <a:lnTo>
                    <a:pt x="11715" y="424858"/>
                  </a:lnTo>
                  <a:lnTo>
                    <a:pt x="11673" y="421107"/>
                  </a:lnTo>
                  <a:lnTo>
                    <a:pt x="10578" y="417846"/>
                  </a:lnTo>
                  <a:lnTo>
                    <a:pt x="9987" y="415814"/>
                  </a:lnTo>
                  <a:lnTo>
                    <a:pt x="9072" y="413015"/>
                  </a:lnTo>
                  <a:lnTo>
                    <a:pt x="7944" y="411085"/>
                  </a:lnTo>
                  <a:lnTo>
                    <a:pt x="7327" y="408514"/>
                  </a:lnTo>
                  <a:lnTo>
                    <a:pt x="7384" y="406952"/>
                  </a:lnTo>
                  <a:lnTo>
                    <a:pt x="7286" y="405922"/>
                  </a:lnTo>
                  <a:lnTo>
                    <a:pt x="6857" y="405322"/>
                  </a:lnTo>
                  <a:lnTo>
                    <a:pt x="6429" y="404378"/>
                  </a:lnTo>
                  <a:lnTo>
                    <a:pt x="5835" y="403348"/>
                  </a:lnTo>
                  <a:lnTo>
                    <a:pt x="5143" y="401978"/>
                  </a:lnTo>
                  <a:lnTo>
                    <a:pt x="5143" y="400604"/>
                  </a:lnTo>
                  <a:lnTo>
                    <a:pt x="4879" y="399144"/>
                  </a:lnTo>
                  <a:lnTo>
                    <a:pt x="4450" y="397430"/>
                  </a:lnTo>
                  <a:lnTo>
                    <a:pt x="4450" y="396056"/>
                  </a:lnTo>
                  <a:lnTo>
                    <a:pt x="4055" y="393912"/>
                  </a:lnTo>
                  <a:lnTo>
                    <a:pt x="3626" y="392368"/>
                  </a:lnTo>
                  <a:lnTo>
                    <a:pt x="3198" y="391338"/>
                  </a:lnTo>
                  <a:lnTo>
                    <a:pt x="2571" y="389881"/>
                  </a:lnTo>
                  <a:lnTo>
                    <a:pt x="2604" y="388678"/>
                  </a:lnTo>
                  <a:lnTo>
                    <a:pt x="3066" y="388077"/>
                  </a:lnTo>
                  <a:lnTo>
                    <a:pt x="3264" y="386707"/>
                  </a:lnTo>
                  <a:lnTo>
                    <a:pt x="3198" y="385333"/>
                  </a:lnTo>
                  <a:lnTo>
                    <a:pt x="2670" y="384476"/>
                  </a:lnTo>
                  <a:lnTo>
                    <a:pt x="2043" y="384046"/>
                  </a:lnTo>
                  <a:lnTo>
                    <a:pt x="1219" y="381559"/>
                  </a:lnTo>
                  <a:lnTo>
                    <a:pt x="626" y="380272"/>
                  </a:lnTo>
                  <a:lnTo>
                    <a:pt x="230" y="379498"/>
                  </a:lnTo>
                  <a:lnTo>
                    <a:pt x="0" y="378641"/>
                  </a:lnTo>
                  <a:lnTo>
                    <a:pt x="230" y="378041"/>
                  </a:lnTo>
                  <a:lnTo>
                    <a:pt x="494" y="377181"/>
                  </a:lnTo>
                  <a:lnTo>
                    <a:pt x="560" y="375811"/>
                  </a:lnTo>
                  <a:lnTo>
                    <a:pt x="428" y="374524"/>
                  </a:lnTo>
                  <a:lnTo>
                    <a:pt x="428" y="373407"/>
                  </a:lnTo>
                  <a:lnTo>
                    <a:pt x="824" y="373063"/>
                  </a:lnTo>
                  <a:lnTo>
                    <a:pt x="1252" y="373237"/>
                  </a:lnTo>
                  <a:lnTo>
                    <a:pt x="1681" y="372550"/>
                  </a:lnTo>
                  <a:lnTo>
                    <a:pt x="2241" y="372293"/>
                  </a:lnTo>
                  <a:lnTo>
                    <a:pt x="2868" y="372120"/>
                  </a:lnTo>
                  <a:lnTo>
                    <a:pt x="3198" y="371349"/>
                  </a:lnTo>
                  <a:lnTo>
                    <a:pt x="3164" y="369976"/>
                  </a:lnTo>
                  <a:lnTo>
                    <a:pt x="2769" y="367315"/>
                  </a:lnTo>
                  <a:lnTo>
                    <a:pt x="2373" y="366201"/>
                  </a:lnTo>
                  <a:lnTo>
                    <a:pt x="2241" y="364571"/>
                  </a:lnTo>
                  <a:lnTo>
                    <a:pt x="2563" y="361428"/>
                  </a:lnTo>
                  <a:lnTo>
                    <a:pt x="2770" y="359426"/>
                  </a:lnTo>
                  <a:lnTo>
                    <a:pt x="3492" y="357299"/>
                  </a:lnTo>
                  <a:lnTo>
                    <a:pt x="5702" y="352740"/>
                  </a:lnTo>
                  <a:lnTo>
                    <a:pt x="7682" y="349643"/>
                  </a:lnTo>
                  <a:lnTo>
                    <a:pt x="8649" y="349329"/>
                  </a:lnTo>
                  <a:lnTo>
                    <a:pt x="9363" y="348180"/>
                  </a:lnTo>
                  <a:lnTo>
                    <a:pt x="9819" y="346426"/>
                  </a:lnTo>
                  <a:lnTo>
                    <a:pt x="9944" y="344507"/>
                  </a:lnTo>
                  <a:lnTo>
                    <a:pt x="9841" y="342836"/>
                  </a:lnTo>
                  <a:lnTo>
                    <a:pt x="9474" y="340363"/>
                  </a:lnTo>
                  <a:lnTo>
                    <a:pt x="9033" y="337284"/>
                  </a:lnTo>
                  <a:lnTo>
                    <a:pt x="8703" y="335570"/>
                  </a:lnTo>
                  <a:lnTo>
                    <a:pt x="9001" y="333510"/>
                  </a:lnTo>
                  <a:lnTo>
                    <a:pt x="9529" y="330693"/>
                  </a:lnTo>
                  <a:lnTo>
                    <a:pt x="10605" y="326443"/>
                  </a:lnTo>
                  <a:lnTo>
                    <a:pt x="11607" y="321872"/>
                  </a:lnTo>
                  <a:lnTo>
                    <a:pt x="11716" y="320536"/>
                  </a:lnTo>
                  <a:lnTo>
                    <a:pt x="11845" y="317746"/>
                  </a:lnTo>
                  <a:lnTo>
                    <a:pt x="12306" y="312052"/>
                  </a:lnTo>
                  <a:lnTo>
                    <a:pt x="12561" y="308970"/>
                  </a:lnTo>
                  <a:lnTo>
                    <a:pt x="12429" y="307773"/>
                  </a:lnTo>
                  <a:lnTo>
                    <a:pt x="12661" y="306740"/>
                  </a:lnTo>
                  <a:lnTo>
                    <a:pt x="13287" y="305883"/>
                  </a:lnTo>
                  <a:lnTo>
                    <a:pt x="14799" y="305098"/>
                  </a:lnTo>
                  <a:lnTo>
                    <a:pt x="15826" y="303395"/>
                  </a:lnTo>
                  <a:lnTo>
                    <a:pt x="17408" y="300195"/>
                  </a:lnTo>
                  <a:lnTo>
                    <a:pt x="18727" y="296790"/>
                  </a:lnTo>
                  <a:lnTo>
                    <a:pt x="19818" y="295693"/>
                  </a:lnTo>
                  <a:lnTo>
                    <a:pt x="21797" y="292542"/>
                  </a:lnTo>
                  <a:lnTo>
                    <a:pt x="22933" y="290543"/>
                  </a:lnTo>
                  <a:lnTo>
                    <a:pt x="23379" y="289913"/>
                  </a:lnTo>
                  <a:lnTo>
                    <a:pt x="24497" y="288468"/>
                  </a:lnTo>
                  <a:lnTo>
                    <a:pt x="26500" y="287963"/>
                  </a:lnTo>
                  <a:lnTo>
                    <a:pt x="28169" y="287443"/>
                  </a:lnTo>
                  <a:lnTo>
                    <a:pt x="29112" y="286494"/>
                  </a:lnTo>
                  <a:lnTo>
                    <a:pt x="30492" y="286101"/>
                  </a:lnTo>
                  <a:lnTo>
                    <a:pt x="31421" y="285034"/>
                  </a:lnTo>
                  <a:lnTo>
                    <a:pt x="32451" y="285005"/>
                  </a:lnTo>
                  <a:lnTo>
                    <a:pt x="34388" y="283920"/>
                  </a:lnTo>
                  <a:lnTo>
                    <a:pt x="35047" y="282290"/>
                  </a:lnTo>
                  <a:lnTo>
                    <a:pt x="35611" y="280348"/>
                  </a:lnTo>
                  <a:lnTo>
                    <a:pt x="36366" y="278685"/>
                  </a:lnTo>
                  <a:lnTo>
                    <a:pt x="37251" y="278258"/>
                  </a:lnTo>
                  <a:lnTo>
                    <a:pt x="38239" y="278547"/>
                  </a:lnTo>
                  <a:lnTo>
                    <a:pt x="39419" y="278515"/>
                  </a:lnTo>
                  <a:lnTo>
                    <a:pt x="40850" y="277999"/>
                  </a:lnTo>
                  <a:lnTo>
                    <a:pt x="41542" y="279286"/>
                  </a:lnTo>
                  <a:lnTo>
                    <a:pt x="41846" y="280861"/>
                  </a:lnTo>
                  <a:lnTo>
                    <a:pt x="42729" y="282463"/>
                  </a:lnTo>
                  <a:lnTo>
                    <a:pt x="43355" y="282373"/>
                  </a:lnTo>
                  <a:lnTo>
                    <a:pt x="43982" y="282033"/>
                  </a:lnTo>
                  <a:lnTo>
                    <a:pt x="44839" y="283406"/>
                  </a:lnTo>
                  <a:lnTo>
                    <a:pt x="45400" y="283233"/>
                  </a:lnTo>
                  <a:lnTo>
                    <a:pt x="45762" y="282463"/>
                  </a:lnTo>
                  <a:lnTo>
                    <a:pt x="45832" y="280535"/>
                  </a:lnTo>
                  <a:lnTo>
                    <a:pt x="46033" y="279490"/>
                  </a:lnTo>
                  <a:lnTo>
                    <a:pt x="46455" y="273462"/>
                  </a:lnTo>
                  <a:lnTo>
                    <a:pt x="47151" y="263513"/>
                  </a:lnTo>
                  <a:lnTo>
                    <a:pt x="47782" y="254492"/>
                  </a:lnTo>
                  <a:lnTo>
                    <a:pt x="48481" y="244508"/>
                  </a:lnTo>
                  <a:lnTo>
                    <a:pt x="49203" y="234194"/>
                  </a:lnTo>
                  <a:lnTo>
                    <a:pt x="49934" y="223751"/>
                  </a:lnTo>
                  <a:lnTo>
                    <a:pt x="50534" y="215181"/>
                  </a:lnTo>
                  <a:lnTo>
                    <a:pt x="51049" y="207814"/>
                  </a:lnTo>
                  <a:lnTo>
                    <a:pt x="51365" y="203295"/>
                  </a:lnTo>
                  <a:lnTo>
                    <a:pt x="51861" y="197376"/>
                  </a:lnTo>
                  <a:lnTo>
                    <a:pt x="52055" y="192176"/>
                  </a:lnTo>
                  <a:lnTo>
                    <a:pt x="52255" y="190676"/>
                  </a:lnTo>
                  <a:lnTo>
                    <a:pt x="52128" y="189415"/>
                  </a:lnTo>
                  <a:lnTo>
                    <a:pt x="51700" y="187623"/>
                  </a:lnTo>
                  <a:lnTo>
                    <a:pt x="51705" y="186835"/>
                  </a:lnTo>
                  <a:lnTo>
                    <a:pt x="51754" y="185791"/>
                  </a:lnTo>
                  <a:lnTo>
                    <a:pt x="51705" y="184879"/>
                  </a:lnTo>
                  <a:lnTo>
                    <a:pt x="51254" y="183903"/>
                  </a:lnTo>
                  <a:lnTo>
                    <a:pt x="50903" y="183315"/>
                  </a:lnTo>
                  <a:lnTo>
                    <a:pt x="50628" y="182469"/>
                  </a:lnTo>
                  <a:lnTo>
                    <a:pt x="50502" y="181295"/>
                  </a:lnTo>
                  <a:lnTo>
                    <a:pt x="50277" y="180123"/>
                  </a:lnTo>
                  <a:lnTo>
                    <a:pt x="50177" y="178885"/>
                  </a:lnTo>
                  <a:lnTo>
                    <a:pt x="49852" y="177907"/>
                  </a:lnTo>
                  <a:lnTo>
                    <a:pt x="49752" y="176669"/>
                  </a:lnTo>
                  <a:lnTo>
                    <a:pt x="49977" y="175497"/>
                  </a:lnTo>
                  <a:lnTo>
                    <a:pt x="50077" y="174260"/>
                  </a:lnTo>
                  <a:lnTo>
                    <a:pt x="49977" y="173085"/>
                  </a:lnTo>
                  <a:lnTo>
                    <a:pt x="49852" y="171717"/>
                  </a:lnTo>
                  <a:lnTo>
                    <a:pt x="49601" y="170416"/>
                  </a:lnTo>
                  <a:lnTo>
                    <a:pt x="49221" y="169622"/>
                  </a:lnTo>
                  <a:lnTo>
                    <a:pt x="48312" y="168739"/>
                  </a:lnTo>
                  <a:lnTo>
                    <a:pt x="47399" y="166636"/>
                  </a:lnTo>
                  <a:lnTo>
                    <a:pt x="46322" y="164748"/>
                  </a:lnTo>
                  <a:lnTo>
                    <a:pt x="44944" y="161164"/>
                  </a:lnTo>
                  <a:lnTo>
                    <a:pt x="44644" y="159471"/>
                  </a:lnTo>
                  <a:lnTo>
                    <a:pt x="44639" y="154819"/>
                  </a:lnTo>
                  <a:lnTo>
                    <a:pt x="44698" y="149772"/>
                  </a:lnTo>
                  <a:lnTo>
                    <a:pt x="44787" y="142148"/>
                  </a:lnTo>
                  <a:lnTo>
                    <a:pt x="44833" y="138270"/>
                  </a:lnTo>
                  <a:lnTo>
                    <a:pt x="45610" y="138056"/>
                  </a:lnTo>
                  <a:lnTo>
                    <a:pt x="46295" y="137951"/>
                  </a:lnTo>
                  <a:lnTo>
                    <a:pt x="47011" y="137682"/>
                  </a:lnTo>
                  <a:lnTo>
                    <a:pt x="47635" y="137417"/>
                  </a:lnTo>
                  <a:lnTo>
                    <a:pt x="48207" y="136859"/>
                  </a:lnTo>
                  <a:lnTo>
                    <a:pt x="48637" y="136166"/>
                  </a:lnTo>
                  <a:lnTo>
                    <a:pt x="49148" y="135714"/>
                  </a:lnTo>
                  <a:lnTo>
                    <a:pt x="49547" y="135875"/>
                  </a:lnTo>
                  <a:lnTo>
                    <a:pt x="49946" y="135263"/>
                  </a:lnTo>
                  <a:lnTo>
                    <a:pt x="50386" y="134677"/>
                  </a:lnTo>
                  <a:lnTo>
                    <a:pt x="50815" y="134198"/>
                  </a:lnTo>
                  <a:lnTo>
                    <a:pt x="51439" y="133798"/>
                  </a:lnTo>
                  <a:lnTo>
                    <a:pt x="52022" y="134730"/>
                  </a:lnTo>
                  <a:lnTo>
                    <a:pt x="52349" y="135661"/>
                  </a:lnTo>
                  <a:lnTo>
                    <a:pt x="52728" y="136114"/>
                  </a:lnTo>
                  <a:lnTo>
                    <a:pt x="53085" y="136007"/>
                  </a:lnTo>
                  <a:lnTo>
                    <a:pt x="53331" y="136088"/>
                  </a:lnTo>
                  <a:lnTo>
                    <a:pt x="53586" y="136833"/>
                  </a:lnTo>
                  <a:lnTo>
                    <a:pt x="53914" y="136886"/>
                  </a:lnTo>
                  <a:lnTo>
                    <a:pt x="54384" y="136753"/>
                  </a:lnTo>
                  <a:lnTo>
                    <a:pt x="54823" y="136593"/>
                  </a:lnTo>
                  <a:lnTo>
                    <a:pt x="55028" y="136381"/>
                  </a:lnTo>
                  <a:lnTo>
                    <a:pt x="55059" y="135901"/>
                  </a:lnTo>
                  <a:lnTo>
                    <a:pt x="54947" y="135077"/>
                  </a:lnTo>
                  <a:lnTo>
                    <a:pt x="54793" y="134303"/>
                  </a:lnTo>
                  <a:lnTo>
                    <a:pt x="54916" y="133107"/>
                  </a:lnTo>
                  <a:lnTo>
                    <a:pt x="54926" y="131670"/>
                  </a:lnTo>
                  <a:lnTo>
                    <a:pt x="54947" y="129835"/>
                  </a:lnTo>
                  <a:lnTo>
                    <a:pt x="54599" y="128824"/>
                  </a:lnTo>
                  <a:lnTo>
                    <a:pt x="54251" y="126907"/>
                  </a:lnTo>
                  <a:lnTo>
                    <a:pt x="53863" y="125364"/>
                  </a:lnTo>
                  <a:lnTo>
                    <a:pt x="53259" y="124326"/>
                  </a:lnTo>
                  <a:lnTo>
                    <a:pt x="52697" y="123927"/>
                  </a:lnTo>
                  <a:lnTo>
                    <a:pt x="52226" y="124566"/>
                  </a:lnTo>
                  <a:lnTo>
                    <a:pt x="51787" y="124671"/>
                  </a:lnTo>
                  <a:lnTo>
                    <a:pt x="51459" y="124087"/>
                  </a:lnTo>
                  <a:lnTo>
                    <a:pt x="50928" y="124061"/>
                  </a:lnTo>
                  <a:lnTo>
                    <a:pt x="50355" y="123875"/>
                  </a:lnTo>
                  <a:lnTo>
                    <a:pt x="49750" y="123654"/>
                  </a:lnTo>
                  <a:lnTo>
                    <a:pt x="48658" y="124072"/>
                  </a:lnTo>
                  <a:lnTo>
                    <a:pt x="48269" y="123554"/>
                  </a:lnTo>
                  <a:lnTo>
                    <a:pt x="47737" y="123501"/>
                  </a:lnTo>
                  <a:lnTo>
                    <a:pt x="47124" y="124059"/>
                  </a:lnTo>
                  <a:lnTo>
                    <a:pt x="47139" y="116694"/>
                  </a:lnTo>
                  <a:lnTo>
                    <a:pt x="47154" y="109746"/>
                  </a:lnTo>
                  <a:lnTo>
                    <a:pt x="47164" y="104876"/>
                  </a:lnTo>
                  <a:lnTo>
                    <a:pt x="47716" y="104981"/>
                  </a:lnTo>
                  <a:lnTo>
                    <a:pt x="48402" y="104104"/>
                  </a:lnTo>
                  <a:lnTo>
                    <a:pt x="49419" y="103968"/>
                  </a:lnTo>
                  <a:lnTo>
                    <a:pt x="50200" y="103043"/>
                  </a:lnTo>
                  <a:lnTo>
                    <a:pt x="50635" y="102970"/>
                  </a:lnTo>
                  <a:lnTo>
                    <a:pt x="51461" y="103423"/>
                  </a:lnTo>
                  <a:lnTo>
                    <a:pt x="52322" y="104372"/>
                  </a:lnTo>
                  <a:lnTo>
                    <a:pt x="53169" y="104506"/>
                  </a:lnTo>
                  <a:lnTo>
                    <a:pt x="55389" y="104505"/>
                  </a:lnTo>
                  <a:lnTo>
                    <a:pt x="57786" y="104502"/>
                  </a:lnTo>
                  <a:lnTo>
                    <a:pt x="60451" y="104499"/>
                  </a:lnTo>
                  <a:lnTo>
                    <a:pt x="63120" y="104496"/>
                  </a:lnTo>
                  <a:lnTo>
                    <a:pt x="65435" y="104493"/>
                  </a:lnTo>
                  <a:lnTo>
                    <a:pt x="66151" y="104548"/>
                  </a:lnTo>
                  <a:lnTo>
                    <a:pt x="65734" y="102931"/>
                  </a:lnTo>
                  <a:lnTo>
                    <a:pt x="65249" y="100834"/>
                  </a:lnTo>
                  <a:lnTo>
                    <a:pt x="65437" y="99184"/>
                  </a:lnTo>
                  <a:lnTo>
                    <a:pt x="65676" y="97521"/>
                  </a:lnTo>
                  <a:lnTo>
                    <a:pt x="65955" y="96653"/>
                  </a:lnTo>
                  <a:lnTo>
                    <a:pt x="66676" y="97576"/>
                  </a:lnTo>
                  <a:lnTo>
                    <a:pt x="67281" y="100403"/>
                  </a:lnTo>
                  <a:lnTo>
                    <a:pt x="67782" y="102532"/>
                  </a:lnTo>
                  <a:lnTo>
                    <a:pt x="68272" y="103581"/>
                  </a:lnTo>
                  <a:lnTo>
                    <a:pt x="68880" y="103701"/>
                  </a:lnTo>
                  <a:lnTo>
                    <a:pt x="69569" y="103343"/>
                  </a:lnTo>
                  <a:lnTo>
                    <a:pt x="70255" y="102472"/>
                  </a:lnTo>
                  <a:lnTo>
                    <a:pt x="71427" y="98570"/>
                  </a:lnTo>
                  <a:lnTo>
                    <a:pt x="72593" y="95233"/>
                  </a:lnTo>
                  <a:lnTo>
                    <a:pt x="73197" y="94112"/>
                  </a:lnTo>
                  <a:lnTo>
                    <a:pt x="73837" y="93080"/>
                  </a:lnTo>
                  <a:lnTo>
                    <a:pt x="74313" y="92689"/>
                  </a:lnTo>
                  <a:lnTo>
                    <a:pt x="74964" y="92821"/>
                  </a:lnTo>
                  <a:lnTo>
                    <a:pt x="75514" y="93733"/>
                  </a:lnTo>
                  <a:lnTo>
                    <a:pt x="75870" y="95321"/>
                  </a:lnTo>
                  <a:lnTo>
                    <a:pt x="77174" y="100854"/>
                  </a:lnTo>
                  <a:lnTo>
                    <a:pt x="78157" y="105027"/>
                  </a:lnTo>
                  <a:lnTo>
                    <a:pt x="78487" y="107628"/>
                  </a:lnTo>
                  <a:lnTo>
                    <a:pt x="78509" y="113981"/>
                  </a:lnTo>
                  <a:lnTo>
                    <a:pt x="78448" y="119613"/>
                  </a:lnTo>
                  <a:lnTo>
                    <a:pt x="78577" y="120340"/>
                  </a:lnTo>
                  <a:lnTo>
                    <a:pt x="78770" y="120547"/>
                  </a:lnTo>
                  <a:lnTo>
                    <a:pt x="80919" y="119227"/>
                  </a:lnTo>
                  <a:lnTo>
                    <a:pt x="83837" y="126050"/>
                  </a:lnTo>
                  <a:lnTo>
                    <a:pt x="85992" y="131087"/>
                  </a:lnTo>
                  <a:lnTo>
                    <a:pt x="86925" y="132698"/>
                  </a:lnTo>
                  <a:lnTo>
                    <a:pt x="87441" y="133148"/>
                  </a:lnTo>
                  <a:lnTo>
                    <a:pt x="88695" y="132813"/>
                  </a:lnTo>
                  <a:lnTo>
                    <a:pt x="90184" y="132161"/>
                  </a:lnTo>
                  <a:lnTo>
                    <a:pt x="90908" y="131439"/>
                  </a:lnTo>
                  <a:lnTo>
                    <a:pt x="91708" y="129862"/>
                  </a:lnTo>
                  <a:lnTo>
                    <a:pt x="93009" y="127672"/>
                  </a:lnTo>
                  <a:lnTo>
                    <a:pt x="94067" y="126467"/>
                  </a:lnTo>
                  <a:lnTo>
                    <a:pt x="94484" y="126307"/>
                  </a:lnTo>
                  <a:lnTo>
                    <a:pt x="94901" y="126694"/>
                  </a:lnTo>
                  <a:lnTo>
                    <a:pt x="95795" y="128003"/>
                  </a:lnTo>
                  <a:lnTo>
                    <a:pt x="96283" y="130445"/>
                  </a:lnTo>
                  <a:lnTo>
                    <a:pt x="95832" y="133279"/>
                  </a:lnTo>
                  <a:lnTo>
                    <a:pt x="95908" y="135038"/>
                  </a:lnTo>
                  <a:lnTo>
                    <a:pt x="96846" y="134941"/>
                  </a:lnTo>
                  <a:lnTo>
                    <a:pt x="97598" y="132009"/>
                  </a:lnTo>
                  <a:lnTo>
                    <a:pt x="98124" y="129699"/>
                  </a:lnTo>
                  <a:lnTo>
                    <a:pt x="99224" y="127831"/>
                  </a:lnTo>
                  <a:lnTo>
                    <a:pt x="100296" y="125162"/>
                  </a:lnTo>
                  <a:lnTo>
                    <a:pt x="101044" y="122624"/>
                  </a:lnTo>
                  <a:lnTo>
                    <a:pt x="101920" y="121136"/>
                  </a:lnTo>
                  <a:lnTo>
                    <a:pt x="103243" y="119325"/>
                  </a:lnTo>
                  <a:lnTo>
                    <a:pt x="104289" y="118220"/>
                  </a:lnTo>
                  <a:lnTo>
                    <a:pt x="105270" y="118333"/>
                  </a:lnTo>
                  <a:lnTo>
                    <a:pt x="105998" y="117135"/>
                  </a:lnTo>
                  <a:lnTo>
                    <a:pt x="106942" y="114889"/>
                  </a:lnTo>
                  <a:lnTo>
                    <a:pt x="107601" y="113082"/>
                  </a:lnTo>
                  <a:lnTo>
                    <a:pt x="108058" y="112439"/>
                  </a:lnTo>
                  <a:lnTo>
                    <a:pt x="108977" y="112613"/>
                  </a:lnTo>
                  <a:lnTo>
                    <a:pt x="110123" y="112365"/>
                  </a:lnTo>
                  <a:lnTo>
                    <a:pt x="111249" y="110172"/>
                  </a:lnTo>
                  <a:lnTo>
                    <a:pt x="112273" y="107519"/>
                  </a:lnTo>
                  <a:lnTo>
                    <a:pt x="112816" y="103050"/>
                  </a:lnTo>
                  <a:lnTo>
                    <a:pt x="113175" y="99093"/>
                  </a:lnTo>
                  <a:lnTo>
                    <a:pt x="113481" y="98290"/>
                  </a:lnTo>
                  <a:lnTo>
                    <a:pt x="113852" y="97657"/>
                  </a:lnTo>
                  <a:lnTo>
                    <a:pt x="114291" y="97244"/>
                  </a:lnTo>
                  <a:lnTo>
                    <a:pt x="115343" y="96957"/>
                  </a:lnTo>
                  <a:lnTo>
                    <a:pt x="117187" y="94846"/>
                  </a:lnTo>
                  <a:lnTo>
                    <a:pt x="118457" y="92708"/>
                  </a:lnTo>
                  <a:lnTo>
                    <a:pt x="119665" y="92249"/>
                  </a:lnTo>
                  <a:lnTo>
                    <a:pt x="120021" y="91672"/>
                  </a:lnTo>
                  <a:lnTo>
                    <a:pt x="120459" y="89694"/>
                  </a:lnTo>
                  <a:lnTo>
                    <a:pt x="120676" y="86210"/>
                  </a:lnTo>
                  <a:lnTo>
                    <a:pt x="120513" y="84097"/>
                  </a:lnTo>
                  <a:lnTo>
                    <a:pt x="118294" y="83447"/>
                  </a:lnTo>
                  <a:lnTo>
                    <a:pt x="116841" y="83444"/>
                  </a:lnTo>
                  <a:lnTo>
                    <a:pt x="114438" y="82900"/>
                  </a:lnTo>
                  <a:lnTo>
                    <a:pt x="113295" y="82030"/>
                  </a:lnTo>
                  <a:lnTo>
                    <a:pt x="113048" y="81424"/>
                  </a:lnTo>
                  <a:lnTo>
                    <a:pt x="113023" y="80753"/>
                  </a:lnTo>
                  <a:lnTo>
                    <a:pt x="113251" y="79247"/>
                  </a:lnTo>
                  <a:lnTo>
                    <a:pt x="113475" y="76416"/>
                  </a:lnTo>
                  <a:lnTo>
                    <a:pt x="113148" y="72585"/>
                  </a:lnTo>
                  <a:lnTo>
                    <a:pt x="111947" y="66576"/>
                  </a:lnTo>
                  <a:lnTo>
                    <a:pt x="111092" y="60672"/>
                  </a:lnTo>
                  <a:lnTo>
                    <a:pt x="110980" y="56555"/>
                  </a:lnTo>
                  <a:lnTo>
                    <a:pt x="110999" y="52205"/>
                  </a:lnTo>
                  <a:lnTo>
                    <a:pt x="111067" y="49363"/>
                  </a:lnTo>
                  <a:lnTo>
                    <a:pt x="110451" y="47138"/>
                  </a:lnTo>
                  <a:lnTo>
                    <a:pt x="107128" y="40132"/>
                  </a:lnTo>
                  <a:lnTo>
                    <a:pt x="105981" y="36822"/>
                  </a:lnTo>
                  <a:lnTo>
                    <a:pt x="105599" y="34532"/>
                  </a:lnTo>
                  <a:lnTo>
                    <a:pt x="104290" y="30307"/>
                  </a:lnTo>
                  <a:lnTo>
                    <a:pt x="104622" y="29015"/>
                  </a:lnTo>
                  <a:lnTo>
                    <a:pt x="105376" y="29062"/>
                  </a:lnTo>
                  <a:lnTo>
                    <a:pt x="106020" y="30165"/>
                  </a:lnTo>
                  <a:lnTo>
                    <a:pt x="106609" y="32511"/>
                  </a:lnTo>
                  <a:lnTo>
                    <a:pt x="107033" y="33037"/>
                  </a:lnTo>
                  <a:lnTo>
                    <a:pt x="107610" y="33034"/>
                  </a:lnTo>
                  <a:lnTo>
                    <a:pt x="110674" y="33024"/>
                  </a:lnTo>
                  <a:lnTo>
                    <a:pt x="111392" y="33423"/>
                  </a:lnTo>
                  <a:lnTo>
                    <a:pt x="111825" y="34212"/>
                  </a:lnTo>
                  <a:lnTo>
                    <a:pt x="112195" y="35191"/>
                  </a:lnTo>
                  <a:lnTo>
                    <a:pt x="112744" y="37927"/>
                  </a:lnTo>
                  <a:lnTo>
                    <a:pt x="113333" y="39266"/>
                  </a:lnTo>
                  <a:lnTo>
                    <a:pt x="114547" y="39220"/>
                  </a:lnTo>
                  <a:lnTo>
                    <a:pt x="116451" y="39164"/>
                  </a:lnTo>
                  <a:lnTo>
                    <a:pt x="117519" y="38920"/>
                  </a:lnTo>
                  <a:lnTo>
                    <a:pt x="118158" y="39682"/>
                  </a:lnTo>
                  <a:lnTo>
                    <a:pt x="118951" y="40312"/>
                  </a:lnTo>
                  <a:lnTo>
                    <a:pt x="120620" y="38859"/>
                  </a:lnTo>
                  <a:lnTo>
                    <a:pt x="121087" y="38829"/>
                  </a:lnTo>
                  <a:lnTo>
                    <a:pt x="121586" y="39468"/>
                  </a:lnTo>
                  <a:lnTo>
                    <a:pt x="123386" y="44368"/>
                  </a:lnTo>
                  <a:lnTo>
                    <a:pt x="124418" y="46435"/>
                  </a:lnTo>
                  <a:lnTo>
                    <a:pt x="125289" y="49170"/>
                  </a:lnTo>
                  <a:lnTo>
                    <a:pt x="126557" y="49184"/>
                  </a:lnTo>
                  <a:lnTo>
                    <a:pt x="127606" y="46835"/>
                  </a:lnTo>
                  <a:lnTo>
                    <a:pt x="127886" y="38934"/>
                  </a:lnTo>
                  <a:lnTo>
                    <a:pt x="128202" y="36641"/>
                  </a:lnTo>
                  <a:lnTo>
                    <a:pt x="128733" y="35999"/>
                  </a:lnTo>
                  <a:lnTo>
                    <a:pt x="129364" y="35921"/>
                  </a:lnTo>
                  <a:lnTo>
                    <a:pt x="130112" y="34679"/>
                  </a:lnTo>
                  <a:lnTo>
                    <a:pt x="130922" y="33078"/>
                  </a:lnTo>
                  <a:lnTo>
                    <a:pt x="131625" y="32540"/>
                  </a:lnTo>
                  <a:lnTo>
                    <a:pt x="134550" y="34264"/>
                  </a:lnTo>
                  <a:lnTo>
                    <a:pt x="135362" y="33438"/>
                  </a:lnTo>
                  <a:lnTo>
                    <a:pt x="138323" y="31349"/>
                  </a:lnTo>
                  <a:lnTo>
                    <a:pt x="141350" y="28667"/>
                  </a:lnTo>
                  <a:lnTo>
                    <a:pt x="142200" y="25285"/>
                  </a:lnTo>
                  <a:lnTo>
                    <a:pt x="143470" y="24376"/>
                  </a:lnTo>
                  <a:lnTo>
                    <a:pt x="144463" y="21897"/>
                  </a:lnTo>
                  <a:lnTo>
                    <a:pt x="145266" y="22158"/>
                  </a:lnTo>
                  <a:lnTo>
                    <a:pt x="146480" y="22258"/>
                  </a:lnTo>
                  <a:lnTo>
                    <a:pt x="147232" y="21825"/>
                  </a:lnTo>
                  <a:lnTo>
                    <a:pt x="147612" y="21355"/>
                  </a:lnTo>
                  <a:lnTo>
                    <a:pt x="148025" y="20189"/>
                  </a:lnTo>
                  <a:lnTo>
                    <a:pt x="148708" y="16876"/>
                  </a:lnTo>
                  <a:lnTo>
                    <a:pt x="149536" y="15624"/>
                  </a:lnTo>
                  <a:lnTo>
                    <a:pt x="150576" y="14296"/>
                  </a:lnTo>
                  <a:lnTo>
                    <a:pt x="151287" y="12731"/>
                  </a:lnTo>
                  <a:lnTo>
                    <a:pt x="151873" y="10798"/>
                  </a:lnTo>
                  <a:lnTo>
                    <a:pt x="152142" y="9118"/>
                  </a:lnTo>
                  <a:lnTo>
                    <a:pt x="152135" y="7782"/>
                  </a:lnTo>
                  <a:lnTo>
                    <a:pt x="151788" y="5199"/>
                  </a:lnTo>
                  <a:lnTo>
                    <a:pt x="151369" y="2765"/>
                  </a:lnTo>
                  <a:lnTo>
                    <a:pt x="150915" y="1962"/>
                  </a:lnTo>
                  <a:lnTo>
                    <a:pt x="150572" y="1652"/>
                  </a:lnTo>
                  <a:lnTo>
                    <a:pt x="151603" y="1087"/>
                  </a:lnTo>
                  <a:lnTo>
                    <a:pt x="152454" y="1934"/>
                  </a:lnTo>
                  <a:lnTo>
                    <a:pt x="153781" y="2064"/>
                  </a:lnTo>
                  <a:lnTo>
                    <a:pt x="154357" y="1412"/>
                  </a:lnTo>
                  <a:lnTo>
                    <a:pt x="155193" y="1732"/>
                  </a:lnTo>
                  <a:lnTo>
                    <a:pt x="156255" y="0"/>
                  </a:lnTo>
                  <a:lnTo>
                    <a:pt x="156935" y="565"/>
                  </a:lnTo>
                  <a:lnTo>
                    <a:pt x="157386" y="565"/>
                  </a:lnTo>
                  <a:lnTo>
                    <a:pt x="157796" y="1882"/>
                  </a:lnTo>
                  <a:lnTo>
                    <a:pt x="158113" y="3367"/>
                  </a:lnTo>
                  <a:lnTo>
                    <a:pt x="159105" y="5173"/>
                  </a:lnTo>
                  <a:lnTo>
                    <a:pt x="159006" y="7922"/>
                  </a:lnTo>
                  <a:lnTo>
                    <a:pt x="158823" y="10355"/>
                  </a:lnTo>
                  <a:lnTo>
                    <a:pt x="158695" y="13157"/>
                  </a:lnTo>
                  <a:lnTo>
                    <a:pt x="158638" y="15289"/>
                  </a:lnTo>
                  <a:lnTo>
                    <a:pt x="158216" y="17472"/>
                  </a:lnTo>
                  <a:lnTo>
                    <a:pt x="157585" y="19511"/>
                  </a:lnTo>
                  <a:lnTo>
                    <a:pt x="157399" y="20339"/>
                  </a:lnTo>
                  <a:lnTo>
                    <a:pt x="157311" y="21414"/>
                  </a:lnTo>
                  <a:lnTo>
                    <a:pt x="157737" y="22066"/>
                  </a:lnTo>
                  <a:lnTo>
                    <a:pt x="158488" y="22261"/>
                  </a:lnTo>
                  <a:lnTo>
                    <a:pt x="159427" y="22346"/>
                  </a:lnTo>
                  <a:lnTo>
                    <a:pt x="160065" y="22978"/>
                  </a:lnTo>
                  <a:lnTo>
                    <a:pt x="160892" y="23108"/>
                  </a:lnTo>
                  <a:lnTo>
                    <a:pt x="161886" y="24859"/>
                  </a:lnTo>
                  <a:lnTo>
                    <a:pt x="162369" y="25910"/>
                  </a:lnTo>
                  <a:lnTo>
                    <a:pt x="162409" y="26725"/>
                  </a:lnTo>
                  <a:lnTo>
                    <a:pt x="162094" y="28671"/>
                  </a:lnTo>
                  <a:lnTo>
                    <a:pt x="161968" y="30471"/>
                  </a:lnTo>
                  <a:lnTo>
                    <a:pt x="162214" y="31610"/>
                  </a:lnTo>
                  <a:lnTo>
                    <a:pt x="162506" y="32431"/>
                  </a:lnTo>
                  <a:lnTo>
                    <a:pt x="163312" y="36487"/>
                  </a:lnTo>
                  <a:lnTo>
                    <a:pt x="163696" y="37898"/>
                  </a:lnTo>
                  <a:lnTo>
                    <a:pt x="164021" y="38353"/>
                  </a:lnTo>
                  <a:lnTo>
                    <a:pt x="164096" y="39135"/>
                  </a:lnTo>
                  <a:lnTo>
                    <a:pt x="163821" y="40615"/>
                  </a:lnTo>
                  <a:lnTo>
                    <a:pt x="163491" y="42499"/>
                  </a:lnTo>
                  <a:lnTo>
                    <a:pt x="162744" y="44477"/>
                  </a:lnTo>
                  <a:lnTo>
                    <a:pt x="162644" y="46041"/>
                  </a:lnTo>
                  <a:lnTo>
                    <a:pt x="162047" y="47024"/>
                  </a:lnTo>
                  <a:lnTo>
                    <a:pt x="160653" y="49360"/>
                  </a:lnTo>
                  <a:lnTo>
                    <a:pt x="160895" y="53064"/>
                  </a:lnTo>
                  <a:lnTo>
                    <a:pt x="160943" y="54942"/>
                  </a:lnTo>
                  <a:lnTo>
                    <a:pt x="160917" y="56401"/>
                  </a:lnTo>
                  <a:lnTo>
                    <a:pt x="160441" y="58355"/>
                  </a:lnTo>
                  <a:lnTo>
                    <a:pt x="159616" y="64124"/>
                  </a:lnTo>
                  <a:lnTo>
                    <a:pt x="159314" y="67001"/>
                  </a:lnTo>
                  <a:lnTo>
                    <a:pt x="159046" y="73651"/>
                  </a:lnTo>
                  <a:lnTo>
                    <a:pt x="159064" y="75881"/>
                  </a:lnTo>
                  <a:lnTo>
                    <a:pt x="159444" y="78883"/>
                  </a:lnTo>
                  <a:lnTo>
                    <a:pt x="160252" y="85545"/>
                  </a:lnTo>
                  <a:lnTo>
                    <a:pt x="160713" y="86605"/>
                  </a:lnTo>
                  <a:lnTo>
                    <a:pt x="161779" y="88169"/>
                  </a:lnTo>
                  <a:lnTo>
                    <a:pt x="161912" y="92675"/>
                  </a:lnTo>
                  <a:lnTo>
                    <a:pt x="161818" y="97380"/>
                  </a:lnTo>
                  <a:lnTo>
                    <a:pt x="161768" y="99205"/>
                  </a:lnTo>
                  <a:lnTo>
                    <a:pt x="161943" y="99987"/>
                  </a:lnTo>
                  <a:lnTo>
                    <a:pt x="162422" y="100362"/>
                  </a:lnTo>
                  <a:lnTo>
                    <a:pt x="162763" y="100928"/>
                  </a:lnTo>
                  <a:lnTo>
                    <a:pt x="162817" y="102320"/>
                  </a:lnTo>
                  <a:lnTo>
                    <a:pt x="162785" y="103766"/>
                  </a:lnTo>
                  <a:lnTo>
                    <a:pt x="163580" y="104601"/>
                  </a:lnTo>
                  <a:lnTo>
                    <a:pt x="164272" y="105134"/>
                  </a:lnTo>
                  <a:lnTo>
                    <a:pt x="164910" y="107131"/>
                  </a:lnTo>
                  <a:lnTo>
                    <a:pt x="166066" y="110236"/>
                  </a:lnTo>
                  <a:lnTo>
                    <a:pt x="166525" y="110801"/>
                  </a:lnTo>
                  <a:lnTo>
                    <a:pt x="166755" y="112090"/>
                  </a:lnTo>
                  <a:lnTo>
                    <a:pt x="167729" y="114707"/>
                  </a:lnTo>
                  <a:lnTo>
                    <a:pt x="169215" y="115664"/>
                  </a:lnTo>
                  <a:lnTo>
                    <a:pt x="170712" y="116818"/>
                  </a:lnTo>
                  <a:lnTo>
                    <a:pt x="171302" y="118464"/>
                  </a:lnTo>
                  <a:lnTo>
                    <a:pt x="171916" y="119802"/>
                  </a:lnTo>
                  <a:lnTo>
                    <a:pt x="172378" y="119872"/>
                  </a:lnTo>
                  <a:lnTo>
                    <a:pt x="172771" y="119657"/>
                  </a:lnTo>
                  <a:lnTo>
                    <a:pt x="173417" y="118504"/>
                  </a:lnTo>
                  <a:lnTo>
                    <a:pt x="173936" y="117513"/>
                  </a:lnTo>
                  <a:lnTo>
                    <a:pt x="174839" y="117569"/>
                  </a:lnTo>
                  <a:lnTo>
                    <a:pt x="175898" y="117406"/>
                  </a:lnTo>
                  <a:lnTo>
                    <a:pt x="176081" y="116591"/>
                  </a:lnTo>
                  <a:lnTo>
                    <a:pt x="176182" y="115542"/>
                  </a:lnTo>
                  <a:lnTo>
                    <a:pt x="175964" y="112856"/>
                  </a:lnTo>
                  <a:lnTo>
                    <a:pt x="176340" y="112041"/>
                  </a:lnTo>
                  <a:lnTo>
                    <a:pt x="177216" y="111583"/>
                  </a:lnTo>
                  <a:lnTo>
                    <a:pt x="177391" y="110150"/>
                  </a:lnTo>
                  <a:lnTo>
                    <a:pt x="177592" y="109368"/>
                  </a:lnTo>
                  <a:lnTo>
                    <a:pt x="177842" y="108457"/>
                  </a:lnTo>
                  <a:lnTo>
                    <a:pt x="178142" y="108327"/>
                  </a:lnTo>
                  <a:lnTo>
                    <a:pt x="178518" y="108848"/>
                  </a:lnTo>
                  <a:lnTo>
                    <a:pt x="179094" y="109174"/>
                  </a:lnTo>
                  <a:lnTo>
                    <a:pt x="179745" y="109630"/>
                  </a:lnTo>
                  <a:lnTo>
                    <a:pt x="180095" y="110541"/>
                  </a:lnTo>
                  <a:lnTo>
                    <a:pt x="180673" y="110619"/>
                  </a:lnTo>
                  <a:lnTo>
                    <a:pt x="181316" y="110445"/>
                  </a:lnTo>
                  <a:lnTo>
                    <a:pt x="181576" y="109863"/>
                  </a:lnTo>
                  <a:lnTo>
                    <a:pt x="181766" y="108848"/>
                  </a:lnTo>
                  <a:lnTo>
                    <a:pt x="181905" y="106657"/>
                  </a:lnTo>
                  <a:lnTo>
                    <a:pt x="182319" y="106594"/>
                  </a:lnTo>
                  <a:lnTo>
                    <a:pt x="183147" y="106100"/>
                  </a:lnTo>
                  <a:lnTo>
                    <a:pt x="184031" y="105134"/>
                  </a:lnTo>
                  <a:lnTo>
                    <a:pt x="185210" y="104992"/>
                  </a:lnTo>
                  <a:lnTo>
                    <a:pt x="186315" y="105013"/>
                  </a:lnTo>
                  <a:lnTo>
                    <a:pt x="186868" y="104363"/>
                  </a:lnTo>
                  <a:lnTo>
                    <a:pt x="187383" y="102952"/>
                  </a:lnTo>
                  <a:lnTo>
                    <a:pt x="188379" y="98960"/>
                  </a:lnTo>
                  <a:lnTo>
                    <a:pt x="188900" y="98038"/>
                  </a:lnTo>
                  <a:lnTo>
                    <a:pt x="189460" y="97348"/>
                  </a:lnTo>
                  <a:lnTo>
                    <a:pt x="189936" y="97474"/>
                  </a:lnTo>
                  <a:lnTo>
                    <a:pt x="190913" y="96813"/>
                  </a:lnTo>
                  <a:lnTo>
                    <a:pt x="191715" y="95856"/>
                  </a:lnTo>
                  <a:lnTo>
                    <a:pt x="192013" y="96097"/>
                  </a:lnTo>
                  <a:lnTo>
                    <a:pt x="192639" y="98146"/>
                  </a:lnTo>
                  <a:lnTo>
                    <a:pt x="192951" y="98596"/>
                  </a:lnTo>
                  <a:lnTo>
                    <a:pt x="193412" y="98739"/>
                  </a:lnTo>
                  <a:lnTo>
                    <a:pt x="194920" y="99778"/>
                  </a:lnTo>
                  <a:lnTo>
                    <a:pt x="195720" y="99455"/>
                  </a:lnTo>
                  <a:lnTo>
                    <a:pt x="196588" y="98801"/>
                  </a:lnTo>
                  <a:lnTo>
                    <a:pt x="197421" y="98555"/>
                  </a:lnTo>
                  <a:lnTo>
                    <a:pt x="198021" y="99010"/>
                  </a:lnTo>
                  <a:lnTo>
                    <a:pt x="198454" y="984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491296" y="3240545"/>
              <a:ext cx="2487" cy="7548"/>
            </a:xfrm>
            <a:custGeom>
              <a:avLst/>
              <a:pathLst>
                <a:path w="2487" h="7548">
                  <a:moveTo>
                    <a:pt x="1741" y="6964"/>
                  </a:moveTo>
                  <a:lnTo>
                    <a:pt x="1417" y="7548"/>
                  </a:lnTo>
                  <a:lnTo>
                    <a:pt x="401" y="6370"/>
                  </a:lnTo>
                  <a:lnTo>
                    <a:pt x="44" y="4945"/>
                  </a:lnTo>
                  <a:lnTo>
                    <a:pt x="0" y="429"/>
                  </a:lnTo>
                  <a:lnTo>
                    <a:pt x="625" y="0"/>
                  </a:lnTo>
                  <a:lnTo>
                    <a:pt x="1803" y="3570"/>
                  </a:lnTo>
                  <a:lnTo>
                    <a:pt x="2487" y="48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4474793" y="3489287"/>
              <a:ext cx="3406" cy="16326"/>
            </a:xfrm>
            <a:custGeom>
              <a:avLst/>
              <a:pathLst>
                <a:path w="3406" h="16326">
                  <a:moveTo>
                    <a:pt x="0" y="1"/>
                  </a:moveTo>
                  <a:lnTo>
                    <a:pt x="1286" y="0"/>
                  </a:lnTo>
                  <a:lnTo>
                    <a:pt x="1609" y="976"/>
                  </a:lnTo>
                  <a:lnTo>
                    <a:pt x="2284" y="4407"/>
                  </a:lnTo>
                  <a:lnTo>
                    <a:pt x="2724" y="7853"/>
                  </a:lnTo>
                  <a:lnTo>
                    <a:pt x="2867" y="13102"/>
                  </a:lnTo>
                  <a:lnTo>
                    <a:pt x="3406" y="15335"/>
                  </a:lnTo>
                  <a:lnTo>
                    <a:pt x="3321" y="15793"/>
                  </a:lnTo>
                  <a:lnTo>
                    <a:pt x="2996" y="16168"/>
                  </a:lnTo>
                  <a:lnTo>
                    <a:pt x="2497" y="16326"/>
                  </a:lnTo>
                  <a:lnTo>
                    <a:pt x="1633" y="15824"/>
                  </a:lnTo>
                  <a:lnTo>
                    <a:pt x="911" y="15050"/>
                  </a:lnTo>
                  <a:lnTo>
                    <a:pt x="281" y="9369"/>
                  </a:lnTo>
                  <a:lnTo>
                    <a:pt x="0" y="6157"/>
                  </a:lnTo>
                  <a:lnTo>
                    <a:pt x="23" y="23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4463859" y="3485664"/>
              <a:ext cx="11171" cy="29501"/>
            </a:xfrm>
            <a:custGeom>
              <a:avLst/>
              <a:pathLst>
                <a:path w="11171" h="29501">
                  <a:moveTo>
                    <a:pt x="10933" y="3624"/>
                  </a:moveTo>
                  <a:lnTo>
                    <a:pt x="10002" y="4908"/>
                  </a:lnTo>
                  <a:lnTo>
                    <a:pt x="9092" y="6518"/>
                  </a:lnTo>
                  <a:lnTo>
                    <a:pt x="8179" y="7905"/>
                  </a:lnTo>
                  <a:lnTo>
                    <a:pt x="7753" y="8991"/>
                  </a:lnTo>
                  <a:lnTo>
                    <a:pt x="7904" y="10515"/>
                  </a:lnTo>
                  <a:lnTo>
                    <a:pt x="8124" y="13868"/>
                  </a:lnTo>
                  <a:lnTo>
                    <a:pt x="8247" y="16501"/>
                  </a:lnTo>
                  <a:lnTo>
                    <a:pt x="8566" y="17540"/>
                  </a:lnTo>
                  <a:lnTo>
                    <a:pt x="8816" y="18590"/>
                  </a:lnTo>
                  <a:lnTo>
                    <a:pt x="8711" y="19734"/>
                  </a:lnTo>
                  <a:lnTo>
                    <a:pt x="8171" y="21913"/>
                  </a:lnTo>
                  <a:lnTo>
                    <a:pt x="8477" y="22334"/>
                  </a:lnTo>
                  <a:lnTo>
                    <a:pt x="8088" y="25222"/>
                  </a:lnTo>
                  <a:lnTo>
                    <a:pt x="7507" y="27357"/>
                  </a:lnTo>
                  <a:lnTo>
                    <a:pt x="6702" y="29097"/>
                  </a:lnTo>
                  <a:lnTo>
                    <a:pt x="6182" y="29501"/>
                  </a:lnTo>
                  <a:lnTo>
                    <a:pt x="5767" y="28759"/>
                  </a:lnTo>
                  <a:lnTo>
                    <a:pt x="5091" y="26853"/>
                  </a:lnTo>
                  <a:lnTo>
                    <a:pt x="4351" y="24194"/>
                  </a:lnTo>
                  <a:lnTo>
                    <a:pt x="4005" y="22649"/>
                  </a:lnTo>
                  <a:lnTo>
                    <a:pt x="2941" y="22444"/>
                  </a:lnTo>
                  <a:lnTo>
                    <a:pt x="2563" y="21221"/>
                  </a:lnTo>
                  <a:lnTo>
                    <a:pt x="2540" y="19727"/>
                  </a:lnTo>
                  <a:lnTo>
                    <a:pt x="2238" y="17968"/>
                  </a:lnTo>
                  <a:lnTo>
                    <a:pt x="1819" y="16088"/>
                  </a:lnTo>
                  <a:lnTo>
                    <a:pt x="1192" y="14638"/>
                  </a:lnTo>
                  <a:lnTo>
                    <a:pt x="354" y="13507"/>
                  </a:lnTo>
                  <a:lnTo>
                    <a:pt x="0" y="12696"/>
                  </a:lnTo>
                  <a:lnTo>
                    <a:pt x="1295" y="12747"/>
                  </a:lnTo>
                  <a:lnTo>
                    <a:pt x="2674" y="12268"/>
                  </a:lnTo>
                  <a:lnTo>
                    <a:pt x="4094" y="10695"/>
                  </a:lnTo>
                  <a:lnTo>
                    <a:pt x="5460" y="8799"/>
                  </a:lnTo>
                  <a:lnTo>
                    <a:pt x="6609" y="6625"/>
                  </a:lnTo>
                  <a:lnTo>
                    <a:pt x="7687" y="4176"/>
                  </a:lnTo>
                  <a:lnTo>
                    <a:pt x="8820" y="2245"/>
                  </a:lnTo>
                  <a:lnTo>
                    <a:pt x="10578" y="0"/>
                  </a:lnTo>
                  <a:lnTo>
                    <a:pt x="11171" y="177"/>
                  </a:lnTo>
                  <a:lnTo>
                    <a:pt x="11164" y="17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4176281" y="2797502"/>
              <a:ext cx="37979" cy="47562"/>
            </a:xfrm>
            <a:custGeom>
              <a:avLst/>
              <a:pathLst>
                <a:path w="37979" h="47562">
                  <a:moveTo>
                    <a:pt x="32853" y="16288"/>
                  </a:moveTo>
                  <a:lnTo>
                    <a:pt x="32784" y="16957"/>
                  </a:lnTo>
                  <a:lnTo>
                    <a:pt x="32463" y="18739"/>
                  </a:lnTo>
                  <a:lnTo>
                    <a:pt x="32255" y="20677"/>
                  </a:lnTo>
                  <a:lnTo>
                    <a:pt x="32430" y="22265"/>
                  </a:lnTo>
                  <a:lnTo>
                    <a:pt x="33150" y="24158"/>
                  </a:lnTo>
                  <a:lnTo>
                    <a:pt x="34115" y="25667"/>
                  </a:lnTo>
                  <a:lnTo>
                    <a:pt x="35343" y="25783"/>
                  </a:lnTo>
                  <a:lnTo>
                    <a:pt x="36476" y="25201"/>
                  </a:lnTo>
                  <a:lnTo>
                    <a:pt x="36928" y="25441"/>
                  </a:lnTo>
                  <a:lnTo>
                    <a:pt x="37542" y="27967"/>
                  </a:lnTo>
                  <a:lnTo>
                    <a:pt x="37979" y="30156"/>
                  </a:lnTo>
                  <a:lnTo>
                    <a:pt x="37386" y="32411"/>
                  </a:lnTo>
                  <a:lnTo>
                    <a:pt x="37061" y="34389"/>
                  </a:lnTo>
                  <a:lnTo>
                    <a:pt x="36945" y="35792"/>
                  </a:lnTo>
                  <a:lnTo>
                    <a:pt x="37017" y="36400"/>
                  </a:lnTo>
                  <a:lnTo>
                    <a:pt x="37383" y="37538"/>
                  </a:lnTo>
                  <a:lnTo>
                    <a:pt x="37806" y="39477"/>
                  </a:lnTo>
                  <a:lnTo>
                    <a:pt x="37866" y="41260"/>
                  </a:lnTo>
                  <a:lnTo>
                    <a:pt x="37597" y="42442"/>
                  </a:lnTo>
                  <a:lnTo>
                    <a:pt x="37013" y="43029"/>
                  </a:lnTo>
                  <a:lnTo>
                    <a:pt x="36394" y="42856"/>
                  </a:lnTo>
                  <a:lnTo>
                    <a:pt x="35881" y="42879"/>
                  </a:lnTo>
                  <a:lnTo>
                    <a:pt x="35239" y="43088"/>
                  </a:lnTo>
                  <a:lnTo>
                    <a:pt x="34236" y="43744"/>
                  </a:lnTo>
                  <a:lnTo>
                    <a:pt x="33303" y="44594"/>
                  </a:lnTo>
                  <a:lnTo>
                    <a:pt x="31554" y="44437"/>
                  </a:lnTo>
                  <a:lnTo>
                    <a:pt x="30853" y="42677"/>
                  </a:lnTo>
                  <a:lnTo>
                    <a:pt x="30523" y="42671"/>
                  </a:lnTo>
                  <a:lnTo>
                    <a:pt x="28930" y="44951"/>
                  </a:lnTo>
                  <a:lnTo>
                    <a:pt x="27197" y="44553"/>
                  </a:lnTo>
                  <a:lnTo>
                    <a:pt x="24039" y="45311"/>
                  </a:lnTo>
                  <a:lnTo>
                    <a:pt x="22720" y="45490"/>
                  </a:lnTo>
                  <a:lnTo>
                    <a:pt x="21365" y="45238"/>
                  </a:lnTo>
                  <a:lnTo>
                    <a:pt x="20679" y="44754"/>
                  </a:lnTo>
                  <a:lnTo>
                    <a:pt x="19405" y="43153"/>
                  </a:lnTo>
                  <a:lnTo>
                    <a:pt x="18249" y="41984"/>
                  </a:lnTo>
                  <a:lnTo>
                    <a:pt x="17074" y="43053"/>
                  </a:lnTo>
                  <a:lnTo>
                    <a:pt x="16661" y="43250"/>
                  </a:lnTo>
                  <a:lnTo>
                    <a:pt x="15718" y="45995"/>
                  </a:lnTo>
                  <a:lnTo>
                    <a:pt x="13676" y="46901"/>
                  </a:lnTo>
                  <a:lnTo>
                    <a:pt x="11640" y="47562"/>
                  </a:lnTo>
                  <a:lnTo>
                    <a:pt x="11039" y="47197"/>
                  </a:lnTo>
                  <a:lnTo>
                    <a:pt x="9892" y="47034"/>
                  </a:lnTo>
                  <a:lnTo>
                    <a:pt x="9849" y="46394"/>
                  </a:lnTo>
                  <a:lnTo>
                    <a:pt x="9883" y="45770"/>
                  </a:lnTo>
                  <a:lnTo>
                    <a:pt x="9622" y="45275"/>
                  </a:lnTo>
                  <a:lnTo>
                    <a:pt x="9156" y="44765"/>
                  </a:lnTo>
                  <a:lnTo>
                    <a:pt x="8355" y="44553"/>
                  </a:lnTo>
                  <a:lnTo>
                    <a:pt x="7328" y="43869"/>
                  </a:lnTo>
                  <a:lnTo>
                    <a:pt x="6737" y="43216"/>
                  </a:lnTo>
                  <a:lnTo>
                    <a:pt x="4649" y="44176"/>
                  </a:lnTo>
                  <a:lnTo>
                    <a:pt x="3431" y="42732"/>
                  </a:lnTo>
                  <a:lnTo>
                    <a:pt x="2048" y="40746"/>
                  </a:lnTo>
                  <a:lnTo>
                    <a:pt x="1349" y="39882"/>
                  </a:lnTo>
                  <a:lnTo>
                    <a:pt x="1094" y="36806"/>
                  </a:lnTo>
                  <a:lnTo>
                    <a:pt x="849" y="35818"/>
                  </a:lnTo>
                  <a:lnTo>
                    <a:pt x="304" y="34777"/>
                  </a:lnTo>
                  <a:lnTo>
                    <a:pt x="0" y="33555"/>
                  </a:lnTo>
                  <a:lnTo>
                    <a:pt x="245" y="32299"/>
                  </a:lnTo>
                  <a:lnTo>
                    <a:pt x="1622" y="29954"/>
                  </a:lnTo>
                  <a:lnTo>
                    <a:pt x="1733" y="29404"/>
                  </a:lnTo>
                  <a:lnTo>
                    <a:pt x="2370" y="25033"/>
                  </a:lnTo>
                  <a:lnTo>
                    <a:pt x="3255" y="23441"/>
                  </a:lnTo>
                  <a:lnTo>
                    <a:pt x="4128" y="21234"/>
                  </a:lnTo>
                  <a:lnTo>
                    <a:pt x="4788" y="17726"/>
                  </a:lnTo>
                  <a:lnTo>
                    <a:pt x="6062" y="14125"/>
                  </a:lnTo>
                  <a:lnTo>
                    <a:pt x="7461" y="10431"/>
                  </a:lnTo>
                  <a:lnTo>
                    <a:pt x="8424" y="7423"/>
                  </a:lnTo>
                  <a:lnTo>
                    <a:pt x="9063" y="6020"/>
                  </a:lnTo>
                  <a:lnTo>
                    <a:pt x="10378" y="4517"/>
                  </a:lnTo>
                  <a:lnTo>
                    <a:pt x="11480" y="3634"/>
                  </a:lnTo>
                  <a:lnTo>
                    <a:pt x="12242" y="1621"/>
                  </a:lnTo>
                  <a:lnTo>
                    <a:pt x="13161" y="503"/>
                  </a:lnTo>
                  <a:lnTo>
                    <a:pt x="14106" y="0"/>
                  </a:lnTo>
                  <a:lnTo>
                    <a:pt x="15508" y="269"/>
                  </a:lnTo>
                  <a:lnTo>
                    <a:pt x="16829" y="988"/>
                  </a:lnTo>
                  <a:lnTo>
                    <a:pt x="18276" y="1986"/>
                  </a:lnTo>
                  <a:lnTo>
                    <a:pt x="18443" y="2797"/>
                  </a:lnTo>
                  <a:lnTo>
                    <a:pt x="18320" y="4226"/>
                  </a:lnTo>
                  <a:lnTo>
                    <a:pt x="18112" y="5674"/>
                  </a:lnTo>
                  <a:lnTo>
                    <a:pt x="18104" y="6417"/>
                  </a:lnTo>
                  <a:lnTo>
                    <a:pt x="18327" y="6824"/>
                  </a:lnTo>
                  <a:lnTo>
                    <a:pt x="19742" y="7101"/>
                  </a:lnTo>
                  <a:lnTo>
                    <a:pt x="21476" y="6873"/>
                  </a:lnTo>
                  <a:lnTo>
                    <a:pt x="22449" y="7075"/>
                  </a:lnTo>
                  <a:lnTo>
                    <a:pt x="24617" y="8411"/>
                  </a:lnTo>
                  <a:lnTo>
                    <a:pt x="25251" y="9355"/>
                  </a:lnTo>
                  <a:lnTo>
                    <a:pt x="25913" y="10079"/>
                  </a:lnTo>
                  <a:lnTo>
                    <a:pt x="26559" y="9949"/>
                  </a:lnTo>
                  <a:lnTo>
                    <a:pt x="27379" y="8404"/>
                  </a:lnTo>
                  <a:lnTo>
                    <a:pt x="28242" y="7090"/>
                  </a:lnTo>
                  <a:lnTo>
                    <a:pt x="28777" y="6879"/>
                  </a:lnTo>
                  <a:lnTo>
                    <a:pt x="29161" y="7303"/>
                  </a:lnTo>
                  <a:lnTo>
                    <a:pt x="29851" y="8555"/>
                  </a:lnTo>
                  <a:lnTo>
                    <a:pt x="31279" y="9733"/>
                  </a:lnTo>
                  <a:lnTo>
                    <a:pt x="32553" y="10622"/>
                  </a:lnTo>
                  <a:lnTo>
                    <a:pt x="32966" y="11463"/>
                  </a:lnTo>
                  <a:lnTo>
                    <a:pt x="32824" y="1507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3395463" y="4159677"/>
              <a:ext cx="106599" cy="267909"/>
            </a:xfrm>
            <a:custGeom>
              <a:avLst/>
              <a:pathLst>
                <a:path w="106599" h="267909">
                  <a:moveTo>
                    <a:pt x="59973" y="175"/>
                  </a:moveTo>
                  <a:lnTo>
                    <a:pt x="59749" y="1639"/>
                  </a:lnTo>
                  <a:lnTo>
                    <a:pt x="59578" y="3771"/>
                  </a:lnTo>
                  <a:lnTo>
                    <a:pt x="59785" y="5361"/>
                  </a:lnTo>
                  <a:lnTo>
                    <a:pt x="60241" y="7493"/>
                  </a:lnTo>
                  <a:lnTo>
                    <a:pt x="60898" y="9363"/>
                  </a:lnTo>
                  <a:lnTo>
                    <a:pt x="61399" y="10471"/>
                  </a:lnTo>
                  <a:lnTo>
                    <a:pt x="61993" y="13219"/>
                  </a:lnTo>
                  <a:lnTo>
                    <a:pt x="62590" y="16655"/>
                  </a:lnTo>
                  <a:lnTo>
                    <a:pt x="63374" y="19330"/>
                  </a:lnTo>
                  <a:lnTo>
                    <a:pt x="65678" y="25459"/>
                  </a:lnTo>
                  <a:lnTo>
                    <a:pt x="65933" y="27656"/>
                  </a:lnTo>
                  <a:lnTo>
                    <a:pt x="66254" y="29828"/>
                  </a:lnTo>
                  <a:lnTo>
                    <a:pt x="67701" y="34013"/>
                  </a:lnTo>
                  <a:lnTo>
                    <a:pt x="67926" y="35401"/>
                  </a:lnTo>
                  <a:lnTo>
                    <a:pt x="67829" y="38240"/>
                  </a:lnTo>
                  <a:lnTo>
                    <a:pt x="69320" y="46756"/>
                  </a:lnTo>
                  <a:lnTo>
                    <a:pt x="70298" y="51731"/>
                  </a:lnTo>
                  <a:lnTo>
                    <a:pt x="71126" y="52648"/>
                  </a:lnTo>
                  <a:lnTo>
                    <a:pt x="73779" y="57946"/>
                  </a:lnTo>
                  <a:lnTo>
                    <a:pt x="76091" y="62205"/>
                  </a:lnTo>
                  <a:lnTo>
                    <a:pt x="78799" y="65082"/>
                  </a:lnTo>
                  <a:lnTo>
                    <a:pt x="80787" y="66975"/>
                  </a:lnTo>
                  <a:lnTo>
                    <a:pt x="81769" y="68358"/>
                  </a:lnTo>
                  <a:lnTo>
                    <a:pt x="82260" y="69682"/>
                  </a:lnTo>
                  <a:lnTo>
                    <a:pt x="82660" y="72230"/>
                  </a:lnTo>
                  <a:lnTo>
                    <a:pt x="82863" y="76657"/>
                  </a:lnTo>
                  <a:lnTo>
                    <a:pt x="82933" y="79519"/>
                  </a:lnTo>
                  <a:lnTo>
                    <a:pt x="85070" y="79404"/>
                  </a:lnTo>
                  <a:lnTo>
                    <a:pt x="86838" y="79664"/>
                  </a:lnTo>
                  <a:lnTo>
                    <a:pt x="87459" y="80238"/>
                  </a:lnTo>
                  <a:lnTo>
                    <a:pt x="87689" y="81054"/>
                  </a:lnTo>
                  <a:lnTo>
                    <a:pt x="87635" y="82942"/>
                  </a:lnTo>
                  <a:lnTo>
                    <a:pt x="87659" y="85755"/>
                  </a:lnTo>
                  <a:lnTo>
                    <a:pt x="87743" y="88020"/>
                  </a:lnTo>
                  <a:lnTo>
                    <a:pt x="87558" y="90441"/>
                  </a:lnTo>
                  <a:lnTo>
                    <a:pt x="87432" y="93292"/>
                  </a:lnTo>
                  <a:lnTo>
                    <a:pt x="87347" y="96822"/>
                  </a:lnTo>
                  <a:lnTo>
                    <a:pt x="87620" y="98204"/>
                  </a:lnTo>
                  <a:lnTo>
                    <a:pt x="89331" y="102651"/>
                  </a:lnTo>
                  <a:lnTo>
                    <a:pt x="90049" y="105533"/>
                  </a:lnTo>
                  <a:lnTo>
                    <a:pt x="90812" y="109896"/>
                  </a:lnTo>
                  <a:lnTo>
                    <a:pt x="91260" y="111299"/>
                  </a:lnTo>
                  <a:lnTo>
                    <a:pt x="91618" y="111856"/>
                  </a:lnTo>
                  <a:lnTo>
                    <a:pt x="93163" y="112338"/>
                  </a:lnTo>
                  <a:lnTo>
                    <a:pt x="97142" y="114167"/>
                  </a:lnTo>
                  <a:lnTo>
                    <a:pt x="99592" y="115832"/>
                  </a:lnTo>
                  <a:lnTo>
                    <a:pt x="101540" y="117558"/>
                  </a:lnTo>
                  <a:lnTo>
                    <a:pt x="102351" y="118014"/>
                  </a:lnTo>
                  <a:lnTo>
                    <a:pt x="102746" y="118470"/>
                  </a:lnTo>
                  <a:lnTo>
                    <a:pt x="102880" y="118897"/>
                  </a:lnTo>
                  <a:lnTo>
                    <a:pt x="102636" y="122697"/>
                  </a:lnTo>
                  <a:lnTo>
                    <a:pt x="102721" y="123918"/>
                  </a:lnTo>
                  <a:lnTo>
                    <a:pt x="102937" y="125014"/>
                  </a:lnTo>
                  <a:lnTo>
                    <a:pt x="103268" y="125874"/>
                  </a:lnTo>
                  <a:lnTo>
                    <a:pt x="103669" y="126414"/>
                  </a:lnTo>
                  <a:lnTo>
                    <a:pt x="105150" y="126821"/>
                  </a:lnTo>
                  <a:lnTo>
                    <a:pt x="106035" y="129132"/>
                  </a:lnTo>
                  <a:lnTo>
                    <a:pt x="106599" y="130203"/>
                  </a:lnTo>
                  <a:lnTo>
                    <a:pt x="103931" y="130774"/>
                  </a:lnTo>
                  <a:lnTo>
                    <a:pt x="102609" y="132699"/>
                  </a:lnTo>
                  <a:lnTo>
                    <a:pt x="101840" y="136147"/>
                  </a:lnTo>
                  <a:lnTo>
                    <a:pt x="100637" y="138681"/>
                  </a:lnTo>
                  <a:lnTo>
                    <a:pt x="98998" y="140294"/>
                  </a:lnTo>
                  <a:lnTo>
                    <a:pt x="97265" y="141402"/>
                  </a:lnTo>
                  <a:lnTo>
                    <a:pt x="95435" y="142005"/>
                  </a:lnTo>
                  <a:lnTo>
                    <a:pt x="93487" y="144969"/>
                  </a:lnTo>
                  <a:lnTo>
                    <a:pt x="91418" y="150290"/>
                  </a:lnTo>
                  <a:lnTo>
                    <a:pt x="90363" y="153637"/>
                  </a:lnTo>
                  <a:lnTo>
                    <a:pt x="90321" y="155014"/>
                  </a:lnTo>
                  <a:lnTo>
                    <a:pt x="89857" y="156205"/>
                  </a:lnTo>
                  <a:lnTo>
                    <a:pt x="88972" y="157212"/>
                  </a:lnTo>
                  <a:lnTo>
                    <a:pt x="88472" y="158422"/>
                  </a:lnTo>
                  <a:lnTo>
                    <a:pt x="88356" y="159836"/>
                  </a:lnTo>
                  <a:lnTo>
                    <a:pt x="87885" y="160511"/>
                  </a:lnTo>
                  <a:lnTo>
                    <a:pt x="87056" y="160453"/>
                  </a:lnTo>
                  <a:lnTo>
                    <a:pt x="86475" y="161486"/>
                  </a:lnTo>
                  <a:lnTo>
                    <a:pt x="86140" y="163613"/>
                  </a:lnTo>
                  <a:lnTo>
                    <a:pt x="85408" y="164906"/>
                  </a:lnTo>
                  <a:lnTo>
                    <a:pt x="84278" y="165356"/>
                  </a:lnTo>
                  <a:lnTo>
                    <a:pt x="83304" y="166556"/>
                  </a:lnTo>
                  <a:lnTo>
                    <a:pt x="82484" y="168501"/>
                  </a:lnTo>
                  <a:lnTo>
                    <a:pt x="81852" y="169488"/>
                  </a:lnTo>
                  <a:lnTo>
                    <a:pt x="81407" y="169517"/>
                  </a:lnTo>
                  <a:lnTo>
                    <a:pt x="80716" y="171098"/>
                  </a:lnTo>
                  <a:lnTo>
                    <a:pt x="79597" y="174841"/>
                  </a:lnTo>
                  <a:lnTo>
                    <a:pt x="79411" y="176581"/>
                  </a:lnTo>
                  <a:lnTo>
                    <a:pt x="77872" y="190686"/>
                  </a:lnTo>
                  <a:lnTo>
                    <a:pt x="77033" y="192351"/>
                  </a:lnTo>
                  <a:lnTo>
                    <a:pt x="75405" y="195257"/>
                  </a:lnTo>
                  <a:lnTo>
                    <a:pt x="74085" y="198737"/>
                  </a:lnTo>
                  <a:lnTo>
                    <a:pt x="73519" y="200789"/>
                  </a:lnTo>
                  <a:lnTo>
                    <a:pt x="72900" y="201701"/>
                  </a:lnTo>
                  <a:lnTo>
                    <a:pt x="69875" y="203412"/>
                  </a:lnTo>
                  <a:lnTo>
                    <a:pt x="68751" y="204326"/>
                  </a:lnTo>
                  <a:lnTo>
                    <a:pt x="67391" y="205657"/>
                  </a:lnTo>
                  <a:lnTo>
                    <a:pt x="67048" y="206854"/>
                  </a:lnTo>
                  <a:lnTo>
                    <a:pt x="66714" y="211206"/>
                  </a:lnTo>
                  <a:lnTo>
                    <a:pt x="65777" y="217448"/>
                  </a:lnTo>
                  <a:lnTo>
                    <a:pt x="65013" y="222053"/>
                  </a:lnTo>
                  <a:lnTo>
                    <a:pt x="64519" y="226058"/>
                  </a:lnTo>
                  <a:lnTo>
                    <a:pt x="63663" y="231033"/>
                  </a:lnTo>
                  <a:lnTo>
                    <a:pt x="62918" y="232704"/>
                  </a:lnTo>
                  <a:lnTo>
                    <a:pt x="62072" y="234230"/>
                  </a:lnTo>
                  <a:lnTo>
                    <a:pt x="60965" y="234984"/>
                  </a:lnTo>
                  <a:lnTo>
                    <a:pt x="59457" y="235466"/>
                  </a:lnTo>
                  <a:lnTo>
                    <a:pt x="58084" y="235324"/>
                  </a:lnTo>
                  <a:lnTo>
                    <a:pt x="57022" y="235399"/>
                  </a:lnTo>
                  <a:lnTo>
                    <a:pt x="55549" y="237157"/>
                  </a:lnTo>
                  <a:lnTo>
                    <a:pt x="54174" y="237272"/>
                  </a:lnTo>
                  <a:lnTo>
                    <a:pt x="51991" y="236259"/>
                  </a:lnTo>
                  <a:lnTo>
                    <a:pt x="50223" y="235275"/>
                  </a:lnTo>
                  <a:lnTo>
                    <a:pt x="49432" y="235070"/>
                  </a:lnTo>
                  <a:lnTo>
                    <a:pt x="47870" y="231821"/>
                  </a:lnTo>
                  <a:lnTo>
                    <a:pt x="46865" y="231879"/>
                  </a:lnTo>
                  <a:lnTo>
                    <a:pt x="45333" y="231619"/>
                  </a:lnTo>
                  <a:lnTo>
                    <a:pt x="44472" y="230874"/>
                  </a:lnTo>
                  <a:lnTo>
                    <a:pt x="43674" y="229212"/>
                  </a:lnTo>
                  <a:lnTo>
                    <a:pt x="41939" y="225943"/>
                  </a:lnTo>
                  <a:lnTo>
                    <a:pt x="40245" y="223297"/>
                  </a:lnTo>
                  <a:lnTo>
                    <a:pt x="38743" y="221730"/>
                  </a:lnTo>
                  <a:lnTo>
                    <a:pt x="37344" y="220997"/>
                  </a:lnTo>
                  <a:lnTo>
                    <a:pt x="36012" y="221649"/>
                  </a:lnTo>
                  <a:lnTo>
                    <a:pt x="34976" y="222347"/>
                  </a:lnTo>
                  <a:lnTo>
                    <a:pt x="34574" y="222697"/>
                  </a:lnTo>
                  <a:lnTo>
                    <a:pt x="33770" y="224061"/>
                  </a:lnTo>
                  <a:lnTo>
                    <a:pt x="32947" y="226650"/>
                  </a:lnTo>
                  <a:lnTo>
                    <a:pt x="32267" y="230704"/>
                  </a:lnTo>
                  <a:lnTo>
                    <a:pt x="32008" y="233186"/>
                  </a:lnTo>
                  <a:lnTo>
                    <a:pt x="31246" y="238452"/>
                  </a:lnTo>
                  <a:lnTo>
                    <a:pt x="30238" y="244772"/>
                  </a:lnTo>
                  <a:lnTo>
                    <a:pt x="29754" y="246590"/>
                  </a:lnTo>
                  <a:lnTo>
                    <a:pt x="29198" y="247940"/>
                  </a:lnTo>
                  <a:lnTo>
                    <a:pt x="28315" y="249141"/>
                  </a:lnTo>
                  <a:lnTo>
                    <a:pt x="25438" y="254159"/>
                  </a:lnTo>
                  <a:lnTo>
                    <a:pt x="24000" y="259812"/>
                  </a:lnTo>
                  <a:lnTo>
                    <a:pt x="23092" y="261457"/>
                  </a:lnTo>
                  <a:lnTo>
                    <a:pt x="21997" y="262227"/>
                  </a:lnTo>
                  <a:lnTo>
                    <a:pt x="21074" y="262712"/>
                  </a:lnTo>
                  <a:lnTo>
                    <a:pt x="20564" y="263650"/>
                  </a:lnTo>
                  <a:lnTo>
                    <a:pt x="19994" y="266509"/>
                  </a:lnTo>
                  <a:lnTo>
                    <a:pt x="19501" y="267516"/>
                  </a:lnTo>
                  <a:lnTo>
                    <a:pt x="18951" y="267909"/>
                  </a:lnTo>
                  <a:lnTo>
                    <a:pt x="17305" y="267568"/>
                  </a:lnTo>
                  <a:lnTo>
                    <a:pt x="16779" y="267277"/>
                  </a:lnTo>
                  <a:lnTo>
                    <a:pt x="12418" y="267837"/>
                  </a:lnTo>
                  <a:lnTo>
                    <a:pt x="11089" y="266931"/>
                  </a:lnTo>
                  <a:lnTo>
                    <a:pt x="10146" y="266567"/>
                  </a:lnTo>
                  <a:lnTo>
                    <a:pt x="8658" y="267750"/>
                  </a:lnTo>
                  <a:lnTo>
                    <a:pt x="8036" y="266971"/>
                  </a:lnTo>
                  <a:lnTo>
                    <a:pt x="7540" y="264599"/>
                  </a:lnTo>
                  <a:lnTo>
                    <a:pt x="7296" y="259832"/>
                  </a:lnTo>
                  <a:lnTo>
                    <a:pt x="7374" y="255783"/>
                  </a:lnTo>
                  <a:lnTo>
                    <a:pt x="8181" y="252719"/>
                  </a:lnTo>
                  <a:lnTo>
                    <a:pt x="8853" y="250474"/>
                  </a:lnTo>
                  <a:lnTo>
                    <a:pt x="9512" y="247542"/>
                  </a:lnTo>
                  <a:lnTo>
                    <a:pt x="9598" y="246232"/>
                  </a:lnTo>
                  <a:lnTo>
                    <a:pt x="9466" y="245049"/>
                  </a:lnTo>
                  <a:lnTo>
                    <a:pt x="9334" y="242639"/>
                  </a:lnTo>
                  <a:lnTo>
                    <a:pt x="9263" y="240175"/>
                  </a:lnTo>
                  <a:lnTo>
                    <a:pt x="8328" y="234785"/>
                  </a:lnTo>
                  <a:lnTo>
                    <a:pt x="7175" y="227634"/>
                  </a:lnTo>
                  <a:lnTo>
                    <a:pt x="5630" y="219658"/>
                  </a:lnTo>
                  <a:lnTo>
                    <a:pt x="5147" y="217465"/>
                  </a:lnTo>
                  <a:lnTo>
                    <a:pt x="4177" y="214002"/>
                  </a:lnTo>
                  <a:lnTo>
                    <a:pt x="582" y="207417"/>
                  </a:lnTo>
                  <a:lnTo>
                    <a:pt x="35" y="206522"/>
                  </a:lnTo>
                  <a:lnTo>
                    <a:pt x="35" y="205789"/>
                  </a:lnTo>
                  <a:lnTo>
                    <a:pt x="32" y="199401"/>
                  </a:lnTo>
                  <a:lnTo>
                    <a:pt x="28" y="190928"/>
                  </a:lnTo>
                  <a:lnTo>
                    <a:pt x="25" y="182459"/>
                  </a:lnTo>
                  <a:lnTo>
                    <a:pt x="22" y="173990"/>
                  </a:lnTo>
                  <a:lnTo>
                    <a:pt x="17" y="165520"/>
                  </a:lnTo>
                  <a:lnTo>
                    <a:pt x="13" y="157051"/>
                  </a:lnTo>
                  <a:lnTo>
                    <a:pt x="9" y="148582"/>
                  </a:lnTo>
                  <a:lnTo>
                    <a:pt x="6" y="140112"/>
                  </a:lnTo>
                  <a:lnTo>
                    <a:pt x="3" y="131640"/>
                  </a:lnTo>
                  <a:lnTo>
                    <a:pt x="0" y="124478"/>
                  </a:lnTo>
                  <a:lnTo>
                    <a:pt x="2589" y="124478"/>
                  </a:lnTo>
                  <a:lnTo>
                    <a:pt x="5793" y="124478"/>
                  </a:lnTo>
                  <a:lnTo>
                    <a:pt x="9600" y="124478"/>
                  </a:lnTo>
                  <a:lnTo>
                    <a:pt x="11283" y="124478"/>
                  </a:lnTo>
                  <a:lnTo>
                    <a:pt x="11379" y="123347"/>
                  </a:lnTo>
                  <a:lnTo>
                    <a:pt x="11377" y="118092"/>
                  </a:lnTo>
                  <a:lnTo>
                    <a:pt x="11370" y="106035"/>
                  </a:lnTo>
                  <a:lnTo>
                    <a:pt x="11364" y="93982"/>
                  </a:lnTo>
                  <a:lnTo>
                    <a:pt x="11356" y="81929"/>
                  </a:lnTo>
                  <a:lnTo>
                    <a:pt x="11349" y="69875"/>
                  </a:lnTo>
                  <a:lnTo>
                    <a:pt x="11342" y="57819"/>
                  </a:lnTo>
                  <a:lnTo>
                    <a:pt x="11335" y="45766"/>
                  </a:lnTo>
                  <a:lnTo>
                    <a:pt x="11328" y="33712"/>
                  </a:lnTo>
                  <a:lnTo>
                    <a:pt x="11321" y="21656"/>
                  </a:lnTo>
                  <a:lnTo>
                    <a:pt x="11318" y="15697"/>
                  </a:lnTo>
                  <a:lnTo>
                    <a:pt x="14253" y="15342"/>
                  </a:lnTo>
                  <a:lnTo>
                    <a:pt x="17627" y="14125"/>
                  </a:lnTo>
                  <a:lnTo>
                    <a:pt x="23097" y="12145"/>
                  </a:lnTo>
                  <a:lnTo>
                    <a:pt x="28192" y="9695"/>
                  </a:lnTo>
                  <a:lnTo>
                    <a:pt x="31515" y="8261"/>
                  </a:lnTo>
                  <a:lnTo>
                    <a:pt x="35458" y="6558"/>
                  </a:lnTo>
                  <a:lnTo>
                    <a:pt x="36814" y="6267"/>
                  </a:lnTo>
                  <a:lnTo>
                    <a:pt x="37180" y="6498"/>
                  </a:lnTo>
                  <a:lnTo>
                    <a:pt x="37714" y="7084"/>
                  </a:lnTo>
                  <a:lnTo>
                    <a:pt x="39544" y="13103"/>
                  </a:lnTo>
                  <a:lnTo>
                    <a:pt x="40684" y="17694"/>
                  </a:lnTo>
                  <a:lnTo>
                    <a:pt x="40916" y="19659"/>
                  </a:lnTo>
                  <a:lnTo>
                    <a:pt x="41133" y="19867"/>
                  </a:lnTo>
                  <a:lnTo>
                    <a:pt x="41672" y="19555"/>
                  </a:lnTo>
                  <a:lnTo>
                    <a:pt x="42278" y="18814"/>
                  </a:lnTo>
                  <a:lnTo>
                    <a:pt x="44137" y="14240"/>
                  </a:lnTo>
                  <a:lnTo>
                    <a:pt x="44524" y="13048"/>
                  </a:lnTo>
                  <a:lnTo>
                    <a:pt x="45709" y="10829"/>
                  </a:lnTo>
                  <a:lnTo>
                    <a:pt x="47147" y="8567"/>
                  </a:lnTo>
                  <a:lnTo>
                    <a:pt x="48449" y="6968"/>
                  </a:lnTo>
                  <a:lnTo>
                    <a:pt x="49755" y="5632"/>
                  </a:lnTo>
                  <a:lnTo>
                    <a:pt x="50359" y="5964"/>
                  </a:lnTo>
                  <a:lnTo>
                    <a:pt x="51071" y="7118"/>
                  </a:lnTo>
                  <a:lnTo>
                    <a:pt x="51703" y="7834"/>
                  </a:lnTo>
                  <a:lnTo>
                    <a:pt x="54674" y="2276"/>
                  </a:lnTo>
                  <a:lnTo>
                    <a:pt x="56002" y="998"/>
                  </a:lnTo>
                  <a:lnTo>
                    <a:pt x="59487" y="0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3332484" y="3309142"/>
              <a:ext cx="147304" cy="257850"/>
            </a:xfrm>
            <a:custGeom>
              <a:avLst/>
              <a:pathLst>
                <a:path w="147304" h="257850">
                  <a:moveTo>
                    <a:pt x="95714" y="2262"/>
                  </a:moveTo>
                  <a:lnTo>
                    <a:pt x="96516" y="5937"/>
                  </a:lnTo>
                  <a:lnTo>
                    <a:pt x="96898" y="7222"/>
                  </a:lnTo>
                  <a:lnTo>
                    <a:pt x="100208" y="15910"/>
                  </a:lnTo>
                  <a:lnTo>
                    <a:pt x="100849" y="17974"/>
                  </a:lnTo>
                  <a:lnTo>
                    <a:pt x="102488" y="24288"/>
                  </a:lnTo>
                  <a:lnTo>
                    <a:pt x="103492" y="28549"/>
                  </a:lnTo>
                  <a:lnTo>
                    <a:pt x="104642" y="34671"/>
                  </a:lnTo>
                  <a:lnTo>
                    <a:pt x="104755" y="37996"/>
                  </a:lnTo>
                  <a:lnTo>
                    <a:pt x="104602" y="40846"/>
                  </a:lnTo>
                  <a:lnTo>
                    <a:pt x="104373" y="48921"/>
                  </a:lnTo>
                  <a:lnTo>
                    <a:pt x="104072" y="51247"/>
                  </a:lnTo>
                  <a:lnTo>
                    <a:pt x="102620" y="55596"/>
                  </a:lnTo>
                  <a:lnTo>
                    <a:pt x="102558" y="57554"/>
                  </a:lnTo>
                  <a:lnTo>
                    <a:pt x="102856" y="59184"/>
                  </a:lnTo>
                  <a:lnTo>
                    <a:pt x="103299" y="59855"/>
                  </a:lnTo>
                  <a:lnTo>
                    <a:pt x="103569" y="60664"/>
                  </a:lnTo>
                  <a:lnTo>
                    <a:pt x="103404" y="64429"/>
                  </a:lnTo>
                  <a:lnTo>
                    <a:pt x="103925" y="65906"/>
                  </a:lnTo>
                  <a:lnTo>
                    <a:pt x="105016" y="66892"/>
                  </a:lnTo>
                  <a:lnTo>
                    <a:pt x="107772" y="67564"/>
                  </a:lnTo>
                  <a:lnTo>
                    <a:pt x="109205" y="68108"/>
                  </a:lnTo>
                  <a:lnTo>
                    <a:pt x="110332" y="68867"/>
                  </a:lnTo>
                  <a:lnTo>
                    <a:pt x="110870" y="69229"/>
                  </a:lnTo>
                  <a:lnTo>
                    <a:pt x="111167" y="70562"/>
                  </a:lnTo>
                  <a:lnTo>
                    <a:pt x="110702" y="74909"/>
                  </a:lnTo>
                  <a:lnTo>
                    <a:pt x="111025" y="77628"/>
                  </a:lnTo>
                  <a:lnTo>
                    <a:pt x="111967" y="79925"/>
                  </a:lnTo>
                  <a:lnTo>
                    <a:pt x="112922" y="80899"/>
                  </a:lnTo>
                  <a:lnTo>
                    <a:pt x="113837" y="81460"/>
                  </a:lnTo>
                  <a:lnTo>
                    <a:pt x="117024" y="82875"/>
                  </a:lnTo>
                  <a:lnTo>
                    <a:pt x="118348" y="84471"/>
                  </a:lnTo>
                  <a:lnTo>
                    <a:pt x="120096" y="89574"/>
                  </a:lnTo>
                  <a:lnTo>
                    <a:pt x="122289" y="94212"/>
                  </a:lnTo>
                  <a:lnTo>
                    <a:pt x="122823" y="96674"/>
                  </a:lnTo>
                  <a:lnTo>
                    <a:pt x="122724" y="98908"/>
                  </a:lnTo>
                  <a:lnTo>
                    <a:pt x="122073" y="101619"/>
                  </a:lnTo>
                  <a:lnTo>
                    <a:pt x="122173" y="102739"/>
                  </a:lnTo>
                  <a:lnTo>
                    <a:pt x="123181" y="105453"/>
                  </a:lnTo>
                  <a:lnTo>
                    <a:pt x="124336" y="108233"/>
                  </a:lnTo>
                  <a:lnTo>
                    <a:pt x="126448" y="111326"/>
                  </a:lnTo>
                  <a:lnTo>
                    <a:pt x="130108" y="116166"/>
                  </a:lnTo>
                  <a:lnTo>
                    <a:pt x="131784" y="119408"/>
                  </a:lnTo>
                  <a:lnTo>
                    <a:pt x="132356" y="121863"/>
                  </a:lnTo>
                  <a:lnTo>
                    <a:pt x="133292" y="124534"/>
                  </a:lnTo>
                  <a:lnTo>
                    <a:pt x="134600" y="126978"/>
                  </a:lnTo>
                  <a:lnTo>
                    <a:pt x="135478" y="128861"/>
                  </a:lnTo>
                  <a:lnTo>
                    <a:pt x="134873" y="134179"/>
                  </a:lnTo>
                  <a:lnTo>
                    <a:pt x="135055" y="135925"/>
                  </a:lnTo>
                  <a:lnTo>
                    <a:pt x="135381" y="137441"/>
                  </a:lnTo>
                  <a:lnTo>
                    <a:pt x="136144" y="139532"/>
                  </a:lnTo>
                  <a:lnTo>
                    <a:pt x="136450" y="142226"/>
                  </a:lnTo>
                  <a:lnTo>
                    <a:pt x="137209" y="145588"/>
                  </a:lnTo>
                  <a:lnTo>
                    <a:pt x="138110" y="147116"/>
                  </a:lnTo>
                  <a:lnTo>
                    <a:pt x="139617" y="147686"/>
                  </a:lnTo>
                  <a:lnTo>
                    <a:pt x="140414" y="149244"/>
                  </a:lnTo>
                  <a:lnTo>
                    <a:pt x="142069" y="151920"/>
                  </a:lnTo>
                  <a:lnTo>
                    <a:pt x="143672" y="154227"/>
                  </a:lnTo>
                  <a:lnTo>
                    <a:pt x="144359" y="155820"/>
                  </a:lnTo>
                  <a:lnTo>
                    <a:pt x="144783" y="157233"/>
                  </a:lnTo>
                  <a:lnTo>
                    <a:pt x="145148" y="158898"/>
                  </a:lnTo>
                  <a:lnTo>
                    <a:pt x="145326" y="160561"/>
                  </a:lnTo>
                  <a:lnTo>
                    <a:pt x="145365" y="164158"/>
                  </a:lnTo>
                  <a:lnTo>
                    <a:pt x="145640" y="168624"/>
                  </a:lnTo>
                  <a:lnTo>
                    <a:pt x="146499" y="171677"/>
                  </a:lnTo>
                  <a:lnTo>
                    <a:pt x="147304" y="173956"/>
                  </a:lnTo>
                  <a:lnTo>
                    <a:pt x="144030" y="171336"/>
                  </a:lnTo>
                  <a:lnTo>
                    <a:pt x="143541" y="171280"/>
                  </a:lnTo>
                  <a:lnTo>
                    <a:pt x="142959" y="171735"/>
                  </a:lnTo>
                  <a:lnTo>
                    <a:pt x="141250" y="174946"/>
                  </a:lnTo>
                  <a:lnTo>
                    <a:pt x="140704" y="175339"/>
                  </a:lnTo>
                  <a:lnTo>
                    <a:pt x="140085" y="175057"/>
                  </a:lnTo>
                  <a:lnTo>
                    <a:pt x="138553" y="174665"/>
                  </a:lnTo>
                  <a:lnTo>
                    <a:pt x="133340" y="172126"/>
                  </a:lnTo>
                  <a:lnTo>
                    <a:pt x="129324" y="169686"/>
                  </a:lnTo>
                  <a:lnTo>
                    <a:pt x="128120" y="168800"/>
                  </a:lnTo>
                  <a:lnTo>
                    <a:pt x="125976" y="167960"/>
                  </a:lnTo>
                  <a:lnTo>
                    <a:pt x="124558" y="169621"/>
                  </a:lnTo>
                  <a:lnTo>
                    <a:pt x="123228" y="175330"/>
                  </a:lnTo>
                  <a:lnTo>
                    <a:pt x="122845" y="176457"/>
                  </a:lnTo>
                  <a:lnTo>
                    <a:pt x="120754" y="178145"/>
                  </a:lnTo>
                  <a:lnTo>
                    <a:pt x="119769" y="177686"/>
                  </a:lnTo>
                  <a:lnTo>
                    <a:pt x="117351" y="179249"/>
                  </a:lnTo>
                  <a:lnTo>
                    <a:pt x="113622" y="176888"/>
                  </a:lnTo>
                  <a:lnTo>
                    <a:pt x="112290" y="177356"/>
                  </a:lnTo>
                  <a:lnTo>
                    <a:pt x="111244" y="178546"/>
                  </a:lnTo>
                  <a:lnTo>
                    <a:pt x="108564" y="181135"/>
                  </a:lnTo>
                  <a:lnTo>
                    <a:pt x="106937" y="182609"/>
                  </a:lnTo>
                  <a:lnTo>
                    <a:pt x="105045" y="183955"/>
                  </a:lnTo>
                  <a:lnTo>
                    <a:pt x="103249" y="186010"/>
                  </a:lnTo>
                  <a:lnTo>
                    <a:pt x="102040" y="187137"/>
                  </a:lnTo>
                  <a:lnTo>
                    <a:pt x="100856" y="187125"/>
                  </a:lnTo>
                  <a:lnTo>
                    <a:pt x="99788" y="185959"/>
                  </a:lnTo>
                  <a:lnTo>
                    <a:pt x="98619" y="184957"/>
                  </a:lnTo>
                  <a:lnTo>
                    <a:pt x="97222" y="184752"/>
                  </a:lnTo>
                  <a:lnTo>
                    <a:pt x="95765" y="185342"/>
                  </a:lnTo>
                  <a:lnTo>
                    <a:pt x="94529" y="187623"/>
                  </a:lnTo>
                  <a:lnTo>
                    <a:pt x="94029" y="189246"/>
                  </a:lnTo>
                  <a:lnTo>
                    <a:pt x="92956" y="193566"/>
                  </a:lnTo>
                  <a:lnTo>
                    <a:pt x="91689" y="200595"/>
                  </a:lnTo>
                  <a:lnTo>
                    <a:pt x="91191" y="202011"/>
                  </a:lnTo>
                  <a:lnTo>
                    <a:pt x="91054" y="202148"/>
                  </a:lnTo>
                  <a:lnTo>
                    <a:pt x="90741" y="202744"/>
                  </a:lnTo>
                  <a:lnTo>
                    <a:pt x="84905" y="199229"/>
                  </a:lnTo>
                  <a:lnTo>
                    <a:pt x="82393" y="198417"/>
                  </a:lnTo>
                  <a:lnTo>
                    <a:pt x="80696" y="199497"/>
                  </a:lnTo>
                  <a:lnTo>
                    <a:pt x="78568" y="197531"/>
                  </a:lnTo>
                  <a:lnTo>
                    <a:pt x="77639" y="197185"/>
                  </a:lnTo>
                  <a:lnTo>
                    <a:pt x="77201" y="197802"/>
                  </a:lnTo>
                  <a:lnTo>
                    <a:pt x="76018" y="196916"/>
                  </a:lnTo>
                  <a:lnTo>
                    <a:pt x="74089" y="194524"/>
                  </a:lnTo>
                  <a:lnTo>
                    <a:pt x="72241" y="193514"/>
                  </a:lnTo>
                  <a:lnTo>
                    <a:pt x="70589" y="193859"/>
                  </a:lnTo>
                  <a:lnTo>
                    <a:pt x="69574" y="193060"/>
                  </a:lnTo>
                  <a:lnTo>
                    <a:pt x="68761" y="190729"/>
                  </a:lnTo>
                  <a:lnTo>
                    <a:pt x="67705" y="186456"/>
                  </a:lnTo>
                  <a:lnTo>
                    <a:pt x="65807" y="182217"/>
                  </a:lnTo>
                  <a:lnTo>
                    <a:pt x="63263" y="178816"/>
                  </a:lnTo>
                  <a:lnTo>
                    <a:pt x="61675" y="176258"/>
                  </a:lnTo>
                  <a:lnTo>
                    <a:pt x="61040" y="174544"/>
                  </a:lnTo>
                  <a:lnTo>
                    <a:pt x="59671" y="173596"/>
                  </a:lnTo>
                  <a:lnTo>
                    <a:pt x="57570" y="173415"/>
                  </a:lnTo>
                  <a:lnTo>
                    <a:pt x="55554" y="175092"/>
                  </a:lnTo>
                  <a:lnTo>
                    <a:pt x="52659" y="180392"/>
                  </a:lnTo>
                  <a:lnTo>
                    <a:pt x="49970" y="191265"/>
                  </a:lnTo>
                  <a:lnTo>
                    <a:pt x="48473" y="195426"/>
                  </a:lnTo>
                  <a:lnTo>
                    <a:pt x="47272" y="196501"/>
                  </a:lnTo>
                  <a:lnTo>
                    <a:pt x="46969" y="199121"/>
                  </a:lnTo>
                  <a:lnTo>
                    <a:pt x="47565" y="203286"/>
                  </a:lnTo>
                  <a:lnTo>
                    <a:pt x="47721" y="208082"/>
                  </a:lnTo>
                  <a:lnTo>
                    <a:pt x="47301" y="216225"/>
                  </a:lnTo>
                  <a:lnTo>
                    <a:pt x="47456" y="222144"/>
                  </a:lnTo>
                  <a:lnTo>
                    <a:pt x="46814" y="221205"/>
                  </a:lnTo>
                  <a:lnTo>
                    <a:pt x="46201" y="218430"/>
                  </a:lnTo>
                  <a:lnTo>
                    <a:pt x="45913" y="217872"/>
                  </a:lnTo>
                  <a:lnTo>
                    <a:pt x="44138" y="219118"/>
                  </a:lnTo>
                  <a:lnTo>
                    <a:pt x="43218" y="220245"/>
                  </a:lnTo>
                  <a:lnTo>
                    <a:pt x="42728" y="221346"/>
                  </a:lnTo>
                  <a:lnTo>
                    <a:pt x="42353" y="221512"/>
                  </a:lnTo>
                  <a:lnTo>
                    <a:pt x="41790" y="219997"/>
                  </a:lnTo>
                  <a:lnTo>
                    <a:pt x="41346" y="219724"/>
                  </a:lnTo>
                  <a:lnTo>
                    <a:pt x="40647" y="220004"/>
                  </a:lnTo>
                  <a:lnTo>
                    <a:pt x="39934" y="219977"/>
                  </a:lnTo>
                  <a:lnTo>
                    <a:pt x="39471" y="219781"/>
                  </a:lnTo>
                  <a:lnTo>
                    <a:pt x="39167" y="219915"/>
                  </a:lnTo>
                  <a:lnTo>
                    <a:pt x="38330" y="219019"/>
                  </a:lnTo>
                  <a:lnTo>
                    <a:pt x="35276" y="216730"/>
                  </a:lnTo>
                  <a:lnTo>
                    <a:pt x="34752" y="215972"/>
                  </a:lnTo>
                  <a:lnTo>
                    <a:pt x="34144" y="216051"/>
                  </a:lnTo>
                  <a:lnTo>
                    <a:pt x="32559" y="218043"/>
                  </a:lnTo>
                  <a:lnTo>
                    <a:pt x="31722" y="218597"/>
                  </a:lnTo>
                  <a:lnTo>
                    <a:pt x="29199" y="219831"/>
                  </a:lnTo>
                  <a:lnTo>
                    <a:pt x="26494" y="220434"/>
                  </a:lnTo>
                  <a:lnTo>
                    <a:pt x="25461" y="220466"/>
                  </a:lnTo>
                  <a:lnTo>
                    <a:pt x="24750" y="221348"/>
                  </a:lnTo>
                  <a:lnTo>
                    <a:pt x="24292" y="222597"/>
                  </a:lnTo>
                  <a:lnTo>
                    <a:pt x="23981" y="225361"/>
                  </a:lnTo>
                  <a:lnTo>
                    <a:pt x="23450" y="230110"/>
                  </a:lnTo>
                  <a:lnTo>
                    <a:pt x="23228" y="231401"/>
                  </a:lnTo>
                  <a:lnTo>
                    <a:pt x="23266" y="233297"/>
                  </a:lnTo>
                  <a:lnTo>
                    <a:pt x="23109" y="236481"/>
                  </a:lnTo>
                  <a:lnTo>
                    <a:pt x="23033" y="239338"/>
                  </a:lnTo>
                  <a:lnTo>
                    <a:pt x="23135" y="241253"/>
                  </a:lnTo>
                  <a:lnTo>
                    <a:pt x="22371" y="245115"/>
                  </a:lnTo>
                  <a:lnTo>
                    <a:pt x="21444" y="249791"/>
                  </a:lnTo>
                  <a:lnTo>
                    <a:pt x="20673" y="253810"/>
                  </a:lnTo>
                  <a:lnTo>
                    <a:pt x="19897" y="257850"/>
                  </a:lnTo>
                  <a:lnTo>
                    <a:pt x="19360" y="255081"/>
                  </a:lnTo>
                  <a:lnTo>
                    <a:pt x="19027" y="251839"/>
                  </a:lnTo>
                  <a:lnTo>
                    <a:pt x="18899" y="248123"/>
                  </a:lnTo>
                  <a:lnTo>
                    <a:pt x="18971" y="247135"/>
                  </a:lnTo>
                  <a:lnTo>
                    <a:pt x="18763" y="246031"/>
                  </a:lnTo>
                  <a:lnTo>
                    <a:pt x="18747" y="245790"/>
                  </a:lnTo>
                  <a:lnTo>
                    <a:pt x="18488" y="242988"/>
                  </a:lnTo>
                  <a:lnTo>
                    <a:pt x="18750" y="241035"/>
                  </a:lnTo>
                  <a:lnTo>
                    <a:pt x="18535" y="238982"/>
                  </a:lnTo>
                  <a:lnTo>
                    <a:pt x="17908" y="236970"/>
                  </a:lnTo>
                  <a:lnTo>
                    <a:pt x="17338" y="235432"/>
                  </a:lnTo>
                  <a:lnTo>
                    <a:pt x="17005" y="234041"/>
                  </a:lnTo>
                  <a:lnTo>
                    <a:pt x="16734" y="233448"/>
                  </a:lnTo>
                  <a:lnTo>
                    <a:pt x="16103" y="233235"/>
                  </a:lnTo>
                  <a:lnTo>
                    <a:pt x="15260" y="232522"/>
                  </a:lnTo>
                  <a:lnTo>
                    <a:pt x="14142" y="229494"/>
                  </a:lnTo>
                  <a:lnTo>
                    <a:pt x="13055" y="226550"/>
                  </a:lnTo>
                  <a:lnTo>
                    <a:pt x="11664" y="222782"/>
                  </a:lnTo>
                  <a:lnTo>
                    <a:pt x="10549" y="219522"/>
                  </a:lnTo>
                  <a:lnTo>
                    <a:pt x="9183" y="215533"/>
                  </a:lnTo>
                  <a:lnTo>
                    <a:pt x="7921" y="211847"/>
                  </a:lnTo>
                  <a:lnTo>
                    <a:pt x="7164" y="208291"/>
                  </a:lnTo>
                  <a:lnTo>
                    <a:pt x="6855" y="206248"/>
                  </a:lnTo>
                  <a:lnTo>
                    <a:pt x="7224" y="206054"/>
                  </a:lnTo>
                  <a:lnTo>
                    <a:pt x="7770" y="206009"/>
                  </a:lnTo>
                  <a:lnTo>
                    <a:pt x="8002" y="205641"/>
                  </a:lnTo>
                  <a:lnTo>
                    <a:pt x="8014" y="204689"/>
                  </a:lnTo>
                  <a:lnTo>
                    <a:pt x="7453" y="201887"/>
                  </a:lnTo>
                  <a:lnTo>
                    <a:pt x="7181" y="198314"/>
                  </a:lnTo>
                  <a:lnTo>
                    <a:pt x="6717" y="196137"/>
                  </a:lnTo>
                  <a:lnTo>
                    <a:pt x="5250" y="192788"/>
                  </a:lnTo>
                  <a:lnTo>
                    <a:pt x="3852" y="190240"/>
                  </a:lnTo>
                  <a:lnTo>
                    <a:pt x="3407" y="188932"/>
                  </a:lnTo>
                  <a:lnTo>
                    <a:pt x="3154" y="187065"/>
                  </a:lnTo>
                  <a:lnTo>
                    <a:pt x="2618" y="175246"/>
                  </a:lnTo>
                  <a:lnTo>
                    <a:pt x="2378" y="171892"/>
                  </a:lnTo>
                  <a:lnTo>
                    <a:pt x="1937" y="170422"/>
                  </a:lnTo>
                  <a:lnTo>
                    <a:pt x="1616" y="169745"/>
                  </a:lnTo>
                  <a:lnTo>
                    <a:pt x="1497" y="168911"/>
                  </a:lnTo>
                  <a:lnTo>
                    <a:pt x="1554" y="166809"/>
                  </a:lnTo>
                  <a:lnTo>
                    <a:pt x="1739" y="164927"/>
                  </a:lnTo>
                  <a:lnTo>
                    <a:pt x="1731" y="164191"/>
                  </a:lnTo>
                  <a:lnTo>
                    <a:pt x="2109" y="162541"/>
                  </a:lnTo>
                  <a:lnTo>
                    <a:pt x="2109" y="151619"/>
                  </a:lnTo>
                  <a:lnTo>
                    <a:pt x="1904" y="151062"/>
                  </a:lnTo>
                  <a:lnTo>
                    <a:pt x="1658" y="150115"/>
                  </a:lnTo>
                  <a:lnTo>
                    <a:pt x="1264" y="150187"/>
                  </a:lnTo>
                  <a:lnTo>
                    <a:pt x="817" y="150089"/>
                  </a:lnTo>
                  <a:lnTo>
                    <a:pt x="371" y="148499"/>
                  </a:lnTo>
                  <a:lnTo>
                    <a:pt x="0" y="146489"/>
                  </a:lnTo>
                  <a:lnTo>
                    <a:pt x="108" y="145071"/>
                  </a:lnTo>
                  <a:lnTo>
                    <a:pt x="497" y="143887"/>
                  </a:lnTo>
                  <a:lnTo>
                    <a:pt x="919" y="142849"/>
                  </a:lnTo>
                  <a:lnTo>
                    <a:pt x="1456" y="141984"/>
                  </a:lnTo>
                  <a:lnTo>
                    <a:pt x="3047" y="140239"/>
                  </a:lnTo>
                  <a:lnTo>
                    <a:pt x="3498" y="139366"/>
                  </a:lnTo>
                  <a:lnTo>
                    <a:pt x="3780" y="138286"/>
                  </a:lnTo>
                  <a:lnTo>
                    <a:pt x="3965" y="136827"/>
                  </a:lnTo>
                  <a:lnTo>
                    <a:pt x="4891" y="131213"/>
                  </a:lnTo>
                  <a:lnTo>
                    <a:pt x="6263" y="125610"/>
                  </a:lnTo>
                  <a:lnTo>
                    <a:pt x="6852" y="124455"/>
                  </a:lnTo>
                  <a:lnTo>
                    <a:pt x="7439" y="120747"/>
                  </a:lnTo>
                  <a:lnTo>
                    <a:pt x="8243" y="116206"/>
                  </a:lnTo>
                  <a:lnTo>
                    <a:pt x="8569" y="114098"/>
                  </a:lnTo>
                  <a:lnTo>
                    <a:pt x="8807" y="111993"/>
                  </a:lnTo>
                  <a:lnTo>
                    <a:pt x="9251" y="110296"/>
                  </a:lnTo>
                  <a:lnTo>
                    <a:pt x="10764" y="107501"/>
                  </a:lnTo>
                  <a:lnTo>
                    <a:pt x="11911" y="102607"/>
                  </a:lnTo>
                  <a:lnTo>
                    <a:pt x="13150" y="102866"/>
                  </a:lnTo>
                  <a:lnTo>
                    <a:pt x="14422" y="103652"/>
                  </a:lnTo>
                  <a:lnTo>
                    <a:pt x="16055" y="104040"/>
                  </a:lnTo>
                  <a:lnTo>
                    <a:pt x="17333" y="103086"/>
                  </a:lnTo>
                  <a:lnTo>
                    <a:pt x="18163" y="101179"/>
                  </a:lnTo>
                  <a:lnTo>
                    <a:pt x="19985" y="99663"/>
                  </a:lnTo>
                  <a:lnTo>
                    <a:pt x="22117" y="97886"/>
                  </a:lnTo>
                  <a:lnTo>
                    <a:pt x="22407" y="95262"/>
                  </a:lnTo>
                  <a:lnTo>
                    <a:pt x="23031" y="93884"/>
                  </a:lnTo>
                  <a:lnTo>
                    <a:pt x="23756" y="92674"/>
                  </a:lnTo>
                  <a:lnTo>
                    <a:pt x="24007" y="92511"/>
                  </a:lnTo>
                  <a:lnTo>
                    <a:pt x="24062" y="93385"/>
                  </a:lnTo>
                  <a:lnTo>
                    <a:pt x="24502" y="96119"/>
                  </a:lnTo>
                  <a:lnTo>
                    <a:pt x="25404" y="98826"/>
                  </a:lnTo>
                  <a:lnTo>
                    <a:pt x="26726" y="101804"/>
                  </a:lnTo>
                  <a:lnTo>
                    <a:pt x="27105" y="101616"/>
                  </a:lnTo>
                  <a:lnTo>
                    <a:pt x="27925" y="99360"/>
                  </a:lnTo>
                  <a:lnTo>
                    <a:pt x="29987" y="97967"/>
                  </a:lnTo>
                  <a:lnTo>
                    <a:pt x="30510" y="97344"/>
                  </a:lnTo>
                  <a:lnTo>
                    <a:pt x="31974" y="94062"/>
                  </a:lnTo>
                  <a:lnTo>
                    <a:pt x="33737" y="91946"/>
                  </a:lnTo>
                  <a:lnTo>
                    <a:pt x="34126" y="91759"/>
                  </a:lnTo>
                  <a:lnTo>
                    <a:pt x="34765" y="91200"/>
                  </a:lnTo>
                  <a:lnTo>
                    <a:pt x="36544" y="89020"/>
                  </a:lnTo>
                  <a:lnTo>
                    <a:pt x="37810" y="89309"/>
                  </a:lnTo>
                  <a:lnTo>
                    <a:pt x="39846" y="88965"/>
                  </a:lnTo>
                  <a:lnTo>
                    <a:pt x="43238" y="87934"/>
                  </a:lnTo>
                  <a:lnTo>
                    <a:pt x="45693" y="87589"/>
                  </a:lnTo>
                  <a:lnTo>
                    <a:pt x="46932" y="87179"/>
                  </a:lnTo>
                  <a:lnTo>
                    <a:pt x="47243" y="86739"/>
                  </a:lnTo>
                  <a:lnTo>
                    <a:pt x="47720" y="83579"/>
                  </a:lnTo>
                  <a:lnTo>
                    <a:pt x="48091" y="82694"/>
                  </a:lnTo>
                  <a:lnTo>
                    <a:pt x="49013" y="81332"/>
                  </a:lnTo>
                  <a:lnTo>
                    <a:pt x="50819" y="76566"/>
                  </a:lnTo>
                  <a:lnTo>
                    <a:pt x="52004" y="72543"/>
                  </a:lnTo>
                  <a:lnTo>
                    <a:pt x="52362" y="71093"/>
                  </a:lnTo>
                  <a:lnTo>
                    <a:pt x="52606" y="70841"/>
                  </a:lnTo>
                  <a:lnTo>
                    <a:pt x="53115" y="69147"/>
                  </a:lnTo>
                  <a:lnTo>
                    <a:pt x="52609" y="67395"/>
                  </a:lnTo>
                  <a:lnTo>
                    <a:pt x="50587" y="63831"/>
                  </a:lnTo>
                  <a:lnTo>
                    <a:pt x="50616" y="63345"/>
                  </a:lnTo>
                  <a:lnTo>
                    <a:pt x="50499" y="62733"/>
                  </a:lnTo>
                  <a:lnTo>
                    <a:pt x="50612" y="62244"/>
                  </a:lnTo>
                  <a:lnTo>
                    <a:pt x="51384" y="60793"/>
                  </a:lnTo>
                  <a:lnTo>
                    <a:pt x="52424" y="59134"/>
                  </a:lnTo>
                  <a:lnTo>
                    <a:pt x="53533" y="58515"/>
                  </a:lnTo>
                  <a:lnTo>
                    <a:pt x="56426" y="58643"/>
                  </a:lnTo>
                  <a:lnTo>
                    <a:pt x="58893" y="58290"/>
                  </a:lnTo>
                  <a:lnTo>
                    <a:pt x="59470" y="58369"/>
                  </a:lnTo>
                  <a:lnTo>
                    <a:pt x="61393" y="57528"/>
                  </a:lnTo>
                  <a:lnTo>
                    <a:pt x="62708" y="56766"/>
                  </a:lnTo>
                  <a:lnTo>
                    <a:pt x="64061" y="55050"/>
                  </a:lnTo>
                  <a:lnTo>
                    <a:pt x="67121" y="55231"/>
                  </a:lnTo>
                  <a:lnTo>
                    <a:pt x="69674" y="50862"/>
                  </a:lnTo>
                  <a:lnTo>
                    <a:pt x="70407" y="50081"/>
                  </a:lnTo>
                  <a:lnTo>
                    <a:pt x="70727" y="49397"/>
                  </a:lnTo>
                  <a:lnTo>
                    <a:pt x="70824" y="48729"/>
                  </a:lnTo>
                  <a:lnTo>
                    <a:pt x="72017" y="46999"/>
                  </a:lnTo>
                  <a:lnTo>
                    <a:pt x="73354" y="43410"/>
                  </a:lnTo>
                  <a:lnTo>
                    <a:pt x="74412" y="40185"/>
                  </a:lnTo>
                  <a:lnTo>
                    <a:pt x="74699" y="37911"/>
                  </a:lnTo>
                  <a:lnTo>
                    <a:pt x="77588" y="30188"/>
                  </a:lnTo>
                  <a:lnTo>
                    <a:pt x="78594" y="30349"/>
                  </a:lnTo>
                  <a:lnTo>
                    <a:pt x="79088" y="29397"/>
                  </a:lnTo>
                  <a:lnTo>
                    <a:pt x="80234" y="24246"/>
                  </a:lnTo>
                  <a:lnTo>
                    <a:pt x="80588" y="23297"/>
                  </a:lnTo>
                  <a:lnTo>
                    <a:pt x="81130" y="22979"/>
                  </a:lnTo>
                  <a:lnTo>
                    <a:pt x="81777" y="22396"/>
                  </a:lnTo>
                  <a:lnTo>
                    <a:pt x="82344" y="20873"/>
                  </a:lnTo>
                  <a:lnTo>
                    <a:pt x="82833" y="18606"/>
                  </a:lnTo>
                  <a:lnTo>
                    <a:pt x="82838" y="15797"/>
                  </a:lnTo>
                  <a:lnTo>
                    <a:pt x="82615" y="13543"/>
                  </a:lnTo>
                  <a:lnTo>
                    <a:pt x="82615" y="12453"/>
                  </a:lnTo>
                  <a:lnTo>
                    <a:pt x="82889" y="11451"/>
                  </a:lnTo>
                  <a:lnTo>
                    <a:pt x="83352" y="10443"/>
                  </a:lnTo>
                  <a:lnTo>
                    <a:pt x="85548" y="7670"/>
                  </a:lnTo>
                  <a:lnTo>
                    <a:pt x="86104" y="6329"/>
                  </a:lnTo>
                  <a:lnTo>
                    <a:pt x="86437" y="5127"/>
                  </a:lnTo>
                  <a:lnTo>
                    <a:pt x="87051" y="4909"/>
                  </a:lnTo>
                  <a:lnTo>
                    <a:pt x="87722" y="5028"/>
                  </a:lnTo>
                  <a:lnTo>
                    <a:pt x="88146" y="4280"/>
                  </a:lnTo>
                  <a:lnTo>
                    <a:pt x="88626" y="3016"/>
                  </a:lnTo>
                  <a:lnTo>
                    <a:pt x="90147" y="1321"/>
                  </a:lnTo>
                  <a:lnTo>
                    <a:pt x="91555" y="0"/>
                  </a:lnTo>
                  <a:lnTo>
                    <a:pt x="93033" y="558"/>
                  </a:lnTo>
                  <a:lnTo>
                    <a:pt x="94239" y="1246"/>
                  </a:lnTo>
                  <a:lnTo>
                    <a:pt x="95229" y="2040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485950" y="2333828"/>
              <a:ext cx="4432" cy="2923"/>
            </a:xfrm>
            <a:custGeom>
              <a:avLst/>
              <a:pathLst>
                <a:path w="4432" h="2923">
                  <a:moveTo>
                    <a:pt x="3745" y="1868"/>
                  </a:moveTo>
                  <a:lnTo>
                    <a:pt x="2216" y="2923"/>
                  </a:lnTo>
                  <a:lnTo>
                    <a:pt x="905" y="2842"/>
                  </a:lnTo>
                  <a:lnTo>
                    <a:pt x="36" y="1882"/>
                  </a:lnTo>
                  <a:lnTo>
                    <a:pt x="0" y="1461"/>
                  </a:lnTo>
                  <a:lnTo>
                    <a:pt x="2060" y="1868"/>
                  </a:lnTo>
                  <a:lnTo>
                    <a:pt x="2851" y="1644"/>
                  </a:lnTo>
                  <a:lnTo>
                    <a:pt x="443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415471" y="2322327"/>
              <a:ext cx="1291" cy="3980"/>
            </a:xfrm>
            <a:custGeom>
              <a:avLst/>
              <a:pathLst>
                <a:path w="1291" h="3980">
                  <a:moveTo>
                    <a:pt x="571" y="2947"/>
                  </a:moveTo>
                  <a:lnTo>
                    <a:pt x="0" y="3980"/>
                  </a:lnTo>
                  <a:lnTo>
                    <a:pt x="138" y="2967"/>
                  </a:lnTo>
                  <a:lnTo>
                    <a:pt x="836" y="385"/>
                  </a:lnTo>
                  <a:lnTo>
                    <a:pt x="12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408965" y="2310114"/>
              <a:ext cx="1722" cy="5214"/>
            </a:xfrm>
            <a:custGeom>
              <a:avLst/>
              <a:pathLst>
                <a:path w="1722" h="5214">
                  <a:moveTo>
                    <a:pt x="1528" y="3651"/>
                  </a:moveTo>
                  <a:lnTo>
                    <a:pt x="0" y="5214"/>
                  </a:lnTo>
                  <a:lnTo>
                    <a:pt x="594" y="1224"/>
                  </a:lnTo>
                  <a:lnTo>
                    <a:pt x="1077" y="0"/>
                  </a:lnTo>
                  <a:lnTo>
                    <a:pt x="1722" y="412"/>
                  </a:lnTo>
                  <a:lnTo>
                    <a:pt x="1631" y="28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475000" y="2287303"/>
              <a:ext cx="1922" cy="2825"/>
            </a:xfrm>
            <a:custGeom>
              <a:avLst/>
              <a:pathLst>
                <a:path w="1922" h="2825">
                  <a:moveTo>
                    <a:pt x="1364" y="2582"/>
                  </a:moveTo>
                  <a:lnTo>
                    <a:pt x="895" y="2825"/>
                  </a:lnTo>
                  <a:lnTo>
                    <a:pt x="786" y="2402"/>
                  </a:lnTo>
                  <a:lnTo>
                    <a:pt x="63" y="1183"/>
                  </a:lnTo>
                  <a:lnTo>
                    <a:pt x="0" y="577"/>
                  </a:lnTo>
                  <a:lnTo>
                    <a:pt x="633" y="0"/>
                  </a:lnTo>
                  <a:lnTo>
                    <a:pt x="1922" y="297"/>
                  </a:lnTo>
                  <a:lnTo>
                    <a:pt x="1461" y="18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2329923" y="2283842"/>
              <a:ext cx="3240" cy="3829"/>
            </a:xfrm>
            <a:custGeom>
              <a:avLst/>
              <a:pathLst>
                <a:path w="3240" h="3829">
                  <a:moveTo>
                    <a:pt x="1844" y="3220"/>
                  </a:moveTo>
                  <a:lnTo>
                    <a:pt x="474" y="3829"/>
                  </a:lnTo>
                  <a:lnTo>
                    <a:pt x="0" y="3572"/>
                  </a:lnTo>
                  <a:lnTo>
                    <a:pt x="1511" y="669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328756" y="2283539"/>
              <a:ext cx="5501" cy="7781"/>
            </a:xfrm>
            <a:custGeom>
              <a:avLst/>
              <a:pathLst>
                <a:path w="5501" h="7781">
                  <a:moveTo>
                    <a:pt x="4474" y="6963"/>
                  </a:moveTo>
                  <a:lnTo>
                    <a:pt x="3599" y="7553"/>
                  </a:lnTo>
                  <a:lnTo>
                    <a:pt x="2103" y="7006"/>
                  </a:lnTo>
                  <a:lnTo>
                    <a:pt x="458" y="7765"/>
                  </a:lnTo>
                  <a:lnTo>
                    <a:pt x="0" y="7781"/>
                  </a:lnTo>
                  <a:lnTo>
                    <a:pt x="1222" y="5585"/>
                  </a:lnTo>
                  <a:lnTo>
                    <a:pt x="3101" y="4234"/>
                  </a:lnTo>
                  <a:lnTo>
                    <a:pt x="4974" y="105"/>
                  </a:lnTo>
                  <a:lnTo>
                    <a:pt x="5501" y="0"/>
                  </a:lnTo>
                  <a:lnTo>
                    <a:pt x="4788" y="4677"/>
                  </a:lnTo>
                  <a:lnTo>
                    <a:pt x="4643" y="63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361049" y="2245380"/>
              <a:ext cx="3302" cy="3878"/>
            </a:xfrm>
            <a:custGeom>
              <a:avLst/>
              <a:pathLst>
                <a:path w="3302" h="3878">
                  <a:moveTo>
                    <a:pt x="1032" y="3638"/>
                  </a:moveTo>
                  <a:lnTo>
                    <a:pt x="0" y="3878"/>
                  </a:lnTo>
                  <a:lnTo>
                    <a:pt x="246" y="2852"/>
                  </a:lnTo>
                  <a:lnTo>
                    <a:pt x="1655" y="1024"/>
                  </a:lnTo>
                  <a:lnTo>
                    <a:pt x="2691" y="0"/>
                  </a:lnTo>
                  <a:lnTo>
                    <a:pt x="3302" y="21"/>
                  </a:lnTo>
                  <a:lnTo>
                    <a:pt x="2307" y="22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470304" y="2244978"/>
              <a:ext cx="18932" cy="42468"/>
            </a:xfrm>
            <a:custGeom>
              <a:avLst/>
              <a:pathLst>
                <a:path w="18932" h="42468">
                  <a:moveTo>
                    <a:pt x="4430" y="31469"/>
                  </a:moveTo>
                  <a:lnTo>
                    <a:pt x="4814" y="31694"/>
                  </a:lnTo>
                  <a:lnTo>
                    <a:pt x="6344" y="30263"/>
                  </a:lnTo>
                  <a:lnTo>
                    <a:pt x="7154" y="30323"/>
                  </a:lnTo>
                  <a:lnTo>
                    <a:pt x="7118" y="31354"/>
                  </a:lnTo>
                  <a:lnTo>
                    <a:pt x="5803" y="32475"/>
                  </a:lnTo>
                  <a:lnTo>
                    <a:pt x="5198" y="33316"/>
                  </a:lnTo>
                  <a:lnTo>
                    <a:pt x="5958" y="34096"/>
                  </a:lnTo>
                  <a:lnTo>
                    <a:pt x="5947" y="34623"/>
                  </a:lnTo>
                  <a:lnTo>
                    <a:pt x="5034" y="35893"/>
                  </a:lnTo>
                  <a:lnTo>
                    <a:pt x="4578" y="37270"/>
                  </a:lnTo>
                  <a:lnTo>
                    <a:pt x="4954" y="38601"/>
                  </a:lnTo>
                  <a:lnTo>
                    <a:pt x="6415" y="37291"/>
                  </a:lnTo>
                  <a:lnTo>
                    <a:pt x="7014" y="37279"/>
                  </a:lnTo>
                  <a:lnTo>
                    <a:pt x="7826" y="37575"/>
                  </a:lnTo>
                  <a:lnTo>
                    <a:pt x="8600" y="37181"/>
                  </a:lnTo>
                  <a:lnTo>
                    <a:pt x="9041" y="36533"/>
                  </a:lnTo>
                  <a:lnTo>
                    <a:pt x="11616" y="31416"/>
                  </a:lnTo>
                  <a:lnTo>
                    <a:pt x="11749" y="30761"/>
                  </a:lnTo>
                  <a:lnTo>
                    <a:pt x="8975" y="31818"/>
                  </a:lnTo>
                  <a:lnTo>
                    <a:pt x="8653" y="31118"/>
                  </a:lnTo>
                  <a:lnTo>
                    <a:pt x="10471" y="28021"/>
                  </a:lnTo>
                  <a:lnTo>
                    <a:pt x="10328" y="26389"/>
                  </a:lnTo>
                  <a:lnTo>
                    <a:pt x="11246" y="23812"/>
                  </a:lnTo>
                  <a:lnTo>
                    <a:pt x="12087" y="22282"/>
                  </a:lnTo>
                  <a:lnTo>
                    <a:pt x="12704" y="21427"/>
                  </a:lnTo>
                  <a:lnTo>
                    <a:pt x="13596" y="20639"/>
                  </a:lnTo>
                  <a:lnTo>
                    <a:pt x="14210" y="21854"/>
                  </a:lnTo>
                  <a:lnTo>
                    <a:pt x="14408" y="24057"/>
                  </a:lnTo>
                  <a:lnTo>
                    <a:pt x="15929" y="23748"/>
                  </a:lnTo>
                  <a:lnTo>
                    <a:pt x="17418" y="24193"/>
                  </a:lnTo>
                  <a:lnTo>
                    <a:pt x="18512" y="25122"/>
                  </a:lnTo>
                  <a:lnTo>
                    <a:pt x="18683" y="25657"/>
                  </a:lnTo>
                  <a:lnTo>
                    <a:pt x="18697" y="26498"/>
                  </a:lnTo>
                  <a:lnTo>
                    <a:pt x="18332" y="28015"/>
                  </a:lnTo>
                  <a:lnTo>
                    <a:pt x="17729" y="29261"/>
                  </a:lnTo>
                  <a:lnTo>
                    <a:pt x="18932" y="30866"/>
                  </a:lnTo>
                  <a:lnTo>
                    <a:pt x="18771" y="31563"/>
                  </a:lnTo>
                  <a:lnTo>
                    <a:pt x="16800" y="33368"/>
                  </a:lnTo>
                  <a:lnTo>
                    <a:pt x="15680" y="35187"/>
                  </a:lnTo>
                  <a:lnTo>
                    <a:pt x="14651" y="37429"/>
                  </a:lnTo>
                  <a:lnTo>
                    <a:pt x="12595" y="40041"/>
                  </a:lnTo>
                  <a:lnTo>
                    <a:pt x="9338" y="41927"/>
                  </a:lnTo>
                  <a:lnTo>
                    <a:pt x="8307" y="41927"/>
                  </a:lnTo>
                  <a:lnTo>
                    <a:pt x="7082" y="41339"/>
                  </a:lnTo>
                  <a:lnTo>
                    <a:pt x="5867" y="41473"/>
                  </a:lnTo>
                  <a:lnTo>
                    <a:pt x="4674" y="42176"/>
                  </a:lnTo>
                  <a:lnTo>
                    <a:pt x="3507" y="42098"/>
                  </a:lnTo>
                  <a:lnTo>
                    <a:pt x="2940" y="42468"/>
                  </a:lnTo>
                  <a:lnTo>
                    <a:pt x="2403" y="42427"/>
                  </a:lnTo>
                  <a:lnTo>
                    <a:pt x="1951" y="41700"/>
                  </a:lnTo>
                  <a:lnTo>
                    <a:pt x="987" y="39614"/>
                  </a:lnTo>
                  <a:lnTo>
                    <a:pt x="516" y="38221"/>
                  </a:lnTo>
                  <a:lnTo>
                    <a:pt x="0" y="31566"/>
                  </a:lnTo>
                  <a:lnTo>
                    <a:pt x="166" y="28070"/>
                  </a:lnTo>
                  <a:lnTo>
                    <a:pt x="984" y="24802"/>
                  </a:lnTo>
                  <a:lnTo>
                    <a:pt x="2192" y="22630"/>
                  </a:lnTo>
                  <a:lnTo>
                    <a:pt x="2893" y="20896"/>
                  </a:lnTo>
                  <a:lnTo>
                    <a:pt x="5823" y="10614"/>
                  </a:lnTo>
                  <a:lnTo>
                    <a:pt x="6396" y="8281"/>
                  </a:lnTo>
                  <a:lnTo>
                    <a:pt x="7098" y="6292"/>
                  </a:lnTo>
                  <a:lnTo>
                    <a:pt x="8353" y="4324"/>
                  </a:lnTo>
                  <a:lnTo>
                    <a:pt x="9977" y="1002"/>
                  </a:lnTo>
                  <a:lnTo>
                    <a:pt x="10495" y="321"/>
                  </a:lnTo>
                  <a:lnTo>
                    <a:pt x="11426" y="0"/>
                  </a:lnTo>
                  <a:lnTo>
                    <a:pt x="12344" y="183"/>
                  </a:lnTo>
                  <a:lnTo>
                    <a:pt x="12081" y="1382"/>
                  </a:lnTo>
                  <a:lnTo>
                    <a:pt x="12148" y="2556"/>
                  </a:lnTo>
                  <a:lnTo>
                    <a:pt x="13212" y="7147"/>
                  </a:lnTo>
                  <a:lnTo>
                    <a:pt x="13199" y="8058"/>
                  </a:lnTo>
                  <a:lnTo>
                    <a:pt x="12618" y="11712"/>
                  </a:lnTo>
                  <a:lnTo>
                    <a:pt x="11501" y="17616"/>
                  </a:lnTo>
                  <a:lnTo>
                    <a:pt x="11214" y="20871"/>
                  </a:lnTo>
                  <a:lnTo>
                    <a:pt x="11364" y="21850"/>
                  </a:lnTo>
                  <a:lnTo>
                    <a:pt x="10911" y="23496"/>
                  </a:lnTo>
                  <a:lnTo>
                    <a:pt x="10429" y="24748"/>
                  </a:lnTo>
                  <a:lnTo>
                    <a:pt x="8522" y="27097"/>
                  </a:lnTo>
                  <a:lnTo>
                    <a:pt x="7548" y="27645"/>
                  </a:lnTo>
                  <a:lnTo>
                    <a:pt x="6621" y="285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437285" y="2243446"/>
              <a:ext cx="27019" cy="32346"/>
            </a:xfrm>
            <a:custGeom>
              <a:avLst/>
              <a:pathLst>
                <a:path w="27019" h="32346">
                  <a:moveTo>
                    <a:pt x="6720" y="17518"/>
                  </a:moveTo>
                  <a:lnTo>
                    <a:pt x="7027" y="17934"/>
                  </a:lnTo>
                  <a:lnTo>
                    <a:pt x="7563" y="17169"/>
                  </a:lnTo>
                  <a:lnTo>
                    <a:pt x="8194" y="14764"/>
                  </a:lnTo>
                  <a:lnTo>
                    <a:pt x="9865" y="15393"/>
                  </a:lnTo>
                  <a:lnTo>
                    <a:pt x="10749" y="16478"/>
                  </a:lnTo>
                  <a:lnTo>
                    <a:pt x="11241" y="16238"/>
                  </a:lnTo>
                  <a:lnTo>
                    <a:pt x="11746" y="16349"/>
                  </a:lnTo>
                  <a:lnTo>
                    <a:pt x="12684" y="17769"/>
                  </a:lnTo>
                  <a:lnTo>
                    <a:pt x="14463" y="18892"/>
                  </a:lnTo>
                  <a:lnTo>
                    <a:pt x="16341" y="18729"/>
                  </a:lnTo>
                  <a:lnTo>
                    <a:pt x="19203" y="18062"/>
                  </a:lnTo>
                  <a:lnTo>
                    <a:pt x="19544" y="17792"/>
                  </a:lnTo>
                  <a:lnTo>
                    <a:pt x="22484" y="17235"/>
                  </a:lnTo>
                  <a:lnTo>
                    <a:pt x="25431" y="16971"/>
                  </a:lnTo>
                  <a:lnTo>
                    <a:pt x="26445" y="17606"/>
                  </a:lnTo>
                  <a:lnTo>
                    <a:pt x="26824" y="18198"/>
                  </a:lnTo>
                  <a:lnTo>
                    <a:pt x="27019" y="18911"/>
                  </a:lnTo>
                  <a:lnTo>
                    <a:pt x="25337" y="20867"/>
                  </a:lnTo>
                  <a:lnTo>
                    <a:pt x="23655" y="23144"/>
                  </a:lnTo>
                  <a:lnTo>
                    <a:pt x="21314" y="25373"/>
                  </a:lnTo>
                  <a:lnTo>
                    <a:pt x="21020" y="26465"/>
                  </a:lnTo>
                  <a:lnTo>
                    <a:pt x="21165" y="28474"/>
                  </a:lnTo>
                  <a:lnTo>
                    <a:pt x="21119" y="30521"/>
                  </a:lnTo>
                  <a:lnTo>
                    <a:pt x="21581" y="30690"/>
                  </a:lnTo>
                  <a:lnTo>
                    <a:pt x="21859" y="31377"/>
                  </a:lnTo>
                  <a:lnTo>
                    <a:pt x="21254" y="32039"/>
                  </a:lnTo>
                  <a:lnTo>
                    <a:pt x="18849" y="32346"/>
                  </a:lnTo>
                  <a:lnTo>
                    <a:pt x="18148" y="32160"/>
                  </a:lnTo>
                  <a:lnTo>
                    <a:pt x="17314" y="31327"/>
                  </a:lnTo>
                  <a:lnTo>
                    <a:pt x="17028" y="29351"/>
                  </a:lnTo>
                  <a:lnTo>
                    <a:pt x="15994" y="29641"/>
                  </a:lnTo>
                  <a:lnTo>
                    <a:pt x="15682" y="29400"/>
                  </a:lnTo>
                  <a:lnTo>
                    <a:pt x="17130" y="27716"/>
                  </a:lnTo>
                  <a:lnTo>
                    <a:pt x="16470" y="25601"/>
                  </a:lnTo>
                  <a:lnTo>
                    <a:pt x="15762" y="25755"/>
                  </a:lnTo>
                  <a:lnTo>
                    <a:pt x="15293" y="24751"/>
                  </a:lnTo>
                  <a:lnTo>
                    <a:pt x="15332" y="23395"/>
                  </a:lnTo>
                  <a:lnTo>
                    <a:pt x="15988" y="22735"/>
                  </a:lnTo>
                  <a:lnTo>
                    <a:pt x="16177" y="22020"/>
                  </a:lnTo>
                  <a:lnTo>
                    <a:pt x="15287" y="22640"/>
                  </a:lnTo>
                  <a:lnTo>
                    <a:pt x="14604" y="23897"/>
                  </a:lnTo>
                  <a:lnTo>
                    <a:pt x="13721" y="24373"/>
                  </a:lnTo>
                  <a:lnTo>
                    <a:pt x="12858" y="25458"/>
                  </a:lnTo>
                  <a:lnTo>
                    <a:pt x="14198" y="25803"/>
                  </a:lnTo>
                  <a:lnTo>
                    <a:pt x="13508" y="26644"/>
                  </a:lnTo>
                  <a:lnTo>
                    <a:pt x="12792" y="26839"/>
                  </a:lnTo>
                  <a:lnTo>
                    <a:pt x="9473" y="25185"/>
                  </a:lnTo>
                  <a:lnTo>
                    <a:pt x="8654" y="24558"/>
                  </a:lnTo>
                  <a:lnTo>
                    <a:pt x="7623" y="22826"/>
                  </a:lnTo>
                  <a:lnTo>
                    <a:pt x="6842" y="20514"/>
                  </a:lnTo>
                  <a:lnTo>
                    <a:pt x="7266" y="20424"/>
                  </a:lnTo>
                  <a:lnTo>
                    <a:pt x="7410" y="20010"/>
                  </a:lnTo>
                  <a:lnTo>
                    <a:pt x="7318" y="19619"/>
                  </a:lnTo>
                  <a:lnTo>
                    <a:pt x="6161" y="19307"/>
                  </a:lnTo>
                  <a:lnTo>
                    <a:pt x="4353" y="19405"/>
                  </a:lnTo>
                  <a:lnTo>
                    <a:pt x="3318" y="18796"/>
                  </a:lnTo>
                  <a:lnTo>
                    <a:pt x="3367" y="14758"/>
                  </a:lnTo>
                  <a:lnTo>
                    <a:pt x="3032" y="13647"/>
                  </a:lnTo>
                  <a:lnTo>
                    <a:pt x="1901" y="12709"/>
                  </a:lnTo>
                  <a:lnTo>
                    <a:pt x="171" y="12431"/>
                  </a:lnTo>
                  <a:lnTo>
                    <a:pt x="0" y="10932"/>
                  </a:lnTo>
                  <a:lnTo>
                    <a:pt x="551" y="8638"/>
                  </a:lnTo>
                  <a:lnTo>
                    <a:pt x="1398" y="6673"/>
                  </a:lnTo>
                  <a:lnTo>
                    <a:pt x="2042" y="4736"/>
                  </a:lnTo>
                  <a:lnTo>
                    <a:pt x="2795" y="3152"/>
                  </a:lnTo>
                  <a:lnTo>
                    <a:pt x="4650" y="0"/>
                  </a:lnTo>
                  <a:lnTo>
                    <a:pt x="4608" y="2358"/>
                  </a:lnTo>
                  <a:lnTo>
                    <a:pt x="4787" y="4390"/>
                  </a:lnTo>
                  <a:lnTo>
                    <a:pt x="3579" y="8454"/>
                  </a:lnTo>
                  <a:lnTo>
                    <a:pt x="5678" y="12483"/>
                  </a:lnTo>
                  <a:lnTo>
                    <a:pt x="5948" y="13373"/>
                  </a:lnTo>
                  <a:lnTo>
                    <a:pt x="6125" y="14455"/>
                  </a:lnTo>
                  <a:lnTo>
                    <a:pt x="5989" y="15451"/>
                  </a:lnTo>
                  <a:lnTo>
                    <a:pt x="5649" y="16334"/>
                  </a:lnTo>
                  <a:lnTo>
                    <a:pt x="6467" y="167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464479" y="2226153"/>
              <a:ext cx="6958" cy="12640"/>
            </a:xfrm>
            <a:custGeom>
              <a:avLst/>
              <a:pathLst>
                <a:path w="6958" h="12640">
                  <a:moveTo>
                    <a:pt x="1069" y="10704"/>
                  </a:moveTo>
                  <a:lnTo>
                    <a:pt x="1471" y="11265"/>
                  </a:lnTo>
                  <a:lnTo>
                    <a:pt x="2189" y="11204"/>
                  </a:lnTo>
                  <a:lnTo>
                    <a:pt x="2676" y="11434"/>
                  </a:lnTo>
                  <a:lnTo>
                    <a:pt x="1982" y="12533"/>
                  </a:lnTo>
                  <a:lnTo>
                    <a:pt x="652" y="12640"/>
                  </a:lnTo>
                  <a:lnTo>
                    <a:pt x="0" y="12188"/>
                  </a:lnTo>
                  <a:lnTo>
                    <a:pt x="949" y="6549"/>
                  </a:lnTo>
                  <a:lnTo>
                    <a:pt x="2055" y="5250"/>
                  </a:lnTo>
                  <a:lnTo>
                    <a:pt x="4320" y="1563"/>
                  </a:lnTo>
                  <a:lnTo>
                    <a:pt x="5226" y="442"/>
                  </a:lnTo>
                  <a:lnTo>
                    <a:pt x="6066" y="0"/>
                  </a:lnTo>
                  <a:lnTo>
                    <a:pt x="6958" y="269"/>
                  </a:lnTo>
                  <a:lnTo>
                    <a:pt x="6049" y="2447"/>
                  </a:lnTo>
                  <a:lnTo>
                    <a:pt x="4838" y="2563"/>
                  </a:lnTo>
                  <a:lnTo>
                    <a:pt x="3681" y="4374"/>
                  </a:lnTo>
                  <a:lnTo>
                    <a:pt x="2923" y="6381"/>
                  </a:lnTo>
                  <a:lnTo>
                    <a:pt x="2010" y="7527"/>
                  </a:lnTo>
                  <a:lnTo>
                    <a:pt x="1381" y="89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551715" y="2226152"/>
              <a:ext cx="2246" cy="7100"/>
            </a:xfrm>
            <a:custGeom>
              <a:avLst/>
              <a:pathLst>
                <a:path w="2246" h="7100">
                  <a:moveTo>
                    <a:pt x="1122" y="6071"/>
                  </a:moveTo>
                  <a:lnTo>
                    <a:pt x="566" y="7100"/>
                  </a:lnTo>
                  <a:lnTo>
                    <a:pt x="0" y="7054"/>
                  </a:lnTo>
                  <a:lnTo>
                    <a:pt x="66" y="6155"/>
                  </a:lnTo>
                  <a:lnTo>
                    <a:pt x="764" y="4407"/>
                  </a:lnTo>
                  <a:lnTo>
                    <a:pt x="1119" y="3156"/>
                  </a:lnTo>
                  <a:lnTo>
                    <a:pt x="1132" y="2402"/>
                  </a:lnTo>
                  <a:lnTo>
                    <a:pt x="1260" y="1823"/>
                  </a:lnTo>
                  <a:lnTo>
                    <a:pt x="1789" y="1174"/>
                  </a:lnTo>
                  <a:lnTo>
                    <a:pt x="2246" y="0"/>
                  </a:lnTo>
                  <a:lnTo>
                    <a:pt x="2026" y="21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434089" y="2219063"/>
              <a:ext cx="1998" cy="4110"/>
            </a:xfrm>
            <a:custGeom>
              <a:avLst/>
              <a:pathLst>
                <a:path w="1998" h="4110">
                  <a:moveTo>
                    <a:pt x="1998" y="0"/>
                  </a:moveTo>
                  <a:lnTo>
                    <a:pt x="1711" y="2155"/>
                  </a:lnTo>
                  <a:lnTo>
                    <a:pt x="718" y="3983"/>
                  </a:lnTo>
                  <a:lnTo>
                    <a:pt x="226" y="4110"/>
                  </a:lnTo>
                  <a:lnTo>
                    <a:pt x="0" y="3933"/>
                  </a:lnTo>
                  <a:lnTo>
                    <a:pt x="273" y="2752"/>
                  </a:lnTo>
                  <a:lnTo>
                    <a:pt x="241" y="699"/>
                  </a:lnTo>
                  <a:lnTo>
                    <a:pt x="1061" y="421"/>
                  </a:lnTo>
                  <a:lnTo>
                    <a:pt x="1359" y="6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435148" y="2215309"/>
              <a:ext cx="1308" cy="3148"/>
            </a:xfrm>
            <a:custGeom>
              <a:avLst/>
              <a:pathLst>
                <a:path w="1308" h="3148">
                  <a:moveTo>
                    <a:pt x="1308" y="1621"/>
                  </a:moveTo>
                  <a:lnTo>
                    <a:pt x="0" y="3148"/>
                  </a:lnTo>
                  <a:lnTo>
                    <a:pt x="574" y="851"/>
                  </a:lnTo>
                  <a:lnTo>
                    <a:pt x="814" y="256"/>
                  </a:lnTo>
                  <a:lnTo>
                    <a:pt x="1034" y="0"/>
                  </a:lnTo>
                  <a:lnTo>
                    <a:pt x="1249" y="2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1765278" y="2188360"/>
              <a:ext cx="1993" cy="5821"/>
            </a:xfrm>
            <a:custGeom>
              <a:avLst/>
              <a:pathLst>
                <a:path w="1993" h="5821">
                  <a:moveTo>
                    <a:pt x="1668" y="5062"/>
                  </a:moveTo>
                  <a:lnTo>
                    <a:pt x="1193" y="5821"/>
                  </a:lnTo>
                  <a:lnTo>
                    <a:pt x="939" y="5720"/>
                  </a:lnTo>
                  <a:lnTo>
                    <a:pt x="735" y="5189"/>
                  </a:lnTo>
                  <a:lnTo>
                    <a:pt x="0" y="0"/>
                  </a:lnTo>
                  <a:lnTo>
                    <a:pt x="313" y="109"/>
                  </a:lnTo>
                  <a:lnTo>
                    <a:pt x="1299" y="1725"/>
                  </a:lnTo>
                  <a:lnTo>
                    <a:pt x="1076" y="2366"/>
                  </a:lnTo>
                  <a:lnTo>
                    <a:pt x="1812" y="3912"/>
                  </a:lnTo>
                  <a:lnTo>
                    <a:pt x="1993" y="50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1764063" y="2183356"/>
              <a:ext cx="3598" cy="6498"/>
            </a:xfrm>
            <a:custGeom>
              <a:avLst/>
              <a:pathLst>
                <a:path w="3598" h="6498">
                  <a:moveTo>
                    <a:pt x="3598" y="6175"/>
                  </a:moveTo>
                  <a:lnTo>
                    <a:pt x="3457" y="6498"/>
                  </a:lnTo>
                  <a:lnTo>
                    <a:pt x="1683" y="4407"/>
                  </a:lnTo>
                  <a:lnTo>
                    <a:pt x="495" y="1669"/>
                  </a:lnTo>
                  <a:lnTo>
                    <a:pt x="0" y="0"/>
                  </a:lnTo>
                  <a:lnTo>
                    <a:pt x="2349" y="4149"/>
                  </a:lnTo>
                  <a:lnTo>
                    <a:pt x="3535" y="55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320258" y="2178302"/>
              <a:ext cx="155312" cy="169850"/>
            </a:xfrm>
            <a:custGeom>
              <a:avLst/>
              <a:pathLst>
                <a:path w="155312" h="169850">
                  <a:moveTo>
                    <a:pt x="0" y="125947"/>
                  </a:moveTo>
                  <a:lnTo>
                    <a:pt x="1619" y="124831"/>
                  </a:lnTo>
                  <a:lnTo>
                    <a:pt x="4994" y="120497"/>
                  </a:lnTo>
                  <a:lnTo>
                    <a:pt x="7484" y="118927"/>
                  </a:lnTo>
                  <a:lnTo>
                    <a:pt x="10722" y="114375"/>
                  </a:lnTo>
                  <a:lnTo>
                    <a:pt x="13067" y="113499"/>
                  </a:lnTo>
                  <a:lnTo>
                    <a:pt x="13514" y="112498"/>
                  </a:lnTo>
                  <a:lnTo>
                    <a:pt x="13907" y="108722"/>
                  </a:lnTo>
                  <a:lnTo>
                    <a:pt x="14121" y="107376"/>
                  </a:lnTo>
                  <a:lnTo>
                    <a:pt x="15216" y="103668"/>
                  </a:lnTo>
                  <a:lnTo>
                    <a:pt x="16532" y="100540"/>
                  </a:lnTo>
                  <a:lnTo>
                    <a:pt x="17593" y="96214"/>
                  </a:lnTo>
                  <a:lnTo>
                    <a:pt x="19519" y="93450"/>
                  </a:lnTo>
                  <a:lnTo>
                    <a:pt x="22432" y="91138"/>
                  </a:lnTo>
                  <a:lnTo>
                    <a:pt x="25126" y="86090"/>
                  </a:lnTo>
                  <a:lnTo>
                    <a:pt x="26602" y="84550"/>
                  </a:lnTo>
                  <a:lnTo>
                    <a:pt x="28033" y="83448"/>
                  </a:lnTo>
                  <a:lnTo>
                    <a:pt x="28634" y="81397"/>
                  </a:lnTo>
                  <a:lnTo>
                    <a:pt x="29519" y="80223"/>
                  </a:lnTo>
                  <a:lnTo>
                    <a:pt x="31885" y="77838"/>
                  </a:lnTo>
                  <a:lnTo>
                    <a:pt x="34493" y="77194"/>
                  </a:lnTo>
                  <a:lnTo>
                    <a:pt x="37128" y="75214"/>
                  </a:lnTo>
                  <a:lnTo>
                    <a:pt x="39150" y="74165"/>
                  </a:lnTo>
                  <a:lnTo>
                    <a:pt x="40390" y="72308"/>
                  </a:lnTo>
                  <a:lnTo>
                    <a:pt x="42192" y="71330"/>
                  </a:lnTo>
                  <a:lnTo>
                    <a:pt x="47572" y="66002"/>
                  </a:lnTo>
                  <a:lnTo>
                    <a:pt x="49064" y="63507"/>
                  </a:lnTo>
                  <a:lnTo>
                    <a:pt x="50998" y="58398"/>
                  </a:lnTo>
                  <a:lnTo>
                    <a:pt x="52681" y="55799"/>
                  </a:lnTo>
                  <a:lnTo>
                    <a:pt x="53277" y="53032"/>
                  </a:lnTo>
                  <a:lnTo>
                    <a:pt x="55717" y="48540"/>
                  </a:lnTo>
                  <a:lnTo>
                    <a:pt x="58228" y="42623"/>
                  </a:lnTo>
                  <a:lnTo>
                    <a:pt x="59478" y="38380"/>
                  </a:lnTo>
                  <a:lnTo>
                    <a:pt x="61348" y="36024"/>
                  </a:lnTo>
                  <a:lnTo>
                    <a:pt x="64974" y="29287"/>
                  </a:lnTo>
                  <a:lnTo>
                    <a:pt x="66920" y="26598"/>
                  </a:lnTo>
                  <a:lnTo>
                    <a:pt x="67710" y="26291"/>
                  </a:lnTo>
                  <a:lnTo>
                    <a:pt x="69914" y="23900"/>
                  </a:lnTo>
                  <a:lnTo>
                    <a:pt x="71282" y="21407"/>
                  </a:lnTo>
                  <a:lnTo>
                    <a:pt x="73477" y="18903"/>
                  </a:lnTo>
                  <a:lnTo>
                    <a:pt x="77442" y="15816"/>
                  </a:lnTo>
                  <a:lnTo>
                    <a:pt x="81168" y="12121"/>
                  </a:lnTo>
                  <a:lnTo>
                    <a:pt x="86203" y="8923"/>
                  </a:lnTo>
                  <a:lnTo>
                    <a:pt x="92101" y="4130"/>
                  </a:lnTo>
                  <a:lnTo>
                    <a:pt x="96870" y="1566"/>
                  </a:lnTo>
                  <a:lnTo>
                    <a:pt x="100224" y="1196"/>
                  </a:lnTo>
                  <a:lnTo>
                    <a:pt x="104305" y="0"/>
                  </a:lnTo>
                  <a:lnTo>
                    <a:pt x="105750" y="121"/>
                  </a:lnTo>
                  <a:lnTo>
                    <a:pt x="112107" y="2198"/>
                  </a:lnTo>
                  <a:lnTo>
                    <a:pt x="115157" y="4768"/>
                  </a:lnTo>
                  <a:lnTo>
                    <a:pt x="118631" y="10173"/>
                  </a:lnTo>
                  <a:lnTo>
                    <a:pt x="119149" y="11598"/>
                  </a:lnTo>
                  <a:lnTo>
                    <a:pt x="119233" y="13591"/>
                  </a:lnTo>
                  <a:lnTo>
                    <a:pt x="117394" y="12623"/>
                  </a:lnTo>
                  <a:lnTo>
                    <a:pt x="115770" y="12559"/>
                  </a:lnTo>
                  <a:lnTo>
                    <a:pt x="116896" y="13667"/>
                  </a:lnTo>
                  <a:lnTo>
                    <a:pt x="118809" y="16992"/>
                  </a:lnTo>
                  <a:lnTo>
                    <a:pt x="118722" y="21150"/>
                  </a:lnTo>
                  <a:lnTo>
                    <a:pt x="117643" y="24908"/>
                  </a:lnTo>
                  <a:lnTo>
                    <a:pt x="114414" y="26761"/>
                  </a:lnTo>
                  <a:lnTo>
                    <a:pt x="113590" y="28236"/>
                  </a:lnTo>
                  <a:lnTo>
                    <a:pt x="112923" y="30674"/>
                  </a:lnTo>
                  <a:lnTo>
                    <a:pt x="112269" y="31608"/>
                  </a:lnTo>
                  <a:lnTo>
                    <a:pt x="110704" y="32690"/>
                  </a:lnTo>
                  <a:lnTo>
                    <a:pt x="109839" y="34274"/>
                  </a:lnTo>
                  <a:lnTo>
                    <a:pt x="107303" y="36786"/>
                  </a:lnTo>
                  <a:lnTo>
                    <a:pt x="106160" y="37084"/>
                  </a:lnTo>
                  <a:lnTo>
                    <a:pt x="104845" y="36483"/>
                  </a:lnTo>
                  <a:lnTo>
                    <a:pt x="101679" y="34114"/>
                  </a:lnTo>
                  <a:lnTo>
                    <a:pt x="99725" y="31833"/>
                  </a:lnTo>
                  <a:lnTo>
                    <a:pt x="98750" y="33079"/>
                  </a:lnTo>
                  <a:lnTo>
                    <a:pt x="97949" y="34379"/>
                  </a:lnTo>
                  <a:lnTo>
                    <a:pt x="96070" y="33946"/>
                  </a:lnTo>
                  <a:lnTo>
                    <a:pt x="95211" y="34521"/>
                  </a:lnTo>
                  <a:lnTo>
                    <a:pt x="93795" y="33878"/>
                  </a:lnTo>
                  <a:lnTo>
                    <a:pt x="90894" y="36750"/>
                  </a:lnTo>
                  <a:lnTo>
                    <a:pt x="91722" y="37086"/>
                  </a:lnTo>
                  <a:lnTo>
                    <a:pt x="94024" y="35435"/>
                  </a:lnTo>
                  <a:lnTo>
                    <a:pt x="94809" y="35621"/>
                  </a:lnTo>
                  <a:lnTo>
                    <a:pt x="96506" y="37751"/>
                  </a:lnTo>
                  <a:lnTo>
                    <a:pt x="100603" y="40042"/>
                  </a:lnTo>
                  <a:lnTo>
                    <a:pt x="101667" y="41557"/>
                  </a:lnTo>
                  <a:lnTo>
                    <a:pt x="102680" y="46392"/>
                  </a:lnTo>
                  <a:lnTo>
                    <a:pt x="103353" y="47164"/>
                  </a:lnTo>
                  <a:lnTo>
                    <a:pt x="104758" y="46662"/>
                  </a:lnTo>
                  <a:lnTo>
                    <a:pt x="106343" y="44271"/>
                  </a:lnTo>
                  <a:lnTo>
                    <a:pt x="107657" y="42990"/>
                  </a:lnTo>
                  <a:lnTo>
                    <a:pt x="110230" y="41939"/>
                  </a:lnTo>
                  <a:lnTo>
                    <a:pt x="109722" y="43530"/>
                  </a:lnTo>
                  <a:lnTo>
                    <a:pt x="111679" y="43405"/>
                  </a:lnTo>
                  <a:lnTo>
                    <a:pt x="113618" y="45544"/>
                  </a:lnTo>
                  <a:lnTo>
                    <a:pt x="112902" y="47062"/>
                  </a:lnTo>
                  <a:lnTo>
                    <a:pt x="111927" y="50123"/>
                  </a:lnTo>
                  <a:lnTo>
                    <a:pt x="111245" y="56069"/>
                  </a:lnTo>
                  <a:lnTo>
                    <a:pt x="109270" y="60054"/>
                  </a:lnTo>
                  <a:lnTo>
                    <a:pt x="106627" y="63972"/>
                  </a:lnTo>
                  <a:lnTo>
                    <a:pt x="107294" y="64917"/>
                  </a:lnTo>
                  <a:lnTo>
                    <a:pt x="108067" y="65498"/>
                  </a:lnTo>
                  <a:lnTo>
                    <a:pt x="109767" y="64338"/>
                  </a:lnTo>
                  <a:lnTo>
                    <a:pt x="110902" y="64416"/>
                  </a:lnTo>
                  <a:lnTo>
                    <a:pt x="112163" y="65166"/>
                  </a:lnTo>
                  <a:lnTo>
                    <a:pt x="111772" y="68209"/>
                  </a:lnTo>
                  <a:lnTo>
                    <a:pt x="111319" y="70274"/>
                  </a:lnTo>
                  <a:lnTo>
                    <a:pt x="111582" y="72197"/>
                  </a:lnTo>
                  <a:lnTo>
                    <a:pt x="112330" y="75866"/>
                  </a:lnTo>
                  <a:lnTo>
                    <a:pt x="113361" y="76671"/>
                  </a:lnTo>
                  <a:lnTo>
                    <a:pt x="113774" y="81373"/>
                  </a:lnTo>
                  <a:lnTo>
                    <a:pt x="114321" y="83936"/>
                  </a:lnTo>
                  <a:lnTo>
                    <a:pt x="114247" y="85993"/>
                  </a:lnTo>
                  <a:lnTo>
                    <a:pt x="115281" y="87309"/>
                  </a:lnTo>
                  <a:lnTo>
                    <a:pt x="115455" y="89410"/>
                  </a:lnTo>
                  <a:lnTo>
                    <a:pt x="119199" y="90004"/>
                  </a:lnTo>
                  <a:lnTo>
                    <a:pt x="119957" y="90812"/>
                  </a:lnTo>
                  <a:lnTo>
                    <a:pt x="122559" y="91612"/>
                  </a:lnTo>
                  <a:lnTo>
                    <a:pt x="123050" y="92192"/>
                  </a:lnTo>
                  <a:lnTo>
                    <a:pt x="123512" y="93344"/>
                  </a:lnTo>
                  <a:lnTo>
                    <a:pt x="120963" y="95881"/>
                  </a:lnTo>
                  <a:lnTo>
                    <a:pt x="123027" y="97716"/>
                  </a:lnTo>
                  <a:lnTo>
                    <a:pt x="124978" y="100707"/>
                  </a:lnTo>
                  <a:lnTo>
                    <a:pt x="126513" y="100119"/>
                  </a:lnTo>
                  <a:lnTo>
                    <a:pt x="127177" y="100214"/>
                  </a:lnTo>
                  <a:lnTo>
                    <a:pt x="128894" y="102088"/>
                  </a:lnTo>
                  <a:lnTo>
                    <a:pt x="129372" y="103016"/>
                  </a:lnTo>
                  <a:lnTo>
                    <a:pt x="129635" y="103841"/>
                  </a:lnTo>
                  <a:lnTo>
                    <a:pt x="130496" y="103664"/>
                  </a:lnTo>
                  <a:lnTo>
                    <a:pt x="131734" y="102941"/>
                  </a:lnTo>
                  <a:lnTo>
                    <a:pt x="133972" y="103120"/>
                  </a:lnTo>
                  <a:lnTo>
                    <a:pt x="136358" y="104177"/>
                  </a:lnTo>
                  <a:lnTo>
                    <a:pt x="136157" y="105790"/>
                  </a:lnTo>
                  <a:lnTo>
                    <a:pt x="135797" y="106906"/>
                  </a:lnTo>
                  <a:lnTo>
                    <a:pt x="137665" y="106538"/>
                  </a:lnTo>
                  <a:lnTo>
                    <a:pt x="138829" y="107686"/>
                  </a:lnTo>
                  <a:lnTo>
                    <a:pt x="139236" y="107134"/>
                  </a:lnTo>
                  <a:lnTo>
                    <a:pt x="139524" y="106421"/>
                  </a:lnTo>
                  <a:lnTo>
                    <a:pt x="141842" y="104464"/>
                  </a:lnTo>
                  <a:lnTo>
                    <a:pt x="144820" y="100407"/>
                  </a:lnTo>
                  <a:lnTo>
                    <a:pt x="145183" y="100909"/>
                  </a:lnTo>
                  <a:lnTo>
                    <a:pt x="145318" y="102447"/>
                  </a:lnTo>
                  <a:lnTo>
                    <a:pt x="145709" y="104956"/>
                  </a:lnTo>
                  <a:lnTo>
                    <a:pt x="146853" y="106688"/>
                  </a:lnTo>
                  <a:lnTo>
                    <a:pt x="148211" y="107085"/>
                  </a:lnTo>
                  <a:lnTo>
                    <a:pt x="150080" y="105760"/>
                  </a:lnTo>
                  <a:lnTo>
                    <a:pt x="150814" y="106904"/>
                  </a:lnTo>
                  <a:lnTo>
                    <a:pt x="151690" y="109109"/>
                  </a:lnTo>
                  <a:lnTo>
                    <a:pt x="152524" y="111994"/>
                  </a:lnTo>
                  <a:lnTo>
                    <a:pt x="152468" y="113028"/>
                  </a:lnTo>
                  <a:lnTo>
                    <a:pt x="151399" y="113928"/>
                  </a:lnTo>
                  <a:lnTo>
                    <a:pt x="150436" y="115225"/>
                  </a:lnTo>
                  <a:lnTo>
                    <a:pt x="154458" y="115759"/>
                  </a:lnTo>
                  <a:lnTo>
                    <a:pt x="154866" y="116304"/>
                  </a:lnTo>
                  <a:lnTo>
                    <a:pt x="155312" y="117440"/>
                  </a:lnTo>
                  <a:lnTo>
                    <a:pt x="154902" y="118590"/>
                  </a:lnTo>
                  <a:lnTo>
                    <a:pt x="154523" y="119162"/>
                  </a:lnTo>
                  <a:lnTo>
                    <a:pt x="153793" y="118493"/>
                  </a:lnTo>
                  <a:lnTo>
                    <a:pt x="152448" y="119102"/>
                  </a:lnTo>
                  <a:lnTo>
                    <a:pt x="151273" y="120592"/>
                  </a:lnTo>
                  <a:lnTo>
                    <a:pt x="150016" y="121420"/>
                  </a:lnTo>
                  <a:lnTo>
                    <a:pt x="149212" y="121516"/>
                  </a:lnTo>
                  <a:lnTo>
                    <a:pt x="148319" y="122204"/>
                  </a:lnTo>
                  <a:lnTo>
                    <a:pt x="147503" y="123269"/>
                  </a:lnTo>
                  <a:lnTo>
                    <a:pt x="146655" y="123566"/>
                  </a:lnTo>
                  <a:lnTo>
                    <a:pt x="144010" y="126224"/>
                  </a:lnTo>
                  <a:lnTo>
                    <a:pt x="141306" y="127938"/>
                  </a:lnTo>
                  <a:lnTo>
                    <a:pt x="138478" y="130681"/>
                  </a:lnTo>
                  <a:lnTo>
                    <a:pt x="135593" y="132410"/>
                  </a:lnTo>
                  <a:lnTo>
                    <a:pt x="132598" y="134488"/>
                  </a:lnTo>
                  <a:lnTo>
                    <a:pt x="131946" y="134673"/>
                  </a:lnTo>
                  <a:lnTo>
                    <a:pt x="131191" y="134591"/>
                  </a:lnTo>
                  <a:lnTo>
                    <a:pt x="129481" y="136622"/>
                  </a:lnTo>
                  <a:lnTo>
                    <a:pt x="128635" y="136346"/>
                  </a:lnTo>
                  <a:lnTo>
                    <a:pt x="127772" y="136700"/>
                  </a:lnTo>
                  <a:lnTo>
                    <a:pt x="126778" y="136253"/>
                  </a:lnTo>
                  <a:lnTo>
                    <a:pt x="126101" y="135422"/>
                  </a:lnTo>
                  <a:lnTo>
                    <a:pt x="126620" y="137567"/>
                  </a:lnTo>
                  <a:lnTo>
                    <a:pt x="126773" y="139542"/>
                  </a:lnTo>
                  <a:lnTo>
                    <a:pt x="126513" y="140408"/>
                  </a:lnTo>
                  <a:lnTo>
                    <a:pt x="126035" y="141427"/>
                  </a:lnTo>
                  <a:lnTo>
                    <a:pt x="124316" y="141236"/>
                  </a:lnTo>
                  <a:lnTo>
                    <a:pt x="123640" y="140520"/>
                  </a:lnTo>
                  <a:lnTo>
                    <a:pt x="122838" y="139466"/>
                  </a:lnTo>
                  <a:lnTo>
                    <a:pt x="122471" y="137766"/>
                  </a:lnTo>
                  <a:lnTo>
                    <a:pt x="121607" y="136553"/>
                  </a:lnTo>
                  <a:lnTo>
                    <a:pt x="121094" y="138238"/>
                  </a:lnTo>
                  <a:lnTo>
                    <a:pt x="121097" y="139493"/>
                  </a:lnTo>
                  <a:lnTo>
                    <a:pt x="120458" y="141206"/>
                  </a:lnTo>
                  <a:lnTo>
                    <a:pt x="119708" y="138274"/>
                  </a:lnTo>
                  <a:lnTo>
                    <a:pt x="118355" y="139347"/>
                  </a:lnTo>
                  <a:lnTo>
                    <a:pt x="117760" y="142464"/>
                  </a:lnTo>
                  <a:lnTo>
                    <a:pt x="118058" y="143354"/>
                  </a:lnTo>
                  <a:lnTo>
                    <a:pt x="118473" y="145738"/>
                  </a:lnTo>
                  <a:lnTo>
                    <a:pt x="117805" y="146981"/>
                  </a:lnTo>
                  <a:lnTo>
                    <a:pt x="117309" y="146640"/>
                  </a:lnTo>
                  <a:lnTo>
                    <a:pt x="116280" y="150138"/>
                  </a:lnTo>
                  <a:lnTo>
                    <a:pt x="115035" y="151412"/>
                  </a:lnTo>
                  <a:lnTo>
                    <a:pt x="113750" y="154979"/>
                  </a:lnTo>
                  <a:lnTo>
                    <a:pt x="112228" y="157697"/>
                  </a:lnTo>
                  <a:lnTo>
                    <a:pt x="111811" y="159514"/>
                  </a:lnTo>
                  <a:lnTo>
                    <a:pt x="109263" y="163671"/>
                  </a:lnTo>
                  <a:lnTo>
                    <a:pt x="108294" y="163547"/>
                  </a:lnTo>
                  <a:lnTo>
                    <a:pt x="107581" y="163684"/>
                  </a:lnTo>
                  <a:lnTo>
                    <a:pt x="106506" y="165417"/>
                  </a:lnTo>
                  <a:lnTo>
                    <a:pt x="106339" y="168918"/>
                  </a:lnTo>
                  <a:lnTo>
                    <a:pt x="105864" y="168455"/>
                  </a:lnTo>
                  <a:lnTo>
                    <a:pt x="105382" y="168569"/>
                  </a:lnTo>
                  <a:lnTo>
                    <a:pt x="105133" y="169668"/>
                  </a:lnTo>
                  <a:lnTo>
                    <a:pt x="104779" y="169850"/>
                  </a:lnTo>
                  <a:lnTo>
                    <a:pt x="103839" y="168810"/>
                  </a:lnTo>
                  <a:lnTo>
                    <a:pt x="102732" y="169378"/>
                  </a:lnTo>
                  <a:lnTo>
                    <a:pt x="101867" y="168589"/>
                  </a:lnTo>
                  <a:lnTo>
                    <a:pt x="100763" y="163459"/>
                  </a:lnTo>
                  <a:lnTo>
                    <a:pt x="100177" y="161661"/>
                  </a:lnTo>
                  <a:lnTo>
                    <a:pt x="99138" y="161081"/>
                  </a:lnTo>
                  <a:lnTo>
                    <a:pt x="98869" y="162166"/>
                  </a:lnTo>
                  <a:lnTo>
                    <a:pt x="98466" y="163228"/>
                  </a:lnTo>
                  <a:lnTo>
                    <a:pt x="97465" y="161111"/>
                  </a:lnTo>
                  <a:lnTo>
                    <a:pt x="96707" y="153255"/>
                  </a:lnTo>
                  <a:lnTo>
                    <a:pt x="96701" y="151359"/>
                  </a:lnTo>
                  <a:lnTo>
                    <a:pt x="97762" y="144751"/>
                  </a:lnTo>
                  <a:lnTo>
                    <a:pt x="100392" y="138802"/>
                  </a:lnTo>
                  <a:lnTo>
                    <a:pt x="99552" y="138603"/>
                  </a:lnTo>
                  <a:lnTo>
                    <a:pt x="97231" y="142728"/>
                  </a:lnTo>
                  <a:lnTo>
                    <a:pt x="97470" y="141730"/>
                  </a:lnTo>
                  <a:lnTo>
                    <a:pt x="97864" y="140689"/>
                  </a:lnTo>
                  <a:lnTo>
                    <a:pt x="98647" y="139011"/>
                  </a:lnTo>
                  <a:lnTo>
                    <a:pt x="99835" y="137434"/>
                  </a:lnTo>
                  <a:lnTo>
                    <a:pt x="101417" y="136515"/>
                  </a:lnTo>
                  <a:lnTo>
                    <a:pt x="102506" y="136375"/>
                  </a:lnTo>
                  <a:lnTo>
                    <a:pt x="103256" y="135504"/>
                  </a:lnTo>
                  <a:lnTo>
                    <a:pt x="104343" y="133960"/>
                  </a:lnTo>
                  <a:lnTo>
                    <a:pt x="104545" y="133140"/>
                  </a:lnTo>
                  <a:lnTo>
                    <a:pt x="103581" y="134083"/>
                  </a:lnTo>
                  <a:lnTo>
                    <a:pt x="101979" y="135010"/>
                  </a:lnTo>
                  <a:lnTo>
                    <a:pt x="102390" y="133794"/>
                  </a:lnTo>
                  <a:lnTo>
                    <a:pt x="102791" y="133143"/>
                  </a:lnTo>
                  <a:lnTo>
                    <a:pt x="111351" y="122491"/>
                  </a:lnTo>
                  <a:lnTo>
                    <a:pt x="113073" y="120735"/>
                  </a:lnTo>
                  <a:lnTo>
                    <a:pt x="116507" y="118494"/>
                  </a:lnTo>
                  <a:lnTo>
                    <a:pt x="116983" y="117027"/>
                  </a:lnTo>
                  <a:lnTo>
                    <a:pt x="116515" y="116089"/>
                  </a:lnTo>
                  <a:lnTo>
                    <a:pt x="117848" y="116920"/>
                  </a:lnTo>
                  <a:lnTo>
                    <a:pt x="117738" y="118135"/>
                  </a:lnTo>
                  <a:lnTo>
                    <a:pt x="117529" y="119021"/>
                  </a:lnTo>
                  <a:lnTo>
                    <a:pt x="117451" y="120527"/>
                  </a:lnTo>
                  <a:lnTo>
                    <a:pt x="117581" y="121976"/>
                  </a:lnTo>
                  <a:lnTo>
                    <a:pt x="118935" y="122683"/>
                  </a:lnTo>
                  <a:lnTo>
                    <a:pt x="120065" y="125380"/>
                  </a:lnTo>
                  <a:lnTo>
                    <a:pt x="119529" y="121716"/>
                  </a:lnTo>
                  <a:lnTo>
                    <a:pt x="120546" y="119646"/>
                  </a:lnTo>
                  <a:lnTo>
                    <a:pt x="124462" y="116874"/>
                  </a:lnTo>
                  <a:lnTo>
                    <a:pt x="127733" y="116573"/>
                  </a:lnTo>
                  <a:lnTo>
                    <a:pt x="128780" y="115281"/>
                  </a:lnTo>
                  <a:lnTo>
                    <a:pt x="125982" y="114414"/>
                  </a:lnTo>
                  <a:lnTo>
                    <a:pt x="122666" y="114886"/>
                  </a:lnTo>
                  <a:lnTo>
                    <a:pt x="120614" y="113919"/>
                  </a:lnTo>
                  <a:lnTo>
                    <a:pt x="117784" y="114550"/>
                  </a:lnTo>
                  <a:lnTo>
                    <a:pt x="114788" y="113944"/>
                  </a:lnTo>
                  <a:lnTo>
                    <a:pt x="113870" y="114744"/>
                  </a:lnTo>
                  <a:lnTo>
                    <a:pt x="113125" y="116476"/>
                  </a:lnTo>
                  <a:lnTo>
                    <a:pt x="112157" y="115711"/>
                  </a:lnTo>
                  <a:lnTo>
                    <a:pt x="111689" y="115583"/>
                  </a:lnTo>
                  <a:lnTo>
                    <a:pt x="111238" y="114985"/>
                  </a:lnTo>
                  <a:lnTo>
                    <a:pt x="112208" y="112009"/>
                  </a:lnTo>
                  <a:lnTo>
                    <a:pt x="115244" y="107578"/>
                  </a:lnTo>
                  <a:lnTo>
                    <a:pt x="117095" y="103726"/>
                  </a:lnTo>
                  <a:lnTo>
                    <a:pt x="117617" y="102918"/>
                  </a:lnTo>
                  <a:lnTo>
                    <a:pt x="118031" y="101367"/>
                  </a:lnTo>
                  <a:lnTo>
                    <a:pt x="117016" y="101626"/>
                  </a:lnTo>
                  <a:lnTo>
                    <a:pt x="116128" y="102234"/>
                  </a:lnTo>
                  <a:lnTo>
                    <a:pt x="115514" y="100453"/>
                  </a:lnTo>
                  <a:lnTo>
                    <a:pt x="114419" y="98088"/>
                  </a:lnTo>
                  <a:lnTo>
                    <a:pt x="114313" y="99073"/>
                  </a:lnTo>
                  <a:lnTo>
                    <a:pt x="114863" y="102017"/>
                  </a:lnTo>
                  <a:lnTo>
                    <a:pt x="112763" y="107196"/>
                  </a:lnTo>
                  <a:lnTo>
                    <a:pt x="111408" y="107564"/>
                  </a:lnTo>
                  <a:lnTo>
                    <a:pt x="109598" y="109979"/>
                  </a:lnTo>
                  <a:lnTo>
                    <a:pt x="107042" y="112081"/>
                  </a:lnTo>
                  <a:lnTo>
                    <a:pt x="104059" y="116094"/>
                  </a:lnTo>
                  <a:lnTo>
                    <a:pt x="100205" y="119474"/>
                  </a:lnTo>
                  <a:lnTo>
                    <a:pt x="99397" y="119487"/>
                  </a:lnTo>
                  <a:lnTo>
                    <a:pt x="97647" y="116705"/>
                  </a:lnTo>
                  <a:lnTo>
                    <a:pt x="98136" y="115439"/>
                  </a:lnTo>
                  <a:lnTo>
                    <a:pt x="98591" y="113721"/>
                  </a:lnTo>
                  <a:lnTo>
                    <a:pt x="98156" y="114216"/>
                  </a:lnTo>
                  <a:lnTo>
                    <a:pt x="97874" y="114961"/>
                  </a:lnTo>
                  <a:lnTo>
                    <a:pt x="96818" y="116156"/>
                  </a:lnTo>
                  <a:lnTo>
                    <a:pt x="97674" y="118468"/>
                  </a:lnTo>
                  <a:lnTo>
                    <a:pt x="97261" y="119336"/>
                  </a:lnTo>
                  <a:lnTo>
                    <a:pt x="96036" y="120475"/>
                  </a:lnTo>
                  <a:lnTo>
                    <a:pt x="94896" y="122124"/>
                  </a:lnTo>
                  <a:lnTo>
                    <a:pt x="93898" y="123227"/>
                  </a:lnTo>
                  <a:lnTo>
                    <a:pt x="93091" y="121824"/>
                  </a:lnTo>
                  <a:lnTo>
                    <a:pt x="90863" y="123596"/>
                  </a:lnTo>
                  <a:lnTo>
                    <a:pt x="88986" y="124072"/>
                  </a:lnTo>
                  <a:lnTo>
                    <a:pt x="88580" y="123175"/>
                  </a:lnTo>
                  <a:lnTo>
                    <a:pt x="88461" y="121758"/>
                  </a:lnTo>
                  <a:lnTo>
                    <a:pt x="87804" y="121416"/>
                  </a:lnTo>
                  <a:lnTo>
                    <a:pt x="86583" y="121807"/>
                  </a:lnTo>
                  <a:lnTo>
                    <a:pt x="86120" y="121054"/>
                  </a:lnTo>
                  <a:lnTo>
                    <a:pt x="85596" y="120683"/>
                  </a:lnTo>
                  <a:lnTo>
                    <a:pt x="85116" y="120371"/>
                  </a:lnTo>
                  <a:lnTo>
                    <a:pt x="84703" y="120128"/>
                  </a:lnTo>
                  <a:lnTo>
                    <a:pt x="84464" y="120543"/>
                  </a:lnTo>
                  <a:lnTo>
                    <a:pt x="84237" y="121099"/>
                  </a:lnTo>
                  <a:lnTo>
                    <a:pt x="83957" y="121516"/>
                  </a:lnTo>
                  <a:lnTo>
                    <a:pt x="83371" y="120926"/>
                  </a:lnTo>
                  <a:lnTo>
                    <a:pt x="82997" y="119851"/>
                  </a:lnTo>
                  <a:lnTo>
                    <a:pt x="82398" y="118742"/>
                  </a:lnTo>
                  <a:lnTo>
                    <a:pt x="82171" y="117909"/>
                  </a:lnTo>
                  <a:lnTo>
                    <a:pt x="82292" y="116939"/>
                  </a:lnTo>
                  <a:lnTo>
                    <a:pt x="82558" y="116003"/>
                  </a:lnTo>
                  <a:lnTo>
                    <a:pt x="82678" y="114893"/>
                  </a:lnTo>
                  <a:lnTo>
                    <a:pt x="82385" y="113613"/>
                  </a:lnTo>
                  <a:lnTo>
                    <a:pt x="82118" y="112885"/>
                  </a:lnTo>
                  <a:lnTo>
                    <a:pt x="81932" y="112052"/>
                  </a:lnTo>
                  <a:lnTo>
                    <a:pt x="81998" y="111256"/>
                  </a:lnTo>
                  <a:lnTo>
                    <a:pt x="82372" y="110873"/>
                  </a:lnTo>
                  <a:lnTo>
                    <a:pt x="82718" y="110387"/>
                  </a:lnTo>
                  <a:lnTo>
                    <a:pt x="82838" y="109348"/>
                  </a:lnTo>
                  <a:lnTo>
                    <a:pt x="82624" y="108239"/>
                  </a:lnTo>
                  <a:lnTo>
                    <a:pt x="82012" y="107787"/>
                  </a:lnTo>
                  <a:lnTo>
                    <a:pt x="81505" y="107960"/>
                  </a:lnTo>
                  <a:lnTo>
                    <a:pt x="80773" y="107718"/>
                  </a:lnTo>
                  <a:lnTo>
                    <a:pt x="80067" y="107025"/>
                  </a:lnTo>
                  <a:lnTo>
                    <a:pt x="79600" y="106227"/>
                  </a:lnTo>
                  <a:lnTo>
                    <a:pt x="79241" y="105776"/>
                  </a:lnTo>
                  <a:lnTo>
                    <a:pt x="78961" y="105776"/>
                  </a:lnTo>
                  <a:lnTo>
                    <a:pt x="78627" y="105326"/>
                  </a:lnTo>
                  <a:lnTo>
                    <a:pt x="78428" y="104562"/>
                  </a:lnTo>
                  <a:lnTo>
                    <a:pt x="78454" y="103314"/>
                  </a:lnTo>
                  <a:lnTo>
                    <a:pt x="78547" y="102553"/>
                  </a:lnTo>
                  <a:lnTo>
                    <a:pt x="78734" y="101893"/>
                  </a:lnTo>
                  <a:lnTo>
                    <a:pt x="78747" y="101165"/>
                  </a:lnTo>
                  <a:lnTo>
                    <a:pt x="78667" y="100644"/>
                  </a:lnTo>
                  <a:lnTo>
                    <a:pt x="78654" y="100230"/>
                  </a:lnTo>
                  <a:lnTo>
                    <a:pt x="78707" y="99709"/>
                  </a:lnTo>
                  <a:lnTo>
                    <a:pt x="78827" y="98669"/>
                  </a:lnTo>
                  <a:lnTo>
                    <a:pt x="78627" y="97907"/>
                  </a:lnTo>
                  <a:lnTo>
                    <a:pt x="78607" y="95266"/>
                  </a:lnTo>
                  <a:lnTo>
                    <a:pt x="78567" y="90326"/>
                  </a:lnTo>
                  <a:lnTo>
                    <a:pt x="78538" y="86542"/>
                  </a:lnTo>
                  <a:lnTo>
                    <a:pt x="78501" y="81785"/>
                  </a:lnTo>
                  <a:lnTo>
                    <a:pt x="78479" y="78320"/>
                  </a:lnTo>
                  <a:lnTo>
                    <a:pt x="78449" y="73467"/>
                  </a:lnTo>
                  <a:lnTo>
                    <a:pt x="78421" y="68861"/>
                  </a:lnTo>
                  <a:lnTo>
                    <a:pt x="78376" y="64515"/>
                  </a:lnTo>
                  <a:lnTo>
                    <a:pt x="76922" y="62009"/>
                  </a:lnTo>
                  <a:lnTo>
                    <a:pt x="75083" y="58841"/>
                  </a:lnTo>
                  <a:lnTo>
                    <a:pt x="73508" y="56740"/>
                  </a:lnTo>
                  <a:lnTo>
                    <a:pt x="72652" y="56488"/>
                  </a:lnTo>
                  <a:lnTo>
                    <a:pt x="72117" y="56782"/>
                  </a:lnTo>
                  <a:lnTo>
                    <a:pt x="71902" y="57620"/>
                  </a:lnTo>
                  <a:lnTo>
                    <a:pt x="70727" y="58518"/>
                  </a:lnTo>
                  <a:lnTo>
                    <a:pt x="68590" y="59473"/>
                  </a:lnTo>
                  <a:lnTo>
                    <a:pt x="66772" y="60955"/>
                  </a:lnTo>
                  <a:lnTo>
                    <a:pt x="66105" y="60969"/>
                  </a:lnTo>
                  <a:lnTo>
                    <a:pt x="65540" y="60721"/>
                  </a:lnTo>
                  <a:lnTo>
                    <a:pt x="64791" y="59976"/>
                  </a:lnTo>
                  <a:lnTo>
                    <a:pt x="64275" y="58877"/>
                  </a:lnTo>
                  <a:lnTo>
                    <a:pt x="64097" y="56971"/>
                  </a:lnTo>
                  <a:lnTo>
                    <a:pt x="64257" y="54357"/>
                  </a:lnTo>
                  <a:lnTo>
                    <a:pt x="63165" y="53820"/>
                  </a:lnTo>
                  <a:lnTo>
                    <a:pt x="62069" y="53282"/>
                  </a:lnTo>
                  <a:lnTo>
                    <a:pt x="61396" y="55084"/>
                  </a:lnTo>
                  <a:lnTo>
                    <a:pt x="60751" y="56602"/>
                  </a:lnTo>
                  <a:lnTo>
                    <a:pt x="59473" y="59910"/>
                  </a:lnTo>
                  <a:lnTo>
                    <a:pt x="57675" y="64559"/>
                  </a:lnTo>
                  <a:lnTo>
                    <a:pt x="56679" y="67114"/>
                  </a:lnTo>
                  <a:lnTo>
                    <a:pt x="54928" y="71604"/>
                  </a:lnTo>
                  <a:lnTo>
                    <a:pt x="53383" y="75563"/>
                  </a:lnTo>
                  <a:lnTo>
                    <a:pt x="53037" y="79626"/>
                  </a:lnTo>
                  <a:lnTo>
                    <a:pt x="52708" y="83478"/>
                  </a:lnTo>
                  <a:lnTo>
                    <a:pt x="51431" y="86410"/>
                  </a:lnTo>
                  <a:lnTo>
                    <a:pt x="50652" y="89098"/>
                  </a:lnTo>
                  <a:lnTo>
                    <a:pt x="50304" y="92079"/>
                  </a:lnTo>
                  <a:lnTo>
                    <a:pt x="50014" y="94816"/>
                  </a:lnTo>
                  <a:lnTo>
                    <a:pt x="49991" y="97107"/>
                  </a:lnTo>
                  <a:lnTo>
                    <a:pt x="50210" y="98309"/>
                  </a:lnTo>
                  <a:lnTo>
                    <a:pt x="50107" y="99286"/>
                  </a:lnTo>
                  <a:lnTo>
                    <a:pt x="49685" y="100410"/>
                  </a:lnTo>
                  <a:lnTo>
                    <a:pt x="48840" y="102365"/>
                  </a:lnTo>
                  <a:lnTo>
                    <a:pt x="48689" y="104246"/>
                  </a:lnTo>
                  <a:lnTo>
                    <a:pt x="48173" y="105174"/>
                  </a:lnTo>
                  <a:lnTo>
                    <a:pt x="46699" y="107031"/>
                  </a:lnTo>
                  <a:lnTo>
                    <a:pt x="45497" y="109768"/>
                  </a:lnTo>
                  <a:lnTo>
                    <a:pt x="45438" y="111318"/>
                  </a:lnTo>
                  <a:lnTo>
                    <a:pt x="45612" y="112605"/>
                  </a:lnTo>
                  <a:lnTo>
                    <a:pt x="45638" y="113404"/>
                  </a:lnTo>
                  <a:lnTo>
                    <a:pt x="45398" y="113961"/>
                  </a:lnTo>
                  <a:lnTo>
                    <a:pt x="44917" y="113925"/>
                  </a:lnTo>
                  <a:lnTo>
                    <a:pt x="44396" y="114100"/>
                  </a:lnTo>
                  <a:lnTo>
                    <a:pt x="43958" y="115241"/>
                  </a:lnTo>
                  <a:lnTo>
                    <a:pt x="43969" y="116880"/>
                  </a:lnTo>
                  <a:lnTo>
                    <a:pt x="43648" y="118062"/>
                  </a:lnTo>
                  <a:lnTo>
                    <a:pt x="43274" y="118305"/>
                  </a:lnTo>
                  <a:lnTo>
                    <a:pt x="42953" y="117470"/>
                  </a:lnTo>
                  <a:lnTo>
                    <a:pt x="42568" y="116218"/>
                  </a:lnTo>
                  <a:lnTo>
                    <a:pt x="42117" y="116095"/>
                  </a:lnTo>
                  <a:lnTo>
                    <a:pt x="41431" y="116926"/>
                  </a:lnTo>
                  <a:lnTo>
                    <a:pt x="40586" y="118294"/>
                  </a:lnTo>
                  <a:lnTo>
                    <a:pt x="39826" y="118367"/>
                  </a:lnTo>
                  <a:lnTo>
                    <a:pt x="38399" y="117489"/>
                  </a:lnTo>
                  <a:lnTo>
                    <a:pt x="37357" y="120141"/>
                  </a:lnTo>
                  <a:lnTo>
                    <a:pt x="36239" y="125837"/>
                  </a:lnTo>
                  <a:lnTo>
                    <a:pt x="31514" y="125851"/>
                  </a:lnTo>
                  <a:lnTo>
                    <a:pt x="26789" y="125866"/>
                  </a:lnTo>
                  <a:lnTo>
                    <a:pt x="22063" y="125880"/>
                  </a:lnTo>
                  <a:lnTo>
                    <a:pt x="17338" y="125895"/>
                  </a:lnTo>
                  <a:lnTo>
                    <a:pt x="12613" y="125908"/>
                  </a:lnTo>
                  <a:lnTo>
                    <a:pt x="7887" y="125922"/>
                  </a:lnTo>
                  <a:lnTo>
                    <a:pt x="3162" y="125936"/>
                  </a:lnTo>
                  <a:lnTo>
                    <a:pt x="518" y="1259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1735196" y="2174944"/>
              <a:ext cx="1901" cy="3432"/>
            </a:xfrm>
            <a:custGeom>
              <a:avLst/>
              <a:pathLst>
                <a:path w="1901" h="3432">
                  <a:moveTo>
                    <a:pt x="1582" y="761"/>
                  </a:moveTo>
                  <a:lnTo>
                    <a:pt x="1901" y="3432"/>
                  </a:lnTo>
                  <a:lnTo>
                    <a:pt x="506" y="3003"/>
                  </a:lnTo>
                  <a:lnTo>
                    <a:pt x="20" y="2485"/>
                  </a:lnTo>
                  <a:lnTo>
                    <a:pt x="0" y="1203"/>
                  </a:lnTo>
                  <a:lnTo>
                    <a:pt x="259" y="0"/>
                  </a:lnTo>
                  <a:lnTo>
                    <a:pt x="1319" y="4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545611" y="2167507"/>
              <a:ext cx="3700" cy="3999"/>
            </a:xfrm>
            <a:custGeom>
              <a:avLst/>
              <a:pathLst>
                <a:path w="3700" h="3999">
                  <a:moveTo>
                    <a:pt x="3510" y="1259"/>
                  </a:moveTo>
                  <a:lnTo>
                    <a:pt x="1758" y="2979"/>
                  </a:lnTo>
                  <a:lnTo>
                    <a:pt x="1359" y="3656"/>
                  </a:lnTo>
                  <a:lnTo>
                    <a:pt x="874" y="3999"/>
                  </a:lnTo>
                  <a:lnTo>
                    <a:pt x="511" y="3458"/>
                  </a:lnTo>
                  <a:lnTo>
                    <a:pt x="0" y="1637"/>
                  </a:lnTo>
                  <a:lnTo>
                    <a:pt x="92" y="1031"/>
                  </a:lnTo>
                  <a:lnTo>
                    <a:pt x="573" y="949"/>
                  </a:lnTo>
                  <a:lnTo>
                    <a:pt x="849" y="1190"/>
                  </a:lnTo>
                  <a:lnTo>
                    <a:pt x="919" y="1755"/>
                  </a:lnTo>
                  <a:lnTo>
                    <a:pt x="1129" y="2043"/>
                  </a:lnTo>
                  <a:lnTo>
                    <a:pt x="1481" y="2048"/>
                  </a:lnTo>
                  <a:lnTo>
                    <a:pt x="2780" y="278"/>
                  </a:lnTo>
                  <a:lnTo>
                    <a:pt x="3456" y="0"/>
                  </a:lnTo>
                  <a:lnTo>
                    <a:pt x="3700" y="34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552138" y="2163970"/>
              <a:ext cx="3498" cy="4850"/>
            </a:xfrm>
            <a:custGeom>
              <a:avLst/>
              <a:pathLst>
                <a:path w="3498" h="4850">
                  <a:moveTo>
                    <a:pt x="2215" y="199"/>
                  </a:moveTo>
                  <a:lnTo>
                    <a:pt x="3052" y="2118"/>
                  </a:lnTo>
                  <a:lnTo>
                    <a:pt x="3498" y="2636"/>
                  </a:lnTo>
                  <a:lnTo>
                    <a:pt x="572" y="4713"/>
                  </a:lnTo>
                  <a:lnTo>
                    <a:pt x="221" y="4850"/>
                  </a:lnTo>
                  <a:lnTo>
                    <a:pt x="29" y="4604"/>
                  </a:lnTo>
                  <a:lnTo>
                    <a:pt x="0" y="2669"/>
                  </a:lnTo>
                  <a:lnTo>
                    <a:pt x="126" y="1173"/>
                  </a:lnTo>
                  <a:lnTo>
                    <a:pt x="338" y="950"/>
                  </a:lnTo>
                  <a:lnTo>
                    <a:pt x="1015" y="1851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1753155" y="2163263"/>
              <a:ext cx="5792" cy="7823"/>
            </a:xfrm>
            <a:custGeom>
              <a:avLst/>
              <a:pathLst>
                <a:path w="5792" h="7823">
                  <a:moveTo>
                    <a:pt x="5634" y="7208"/>
                  </a:moveTo>
                  <a:lnTo>
                    <a:pt x="5792" y="7823"/>
                  </a:lnTo>
                  <a:lnTo>
                    <a:pt x="3265" y="5523"/>
                  </a:lnTo>
                  <a:lnTo>
                    <a:pt x="2187" y="4162"/>
                  </a:lnTo>
                  <a:lnTo>
                    <a:pt x="1770" y="3180"/>
                  </a:lnTo>
                  <a:lnTo>
                    <a:pt x="1499" y="2623"/>
                  </a:lnTo>
                  <a:lnTo>
                    <a:pt x="214" y="1164"/>
                  </a:lnTo>
                  <a:lnTo>
                    <a:pt x="0" y="495"/>
                  </a:lnTo>
                  <a:lnTo>
                    <a:pt x="301" y="0"/>
                  </a:lnTo>
                  <a:lnTo>
                    <a:pt x="1166" y="300"/>
                  </a:lnTo>
                  <a:lnTo>
                    <a:pt x="2593" y="1398"/>
                  </a:lnTo>
                  <a:lnTo>
                    <a:pt x="3869" y="31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1727022" y="2160389"/>
              <a:ext cx="3696" cy="8007"/>
            </a:xfrm>
            <a:custGeom>
              <a:avLst/>
              <a:pathLst>
                <a:path w="3696" h="8007">
                  <a:moveTo>
                    <a:pt x="3520" y="7876"/>
                  </a:moveTo>
                  <a:lnTo>
                    <a:pt x="3075" y="8007"/>
                  </a:lnTo>
                  <a:lnTo>
                    <a:pt x="2360" y="7649"/>
                  </a:lnTo>
                  <a:lnTo>
                    <a:pt x="1556" y="6804"/>
                  </a:lnTo>
                  <a:lnTo>
                    <a:pt x="144" y="4547"/>
                  </a:lnTo>
                  <a:lnTo>
                    <a:pt x="0" y="4038"/>
                  </a:lnTo>
                  <a:lnTo>
                    <a:pt x="127" y="3601"/>
                  </a:lnTo>
                  <a:lnTo>
                    <a:pt x="526" y="3237"/>
                  </a:lnTo>
                  <a:lnTo>
                    <a:pt x="617" y="2643"/>
                  </a:lnTo>
                  <a:lnTo>
                    <a:pt x="288" y="1022"/>
                  </a:lnTo>
                  <a:lnTo>
                    <a:pt x="1421" y="0"/>
                  </a:lnTo>
                  <a:lnTo>
                    <a:pt x="2420" y="848"/>
                  </a:lnTo>
                  <a:lnTo>
                    <a:pt x="2874" y="1887"/>
                  </a:lnTo>
                  <a:lnTo>
                    <a:pt x="3422" y="3739"/>
                  </a:lnTo>
                  <a:lnTo>
                    <a:pt x="3668" y="5827"/>
                  </a:lnTo>
                  <a:lnTo>
                    <a:pt x="3696" y="72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436353" y="2158261"/>
              <a:ext cx="31670" cy="25568"/>
            </a:xfrm>
            <a:custGeom>
              <a:avLst/>
              <a:pathLst>
                <a:path w="31670" h="25568">
                  <a:moveTo>
                    <a:pt x="30478" y="25131"/>
                  </a:moveTo>
                  <a:lnTo>
                    <a:pt x="25727" y="25568"/>
                  </a:lnTo>
                  <a:lnTo>
                    <a:pt x="21945" y="23743"/>
                  </a:lnTo>
                  <a:lnTo>
                    <a:pt x="19140" y="22861"/>
                  </a:lnTo>
                  <a:lnTo>
                    <a:pt x="16393" y="21258"/>
                  </a:lnTo>
                  <a:lnTo>
                    <a:pt x="10439" y="16106"/>
                  </a:lnTo>
                  <a:lnTo>
                    <a:pt x="9757" y="14315"/>
                  </a:lnTo>
                  <a:lnTo>
                    <a:pt x="9186" y="12116"/>
                  </a:lnTo>
                  <a:lnTo>
                    <a:pt x="8046" y="10117"/>
                  </a:lnTo>
                  <a:lnTo>
                    <a:pt x="6816" y="8470"/>
                  </a:lnTo>
                  <a:lnTo>
                    <a:pt x="512" y="3446"/>
                  </a:lnTo>
                  <a:lnTo>
                    <a:pt x="0" y="1696"/>
                  </a:lnTo>
                  <a:lnTo>
                    <a:pt x="1274" y="545"/>
                  </a:lnTo>
                  <a:lnTo>
                    <a:pt x="2741" y="0"/>
                  </a:lnTo>
                  <a:lnTo>
                    <a:pt x="4017" y="80"/>
                  </a:lnTo>
                  <a:lnTo>
                    <a:pt x="8233" y="2043"/>
                  </a:lnTo>
                  <a:lnTo>
                    <a:pt x="13549" y="3768"/>
                  </a:lnTo>
                  <a:lnTo>
                    <a:pt x="15856" y="5072"/>
                  </a:lnTo>
                  <a:lnTo>
                    <a:pt x="18471" y="7059"/>
                  </a:lnTo>
                  <a:lnTo>
                    <a:pt x="21027" y="9469"/>
                  </a:lnTo>
                  <a:lnTo>
                    <a:pt x="26710" y="15876"/>
                  </a:lnTo>
                  <a:lnTo>
                    <a:pt x="27731" y="16387"/>
                  </a:lnTo>
                  <a:lnTo>
                    <a:pt x="30297" y="19527"/>
                  </a:lnTo>
                  <a:lnTo>
                    <a:pt x="31220" y="21884"/>
                  </a:lnTo>
                  <a:lnTo>
                    <a:pt x="31670" y="23797"/>
                  </a:lnTo>
                  <a:lnTo>
                    <a:pt x="31110" y="247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1748885" y="2150201"/>
              <a:ext cx="1345" cy="5803"/>
            </a:xfrm>
            <a:custGeom>
              <a:avLst/>
              <a:pathLst>
                <a:path w="1345" h="5803">
                  <a:moveTo>
                    <a:pt x="547" y="5542"/>
                  </a:moveTo>
                  <a:lnTo>
                    <a:pt x="277" y="5803"/>
                  </a:lnTo>
                  <a:lnTo>
                    <a:pt x="0" y="2454"/>
                  </a:lnTo>
                  <a:lnTo>
                    <a:pt x="344" y="1239"/>
                  </a:lnTo>
                  <a:lnTo>
                    <a:pt x="442" y="629"/>
                  </a:lnTo>
                  <a:lnTo>
                    <a:pt x="399" y="0"/>
                  </a:lnTo>
                  <a:lnTo>
                    <a:pt x="1000" y="1513"/>
                  </a:lnTo>
                  <a:lnTo>
                    <a:pt x="1244" y="2529"/>
                  </a:lnTo>
                  <a:lnTo>
                    <a:pt x="1345" y="3934"/>
                  </a:lnTo>
                  <a:lnTo>
                    <a:pt x="1334" y="43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1745109" y="2144271"/>
              <a:ext cx="3229" cy="11036"/>
            </a:xfrm>
            <a:custGeom>
              <a:avLst/>
              <a:pathLst>
                <a:path w="3229" h="11036">
                  <a:moveTo>
                    <a:pt x="1979" y="9476"/>
                  </a:moveTo>
                  <a:lnTo>
                    <a:pt x="1854" y="11036"/>
                  </a:lnTo>
                  <a:lnTo>
                    <a:pt x="1122" y="8503"/>
                  </a:lnTo>
                  <a:lnTo>
                    <a:pt x="0" y="3141"/>
                  </a:lnTo>
                  <a:lnTo>
                    <a:pt x="149" y="1887"/>
                  </a:lnTo>
                  <a:lnTo>
                    <a:pt x="650" y="111"/>
                  </a:lnTo>
                  <a:lnTo>
                    <a:pt x="1107" y="0"/>
                  </a:lnTo>
                  <a:lnTo>
                    <a:pt x="1844" y="829"/>
                  </a:lnTo>
                  <a:lnTo>
                    <a:pt x="2486" y="2308"/>
                  </a:lnTo>
                  <a:lnTo>
                    <a:pt x="2634" y="2882"/>
                  </a:lnTo>
                  <a:lnTo>
                    <a:pt x="3032" y="4433"/>
                  </a:lnTo>
                  <a:lnTo>
                    <a:pt x="3229" y="5826"/>
                  </a:lnTo>
                  <a:lnTo>
                    <a:pt x="2787" y="75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536863" y="2132942"/>
              <a:ext cx="1869" cy="2734"/>
            </a:xfrm>
            <a:custGeom>
              <a:avLst/>
              <a:pathLst>
                <a:path w="1869" h="2734">
                  <a:moveTo>
                    <a:pt x="1110" y="2409"/>
                  </a:moveTo>
                  <a:lnTo>
                    <a:pt x="729" y="2734"/>
                  </a:lnTo>
                  <a:lnTo>
                    <a:pt x="375" y="2724"/>
                  </a:lnTo>
                  <a:lnTo>
                    <a:pt x="51" y="2376"/>
                  </a:lnTo>
                  <a:lnTo>
                    <a:pt x="0" y="1803"/>
                  </a:lnTo>
                  <a:lnTo>
                    <a:pt x="333" y="605"/>
                  </a:lnTo>
                  <a:lnTo>
                    <a:pt x="1211" y="0"/>
                  </a:lnTo>
                  <a:lnTo>
                    <a:pt x="1869" y="142"/>
                  </a:lnTo>
                  <a:lnTo>
                    <a:pt x="1829" y="747"/>
                  </a:lnTo>
                  <a:lnTo>
                    <a:pt x="1477" y="17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1711140" y="2131189"/>
              <a:ext cx="57527" cy="74987"/>
            </a:xfrm>
            <a:custGeom>
              <a:avLst/>
              <a:pathLst>
                <a:path w="57527" h="74987">
                  <a:moveTo>
                    <a:pt x="13088" y="6505"/>
                  </a:moveTo>
                  <a:lnTo>
                    <a:pt x="18724" y="10194"/>
                  </a:lnTo>
                  <a:lnTo>
                    <a:pt x="24369" y="12017"/>
                  </a:lnTo>
                  <a:lnTo>
                    <a:pt x="28510" y="14175"/>
                  </a:lnTo>
                  <a:lnTo>
                    <a:pt x="31053" y="14833"/>
                  </a:lnTo>
                  <a:lnTo>
                    <a:pt x="31972" y="15308"/>
                  </a:lnTo>
                  <a:lnTo>
                    <a:pt x="32565" y="16067"/>
                  </a:lnTo>
                  <a:lnTo>
                    <a:pt x="33265" y="17903"/>
                  </a:lnTo>
                  <a:lnTo>
                    <a:pt x="34474" y="22275"/>
                  </a:lnTo>
                  <a:lnTo>
                    <a:pt x="35391" y="25067"/>
                  </a:lnTo>
                  <a:lnTo>
                    <a:pt x="37285" y="29914"/>
                  </a:lnTo>
                  <a:lnTo>
                    <a:pt x="38781" y="33357"/>
                  </a:lnTo>
                  <a:lnTo>
                    <a:pt x="39122" y="34725"/>
                  </a:lnTo>
                  <a:lnTo>
                    <a:pt x="38806" y="35166"/>
                  </a:lnTo>
                  <a:lnTo>
                    <a:pt x="38826" y="35972"/>
                  </a:lnTo>
                  <a:lnTo>
                    <a:pt x="39963" y="39314"/>
                  </a:lnTo>
                  <a:lnTo>
                    <a:pt x="42095" y="42310"/>
                  </a:lnTo>
                  <a:lnTo>
                    <a:pt x="43763" y="43740"/>
                  </a:lnTo>
                  <a:lnTo>
                    <a:pt x="47284" y="46095"/>
                  </a:lnTo>
                  <a:lnTo>
                    <a:pt x="49442" y="48357"/>
                  </a:lnTo>
                  <a:lnTo>
                    <a:pt x="50108" y="49930"/>
                  </a:lnTo>
                  <a:lnTo>
                    <a:pt x="51047" y="51455"/>
                  </a:lnTo>
                  <a:lnTo>
                    <a:pt x="51438" y="52510"/>
                  </a:lnTo>
                  <a:lnTo>
                    <a:pt x="52207" y="56418"/>
                  </a:lnTo>
                  <a:lnTo>
                    <a:pt x="53635" y="60177"/>
                  </a:lnTo>
                  <a:lnTo>
                    <a:pt x="55106" y="67326"/>
                  </a:lnTo>
                  <a:lnTo>
                    <a:pt x="55381" y="66729"/>
                  </a:lnTo>
                  <a:lnTo>
                    <a:pt x="55550" y="64598"/>
                  </a:lnTo>
                  <a:lnTo>
                    <a:pt x="55719" y="64123"/>
                  </a:lnTo>
                  <a:lnTo>
                    <a:pt x="56032" y="63895"/>
                  </a:lnTo>
                  <a:lnTo>
                    <a:pt x="56323" y="64722"/>
                  </a:lnTo>
                  <a:lnTo>
                    <a:pt x="56591" y="66606"/>
                  </a:lnTo>
                  <a:lnTo>
                    <a:pt x="57527" y="71076"/>
                  </a:lnTo>
                  <a:lnTo>
                    <a:pt x="57222" y="72380"/>
                  </a:lnTo>
                  <a:lnTo>
                    <a:pt x="56951" y="72514"/>
                  </a:lnTo>
                  <a:lnTo>
                    <a:pt x="55687" y="71901"/>
                  </a:lnTo>
                  <a:lnTo>
                    <a:pt x="55248" y="72703"/>
                  </a:lnTo>
                  <a:lnTo>
                    <a:pt x="54658" y="74332"/>
                  </a:lnTo>
                  <a:lnTo>
                    <a:pt x="54242" y="74987"/>
                  </a:lnTo>
                  <a:lnTo>
                    <a:pt x="53998" y="74670"/>
                  </a:lnTo>
                  <a:lnTo>
                    <a:pt x="50338" y="73103"/>
                  </a:lnTo>
                  <a:lnTo>
                    <a:pt x="48086" y="71630"/>
                  </a:lnTo>
                  <a:lnTo>
                    <a:pt x="45123" y="69301"/>
                  </a:lnTo>
                  <a:lnTo>
                    <a:pt x="41566" y="66876"/>
                  </a:lnTo>
                  <a:lnTo>
                    <a:pt x="39535" y="65212"/>
                  </a:lnTo>
                  <a:lnTo>
                    <a:pt x="37843" y="63502"/>
                  </a:lnTo>
                  <a:lnTo>
                    <a:pt x="36668" y="62045"/>
                  </a:lnTo>
                  <a:lnTo>
                    <a:pt x="36446" y="60809"/>
                  </a:lnTo>
                  <a:lnTo>
                    <a:pt x="36498" y="60224"/>
                  </a:lnTo>
                  <a:lnTo>
                    <a:pt x="38780" y="56267"/>
                  </a:lnTo>
                  <a:lnTo>
                    <a:pt x="39746" y="54141"/>
                  </a:lnTo>
                  <a:lnTo>
                    <a:pt x="40117" y="52515"/>
                  </a:lnTo>
                  <a:lnTo>
                    <a:pt x="40307" y="50794"/>
                  </a:lnTo>
                  <a:lnTo>
                    <a:pt x="40167" y="48693"/>
                  </a:lnTo>
                  <a:lnTo>
                    <a:pt x="40075" y="48856"/>
                  </a:lnTo>
                  <a:lnTo>
                    <a:pt x="39871" y="50868"/>
                  </a:lnTo>
                  <a:lnTo>
                    <a:pt x="39534" y="52657"/>
                  </a:lnTo>
                  <a:lnTo>
                    <a:pt x="39124" y="54061"/>
                  </a:lnTo>
                  <a:lnTo>
                    <a:pt x="38864" y="54557"/>
                  </a:lnTo>
                  <a:lnTo>
                    <a:pt x="36129" y="55242"/>
                  </a:lnTo>
                  <a:lnTo>
                    <a:pt x="33920" y="55029"/>
                  </a:lnTo>
                  <a:lnTo>
                    <a:pt x="32812" y="56718"/>
                  </a:lnTo>
                  <a:lnTo>
                    <a:pt x="32481" y="56933"/>
                  </a:lnTo>
                  <a:lnTo>
                    <a:pt x="31872" y="56371"/>
                  </a:lnTo>
                  <a:lnTo>
                    <a:pt x="30539" y="54115"/>
                  </a:lnTo>
                  <a:lnTo>
                    <a:pt x="28631" y="52263"/>
                  </a:lnTo>
                  <a:lnTo>
                    <a:pt x="28819" y="51808"/>
                  </a:lnTo>
                  <a:lnTo>
                    <a:pt x="30064" y="50863"/>
                  </a:lnTo>
                  <a:lnTo>
                    <a:pt x="30723" y="49487"/>
                  </a:lnTo>
                  <a:lnTo>
                    <a:pt x="30605" y="49268"/>
                  </a:lnTo>
                  <a:lnTo>
                    <a:pt x="30162" y="49351"/>
                  </a:lnTo>
                  <a:lnTo>
                    <a:pt x="29772" y="49071"/>
                  </a:lnTo>
                  <a:lnTo>
                    <a:pt x="28996" y="47288"/>
                  </a:lnTo>
                  <a:lnTo>
                    <a:pt x="28552" y="46802"/>
                  </a:lnTo>
                  <a:lnTo>
                    <a:pt x="27611" y="47604"/>
                  </a:lnTo>
                  <a:lnTo>
                    <a:pt x="27233" y="47647"/>
                  </a:lnTo>
                  <a:lnTo>
                    <a:pt x="26867" y="46470"/>
                  </a:lnTo>
                  <a:lnTo>
                    <a:pt x="27391" y="43755"/>
                  </a:lnTo>
                  <a:lnTo>
                    <a:pt x="27417" y="43114"/>
                  </a:lnTo>
                  <a:lnTo>
                    <a:pt x="26453" y="44102"/>
                  </a:lnTo>
                  <a:lnTo>
                    <a:pt x="26135" y="43778"/>
                  </a:lnTo>
                  <a:lnTo>
                    <a:pt x="25833" y="42897"/>
                  </a:lnTo>
                  <a:lnTo>
                    <a:pt x="25550" y="42528"/>
                  </a:lnTo>
                  <a:lnTo>
                    <a:pt x="24766" y="42709"/>
                  </a:lnTo>
                  <a:lnTo>
                    <a:pt x="23918" y="41896"/>
                  </a:lnTo>
                  <a:lnTo>
                    <a:pt x="23621" y="42215"/>
                  </a:lnTo>
                  <a:lnTo>
                    <a:pt x="23508" y="43388"/>
                  </a:lnTo>
                  <a:lnTo>
                    <a:pt x="23226" y="43688"/>
                  </a:lnTo>
                  <a:lnTo>
                    <a:pt x="21930" y="41709"/>
                  </a:lnTo>
                  <a:lnTo>
                    <a:pt x="21636" y="41647"/>
                  </a:lnTo>
                  <a:lnTo>
                    <a:pt x="21008" y="43159"/>
                  </a:lnTo>
                  <a:lnTo>
                    <a:pt x="20789" y="43252"/>
                  </a:lnTo>
                  <a:lnTo>
                    <a:pt x="20455" y="42597"/>
                  </a:lnTo>
                  <a:lnTo>
                    <a:pt x="20282" y="38924"/>
                  </a:lnTo>
                  <a:lnTo>
                    <a:pt x="20353" y="37879"/>
                  </a:lnTo>
                  <a:lnTo>
                    <a:pt x="20530" y="37529"/>
                  </a:lnTo>
                  <a:lnTo>
                    <a:pt x="21656" y="36678"/>
                  </a:lnTo>
                  <a:lnTo>
                    <a:pt x="24892" y="35766"/>
                  </a:lnTo>
                  <a:lnTo>
                    <a:pt x="25161" y="35111"/>
                  </a:lnTo>
                  <a:lnTo>
                    <a:pt x="22737" y="35450"/>
                  </a:lnTo>
                  <a:lnTo>
                    <a:pt x="22106" y="34950"/>
                  </a:lnTo>
                  <a:lnTo>
                    <a:pt x="21428" y="33695"/>
                  </a:lnTo>
                  <a:lnTo>
                    <a:pt x="20719" y="33714"/>
                  </a:lnTo>
                  <a:lnTo>
                    <a:pt x="20344" y="33306"/>
                  </a:lnTo>
                  <a:lnTo>
                    <a:pt x="19951" y="32398"/>
                  </a:lnTo>
                  <a:lnTo>
                    <a:pt x="18927" y="29078"/>
                  </a:lnTo>
                  <a:lnTo>
                    <a:pt x="18228" y="28237"/>
                  </a:lnTo>
                  <a:lnTo>
                    <a:pt x="17039" y="27709"/>
                  </a:lnTo>
                  <a:lnTo>
                    <a:pt x="16426" y="27078"/>
                  </a:lnTo>
                  <a:lnTo>
                    <a:pt x="16168" y="27357"/>
                  </a:lnTo>
                  <a:lnTo>
                    <a:pt x="15919" y="28303"/>
                  </a:lnTo>
                  <a:lnTo>
                    <a:pt x="15588" y="28891"/>
                  </a:lnTo>
                  <a:lnTo>
                    <a:pt x="14775" y="29224"/>
                  </a:lnTo>
                  <a:lnTo>
                    <a:pt x="14030" y="28981"/>
                  </a:lnTo>
                  <a:lnTo>
                    <a:pt x="13449" y="28074"/>
                  </a:lnTo>
                  <a:lnTo>
                    <a:pt x="13104" y="26930"/>
                  </a:lnTo>
                  <a:lnTo>
                    <a:pt x="12972" y="25651"/>
                  </a:lnTo>
                  <a:lnTo>
                    <a:pt x="13294" y="23942"/>
                  </a:lnTo>
                  <a:lnTo>
                    <a:pt x="13288" y="23267"/>
                  </a:lnTo>
                  <a:lnTo>
                    <a:pt x="13144" y="22476"/>
                  </a:lnTo>
                  <a:lnTo>
                    <a:pt x="12879" y="21838"/>
                  </a:lnTo>
                  <a:lnTo>
                    <a:pt x="12492" y="21350"/>
                  </a:lnTo>
                  <a:lnTo>
                    <a:pt x="12280" y="21606"/>
                  </a:lnTo>
                  <a:lnTo>
                    <a:pt x="12245" y="22604"/>
                  </a:lnTo>
                  <a:lnTo>
                    <a:pt x="12035" y="23334"/>
                  </a:lnTo>
                  <a:lnTo>
                    <a:pt x="11361" y="23893"/>
                  </a:lnTo>
                  <a:lnTo>
                    <a:pt x="10810" y="22916"/>
                  </a:lnTo>
                  <a:lnTo>
                    <a:pt x="10448" y="21561"/>
                  </a:lnTo>
                  <a:lnTo>
                    <a:pt x="10024" y="20599"/>
                  </a:lnTo>
                  <a:lnTo>
                    <a:pt x="7665" y="20602"/>
                  </a:lnTo>
                  <a:lnTo>
                    <a:pt x="6579" y="21848"/>
                  </a:lnTo>
                  <a:lnTo>
                    <a:pt x="6059" y="21949"/>
                  </a:lnTo>
                  <a:lnTo>
                    <a:pt x="5518" y="21653"/>
                  </a:lnTo>
                  <a:lnTo>
                    <a:pt x="5415" y="20993"/>
                  </a:lnTo>
                  <a:lnTo>
                    <a:pt x="5924" y="19180"/>
                  </a:lnTo>
                  <a:lnTo>
                    <a:pt x="5799" y="16764"/>
                  </a:lnTo>
                  <a:lnTo>
                    <a:pt x="5667" y="16158"/>
                  </a:lnTo>
                  <a:lnTo>
                    <a:pt x="4578" y="15788"/>
                  </a:lnTo>
                  <a:lnTo>
                    <a:pt x="4394" y="15204"/>
                  </a:lnTo>
                  <a:lnTo>
                    <a:pt x="5042" y="12272"/>
                  </a:lnTo>
                  <a:lnTo>
                    <a:pt x="5403" y="11718"/>
                  </a:lnTo>
                  <a:lnTo>
                    <a:pt x="5886" y="11509"/>
                  </a:lnTo>
                  <a:lnTo>
                    <a:pt x="8045" y="11271"/>
                  </a:lnTo>
                  <a:lnTo>
                    <a:pt x="8763" y="11689"/>
                  </a:lnTo>
                  <a:lnTo>
                    <a:pt x="9804" y="13471"/>
                  </a:lnTo>
                  <a:lnTo>
                    <a:pt x="9771" y="12800"/>
                  </a:lnTo>
                  <a:lnTo>
                    <a:pt x="9378" y="10779"/>
                  </a:lnTo>
                  <a:lnTo>
                    <a:pt x="9321" y="9567"/>
                  </a:lnTo>
                  <a:lnTo>
                    <a:pt x="10037" y="8198"/>
                  </a:lnTo>
                  <a:lnTo>
                    <a:pt x="9353" y="7797"/>
                  </a:lnTo>
                  <a:lnTo>
                    <a:pt x="6795" y="7480"/>
                  </a:lnTo>
                  <a:lnTo>
                    <a:pt x="6815" y="8356"/>
                  </a:lnTo>
                  <a:lnTo>
                    <a:pt x="7026" y="9597"/>
                  </a:lnTo>
                  <a:lnTo>
                    <a:pt x="5509" y="10686"/>
                  </a:lnTo>
                  <a:lnTo>
                    <a:pt x="4385" y="10871"/>
                  </a:lnTo>
                  <a:lnTo>
                    <a:pt x="3310" y="10698"/>
                  </a:lnTo>
                  <a:lnTo>
                    <a:pt x="2432" y="10046"/>
                  </a:lnTo>
                  <a:lnTo>
                    <a:pt x="936" y="7424"/>
                  </a:lnTo>
                  <a:lnTo>
                    <a:pt x="0" y="4844"/>
                  </a:lnTo>
                  <a:lnTo>
                    <a:pt x="43" y="3436"/>
                  </a:lnTo>
                  <a:lnTo>
                    <a:pt x="557" y="1962"/>
                  </a:lnTo>
                  <a:lnTo>
                    <a:pt x="1230" y="956"/>
                  </a:lnTo>
                  <a:lnTo>
                    <a:pt x="2822" y="82"/>
                  </a:lnTo>
                  <a:lnTo>
                    <a:pt x="4903" y="0"/>
                  </a:lnTo>
                  <a:lnTo>
                    <a:pt x="7231" y="11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494524" y="2109446"/>
              <a:ext cx="76180" cy="146803"/>
            </a:xfrm>
            <a:custGeom>
              <a:avLst/>
              <a:pathLst>
                <a:path w="76180" h="146803">
                  <a:moveTo>
                    <a:pt x="44327" y="1768"/>
                  </a:moveTo>
                  <a:lnTo>
                    <a:pt x="43491" y="4710"/>
                  </a:lnTo>
                  <a:lnTo>
                    <a:pt x="42912" y="6140"/>
                  </a:lnTo>
                  <a:lnTo>
                    <a:pt x="42374" y="6603"/>
                  </a:lnTo>
                  <a:lnTo>
                    <a:pt x="41239" y="7023"/>
                  </a:lnTo>
                  <a:lnTo>
                    <a:pt x="38849" y="7486"/>
                  </a:lnTo>
                  <a:lnTo>
                    <a:pt x="37828" y="7919"/>
                  </a:lnTo>
                  <a:lnTo>
                    <a:pt x="37682" y="9884"/>
                  </a:lnTo>
                  <a:lnTo>
                    <a:pt x="37833" y="10917"/>
                  </a:lnTo>
                  <a:lnTo>
                    <a:pt x="38182" y="11734"/>
                  </a:lnTo>
                  <a:lnTo>
                    <a:pt x="38626" y="11966"/>
                  </a:lnTo>
                  <a:lnTo>
                    <a:pt x="39617" y="11479"/>
                  </a:lnTo>
                  <a:lnTo>
                    <a:pt x="39985" y="11562"/>
                  </a:lnTo>
                  <a:lnTo>
                    <a:pt x="40281" y="11973"/>
                  </a:lnTo>
                  <a:lnTo>
                    <a:pt x="40503" y="12712"/>
                  </a:lnTo>
                  <a:lnTo>
                    <a:pt x="40619" y="13738"/>
                  </a:lnTo>
                  <a:lnTo>
                    <a:pt x="40626" y="15050"/>
                  </a:lnTo>
                  <a:lnTo>
                    <a:pt x="40452" y="16638"/>
                  </a:lnTo>
                  <a:lnTo>
                    <a:pt x="39642" y="20359"/>
                  </a:lnTo>
                  <a:lnTo>
                    <a:pt x="38613" y="22418"/>
                  </a:lnTo>
                  <a:lnTo>
                    <a:pt x="37294" y="24095"/>
                  </a:lnTo>
                  <a:lnTo>
                    <a:pt x="36971" y="24735"/>
                  </a:lnTo>
                  <a:lnTo>
                    <a:pt x="36805" y="25488"/>
                  </a:lnTo>
                  <a:lnTo>
                    <a:pt x="36641" y="27936"/>
                  </a:lnTo>
                  <a:lnTo>
                    <a:pt x="35958" y="29892"/>
                  </a:lnTo>
                  <a:lnTo>
                    <a:pt x="33839" y="34849"/>
                  </a:lnTo>
                  <a:lnTo>
                    <a:pt x="33022" y="35942"/>
                  </a:lnTo>
                  <a:lnTo>
                    <a:pt x="33017" y="36815"/>
                  </a:lnTo>
                  <a:lnTo>
                    <a:pt x="32686" y="39168"/>
                  </a:lnTo>
                  <a:lnTo>
                    <a:pt x="32056" y="41062"/>
                  </a:lnTo>
                  <a:lnTo>
                    <a:pt x="30300" y="45408"/>
                  </a:lnTo>
                  <a:lnTo>
                    <a:pt x="29865" y="46943"/>
                  </a:lnTo>
                  <a:lnTo>
                    <a:pt x="29670" y="48160"/>
                  </a:lnTo>
                  <a:lnTo>
                    <a:pt x="29697" y="49875"/>
                  </a:lnTo>
                  <a:lnTo>
                    <a:pt x="29618" y="50631"/>
                  </a:lnTo>
                  <a:lnTo>
                    <a:pt x="29216" y="52084"/>
                  </a:lnTo>
                  <a:lnTo>
                    <a:pt x="28655" y="53443"/>
                  </a:lnTo>
                  <a:lnTo>
                    <a:pt x="28545" y="54105"/>
                  </a:lnTo>
                  <a:lnTo>
                    <a:pt x="28765" y="55309"/>
                  </a:lnTo>
                  <a:lnTo>
                    <a:pt x="28992" y="55729"/>
                  </a:lnTo>
                  <a:lnTo>
                    <a:pt x="29019" y="56824"/>
                  </a:lnTo>
                  <a:lnTo>
                    <a:pt x="28845" y="58593"/>
                  </a:lnTo>
                  <a:lnTo>
                    <a:pt x="29587" y="57466"/>
                  </a:lnTo>
                  <a:lnTo>
                    <a:pt x="31247" y="53445"/>
                  </a:lnTo>
                  <a:lnTo>
                    <a:pt x="32493" y="51024"/>
                  </a:lnTo>
                  <a:lnTo>
                    <a:pt x="33326" y="50203"/>
                  </a:lnTo>
                  <a:lnTo>
                    <a:pt x="33907" y="49130"/>
                  </a:lnTo>
                  <a:lnTo>
                    <a:pt x="34527" y="46764"/>
                  </a:lnTo>
                  <a:lnTo>
                    <a:pt x="35376" y="44509"/>
                  </a:lnTo>
                  <a:lnTo>
                    <a:pt x="36144" y="43773"/>
                  </a:lnTo>
                  <a:lnTo>
                    <a:pt x="36496" y="44206"/>
                  </a:lnTo>
                  <a:lnTo>
                    <a:pt x="36794" y="45314"/>
                  </a:lnTo>
                  <a:lnTo>
                    <a:pt x="36734" y="46724"/>
                  </a:lnTo>
                  <a:lnTo>
                    <a:pt x="36317" y="48434"/>
                  </a:lnTo>
                  <a:lnTo>
                    <a:pt x="36350" y="48940"/>
                  </a:lnTo>
                  <a:lnTo>
                    <a:pt x="37329" y="47685"/>
                  </a:lnTo>
                  <a:lnTo>
                    <a:pt x="39010" y="46646"/>
                  </a:lnTo>
                  <a:lnTo>
                    <a:pt x="39619" y="46783"/>
                  </a:lnTo>
                  <a:lnTo>
                    <a:pt x="40853" y="48340"/>
                  </a:lnTo>
                  <a:lnTo>
                    <a:pt x="41878" y="48160"/>
                  </a:lnTo>
                  <a:lnTo>
                    <a:pt x="43518" y="47255"/>
                  </a:lnTo>
                  <a:lnTo>
                    <a:pt x="43826" y="47669"/>
                  </a:lnTo>
                  <a:lnTo>
                    <a:pt x="43552" y="49040"/>
                  </a:lnTo>
                  <a:lnTo>
                    <a:pt x="42909" y="50351"/>
                  </a:lnTo>
                  <a:lnTo>
                    <a:pt x="41388" y="52224"/>
                  </a:lnTo>
                  <a:lnTo>
                    <a:pt x="37727" y="55897"/>
                  </a:lnTo>
                  <a:lnTo>
                    <a:pt x="36589" y="58425"/>
                  </a:lnTo>
                  <a:lnTo>
                    <a:pt x="36805" y="58349"/>
                  </a:lnTo>
                  <a:lnTo>
                    <a:pt x="37595" y="57265"/>
                  </a:lnTo>
                  <a:lnTo>
                    <a:pt x="38425" y="56682"/>
                  </a:lnTo>
                  <a:lnTo>
                    <a:pt x="39296" y="56602"/>
                  </a:lnTo>
                  <a:lnTo>
                    <a:pt x="39659" y="56917"/>
                  </a:lnTo>
                  <a:lnTo>
                    <a:pt x="39517" y="57633"/>
                  </a:lnTo>
                  <a:lnTo>
                    <a:pt x="39407" y="59574"/>
                  </a:lnTo>
                  <a:lnTo>
                    <a:pt x="37190" y="63365"/>
                  </a:lnTo>
                  <a:lnTo>
                    <a:pt x="37713" y="63221"/>
                  </a:lnTo>
                  <a:lnTo>
                    <a:pt x="40279" y="61494"/>
                  </a:lnTo>
                  <a:lnTo>
                    <a:pt x="41836" y="63878"/>
                  </a:lnTo>
                  <a:lnTo>
                    <a:pt x="43975" y="63054"/>
                  </a:lnTo>
                  <a:lnTo>
                    <a:pt x="45268" y="62249"/>
                  </a:lnTo>
                  <a:lnTo>
                    <a:pt x="45231" y="62746"/>
                  </a:lnTo>
                  <a:lnTo>
                    <a:pt x="45511" y="63787"/>
                  </a:lnTo>
                  <a:lnTo>
                    <a:pt x="45501" y="65466"/>
                  </a:lnTo>
                  <a:lnTo>
                    <a:pt x="45632" y="65701"/>
                  </a:lnTo>
                  <a:lnTo>
                    <a:pt x="46244" y="65139"/>
                  </a:lnTo>
                  <a:lnTo>
                    <a:pt x="46355" y="64524"/>
                  </a:lnTo>
                  <a:lnTo>
                    <a:pt x="46323" y="61537"/>
                  </a:lnTo>
                  <a:lnTo>
                    <a:pt x="46512" y="61239"/>
                  </a:lnTo>
                  <a:lnTo>
                    <a:pt x="46930" y="61705"/>
                  </a:lnTo>
                  <a:lnTo>
                    <a:pt x="47186" y="62477"/>
                  </a:lnTo>
                  <a:lnTo>
                    <a:pt x="47262" y="64650"/>
                  </a:lnTo>
                  <a:lnTo>
                    <a:pt x="46982" y="66831"/>
                  </a:lnTo>
                  <a:lnTo>
                    <a:pt x="46592" y="68831"/>
                  </a:lnTo>
                  <a:lnTo>
                    <a:pt x="45648" y="71753"/>
                  </a:lnTo>
                  <a:lnTo>
                    <a:pt x="45767" y="73009"/>
                  </a:lnTo>
                  <a:lnTo>
                    <a:pt x="45526" y="74373"/>
                  </a:lnTo>
                  <a:lnTo>
                    <a:pt x="45735" y="74419"/>
                  </a:lnTo>
                  <a:lnTo>
                    <a:pt x="46671" y="73148"/>
                  </a:lnTo>
                  <a:lnTo>
                    <a:pt x="46728" y="72626"/>
                  </a:lnTo>
                  <a:lnTo>
                    <a:pt x="46654" y="71412"/>
                  </a:lnTo>
                  <a:lnTo>
                    <a:pt x="46760" y="70816"/>
                  </a:lnTo>
                  <a:lnTo>
                    <a:pt x="47537" y="69497"/>
                  </a:lnTo>
                  <a:lnTo>
                    <a:pt x="48819" y="67933"/>
                  </a:lnTo>
                  <a:lnTo>
                    <a:pt x="49239" y="67697"/>
                  </a:lnTo>
                  <a:lnTo>
                    <a:pt x="49418" y="68062"/>
                  </a:lnTo>
                  <a:lnTo>
                    <a:pt x="49356" y="69027"/>
                  </a:lnTo>
                  <a:lnTo>
                    <a:pt x="49734" y="68798"/>
                  </a:lnTo>
                  <a:lnTo>
                    <a:pt x="50552" y="67375"/>
                  </a:lnTo>
                  <a:lnTo>
                    <a:pt x="51312" y="66514"/>
                  </a:lnTo>
                  <a:lnTo>
                    <a:pt x="52013" y="66216"/>
                  </a:lnTo>
                  <a:lnTo>
                    <a:pt x="52743" y="65238"/>
                  </a:lnTo>
                  <a:lnTo>
                    <a:pt x="53501" y="63585"/>
                  </a:lnTo>
                  <a:lnTo>
                    <a:pt x="54317" y="62217"/>
                  </a:lnTo>
                  <a:lnTo>
                    <a:pt x="55189" y="61138"/>
                  </a:lnTo>
                  <a:lnTo>
                    <a:pt x="55564" y="61066"/>
                  </a:lnTo>
                  <a:lnTo>
                    <a:pt x="55434" y="62852"/>
                  </a:lnTo>
                  <a:lnTo>
                    <a:pt x="55607" y="64885"/>
                  </a:lnTo>
                  <a:lnTo>
                    <a:pt x="55629" y="66622"/>
                  </a:lnTo>
                  <a:lnTo>
                    <a:pt x="55802" y="66985"/>
                  </a:lnTo>
                  <a:lnTo>
                    <a:pt x="56474" y="65133"/>
                  </a:lnTo>
                  <a:lnTo>
                    <a:pt x="56848" y="64456"/>
                  </a:lnTo>
                  <a:lnTo>
                    <a:pt x="57295" y="64188"/>
                  </a:lnTo>
                  <a:lnTo>
                    <a:pt x="57817" y="64331"/>
                  </a:lnTo>
                  <a:lnTo>
                    <a:pt x="61372" y="63664"/>
                  </a:lnTo>
                  <a:lnTo>
                    <a:pt x="62454" y="64123"/>
                  </a:lnTo>
                  <a:lnTo>
                    <a:pt x="63674" y="65335"/>
                  </a:lnTo>
                  <a:lnTo>
                    <a:pt x="65214" y="67216"/>
                  </a:lnTo>
                  <a:lnTo>
                    <a:pt x="65780" y="68915"/>
                  </a:lnTo>
                  <a:lnTo>
                    <a:pt x="65888" y="71056"/>
                  </a:lnTo>
                  <a:lnTo>
                    <a:pt x="65736" y="72548"/>
                  </a:lnTo>
                  <a:lnTo>
                    <a:pt x="64626" y="74429"/>
                  </a:lnTo>
                  <a:lnTo>
                    <a:pt x="63639" y="75674"/>
                  </a:lnTo>
                  <a:lnTo>
                    <a:pt x="63057" y="76915"/>
                  </a:lnTo>
                  <a:lnTo>
                    <a:pt x="62880" y="78157"/>
                  </a:lnTo>
                  <a:lnTo>
                    <a:pt x="62650" y="78923"/>
                  </a:lnTo>
                  <a:lnTo>
                    <a:pt x="61991" y="79995"/>
                  </a:lnTo>
                  <a:lnTo>
                    <a:pt x="59061" y="82994"/>
                  </a:lnTo>
                  <a:lnTo>
                    <a:pt x="59762" y="83080"/>
                  </a:lnTo>
                  <a:lnTo>
                    <a:pt x="61452" y="82430"/>
                  </a:lnTo>
                  <a:lnTo>
                    <a:pt x="62563" y="82295"/>
                  </a:lnTo>
                  <a:lnTo>
                    <a:pt x="62621" y="82728"/>
                  </a:lnTo>
                  <a:lnTo>
                    <a:pt x="62177" y="83581"/>
                  </a:lnTo>
                  <a:lnTo>
                    <a:pt x="61329" y="84436"/>
                  </a:lnTo>
                  <a:lnTo>
                    <a:pt x="61237" y="84849"/>
                  </a:lnTo>
                  <a:lnTo>
                    <a:pt x="61278" y="85387"/>
                  </a:lnTo>
                  <a:lnTo>
                    <a:pt x="62185" y="86038"/>
                  </a:lnTo>
                  <a:lnTo>
                    <a:pt x="63344" y="85721"/>
                  </a:lnTo>
                  <a:lnTo>
                    <a:pt x="64321" y="86181"/>
                  </a:lnTo>
                  <a:lnTo>
                    <a:pt x="64227" y="86899"/>
                  </a:lnTo>
                  <a:lnTo>
                    <a:pt x="63451" y="89240"/>
                  </a:lnTo>
                  <a:lnTo>
                    <a:pt x="63224" y="90716"/>
                  </a:lnTo>
                  <a:lnTo>
                    <a:pt x="62192" y="91951"/>
                  </a:lnTo>
                  <a:lnTo>
                    <a:pt x="60122" y="93893"/>
                  </a:lnTo>
                  <a:lnTo>
                    <a:pt x="59592" y="94639"/>
                  </a:lnTo>
                  <a:lnTo>
                    <a:pt x="59708" y="94793"/>
                  </a:lnTo>
                  <a:lnTo>
                    <a:pt x="61607" y="93367"/>
                  </a:lnTo>
                  <a:lnTo>
                    <a:pt x="62564" y="93007"/>
                  </a:lnTo>
                  <a:lnTo>
                    <a:pt x="63171" y="92995"/>
                  </a:lnTo>
                  <a:lnTo>
                    <a:pt x="63857" y="91619"/>
                  </a:lnTo>
                  <a:lnTo>
                    <a:pt x="64930" y="91163"/>
                  </a:lnTo>
                  <a:lnTo>
                    <a:pt x="65979" y="92033"/>
                  </a:lnTo>
                  <a:lnTo>
                    <a:pt x="67577" y="89658"/>
                  </a:lnTo>
                  <a:lnTo>
                    <a:pt x="68147" y="89349"/>
                  </a:lnTo>
                  <a:lnTo>
                    <a:pt x="69120" y="89623"/>
                  </a:lnTo>
                  <a:lnTo>
                    <a:pt x="69746" y="89193"/>
                  </a:lnTo>
                  <a:lnTo>
                    <a:pt x="70801" y="87577"/>
                  </a:lnTo>
                  <a:lnTo>
                    <a:pt x="71597" y="86796"/>
                  </a:lnTo>
                  <a:lnTo>
                    <a:pt x="71763" y="86866"/>
                  </a:lnTo>
                  <a:lnTo>
                    <a:pt x="71934" y="87514"/>
                  </a:lnTo>
                  <a:lnTo>
                    <a:pt x="72012" y="89378"/>
                  </a:lnTo>
                  <a:lnTo>
                    <a:pt x="71824" y="91026"/>
                  </a:lnTo>
                  <a:lnTo>
                    <a:pt x="71564" y="92076"/>
                  </a:lnTo>
                  <a:lnTo>
                    <a:pt x="70706" y="94395"/>
                  </a:lnTo>
                  <a:lnTo>
                    <a:pt x="70179" y="95207"/>
                  </a:lnTo>
                  <a:lnTo>
                    <a:pt x="69691" y="95513"/>
                  </a:lnTo>
                  <a:lnTo>
                    <a:pt x="68828" y="95390"/>
                  </a:lnTo>
                  <a:lnTo>
                    <a:pt x="68451" y="95751"/>
                  </a:lnTo>
                  <a:lnTo>
                    <a:pt x="67643" y="97572"/>
                  </a:lnTo>
                  <a:lnTo>
                    <a:pt x="66215" y="99417"/>
                  </a:lnTo>
                  <a:lnTo>
                    <a:pt x="65323" y="100132"/>
                  </a:lnTo>
                  <a:lnTo>
                    <a:pt x="65886" y="101133"/>
                  </a:lnTo>
                  <a:lnTo>
                    <a:pt x="66095" y="103065"/>
                  </a:lnTo>
                  <a:lnTo>
                    <a:pt x="65781" y="103666"/>
                  </a:lnTo>
                  <a:lnTo>
                    <a:pt x="64250" y="104262"/>
                  </a:lnTo>
                  <a:lnTo>
                    <a:pt x="64183" y="104590"/>
                  </a:lnTo>
                  <a:lnTo>
                    <a:pt x="63638" y="105017"/>
                  </a:lnTo>
                  <a:lnTo>
                    <a:pt x="62373" y="105688"/>
                  </a:lnTo>
                  <a:lnTo>
                    <a:pt x="63236" y="105982"/>
                  </a:lnTo>
                  <a:lnTo>
                    <a:pt x="64832" y="105509"/>
                  </a:lnTo>
                  <a:lnTo>
                    <a:pt x="65000" y="105836"/>
                  </a:lnTo>
                  <a:lnTo>
                    <a:pt x="64780" y="107196"/>
                  </a:lnTo>
                  <a:lnTo>
                    <a:pt x="64355" y="108598"/>
                  </a:lnTo>
                  <a:lnTo>
                    <a:pt x="62463" y="112201"/>
                  </a:lnTo>
                  <a:lnTo>
                    <a:pt x="62440" y="112563"/>
                  </a:lnTo>
                  <a:lnTo>
                    <a:pt x="62735" y="114329"/>
                  </a:lnTo>
                  <a:lnTo>
                    <a:pt x="63102" y="115665"/>
                  </a:lnTo>
                  <a:lnTo>
                    <a:pt x="63559" y="116609"/>
                  </a:lnTo>
                  <a:lnTo>
                    <a:pt x="64613" y="116663"/>
                  </a:lnTo>
                  <a:lnTo>
                    <a:pt x="65392" y="116248"/>
                  </a:lnTo>
                  <a:lnTo>
                    <a:pt x="66527" y="113838"/>
                  </a:lnTo>
                  <a:lnTo>
                    <a:pt x="69037" y="106333"/>
                  </a:lnTo>
                  <a:lnTo>
                    <a:pt x="71277" y="104245"/>
                  </a:lnTo>
                  <a:lnTo>
                    <a:pt x="73145" y="101924"/>
                  </a:lnTo>
                  <a:lnTo>
                    <a:pt x="73573" y="102394"/>
                  </a:lnTo>
                  <a:lnTo>
                    <a:pt x="73769" y="102930"/>
                  </a:lnTo>
                  <a:lnTo>
                    <a:pt x="73701" y="103493"/>
                  </a:lnTo>
                  <a:lnTo>
                    <a:pt x="72759" y="105404"/>
                  </a:lnTo>
                  <a:lnTo>
                    <a:pt x="72267" y="106981"/>
                  </a:lnTo>
                  <a:lnTo>
                    <a:pt x="70989" y="111827"/>
                  </a:lnTo>
                  <a:lnTo>
                    <a:pt x="70500" y="114112"/>
                  </a:lnTo>
                  <a:lnTo>
                    <a:pt x="70254" y="116523"/>
                  </a:lnTo>
                  <a:lnTo>
                    <a:pt x="70319" y="120686"/>
                  </a:lnTo>
                  <a:lnTo>
                    <a:pt x="70457" y="121405"/>
                  </a:lnTo>
                  <a:lnTo>
                    <a:pt x="70857" y="122370"/>
                  </a:lnTo>
                  <a:lnTo>
                    <a:pt x="71602" y="121543"/>
                  </a:lnTo>
                  <a:lnTo>
                    <a:pt x="72872" y="119483"/>
                  </a:lnTo>
                  <a:lnTo>
                    <a:pt x="73687" y="117515"/>
                  </a:lnTo>
                  <a:lnTo>
                    <a:pt x="74326" y="114310"/>
                  </a:lnTo>
                  <a:lnTo>
                    <a:pt x="74718" y="113082"/>
                  </a:lnTo>
                  <a:lnTo>
                    <a:pt x="75144" y="113097"/>
                  </a:lnTo>
                  <a:lnTo>
                    <a:pt x="75524" y="113795"/>
                  </a:lnTo>
                  <a:lnTo>
                    <a:pt x="75617" y="115340"/>
                  </a:lnTo>
                  <a:lnTo>
                    <a:pt x="75970" y="117445"/>
                  </a:lnTo>
                  <a:lnTo>
                    <a:pt x="76180" y="119584"/>
                  </a:lnTo>
                  <a:lnTo>
                    <a:pt x="76012" y="121935"/>
                  </a:lnTo>
                  <a:lnTo>
                    <a:pt x="75840" y="123221"/>
                  </a:lnTo>
                  <a:lnTo>
                    <a:pt x="73242" y="132768"/>
                  </a:lnTo>
                  <a:lnTo>
                    <a:pt x="73518" y="134463"/>
                  </a:lnTo>
                  <a:lnTo>
                    <a:pt x="73587" y="135491"/>
                  </a:lnTo>
                  <a:lnTo>
                    <a:pt x="73506" y="136583"/>
                  </a:lnTo>
                  <a:lnTo>
                    <a:pt x="72682" y="141154"/>
                  </a:lnTo>
                  <a:lnTo>
                    <a:pt x="71885" y="144011"/>
                  </a:lnTo>
                  <a:lnTo>
                    <a:pt x="71455" y="145237"/>
                  </a:lnTo>
                  <a:lnTo>
                    <a:pt x="70943" y="145989"/>
                  </a:lnTo>
                  <a:lnTo>
                    <a:pt x="70351" y="146264"/>
                  </a:lnTo>
                  <a:lnTo>
                    <a:pt x="69821" y="145850"/>
                  </a:lnTo>
                  <a:lnTo>
                    <a:pt x="69353" y="144751"/>
                  </a:lnTo>
                  <a:lnTo>
                    <a:pt x="68940" y="144179"/>
                  </a:lnTo>
                  <a:lnTo>
                    <a:pt x="68579" y="144140"/>
                  </a:lnTo>
                  <a:lnTo>
                    <a:pt x="67913" y="144345"/>
                  </a:lnTo>
                  <a:lnTo>
                    <a:pt x="66159" y="146677"/>
                  </a:lnTo>
                  <a:lnTo>
                    <a:pt x="65800" y="146803"/>
                  </a:lnTo>
                  <a:lnTo>
                    <a:pt x="65550" y="146489"/>
                  </a:lnTo>
                  <a:lnTo>
                    <a:pt x="65249" y="145266"/>
                  </a:lnTo>
                  <a:lnTo>
                    <a:pt x="65489" y="139114"/>
                  </a:lnTo>
                  <a:lnTo>
                    <a:pt x="65646" y="137081"/>
                  </a:lnTo>
                  <a:lnTo>
                    <a:pt x="65296" y="135512"/>
                  </a:lnTo>
                  <a:lnTo>
                    <a:pt x="65665" y="132881"/>
                  </a:lnTo>
                  <a:lnTo>
                    <a:pt x="65679" y="131881"/>
                  </a:lnTo>
                  <a:lnTo>
                    <a:pt x="65464" y="131504"/>
                  </a:lnTo>
                  <a:lnTo>
                    <a:pt x="65021" y="131750"/>
                  </a:lnTo>
                  <a:lnTo>
                    <a:pt x="64351" y="133073"/>
                  </a:lnTo>
                  <a:lnTo>
                    <a:pt x="63455" y="135469"/>
                  </a:lnTo>
                  <a:lnTo>
                    <a:pt x="62482" y="137607"/>
                  </a:lnTo>
                  <a:lnTo>
                    <a:pt x="60783" y="140558"/>
                  </a:lnTo>
                  <a:lnTo>
                    <a:pt x="60029" y="141138"/>
                  </a:lnTo>
                  <a:lnTo>
                    <a:pt x="59729" y="140992"/>
                  </a:lnTo>
                  <a:lnTo>
                    <a:pt x="59384" y="140588"/>
                  </a:lnTo>
                  <a:lnTo>
                    <a:pt x="58919" y="139353"/>
                  </a:lnTo>
                  <a:lnTo>
                    <a:pt x="58924" y="138265"/>
                  </a:lnTo>
                  <a:lnTo>
                    <a:pt x="59129" y="136779"/>
                  </a:lnTo>
                  <a:lnTo>
                    <a:pt x="59840" y="133270"/>
                  </a:lnTo>
                  <a:lnTo>
                    <a:pt x="61227" y="128078"/>
                  </a:lnTo>
                  <a:lnTo>
                    <a:pt x="62379" y="124382"/>
                  </a:lnTo>
                  <a:lnTo>
                    <a:pt x="62601" y="122807"/>
                  </a:lnTo>
                  <a:lnTo>
                    <a:pt x="62279" y="122120"/>
                  </a:lnTo>
                  <a:lnTo>
                    <a:pt x="62018" y="120768"/>
                  </a:lnTo>
                  <a:lnTo>
                    <a:pt x="61576" y="116769"/>
                  </a:lnTo>
                  <a:lnTo>
                    <a:pt x="61017" y="113473"/>
                  </a:lnTo>
                  <a:lnTo>
                    <a:pt x="60355" y="112013"/>
                  </a:lnTo>
                  <a:lnTo>
                    <a:pt x="58714" y="110412"/>
                  </a:lnTo>
                  <a:lnTo>
                    <a:pt x="58412" y="110798"/>
                  </a:lnTo>
                  <a:lnTo>
                    <a:pt x="58236" y="113016"/>
                  </a:lnTo>
                  <a:lnTo>
                    <a:pt x="56297" y="119392"/>
                  </a:lnTo>
                  <a:lnTo>
                    <a:pt x="55958" y="122158"/>
                  </a:lnTo>
                  <a:lnTo>
                    <a:pt x="55715" y="123184"/>
                  </a:lnTo>
                  <a:lnTo>
                    <a:pt x="55349" y="123885"/>
                  </a:lnTo>
                  <a:lnTo>
                    <a:pt x="54504" y="124732"/>
                  </a:lnTo>
                  <a:lnTo>
                    <a:pt x="54733" y="123257"/>
                  </a:lnTo>
                  <a:lnTo>
                    <a:pt x="55632" y="119973"/>
                  </a:lnTo>
                  <a:lnTo>
                    <a:pt x="55510" y="119653"/>
                  </a:lnTo>
                  <a:lnTo>
                    <a:pt x="54368" y="122292"/>
                  </a:lnTo>
                  <a:lnTo>
                    <a:pt x="53498" y="123756"/>
                  </a:lnTo>
                  <a:lnTo>
                    <a:pt x="52436" y="124133"/>
                  </a:lnTo>
                  <a:lnTo>
                    <a:pt x="51790" y="124039"/>
                  </a:lnTo>
                  <a:lnTo>
                    <a:pt x="51165" y="124442"/>
                  </a:lnTo>
                  <a:lnTo>
                    <a:pt x="48510" y="130679"/>
                  </a:lnTo>
                  <a:lnTo>
                    <a:pt x="48410" y="132758"/>
                  </a:lnTo>
                  <a:lnTo>
                    <a:pt x="47951" y="134461"/>
                  </a:lnTo>
                  <a:lnTo>
                    <a:pt x="46642" y="137540"/>
                  </a:lnTo>
                  <a:lnTo>
                    <a:pt x="45951" y="138604"/>
                  </a:lnTo>
                  <a:lnTo>
                    <a:pt x="44980" y="138795"/>
                  </a:lnTo>
                  <a:lnTo>
                    <a:pt x="44094" y="138262"/>
                  </a:lnTo>
                  <a:lnTo>
                    <a:pt x="43510" y="138359"/>
                  </a:lnTo>
                  <a:lnTo>
                    <a:pt x="42129" y="139321"/>
                  </a:lnTo>
                  <a:lnTo>
                    <a:pt x="40583" y="139741"/>
                  </a:lnTo>
                  <a:lnTo>
                    <a:pt x="39944" y="139547"/>
                  </a:lnTo>
                  <a:lnTo>
                    <a:pt x="39537" y="139151"/>
                  </a:lnTo>
                  <a:lnTo>
                    <a:pt x="38750" y="137955"/>
                  </a:lnTo>
                  <a:lnTo>
                    <a:pt x="38656" y="137107"/>
                  </a:lnTo>
                  <a:lnTo>
                    <a:pt x="38698" y="136609"/>
                  </a:lnTo>
                  <a:lnTo>
                    <a:pt x="39098" y="135319"/>
                  </a:lnTo>
                  <a:lnTo>
                    <a:pt x="40016" y="133702"/>
                  </a:lnTo>
                  <a:lnTo>
                    <a:pt x="40772" y="133097"/>
                  </a:lnTo>
                  <a:lnTo>
                    <a:pt x="42609" y="132283"/>
                  </a:lnTo>
                  <a:lnTo>
                    <a:pt x="43955" y="131071"/>
                  </a:lnTo>
                  <a:lnTo>
                    <a:pt x="44981" y="129274"/>
                  </a:lnTo>
                  <a:lnTo>
                    <a:pt x="45439" y="128177"/>
                  </a:lnTo>
                  <a:lnTo>
                    <a:pt x="47370" y="122552"/>
                  </a:lnTo>
                  <a:lnTo>
                    <a:pt x="49813" y="120566"/>
                  </a:lnTo>
                  <a:lnTo>
                    <a:pt x="51018" y="118949"/>
                  </a:lnTo>
                  <a:lnTo>
                    <a:pt x="51860" y="116897"/>
                  </a:lnTo>
                  <a:lnTo>
                    <a:pt x="51982" y="116176"/>
                  </a:lnTo>
                  <a:lnTo>
                    <a:pt x="50774" y="117217"/>
                  </a:lnTo>
                  <a:lnTo>
                    <a:pt x="50150" y="117473"/>
                  </a:lnTo>
                  <a:lnTo>
                    <a:pt x="49139" y="117088"/>
                  </a:lnTo>
                  <a:lnTo>
                    <a:pt x="48690" y="116388"/>
                  </a:lnTo>
                  <a:lnTo>
                    <a:pt x="47304" y="116610"/>
                  </a:lnTo>
                  <a:lnTo>
                    <a:pt x="45377" y="116284"/>
                  </a:lnTo>
                  <a:lnTo>
                    <a:pt x="45099" y="116822"/>
                  </a:lnTo>
                  <a:lnTo>
                    <a:pt x="44850" y="119555"/>
                  </a:lnTo>
                  <a:lnTo>
                    <a:pt x="44601" y="121006"/>
                  </a:lnTo>
                  <a:lnTo>
                    <a:pt x="44306" y="121494"/>
                  </a:lnTo>
                  <a:lnTo>
                    <a:pt x="43874" y="121781"/>
                  </a:lnTo>
                  <a:lnTo>
                    <a:pt x="42994" y="122071"/>
                  </a:lnTo>
                  <a:lnTo>
                    <a:pt x="40739" y="121094"/>
                  </a:lnTo>
                  <a:lnTo>
                    <a:pt x="40323" y="120560"/>
                  </a:lnTo>
                  <a:lnTo>
                    <a:pt x="39748" y="120155"/>
                  </a:lnTo>
                  <a:lnTo>
                    <a:pt x="37257" y="121045"/>
                  </a:lnTo>
                  <a:lnTo>
                    <a:pt x="36736" y="120960"/>
                  </a:lnTo>
                  <a:lnTo>
                    <a:pt x="37231" y="120320"/>
                  </a:lnTo>
                  <a:lnTo>
                    <a:pt x="39690" y="118315"/>
                  </a:lnTo>
                  <a:lnTo>
                    <a:pt x="39948" y="112538"/>
                  </a:lnTo>
                  <a:lnTo>
                    <a:pt x="39795" y="111612"/>
                  </a:lnTo>
                  <a:lnTo>
                    <a:pt x="39107" y="112419"/>
                  </a:lnTo>
                  <a:lnTo>
                    <a:pt x="37953" y="113251"/>
                  </a:lnTo>
                  <a:lnTo>
                    <a:pt x="37163" y="113010"/>
                  </a:lnTo>
                  <a:lnTo>
                    <a:pt x="36802" y="112499"/>
                  </a:lnTo>
                  <a:lnTo>
                    <a:pt x="36471" y="112932"/>
                  </a:lnTo>
                  <a:lnTo>
                    <a:pt x="35668" y="115979"/>
                  </a:lnTo>
                  <a:lnTo>
                    <a:pt x="35195" y="116362"/>
                  </a:lnTo>
                  <a:lnTo>
                    <a:pt x="34482" y="116479"/>
                  </a:lnTo>
                  <a:lnTo>
                    <a:pt x="32963" y="117588"/>
                  </a:lnTo>
                  <a:lnTo>
                    <a:pt x="29979" y="118317"/>
                  </a:lnTo>
                  <a:lnTo>
                    <a:pt x="29391" y="119123"/>
                  </a:lnTo>
                  <a:lnTo>
                    <a:pt x="27365" y="118843"/>
                  </a:lnTo>
                  <a:lnTo>
                    <a:pt x="21450" y="117170"/>
                  </a:lnTo>
                  <a:lnTo>
                    <a:pt x="19333" y="117339"/>
                  </a:lnTo>
                  <a:lnTo>
                    <a:pt x="16787" y="116316"/>
                  </a:lnTo>
                  <a:lnTo>
                    <a:pt x="16316" y="115876"/>
                  </a:lnTo>
                  <a:lnTo>
                    <a:pt x="12753" y="116055"/>
                  </a:lnTo>
                  <a:lnTo>
                    <a:pt x="11687" y="115818"/>
                  </a:lnTo>
                  <a:lnTo>
                    <a:pt x="11758" y="114547"/>
                  </a:lnTo>
                  <a:lnTo>
                    <a:pt x="11645" y="114222"/>
                  </a:lnTo>
                  <a:lnTo>
                    <a:pt x="10610" y="115625"/>
                  </a:lnTo>
                  <a:lnTo>
                    <a:pt x="9692" y="116535"/>
                  </a:lnTo>
                  <a:lnTo>
                    <a:pt x="8508" y="117314"/>
                  </a:lnTo>
                  <a:lnTo>
                    <a:pt x="4783" y="118666"/>
                  </a:lnTo>
                  <a:lnTo>
                    <a:pt x="2787" y="118955"/>
                  </a:lnTo>
                  <a:lnTo>
                    <a:pt x="1625" y="118014"/>
                  </a:lnTo>
                  <a:lnTo>
                    <a:pt x="1165" y="117079"/>
                  </a:lnTo>
                  <a:lnTo>
                    <a:pt x="474" y="114043"/>
                  </a:lnTo>
                  <a:lnTo>
                    <a:pt x="0" y="110238"/>
                  </a:lnTo>
                  <a:lnTo>
                    <a:pt x="3" y="109550"/>
                  </a:lnTo>
                  <a:lnTo>
                    <a:pt x="244" y="108230"/>
                  </a:lnTo>
                  <a:lnTo>
                    <a:pt x="1025" y="106400"/>
                  </a:lnTo>
                  <a:lnTo>
                    <a:pt x="4559" y="101560"/>
                  </a:lnTo>
                  <a:lnTo>
                    <a:pt x="7401" y="96664"/>
                  </a:lnTo>
                  <a:lnTo>
                    <a:pt x="8600" y="94115"/>
                  </a:lnTo>
                  <a:lnTo>
                    <a:pt x="9763" y="93207"/>
                  </a:lnTo>
                  <a:lnTo>
                    <a:pt x="11660" y="91091"/>
                  </a:lnTo>
                  <a:lnTo>
                    <a:pt x="11720" y="90841"/>
                  </a:lnTo>
                  <a:lnTo>
                    <a:pt x="9881" y="91109"/>
                  </a:lnTo>
                  <a:lnTo>
                    <a:pt x="8587" y="90524"/>
                  </a:lnTo>
                  <a:lnTo>
                    <a:pt x="7265" y="90291"/>
                  </a:lnTo>
                  <a:lnTo>
                    <a:pt x="4753" y="90851"/>
                  </a:lnTo>
                  <a:lnTo>
                    <a:pt x="2221" y="90851"/>
                  </a:lnTo>
                  <a:lnTo>
                    <a:pt x="2211" y="89766"/>
                  </a:lnTo>
                  <a:lnTo>
                    <a:pt x="3395" y="87722"/>
                  </a:lnTo>
                  <a:lnTo>
                    <a:pt x="5911" y="84213"/>
                  </a:lnTo>
                  <a:lnTo>
                    <a:pt x="6168" y="84201"/>
                  </a:lnTo>
                  <a:lnTo>
                    <a:pt x="5397" y="85835"/>
                  </a:lnTo>
                  <a:lnTo>
                    <a:pt x="5177" y="87057"/>
                  </a:lnTo>
                  <a:lnTo>
                    <a:pt x="5509" y="87869"/>
                  </a:lnTo>
                  <a:lnTo>
                    <a:pt x="5893" y="88383"/>
                  </a:lnTo>
                  <a:lnTo>
                    <a:pt x="7335" y="88598"/>
                  </a:lnTo>
                  <a:lnTo>
                    <a:pt x="7665" y="87888"/>
                  </a:lnTo>
                  <a:lnTo>
                    <a:pt x="8185" y="84125"/>
                  </a:lnTo>
                  <a:lnTo>
                    <a:pt x="9275" y="79768"/>
                  </a:lnTo>
                  <a:lnTo>
                    <a:pt x="9863" y="76625"/>
                  </a:lnTo>
                  <a:lnTo>
                    <a:pt x="10886" y="74229"/>
                  </a:lnTo>
                  <a:lnTo>
                    <a:pt x="11397" y="73868"/>
                  </a:lnTo>
                  <a:lnTo>
                    <a:pt x="11851" y="74316"/>
                  </a:lnTo>
                  <a:lnTo>
                    <a:pt x="13357" y="74891"/>
                  </a:lnTo>
                  <a:lnTo>
                    <a:pt x="14906" y="77088"/>
                  </a:lnTo>
                  <a:lnTo>
                    <a:pt x="15407" y="77274"/>
                  </a:lnTo>
                  <a:lnTo>
                    <a:pt x="15578" y="77077"/>
                  </a:lnTo>
                  <a:lnTo>
                    <a:pt x="15009" y="76432"/>
                  </a:lnTo>
                  <a:lnTo>
                    <a:pt x="14541" y="75399"/>
                  </a:lnTo>
                  <a:lnTo>
                    <a:pt x="14347" y="74432"/>
                  </a:lnTo>
                  <a:lnTo>
                    <a:pt x="14913" y="71402"/>
                  </a:lnTo>
                  <a:lnTo>
                    <a:pt x="15576" y="70531"/>
                  </a:lnTo>
                  <a:lnTo>
                    <a:pt x="15696" y="69935"/>
                  </a:lnTo>
                  <a:lnTo>
                    <a:pt x="14370" y="69922"/>
                  </a:lnTo>
                  <a:lnTo>
                    <a:pt x="13302" y="69075"/>
                  </a:lnTo>
                  <a:lnTo>
                    <a:pt x="12985" y="67704"/>
                  </a:lnTo>
                  <a:lnTo>
                    <a:pt x="13047" y="65295"/>
                  </a:lnTo>
                  <a:lnTo>
                    <a:pt x="13395" y="63855"/>
                  </a:lnTo>
                  <a:lnTo>
                    <a:pt x="14250" y="61954"/>
                  </a:lnTo>
                  <a:lnTo>
                    <a:pt x="15291" y="60690"/>
                  </a:lnTo>
                  <a:lnTo>
                    <a:pt x="15910" y="61014"/>
                  </a:lnTo>
                  <a:lnTo>
                    <a:pt x="17105" y="62719"/>
                  </a:lnTo>
                  <a:lnTo>
                    <a:pt x="17840" y="62241"/>
                  </a:lnTo>
                  <a:lnTo>
                    <a:pt x="17755" y="61693"/>
                  </a:lnTo>
                  <a:lnTo>
                    <a:pt x="16635" y="58979"/>
                  </a:lnTo>
                  <a:lnTo>
                    <a:pt x="16276" y="56969"/>
                  </a:lnTo>
                  <a:lnTo>
                    <a:pt x="16309" y="56011"/>
                  </a:lnTo>
                  <a:lnTo>
                    <a:pt x="18735" y="46435"/>
                  </a:lnTo>
                  <a:lnTo>
                    <a:pt x="19922" y="41297"/>
                  </a:lnTo>
                  <a:lnTo>
                    <a:pt x="21539" y="33470"/>
                  </a:lnTo>
                  <a:lnTo>
                    <a:pt x="21913" y="32225"/>
                  </a:lnTo>
                  <a:lnTo>
                    <a:pt x="22733" y="29916"/>
                  </a:lnTo>
                  <a:lnTo>
                    <a:pt x="23072" y="29289"/>
                  </a:lnTo>
                  <a:lnTo>
                    <a:pt x="24130" y="29283"/>
                  </a:lnTo>
                  <a:lnTo>
                    <a:pt x="24786" y="29003"/>
                  </a:lnTo>
                  <a:lnTo>
                    <a:pt x="23826" y="27983"/>
                  </a:lnTo>
                  <a:lnTo>
                    <a:pt x="23482" y="27273"/>
                  </a:lnTo>
                  <a:lnTo>
                    <a:pt x="23442" y="26524"/>
                  </a:lnTo>
                  <a:lnTo>
                    <a:pt x="23704" y="25739"/>
                  </a:lnTo>
                  <a:lnTo>
                    <a:pt x="24076" y="25159"/>
                  </a:lnTo>
                  <a:lnTo>
                    <a:pt x="25331" y="23904"/>
                  </a:lnTo>
                  <a:lnTo>
                    <a:pt x="26221" y="21838"/>
                  </a:lnTo>
                  <a:lnTo>
                    <a:pt x="26761" y="19405"/>
                  </a:lnTo>
                  <a:lnTo>
                    <a:pt x="26681" y="18576"/>
                  </a:lnTo>
                  <a:lnTo>
                    <a:pt x="26402" y="17751"/>
                  </a:lnTo>
                  <a:lnTo>
                    <a:pt x="26418" y="17302"/>
                  </a:lnTo>
                  <a:lnTo>
                    <a:pt x="27094" y="16795"/>
                  </a:lnTo>
                  <a:lnTo>
                    <a:pt x="28811" y="13907"/>
                  </a:lnTo>
                  <a:lnTo>
                    <a:pt x="29035" y="13353"/>
                  </a:lnTo>
                  <a:lnTo>
                    <a:pt x="29662" y="9499"/>
                  </a:lnTo>
                  <a:lnTo>
                    <a:pt x="30432" y="7789"/>
                  </a:lnTo>
                  <a:lnTo>
                    <a:pt x="31152" y="6912"/>
                  </a:lnTo>
                  <a:lnTo>
                    <a:pt x="32299" y="5823"/>
                  </a:lnTo>
                  <a:lnTo>
                    <a:pt x="35826" y="3184"/>
                  </a:lnTo>
                  <a:lnTo>
                    <a:pt x="37891" y="828"/>
                  </a:lnTo>
                  <a:lnTo>
                    <a:pt x="39293" y="959"/>
                  </a:lnTo>
                  <a:lnTo>
                    <a:pt x="39705" y="2602"/>
                  </a:lnTo>
                  <a:lnTo>
                    <a:pt x="41696" y="3694"/>
                  </a:lnTo>
                  <a:lnTo>
                    <a:pt x="42047" y="2522"/>
                  </a:lnTo>
                  <a:lnTo>
                    <a:pt x="41581" y="1092"/>
                  </a:lnTo>
                  <a:lnTo>
                    <a:pt x="41969" y="516"/>
                  </a:lnTo>
                  <a:lnTo>
                    <a:pt x="43613" y="0"/>
                  </a:lnTo>
                  <a:lnTo>
                    <a:pt x="43899" y="193"/>
                  </a:lnTo>
                  <a:lnTo>
                    <a:pt x="44390" y="10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1713424" y="2106136"/>
              <a:ext cx="2639" cy="7423"/>
            </a:xfrm>
            <a:custGeom>
              <a:avLst/>
              <a:pathLst>
                <a:path w="2639" h="7423">
                  <a:moveTo>
                    <a:pt x="2544" y="6929"/>
                  </a:moveTo>
                  <a:lnTo>
                    <a:pt x="2356" y="7423"/>
                  </a:lnTo>
                  <a:lnTo>
                    <a:pt x="1902" y="7421"/>
                  </a:lnTo>
                  <a:lnTo>
                    <a:pt x="1183" y="6925"/>
                  </a:lnTo>
                  <a:lnTo>
                    <a:pt x="646" y="5829"/>
                  </a:lnTo>
                  <a:lnTo>
                    <a:pt x="0" y="2413"/>
                  </a:lnTo>
                  <a:lnTo>
                    <a:pt x="72" y="1826"/>
                  </a:lnTo>
                  <a:lnTo>
                    <a:pt x="295" y="1229"/>
                  </a:lnTo>
                  <a:lnTo>
                    <a:pt x="1328" y="0"/>
                  </a:lnTo>
                  <a:lnTo>
                    <a:pt x="1704" y="135"/>
                  </a:lnTo>
                  <a:lnTo>
                    <a:pt x="1839" y="1028"/>
                  </a:lnTo>
                  <a:lnTo>
                    <a:pt x="2455" y="3041"/>
                  </a:lnTo>
                  <a:lnTo>
                    <a:pt x="2639" y="3632"/>
                  </a:lnTo>
                  <a:lnTo>
                    <a:pt x="2639" y="59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539296" y="2097662"/>
              <a:ext cx="1652" cy="3142"/>
            </a:xfrm>
            <a:custGeom>
              <a:avLst/>
              <a:pathLst>
                <a:path w="1652" h="3142">
                  <a:moveTo>
                    <a:pt x="663" y="3117"/>
                  </a:moveTo>
                  <a:lnTo>
                    <a:pt x="121" y="3142"/>
                  </a:lnTo>
                  <a:lnTo>
                    <a:pt x="0" y="2810"/>
                  </a:lnTo>
                  <a:lnTo>
                    <a:pt x="225" y="1675"/>
                  </a:lnTo>
                  <a:lnTo>
                    <a:pt x="830" y="363"/>
                  </a:lnTo>
                  <a:lnTo>
                    <a:pt x="1652" y="0"/>
                  </a:lnTo>
                  <a:lnTo>
                    <a:pt x="1431" y="19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264220" y="2094620"/>
              <a:ext cx="4241" cy="4529"/>
            </a:xfrm>
            <a:custGeom>
              <a:avLst/>
              <a:pathLst>
                <a:path w="4241" h="4529">
                  <a:moveTo>
                    <a:pt x="2946" y="4319"/>
                  </a:moveTo>
                  <a:lnTo>
                    <a:pt x="2477" y="4529"/>
                  </a:lnTo>
                  <a:lnTo>
                    <a:pt x="1398" y="4290"/>
                  </a:lnTo>
                  <a:lnTo>
                    <a:pt x="532" y="3549"/>
                  </a:lnTo>
                  <a:lnTo>
                    <a:pt x="0" y="2602"/>
                  </a:lnTo>
                  <a:lnTo>
                    <a:pt x="3507" y="0"/>
                  </a:lnTo>
                  <a:lnTo>
                    <a:pt x="4229" y="334"/>
                  </a:lnTo>
                  <a:lnTo>
                    <a:pt x="4241" y="799"/>
                  </a:lnTo>
                  <a:lnTo>
                    <a:pt x="3714" y="2193"/>
                  </a:lnTo>
                  <a:lnTo>
                    <a:pt x="3574" y="3128"/>
                  </a:lnTo>
                  <a:lnTo>
                    <a:pt x="3318" y="38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1679714" y="2093068"/>
              <a:ext cx="1211" cy="5641"/>
            </a:xfrm>
            <a:custGeom>
              <a:avLst/>
              <a:pathLst>
                <a:path w="1211" h="5641">
                  <a:moveTo>
                    <a:pt x="999" y="5585"/>
                  </a:moveTo>
                  <a:lnTo>
                    <a:pt x="795" y="5641"/>
                  </a:lnTo>
                  <a:lnTo>
                    <a:pt x="418" y="5029"/>
                  </a:lnTo>
                  <a:lnTo>
                    <a:pt x="158" y="4041"/>
                  </a:lnTo>
                  <a:lnTo>
                    <a:pt x="0" y="1465"/>
                  </a:lnTo>
                  <a:lnTo>
                    <a:pt x="115" y="415"/>
                  </a:lnTo>
                  <a:lnTo>
                    <a:pt x="218" y="0"/>
                  </a:lnTo>
                  <a:lnTo>
                    <a:pt x="1211" y="16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1710055" y="2074342"/>
              <a:ext cx="2249" cy="11727"/>
            </a:xfrm>
            <a:custGeom>
              <a:avLst/>
              <a:pathLst>
                <a:path w="2249" h="11727">
                  <a:moveTo>
                    <a:pt x="870" y="11331"/>
                  </a:moveTo>
                  <a:lnTo>
                    <a:pt x="0" y="11727"/>
                  </a:lnTo>
                  <a:lnTo>
                    <a:pt x="289" y="10143"/>
                  </a:lnTo>
                  <a:lnTo>
                    <a:pt x="373" y="9205"/>
                  </a:lnTo>
                  <a:lnTo>
                    <a:pt x="217" y="8322"/>
                  </a:lnTo>
                  <a:lnTo>
                    <a:pt x="107" y="6619"/>
                  </a:lnTo>
                  <a:lnTo>
                    <a:pt x="63" y="2599"/>
                  </a:lnTo>
                  <a:lnTo>
                    <a:pt x="914" y="73"/>
                  </a:lnTo>
                  <a:lnTo>
                    <a:pt x="2249" y="0"/>
                  </a:lnTo>
                  <a:lnTo>
                    <a:pt x="2236" y="1275"/>
                  </a:lnTo>
                  <a:lnTo>
                    <a:pt x="1672" y="6977"/>
                  </a:lnTo>
                  <a:lnTo>
                    <a:pt x="1381" y="9614"/>
                  </a:lnTo>
                  <a:lnTo>
                    <a:pt x="1156" y="105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1700717" y="2073549"/>
              <a:ext cx="3757" cy="10252"/>
            </a:xfrm>
            <a:custGeom>
              <a:avLst/>
              <a:pathLst>
                <a:path w="3757" h="10252">
                  <a:moveTo>
                    <a:pt x="3757" y="8900"/>
                  </a:moveTo>
                  <a:lnTo>
                    <a:pt x="3396" y="10252"/>
                  </a:lnTo>
                  <a:lnTo>
                    <a:pt x="1878" y="6999"/>
                  </a:lnTo>
                  <a:lnTo>
                    <a:pt x="1325" y="6084"/>
                  </a:lnTo>
                  <a:lnTo>
                    <a:pt x="196" y="2631"/>
                  </a:lnTo>
                  <a:lnTo>
                    <a:pt x="0" y="1148"/>
                  </a:lnTo>
                  <a:lnTo>
                    <a:pt x="48" y="308"/>
                  </a:lnTo>
                  <a:lnTo>
                    <a:pt x="247" y="0"/>
                  </a:lnTo>
                  <a:lnTo>
                    <a:pt x="598" y="217"/>
                  </a:lnTo>
                  <a:lnTo>
                    <a:pt x="926" y="590"/>
                  </a:lnTo>
                  <a:lnTo>
                    <a:pt x="3108" y="4417"/>
                  </a:lnTo>
                  <a:lnTo>
                    <a:pt x="3718" y="62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1697912" y="2062406"/>
              <a:ext cx="2282" cy="6030"/>
            </a:xfrm>
            <a:custGeom>
              <a:avLst/>
              <a:pathLst>
                <a:path w="2282" h="6030">
                  <a:moveTo>
                    <a:pt x="2282" y="5795"/>
                  </a:moveTo>
                  <a:lnTo>
                    <a:pt x="2112" y="6030"/>
                  </a:lnTo>
                  <a:lnTo>
                    <a:pt x="1643" y="5635"/>
                  </a:lnTo>
                  <a:lnTo>
                    <a:pt x="1192" y="4863"/>
                  </a:lnTo>
                  <a:lnTo>
                    <a:pt x="419" y="2676"/>
                  </a:lnTo>
                  <a:lnTo>
                    <a:pt x="165" y="1755"/>
                  </a:lnTo>
                  <a:lnTo>
                    <a:pt x="0" y="263"/>
                  </a:lnTo>
                  <a:lnTo>
                    <a:pt x="155" y="0"/>
                  </a:lnTo>
                  <a:lnTo>
                    <a:pt x="491" y="157"/>
                  </a:lnTo>
                  <a:lnTo>
                    <a:pt x="726" y="402"/>
                  </a:lnTo>
                  <a:lnTo>
                    <a:pt x="1944" y="40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237018" y="2061344"/>
              <a:ext cx="15099" cy="14487"/>
            </a:xfrm>
            <a:custGeom>
              <a:avLst/>
              <a:pathLst>
                <a:path w="15099" h="14487">
                  <a:moveTo>
                    <a:pt x="14848" y="14094"/>
                  </a:moveTo>
                  <a:lnTo>
                    <a:pt x="14045" y="14487"/>
                  </a:lnTo>
                  <a:lnTo>
                    <a:pt x="11689" y="13699"/>
                  </a:lnTo>
                  <a:lnTo>
                    <a:pt x="10704" y="13131"/>
                  </a:lnTo>
                  <a:lnTo>
                    <a:pt x="7801" y="11000"/>
                  </a:lnTo>
                  <a:lnTo>
                    <a:pt x="2273" y="7870"/>
                  </a:lnTo>
                  <a:lnTo>
                    <a:pt x="388" y="6316"/>
                  </a:lnTo>
                  <a:lnTo>
                    <a:pt x="0" y="5152"/>
                  </a:lnTo>
                  <a:lnTo>
                    <a:pt x="1000" y="2719"/>
                  </a:lnTo>
                  <a:lnTo>
                    <a:pt x="1565" y="1734"/>
                  </a:lnTo>
                  <a:lnTo>
                    <a:pt x="2179" y="1122"/>
                  </a:lnTo>
                  <a:lnTo>
                    <a:pt x="7993" y="0"/>
                  </a:lnTo>
                  <a:lnTo>
                    <a:pt x="10261" y="545"/>
                  </a:lnTo>
                  <a:lnTo>
                    <a:pt x="12932" y="5528"/>
                  </a:lnTo>
                  <a:lnTo>
                    <a:pt x="14466" y="8894"/>
                  </a:lnTo>
                  <a:lnTo>
                    <a:pt x="15089" y="11603"/>
                  </a:lnTo>
                  <a:lnTo>
                    <a:pt x="15099" y="129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1663482" y="2061132"/>
              <a:ext cx="16245" cy="31848"/>
            </a:xfrm>
            <a:custGeom>
              <a:avLst/>
              <a:pathLst>
                <a:path w="16245" h="31848">
                  <a:moveTo>
                    <a:pt x="9005" y="1060"/>
                  </a:moveTo>
                  <a:lnTo>
                    <a:pt x="10156" y="3796"/>
                  </a:lnTo>
                  <a:lnTo>
                    <a:pt x="10499" y="6245"/>
                  </a:lnTo>
                  <a:lnTo>
                    <a:pt x="10357" y="9138"/>
                  </a:lnTo>
                  <a:lnTo>
                    <a:pt x="8533" y="10235"/>
                  </a:lnTo>
                  <a:lnTo>
                    <a:pt x="7575" y="9361"/>
                  </a:lnTo>
                  <a:lnTo>
                    <a:pt x="7158" y="9524"/>
                  </a:lnTo>
                  <a:lnTo>
                    <a:pt x="6529" y="10389"/>
                  </a:lnTo>
                  <a:lnTo>
                    <a:pt x="7294" y="10777"/>
                  </a:lnTo>
                  <a:lnTo>
                    <a:pt x="8365" y="12196"/>
                  </a:lnTo>
                  <a:lnTo>
                    <a:pt x="9305" y="14037"/>
                  </a:lnTo>
                  <a:lnTo>
                    <a:pt x="10630" y="14367"/>
                  </a:lnTo>
                  <a:lnTo>
                    <a:pt x="12394" y="15653"/>
                  </a:lnTo>
                  <a:lnTo>
                    <a:pt x="11059" y="17968"/>
                  </a:lnTo>
                  <a:lnTo>
                    <a:pt x="10857" y="19302"/>
                  </a:lnTo>
                  <a:lnTo>
                    <a:pt x="12523" y="22992"/>
                  </a:lnTo>
                  <a:lnTo>
                    <a:pt x="12681" y="23914"/>
                  </a:lnTo>
                  <a:lnTo>
                    <a:pt x="13214" y="24103"/>
                  </a:lnTo>
                  <a:lnTo>
                    <a:pt x="14457" y="23805"/>
                  </a:lnTo>
                  <a:lnTo>
                    <a:pt x="14615" y="24098"/>
                  </a:lnTo>
                  <a:lnTo>
                    <a:pt x="14612" y="24862"/>
                  </a:lnTo>
                  <a:lnTo>
                    <a:pt x="13850" y="27005"/>
                  </a:lnTo>
                  <a:lnTo>
                    <a:pt x="13931" y="27432"/>
                  </a:lnTo>
                  <a:lnTo>
                    <a:pt x="14621" y="27769"/>
                  </a:lnTo>
                  <a:lnTo>
                    <a:pt x="15944" y="27785"/>
                  </a:lnTo>
                  <a:lnTo>
                    <a:pt x="16245" y="29914"/>
                  </a:lnTo>
                  <a:lnTo>
                    <a:pt x="15048" y="31848"/>
                  </a:lnTo>
                  <a:lnTo>
                    <a:pt x="12773" y="29355"/>
                  </a:lnTo>
                  <a:lnTo>
                    <a:pt x="11760" y="26871"/>
                  </a:lnTo>
                  <a:lnTo>
                    <a:pt x="11181" y="24569"/>
                  </a:lnTo>
                  <a:lnTo>
                    <a:pt x="10482" y="23268"/>
                  </a:lnTo>
                  <a:lnTo>
                    <a:pt x="8370" y="20381"/>
                  </a:lnTo>
                  <a:lnTo>
                    <a:pt x="5161" y="14143"/>
                  </a:lnTo>
                  <a:lnTo>
                    <a:pt x="4334" y="13242"/>
                  </a:lnTo>
                  <a:lnTo>
                    <a:pt x="3499" y="10774"/>
                  </a:lnTo>
                  <a:lnTo>
                    <a:pt x="3256" y="9587"/>
                  </a:lnTo>
                  <a:lnTo>
                    <a:pt x="3277" y="8792"/>
                  </a:lnTo>
                  <a:lnTo>
                    <a:pt x="3602" y="8372"/>
                  </a:lnTo>
                  <a:lnTo>
                    <a:pt x="4563" y="8095"/>
                  </a:lnTo>
                  <a:lnTo>
                    <a:pt x="4576" y="6859"/>
                  </a:lnTo>
                  <a:lnTo>
                    <a:pt x="886" y="4715"/>
                  </a:lnTo>
                  <a:lnTo>
                    <a:pt x="476" y="4276"/>
                  </a:lnTo>
                  <a:lnTo>
                    <a:pt x="0" y="2775"/>
                  </a:lnTo>
                  <a:lnTo>
                    <a:pt x="256" y="2556"/>
                  </a:lnTo>
                  <a:lnTo>
                    <a:pt x="2286" y="2817"/>
                  </a:lnTo>
                  <a:lnTo>
                    <a:pt x="4461" y="2096"/>
                  </a:lnTo>
                  <a:lnTo>
                    <a:pt x="5800" y="1545"/>
                  </a:lnTo>
                  <a:lnTo>
                    <a:pt x="6328" y="871"/>
                  </a:lnTo>
                  <a:lnTo>
                    <a:pt x="7422" y="0"/>
                  </a:lnTo>
                  <a:lnTo>
                    <a:pt x="7872" y="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1701664" y="2059699"/>
              <a:ext cx="7696" cy="29262"/>
            </a:xfrm>
            <a:custGeom>
              <a:avLst/>
              <a:pathLst>
                <a:path w="7696" h="29262">
                  <a:moveTo>
                    <a:pt x="7175" y="10052"/>
                  </a:moveTo>
                  <a:lnTo>
                    <a:pt x="7696" y="19479"/>
                  </a:lnTo>
                  <a:lnTo>
                    <a:pt x="7658" y="22496"/>
                  </a:lnTo>
                  <a:lnTo>
                    <a:pt x="6898" y="24470"/>
                  </a:lnTo>
                  <a:lnTo>
                    <a:pt x="6362" y="27777"/>
                  </a:lnTo>
                  <a:lnTo>
                    <a:pt x="5738" y="29262"/>
                  </a:lnTo>
                  <a:lnTo>
                    <a:pt x="5148" y="27285"/>
                  </a:lnTo>
                  <a:lnTo>
                    <a:pt x="5096" y="24000"/>
                  </a:lnTo>
                  <a:lnTo>
                    <a:pt x="4938" y="21389"/>
                  </a:lnTo>
                  <a:lnTo>
                    <a:pt x="4745" y="20139"/>
                  </a:lnTo>
                  <a:lnTo>
                    <a:pt x="4973" y="15263"/>
                  </a:lnTo>
                  <a:lnTo>
                    <a:pt x="4709" y="15622"/>
                  </a:lnTo>
                  <a:lnTo>
                    <a:pt x="4009" y="17762"/>
                  </a:lnTo>
                  <a:lnTo>
                    <a:pt x="3230" y="17909"/>
                  </a:lnTo>
                  <a:lnTo>
                    <a:pt x="1833" y="15482"/>
                  </a:lnTo>
                  <a:lnTo>
                    <a:pt x="1131" y="13517"/>
                  </a:lnTo>
                  <a:lnTo>
                    <a:pt x="1015" y="11467"/>
                  </a:lnTo>
                  <a:lnTo>
                    <a:pt x="95" y="9307"/>
                  </a:lnTo>
                  <a:lnTo>
                    <a:pt x="0" y="8547"/>
                  </a:lnTo>
                  <a:lnTo>
                    <a:pt x="75" y="7742"/>
                  </a:lnTo>
                  <a:lnTo>
                    <a:pt x="831" y="5592"/>
                  </a:lnTo>
                  <a:lnTo>
                    <a:pt x="1138" y="4143"/>
                  </a:lnTo>
                  <a:lnTo>
                    <a:pt x="1407" y="1161"/>
                  </a:lnTo>
                  <a:lnTo>
                    <a:pt x="1715" y="0"/>
                  </a:lnTo>
                  <a:lnTo>
                    <a:pt x="2431" y="164"/>
                  </a:lnTo>
                  <a:lnTo>
                    <a:pt x="3708" y="1517"/>
                  </a:lnTo>
                  <a:lnTo>
                    <a:pt x="5041" y="2986"/>
                  </a:lnTo>
                  <a:lnTo>
                    <a:pt x="6264" y="49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1699996" y="2058217"/>
              <a:ext cx="1856" cy="6481"/>
            </a:xfrm>
            <a:custGeom>
              <a:avLst/>
              <a:pathLst>
                <a:path w="1856" h="6481">
                  <a:moveTo>
                    <a:pt x="1856" y="6270"/>
                  </a:moveTo>
                  <a:lnTo>
                    <a:pt x="1794" y="6481"/>
                  </a:lnTo>
                  <a:lnTo>
                    <a:pt x="617" y="6475"/>
                  </a:lnTo>
                  <a:lnTo>
                    <a:pt x="289" y="6173"/>
                  </a:lnTo>
                  <a:lnTo>
                    <a:pt x="83" y="5553"/>
                  </a:lnTo>
                  <a:lnTo>
                    <a:pt x="0" y="4612"/>
                  </a:lnTo>
                  <a:lnTo>
                    <a:pt x="191" y="3480"/>
                  </a:lnTo>
                  <a:lnTo>
                    <a:pt x="887" y="1317"/>
                  </a:lnTo>
                  <a:lnTo>
                    <a:pt x="909" y="395"/>
                  </a:lnTo>
                  <a:lnTo>
                    <a:pt x="1056" y="0"/>
                  </a:lnTo>
                  <a:lnTo>
                    <a:pt x="1544" y="1089"/>
                  </a:lnTo>
                  <a:lnTo>
                    <a:pt x="1751" y="20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259334" y="2057201"/>
              <a:ext cx="1541" cy="2664"/>
            </a:xfrm>
            <a:custGeom>
              <a:avLst/>
              <a:pathLst>
                <a:path w="1541" h="2664">
                  <a:moveTo>
                    <a:pt x="1541" y="1781"/>
                  </a:moveTo>
                  <a:lnTo>
                    <a:pt x="1529" y="2664"/>
                  </a:lnTo>
                  <a:lnTo>
                    <a:pt x="793" y="2493"/>
                  </a:lnTo>
                  <a:lnTo>
                    <a:pt x="393" y="1988"/>
                  </a:lnTo>
                  <a:lnTo>
                    <a:pt x="69" y="1193"/>
                  </a:lnTo>
                  <a:lnTo>
                    <a:pt x="0" y="595"/>
                  </a:lnTo>
                  <a:lnTo>
                    <a:pt x="276" y="0"/>
                  </a:lnTo>
                  <a:lnTo>
                    <a:pt x="1129" y="3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1686525" y="2049321"/>
              <a:ext cx="8661" cy="13789"/>
            </a:xfrm>
            <a:custGeom>
              <a:avLst/>
              <a:pathLst>
                <a:path w="8661" h="13789">
                  <a:moveTo>
                    <a:pt x="7596" y="13688"/>
                  </a:moveTo>
                  <a:lnTo>
                    <a:pt x="7369" y="13789"/>
                  </a:lnTo>
                  <a:lnTo>
                    <a:pt x="6622" y="13429"/>
                  </a:lnTo>
                  <a:lnTo>
                    <a:pt x="4157" y="8434"/>
                  </a:lnTo>
                  <a:lnTo>
                    <a:pt x="2406" y="6612"/>
                  </a:lnTo>
                  <a:lnTo>
                    <a:pt x="1213" y="4146"/>
                  </a:lnTo>
                  <a:lnTo>
                    <a:pt x="0" y="2568"/>
                  </a:lnTo>
                  <a:lnTo>
                    <a:pt x="744" y="0"/>
                  </a:lnTo>
                  <a:lnTo>
                    <a:pt x="1393" y="317"/>
                  </a:lnTo>
                  <a:lnTo>
                    <a:pt x="3662" y="2407"/>
                  </a:lnTo>
                  <a:lnTo>
                    <a:pt x="5475" y="4433"/>
                  </a:lnTo>
                  <a:lnTo>
                    <a:pt x="6504" y="5755"/>
                  </a:lnTo>
                  <a:lnTo>
                    <a:pt x="8661" y="11417"/>
                  </a:lnTo>
                  <a:lnTo>
                    <a:pt x="8500" y="122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1684371" y="2035791"/>
              <a:ext cx="5348" cy="7241"/>
            </a:xfrm>
            <a:custGeom>
              <a:avLst/>
              <a:pathLst>
                <a:path w="5348" h="7241">
                  <a:moveTo>
                    <a:pt x="5348" y="3855"/>
                  </a:moveTo>
                  <a:lnTo>
                    <a:pt x="4996" y="4917"/>
                  </a:lnTo>
                  <a:lnTo>
                    <a:pt x="4198" y="6582"/>
                  </a:lnTo>
                  <a:lnTo>
                    <a:pt x="3668" y="7241"/>
                  </a:lnTo>
                  <a:lnTo>
                    <a:pt x="3407" y="6899"/>
                  </a:lnTo>
                  <a:lnTo>
                    <a:pt x="2691" y="6714"/>
                  </a:lnTo>
                  <a:lnTo>
                    <a:pt x="1927" y="5056"/>
                  </a:lnTo>
                  <a:lnTo>
                    <a:pt x="1333" y="4394"/>
                  </a:lnTo>
                  <a:lnTo>
                    <a:pt x="938" y="4361"/>
                  </a:lnTo>
                  <a:lnTo>
                    <a:pt x="742" y="4960"/>
                  </a:lnTo>
                  <a:lnTo>
                    <a:pt x="692" y="5761"/>
                  </a:lnTo>
                  <a:lnTo>
                    <a:pt x="787" y="6766"/>
                  </a:lnTo>
                  <a:lnTo>
                    <a:pt x="721" y="7224"/>
                  </a:lnTo>
                  <a:lnTo>
                    <a:pt x="496" y="7134"/>
                  </a:lnTo>
                  <a:lnTo>
                    <a:pt x="270" y="6664"/>
                  </a:lnTo>
                  <a:lnTo>
                    <a:pt x="46" y="5814"/>
                  </a:lnTo>
                  <a:lnTo>
                    <a:pt x="0" y="4950"/>
                  </a:lnTo>
                  <a:lnTo>
                    <a:pt x="131" y="4070"/>
                  </a:lnTo>
                  <a:lnTo>
                    <a:pt x="685" y="2888"/>
                  </a:lnTo>
                  <a:lnTo>
                    <a:pt x="2414" y="438"/>
                  </a:lnTo>
                  <a:lnTo>
                    <a:pt x="2944" y="0"/>
                  </a:lnTo>
                  <a:lnTo>
                    <a:pt x="3519" y="98"/>
                  </a:lnTo>
                  <a:lnTo>
                    <a:pt x="4444" y="1243"/>
                  </a:lnTo>
                  <a:lnTo>
                    <a:pt x="4642" y="15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1657224" y="2033725"/>
              <a:ext cx="16241" cy="28654"/>
            </a:xfrm>
            <a:custGeom>
              <a:avLst/>
              <a:pathLst>
                <a:path w="16241" h="28654">
                  <a:moveTo>
                    <a:pt x="5023" y="929"/>
                  </a:moveTo>
                  <a:lnTo>
                    <a:pt x="6062" y="2667"/>
                  </a:lnTo>
                  <a:lnTo>
                    <a:pt x="8556" y="1562"/>
                  </a:lnTo>
                  <a:lnTo>
                    <a:pt x="9022" y="1774"/>
                  </a:lnTo>
                  <a:lnTo>
                    <a:pt x="9496" y="2441"/>
                  </a:lnTo>
                  <a:lnTo>
                    <a:pt x="10015" y="3856"/>
                  </a:lnTo>
                  <a:lnTo>
                    <a:pt x="10581" y="6019"/>
                  </a:lnTo>
                  <a:lnTo>
                    <a:pt x="10706" y="8384"/>
                  </a:lnTo>
                  <a:lnTo>
                    <a:pt x="10479" y="9231"/>
                  </a:lnTo>
                  <a:lnTo>
                    <a:pt x="10032" y="10170"/>
                  </a:lnTo>
                  <a:lnTo>
                    <a:pt x="6053" y="13926"/>
                  </a:lnTo>
                  <a:lnTo>
                    <a:pt x="5948" y="14288"/>
                  </a:lnTo>
                  <a:lnTo>
                    <a:pt x="6027" y="14625"/>
                  </a:lnTo>
                  <a:lnTo>
                    <a:pt x="6396" y="14988"/>
                  </a:lnTo>
                  <a:lnTo>
                    <a:pt x="7194" y="14940"/>
                  </a:lnTo>
                  <a:lnTo>
                    <a:pt x="10344" y="14009"/>
                  </a:lnTo>
                  <a:lnTo>
                    <a:pt x="10518" y="13359"/>
                  </a:lnTo>
                  <a:lnTo>
                    <a:pt x="10738" y="10399"/>
                  </a:lnTo>
                  <a:lnTo>
                    <a:pt x="11173" y="8828"/>
                  </a:lnTo>
                  <a:lnTo>
                    <a:pt x="11211" y="7642"/>
                  </a:lnTo>
                  <a:lnTo>
                    <a:pt x="10924" y="4819"/>
                  </a:lnTo>
                  <a:lnTo>
                    <a:pt x="10941" y="3683"/>
                  </a:lnTo>
                  <a:lnTo>
                    <a:pt x="13139" y="3455"/>
                  </a:lnTo>
                  <a:lnTo>
                    <a:pt x="14515" y="2410"/>
                  </a:lnTo>
                  <a:lnTo>
                    <a:pt x="15920" y="465"/>
                  </a:lnTo>
                  <a:lnTo>
                    <a:pt x="16241" y="519"/>
                  </a:lnTo>
                  <a:lnTo>
                    <a:pt x="16039" y="4022"/>
                  </a:lnTo>
                  <a:lnTo>
                    <a:pt x="15845" y="5098"/>
                  </a:lnTo>
                  <a:lnTo>
                    <a:pt x="14498" y="9379"/>
                  </a:lnTo>
                  <a:lnTo>
                    <a:pt x="13726" y="13148"/>
                  </a:lnTo>
                  <a:lnTo>
                    <a:pt x="13349" y="16873"/>
                  </a:lnTo>
                  <a:lnTo>
                    <a:pt x="13284" y="23040"/>
                  </a:lnTo>
                  <a:lnTo>
                    <a:pt x="12951" y="25123"/>
                  </a:lnTo>
                  <a:lnTo>
                    <a:pt x="12339" y="26409"/>
                  </a:lnTo>
                  <a:lnTo>
                    <a:pt x="8524" y="28654"/>
                  </a:lnTo>
                  <a:lnTo>
                    <a:pt x="6557" y="28511"/>
                  </a:lnTo>
                  <a:lnTo>
                    <a:pt x="4804" y="26468"/>
                  </a:lnTo>
                  <a:lnTo>
                    <a:pt x="3979" y="25070"/>
                  </a:lnTo>
                  <a:lnTo>
                    <a:pt x="4603" y="23375"/>
                  </a:lnTo>
                  <a:lnTo>
                    <a:pt x="5032" y="23295"/>
                  </a:lnTo>
                  <a:lnTo>
                    <a:pt x="6264" y="23629"/>
                  </a:lnTo>
                  <a:lnTo>
                    <a:pt x="7216" y="24261"/>
                  </a:lnTo>
                  <a:lnTo>
                    <a:pt x="7641" y="24288"/>
                  </a:lnTo>
                  <a:lnTo>
                    <a:pt x="7569" y="23890"/>
                  </a:lnTo>
                  <a:lnTo>
                    <a:pt x="4857" y="20694"/>
                  </a:lnTo>
                  <a:lnTo>
                    <a:pt x="2872" y="19242"/>
                  </a:lnTo>
                  <a:lnTo>
                    <a:pt x="2270" y="17618"/>
                  </a:lnTo>
                  <a:lnTo>
                    <a:pt x="2252" y="16357"/>
                  </a:lnTo>
                  <a:lnTo>
                    <a:pt x="2095" y="15653"/>
                  </a:lnTo>
                  <a:lnTo>
                    <a:pt x="518" y="11252"/>
                  </a:lnTo>
                  <a:lnTo>
                    <a:pt x="209" y="9512"/>
                  </a:lnTo>
                  <a:lnTo>
                    <a:pt x="3" y="7052"/>
                  </a:lnTo>
                  <a:lnTo>
                    <a:pt x="0" y="4530"/>
                  </a:lnTo>
                  <a:lnTo>
                    <a:pt x="386" y="440"/>
                  </a:lnTo>
                  <a:lnTo>
                    <a:pt x="562" y="0"/>
                  </a:lnTo>
                  <a:lnTo>
                    <a:pt x="1209" y="33"/>
                  </a:lnTo>
                  <a:lnTo>
                    <a:pt x="2326" y="5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1681512" y="2019753"/>
              <a:ext cx="2334" cy="4550"/>
            </a:xfrm>
            <a:custGeom>
              <a:avLst/>
              <a:pathLst>
                <a:path w="2334" h="4550">
                  <a:moveTo>
                    <a:pt x="362" y="4513"/>
                  </a:moveTo>
                  <a:lnTo>
                    <a:pt x="99" y="4550"/>
                  </a:lnTo>
                  <a:lnTo>
                    <a:pt x="0" y="3933"/>
                  </a:lnTo>
                  <a:lnTo>
                    <a:pt x="63" y="2657"/>
                  </a:lnTo>
                  <a:lnTo>
                    <a:pt x="422" y="499"/>
                  </a:lnTo>
                  <a:lnTo>
                    <a:pt x="592" y="0"/>
                  </a:lnTo>
                  <a:lnTo>
                    <a:pt x="2066" y="380"/>
                  </a:lnTo>
                  <a:lnTo>
                    <a:pt x="2282" y="532"/>
                  </a:lnTo>
                  <a:lnTo>
                    <a:pt x="2334" y="947"/>
                  </a:lnTo>
                  <a:lnTo>
                    <a:pt x="2221" y="1627"/>
                  </a:lnTo>
                  <a:lnTo>
                    <a:pt x="1747" y="25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1685869" y="2008108"/>
              <a:ext cx="4217" cy="8189"/>
            </a:xfrm>
            <a:custGeom>
              <a:avLst/>
              <a:pathLst>
                <a:path w="4217" h="8189">
                  <a:moveTo>
                    <a:pt x="0" y="7570"/>
                  </a:moveTo>
                  <a:lnTo>
                    <a:pt x="931" y="5664"/>
                  </a:lnTo>
                  <a:lnTo>
                    <a:pt x="2984" y="2361"/>
                  </a:lnTo>
                  <a:lnTo>
                    <a:pt x="4102" y="0"/>
                  </a:lnTo>
                  <a:lnTo>
                    <a:pt x="4217" y="2330"/>
                  </a:lnTo>
                  <a:lnTo>
                    <a:pt x="2565" y="6244"/>
                  </a:lnTo>
                  <a:lnTo>
                    <a:pt x="452" y="81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473705" y="1975162"/>
              <a:ext cx="2730" cy="3713"/>
            </a:xfrm>
            <a:custGeom>
              <a:avLst/>
              <a:pathLst>
                <a:path w="2730" h="3713">
                  <a:moveTo>
                    <a:pt x="2286" y="2999"/>
                  </a:moveTo>
                  <a:lnTo>
                    <a:pt x="2420" y="3713"/>
                  </a:lnTo>
                  <a:lnTo>
                    <a:pt x="668" y="3198"/>
                  </a:lnTo>
                  <a:lnTo>
                    <a:pt x="51" y="2747"/>
                  </a:lnTo>
                  <a:lnTo>
                    <a:pt x="0" y="2272"/>
                  </a:lnTo>
                  <a:lnTo>
                    <a:pt x="87" y="1532"/>
                  </a:lnTo>
                  <a:lnTo>
                    <a:pt x="434" y="663"/>
                  </a:lnTo>
                  <a:lnTo>
                    <a:pt x="1236" y="0"/>
                  </a:lnTo>
                  <a:lnTo>
                    <a:pt x="1672" y="341"/>
                  </a:lnTo>
                  <a:lnTo>
                    <a:pt x="2605" y="1240"/>
                  </a:lnTo>
                  <a:lnTo>
                    <a:pt x="2730" y="17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272509" y="1966345"/>
              <a:ext cx="2914" cy="9094"/>
            </a:xfrm>
            <a:custGeom>
              <a:avLst/>
              <a:pathLst>
                <a:path w="2914" h="9094">
                  <a:moveTo>
                    <a:pt x="991" y="8684"/>
                  </a:moveTo>
                  <a:lnTo>
                    <a:pt x="414" y="9094"/>
                  </a:lnTo>
                  <a:lnTo>
                    <a:pt x="0" y="9053"/>
                  </a:lnTo>
                  <a:lnTo>
                    <a:pt x="77" y="8062"/>
                  </a:lnTo>
                  <a:lnTo>
                    <a:pt x="646" y="6120"/>
                  </a:lnTo>
                  <a:lnTo>
                    <a:pt x="969" y="4413"/>
                  </a:lnTo>
                  <a:lnTo>
                    <a:pt x="1047" y="2941"/>
                  </a:lnTo>
                  <a:lnTo>
                    <a:pt x="1299" y="1652"/>
                  </a:lnTo>
                  <a:lnTo>
                    <a:pt x="1725" y="546"/>
                  </a:lnTo>
                  <a:lnTo>
                    <a:pt x="2149" y="0"/>
                  </a:lnTo>
                  <a:lnTo>
                    <a:pt x="2782" y="17"/>
                  </a:lnTo>
                  <a:lnTo>
                    <a:pt x="2914" y="3599"/>
                  </a:lnTo>
                  <a:lnTo>
                    <a:pt x="2736" y="5280"/>
                  </a:lnTo>
                  <a:lnTo>
                    <a:pt x="2312" y="6687"/>
                  </a:lnTo>
                  <a:lnTo>
                    <a:pt x="1731" y="78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259166" y="1965543"/>
              <a:ext cx="5781" cy="7887"/>
            </a:xfrm>
            <a:custGeom>
              <a:avLst/>
              <a:pathLst>
                <a:path w="5781" h="7887">
                  <a:moveTo>
                    <a:pt x="1263" y="7662"/>
                  </a:moveTo>
                  <a:lnTo>
                    <a:pt x="684" y="7887"/>
                  </a:lnTo>
                  <a:lnTo>
                    <a:pt x="0" y="7460"/>
                  </a:lnTo>
                  <a:lnTo>
                    <a:pt x="356" y="5289"/>
                  </a:lnTo>
                  <a:lnTo>
                    <a:pt x="951" y="4386"/>
                  </a:lnTo>
                  <a:lnTo>
                    <a:pt x="2434" y="3484"/>
                  </a:lnTo>
                  <a:lnTo>
                    <a:pt x="2688" y="2930"/>
                  </a:lnTo>
                  <a:lnTo>
                    <a:pt x="3162" y="2654"/>
                  </a:lnTo>
                  <a:lnTo>
                    <a:pt x="3857" y="2654"/>
                  </a:lnTo>
                  <a:lnTo>
                    <a:pt x="4631" y="1843"/>
                  </a:lnTo>
                  <a:lnTo>
                    <a:pt x="5484" y="222"/>
                  </a:lnTo>
                  <a:lnTo>
                    <a:pt x="5781" y="0"/>
                  </a:lnTo>
                  <a:lnTo>
                    <a:pt x="5181" y="2359"/>
                  </a:lnTo>
                  <a:lnTo>
                    <a:pt x="4552" y="41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260081" y="1961581"/>
              <a:ext cx="12509" cy="23451"/>
            </a:xfrm>
            <a:custGeom>
              <a:avLst/>
              <a:pathLst>
                <a:path w="12509" h="23451">
                  <a:moveTo>
                    <a:pt x="12180" y="9880"/>
                  </a:moveTo>
                  <a:lnTo>
                    <a:pt x="11245" y="12867"/>
                  </a:lnTo>
                  <a:lnTo>
                    <a:pt x="10496" y="15736"/>
                  </a:lnTo>
                  <a:lnTo>
                    <a:pt x="9456" y="21138"/>
                  </a:lnTo>
                  <a:lnTo>
                    <a:pt x="8862" y="21332"/>
                  </a:lnTo>
                  <a:lnTo>
                    <a:pt x="8341" y="20033"/>
                  </a:lnTo>
                  <a:lnTo>
                    <a:pt x="9833" y="13711"/>
                  </a:lnTo>
                  <a:lnTo>
                    <a:pt x="9903" y="13006"/>
                  </a:lnTo>
                  <a:lnTo>
                    <a:pt x="9833" y="12402"/>
                  </a:lnTo>
                  <a:lnTo>
                    <a:pt x="9381" y="11473"/>
                  </a:lnTo>
                  <a:lnTo>
                    <a:pt x="8930" y="12542"/>
                  </a:lnTo>
                  <a:lnTo>
                    <a:pt x="6822" y="19667"/>
                  </a:lnTo>
                  <a:lnTo>
                    <a:pt x="6278" y="20809"/>
                  </a:lnTo>
                  <a:lnTo>
                    <a:pt x="5826" y="21443"/>
                  </a:lnTo>
                  <a:lnTo>
                    <a:pt x="5467" y="21564"/>
                  </a:lnTo>
                  <a:lnTo>
                    <a:pt x="4571" y="21415"/>
                  </a:lnTo>
                  <a:lnTo>
                    <a:pt x="2765" y="23451"/>
                  </a:lnTo>
                  <a:lnTo>
                    <a:pt x="5800" y="14989"/>
                  </a:lnTo>
                  <a:lnTo>
                    <a:pt x="5831" y="14344"/>
                  </a:lnTo>
                  <a:lnTo>
                    <a:pt x="5263" y="13949"/>
                  </a:lnTo>
                  <a:lnTo>
                    <a:pt x="5038" y="14168"/>
                  </a:lnTo>
                  <a:lnTo>
                    <a:pt x="2579" y="19498"/>
                  </a:lnTo>
                  <a:lnTo>
                    <a:pt x="1177" y="21552"/>
                  </a:lnTo>
                  <a:lnTo>
                    <a:pt x="235" y="20929"/>
                  </a:lnTo>
                  <a:lnTo>
                    <a:pt x="0" y="20371"/>
                  </a:lnTo>
                  <a:lnTo>
                    <a:pt x="84" y="19749"/>
                  </a:lnTo>
                  <a:lnTo>
                    <a:pt x="2477" y="14369"/>
                  </a:lnTo>
                  <a:lnTo>
                    <a:pt x="4677" y="10518"/>
                  </a:lnTo>
                  <a:lnTo>
                    <a:pt x="5597" y="8094"/>
                  </a:lnTo>
                  <a:lnTo>
                    <a:pt x="5971" y="5810"/>
                  </a:lnTo>
                  <a:lnTo>
                    <a:pt x="6135" y="4139"/>
                  </a:lnTo>
                  <a:lnTo>
                    <a:pt x="6124" y="2299"/>
                  </a:lnTo>
                  <a:lnTo>
                    <a:pt x="6238" y="1793"/>
                  </a:lnTo>
                  <a:lnTo>
                    <a:pt x="6365" y="1887"/>
                  </a:lnTo>
                  <a:lnTo>
                    <a:pt x="6506" y="2582"/>
                  </a:lnTo>
                  <a:lnTo>
                    <a:pt x="6543" y="4520"/>
                  </a:lnTo>
                  <a:lnTo>
                    <a:pt x="6040" y="8498"/>
                  </a:lnTo>
                  <a:lnTo>
                    <a:pt x="5637" y="10456"/>
                  </a:lnTo>
                  <a:lnTo>
                    <a:pt x="5156" y="12069"/>
                  </a:lnTo>
                  <a:lnTo>
                    <a:pt x="5358" y="12421"/>
                  </a:lnTo>
                  <a:lnTo>
                    <a:pt x="6244" y="11505"/>
                  </a:lnTo>
                  <a:lnTo>
                    <a:pt x="6990" y="9573"/>
                  </a:lnTo>
                  <a:lnTo>
                    <a:pt x="7595" y="6622"/>
                  </a:lnTo>
                  <a:lnTo>
                    <a:pt x="7982" y="4058"/>
                  </a:lnTo>
                  <a:lnTo>
                    <a:pt x="8355" y="0"/>
                  </a:lnTo>
                  <a:lnTo>
                    <a:pt x="8483" y="141"/>
                  </a:lnTo>
                  <a:lnTo>
                    <a:pt x="8658" y="950"/>
                  </a:lnTo>
                  <a:lnTo>
                    <a:pt x="9059" y="1522"/>
                  </a:lnTo>
                  <a:lnTo>
                    <a:pt x="9687" y="1856"/>
                  </a:lnTo>
                  <a:lnTo>
                    <a:pt x="10046" y="2377"/>
                  </a:lnTo>
                  <a:lnTo>
                    <a:pt x="10310" y="3738"/>
                  </a:lnTo>
                  <a:lnTo>
                    <a:pt x="10566" y="4338"/>
                  </a:lnTo>
                  <a:lnTo>
                    <a:pt x="11506" y="4846"/>
                  </a:lnTo>
                  <a:lnTo>
                    <a:pt x="11867" y="5280"/>
                  </a:lnTo>
                  <a:lnTo>
                    <a:pt x="12126" y="6766"/>
                  </a:lnTo>
                  <a:lnTo>
                    <a:pt x="12102" y="7550"/>
                  </a:lnTo>
                  <a:lnTo>
                    <a:pt x="12230" y="8052"/>
                  </a:lnTo>
                  <a:lnTo>
                    <a:pt x="12509" y="82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264904" y="1955722"/>
              <a:ext cx="1151" cy="4576"/>
            </a:xfrm>
            <a:custGeom>
              <a:avLst/>
              <a:pathLst>
                <a:path w="1151" h="4576">
                  <a:moveTo>
                    <a:pt x="742" y="4197"/>
                  </a:moveTo>
                  <a:lnTo>
                    <a:pt x="341" y="4576"/>
                  </a:lnTo>
                  <a:lnTo>
                    <a:pt x="69" y="4544"/>
                  </a:lnTo>
                  <a:lnTo>
                    <a:pt x="372" y="1927"/>
                  </a:lnTo>
                  <a:lnTo>
                    <a:pt x="20" y="1001"/>
                  </a:lnTo>
                  <a:lnTo>
                    <a:pt x="0" y="525"/>
                  </a:lnTo>
                  <a:lnTo>
                    <a:pt x="152" y="89"/>
                  </a:lnTo>
                  <a:lnTo>
                    <a:pt x="348" y="0"/>
                  </a:lnTo>
                  <a:lnTo>
                    <a:pt x="821" y="806"/>
                  </a:lnTo>
                  <a:lnTo>
                    <a:pt x="1050" y="1656"/>
                  </a:lnTo>
                  <a:lnTo>
                    <a:pt x="1151" y="2491"/>
                  </a:lnTo>
                  <a:lnTo>
                    <a:pt x="1123" y="3315"/>
                  </a:lnTo>
                  <a:lnTo>
                    <a:pt x="988" y="38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260792" y="1953755"/>
              <a:ext cx="1351" cy="3195"/>
            </a:xfrm>
            <a:custGeom>
              <a:avLst/>
              <a:pathLst>
                <a:path w="1351" h="3195">
                  <a:moveTo>
                    <a:pt x="893" y="2680"/>
                  </a:moveTo>
                  <a:lnTo>
                    <a:pt x="581" y="3195"/>
                  </a:lnTo>
                  <a:lnTo>
                    <a:pt x="23" y="2615"/>
                  </a:lnTo>
                  <a:lnTo>
                    <a:pt x="0" y="1134"/>
                  </a:lnTo>
                  <a:lnTo>
                    <a:pt x="539" y="0"/>
                  </a:lnTo>
                  <a:lnTo>
                    <a:pt x="967" y="51"/>
                  </a:lnTo>
                  <a:lnTo>
                    <a:pt x="1351" y="655"/>
                  </a:lnTo>
                  <a:lnTo>
                    <a:pt x="1256" y="14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464446" y="1932655"/>
              <a:ext cx="4243" cy="4824"/>
            </a:xfrm>
            <a:custGeom>
              <a:avLst/>
              <a:pathLst>
                <a:path w="4243" h="4824">
                  <a:moveTo>
                    <a:pt x="3039" y="731"/>
                  </a:moveTo>
                  <a:lnTo>
                    <a:pt x="3993" y="1607"/>
                  </a:lnTo>
                  <a:lnTo>
                    <a:pt x="4243" y="4824"/>
                  </a:lnTo>
                  <a:lnTo>
                    <a:pt x="2452" y="4635"/>
                  </a:lnTo>
                  <a:lnTo>
                    <a:pt x="405" y="2480"/>
                  </a:lnTo>
                  <a:lnTo>
                    <a:pt x="0" y="911"/>
                  </a:lnTo>
                  <a:lnTo>
                    <a:pt x="45" y="642"/>
                  </a:lnTo>
                  <a:lnTo>
                    <a:pt x="317" y="372"/>
                  </a:lnTo>
                  <a:lnTo>
                    <a:pt x="837" y="745"/>
                  </a:lnTo>
                  <a:lnTo>
                    <a:pt x="1341" y="183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262012" y="1931810"/>
              <a:ext cx="1416" cy="4891"/>
            </a:xfrm>
            <a:custGeom>
              <a:avLst/>
              <a:pathLst>
                <a:path w="1416" h="4891">
                  <a:moveTo>
                    <a:pt x="1382" y="2731"/>
                  </a:moveTo>
                  <a:lnTo>
                    <a:pt x="1203" y="2967"/>
                  </a:lnTo>
                  <a:lnTo>
                    <a:pt x="715" y="2763"/>
                  </a:lnTo>
                  <a:lnTo>
                    <a:pt x="524" y="4709"/>
                  </a:lnTo>
                  <a:lnTo>
                    <a:pt x="338" y="4891"/>
                  </a:lnTo>
                  <a:lnTo>
                    <a:pt x="0" y="3692"/>
                  </a:lnTo>
                  <a:lnTo>
                    <a:pt x="253" y="2666"/>
                  </a:lnTo>
                  <a:lnTo>
                    <a:pt x="216" y="1960"/>
                  </a:lnTo>
                  <a:lnTo>
                    <a:pt x="311" y="1438"/>
                  </a:lnTo>
                  <a:lnTo>
                    <a:pt x="798" y="272"/>
                  </a:lnTo>
                  <a:lnTo>
                    <a:pt x="1086" y="0"/>
                  </a:lnTo>
                  <a:lnTo>
                    <a:pt x="1266" y="99"/>
                  </a:lnTo>
                  <a:lnTo>
                    <a:pt x="1416" y="15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381078" y="1886358"/>
              <a:ext cx="2244" cy="5478"/>
            </a:xfrm>
            <a:custGeom>
              <a:avLst/>
              <a:pathLst>
                <a:path w="2244" h="5478">
                  <a:moveTo>
                    <a:pt x="2189" y="3129"/>
                  </a:moveTo>
                  <a:lnTo>
                    <a:pt x="1498" y="5276"/>
                  </a:lnTo>
                  <a:lnTo>
                    <a:pt x="580" y="5009"/>
                  </a:lnTo>
                  <a:lnTo>
                    <a:pt x="250" y="5452"/>
                  </a:lnTo>
                  <a:lnTo>
                    <a:pt x="0" y="5478"/>
                  </a:lnTo>
                  <a:lnTo>
                    <a:pt x="414" y="3462"/>
                  </a:lnTo>
                  <a:lnTo>
                    <a:pt x="469" y="2107"/>
                  </a:lnTo>
                  <a:lnTo>
                    <a:pt x="259" y="735"/>
                  </a:lnTo>
                  <a:lnTo>
                    <a:pt x="563" y="37"/>
                  </a:lnTo>
                  <a:lnTo>
                    <a:pt x="1790" y="0"/>
                  </a:lnTo>
                  <a:lnTo>
                    <a:pt x="1805" y="1577"/>
                  </a:lnTo>
                  <a:lnTo>
                    <a:pt x="1955" y="2169"/>
                  </a:lnTo>
                  <a:lnTo>
                    <a:pt x="2244" y="24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256488" y="1869265"/>
              <a:ext cx="1787" cy="3060"/>
            </a:xfrm>
            <a:custGeom>
              <a:avLst/>
              <a:pathLst>
                <a:path w="1787" h="3060">
                  <a:moveTo>
                    <a:pt x="447" y="2969"/>
                  </a:moveTo>
                  <a:lnTo>
                    <a:pt x="84" y="3060"/>
                  </a:lnTo>
                  <a:lnTo>
                    <a:pt x="0" y="2701"/>
                  </a:lnTo>
                  <a:lnTo>
                    <a:pt x="291" y="1490"/>
                  </a:lnTo>
                  <a:lnTo>
                    <a:pt x="772" y="1343"/>
                  </a:lnTo>
                  <a:lnTo>
                    <a:pt x="1302" y="0"/>
                  </a:lnTo>
                  <a:lnTo>
                    <a:pt x="1787" y="464"/>
                  </a:lnTo>
                  <a:lnTo>
                    <a:pt x="1607" y="1214"/>
                  </a:lnTo>
                  <a:lnTo>
                    <a:pt x="955" y="2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258278" y="1864763"/>
              <a:ext cx="3048" cy="3341"/>
            </a:xfrm>
            <a:custGeom>
              <a:avLst/>
              <a:pathLst>
                <a:path w="3048" h="3341">
                  <a:moveTo>
                    <a:pt x="1168" y="3136"/>
                  </a:moveTo>
                  <a:lnTo>
                    <a:pt x="0" y="3341"/>
                  </a:lnTo>
                  <a:lnTo>
                    <a:pt x="509" y="1588"/>
                  </a:lnTo>
                  <a:lnTo>
                    <a:pt x="947" y="741"/>
                  </a:lnTo>
                  <a:lnTo>
                    <a:pt x="1430" y="200"/>
                  </a:lnTo>
                  <a:lnTo>
                    <a:pt x="2398" y="0"/>
                  </a:lnTo>
                  <a:lnTo>
                    <a:pt x="3048" y="704"/>
                  </a:lnTo>
                  <a:lnTo>
                    <a:pt x="2469" y="19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432364" y="1845921"/>
              <a:ext cx="4876" cy="6404"/>
            </a:xfrm>
            <a:custGeom>
              <a:avLst/>
              <a:pathLst>
                <a:path w="4876" h="6404">
                  <a:moveTo>
                    <a:pt x="4876" y="4358"/>
                  </a:moveTo>
                  <a:lnTo>
                    <a:pt x="4479" y="6404"/>
                  </a:lnTo>
                  <a:lnTo>
                    <a:pt x="3159" y="5654"/>
                  </a:lnTo>
                  <a:lnTo>
                    <a:pt x="1118" y="4106"/>
                  </a:lnTo>
                  <a:lnTo>
                    <a:pt x="311" y="3079"/>
                  </a:lnTo>
                  <a:lnTo>
                    <a:pt x="29" y="1955"/>
                  </a:lnTo>
                  <a:lnTo>
                    <a:pt x="0" y="401"/>
                  </a:lnTo>
                  <a:lnTo>
                    <a:pt x="611" y="147"/>
                  </a:lnTo>
                  <a:lnTo>
                    <a:pt x="2159" y="0"/>
                  </a:lnTo>
                  <a:lnTo>
                    <a:pt x="3450" y="2162"/>
                  </a:lnTo>
                  <a:lnTo>
                    <a:pt x="3822" y="24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392263" y="1843757"/>
              <a:ext cx="6234" cy="10487"/>
            </a:xfrm>
            <a:custGeom>
              <a:avLst/>
              <a:pathLst>
                <a:path w="6234" h="10487">
                  <a:moveTo>
                    <a:pt x="1522" y="10251"/>
                  </a:moveTo>
                  <a:lnTo>
                    <a:pt x="496" y="10487"/>
                  </a:lnTo>
                  <a:lnTo>
                    <a:pt x="29" y="9863"/>
                  </a:lnTo>
                  <a:lnTo>
                    <a:pt x="0" y="8069"/>
                  </a:lnTo>
                  <a:lnTo>
                    <a:pt x="336" y="6714"/>
                  </a:lnTo>
                  <a:lnTo>
                    <a:pt x="1511" y="3908"/>
                  </a:lnTo>
                  <a:lnTo>
                    <a:pt x="2566" y="763"/>
                  </a:lnTo>
                  <a:lnTo>
                    <a:pt x="3182" y="0"/>
                  </a:lnTo>
                  <a:lnTo>
                    <a:pt x="4426" y="515"/>
                  </a:lnTo>
                  <a:lnTo>
                    <a:pt x="5151" y="1418"/>
                  </a:lnTo>
                  <a:lnTo>
                    <a:pt x="5908" y="2926"/>
                  </a:lnTo>
                  <a:lnTo>
                    <a:pt x="6234" y="4087"/>
                  </a:lnTo>
                  <a:lnTo>
                    <a:pt x="5946" y="5797"/>
                  </a:lnTo>
                  <a:lnTo>
                    <a:pt x="5059" y="7326"/>
                  </a:lnTo>
                  <a:lnTo>
                    <a:pt x="4037" y="83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275288" y="1836937"/>
              <a:ext cx="4853" cy="3006"/>
            </a:xfrm>
            <a:custGeom>
              <a:avLst/>
              <a:pathLst>
                <a:path w="4853" h="3006">
                  <a:moveTo>
                    <a:pt x="1560" y="2662"/>
                  </a:moveTo>
                  <a:lnTo>
                    <a:pt x="2" y="3006"/>
                  </a:lnTo>
                  <a:lnTo>
                    <a:pt x="0" y="2579"/>
                  </a:lnTo>
                  <a:lnTo>
                    <a:pt x="648" y="1369"/>
                  </a:lnTo>
                  <a:lnTo>
                    <a:pt x="3060" y="311"/>
                  </a:lnTo>
                  <a:lnTo>
                    <a:pt x="4853" y="0"/>
                  </a:lnTo>
                  <a:lnTo>
                    <a:pt x="4431" y="1027"/>
                  </a:lnTo>
                  <a:lnTo>
                    <a:pt x="3368" y="18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425600" y="1811317"/>
              <a:ext cx="8659" cy="9788"/>
            </a:xfrm>
            <a:custGeom>
              <a:avLst/>
              <a:pathLst>
                <a:path w="8659" h="9788">
                  <a:moveTo>
                    <a:pt x="6807" y="9444"/>
                  </a:moveTo>
                  <a:lnTo>
                    <a:pt x="6532" y="9788"/>
                  </a:lnTo>
                  <a:lnTo>
                    <a:pt x="6272" y="9710"/>
                  </a:lnTo>
                  <a:lnTo>
                    <a:pt x="5426" y="8134"/>
                  </a:lnTo>
                  <a:lnTo>
                    <a:pt x="4289" y="7495"/>
                  </a:lnTo>
                  <a:lnTo>
                    <a:pt x="3867" y="6876"/>
                  </a:lnTo>
                  <a:lnTo>
                    <a:pt x="434" y="3630"/>
                  </a:lnTo>
                  <a:lnTo>
                    <a:pt x="60" y="2205"/>
                  </a:lnTo>
                  <a:lnTo>
                    <a:pt x="0" y="1069"/>
                  </a:lnTo>
                  <a:lnTo>
                    <a:pt x="1141" y="515"/>
                  </a:lnTo>
                  <a:lnTo>
                    <a:pt x="3433" y="0"/>
                  </a:lnTo>
                  <a:lnTo>
                    <a:pt x="5424" y="17"/>
                  </a:lnTo>
                  <a:lnTo>
                    <a:pt x="7295" y="693"/>
                  </a:lnTo>
                  <a:lnTo>
                    <a:pt x="7673" y="1419"/>
                  </a:lnTo>
                  <a:lnTo>
                    <a:pt x="8659" y="2738"/>
                  </a:lnTo>
                  <a:lnTo>
                    <a:pt x="8416" y="4324"/>
                  </a:lnTo>
                  <a:lnTo>
                    <a:pt x="8354" y="6329"/>
                  </a:lnTo>
                  <a:lnTo>
                    <a:pt x="7946" y="7306"/>
                  </a:lnTo>
                  <a:lnTo>
                    <a:pt x="7318" y="80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2110321" y="1803950"/>
              <a:ext cx="2312" cy="2757"/>
            </a:xfrm>
            <a:custGeom>
              <a:avLst/>
              <a:pathLst>
                <a:path w="2312" h="2757">
                  <a:moveTo>
                    <a:pt x="1734" y="2686"/>
                  </a:moveTo>
                  <a:lnTo>
                    <a:pt x="1270" y="2757"/>
                  </a:lnTo>
                  <a:lnTo>
                    <a:pt x="228" y="1249"/>
                  </a:lnTo>
                  <a:lnTo>
                    <a:pt x="0" y="486"/>
                  </a:lnTo>
                  <a:lnTo>
                    <a:pt x="1372" y="0"/>
                  </a:lnTo>
                  <a:lnTo>
                    <a:pt x="2312" y="1338"/>
                  </a:lnTo>
                  <a:lnTo>
                    <a:pt x="2233" y="19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427834" y="1803707"/>
              <a:ext cx="4426" cy="6225"/>
            </a:xfrm>
            <a:custGeom>
              <a:avLst/>
              <a:pathLst>
                <a:path w="4426" h="6225">
                  <a:moveTo>
                    <a:pt x="2325" y="1895"/>
                  </a:moveTo>
                  <a:lnTo>
                    <a:pt x="2581" y="2155"/>
                  </a:lnTo>
                  <a:lnTo>
                    <a:pt x="2887" y="1849"/>
                  </a:lnTo>
                  <a:lnTo>
                    <a:pt x="3120" y="2113"/>
                  </a:lnTo>
                  <a:lnTo>
                    <a:pt x="3278" y="2950"/>
                  </a:lnTo>
                  <a:lnTo>
                    <a:pt x="3540" y="3530"/>
                  </a:lnTo>
                  <a:lnTo>
                    <a:pt x="4203" y="4286"/>
                  </a:lnTo>
                  <a:lnTo>
                    <a:pt x="4426" y="4826"/>
                  </a:lnTo>
                  <a:lnTo>
                    <a:pt x="4409" y="5368"/>
                  </a:lnTo>
                  <a:lnTo>
                    <a:pt x="3846" y="6202"/>
                  </a:lnTo>
                  <a:lnTo>
                    <a:pt x="3493" y="6225"/>
                  </a:lnTo>
                  <a:lnTo>
                    <a:pt x="788" y="4301"/>
                  </a:lnTo>
                  <a:lnTo>
                    <a:pt x="57" y="2340"/>
                  </a:lnTo>
                  <a:lnTo>
                    <a:pt x="0" y="1344"/>
                  </a:lnTo>
                  <a:lnTo>
                    <a:pt x="281" y="438"/>
                  </a:lnTo>
                  <a:lnTo>
                    <a:pt x="697" y="0"/>
                  </a:lnTo>
                  <a:lnTo>
                    <a:pt x="1245" y="28"/>
                  </a:lnTo>
                  <a:lnTo>
                    <a:pt x="1896" y="5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256997" y="1789819"/>
              <a:ext cx="11444" cy="24188"/>
            </a:xfrm>
            <a:custGeom>
              <a:avLst/>
              <a:pathLst>
                <a:path w="11444" h="24188">
                  <a:moveTo>
                    <a:pt x="8340" y="44"/>
                  </a:moveTo>
                  <a:lnTo>
                    <a:pt x="9239" y="848"/>
                  </a:lnTo>
                  <a:lnTo>
                    <a:pt x="10717" y="3531"/>
                  </a:lnTo>
                  <a:lnTo>
                    <a:pt x="11280" y="4892"/>
                  </a:lnTo>
                  <a:lnTo>
                    <a:pt x="11444" y="6714"/>
                  </a:lnTo>
                  <a:lnTo>
                    <a:pt x="11053" y="9151"/>
                  </a:lnTo>
                  <a:lnTo>
                    <a:pt x="10854" y="11440"/>
                  </a:lnTo>
                  <a:lnTo>
                    <a:pt x="10305" y="13162"/>
                  </a:lnTo>
                  <a:lnTo>
                    <a:pt x="9285" y="15339"/>
                  </a:lnTo>
                  <a:lnTo>
                    <a:pt x="8380" y="17883"/>
                  </a:lnTo>
                  <a:lnTo>
                    <a:pt x="7591" y="20791"/>
                  </a:lnTo>
                  <a:lnTo>
                    <a:pt x="6939" y="22717"/>
                  </a:lnTo>
                  <a:lnTo>
                    <a:pt x="6422" y="23659"/>
                  </a:lnTo>
                  <a:lnTo>
                    <a:pt x="5865" y="24149"/>
                  </a:lnTo>
                  <a:lnTo>
                    <a:pt x="5265" y="24188"/>
                  </a:lnTo>
                  <a:lnTo>
                    <a:pt x="4354" y="23139"/>
                  </a:lnTo>
                  <a:lnTo>
                    <a:pt x="3130" y="21000"/>
                  </a:lnTo>
                  <a:lnTo>
                    <a:pt x="2133" y="19691"/>
                  </a:lnTo>
                  <a:lnTo>
                    <a:pt x="850" y="18792"/>
                  </a:lnTo>
                  <a:lnTo>
                    <a:pt x="166" y="17582"/>
                  </a:lnTo>
                  <a:lnTo>
                    <a:pt x="41" y="16389"/>
                  </a:lnTo>
                  <a:lnTo>
                    <a:pt x="0" y="12520"/>
                  </a:lnTo>
                  <a:lnTo>
                    <a:pt x="53" y="10596"/>
                  </a:lnTo>
                  <a:lnTo>
                    <a:pt x="224" y="8988"/>
                  </a:lnTo>
                  <a:lnTo>
                    <a:pt x="512" y="7698"/>
                  </a:lnTo>
                  <a:lnTo>
                    <a:pt x="1149" y="5922"/>
                  </a:lnTo>
                  <a:lnTo>
                    <a:pt x="2932" y="2076"/>
                  </a:lnTo>
                  <a:lnTo>
                    <a:pt x="4009" y="601"/>
                  </a:lnTo>
                  <a:lnTo>
                    <a:pt x="4675" y="262"/>
                  </a:lnTo>
                  <a:lnTo>
                    <a:pt x="6441" y="538"/>
                  </a:lnTo>
                  <a:lnTo>
                    <a:pt x="7157" y="441"/>
                  </a:lnTo>
                  <a:lnTo>
                    <a:pt x="774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431001" y="1785519"/>
              <a:ext cx="6114" cy="5175"/>
            </a:xfrm>
            <a:custGeom>
              <a:avLst/>
              <a:pathLst>
                <a:path w="6114" h="5175">
                  <a:moveTo>
                    <a:pt x="1506" y="0"/>
                  </a:moveTo>
                  <a:lnTo>
                    <a:pt x="3686" y="317"/>
                  </a:lnTo>
                  <a:lnTo>
                    <a:pt x="5009" y="204"/>
                  </a:lnTo>
                  <a:lnTo>
                    <a:pt x="5580" y="673"/>
                  </a:lnTo>
                  <a:lnTo>
                    <a:pt x="6114" y="2108"/>
                  </a:lnTo>
                  <a:lnTo>
                    <a:pt x="5429" y="4162"/>
                  </a:lnTo>
                  <a:lnTo>
                    <a:pt x="4655" y="4944"/>
                  </a:lnTo>
                  <a:lnTo>
                    <a:pt x="3396" y="5175"/>
                  </a:lnTo>
                  <a:lnTo>
                    <a:pt x="1353" y="4506"/>
                  </a:lnTo>
                  <a:lnTo>
                    <a:pt x="627" y="4068"/>
                  </a:lnTo>
                  <a:lnTo>
                    <a:pt x="0" y="2966"/>
                  </a:lnTo>
                  <a:lnTo>
                    <a:pt x="292" y="2178"/>
                  </a:lnTo>
                  <a:lnTo>
                    <a:pt x="1300" y="1908"/>
                  </a:lnTo>
                  <a:lnTo>
                    <a:pt x="1469" y="1588"/>
                  </a:lnTo>
                  <a:lnTo>
                    <a:pt x="1210" y="984"/>
                  </a:lnTo>
                  <a:lnTo>
                    <a:pt x="1223" y="4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321194" y="1780361"/>
              <a:ext cx="7247" cy="3653"/>
            </a:xfrm>
            <a:custGeom>
              <a:avLst/>
              <a:pathLst>
                <a:path w="7247" h="3653">
                  <a:moveTo>
                    <a:pt x="7108" y="3394"/>
                  </a:moveTo>
                  <a:lnTo>
                    <a:pt x="6505" y="3653"/>
                  </a:lnTo>
                  <a:lnTo>
                    <a:pt x="4234" y="3289"/>
                  </a:lnTo>
                  <a:lnTo>
                    <a:pt x="1441" y="1905"/>
                  </a:lnTo>
                  <a:lnTo>
                    <a:pt x="0" y="607"/>
                  </a:lnTo>
                  <a:lnTo>
                    <a:pt x="73" y="206"/>
                  </a:lnTo>
                  <a:lnTo>
                    <a:pt x="706" y="0"/>
                  </a:lnTo>
                  <a:lnTo>
                    <a:pt x="1425" y="200"/>
                  </a:lnTo>
                  <a:lnTo>
                    <a:pt x="2630" y="1108"/>
                  </a:lnTo>
                  <a:lnTo>
                    <a:pt x="5876" y="1565"/>
                  </a:lnTo>
                  <a:lnTo>
                    <a:pt x="6923" y="2086"/>
                  </a:lnTo>
                  <a:lnTo>
                    <a:pt x="7247" y="28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359875" y="1776086"/>
              <a:ext cx="10802" cy="9844"/>
            </a:xfrm>
            <a:custGeom>
              <a:avLst/>
              <a:pathLst>
                <a:path w="10802" h="9844">
                  <a:moveTo>
                    <a:pt x="10027" y="9728"/>
                  </a:moveTo>
                  <a:lnTo>
                    <a:pt x="9240" y="9844"/>
                  </a:lnTo>
                  <a:lnTo>
                    <a:pt x="7705" y="9622"/>
                  </a:lnTo>
                  <a:lnTo>
                    <a:pt x="6058" y="9006"/>
                  </a:lnTo>
                  <a:lnTo>
                    <a:pt x="5155" y="8306"/>
                  </a:lnTo>
                  <a:lnTo>
                    <a:pt x="4344" y="6792"/>
                  </a:lnTo>
                  <a:lnTo>
                    <a:pt x="4188" y="5130"/>
                  </a:lnTo>
                  <a:lnTo>
                    <a:pt x="2656" y="2664"/>
                  </a:lnTo>
                  <a:lnTo>
                    <a:pt x="944" y="1833"/>
                  </a:lnTo>
                  <a:lnTo>
                    <a:pt x="0" y="119"/>
                  </a:lnTo>
                  <a:lnTo>
                    <a:pt x="968" y="0"/>
                  </a:lnTo>
                  <a:lnTo>
                    <a:pt x="2344" y="373"/>
                  </a:lnTo>
                  <a:lnTo>
                    <a:pt x="4377" y="1119"/>
                  </a:lnTo>
                  <a:lnTo>
                    <a:pt x="6197" y="2096"/>
                  </a:lnTo>
                  <a:lnTo>
                    <a:pt x="8828" y="4260"/>
                  </a:lnTo>
                  <a:lnTo>
                    <a:pt x="9689" y="6269"/>
                  </a:lnTo>
                  <a:lnTo>
                    <a:pt x="10544" y="7742"/>
                  </a:lnTo>
                  <a:lnTo>
                    <a:pt x="10802" y="8861"/>
                  </a:lnTo>
                  <a:lnTo>
                    <a:pt x="10578" y="93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215748" y="1773140"/>
              <a:ext cx="22300" cy="24154"/>
            </a:xfrm>
            <a:custGeom>
              <a:avLst/>
              <a:pathLst>
                <a:path w="22300" h="24154">
                  <a:moveTo>
                    <a:pt x="21710" y="693"/>
                  </a:moveTo>
                  <a:lnTo>
                    <a:pt x="22164" y="1520"/>
                  </a:lnTo>
                  <a:lnTo>
                    <a:pt x="22300" y="2767"/>
                  </a:lnTo>
                  <a:lnTo>
                    <a:pt x="22120" y="4433"/>
                  </a:lnTo>
                  <a:lnTo>
                    <a:pt x="21827" y="5950"/>
                  </a:lnTo>
                  <a:lnTo>
                    <a:pt x="21422" y="7316"/>
                  </a:lnTo>
                  <a:lnTo>
                    <a:pt x="20424" y="9616"/>
                  </a:lnTo>
                  <a:lnTo>
                    <a:pt x="17309" y="13549"/>
                  </a:lnTo>
                  <a:lnTo>
                    <a:pt x="16141" y="15693"/>
                  </a:lnTo>
                  <a:lnTo>
                    <a:pt x="15263" y="16974"/>
                  </a:lnTo>
                  <a:lnTo>
                    <a:pt x="10181" y="22687"/>
                  </a:lnTo>
                  <a:lnTo>
                    <a:pt x="9550" y="22968"/>
                  </a:lnTo>
                  <a:lnTo>
                    <a:pt x="8888" y="22858"/>
                  </a:lnTo>
                  <a:lnTo>
                    <a:pt x="7494" y="22005"/>
                  </a:lnTo>
                  <a:lnTo>
                    <a:pt x="6081" y="21853"/>
                  </a:lnTo>
                  <a:lnTo>
                    <a:pt x="2424" y="24154"/>
                  </a:lnTo>
                  <a:lnTo>
                    <a:pt x="2248" y="23760"/>
                  </a:lnTo>
                  <a:lnTo>
                    <a:pt x="2087" y="21290"/>
                  </a:lnTo>
                  <a:lnTo>
                    <a:pt x="1719" y="19921"/>
                  </a:lnTo>
                  <a:lnTo>
                    <a:pt x="105" y="16996"/>
                  </a:lnTo>
                  <a:lnTo>
                    <a:pt x="0" y="16315"/>
                  </a:lnTo>
                  <a:lnTo>
                    <a:pt x="21" y="15469"/>
                  </a:lnTo>
                  <a:lnTo>
                    <a:pt x="149" y="14810"/>
                  </a:lnTo>
                  <a:lnTo>
                    <a:pt x="1968" y="12080"/>
                  </a:lnTo>
                  <a:lnTo>
                    <a:pt x="6086" y="2149"/>
                  </a:lnTo>
                  <a:lnTo>
                    <a:pt x="7073" y="1657"/>
                  </a:lnTo>
                  <a:lnTo>
                    <a:pt x="9101" y="2764"/>
                  </a:lnTo>
                  <a:lnTo>
                    <a:pt x="10062" y="3120"/>
                  </a:lnTo>
                  <a:lnTo>
                    <a:pt x="10749" y="3065"/>
                  </a:lnTo>
                  <a:lnTo>
                    <a:pt x="13694" y="979"/>
                  </a:lnTo>
                  <a:lnTo>
                    <a:pt x="16495" y="1226"/>
                  </a:lnTo>
                  <a:lnTo>
                    <a:pt x="19050" y="7"/>
                  </a:lnTo>
                  <a:lnTo>
                    <a:pt x="20248" y="0"/>
                  </a:lnTo>
                  <a:lnTo>
                    <a:pt x="21175" y="2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276791" y="1758014"/>
              <a:ext cx="11462" cy="11085"/>
            </a:xfrm>
            <a:custGeom>
              <a:avLst/>
              <a:pathLst>
                <a:path w="11462" h="11085">
                  <a:moveTo>
                    <a:pt x="7495" y="561"/>
                  </a:moveTo>
                  <a:lnTo>
                    <a:pt x="8456" y="1823"/>
                  </a:lnTo>
                  <a:lnTo>
                    <a:pt x="9459" y="1734"/>
                  </a:lnTo>
                  <a:lnTo>
                    <a:pt x="10015" y="2764"/>
                  </a:lnTo>
                  <a:lnTo>
                    <a:pt x="11335" y="5983"/>
                  </a:lnTo>
                  <a:lnTo>
                    <a:pt x="11462" y="6518"/>
                  </a:lnTo>
                  <a:lnTo>
                    <a:pt x="11401" y="7561"/>
                  </a:lnTo>
                  <a:lnTo>
                    <a:pt x="10706" y="8897"/>
                  </a:lnTo>
                  <a:lnTo>
                    <a:pt x="9982" y="9601"/>
                  </a:lnTo>
                  <a:lnTo>
                    <a:pt x="8463" y="10636"/>
                  </a:lnTo>
                  <a:lnTo>
                    <a:pt x="6748" y="11085"/>
                  </a:lnTo>
                  <a:lnTo>
                    <a:pt x="5817" y="10362"/>
                  </a:lnTo>
                  <a:lnTo>
                    <a:pt x="3188" y="7378"/>
                  </a:lnTo>
                  <a:lnTo>
                    <a:pt x="772" y="3889"/>
                  </a:lnTo>
                  <a:lnTo>
                    <a:pt x="0" y="1944"/>
                  </a:lnTo>
                  <a:lnTo>
                    <a:pt x="334" y="1135"/>
                  </a:lnTo>
                  <a:lnTo>
                    <a:pt x="1356" y="578"/>
                  </a:lnTo>
                  <a:lnTo>
                    <a:pt x="3427" y="0"/>
                  </a:lnTo>
                  <a:lnTo>
                    <a:pt x="6845" y="3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290100" y="1752327"/>
              <a:ext cx="8088" cy="8805"/>
            </a:xfrm>
            <a:custGeom>
              <a:avLst/>
              <a:pathLst>
                <a:path w="8088" h="8805">
                  <a:moveTo>
                    <a:pt x="7802" y="8512"/>
                  </a:moveTo>
                  <a:lnTo>
                    <a:pt x="6604" y="8805"/>
                  </a:lnTo>
                  <a:lnTo>
                    <a:pt x="5029" y="8146"/>
                  </a:lnTo>
                  <a:lnTo>
                    <a:pt x="3492" y="6863"/>
                  </a:lnTo>
                  <a:lnTo>
                    <a:pt x="0" y="2768"/>
                  </a:lnTo>
                  <a:lnTo>
                    <a:pt x="2623" y="0"/>
                  </a:lnTo>
                  <a:lnTo>
                    <a:pt x="6826" y="3204"/>
                  </a:lnTo>
                  <a:lnTo>
                    <a:pt x="8088" y="52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283272" y="1741832"/>
              <a:ext cx="4568" cy="2703"/>
            </a:xfrm>
            <a:custGeom>
              <a:avLst/>
              <a:pathLst>
                <a:path w="4568" h="2703">
                  <a:moveTo>
                    <a:pt x="3677" y="1339"/>
                  </a:moveTo>
                  <a:lnTo>
                    <a:pt x="2860" y="2703"/>
                  </a:lnTo>
                  <a:lnTo>
                    <a:pt x="421" y="2222"/>
                  </a:lnTo>
                  <a:lnTo>
                    <a:pt x="91" y="1807"/>
                  </a:lnTo>
                  <a:lnTo>
                    <a:pt x="0" y="1308"/>
                  </a:lnTo>
                  <a:lnTo>
                    <a:pt x="393" y="662"/>
                  </a:lnTo>
                  <a:lnTo>
                    <a:pt x="2897" y="46"/>
                  </a:lnTo>
                  <a:lnTo>
                    <a:pt x="3959" y="0"/>
                  </a:lnTo>
                  <a:lnTo>
                    <a:pt x="4503" y="200"/>
                  </a:lnTo>
                  <a:lnTo>
                    <a:pt x="4568" y="4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2178486" y="1686237"/>
              <a:ext cx="78721" cy="82707"/>
            </a:xfrm>
            <a:custGeom>
              <a:avLst/>
              <a:pathLst>
                <a:path w="78721" h="82707">
                  <a:moveTo>
                    <a:pt x="25824" y="19430"/>
                  </a:moveTo>
                  <a:lnTo>
                    <a:pt x="26216" y="19788"/>
                  </a:lnTo>
                  <a:lnTo>
                    <a:pt x="26705" y="19583"/>
                  </a:lnTo>
                  <a:lnTo>
                    <a:pt x="27509" y="18124"/>
                  </a:lnTo>
                  <a:lnTo>
                    <a:pt x="29312" y="13927"/>
                  </a:lnTo>
                  <a:lnTo>
                    <a:pt x="29818" y="13533"/>
                  </a:lnTo>
                  <a:lnTo>
                    <a:pt x="30577" y="13598"/>
                  </a:lnTo>
                  <a:lnTo>
                    <a:pt x="33242" y="16293"/>
                  </a:lnTo>
                  <a:lnTo>
                    <a:pt x="34223" y="17798"/>
                  </a:lnTo>
                  <a:lnTo>
                    <a:pt x="34751" y="19892"/>
                  </a:lnTo>
                  <a:lnTo>
                    <a:pt x="35303" y="20709"/>
                  </a:lnTo>
                  <a:lnTo>
                    <a:pt x="37402" y="21789"/>
                  </a:lnTo>
                  <a:lnTo>
                    <a:pt x="39418" y="22151"/>
                  </a:lnTo>
                  <a:lnTo>
                    <a:pt x="42050" y="23251"/>
                  </a:lnTo>
                  <a:lnTo>
                    <a:pt x="42999" y="24075"/>
                  </a:lnTo>
                  <a:lnTo>
                    <a:pt x="45099" y="28092"/>
                  </a:lnTo>
                  <a:lnTo>
                    <a:pt x="45340" y="28337"/>
                  </a:lnTo>
                  <a:lnTo>
                    <a:pt x="47730" y="29978"/>
                  </a:lnTo>
                  <a:lnTo>
                    <a:pt x="51397" y="33636"/>
                  </a:lnTo>
                  <a:lnTo>
                    <a:pt x="52326" y="34180"/>
                  </a:lnTo>
                  <a:lnTo>
                    <a:pt x="55893" y="35385"/>
                  </a:lnTo>
                  <a:lnTo>
                    <a:pt x="57174" y="36285"/>
                  </a:lnTo>
                  <a:lnTo>
                    <a:pt x="58410" y="37656"/>
                  </a:lnTo>
                  <a:lnTo>
                    <a:pt x="59785" y="40163"/>
                  </a:lnTo>
                  <a:lnTo>
                    <a:pt x="61394" y="44107"/>
                  </a:lnTo>
                  <a:lnTo>
                    <a:pt x="62656" y="50410"/>
                  </a:lnTo>
                  <a:lnTo>
                    <a:pt x="62755" y="51656"/>
                  </a:lnTo>
                  <a:lnTo>
                    <a:pt x="62601" y="52393"/>
                  </a:lnTo>
                  <a:lnTo>
                    <a:pt x="62147" y="53181"/>
                  </a:lnTo>
                  <a:lnTo>
                    <a:pt x="60084" y="55771"/>
                  </a:lnTo>
                  <a:lnTo>
                    <a:pt x="60260" y="56209"/>
                  </a:lnTo>
                  <a:lnTo>
                    <a:pt x="62202" y="56048"/>
                  </a:lnTo>
                  <a:lnTo>
                    <a:pt x="66522" y="54455"/>
                  </a:lnTo>
                  <a:lnTo>
                    <a:pt x="69152" y="55597"/>
                  </a:lnTo>
                  <a:lnTo>
                    <a:pt x="70066" y="55776"/>
                  </a:lnTo>
                  <a:lnTo>
                    <a:pt x="70276" y="55710"/>
                  </a:lnTo>
                  <a:lnTo>
                    <a:pt x="71229" y="53725"/>
                  </a:lnTo>
                  <a:lnTo>
                    <a:pt x="72276" y="54036"/>
                  </a:lnTo>
                  <a:lnTo>
                    <a:pt x="73805" y="55962"/>
                  </a:lnTo>
                  <a:lnTo>
                    <a:pt x="74790" y="57519"/>
                  </a:lnTo>
                  <a:lnTo>
                    <a:pt x="75229" y="58705"/>
                  </a:lnTo>
                  <a:lnTo>
                    <a:pt x="75112" y="59376"/>
                  </a:lnTo>
                  <a:lnTo>
                    <a:pt x="74100" y="59606"/>
                  </a:lnTo>
                  <a:lnTo>
                    <a:pt x="76572" y="60744"/>
                  </a:lnTo>
                  <a:lnTo>
                    <a:pt x="78721" y="62546"/>
                  </a:lnTo>
                  <a:lnTo>
                    <a:pt x="78259" y="63720"/>
                  </a:lnTo>
                  <a:lnTo>
                    <a:pt x="75965" y="66333"/>
                  </a:lnTo>
                  <a:lnTo>
                    <a:pt x="73607" y="68620"/>
                  </a:lnTo>
                  <a:lnTo>
                    <a:pt x="70861" y="72051"/>
                  </a:lnTo>
                  <a:lnTo>
                    <a:pt x="70176" y="72575"/>
                  </a:lnTo>
                  <a:lnTo>
                    <a:pt x="69807" y="72604"/>
                  </a:lnTo>
                  <a:lnTo>
                    <a:pt x="68293" y="71965"/>
                  </a:lnTo>
                  <a:lnTo>
                    <a:pt x="66112" y="70343"/>
                  </a:lnTo>
                  <a:lnTo>
                    <a:pt x="59394" y="66609"/>
                  </a:lnTo>
                  <a:lnTo>
                    <a:pt x="57320" y="65820"/>
                  </a:lnTo>
                  <a:lnTo>
                    <a:pt x="54684" y="65358"/>
                  </a:lnTo>
                  <a:lnTo>
                    <a:pt x="54303" y="64479"/>
                  </a:lnTo>
                  <a:lnTo>
                    <a:pt x="53674" y="58852"/>
                  </a:lnTo>
                  <a:lnTo>
                    <a:pt x="52489" y="57855"/>
                  </a:lnTo>
                  <a:lnTo>
                    <a:pt x="48421" y="56681"/>
                  </a:lnTo>
                  <a:lnTo>
                    <a:pt x="47238" y="56007"/>
                  </a:lnTo>
                  <a:lnTo>
                    <a:pt x="47183" y="54879"/>
                  </a:lnTo>
                  <a:lnTo>
                    <a:pt x="47439" y="52941"/>
                  </a:lnTo>
                  <a:lnTo>
                    <a:pt x="46883" y="51995"/>
                  </a:lnTo>
                  <a:lnTo>
                    <a:pt x="45516" y="52039"/>
                  </a:lnTo>
                  <a:lnTo>
                    <a:pt x="44171" y="52445"/>
                  </a:lnTo>
                  <a:lnTo>
                    <a:pt x="42009" y="53762"/>
                  </a:lnTo>
                  <a:lnTo>
                    <a:pt x="40996" y="54977"/>
                  </a:lnTo>
                  <a:lnTo>
                    <a:pt x="40615" y="56297"/>
                  </a:lnTo>
                  <a:lnTo>
                    <a:pt x="40378" y="59122"/>
                  </a:lnTo>
                  <a:lnTo>
                    <a:pt x="40110" y="60458"/>
                  </a:lnTo>
                  <a:lnTo>
                    <a:pt x="39353" y="62208"/>
                  </a:lnTo>
                  <a:lnTo>
                    <a:pt x="36016" y="66745"/>
                  </a:lnTo>
                  <a:lnTo>
                    <a:pt x="34659" y="68108"/>
                  </a:lnTo>
                  <a:lnTo>
                    <a:pt x="33310" y="68499"/>
                  </a:lnTo>
                  <a:lnTo>
                    <a:pt x="32774" y="68933"/>
                  </a:lnTo>
                  <a:lnTo>
                    <a:pt x="31867" y="70609"/>
                  </a:lnTo>
                  <a:lnTo>
                    <a:pt x="30519" y="74718"/>
                  </a:lnTo>
                  <a:lnTo>
                    <a:pt x="29969" y="75901"/>
                  </a:lnTo>
                  <a:lnTo>
                    <a:pt x="29080" y="77106"/>
                  </a:lnTo>
                  <a:lnTo>
                    <a:pt x="27233" y="78947"/>
                  </a:lnTo>
                  <a:lnTo>
                    <a:pt x="25349" y="80415"/>
                  </a:lnTo>
                  <a:lnTo>
                    <a:pt x="22207" y="82127"/>
                  </a:lnTo>
                  <a:lnTo>
                    <a:pt x="20453" y="82707"/>
                  </a:lnTo>
                  <a:lnTo>
                    <a:pt x="19285" y="82132"/>
                  </a:lnTo>
                  <a:lnTo>
                    <a:pt x="18483" y="78238"/>
                  </a:lnTo>
                  <a:lnTo>
                    <a:pt x="16802" y="66801"/>
                  </a:lnTo>
                  <a:lnTo>
                    <a:pt x="16523" y="66028"/>
                  </a:lnTo>
                  <a:lnTo>
                    <a:pt x="16180" y="65549"/>
                  </a:lnTo>
                  <a:lnTo>
                    <a:pt x="15774" y="65365"/>
                  </a:lnTo>
                  <a:lnTo>
                    <a:pt x="10132" y="66836"/>
                  </a:lnTo>
                  <a:lnTo>
                    <a:pt x="7019" y="66672"/>
                  </a:lnTo>
                  <a:lnTo>
                    <a:pt x="3940" y="69244"/>
                  </a:lnTo>
                  <a:lnTo>
                    <a:pt x="3163" y="69430"/>
                  </a:lnTo>
                  <a:lnTo>
                    <a:pt x="1600" y="69347"/>
                  </a:lnTo>
                  <a:lnTo>
                    <a:pt x="476" y="68938"/>
                  </a:lnTo>
                  <a:lnTo>
                    <a:pt x="189" y="68658"/>
                  </a:lnTo>
                  <a:lnTo>
                    <a:pt x="0" y="67544"/>
                  </a:lnTo>
                  <a:lnTo>
                    <a:pt x="56" y="66378"/>
                  </a:lnTo>
                  <a:lnTo>
                    <a:pt x="447" y="65119"/>
                  </a:lnTo>
                  <a:lnTo>
                    <a:pt x="1838" y="61705"/>
                  </a:lnTo>
                  <a:lnTo>
                    <a:pt x="2973" y="59600"/>
                  </a:lnTo>
                  <a:lnTo>
                    <a:pt x="3495" y="58948"/>
                  </a:lnTo>
                  <a:lnTo>
                    <a:pt x="8767" y="55170"/>
                  </a:lnTo>
                  <a:lnTo>
                    <a:pt x="10052" y="53926"/>
                  </a:lnTo>
                  <a:lnTo>
                    <a:pt x="10693" y="52650"/>
                  </a:lnTo>
                  <a:lnTo>
                    <a:pt x="10692" y="51338"/>
                  </a:lnTo>
                  <a:lnTo>
                    <a:pt x="10443" y="49660"/>
                  </a:lnTo>
                  <a:lnTo>
                    <a:pt x="9531" y="45568"/>
                  </a:lnTo>
                  <a:lnTo>
                    <a:pt x="9299" y="41831"/>
                  </a:lnTo>
                  <a:lnTo>
                    <a:pt x="9306" y="39975"/>
                  </a:lnTo>
                  <a:lnTo>
                    <a:pt x="9652" y="37122"/>
                  </a:lnTo>
                  <a:lnTo>
                    <a:pt x="10971" y="30208"/>
                  </a:lnTo>
                  <a:lnTo>
                    <a:pt x="11418" y="26841"/>
                  </a:lnTo>
                  <a:lnTo>
                    <a:pt x="12259" y="14815"/>
                  </a:lnTo>
                  <a:lnTo>
                    <a:pt x="12709" y="11371"/>
                  </a:lnTo>
                  <a:lnTo>
                    <a:pt x="13362" y="8225"/>
                  </a:lnTo>
                  <a:lnTo>
                    <a:pt x="13991" y="6335"/>
                  </a:lnTo>
                  <a:lnTo>
                    <a:pt x="15669" y="2562"/>
                  </a:lnTo>
                  <a:lnTo>
                    <a:pt x="16973" y="1049"/>
                  </a:lnTo>
                  <a:lnTo>
                    <a:pt x="18613" y="0"/>
                  </a:lnTo>
                  <a:lnTo>
                    <a:pt x="18972" y="121"/>
                  </a:lnTo>
                  <a:lnTo>
                    <a:pt x="19285" y="559"/>
                  </a:lnTo>
                  <a:lnTo>
                    <a:pt x="19888" y="2159"/>
                  </a:lnTo>
                  <a:lnTo>
                    <a:pt x="22174" y="3638"/>
                  </a:lnTo>
                  <a:lnTo>
                    <a:pt x="22911" y="5076"/>
                  </a:lnTo>
                  <a:lnTo>
                    <a:pt x="23431" y="6670"/>
                  </a:lnTo>
                  <a:lnTo>
                    <a:pt x="23715" y="8745"/>
                  </a:lnTo>
                  <a:lnTo>
                    <a:pt x="23432" y="9649"/>
                  </a:lnTo>
                  <a:lnTo>
                    <a:pt x="22342" y="11018"/>
                  </a:lnTo>
                  <a:lnTo>
                    <a:pt x="22155" y="11596"/>
                  </a:lnTo>
                  <a:lnTo>
                    <a:pt x="22187" y="12066"/>
                  </a:lnTo>
                  <a:lnTo>
                    <a:pt x="24275" y="142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201403" y="1683080"/>
              <a:ext cx="6511" cy="13644"/>
            </a:xfrm>
            <a:custGeom>
              <a:avLst/>
              <a:pathLst>
                <a:path w="6511" h="13644">
                  <a:moveTo>
                    <a:pt x="5688" y="13311"/>
                  </a:moveTo>
                  <a:lnTo>
                    <a:pt x="5095" y="13644"/>
                  </a:lnTo>
                  <a:lnTo>
                    <a:pt x="4460" y="13457"/>
                  </a:lnTo>
                  <a:lnTo>
                    <a:pt x="3922" y="12602"/>
                  </a:lnTo>
                  <a:lnTo>
                    <a:pt x="3483" y="11079"/>
                  </a:lnTo>
                  <a:lnTo>
                    <a:pt x="2776" y="9937"/>
                  </a:lnTo>
                  <a:lnTo>
                    <a:pt x="1177" y="8514"/>
                  </a:lnTo>
                  <a:lnTo>
                    <a:pt x="901" y="7957"/>
                  </a:lnTo>
                  <a:lnTo>
                    <a:pt x="447" y="6046"/>
                  </a:lnTo>
                  <a:lnTo>
                    <a:pt x="359" y="4140"/>
                  </a:lnTo>
                  <a:lnTo>
                    <a:pt x="17" y="2415"/>
                  </a:lnTo>
                  <a:lnTo>
                    <a:pt x="0" y="1568"/>
                  </a:lnTo>
                  <a:lnTo>
                    <a:pt x="296" y="298"/>
                  </a:lnTo>
                  <a:lnTo>
                    <a:pt x="1638" y="0"/>
                  </a:lnTo>
                  <a:lnTo>
                    <a:pt x="2692" y="500"/>
                  </a:lnTo>
                  <a:lnTo>
                    <a:pt x="2905" y="840"/>
                  </a:lnTo>
                  <a:lnTo>
                    <a:pt x="3250" y="1578"/>
                  </a:lnTo>
                  <a:lnTo>
                    <a:pt x="3476" y="2481"/>
                  </a:lnTo>
                  <a:lnTo>
                    <a:pt x="4750" y="4921"/>
                  </a:lnTo>
                  <a:lnTo>
                    <a:pt x="5495" y="6864"/>
                  </a:lnTo>
                  <a:lnTo>
                    <a:pt x="6507" y="10877"/>
                  </a:lnTo>
                  <a:lnTo>
                    <a:pt x="6511" y="11642"/>
                  </a:lnTo>
                  <a:lnTo>
                    <a:pt x="6238" y="124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209446" y="1679962"/>
              <a:ext cx="14008" cy="14804"/>
            </a:xfrm>
            <a:custGeom>
              <a:avLst/>
              <a:pathLst>
                <a:path w="14008" h="14804">
                  <a:moveTo>
                    <a:pt x="8419" y="9877"/>
                  </a:moveTo>
                  <a:lnTo>
                    <a:pt x="9877" y="11037"/>
                  </a:lnTo>
                  <a:lnTo>
                    <a:pt x="11332" y="11695"/>
                  </a:lnTo>
                  <a:lnTo>
                    <a:pt x="13674" y="12047"/>
                  </a:lnTo>
                  <a:lnTo>
                    <a:pt x="14008" y="12291"/>
                  </a:lnTo>
                  <a:lnTo>
                    <a:pt x="14006" y="12836"/>
                  </a:lnTo>
                  <a:lnTo>
                    <a:pt x="13668" y="13686"/>
                  </a:lnTo>
                  <a:lnTo>
                    <a:pt x="12888" y="14772"/>
                  </a:lnTo>
                  <a:lnTo>
                    <a:pt x="12331" y="14804"/>
                  </a:lnTo>
                  <a:lnTo>
                    <a:pt x="11037" y="14037"/>
                  </a:lnTo>
                  <a:lnTo>
                    <a:pt x="10563" y="13646"/>
                  </a:lnTo>
                  <a:lnTo>
                    <a:pt x="10040" y="12776"/>
                  </a:lnTo>
                  <a:lnTo>
                    <a:pt x="9775" y="12695"/>
                  </a:lnTo>
                  <a:lnTo>
                    <a:pt x="9436" y="12986"/>
                  </a:lnTo>
                  <a:lnTo>
                    <a:pt x="9345" y="13370"/>
                  </a:lnTo>
                  <a:lnTo>
                    <a:pt x="9501" y="13848"/>
                  </a:lnTo>
                  <a:lnTo>
                    <a:pt x="9287" y="13983"/>
                  </a:lnTo>
                  <a:lnTo>
                    <a:pt x="7719" y="13654"/>
                  </a:lnTo>
                  <a:lnTo>
                    <a:pt x="7473" y="13376"/>
                  </a:lnTo>
                  <a:lnTo>
                    <a:pt x="7599" y="12439"/>
                  </a:lnTo>
                  <a:lnTo>
                    <a:pt x="8692" y="11075"/>
                  </a:lnTo>
                  <a:lnTo>
                    <a:pt x="7731" y="10655"/>
                  </a:lnTo>
                  <a:lnTo>
                    <a:pt x="7424" y="10150"/>
                  </a:lnTo>
                  <a:lnTo>
                    <a:pt x="6000" y="11008"/>
                  </a:lnTo>
                  <a:lnTo>
                    <a:pt x="5210" y="11213"/>
                  </a:lnTo>
                  <a:lnTo>
                    <a:pt x="3964" y="10614"/>
                  </a:lnTo>
                  <a:lnTo>
                    <a:pt x="3831" y="7492"/>
                  </a:lnTo>
                  <a:lnTo>
                    <a:pt x="3681" y="6354"/>
                  </a:lnTo>
                  <a:lnTo>
                    <a:pt x="3113" y="5580"/>
                  </a:lnTo>
                  <a:lnTo>
                    <a:pt x="2775" y="4764"/>
                  </a:lnTo>
                  <a:lnTo>
                    <a:pt x="2231" y="4148"/>
                  </a:lnTo>
                  <a:lnTo>
                    <a:pt x="1104" y="3521"/>
                  </a:lnTo>
                  <a:lnTo>
                    <a:pt x="190" y="1967"/>
                  </a:lnTo>
                  <a:lnTo>
                    <a:pt x="0" y="1262"/>
                  </a:lnTo>
                  <a:lnTo>
                    <a:pt x="125" y="731"/>
                  </a:lnTo>
                  <a:lnTo>
                    <a:pt x="683" y="0"/>
                  </a:lnTo>
                  <a:lnTo>
                    <a:pt x="3919" y="1571"/>
                  </a:lnTo>
                  <a:lnTo>
                    <a:pt x="5870" y="3058"/>
                  </a:lnTo>
                  <a:lnTo>
                    <a:pt x="7726" y="4882"/>
                  </a:lnTo>
                  <a:lnTo>
                    <a:pt x="8698" y="6231"/>
                  </a:lnTo>
                  <a:lnTo>
                    <a:pt x="8786" y="7110"/>
                  </a:lnTo>
                  <a:lnTo>
                    <a:pt x="8544" y="7986"/>
                  </a:lnTo>
                  <a:lnTo>
                    <a:pt x="7974" y="88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223408" y="1673890"/>
              <a:ext cx="3480" cy="4054"/>
            </a:xfrm>
            <a:custGeom>
              <a:avLst/>
              <a:pathLst>
                <a:path w="3480" h="4054">
                  <a:moveTo>
                    <a:pt x="1298" y="1585"/>
                  </a:moveTo>
                  <a:lnTo>
                    <a:pt x="2429" y="1945"/>
                  </a:lnTo>
                  <a:lnTo>
                    <a:pt x="3289" y="1907"/>
                  </a:lnTo>
                  <a:lnTo>
                    <a:pt x="3480" y="2338"/>
                  </a:lnTo>
                  <a:lnTo>
                    <a:pt x="2577" y="3783"/>
                  </a:lnTo>
                  <a:lnTo>
                    <a:pt x="2021" y="4054"/>
                  </a:lnTo>
                  <a:lnTo>
                    <a:pt x="1021" y="3021"/>
                  </a:lnTo>
                  <a:lnTo>
                    <a:pt x="271" y="1756"/>
                  </a:lnTo>
                  <a:lnTo>
                    <a:pt x="59" y="989"/>
                  </a:lnTo>
                  <a:lnTo>
                    <a:pt x="0" y="145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1941169" y="1654131"/>
              <a:ext cx="3261" cy="4354"/>
            </a:xfrm>
            <a:custGeom>
              <a:avLst/>
              <a:pathLst>
                <a:path w="3261" h="4354">
                  <a:moveTo>
                    <a:pt x="0" y="0"/>
                  </a:moveTo>
                  <a:lnTo>
                    <a:pt x="1433" y="233"/>
                  </a:lnTo>
                  <a:lnTo>
                    <a:pt x="3261" y="194"/>
                  </a:lnTo>
                  <a:lnTo>
                    <a:pt x="2945" y="2477"/>
                  </a:lnTo>
                  <a:lnTo>
                    <a:pt x="2243" y="3938"/>
                  </a:lnTo>
                  <a:lnTo>
                    <a:pt x="1689" y="4354"/>
                  </a:lnTo>
                  <a:lnTo>
                    <a:pt x="1448" y="3555"/>
                  </a:lnTo>
                  <a:lnTo>
                    <a:pt x="374" y="17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454675" y="1648668"/>
              <a:ext cx="5397" cy="4764"/>
            </a:xfrm>
            <a:custGeom>
              <a:avLst/>
              <a:pathLst>
                <a:path w="5397" h="4764">
                  <a:moveTo>
                    <a:pt x="2158" y="3951"/>
                  </a:moveTo>
                  <a:lnTo>
                    <a:pt x="751" y="4764"/>
                  </a:lnTo>
                  <a:lnTo>
                    <a:pt x="0" y="3765"/>
                  </a:lnTo>
                  <a:lnTo>
                    <a:pt x="528" y="3484"/>
                  </a:lnTo>
                  <a:lnTo>
                    <a:pt x="1301" y="2289"/>
                  </a:lnTo>
                  <a:lnTo>
                    <a:pt x="2353" y="1235"/>
                  </a:lnTo>
                  <a:lnTo>
                    <a:pt x="2797" y="386"/>
                  </a:lnTo>
                  <a:lnTo>
                    <a:pt x="4563" y="0"/>
                  </a:lnTo>
                  <a:lnTo>
                    <a:pt x="5164" y="46"/>
                  </a:lnTo>
                  <a:lnTo>
                    <a:pt x="5397" y="346"/>
                  </a:lnTo>
                  <a:lnTo>
                    <a:pt x="4394" y="16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1940493" y="1634637"/>
              <a:ext cx="2966" cy="10244"/>
            </a:xfrm>
            <a:custGeom>
              <a:avLst/>
              <a:pathLst>
                <a:path w="2966" h="10244">
                  <a:moveTo>
                    <a:pt x="2866" y="7773"/>
                  </a:moveTo>
                  <a:lnTo>
                    <a:pt x="2293" y="10244"/>
                  </a:lnTo>
                  <a:lnTo>
                    <a:pt x="2074" y="10013"/>
                  </a:lnTo>
                  <a:lnTo>
                    <a:pt x="1683" y="8834"/>
                  </a:lnTo>
                  <a:lnTo>
                    <a:pt x="895" y="8268"/>
                  </a:lnTo>
                  <a:lnTo>
                    <a:pt x="0" y="6957"/>
                  </a:lnTo>
                  <a:lnTo>
                    <a:pt x="12" y="4139"/>
                  </a:lnTo>
                  <a:lnTo>
                    <a:pt x="356" y="2858"/>
                  </a:lnTo>
                  <a:lnTo>
                    <a:pt x="280" y="1073"/>
                  </a:lnTo>
                  <a:lnTo>
                    <a:pt x="1172" y="0"/>
                  </a:lnTo>
                  <a:lnTo>
                    <a:pt x="1832" y="1264"/>
                  </a:lnTo>
                  <a:lnTo>
                    <a:pt x="2013" y="3413"/>
                  </a:lnTo>
                  <a:lnTo>
                    <a:pt x="1849" y="4471"/>
                  </a:lnTo>
                  <a:lnTo>
                    <a:pt x="2503" y="5567"/>
                  </a:lnTo>
                  <a:lnTo>
                    <a:pt x="2805" y="5846"/>
                  </a:lnTo>
                  <a:lnTo>
                    <a:pt x="2966" y="67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1928782" y="1625256"/>
              <a:ext cx="3378" cy="3060"/>
            </a:xfrm>
            <a:custGeom>
              <a:avLst/>
              <a:pathLst>
                <a:path w="3378" h="3060">
                  <a:moveTo>
                    <a:pt x="195" y="0"/>
                  </a:moveTo>
                  <a:lnTo>
                    <a:pt x="1472" y="310"/>
                  </a:lnTo>
                  <a:lnTo>
                    <a:pt x="2419" y="78"/>
                  </a:lnTo>
                  <a:lnTo>
                    <a:pt x="3111" y="1269"/>
                  </a:lnTo>
                  <a:lnTo>
                    <a:pt x="3378" y="2477"/>
                  </a:lnTo>
                  <a:lnTo>
                    <a:pt x="3290" y="2893"/>
                  </a:lnTo>
                  <a:lnTo>
                    <a:pt x="2991" y="3060"/>
                  </a:lnTo>
                  <a:lnTo>
                    <a:pt x="991" y="1724"/>
                  </a:lnTo>
                  <a:lnTo>
                    <a:pt x="250" y="906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319799" y="1621973"/>
              <a:ext cx="15342" cy="9187"/>
            </a:xfrm>
            <a:custGeom>
              <a:avLst/>
              <a:pathLst>
                <a:path w="15342" h="9187">
                  <a:moveTo>
                    <a:pt x="12803" y="9148"/>
                  </a:moveTo>
                  <a:lnTo>
                    <a:pt x="7269" y="9187"/>
                  </a:lnTo>
                  <a:lnTo>
                    <a:pt x="4260" y="8978"/>
                  </a:lnTo>
                  <a:lnTo>
                    <a:pt x="3049" y="8527"/>
                  </a:lnTo>
                  <a:lnTo>
                    <a:pt x="1997" y="7824"/>
                  </a:lnTo>
                  <a:lnTo>
                    <a:pt x="802" y="5551"/>
                  </a:lnTo>
                  <a:lnTo>
                    <a:pt x="37" y="3210"/>
                  </a:lnTo>
                  <a:lnTo>
                    <a:pt x="0" y="2215"/>
                  </a:lnTo>
                  <a:lnTo>
                    <a:pt x="202" y="1319"/>
                  </a:lnTo>
                  <a:lnTo>
                    <a:pt x="485" y="778"/>
                  </a:lnTo>
                  <a:lnTo>
                    <a:pt x="4200" y="0"/>
                  </a:lnTo>
                  <a:lnTo>
                    <a:pt x="7243" y="970"/>
                  </a:lnTo>
                  <a:lnTo>
                    <a:pt x="9862" y="2113"/>
                  </a:lnTo>
                  <a:lnTo>
                    <a:pt x="13231" y="2308"/>
                  </a:lnTo>
                  <a:lnTo>
                    <a:pt x="14256" y="2742"/>
                  </a:lnTo>
                  <a:lnTo>
                    <a:pt x="14648" y="3059"/>
                  </a:lnTo>
                  <a:lnTo>
                    <a:pt x="14921" y="3647"/>
                  </a:lnTo>
                  <a:lnTo>
                    <a:pt x="15303" y="6345"/>
                  </a:lnTo>
                  <a:lnTo>
                    <a:pt x="15342" y="7786"/>
                  </a:lnTo>
                  <a:lnTo>
                    <a:pt x="15240" y="88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1925212" y="1621839"/>
              <a:ext cx="1984" cy="3262"/>
            </a:xfrm>
            <a:custGeom>
              <a:avLst/>
              <a:pathLst>
                <a:path w="1984" h="3262">
                  <a:moveTo>
                    <a:pt x="1984" y="3165"/>
                  </a:moveTo>
                  <a:lnTo>
                    <a:pt x="1557" y="3262"/>
                  </a:lnTo>
                  <a:lnTo>
                    <a:pt x="0" y="1506"/>
                  </a:lnTo>
                  <a:lnTo>
                    <a:pt x="327" y="0"/>
                  </a:lnTo>
                  <a:lnTo>
                    <a:pt x="1774" y="1541"/>
                  </a:lnTo>
                  <a:lnTo>
                    <a:pt x="1980" y="25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2181143" y="1615704"/>
              <a:ext cx="6556" cy="16865"/>
            </a:xfrm>
            <a:custGeom>
              <a:avLst/>
              <a:pathLst>
                <a:path w="6556" h="16865">
                  <a:moveTo>
                    <a:pt x="4136" y="16833"/>
                  </a:moveTo>
                  <a:lnTo>
                    <a:pt x="3652" y="16865"/>
                  </a:lnTo>
                  <a:lnTo>
                    <a:pt x="2882" y="16413"/>
                  </a:lnTo>
                  <a:lnTo>
                    <a:pt x="1121" y="14630"/>
                  </a:lnTo>
                  <a:lnTo>
                    <a:pt x="764" y="13859"/>
                  </a:lnTo>
                  <a:lnTo>
                    <a:pt x="584" y="12959"/>
                  </a:lnTo>
                  <a:lnTo>
                    <a:pt x="583" y="11927"/>
                  </a:lnTo>
                  <a:lnTo>
                    <a:pt x="740" y="10859"/>
                  </a:lnTo>
                  <a:lnTo>
                    <a:pt x="1280" y="8727"/>
                  </a:lnTo>
                  <a:lnTo>
                    <a:pt x="250" y="7033"/>
                  </a:lnTo>
                  <a:lnTo>
                    <a:pt x="0" y="6068"/>
                  </a:lnTo>
                  <a:lnTo>
                    <a:pt x="120" y="5523"/>
                  </a:lnTo>
                  <a:lnTo>
                    <a:pt x="694" y="4217"/>
                  </a:lnTo>
                  <a:lnTo>
                    <a:pt x="851" y="3400"/>
                  </a:lnTo>
                  <a:lnTo>
                    <a:pt x="1428" y="2243"/>
                  </a:lnTo>
                  <a:lnTo>
                    <a:pt x="2926" y="0"/>
                  </a:lnTo>
                  <a:lnTo>
                    <a:pt x="4427" y="529"/>
                  </a:lnTo>
                  <a:lnTo>
                    <a:pt x="5767" y="2367"/>
                  </a:lnTo>
                  <a:lnTo>
                    <a:pt x="6116" y="3609"/>
                  </a:lnTo>
                  <a:lnTo>
                    <a:pt x="6012" y="4931"/>
                  </a:lnTo>
                  <a:lnTo>
                    <a:pt x="6129" y="6845"/>
                  </a:lnTo>
                  <a:lnTo>
                    <a:pt x="6466" y="9357"/>
                  </a:lnTo>
                  <a:lnTo>
                    <a:pt x="6556" y="11178"/>
                  </a:lnTo>
                  <a:lnTo>
                    <a:pt x="6397" y="12311"/>
                  </a:lnTo>
                  <a:lnTo>
                    <a:pt x="5824" y="14438"/>
                  </a:lnTo>
                  <a:lnTo>
                    <a:pt x="5338" y="15424"/>
                  </a:lnTo>
                  <a:lnTo>
                    <a:pt x="4698" y="163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290768" y="1614782"/>
              <a:ext cx="25476" cy="32532"/>
            </a:xfrm>
            <a:custGeom>
              <a:avLst/>
              <a:pathLst>
                <a:path w="25476" h="32532">
                  <a:moveTo>
                    <a:pt x="18509" y="422"/>
                  </a:moveTo>
                  <a:lnTo>
                    <a:pt x="24438" y="3037"/>
                  </a:lnTo>
                  <a:lnTo>
                    <a:pt x="25013" y="3986"/>
                  </a:lnTo>
                  <a:lnTo>
                    <a:pt x="25297" y="4836"/>
                  </a:lnTo>
                  <a:lnTo>
                    <a:pt x="25463" y="5779"/>
                  </a:lnTo>
                  <a:lnTo>
                    <a:pt x="25476" y="7724"/>
                  </a:lnTo>
                  <a:lnTo>
                    <a:pt x="25357" y="8503"/>
                  </a:lnTo>
                  <a:lnTo>
                    <a:pt x="24777" y="10388"/>
                  </a:lnTo>
                  <a:lnTo>
                    <a:pt x="24738" y="10979"/>
                  </a:lnTo>
                  <a:lnTo>
                    <a:pt x="25203" y="17298"/>
                  </a:lnTo>
                  <a:lnTo>
                    <a:pt x="25156" y="20744"/>
                  </a:lnTo>
                  <a:lnTo>
                    <a:pt x="24739" y="23624"/>
                  </a:lnTo>
                  <a:lnTo>
                    <a:pt x="23891" y="25933"/>
                  </a:lnTo>
                  <a:lnTo>
                    <a:pt x="22613" y="27669"/>
                  </a:lnTo>
                  <a:lnTo>
                    <a:pt x="21641" y="28665"/>
                  </a:lnTo>
                  <a:lnTo>
                    <a:pt x="17326" y="31123"/>
                  </a:lnTo>
                  <a:lnTo>
                    <a:pt x="14273" y="31759"/>
                  </a:lnTo>
                  <a:lnTo>
                    <a:pt x="11050" y="31874"/>
                  </a:lnTo>
                  <a:lnTo>
                    <a:pt x="6949" y="32532"/>
                  </a:lnTo>
                  <a:lnTo>
                    <a:pt x="5076" y="32395"/>
                  </a:lnTo>
                  <a:lnTo>
                    <a:pt x="4107" y="32105"/>
                  </a:lnTo>
                  <a:lnTo>
                    <a:pt x="3418" y="31613"/>
                  </a:lnTo>
                  <a:lnTo>
                    <a:pt x="2611" y="30056"/>
                  </a:lnTo>
                  <a:lnTo>
                    <a:pt x="1689" y="27435"/>
                  </a:lnTo>
                  <a:lnTo>
                    <a:pt x="927" y="24484"/>
                  </a:lnTo>
                  <a:lnTo>
                    <a:pt x="17" y="19257"/>
                  </a:lnTo>
                  <a:lnTo>
                    <a:pt x="0" y="18637"/>
                  </a:lnTo>
                  <a:lnTo>
                    <a:pt x="878" y="14382"/>
                  </a:lnTo>
                  <a:lnTo>
                    <a:pt x="2044" y="11516"/>
                  </a:lnTo>
                  <a:lnTo>
                    <a:pt x="4101" y="7264"/>
                  </a:lnTo>
                  <a:lnTo>
                    <a:pt x="6423" y="3119"/>
                  </a:lnTo>
                  <a:lnTo>
                    <a:pt x="7013" y="2435"/>
                  </a:lnTo>
                  <a:lnTo>
                    <a:pt x="8063" y="1709"/>
                  </a:lnTo>
                  <a:lnTo>
                    <a:pt x="10690" y="535"/>
                  </a:lnTo>
                  <a:lnTo>
                    <a:pt x="12866" y="828"/>
                  </a:lnTo>
                  <a:lnTo>
                    <a:pt x="13826" y="679"/>
                  </a:lnTo>
                  <a:lnTo>
                    <a:pt x="15024" y="132"/>
                  </a:lnTo>
                  <a:lnTo>
                    <a:pt x="1634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269546" y="1614303"/>
              <a:ext cx="3931" cy="5059"/>
            </a:xfrm>
            <a:custGeom>
              <a:avLst/>
              <a:pathLst>
                <a:path w="3931" h="5059">
                  <a:moveTo>
                    <a:pt x="2180" y="4734"/>
                  </a:moveTo>
                  <a:lnTo>
                    <a:pt x="1256" y="5059"/>
                  </a:lnTo>
                  <a:lnTo>
                    <a:pt x="8" y="3488"/>
                  </a:lnTo>
                  <a:lnTo>
                    <a:pt x="0" y="2617"/>
                  </a:lnTo>
                  <a:lnTo>
                    <a:pt x="241" y="525"/>
                  </a:lnTo>
                  <a:lnTo>
                    <a:pt x="2522" y="0"/>
                  </a:lnTo>
                  <a:lnTo>
                    <a:pt x="3475" y="1262"/>
                  </a:lnTo>
                  <a:lnTo>
                    <a:pt x="3931" y="25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1975705" y="1607544"/>
              <a:ext cx="6936" cy="5306"/>
            </a:xfrm>
            <a:custGeom>
              <a:avLst/>
              <a:pathLst>
                <a:path w="6936" h="5306">
                  <a:moveTo>
                    <a:pt x="5799" y="5197"/>
                  </a:moveTo>
                  <a:lnTo>
                    <a:pt x="5170" y="5306"/>
                  </a:lnTo>
                  <a:lnTo>
                    <a:pt x="3996" y="4831"/>
                  </a:lnTo>
                  <a:lnTo>
                    <a:pt x="2273" y="3777"/>
                  </a:lnTo>
                  <a:lnTo>
                    <a:pt x="978" y="2660"/>
                  </a:lnTo>
                  <a:lnTo>
                    <a:pt x="109" y="1484"/>
                  </a:lnTo>
                  <a:lnTo>
                    <a:pt x="0" y="672"/>
                  </a:lnTo>
                  <a:lnTo>
                    <a:pt x="651" y="223"/>
                  </a:lnTo>
                  <a:lnTo>
                    <a:pt x="1636" y="0"/>
                  </a:lnTo>
                  <a:lnTo>
                    <a:pt x="3985" y="149"/>
                  </a:lnTo>
                  <a:lnTo>
                    <a:pt x="5102" y="598"/>
                  </a:lnTo>
                  <a:lnTo>
                    <a:pt x="6577" y="2312"/>
                  </a:lnTo>
                  <a:lnTo>
                    <a:pt x="6890" y="3282"/>
                  </a:lnTo>
                  <a:lnTo>
                    <a:pt x="6936" y="3908"/>
                  </a:lnTo>
                  <a:lnTo>
                    <a:pt x="6747" y="44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312371" y="1604166"/>
              <a:ext cx="6872" cy="10456"/>
            </a:xfrm>
            <a:custGeom>
              <a:avLst/>
              <a:pathLst>
                <a:path w="6872" h="10456">
                  <a:moveTo>
                    <a:pt x="5933" y="10265"/>
                  </a:moveTo>
                  <a:lnTo>
                    <a:pt x="5042" y="10456"/>
                  </a:lnTo>
                  <a:lnTo>
                    <a:pt x="3757" y="8626"/>
                  </a:lnTo>
                  <a:lnTo>
                    <a:pt x="1059" y="6549"/>
                  </a:lnTo>
                  <a:lnTo>
                    <a:pt x="36" y="5041"/>
                  </a:lnTo>
                  <a:lnTo>
                    <a:pt x="0" y="4312"/>
                  </a:lnTo>
                  <a:lnTo>
                    <a:pt x="82" y="3169"/>
                  </a:lnTo>
                  <a:lnTo>
                    <a:pt x="377" y="1773"/>
                  </a:lnTo>
                  <a:lnTo>
                    <a:pt x="1317" y="246"/>
                  </a:lnTo>
                  <a:lnTo>
                    <a:pt x="2312" y="0"/>
                  </a:lnTo>
                  <a:lnTo>
                    <a:pt x="3732" y="336"/>
                  </a:lnTo>
                  <a:lnTo>
                    <a:pt x="4766" y="1432"/>
                  </a:lnTo>
                  <a:lnTo>
                    <a:pt x="5889" y="4475"/>
                  </a:lnTo>
                  <a:lnTo>
                    <a:pt x="6636" y="5958"/>
                  </a:lnTo>
                  <a:lnTo>
                    <a:pt x="6872" y="7036"/>
                  </a:lnTo>
                  <a:lnTo>
                    <a:pt x="6500" y="7546"/>
                  </a:lnTo>
                  <a:lnTo>
                    <a:pt x="6534" y="8046"/>
                  </a:lnTo>
                  <a:lnTo>
                    <a:pt x="6705" y="8355"/>
                  </a:lnTo>
                  <a:lnTo>
                    <a:pt x="6641" y="8924"/>
                  </a:lnTo>
                  <a:lnTo>
                    <a:pt x="6341" y="97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2006856" y="1600345"/>
              <a:ext cx="6660" cy="7104"/>
            </a:xfrm>
            <a:custGeom>
              <a:avLst/>
              <a:pathLst>
                <a:path w="6660" h="7104">
                  <a:moveTo>
                    <a:pt x="5249" y="7064"/>
                  </a:moveTo>
                  <a:lnTo>
                    <a:pt x="4780" y="7104"/>
                  </a:lnTo>
                  <a:lnTo>
                    <a:pt x="4127" y="6576"/>
                  </a:lnTo>
                  <a:lnTo>
                    <a:pt x="474" y="4778"/>
                  </a:lnTo>
                  <a:lnTo>
                    <a:pt x="0" y="4237"/>
                  </a:lnTo>
                  <a:lnTo>
                    <a:pt x="427" y="3481"/>
                  </a:lnTo>
                  <a:lnTo>
                    <a:pt x="1758" y="2509"/>
                  </a:lnTo>
                  <a:lnTo>
                    <a:pt x="2654" y="1517"/>
                  </a:lnTo>
                  <a:lnTo>
                    <a:pt x="3347" y="0"/>
                  </a:lnTo>
                  <a:lnTo>
                    <a:pt x="5448" y="780"/>
                  </a:lnTo>
                  <a:lnTo>
                    <a:pt x="6232" y="1500"/>
                  </a:lnTo>
                  <a:lnTo>
                    <a:pt x="6531" y="2126"/>
                  </a:lnTo>
                  <a:lnTo>
                    <a:pt x="6660" y="2992"/>
                  </a:lnTo>
                  <a:lnTo>
                    <a:pt x="6542" y="5119"/>
                  </a:lnTo>
                  <a:lnTo>
                    <a:pt x="5835" y="55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2025964" y="1594150"/>
              <a:ext cx="5075" cy="9196"/>
            </a:xfrm>
            <a:custGeom>
              <a:avLst/>
              <a:pathLst>
                <a:path w="5075" h="9196">
                  <a:moveTo>
                    <a:pt x="4634" y="6747"/>
                  </a:moveTo>
                  <a:lnTo>
                    <a:pt x="4276" y="7683"/>
                  </a:lnTo>
                  <a:lnTo>
                    <a:pt x="3831" y="7948"/>
                  </a:lnTo>
                  <a:lnTo>
                    <a:pt x="2948" y="9049"/>
                  </a:lnTo>
                  <a:lnTo>
                    <a:pt x="2589" y="9196"/>
                  </a:lnTo>
                  <a:lnTo>
                    <a:pt x="2076" y="8495"/>
                  </a:lnTo>
                  <a:lnTo>
                    <a:pt x="1643" y="7354"/>
                  </a:lnTo>
                  <a:lnTo>
                    <a:pt x="1458" y="7175"/>
                  </a:lnTo>
                  <a:lnTo>
                    <a:pt x="1184" y="7221"/>
                  </a:lnTo>
                  <a:lnTo>
                    <a:pt x="590" y="7948"/>
                  </a:lnTo>
                  <a:lnTo>
                    <a:pt x="327" y="7938"/>
                  </a:lnTo>
                  <a:lnTo>
                    <a:pt x="107" y="7450"/>
                  </a:lnTo>
                  <a:lnTo>
                    <a:pt x="0" y="6475"/>
                  </a:lnTo>
                  <a:lnTo>
                    <a:pt x="8" y="5016"/>
                  </a:lnTo>
                  <a:lnTo>
                    <a:pt x="289" y="2768"/>
                  </a:lnTo>
                  <a:lnTo>
                    <a:pt x="307" y="1949"/>
                  </a:lnTo>
                  <a:lnTo>
                    <a:pt x="156" y="1326"/>
                  </a:lnTo>
                  <a:lnTo>
                    <a:pt x="281" y="757"/>
                  </a:lnTo>
                  <a:lnTo>
                    <a:pt x="680" y="243"/>
                  </a:lnTo>
                  <a:lnTo>
                    <a:pt x="1193" y="0"/>
                  </a:lnTo>
                  <a:lnTo>
                    <a:pt x="2400" y="206"/>
                  </a:lnTo>
                  <a:lnTo>
                    <a:pt x="3355" y="1108"/>
                  </a:lnTo>
                  <a:lnTo>
                    <a:pt x="3820" y="2286"/>
                  </a:lnTo>
                  <a:lnTo>
                    <a:pt x="4752" y="3217"/>
                  </a:lnTo>
                  <a:lnTo>
                    <a:pt x="5075" y="38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2030257" y="1591359"/>
              <a:ext cx="2869" cy="5185"/>
            </a:xfrm>
            <a:custGeom>
              <a:avLst/>
              <a:pathLst>
                <a:path w="2869" h="5185">
                  <a:moveTo>
                    <a:pt x="2869" y="3426"/>
                  </a:moveTo>
                  <a:lnTo>
                    <a:pt x="2604" y="5185"/>
                  </a:lnTo>
                  <a:lnTo>
                    <a:pt x="1204" y="4715"/>
                  </a:lnTo>
                  <a:lnTo>
                    <a:pt x="586" y="4078"/>
                  </a:lnTo>
                  <a:lnTo>
                    <a:pt x="60" y="2633"/>
                  </a:lnTo>
                  <a:lnTo>
                    <a:pt x="0" y="2266"/>
                  </a:lnTo>
                  <a:lnTo>
                    <a:pt x="116" y="1714"/>
                  </a:lnTo>
                  <a:lnTo>
                    <a:pt x="685" y="457"/>
                  </a:lnTo>
                  <a:lnTo>
                    <a:pt x="1070" y="0"/>
                  </a:lnTo>
                  <a:lnTo>
                    <a:pt x="1982" y="532"/>
                  </a:lnTo>
                  <a:lnTo>
                    <a:pt x="2407" y="1268"/>
                  </a:lnTo>
                  <a:lnTo>
                    <a:pt x="2745" y="24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2137859" y="1584130"/>
              <a:ext cx="3250" cy="4867"/>
            </a:xfrm>
            <a:custGeom>
              <a:avLst/>
              <a:pathLst>
                <a:path w="3250" h="4867">
                  <a:moveTo>
                    <a:pt x="3168" y="4523"/>
                  </a:moveTo>
                  <a:lnTo>
                    <a:pt x="2238" y="4867"/>
                  </a:lnTo>
                  <a:lnTo>
                    <a:pt x="1655" y="3641"/>
                  </a:lnTo>
                  <a:lnTo>
                    <a:pt x="1182" y="3389"/>
                  </a:lnTo>
                  <a:lnTo>
                    <a:pt x="973" y="2570"/>
                  </a:lnTo>
                  <a:lnTo>
                    <a:pt x="0" y="2410"/>
                  </a:lnTo>
                  <a:lnTo>
                    <a:pt x="67" y="1128"/>
                  </a:lnTo>
                  <a:lnTo>
                    <a:pt x="331" y="497"/>
                  </a:lnTo>
                  <a:lnTo>
                    <a:pt x="1235" y="0"/>
                  </a:lnTo>
                  <a:lnTo>
                    <a:pt x="1951" y="187"/>
                  </a:lnTo>
                  <a:lnTo>
                    <a:pt x="2631" y="1464"/>
                  </a:lnTo>
                  <a:lnTo>
                    <a:pt x="2963" y="2474"/>
                  </a:lnTo>
                  <a:lnTo>
                    <a:pt x="3250" y="37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266923" y="1583676"/>
              <a:ext cx="13363" cy="16275"/>
            </a:xfrm>
            <a:custGeom>
              <a:avLst/>
              <a:pathLst>
                <a:path w="13363" h="16275">
                  <a:moveTo>
                    <a:pt x="2215" y="16075"/>
                  </a:moveTo>
                  <a:lnTo>
                    <a:pt x="1431" y="16275"/>
                  </a:lnTo>
                  <a:lnTo>
                    <a:pt x="504" y="15715"/>
                  </a:lnTo>
                  <a:lnTo>
                    <a:pt x="173" y="14754"/>
                  </a:lnTo>
                  <a:lnTo>
                    <a:pt x="0" y="13783"/>
                  </a:lnTo>
                  <a:lnTo>
                    <a:pt x="165" y="13284"/>
                  </a:lnTo>
                  <a:lnTo>
                    <a:pt x="579" y="12812"/>
                  </a:lnTo>
                  <a:lnTo>
                    <a:pt x="1141" y="11736"/>
                  </a:lnTo>
                  <a:lnTo>
                    <a:pt x="1851" y="10053"/>
                  </a:lnTo>
                  <a:lnTo>
                    <a:pt x="2961" y="8925"/>
                  </a:lnTo>
                  <a:lnTo>
                    <a:pt x="5397" y="7877"/>
                  </a:lnTo>
                  <a:lnTo>
                    <a:pt x="5743" y="7508"/>
                  </a:lnTo>
                  <a:lnTo>
                    <a:pt x="6832" y="4562"/>
                  </a:lnTo>
                  <a:lnTo>
                    <a:pt x="7198" y="4057"/>
                  </a:lnTo>
                  <a:lnTo>
                    <a:pt x="8445" y="3757"/>
                  </a:lnTo>
                  <a:lnTo>
                    <a:pt x="8579" y="3377"/>
                  </a:lnTo>
                  <a:lnTo>
                    <a:pt x="8138" y="2652"/>
                  </a:lnTo>
                  <a:lnTo>
                    <a:pt x="8138" y="1903"/>
                  </a:lnTo>
                  <a:lnTo>
                    <a:pt x="8579" y="1131"/>
                  </a:lnTo>
                  <a:lnTo>
                    <a:pt x="9187" y="558"/>
                  </a:lnTo>
                  <a:lnTo>
                    <a:pt x="10763" y="0"/>
                  </a:lnTo>
                  <a:lnTo>
                    <a:pt x="12186" y="102"/>
                  </a:lnTo>
                  <a:lnTo>
                    <a:pt x="12550" y="318"/>
                  </a:lnTo>
                  <a:lnTo>
                    <a:pt x="12869" y="835"/>
                  </a:lnTo>
                  <a:lnTo>
                    <a:pt x="13305" y="2213"/>
                  </a:lnTo>
                  <a:lnTo>
                    <a:pt x="13363" y="2526"/>
                  </a:lnTo>
                  <a:lnTo>
                    <a:pt x="12703" y="3747"/>
                  </a:lnTo>
                  <a:lnTo>
                    <a:pt x="10978" y="5624"/>
                  </a:lnTo>
                  <a:lnTo>
                    <a:pt x="9911" y="7194"/>
                  </a:lnTo>
                  <a:lnTo>
                    <a:pt x="9697" y="7707"/>
                  </a:lnTo>
                  <a:lnTo>
                    <a:pt x="9600" y="8369"/>
                  </a:lnTo>
                  <a:lnTo>
                    <a:pt x="9199" y="9173"/>
                  </a:lnTo>
                  <a:lnTo>
                    <a:pt x="7953" y="11105"/>
                  </a:lnTo>
                  <a:lnTo>
                    <a:pt x="7114" y="12972"/>
                  </a:lnTo>
                  <a:lnTo>
                    <a:pt x="6280" y="14001"/>
                  </a:lnTo>
                  <a:lnTo>
                    <a:pt x="3998" y="149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2141033" y="1582301"/>
              <a:ext cx="3573" cy="5432"/>
            </a:xfrm>
            <a:custGeom>
              <a:avLst/>
              <a:pathLst>
                <a:path w="3573" h="5432">
                  <a:moveTo>
                    <a:pt x="3318" y="500"/>
                  </a:moveTo>
                  <a:lnTo>
                    <a:pt x="3573" y="2333"/>
                  </a:lnTo>
                  <a:lnTo>
                    <a:pt x="2552" y="4820"/>
                  </a:lnTo>
                  <a:lnTo>
                    <a:pt x="2232" y="5266"/>
                  </a:lnTo>
                  <a:lnTo>
                    <a:pt x="1836" y="5432"/>
                  </a:lnTo>
                  <a:lnTo>
                    <a:pt x="1453" y="5124"/>
                  </a:lnTo>
                  <a:lnTo>
                    <a:pt x="310" y="3171"/>
                  </a:lnTo>
                  <a:lnTo>
                    <a:pt x="0" y="1955"/>
                  </a:lnTo>
                  <a:lnTo>
                    <a:pt x="419" y="1346"/>
                  </a:lnTo>
                  <a:lnTo>
                    <a:pt x="1303" y="585"/>
                  </a:lnTo>
                  <a:lnTo>
                    <a:pt x="1930" y="216"/>
                  </a:lnTo>
                  <a:lnTo>
                    <a:pt x="2716" y="535"/>
                  </a:lnTo>
                  <a:lnTo>
                    <a:pt x="29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289933" y="1582182"/>
              <a:ext cx="8068" cy="9099"/>
            </a:xfrm>
            <a:custGeom>
              <a:avLst/>
              <a:pathLst>
                <a:path w="8068" h="9099">
                  <a:moveTo>
                    <a:pt x="4360" y="8756"/>
                  </a:moveTo>
                  <a:lnTo>
                    <a:pt x="2926" y="9099"/>
                  </a:lnTo>
                  <a:lnTo>
                    <a:pt x="1866" y="8923"/>
                  </a:lnTo>
                  <a:lnTo>
                    <a:pt x="1178" y="8227"/>
                  </a:lnTo>
                  <a:lnTo>
                    <a:pt x="652" y="7283"/>
                  </a:lnTo>
                  <a:lnTo>
                    <a:pt x="0" y="4906"/>
                  </a:lnTo>
                  <a:lnTo>
                    <a:pt x="242" y="3798"/>
                  </a:lnTo>
                  <a:lnTo>
                    <a:pt x="316" y="1815"/>
                  </a:lnTo>
                  <a:lnTo>
                    <a:pt x="436" y="1070"/>
                  </a:lnTo>
                  <a:lnTo>
                    <a:pt x="689" y="702"/>
                  </a:lnTo>
                  <a:lnTo>
                    <a:pt x="2178" y="0"/>
                  </a:lnTo>
                  <a:lnTo>
                    <a:pt x="3068" y="79"/>
                  </a:lnTo>
                  <a:lnTo>
                    <a:pt x="4375" y="836"/>
                  </a:lnTo>
                  <a:lnTo>
                    <a:pt x="7195" y="1066"/>
                  </a:lnTo>
                  <a:lnTo>
                    <a:pt x="7895" y="1763"/>
                  </a:lnTo>
                  <a:lnTo>
                    <a:pt x="8068" y="2184"/>
                  </a:lnTo>
                  <a:lnTo>
                    <a:pt x="8055" y="2703"/>
                  </a:lnTo>
                  <a:lnTo>
                    <a:pt x="7857" y="3321"/>
                  </a:lnTo>
                  <a:lnTo>
                    <a:pt x="6462" y="5121"/>
                  </a:lnTo>
                  <a:lnTo>
                    <a:pt x="5791" y="6359"/>
                  </a:lnTo>
                  <a:lnTo>
                    <a:pt x="5316" y="78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2017662" y="1578163"/>
              <a:ext cx="4041" cy="5543"/>
            </a:xfrm>
            <a:custGeom>
              <a:avLst/>
              <a:pathLst>
                <a:path w="4041" h="5543">
                  <a:moveTo>
                    <a:pt x="2098" y="5289"/>
                  </a:moveTo>
                  <a:lnTo>
                    <a:pt x="1169" y="5543"/>
                  </a:lnTo>
                  <a:lnTo>
                    <a:pt x="999" y="5481"/>
                  </a:lnTo>
                  <a:lnTo>
                    <a:pt x="1078" y="4676"/>
                  </a:lnTo>
                  <a:lnTo>
                    <a:pt x="1009" y="4272"/>
                  </a:lnTo>
                  <a:lnTo>
                    <a:pt x="760" y="3983"/>
                  </a:lnTo>
                  <a:lnTo>
                    <a:pt x="1575" y="3343"/>
                  </a:lnTo>
                  <a:lnTo>
                    <a:pt x="1693" y="2843"/>
                  </a:lnTo>
                  <a:lnTo>
                    <a:pt x="1435" y="2460"/>
                  </a:lnTo>
                  <a:lnTo>
                    <a:pt x="318" y="1732"/>
                  </a:lnTo>
                  <a:lnTo>
                    <a:pt x="0" y="1074"/>
                  </a:lnTo>
                  <a:lnTo>
                    <a:pt x="58" y="497"/>
                  </a:lnTo>
                  <a:lnTo>
                    <a:pt x="495" y="0"/>
                  </a:lnTo>
                  <a:lnTo>
                    <a:pt x="1267" y="75"/>
                  </a:lnTo>
                  <a:lnTo>
                    <a:pt x="2931" y="1043"/>
                  </a:lnTo>
                  <a:lnTo>
                    <a:pt x="3694" y="2382"/>
                  </a:lnTo>
                  <a:lnTo>
                    <a:pt x="4041" y="3373"/>
                  </a:lnTo>
                  <a:lnTo>
                    <a:pt x="3489" y="3520"/>
                  </a:lnTo>
                  <a:lnTo>
                    <a:pt x="3061" y="3921"/>
                  </a:lnTo>
                  <a:lnTo>
                    <a:pt x="2606" y="47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2078547" y="1576696"/>
              <a:ext cx="6970" cy="8570"/>
            </a:xfrm>
            <a:custGeom>
              <a:avLst/>
              <a:pathLst>
                <a:path w="6970" h="8570">
                  <a:moveTo>
                    <a:pt x="5463" y="1539"/>
                  </a:moveTo>
                  <a:lnTo>
                    <a:pt x="6970" y="3520"/>
                  </a:lnTo>
                  <a:lnTo>
                    <a:pt x="6957" y="4481"/>
                  </a:lnTo>
                  <a:lnTo>
                    <a:pt x="6760" y="6085"/>
                  </a:lnTo>
                  <a:lnTo>
                    <a:pt x="6328" y="7306"/>
                  </a:lnTo>
                  <a:lnTo>
                    <a:pt x="5661" y="8144"/>
                  </a:lnTo>
                  <a:lnTo>
                    <a:pt x="4726" y="8566"/>
                  </a:lnTo>
                  <a:lnTo>
                    <a:pt x="3524" y="8570"/>
                  </a:lnTo>
                  <a:lnTo>
                    <a:pt x="3005" y="8219"/>
                  </a:lnTo>
                  <a:lnTo>
                    <a:pt x="3393" y="6978"/>
                  </a:lnTo>
                  <a:lnTo>
                    <a:pt x="3686" y="6611"/>
                  </a:lnTo>
                  <a:lnTo>
                    <a:pt x="3735" y="5518"/>
                  </a:lnTo>
                  <a:lnTo>
                    <a:pt x="3542" y="3706"/>
                  </a:lnTo>
                  <a:lnTo>
                    <a:pt x="3300" y="2591"/>
                  </a:lnTo>
                  <a:lnTo>
                    <a:pt x="2624" y="1953"/>
                  </a:lnTo>
                  <a:lnTo>
                    <a:pt x="2141" y="1927"/>
                  </a:lnTo>
                  <a:lnTo>
                    <a:pt x="2009" y="2516"/>
                  </a:lnTo>
                  <a:lnTo>
                    <a:pt x="2230" y="3721"/>
                  </a:lnTo>
                  <a:lnTo>
                    <a:pt x="2077" y="5280"/>
                  </a:lnTo>
                  <a:lnTo>
                    <a:pt x="1550" y="7195"/>
                  </a:lnTo>
                  <a:lnTo>
                    <a:pt x="1150" y="8095"/>
                  </a:lnTo>
                  <a:lnTo>
                    <a:pt x="439" y="7641"/>
                  </a:lnTo>
                  <a:lnTo>
                    <a:pt x="100" y="6909"/>
                  </a:lnTo>
                  <a:lnTo>
                    <a:pt x="191" y="5703"/>
                  </a:lnTo>
                  <a:lnTo>
                    <a:pt x="0" y="4611"/>
                  </a:lnTo>
                  <a:lnTo>
                    <a:pt x="180" y="3453"/>
                  </a:lnTo>
                  <a:lnTo>
                    <a:pt x="664" y="1734"/>
                  </a:lnTo>
                  <a:lnTo>
                    <a:pt x="1350" y="582"/>
                  </a:lnTo>
                  <a:lnTo>
                    <a:pt x="2237" y="0"/>
                  </a:lnTo>
                  <a:lnTo>
                    <a:pt x="3271" y="41"/>
                  </a:lnTo>
                  <a:lnTo>
                    <a:pt x="4454" y="7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1586894" y="1575990"/>
              <a:ext cx="4684" cy="3259"/>
            </a:xfrm>
            <a:custGeom>
              <a:avLst/>
              <a:pathLst>
                <a:path w="4684" h="3259">
                  <a:moveTo>
                    <a:pt x="2819" y="2148"/>
                  </a:moveTo>
                  <a:lnTo>
                    <a:pt x="1881" y="3259"/>
                  </a:lnTo>
                  <a:lnTo>
                    <a:pt x="390" y="2099"/>
                  </a:lnTo>
                  <a:lnTo>
                    <a:pt x="0" y="1529"/>
                  </a:lnTo>
                  <a:lnTo>
                    <a:pt x="1723" y="0"/>
                  </a:lnTo>
                  <a:lnTo>
                    <a:pt x="2484" y="57"/>
                  </a:lnTo>
                  <a:lnTo>
                    <a:pt x="4086" y="965"/>
                  </a:lnTo>
                  <a:lnTo>
                    <a:pt x="4684" y="17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2393927" y="1575038"/>
              <a:ext cx="5300" cy="4342"/>
            </a:xfrm>
            <a:custGeom>
              <a:avLst/>
              <a:pathLst>
                <a:path w="5300" h="4342">
                  <a:moveTo>
                    <a:pt x="3482" y="4162"/>
                  </a:moveTo>
                  <a:lnTo>
                    <a:pt x="3191" y="4342"/>
                  </a:lnTo>
                  <a:lnTo>
                    <a:pt x="216" y="2996"/>
                  </a:lnTo>
                  <a:lnTo>
                    <a:pt x="0" y="1923"/>
                  </a:lnTo>
                  <a:lnTo>
                    <a:pt x="1454" y="733"/>
                  </a:lnTo>
                  <a:lnTo>
                    <a:pt x="2637" y="90"/>
                  </a:lnTo>
                  <a:lnTo>
                    <a:pt x="3549" y="0"/>
                  </a:lnTo>
                  <a:lnTo>
                    <a:pt x="4454" y="202"/>
                  </a:lnTo>
                  <a:lnTo>
                    <a:pt x="5300" y="1489"/>
                  </a:lnTo>
                  <a:lnTo>
                    <a:pt x="4274" y="26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2273254" y="1573334"/>
              <a:ext cx="9982" cy="7675"/>
            </a:xfrm>
            <a:custGeom>
              <a:avLst/>
              <a:pathLst>
                <a:path w="9982" h="7675">
                  <a:moveTo>
                    <a:pt x="9301" y="727"/>
                  </a:moveTo>
                  <a:lnTo>
                    <a:pt x="9883" y="2204"/>
                  </a:lnTo>
                  <a:lnTo>
                    <a:pt x="9982" y="2970"/>
                  </a:lnTo>
                  <a:lnTo>
                    <a:pt x="9177" y="3873"/>
                  </a:lnTo>
                  <a:lnTo>
                    <a:pt x="6143" y="5546"/>
                  </a:lnTo>
                  <a:lnTo>
                    <a:pt x="4293" y="7002"/>
                  </a:lnTo>
                  <a:lnTo>
                    <a:pt x="3359" y="7326"/>
                  </a:lnTo>
                  <a:lnTo>
                    <a:pt x="2113" y="6999"/>
                  </a:lnTo>
                  <a:lnTo>
                    <a:pt x="600" y="7675"/>
                  </a:lnTo>
                  <a:lnTo>
                    <a:pt x="0" y="7584"/>
                  </a:lnTo>
                  <a:lnTo>
                    <a:pt x="668" y="6393"/>
                  </a:lnTo>
                  <a:lnTo>
                    <a:pt x="3061" y="2975"/>
                  </a:lnTo>
                  <a:lnTo>
                    <a:pt x="5068" y="2625"/>
                  </a:lnTo>
                  <a:lnTo>
                    <a:pt x="5723" y="1911"/>
                  </a:lnTo>
                  <a:lnTo>
                    <a:pt x="6276" y="2138"/>
                  </a:lnTo>
                  <a:lnTo>
                    <a:pt x="6595" y="1546"/>
                  </a:lnTo>
                  <a:lnTo>
                    <a:pt x="6651" y="669"/>
                  </a:lnTo>
                  <a:lnTo>
                    <a:pt x="7352" y="0"/>
                  </a:lnTo>
                  <a:lnTo>
                    <a:pt x="7982" y="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2251150" y="1571237"/>
              <a:ext cx="16235" cy="8889"/>
            </a:xfrm>
            <a:custGeom>
              <a:avLst/>
              <a:pathLst>
                <a:path w="16235" h="8889">
                  <a:moveTo>
                    <a:pt x="15490" y="670"/>
                  </a:moveTo>
                  <a:lnTo>
                    <a:pt x="15948" y="2366"/>
                  </a:lnTo>
                  <a:lnTo>
                    <a:pt x="16235" y="2899"/>
                  </a:lnTo>
                  <a:lnTo>
                    <a:pt x="15810" y="3703"/>
                  </a:lnTo>
                  <a:lnTo>
                    <a:pt x="14102" y="5308"/>
                  </a:lnTo>
                  <a:lnTo>
                    <a:pt x="10368" y="5963"/>
                  </a:lnTo>
                  <a:lnTo>
                    <a:pt x="8485" y="5205"/>
                  </a:lnTo>
                  <a:lnTo>
                    <a:pt x="9352" y="7509"/>
                  </a:lnTo>
                  <a:lnTo>
                    <a:pt x="9541" y="8480"/>
                  </a:lnTo>
                  <a:lnTo>
                    <a:pt x="9276" y="8889"/>
                  </a:lnTo>
                  <a:lnTo>
                    <a:pt x="8492" y="8764"/>
                  </a:lnTo>
                  <a:lnTo>
                    <a:pt x="7191" y="8112"/>
                  </a:lnTo>
                  <a:lnTo>
                    <a:pt x="6443" y="7330"/>
                  </a:lnTo>
                  <a:lnTo>
                    <a:pt x="6248" y="6421"/>
                  </a:lnTo>
                  <a:lnTo>
                    <a:pt x="5974" y="6219"/>
                  </a:lnTo>
                  <a:lnTo>
                    <a:pt x="5621" y="6726"/>
                  </a:lnTo>
                  <a:lnTo>
                    <a:pt x="5282" y="6610"/>
                  </a:lnTo>
                  <a:lnTo>
                    <a:pt x="4507" y="5256"/>
                  </a:lnTo>
                  <a:lnTo>
                    <a:pt x="3937" y="4751"/>
                  </a:lnTo>
                  <a:lnTo>
                    <a:pt x="187" y="3944"/>
                  </a:lnTo>
                  <a:lnTo>
                    <a:pt x="0" y="3582"/>
                  </a:lnTo>
                  <a:lnTo>
                    <a:pt x="195" y="2959"/>
                  </a:lnTo>
                  <a:lnTo>
                    <a:pt x="773" y="2070"/>
                  </a:lnTo>
                  <a:lnTo>
                    <a:pt x="1615" y="1770"/>
                  </a:lnTo>
                  <a:lnTo>
                    <a:pt x="3734" y="2168"/>
                  </a:lnTo>
                  <a:lnTo>
                    <a:pt x="3907" y="1941"/>
                  </a:lnTo>
                  <a:lnTo>
                    <a:pt x="4047" y="820"/>
                  </a:lnTo>
                  <a:lnTo>
                    <a:pt x="4207" y="380"/>
                  </a:lnTo>
                  <a:lnTo>
                    <a:pt x="5675" y="493"/>
                  </a:lnTo>
                  <a:lnTo>
                    <a:pt x="6598" y="252"/>
                  </a:lnTo>
                  <a:lnTo>
                    <a:pt x="7107" y="829"/>
                  </a:lnTo>
                  <a:lnTo>
                    <a:pt x="7609" y="2164"/>
                  </a:lnTo>
                  <a:lnTo>
                    <a:pt x="8323" y="1920"/>
                  </a:lnTo>
                  <a:lnTo>
                    <a:pt x="9356" y="2113"/>
                  </a:lnTo>
                  <a:lnTo>
                    <a:pt x="10505" y="1624"/>
                  </a:lnTo>
                  <a:lnTo>
                    <a:pt x="12263" y="437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2038016" y="1569726"/>
              <a:ext cx="48786" cy="41391"/>
            </a:xfrm>
            <a:custGeom>
              <a:avLst/>
              <a:pathLst>
                <a:path w="48786" h="41391">
                  <a:moveTo>
                    <a:pt x="24125" y="6469"/>
                  </a:moveTo>
                  <a:lnTo>
                    <a:pt x="24475" y="6821"/>
                  </a:lnTo>
                  <a:lnTo>
                    <a:pt x="25133" y="6522"/>
                  </a:lnTo>
                  <a:lnTo>
                    <a:pt x="25644" y="5558"/>
                  </a:lnTo>
                  <a:lnTo>
                    <a:pt x="25954" y="5377"/>
                  </a:lnTo>
                  <a:lnTo>
                    <a:pt x="26435" y="5558"/>
                  </a:lnTo>
                  <a:lnTo>
                    <a:pt x="28022" y="7287"/>
                  </a:lnTo>
                  <a:lnTo>
                    <a:pt x="29240" y="9101"/>
                  </a:lnTo>
                  <a:lnTo>
                    <a:pt x="30533" y="10389"/>
                  </a:lnTo>
                  <a:lnTo>
                    <a:pt x="32584" y="11539"/>
                  </a:lnTo>
                  <a:lnTo>
                    <a:pt x="37065" y="15283"/>
                  </a:lnTo>
                  <a:lnTo>
                    <a:pt x="38385" y="17815"/>
                  </a:lnTo>
                  <a:lnTo>
                    <a:pt x="39779" y="21753"/>
                  </a:lnTo>
                  <a:lnTo>
                    <a:pt x="41023" y="24758"/>
                  </a:lnTo>
                  <a:lnTo>
                    <a:pt x="42119" y="26832"/>
                  </a:lnTo>
                  <a:lnTo>
                    <a:pt x="43294" y="28484"/>
                  </a:lnTo>
                  <a:lnTo>
                    <a:pt x="45178" y="30332"/>
                  </a:lnTo>
                  <a:lnTo>
                    <a:pt x="46858" y="28987"/>
                  </a:lnTo>
                  <a:lnTo>
                    <a:pt x="47578" y="28647"/>
                  </a:lnTo>
                  <a:lnTo>
                    <a:pt x="48198" y="29206"/>
                  </a:lnTo>
                  <a:lnTo>
                    <a:pt x="48786" y="30599"/>
                  </a:lnTo>
                  <a:lnTo>
                    <a:pt x="48475" y="31221"/>
                  </a:lnTo>
                  <a:lnTo>
                    <a:pt x="47745" y="32008"/>
                  </a:lnTo>
                  <a:lnTo>
                    <a:pt x="46540" y="32927"/>
                  </a:lnTo>
                  <a:lnTo>
                    <a:pt x="44852" y="32994"/>
                  </a:lnTo>
                  <a:lnTo>
                    <a:pt x="44041" y="33265"/>
                  </a:lnTo>
                  <a:lnTo>
                    <a:pt x="42718" y="34724"/>
                  </a:lnTo>
                  <a:lnTo>
                    <a:pt x="41668" y="36474"/>
                  </a:lnTo>
                  <a:lnTo>
                    <a:pt x="40198" y="37064"/>
                  </a:lnTo>
                  <a:lnTo>
                    <a:pt x="37432" y="40000"/>
                  </a:lnTo>
                  <a:lnTo>
                    <a:pt x="35911" y="41100"/>
                  </a:lnTo>
                  <a:lnTo>
                    <a:pt x="33671" y="41391"/>
                  </a:lnTo>
                  <a:lnTo>
                    <a:pt x="29020" y="39091"/>
                  </a:lnTo>
                  <a:lnTo>
                    <a:pt x="26122" y="39415"/>
                  </a:lnTo>
                  <a:lnTo>
                    <a:pt x="23756" y="38943"/>
                  </a:lnTo>
                  <a:lnTo>
                    <a:pt x="21113" y="36513"/>
                  </a:lnTo>
                  <a:lnTo>
                    <a:pt x="19062" y="35138"/>
                  </a:lnTo>
                  <a:lnTo>
                    <a:pt x="15091" y="33161"/>
                  </a:lnTo>
                  <a:lnTo>
                    <a:pt x="14831" y="32868"/>
                  </a:lnTo>
                  <a:lnTo>
                    <a:pt x="14660" y="32200"/>
                  </a:lnTo>
                  <a:lnTo>
                    <a:pt x="14579" y="31157"/>
                  </a:lnTo>
                  <a:lnTo>
                    <a:pt x="14398" y="30460"/>
                  </a:lnTo>
                  <a:lnTo>
                    <a:pt x="14120" y="30107"/>
                  </a:lnTo>
                  <a:lnTo>
                    <a:pt x="13495" y="30137"/>
                  </a:lnTo>
                  <a:lnTo>
                    <a:pt x="12856" y="30827"/>
                  </a:lnTo>
                  <a:lnTo>
                    <a:pt x="11632" y="31421"/>
                  </a:lnTo>
                  <a:lnTo>
                    <a:pt x="9768" y="31287"/>
                  </a:lnTo>
                  <a:lnTo>
                    <a:pt x="8957" y="30875"/>
                  </a:lnTo>
                  <a:lnTo>
                    <a:pt x="8339" y="30228"/>
                  </a:lnTo>
                  <a:lnTo>
                    <a:pt x="8004" y="29468"/>
                  </a:lnTo>
                  <a:lnTo>
                    <a:pt x="7952" y="28598"/>
                  </a:lnTo>
                  <a:lnTo>
                    <a:pt x="7780" y="27928"/>
                  </a:lnTo>
                  <a:lnTo>
                    <a:pt x="7489" y="27456"/>
                  </a:lnTo>
                  <a:lnTo>
                    <a:pt x="6813" y="27443"/>
                  </a:lnTo>
                  <a:lnTo>
                    <a:pt x="5753" y="27892"/>
                  </a:lnTo>
                  <a:lnTo>
                    <a:pt x="5339" y="28447"/>
                  </a:lnTo>
                  <a:lnTo>
                    <a:pt x="5571" y="29107"/>
                  </a:lnTo>
                  <a:lnTo>
                    <a:pt x="5376" y="29498"/>
                  </a:lnTo>
                  <a:lnTo>
                    <a:pt x="3520" y="29502"/>
                  </a:lnTo>
                  <a:lnTo>
                    <a:pt x="2794" y="29116"/>
                  </a:lnTo>
                  <a:lnTo>
                    <a:pt x="1398" y="27892"/>
                  </a:lnTo>
                  <a:lnTo>
                    <a:pt x="787" y="26654"/>
                  </a:lnTo>
                  <a:lnTo>
                    <a:pt x="0" y="24451"/>
                  </a:lnTo>
                  <a:lnTo>
                    <a:pt x="75" y="23855"/>
                  </a:lnTo>
                  <a:lnTo>
                    <a:pt x="576" y="22516"/>
                  </a:lnTo>
                  <a:lnTo>
                    <a:pt x="1230" y="21583"/>
                  </a:lnTo>
                  <a:lnTo>
                    <a:pt x="5434" y="21034"/>
                  </a:lnTo>
                  <a:lnTo>
                    <a:pt x="7402" y="20508"/>
                  </a:lnTo>
                  <a:lnTo>
                    <a:pt x="9543" y="18984"/>
                  </a:lnTo>
                  <a:lnTo>
                    <a:pt x="12043" y="16350"/>
                  </a:lnTo>
                  <a:lnTo>
                    <a:pt x="12583" y="15570"/>
                  </a:lnTo>
                  <a:lnTo>
                    <a:pt x="12646" y="14997"/>
                  </a:lnTo>
                  <a:lnTo>
                    <a:pt x="12462" y="14379"/>
                  </a:lnTo>
                  <a:lnTo>
                    <a:pt x="11681" y="12862"/>
                  </a:lnTo>
                  <a:lnTo>
                    <a:pt x="11418" y="11825"/>
                  </a:lnTo>
                  <a:lnTo>
                    <a:pt x="11665" y="11334"/>
                  </a:lnTo>
                  <a:lnTo>
                    <a:pt x="12669" y="11290"/>
                  </a:lnTo>
                  <a:lnTo>
                    <a:pt x="12141" y="10704"/>
                  </a:lnTo>
                  <a:lnTo>
                    <a:pt x="11692" y="9874"/>
                  </a:lnTo>
                  <a:lnTo>
                    <a:pt x="11535" y="9356"/>
                  </a:lnTo>
                  <a:lnTo>
                    <a:pt x="11560" y="8531"/>
                  </a:lnTo>
                  <a:lnTo>
                    <a:pt x="12357" y="8349"/>
                  </a:lnTo>
                  <a:lnTo>
                    <a:pt x="13339" y="8763"/>
                  </a:lnTo>
                  <a:lnTo>
                    <a:pt x="15236" y="11142"/>
                  </a:lnTo>
                  <a:lnTo>
                    <a:pt x="15991" y="11605"/>
                  </a:lnTo>
                  <a:lnTo>
                    <a:pt x="17291" y="11966"/>
                  </a:lnTo>
                  <a:lnTo>
                    <a:pt x="15909" y="10324"/>
                  </a:lnTo>
                  <a:lnTo>
                    <a:pt x="14480" y="6873"/>
                  </a:lnTo>
                  <a:lnTo>
                    <a:pt x="14302" y="5683"/>
                  </a:lnTo>
                  <a:lnTo>
                    <a:pt x="14340" y="5021"/>
                  </a:lnTo>
                  <a:lnTo>
                    <a:pt x="14714" y="3166"/>
                  </a:lnTo>
                  <a:lnTo>
                    <a:pt x="15050" y="2410"/>
                  </a:lnTo>
                  <a:lnTo>
                    <a:pt x="15483" y="1910"/>
                  </a:lnTo>
                  <a:lnTo>
                    <a:pt x="16843" y="844"/>
                  </a:lnTo>
                  <a:lnTo>
                    <a:pt x="19021" y="99"/>
                  </a:lnTo>
                  <a:lnTo>
                    <a:pt x="20137" y="0"/>
                  </a:lnTo>
                  <a:lnTo>
                    <a:pt x="21267" y="601"/>
                  </a:lnTo>
                  <a:lnTo>
                    <a:pt x="22253" y="1755"/>
                  </a:lnTo>
                  <a:lnTo>
                    <a:pt x="24444" y="3638"/>
                  </a:lnTo>
                  <a:lnTo>
                    <a:pt x="24771" y="4409"/>
                  </a:lnTo>
                  <a:lnTo>
                    <a:pt x="24736" y="4768"/>
                  </a:lnTo>
                  <a:lnTo>
                    <a:pt x="23890" y="5286"/>
                  </a:lnTo>
                  <a:lnTo>
                    <a:pt x="23785" y="57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2177016" y="1561303"/>
              <a:ext cx="9175" cy="5033"/>
            </a:xfrm>
            <a:custGeom>
              <a:avLst/>
              <a:pathLst>
                <a:path w="9175" h="5033">
                  <a:moveTo>
                    <a:pt x="4658" y="988"/>
                  </a:moveTo>
                  <a:lnTo>
                    <a:pt x="5955" y="1223"/>
                  </a:lnTo>
                  <a:lnTo>
                    <a:pt x="7176" y="934"/>
                  </a:lnTo>
                  <a:lnTo>
                    <a:pt x="8068" y="1210"/>
                  </a:lnTo>
                  <a:lnTo>
                    <a:pt x="8628" y="2051"/>
                  </a:lnTo>
                  <a:lnTo>
                    <a:pt x="8997" y="2926"/>
                  </a:lnTo>
                  <a:lnTo>
                    <a:pt x="9175" y="3830"/>
                  </a:lnTo>
                  <a:lnTo>
                    <a:pt x="8693" y="4472"/>
                  </a:lnTo>
                  <a:lnTo>
                    <a:pt x="6687" y="5033"/>
                  </a:lnTo>
                  <a:lnTo>
                    <a:pt x="5317" y="4755"/>
                  </a:lnTo>
                  <a:lnTo>
                    <a:pt x="3852" y="4005"/>
                  </a:lnTo>
                  <a:lnTo>
                    <a:pt x="3173" y="4338"/>
                  </a:lnTo>
                  <a:lnTo>
                    <a:pt x="1503" y="3785"/>
                  </a:lnTo>
                  <a:lnTo>
                    <a:pt x="673" y="3035"/>
                  </a:lnTo>
                  <a:lnTo>
                    <a:pt x="0" y="1966"/>
                  </a:lnTo>
                  <a:lnTo>
                    <a:pt x="1" y="1312"/>
                  </a:lnTo>
                  <a:lnTo>
                    <a:pt x="1761" y="574"/>
                  </a:lnTo>
                  <a:lnTo>
                    <a:pt x="245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2025363" y="1545830"/>
              <a:ext cx="4567" cy="5396"/>
            </a:xfrm>
            <a:custGeom>
              <a:avLst/>
              <a:pathLst>
                <a:path w="4567" h="5396">
                  <a:moveTo>
                    <a:pt x="4201" y="5156"/>
                  </a:moveTo>
                  <a:lnTo>
                    <a:pt x="4054" y="5396"/>
                  </a:lnTo>
                  <a:lnTo>
                    <a:pt x="1601" y="4293"/>
                  </a:lnTo>
                  <a:lnTo>
                    <a:pt x="654" y="3645"/>
                  </a:lnTo>
                  <a:lnTo>
                    <a:pt x="347" y="3166"/>
                  </a:lnTo>
                  <a:lnTo>
                    <a:pt x="129" y="2188"/>
                  </a:lnTo>
                  <a:lnTo>
                    <a:pt x="0" y="712"/>
                  </a:lnTo>
                  <a:lnTo>
                    <a:pt x="488" y="0"/>
                  </a:lnTo>
                  <a:lnTo>
                    <a:pt x="1594" y="50"/>
                  </a:lnTo>
                  <a:lnTo>
                    <a:pt x="2775" y="617"/>
                  </a:lnTo>
                  <a:lnTo>
                    <a:pt x="4567" y="2236"/>
                  </a:lnTo>
                  <a:lnTo>
                    <a:pt x="4056" y="2716"/>
                  </a:lnTo>
                  <a:lnTo>
                    <a:pt x="4032" y="3778"/>
                  </a:lnTo>
                  <a:lnTo>
                    <a:pt x="4233" y="47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1567468" y="1506927"/>
              <a:ext cx="968953" cy="895691"/>
            </a:xfrm>
            <a:custGeom>
              <a:avLst/>
              <a:pathLst>
                <a:path w="968953" h="895691">
                  <a:moveTo>
                    <a:pt x="752790" y="797322"/>
                  </a:moveTo>
                  <a:lnTo>
                    <a:pt x="752182" y="797463"/>
                  </a:lnTo>
                  <a:lnTo>
                    <a:pt x="751112" y="797320"/>
                  </a:lnTo>
                  <a:lnTo>
                    <a:pt x="749528" y="798319"/>
                  </a:lnTo>
                  <a:lnTo>
                    <a:pt x="747447" y="800409"/>
                  </a:lnTo>
                  <a:lnTo>
                    <a:pt x="744927" y="804165"/>
                  </a:lnTo>
                  <a:lnTo>
                    <a:pt x="740491" y="812297"/>
                  </a:lnTo>
                  <a:lnTo>
                    <a:pt x="740180" y="813155"/>
                  </a:lnTo>
                  <a:lnTo>
                    <a:pt x="739538" y="814663"/>
                  </a:lnTo>
                  <a:lnTo>
                    <a:pt x="737899" y="816270"/>
                  </a:lnTo>
                  <a:lnTo>
                    <a:pt x="736412" y="818003"/>
                  </a:lnTo>
                  <a:lnTo>
                    <a:pt x="736019" y="819827"/>
                  </a:lnTo>
                  <a:lnTo>
                    <a:pt x="735306" y="820658"/>
                  </a:lnTo>
                  <a:lnTo>
                    <a:pt x="732853" y="825282"/>
                  </a:lnTo>
                  <a:lnTo>
                    <a:pt x="731473" y="829221"/>
                  </a:lnTo>
                  <a:lnTo>
                    <a:pt x="730220" y="833343"/>
                  </a:lnTo>
                  <a:lnTo>
                    <a:pt x="728818" y="837953"/>
                  </a:lnTo>
                  <a:lnTo>
                    <a:pt x="725940" y="838011"/>
                  </a:lnTo>
                  <a:lnTo>
                    <a:pt x="723745" y="837992"/>
                  </a:lnTo>
                  <a:lnTo>
                    <a:pt x="719999" y="837959"/>
                  </a:lnTo>
                  <a:lnTo>
                    <a:pt x="716789" y="837932"/>
                  </a:lnTo>
                  <a:lnTo>
                    <a:pt x="712979" y="837898"/>
                  </a:lnTo>
                  <a:lnTo>
                    <a:pt x="710214" y="837874"/>
                  </a:lnTo>
                  <a:lnTo>
                    <a:pt x="707237" y="838067"/>
                  </a:lnTo>
                  <a:lnTo>
                    <a:pt x="705816" y="839296"/>
                  </a:lnTo>
                  <a:lnTo>
                    <a:pt x="704034" y="840957"/>
                  </a:lnTo>
                  <a:lnTo>
                    <a:pt x="702111" y="842748"/>
                  </a:lnTo>
                  <a:lnTo>
                    <a:pt x="703119" y="846741"/>
                  </a:lnTo>
                  <a:lnTo>
                    <a:pt x="703390" y="848317"/>
                  </a:lnTo>
                  <a:lnTo>
                    <a:pt x="703312" y="853399"/>
                  </a:lnTo>
                  <a:lnTo>
                    <a:pt x="703517" y="853954"/>
                  </a:lnTo>
                  <a:lnTo>
                    <a:pt x="703732" y="854709"/>
                  </a:lnTo>
                  <a:lnTo>
                    <a:pt x="703765" y="856022"/>
                  </a:lnTo>
                  <a:lnTo>
                    <a:pt x="703930" y="856622"/>
                  </a:lnTo>
                  <a:lnTo>
                    <a:pt x="704281" y="857107"/>
                  </a:lnTo>
                  <a:lnTo>
                    <a:pt x="704676" y="857676"/>
                  </a:lnTo>
                  <a:lnTo>
                    <a:pt x="704961" y="858449"/>
                  </a:lnTo>
                  <a:lnTo>
                    <a:pt x="705026" y="859219"/>
                  </a:lnTo>
                  <a:lnTo>
                    <a:pt x="704752" y="860561"/>
                  </a:lnTo>
                  <a:lnTo>
                    <a:pt x="703645" y="862374"/>
                  </a:lnTo>
                  <a:lnTo>
                    <a:pt x="702090" y="863964"/>
                  </a:lnTo>
                  <a:lnTo>
                    <a:pt x="698995" y="866833"/>
                  </a:lnTo>
                  <a:lnTo>
                    <a:pt x="695409" y="870157"/>
                  </a:lnTo>
                  <a:lnTo>
                    <a:pt x="692301" y="873038"/>
                  </a:lnTo>
                  <a:lnTo>
                    <a:pt x="689896" y="875268"/>
                  </a:lnTo>
                  <a:lnTo>
                    <a:pt x="684955" y="877225"/>
                  </a:lnTo>
                  <a:lnTo>
                    <a:pt x="681031" y="878779"/>
                  </a:lnTo>
                  <a:lnTo>
                    <a:pt x="678199" y="879902"/>
                  </a:lnTo>
                  <a:lnTo>
                    <a:pt x="675590" y="883025"/>
                  </a:lnTo>
                  <a:lnTo>
                    <a:pt x="672711" y="886472"/>
                  </a:lnTo>
                  <a:lnTo>
                    <a:pt x="670289" y="889371"/>
                  </a:lnTo>
                  <a:lnTo>
                    <a:pt x="667574" y="892622"/>
                  </a:lnTo>
                  <a:lnTo>
                    <a:pt x="665010" y="895691"/>
                  </a:lnTo>
                  <a:lnTo>
                    <a:pt x="662160" y="895681"/>
                  </a:lnTo>
                  <a:lnTo>
                    <a:pt x="660160" y="893381"/>
                  </a:lnTo>
                  <a:lnTo>
                    <a:pt x="658300" y="891019"/>
                  </a:lnTo>
                  <a:lnTo>
                    <a:pt x="657029" y="886796"/>
                  </a:lnTo>
                  <a:lnTo>
                    <a:pt x="656941" y="881889"/>
                  </a:lnTo>
                  <a:lnTo>
                    <a:pt x="657397" y="878675"/>
                  </a:lnTo>
                  <a:lnTo>
                    <a:pt x="657810" y="877210"/>
                  </a:lnTo>
                  <a:lnTo>
                    <a:pt x="658598" y="876280"/>
                  </a:lnTo>
                  <a:lnTo>
                    <a:pt x="660142" y="874700"/>
                  </a:lnTo>
                  <a:lnTo>
                    <a:pt x="661545" y="871502"/>
                  </a:lnTo>
                  <a:lnTo>
                    <a:pt x="662670" y="869593"/>
                  </a:lnTo>
                  <a:lnTo>
                    <a:pt x="663804" y="867623"/>
                  </a:lnTo>
                  <a:lnTo>
                    <a:pt x="664451" y="864231"/>
                  </a:lnTo>
                  <a:lnTo>
                    <a:pt x="665258" y="856020"/>
                  </a:lnTo>
                  <a:lnTo>
                    <a:pt x="665361" y="854387"/>
                  </a:lnTo>
                  <a:lnTo>
                    <a:pt x="666535" y="848756"/>
                  </a:lnTo>
                  <a:lnTo>
                    <a:pt x="667834" y="842525"/>
                  </a:lnTo>
                  <a:lnTo>
                    <a:pt x="668431" y="839664"/>
                  </a:lnTo>
                  <a:lnTo>
                    <a:pt x="667764" y="832238"/>
                  </a:lnTo>
                  <a:lnTo>
                    <a:pt x="667262" y="826532"/>
                  </a:lnTo>
                  <a:lnTo>
                    <a:pt x="666802" y="821304"/>
                  </a:lnTo>
                  <a:lnTo>
                    <a:pt x="666285" y="815415"/>
                  </a:lnTo>
                  <a:lnTo>
                    <a:pt x="665814" y="810053"/>
                  </a:lnTo>
                  <a:lnTo>
                    <a:pt x="665370" y="805002"/>
                  </a:lnTo>
                  <a:lnTo>
                    <a:pt x="664925" y="799932"/>
                  </a:lnTo>
                  <a:lnTo>
                    <a:pt x="664488" y="794961"/>
                  </a:lnTo>
                  <a:lnTo>
                    <a:pt x="664145" y="791396"/>
                  </a:lnTo>
                  <a:lnTo>
                    <a:pt x="663738" y="787172"/>
                  </a:lnTo>
                  <a:lnTo>
                    <a:pt x="661361" y="784206"/>
                  </a:lnTo>
                  <a:lnTo>
                    <a:pt x="659556" y="782130"/>
                  </a:lnTo>
                  <a:lnTo>
                    <a:pt x="656605" y="778738"/>
                  </a:lnTo>
                  <a:lnTo>
                    <a:pt x="654129" y="775893"/>
                  </a:lnTo>
                  <a:lnTo>
                    <a:pt x="651910" y="773290"/>
                  </a:lnTo>
                  <a:lnTo>
                    <a:pt x="653309" y="768044"/>
                  </a:lnTo>
                  <a:lnTo>
                    <a:pt x="653188" y="767185"/>
                  </a:lnTo>
                  <a:lnTo>
                    <a:pt x="652682" y="766152"/>
                  </a:lnTo>
                  <a:lnTo>
                    <a:pt x="651646" y="764434"/>
                  </a:lnTo>
                  <a:lnTo>
                    <a:pt x="651040" y="764259"/>
                  </a:lnTo>
                  <a:lnTo>
                    <a:pt x="649974" y="764663"/>
                  </a:lnTo>
                  <a:lnTo>
                    <a:pt x="648273" y="765732"/>
                  </a:lnTo>
                  <a:lnTo>
                    <a:pt x="647537" y="765378"/>
                  </a:lnTo>
                  <a:lnTo>
                    <a:pt x="646953" y="763542"/>
                  </a:lnTo>
                  <a:lnTo>
                    <a:pt x="646281" y="761193"/>
                  </a:lnTo>
                  <a:lnTo>
                    <a:pt x="646061" y="759358"/>
                  </a:lnTo>
                  <a:lnTo>
                    <a:pt x="645977" y="756930"/>
                  </a:lnTo>
                  <a:lnTo>
                    <a:pt x="645576" y="754744"/>
                  </a:lnTo>
                  <a:lnTo>
                    <a:pt x="645830" y="753597"/>
                  </a:lnTo>
                  <a:lnTo>
                    <a:pt x="645886" y="753026"/>
                  </a:lnTo>
                  <a:lnTo>
                    <a:pt x="645863" y="752307"/>
                  </a:lnTo>
                  <a:lnTo>
                    <a:pt x="645588" y="751848"/>
                  </a:lnTo>
                  <a:lnTo>
                    <a:pt x="645103" y="751648"/>
                  </a:lnTo>
                  <a:lnTo>
                    <a:pt x="643461" y="752565"/>
                  </a:lnTo>
                  <a:lnTo>
                    <a:pt x="642723" y="752650"/>
                  </a:lnTo>
                  <a:lnTo>
                    <a:pt x="642283" y="753167"/>
                  </a:lnTo>
                  <a:lnTo>
                    <a:pt x="641590" y="754239"/>
                  </a:lnTo>
                  <a:lnTo>
                    <a:pt x="640906" y="754372"/>
                  </a:lnTo>
                  <a:lnTo>
                    <a:pt x="639725" y="751834"/>
                  </a:lnTo>
                  <a:lnTo>
                    <a:pt x="638435" y="749055"/>
                  </a:lnTo>
                  <a:lnTo>
                    <a:pt x="637893" y="745227"/>
                  </a:lnTo>
                  <a:lnTo>
                    <a:pt x="637338" y="741295"/>
                  </a:lnTo>
                  <a:lnTo>
                    <a:pt x="635134" y="738931"/>
                  </a:lnTo>
                  <a:lnTo>
                    <a:pt x="632930" y="736566"/>
                  </a:lnTo>
                  <a:lnTo>
                    <a:pt x="630727" y="734202"/>
                  </a:lnTo>
                  <a:lnTo>
                    <a:pt x="628523" y="731838"/>
                  </a:lnTo>
                  <a:lnTo>
                    <a:pt x="626319" y="729473"/>
                  </a:lnTo>
                  <a:lnTo>
                    <a:pt x="624116" y="727108"/>
                  </a:lnTo>
                  <a:lnTo>
                    <a:pt x="621912" y="724743"/>
                  </a:lnTo>
                  <a:lnTo>
                    <a:pt x="619708" y="722379"/>
                  </a:lnTo>
                  <a:lnTo>
                    <a:pt x="618947" y="721595"/>
                  </a:lnTo>
                  <a:lnTo>
                    <a:pt x="616941" y="719532"/>
                  </a:lnTo>
                  <a:lnTo>
                    <a:pt x="614106" y="716613"/>
                  </a:lnTo>
                  <a:lnTo>
                    <a:pt x="610857" y="713266"/>
                  </a:lnTo>
                  <a:lnTo>
                    <a:pt x="607606" y="709918"/>
                  </a:lnTo>
                  <a:lnTo>
                    <a:pt x="604771" y="707000"/>
                  </a:lnTo>
                  <a:lnTo>
                    <a:pt x="602766" y="704936"/>
                  </a:lnTo>
                  <a:lnTo>
                    <a:pt x="602006" y="704153"/>
                  </a:lnTo>
                  <a:lnTo>
                    <a:pt x="600039" y="702129"/>
                  </a:lnTo>
                  <a:lnTo>
                    <a:pt x="597569" y="699833"/>
                  </a:lnTo>
                  <a:lnTo>
                    <a:pt x="594916" y="700987"/>
                  </a:lnTo>
                  <a:lnTo>
                    <a:pt x="591658" y="704187"/>
                  </a:lnTo>
                  <a:lnTo>
                    <a:pt x="589797" y="706017"/>
                  </a:lnTo>
                  <a:lnTo>
                    <a:pt x="588400" y="707388"/>
                  </a:lnTo>
                  <a:lnTo>
                    <a:pt x="587405" y="708199"/>
                  </a:lnTo>
                  <a:lnTo>
                    <a:pt x="585333" y="708900"/>
                  </a:lnTo>
                  <a:lnTo>
                    <a:pt x="584256" y="708792"/>
                  </a:lnTo>
                  <a:lnTo>
                    <a:pt x="581703" y="708336"/>
                  </a:lnTo>
                  <a:lnTo>
                    <a:pt x="580276" y="708923"/>
                  </a:lnTo>
                  <a:lnTo>
                    <a:pt x="579224" y="708336"/>
                  </a:lnTo>
                  <a:lnTo>
                    <a:pt x="578699" y="706479"/>
                  </a:lnTo>
                  <a:lnTo>
                    <a:pt x="578110" y="705298"/>
                  </a:lnTo>
                  <a:lnTo>
                    <a:pt x="575517" y="705858"/>
                  </a:lnTo>
                  <a:lnTo>
                    <a:pt x="572259" y="705461"/>
                  </a:lnTo>
                  <a:lnTo>
                    <a:pt x="570699" y="705698"/>
                  </a:lnTo>
                  <a:lnTo>
                    <a:pt x="570098" y="704916"/>
                  </a:lnTo>
                  <a:lnTo>
                    <a:pt x="569610" y="702863"/>
                  </a:lnTo>
                  <a:lnTo>
                    <a:pt x="568750" y="702609"/>
                  </a:lnTo>
                  <a:lnTo>
                    <a:pt x="567303" y="703065"/>
                  </a:lnTo>
                  <a:lnTo>
                    <a:pt x="565291" y="705698"/>
                  </a:lnTo>
                  <a:lnTo>
                    <a:pt x="563400" y="707059"/>
                  </a:lnTo>
                  <a:lnTo>
                    <a:pt x="561911" y="707066"/>
                  </a:lnTo>
                  <a:lnTo>
                    <a:pt x="560446" y="705698"/>
                  </a:lnTo>
                  <a:lnTo>
                    <a:pt x="558049" y="702951"/>
                  </a:lnTo>
                  <a:lnTo>
                    <a:pt x="556383" y="699869"/>
                  </a:lnTo>
                  <a:lnTo>
                    <a:pt x="554491" y="698790"/>
                  </a:lnTo>
                  <a:lnTo>
                    <a:pt x="553050" y="699070"/>
                  </a:lnTo>
                  <a:lnTo>
                    <a:pt x="552485" y="700615"/>
                  </a:lnTo>
                  <a:lnTo>
                    <a:pt x="551733" y="700615"/>
                  </a:lnTo>
                  <a:lnTo>
                    <a:pt x="551208" y="697977"/>
                  </a:lnTo>
                  <a:lnTo>
                    <a:pt x="550757" y="695924"/>
                  </a:lnTo>
                  <a:lnTo>
                    <a:pt x="549818" y="695046"/>
                  </a:lnTo>
                  <a:lnTo>
                    <a:pt x="548122" y="693073"/>
                  </a:lnTo>
                  <a:lnTo>
                    <a:pt x="546940" y="692011"/>
                  </a:lnTo>
                  <a:lnTo>
                    <a:pt x="545129" y="690710"/>
                  </a:lnTo>
                  <a:lnTo>
                    <a:pt x="544499" y="690472"/>
                  </a:lnTo>
                  <a:lnTo>
                    <a:pt x="543323" y="690310"/>
                  </a:lnTo>
                  <a:lnTo>
                    <a:pt x="542157" y="690206"/>
                  </a:lnTo>
                  <a:lnTo>
                    <a:pt x="540795" y="690570"/>
                  </a:lnTo>
                  <a:lnTo>
                    <a:pt x="539821" y="692203"/>
                  </a:lnTo>
                  <a:lnTo>
                    <a:pt x="538679" y="692923"/>
                  </a:lnTo>
                  <a:lnTo>
                    <a:pt x="537049" y="693262"/>
                  </a:lnTo>
                  <a:lnTo>
                    <a:pt x="535961" y="692568"/>
                  </a:lnTo>
                  <a:lnTo>
                    <a:pt x="535415" y="690844"/>
                  </a:lnTo>
                  <a:lnTo>
                    <a:pt x="533104" y="689315"/>
                  </a:lnTo>
                  <a:lnTo>
                    <a:pt x="529027" y="687983"/>
                  </a:lnTo>
                  <a:lnTo>
                    <a:pt x="526680" y="686845"/>
                  </a:lnTo>
                  <a:lnTo>
                    <a:pt x="526062" y="685905"/>
                  </a:lnTo>
                  <a:lnTo>
                    <a:pt x="525724" y="684898"/>
                  </a:lnTo>
                  <a:lnTo>
                    <a:pt x="525636" y="683275"/>
                  </a:lnTo>
                  <a:lnTo>
                    <a:pt x="524607" y="679153"/>
                  </a:lnTo>
                  <a:lnTo>
                    <a:pt x="524163" y="675718"/>
                  </a:lnTo>
                  <a:lnTo>
                    <a:pt x="523960" y="671598"/>
                  </a:lnTo>
                  <a:lnTo>
                    <a:pt x="524029" y="670239"/>
                  </a:lnTo>
                  <a:lnTo>
                    <a:pt x="523797" y="669812"/>
                  </a:lnTo>
                  <a:lnTo>
                    <a:pt x="523064" y="668915"/>
                  </a:lnTo>
                  <a:lnTo>
                    <a:pt x="520612" y="668316"/>
                  </a:lnTo>
                  <a:lnTo>
                    <a:pt x="520578" y="673239"/>
                  </a:lnTo>
                  <a:lnTo>
                    <a:pt x="520535" y="679483"/>
                  </a:lnTo>
                  <a:lnTo>
                    <a:pt x="517857" y="679442"/>
                  </a:lnTo>
                  <a:lnTo>
                    <a:pt x="513014" y="679442"/>
                  </a:lnTo>
                  <a:lnTo>
                    <a:pt x="508173" y="679442"/>
                  </a:lnTo>
                  <a:lnTo>
                    <a:pt x="503331" y="679442"/>
                  </a:lnTo>
                  <a:lnTo>
                    <a:pt x="498489" y="679442"/>
                  </a:lnTo>
                  <a:lnTo>
                    <a:pt x="493648" y="679442"/>
                  </a:lnTo>
                  <a:lnTo>
                    <a:pt x="488806" y="679442"/>
                  </a:lnTo>
                  <a:lnTo>
                    <a:pt x="483964" y="679442"/>
                  </a:lnTo>
                  <a:lnTo>
                    <a:pt x="479122" y="679442"/>
                  </a:lnTo>
                  <a:lnTo>
                    <a:pt x="474281" y="679443"/>
                  </a:lnTo>
                  <a:lnTo>
                    <a:pt x="469439" y="679443"/>
                  </a:lnTo>
                  <a:lnTo>
                    <a:pt x="464597" y="679443"/>
                  </a:lnTo>
                  <a:lnTo>
                    <a:pt x="459755" y="679443"/>
                  </a:lnTo>
                  <a:lnTo>
                    <a:pt x="454914" y="679443"/>
                  </a:lnTo>
                  <a:lnTo>
                    <a:pt x="450072" y="679443"/>
                  </a:lnTo>
                  <a:lnTo>
                    <a:pt x="445230" y="679443"/>
                  </a:lnTo>
                  <a:lnTo>
                    <a:pt x="440388" y="679443"/>
                  </a:lnTo>
                  <a:lnTo>
                    <a:pt x="435546" y="679443"/>
                  </a:lnTo>
                  <a:lnTo>
                    <a:pt x="430705" y="679443"/>
                  </a:lnTo>
                  <a:lnTo>
                    <a:pt x="425863" y="679443"/>
                  </a:lnTo>
                  <a:lnTo>
                    <a:pt x="421021" y="679443"/>
                  </a:lnTo>
                  <a:lnTo>
                    <a:pt x="416179" y="679443"/>
                  </a:lnTo>
                  <a:lnTo>
                    <a:pt x="411338" y="679443"/>
                  </a:lnTo>
                  <a:lnTo>
                    <a:pt x="406496" y="679443"/>
                  </a:lnTo>
                  <a:lnTo>
                    <a:pt x="401654" y="679443"/>
                  </a:lnTo>
                  <a:lnTo>
                    <a:pt x="396812" y="679443"/>
                  </a:lnTo>
                  <a:lnTo>
                    <a:pt x="391971" y="679443"/>
                  </a:lnTo>
                  <a:lnTo>
                    <a:pt x="387129" y="679443"/>
                  </a:lnTo>
                  <a:lnTo>
                    <a:pt x="382287" y="679443"/>
                  </a:lnTo>
                  <a:lnTo>
                    <a:pt x="377445" y="679443"/>
                  </a:lnTo>
                  <a:lnTo>
                    <a:pt x="372603" y="679443"/>
                  </a:lnTo>
                  <a:lnTo>
                    <a:pt x="367762" y="679443"/>
                  </a:lnTo>
                  <a:lnTo>
                    <a:pt x="362920" y="679443"/>
                  </a:lnTo>
                  <a:lnTo>
                    <a:pt x="358078" y="679444"/>
                  </a:lnTo>
                  <a:lnTo>
                    <a:pt x="353236" y="679444"/>
                  </a:lnTo>
                  <a:lnTo>
                    <a:pt x="348395" y="679444"/>
                  </a:lnTo>
                  <a:lnTo>
                    <a:pt x="343553" y="679444"/>
                  </a:lnTo>
                  <a:lnTo>
                    <a:pt x="338711" y="679444"/>
                  </a:lnTo>
                  <a:lnTo>
                    <a:pt x="333869" y="679444"/>
                  </a:lnTo>
                  <a:lnTo>
                    <a:pt x="329028" y="679444"/>
                  </a:lnTo>
                  <a:lnTo>
                    <a:pt x="324186" y="679444"/>
                  </a:lnTo>
                  <a:lnTo>
                    <a:pt x="319344" y="679444"/>
                  </a:lnTo>
                  <a:lnTo>
                    <a:pt x="314502" y="679444"/>
                  </a:lnTo>
                  <a:lnTo>
                    <a:pt x="309660" y="679444"/>
                  </a:lnTo>
                  <a:lnTo>
                    <a:pt x="304819" y="679444"/>
                  </a:lnTo>
                  <a:lnTo>
                    <a:pt x="299977" y="679444"/>
                  </a:lnTo>
                  <a:lnTo>
                    <a:pt x="295135" y="679444"/>
                  </a:lnTo>
                  <a:lnTo>
                    <a:pt x="290293" y="679444"/>
                  </a:lnTo>
                  <a:lnTo>
                    <a:pt x="285452" y="679444"/>
                  </a:lnTo>
                  <a:lnTo>
                    <a:pt x="280610" y="679444"/>
                  </a:lnTo>
                  <a:lnTo>
                    <a:pt x="275768" y="679444"/>
                  </a:lnTo>
                  <a:lnTo>
                    <a:pt x="270926" y="679444"/>
                  </a:lnTo>
                  <a:lnTo>
                    <a:pt x="266085" y="679444"/>
                  </a:lnTo>
                  <a:lnTo>
                    <a:pt x="261243" y="679444"/>
                  </a:lnTo>
                  <a:lnTo>
                    <a:pt x="256401" y="679444"/>
                  </a:lnTo>
                  <a:lnTo>
                    <a:pt x="251560" y="679444"/>
                  </a:lnTo>
                  <a:lnTo>
                    <a:pt x="246717" y="679444"/>
                  </a:lnTo>
                  <a:lnTo>
                    <a:pt x="241876" y="679446"/>
                  </a:lnTo>
                  <a:lnTo>
                    <a:pt x="237034" y="679446"/>
                  </a:lnTo>
                  <a:lnTo>
                    <a:pt x="232192" y="679446"/>
                  </a:lnTo>
                  <a:lnTo>
                    <a:pt x="227350" y="679446"/>
                  </a:lnTo>
                  <a:lnTo>
                    <a:pt x="222509" y="679446"/>
                  </a:lnTo>
                  <a:lnTo>
                    <a:pt x="217667" y="679446"/>
                  </a:lnTo>
                  <a:lnTo>
                    <a:pt x="212825" y="679446"/>
                  </a:lnTo>
                  <a:lnTo>
                    <a:pt x="207984" y="679446"/>
                  </a:lnTo>
                  <a:lnTo>
                    <a:pt x="206821" y="679446"/>
                  </a:lnTo>
                  <a:lnTo>
                    <a:pt x="206390" y="678400"/>
                  </a:lnTo>
                  <a:lnTo>
                    <a:pt x="205283" y="677034"/>
                  </a:lnTo>
                  <a:lnTo>
                    <a:pt x="204846" y="677035"/>
                  </a:lnTo>
                  <a:lnTo>
                    <a:pt x="204396" y="677440"/>
                  </a:lnTo>
                  <a:lnTo>
                    <a:pt x="204113" y="678101"/>
                  </a:lnTo>
                  <a:lnTo>
                    <a:pt x="203863" y="679446"/>
                  </a:lnTo>
                  <a:lnTo>
                    <a:pt x="203704" y="679897"/>
                  </a:lnTo>
                  <a:lnTo>
                    <a:pt x="203544" y="679824"/>
                  </a:lnTo>
                  <a:lnTo>
                    <a:pt x="203441" y="679446"/>
                  </a:lnTo>
                  <a:lnTo>
                    <a:pt x="203086" y="677575"/>
                  </a:lnTo>
                  <a:lnTo>
                    <a:pt x="203181" y="676739"/>
                  </a:lnTo>
                  <a:lnTo>
                    <a:pt x="203544" y="675742"/>
                  </a:lnTo>
                  <a:lnTo>
                    <a:pt x="203519" y="675380"/>
                  </a:lnTo>
                  <a:lnTo>
                    <a:pt x="202717" y="675663"/>
                  </a:lnTo>
                  <a:lnTo>
                    <a:pt x="202357" y="675413"/>
                  </a:lnTo>
                  <a:lnTo>
                    <a:pt x="202193" y="674875"/>
                  </a:lnTo>
                  <a:lnTo>
                    <a:pt x="202252" y="672753"/>
                  </a:lnTo>
                  <a:lnTo>
                    <a:pt x="201817" y="671542"/>
                  </a:lnTo>
                  <a:lnTo>
                    <a:pt x="202333" y="671033"/>
                  </a:lnTo>
                  <a:lnTo>
                    <a:pt x="203658" y="670624"/>
                  </a:lnTo>
                  <a:lnTo>
                    <a:pt x="205017" y="670574"/>
                  </a:lnTo>
                  <a:lnTo>
                    <a:pt x="205410" y="669690"/>
                  </a:lnTo>
                  <a:lnTo>
                    <a:pt x="205795" y="667452"/>
                  </a:lnTo>
                  <a:lnTo>
                    <a:pt x="204826" y="669508"/>
                  </a:lnTo>
                  <a:lnTo>
                    <a:pt x="204246" y="669720"/>
                  </a:lnTo>
                  <a:lnTo>
                    <a:pt x="202443" y="668951"/>
                  </a:lnTo>
                  <a:lnTo>
                    <a:pt x="201279" y="669076"/>
                  </a:lnTo>
                  <a:lnTo>
                    <a:pt x="201123" y="668618"/>
                  </a:lnTo>
                  <a:lnTo>
                    <a:pt x="201171" y="668160"/>
                  </a:lnTo>
                  <a:lnTo>
                    <a:pt x="201424" y="667701"/>
                  </a:lnTo>
                  <a:lnTo>
                    <a:pt x="201609" y="666149"/>
                  </a:lnTo>
                  <a:lnTo>
                    <a:pt x="201890" y="661791"/>
                  </a:lnTo>
                  <a:lnTo>
                    <a:pt x="202257" y="660201"/>
                  </a:lnTo>
                  <a:lnTo>
                    <a:pt x="202383" y="659337"/>
                  </a:lnTo>
                  <a:lnTo>
                    <a:pt x="202293" y="659137"/>
                  </a:lnTo>
                  <a:lnTo>
                    <a:pt x="200732" y="662169"/>
                  </a:lnTo>
                  <a:lnTo>
                    <a:pt x="200599" y="663132"/>
                  </a:lnTo>
                  <a:lnTo>
                    <a:pt x="200761" y="663963"/>
                  </a:lnTo>
                  <a:lnTo>
                    <a:pt x="200611" y="665671"/>
                  </a:lnTo>
                  <a:lnTo>
                    <a:pt x="199892" y="666182"/>
                  </a:lnTo>
                  <a:lnTo>
                    <a:pt x="199460" y="665904"/>
                  </a:lnTo>
                  <a:lnTo>
                    <a:pt x="198651" y="667348"/>
                  </a:lnTo>
                  <a:lnTo>
                    <a:pt x="198397" y="667499"/>
                  </a:lnTo>
                  <a:lnTo>
                    <a:pt x="194669" y="664971"/>
                  </a:lnTo>
                  <a:lnTo>
                    <a:pt x="194295" y="664621"/>
                  </a:lnTo>
                  <a:lnTo>
                    <a:pt x="193653" y="663439"/>
                  </a:lnTo>
                  <a:lnTo>
                    <a:pt x="192742" y="661425"/>
                  </a:lnTo>
                  <a:lnTo>
                    <a:pt x="192456" y="659686"/>
                  </a:lnTo>
                  <a:lnTo>
                    <a:pt x="192794" y="658220"/>
                  </a:lnTo>
                  <a:lnTo>
                    <a:pt x="193150" y="657486"/>
                  </a:lnTo>
                  <a:lnTo>
                    <a:pt x="193526" y="657486"/>
                  </a:lnTo>
                  <a:lnTo>
                    <a:pt x="193944" y="658037"/>
                  </a:lnTo>
                  <a:lnTo>
                    <a:pt x="194803" y="660427"/>
                  </a:lnTo>
                  <a:lnTo>
                    <a:pt x="195143" y="661907"/>
                  </a:lnTo>
                  <a:lnTo>
                    <a:pt x="196030" y="661701"/>
                  </a:lnTo>
                  <a:lnTo>
                    <a:pt x="197464" y="659809"/>
                  </a:lnTo>
                  <a:lnTo>
                    <a:pt x="197808" y="659109"/>
                  </a:lnTo>
                  <a:lnTo>
                    <a:pt x="196379" y="659828"/>
                  </a:lnTo>
                  <a:lnTo>
                    <a:pt x="195761" y="659782"/>
                  </a:lnTo>
                  <a:lnTo>
                    <a:pt x="195133" y="658994"/>
                  </a:lnTo>
                  <a:lnTo>
                    <a:pt x="194493" y="657467"/>
                  </a:lnTo>
                  <a:lnTo>
                    <a:pt x="194159" y="655734"/>
                  </a:lnTo>
                  <a:lnTo>
                    <a:pt x="194154" y="650247"/>
                  </a:lnTo>
                  <a:lnTo>
                    <a:pt x="194373" y="649187"/>
                  </a:lnTo>
                  <a:lnTo>
                    <a:pt x="195067" y="648399"/>
                  </a:lnTo>
                  <a:lnTo>
                    <a:pt x="195512" y="647091"/>
                  </a:lnTo>
                  <a:lnTo>
                    <a:pt x="195478" y="646536"/>
                  </a:lnTo>
                  <a:lnTo>
                    <a:pt x="195049" y="645428"/>
                  </a:lnTo>
                  <a:lnTo>
                    <a:pt x="194428" y="644560"/>
                  </a:lnTo>
                  <a:lnTo>
                    <a:pt x="193821" y="644127"/>
                  </a:lnTo>
                  <a:lnTo>
                    <a:pt x="193681" y="644255"/>
                  </a:lnTo>
                  <a:lnTo>
                    <a:pt x="194622" y="646659"/>
                  </a:lnTo>
                  <a:lnTo>
                    <a:pt x="194591" y="647561"/>
                  </a:lnTo>
                  <a:lnTo>
                    <a:pt x="193550" y="649904"/>
                  </a:lnTo>
                  <a:lnTo>
                    <a:pt x="193392" y="650591"/>
                  </a:lnTo>
                  <a:lnTo>
                    <a:pt x="193383" y="652881"/>
                  </a:lnTo>
                  <a:lnTo>
                    <a:pt x="193238" y="653367"/>
                  </a:lnTo>
                  <a:lnTo>
                    <a:pt x="192399" y="654015"/>
                  </a:lnTo>
                  <a:lnTo>
                    <a:pt x="191459" y="655817"/>
                  </a:lnTo>
                  <a:lnTo>
                    <a:pt x="189873" y="656424"/>
                  </a:lnTo>
                  <a:lnTo>
                    <a:pt x="188382" y="656247"/>
                  </a:lnTo>
                  <a:lnTo>
                    <a:pt x="187579" y="655358"/>
                  </a:lnTo>
                  <a:lnTo>
                    <a:pt x="185092" y="650941"/>
                  </a:lnTo>
                  <a:lnTo>
                    <a:pt x="184182" y="649096"/>
                  </a:lnTo>
                  <a:lnTo>
                    <a:pt x="184161" y="647539"/>
                  </a:lnTo>
                  <a:lnTo>
                    <a:pt x="182459" y="642065"/>
                  </a:lnTo>
                  <a:lnTo>
                    <a:pt x="182468" y="640888"/>
                  </a:lnTo>
                  <a:lnTo>
                    <a:pt x="181875" y="639182"/>
                  </a:lnTo>
                  <a:lnTo>
                    <a:pt x="181216" y="638941"/>
                  </a:lnTo>
                  <a:lnTo>
                    <a:pt x="181067" y="637320"/>
                  </a:lnTo>
                  <a:lnTo>
                    <a:pt x="182429" y="633811"/>
                  </a:lnTo>
                  <a:lnTo>
                    <a:pt x="183271" y="630859"/>
                  </a:lnTo>
                  <a:lnTo>
                    <a:pt x="183366" y="629932"/>
                  </a:lnTo>
                  <a:lnTo>
                    <a:pt x="183329" y="628494"/>
                  </a:lnTo>
                  <a:lnTo>
                    <a:pt x="183126" y="625294"/>
                  </a:lnTo>
                  <a:lnTo>
                    <a:pt x="183303" y="623912"/>
                  </a:lnTo>
                  <a:lnTo>
                    <a:pt x="182465" y="625738"/>
                  </a:lnTo>
                  <a:lnTo>
                    <a:pt x="182287" y="627094"/>
                  </a:lnTo>
                  <a:lnTo>
                    <a:pt x="182494" y="628462"/>
                  </a:lnTo>
                  <a:lnTo>
                    <a:pt x="182364" y="630021"/>
                  </a:lnTo>
                  <a:lnTo>
                    <a:pt x="181877" y="632199"/>
                  </a:lnTo>
                  <a:lnTo>
                    <a:pt x="181044" y="634506"/>
                  </a:lnTo>
                  <a:lnTo>
                    <a:pt x="179328" y="635616"/>
                  </a:lnTo>
                  <a:lnTo>
                    <a:pt x="176303" y="635000"/>
                  </a:lnTo>
                  <a:lnTo>
                    <a:pt x="175952" y="634701"/>
                  </a:lnTo>
                  <a:lnTo>
                    <a:pt x="175739" y="633907"/>
                  </a:lnTo>
                  <a:lnTo>
                    <a:pt x="175587" y="630513"/>
                  </a:lnTo>
                  <a:lnTo>
                    <a:pt x="175402" y="630931"/>
                  </a:lnTo>
                  <a:lnTo>
                    <a:pt x="175059" y="632740"/>
                  </a:lnTo>
                  <a:lnTo>
                    <a:pt x="174783" y="635329"/>
                  </a:lnTo>
                  <a:lnTo>
                    <a:pt x="174429" y="635914"/>
                  </a:lnTo>
                  <a:lnTo>
                    <a:pt x="173790" y="635963"/>
                  </a:lnTo>
                  <a:lnTo>
                    <a:pt x="173294" y="635549"/>
                  </a:lnTo>
                  <a:lnTo>
                    <a:pt x="172940" y="634674"/>
                  </a:lnTo>
                  <a:lnTo>
                    <a:pt x="172177" y="634601"/>
                  </a:lnTo>
                  <a:lnTo>
                    <a:pt x="170753" y="635290"/>
                  </a:lnTo>
                  <a:lnTo>
                    <a:pt x="170082" y="635013"/>
                  </a:lnTo>
                  <a:lnTo>
                    <a:pt x="169285" y="634987"/>
                  </a:lnTo>
                  <a:lnTo>
                    <a:pt x="167669" y="634228"/>
                  </a:lnTo>
                  <a:lnTo>
                    <a:pt x="165763" y="634033"/>
                  </a:lnTo>
                  <a:lnTo>
                    <a:pt x="165246" y="633447"/>
                  </a:lnTo>
                  <a:lnTo>
                    <a:pt x="165275" y="632323"/>
                  </a:lnTo>
                  <a:lnTo>
                    <a:pt x="165631" y="631755"/>
                  </a:lnTo>
                  <a:lnTo>
                    <a:pt x="167643" y="631257"/>
                  </a:lnTo>
                  <a:lnTo>
                    <a:pt x="169592" y="630061"/>
                  </a:lnTo>
                  <a:lnTo>
                    <a:pt x="171518" y="629468"/>
                  </a:lnTo>
                  <a:lnTo>
                    <a:pt x="171445" y="628861"/>
                  </a:lnTo>
                  <a:lnTo>
                    <a:pt x="170575" y="628670"/>
                  </a:lnTo>
                  <a:lnTo>
                    <a:pt x="166151" y="629989"/>
                  </a:lnTo>
                  <a:lnTo>
                    <a:pt x="164758" y="629830"/>
                  </a:lnTo>
                  <a:lnTo>
                    <a:pt x="164515" y="629615"/>
                  </a:lnTo>
                  <a:lnTo>
                    <a:pt x="164481" y="628283"/>
                  </a:lnTo>
                  <a:lnTo>
                    <a:pt x="164994" y="627018"/>
                  </a:lnTo>
                  <a:lnTo>
                    <a:pt x="165846" y="625842"/>
                  </a:lnTo>
                  <a:lnTo>
                    <a:pt x="166102" y="624948"/>
                  </a:lnTo>
                  <a:lnTo>
                    <a:pt x="165607" y="624568"/>
                  </a:lnTo>
                  <a:lnTo>
                    <a:pt x="164812" y="624815"/>
                  </a:lnTo>
                  <a:lnTo>
                    <a:pt x="164431" y="624099"/>
                  </a:lnTo>
                  <a:lnTo>
                    <a:pt x="164853" y="621309"/>
                  </a:lnTo>
                  <a:lnTo>
                    <a:pt x="164481" y="618462"/>
                  </a:lnTo>
                  <a:lnTo>
                    <a:pt x="163964" y="621162"/>
                  </a:lnTo>
                  <a:lnTo>
                    <a:pt x="163182" y="622649"/>
                  </a:lnTo>
                  <a:lnTo>
                    <a:pt x="159450" y="623283"/>
                  </a:lnTo>
                  <a:lnTo>
                    <a:pt x="158841" y="624078"/>
                  </a:lnTo>
                  <a:lnTo>
                    <a:pt x="158347" y="624056"/>
                  </a:lnTo>
                  <a:lnTo>
                    <a:pt x="155963" y="622622"/>
                  </a:lnTo>
                  <a:lnTo>
                    <a:pt x="154947" y="621750"/>
                  </a:lnTo>
                  <a:lnTo>
                    <a:pt x="153990" y="620455"/>
                  </a:lnTo>
                  <a:lnTo>
                    <a:pt x="152291" y="617555"/>
                  </a:lnTo>
                  <a:lnTo>
                    <a:pt x="150959" y="615675"/>
                  </a:lnTo>
                  <a:lnTo>
                    <a:pt x="150889" y="612203"/>
                  </a:lnTo>
                  <a:lnTo>
                    <a:pt x="151175" y="609993"/>
                  </a:lnTo>
                  <a:lnTo>
                    <a:pt x="151816" y="607515"/>
                  </a:lnTo>
                  <a:lnTo>
                    <a:pt x="154235" y="602174"/>
                  </a:lnTo>
                  <a:lnTo>
                    <a:pt x="155065" y="601160"/>
                  </a:lnTo>
                  <a:lnTo>
                    <a:pt x="155813" y="600813"/>
                  </a:lnTo>
                  <a:lnTo>
                    <a:pt x="159362" y="600346"/>
                  </a:lnTo>
                  <a:lnTo>
                    <a:pt x="162005" y="599675"/>
                  </a:lnTo>
                  <a:lnTo>
                    <a:pt x="162504" y="599356"/>
                  </a:lnTo>
                  <a:lnTo>
                    <a:pt x="158613" y="598964"/>
                  </a:lnTo>
                  <a:lnTo>
                    <a:pt x="155154" y="599239"/>
                  </a:lnTo>
                  <a:lnTo>
                    <a:pt x="153973" y="600079"/>
                  </a:lnTo>
                  <a:lnTo>
                    <a:pt x="152463" y="603507"/>
                  </a:lnTo>
                  <a:lnTo>
                    <a:pt x="152078" y="604951"/>
                  </a:lnTo>
                  <a:lnTo>
                    <a:pt x="151678" y="606003"/>
                  </a:lnTo>
                  <a:lnTo>
                    <a:pt x="151407" y="606029"/>
                  </a:lnTo>
                  <a:lnTo>
                    <a:pt x="150892" y="605657"/>
                  </a:lnTo>
                  <a:lnTo>
                    <a:pt x="150725" y="605204"/>
                  </a:lnTo>
                  <a:lnTo>
                    <a:pt x="150512" y="604080"/>
                  </a:lnTo>
                  <a:lnTo>
                    <a:pt x="149701" y="602297"/>
                  </a:lnTo>
                  <a:lnTo>
                    <a:pt x="149342" y="600249"/>
                  </a:lnTo>
                  <a:lnTo>
                    <a:pt x="149131" y="597234"/>
                  </a:lnTo>
                  <a:lnTo>
                    <a:pt x="149198" y="595888"/>
                  </a:lnTo>
                  <a:lnTo>
                    <a:pt x="149576" y="594168"/>
                  </a:lnTo>
                  <a:lnTo>
                    <a:pt x="150738" y="590793"/>
                  </a:lnTo>
                  <a:lnTo>
                    <a:pt x="149248" y="590880"/>
                  </a:lnTo>
                  <a:lnTo>
                    <a:pt x="149424" y="588037"/>
                  </a:lnTo>
                  <a:lnTo>
                    <a:pt x="149969" y="584948"/>
                  </a:lnTo>
                  <a:lnTo>
                    <a:pt x="151354" y="583119"/>
                  </a:lnTo>
                  <a:lnTo>
                    <a:pt x="152758" y="581798"/>
                  </a:lnTo>
                  <a:lnTo>
                    <a:pt x="154027" y="580068"/>
                  </a:lnTo>
                  <a:lnTo>
                    <a:pt x="156250" y="578917"/>
                  </a:lnTo>
                  <a:lnTo>
                    <a:pt x="157005" y="581289"/>
                  </a:lnTo>
                  <a:lnTo>
                    <a:pt x="158910" y="582003"/>
                  </a:lnTo>
                  <a:lnTo>
                    <a:pt x="159461" y="583071"/>
                  </a:lnTo>
                  <a:lnTo>
                    <a:pt x="160136" y="585027"/>
                  </a:lnTo>
                  <a:lnTo>
                    <a:pt x="160973" y="586895"/>
                  </a:lnTo>
                  <a:lnTo>
                    <a:pt x="161969" y="588673"/>
                  </a:lnTo>
                  <a:lnTo>
                    <a:pt x="162248" y="588799"/>
                  </a:lnTo>
                  <a:lnTo>
                    <a:pt x="161809" y="587273"/>
                  </a:lnTo>
                  <a:lnTo>
                    <a:pt x="160190" y="583930"/>
                  </a:lnTo>
                  <a:lnTo>
                    <a:pt x="160120" y="582752"/>
                  </a:lnTo>
                  <a:lnTo>
                    <a:pt x="159702" y="581474"/>
                  </a:lnTo>
                  <a:lnTo>
                    <a:pt x="157558" y="579631"/>
                  </a:lnTo>
                  <a:lnTo>
                    <a:pt x="157177" y="578924"/>
                  </a:lnTo>
                  <a:lnTo>
                    <a:pt x="156797" y="577069"/>
                  </a:lnTo>
                  <a:lnTo>
                    <a:pt x="156635" y="575870"/>
                  </a:lnTo>
                  <a:lnTo>
                    <a:pt x="156876" y="574704"/>
                  </a:lnTo>
                  <a:lnTo>
                    <a:pt x="159055" y="571152"/>
                  </a:lnTo>
                  <a:lnTo>
                    <a:pt x="159553" y="569280"/>
                  </a:lnTo>
                  <a:lnTo>
                    <a:pt x="159553" y="568400"/>
                  </a:lnTo>
                  <a:lnTo>
                    <a:pt x="159382" y="567406"/>
                  </a:lnTo>
                  <a:lnTo>
                    <a:pt x="158781" y="565698"/>
                  </a:lnTo>
                  <a:lnTo>
                    <a:pt x="158928" y="568295"/>
                  </a:lnTo>
                  <a:lnTo>
                    <a:pt x="158850" y="569318"/>
                  </a:lnTo>
                  <a:lnTo>
                    <a:pt x="158604" y="570448"/>
                  </a:lnTo>
                  <a:lnTo>
                    <a:pt x="158248" y="571306"/>
                  </a:lnTo>
                  <a:lnTo>
                    <a:pt x="157784" y="571893"/>
                  </a:lnTo>
                  <a:lnTo>
                    <a:pt x="153104" y="579976"/>
                  </a:lnTo>
                  <a:lnTo>
                    <a:pt x="152638" y="580451"/>
                  </a:lnTo>
                  <a:lnTo>
                    <a:pt x="150900" y="581181"/>
                  </a:lnTo>
                  <a:lnTo>
                    <a:pt x="150008" y="582042"/>
                  </a:lnTo>
                  <a:lnTo>
                    <a:pt x="149526" y="583176"/>
                  </a:lnTo>
                  <a:lnTo>
                    <a:pt x="148756" y="586134"/>
                  </a:lnTo>
                  <a:lnTo>
                    <a:pt x="147697" y="592054"/>
                  </a:lnTo>
                  <a:lnTo>
                    <a:pt x="146484" y="596844"/>
                  </a:lnTo>
                  <a:lnTo>
                    <a:pt x="145447" y="590643"/>
                  </a:lnTo>
                  <a:lnTo>
                    <a:pt x="143584" y="585897"/>
                  </a:lnTo>
                  <a:lnTo>
                    <a:pt x="147219" y="581191"/>
                  </a:lnTo>
                  <a:lnTo>
                    <a:pt x="147314" y="580472"/>
                  </a:lnTo>
                  <a:lnTo>
                    <a:pt x="146960" y="577959"/>
                  </a:lnTo>
                  <a:lnTo>
                    <a:pt x="147059" y="577197"/>
                  </a:lnTo>
                  <a:lnTo>
                    <a:pt x="147403" y="576094"/>
                  </a:lnTo>
                  <a:lnTo>
                    <a:pt x="148324" y="574483"/>
                  </a:lnTo>
                  <a:lnTo>
                    <a:pt x="148288" y="574319"/>
                  </a:lnTo>
                  <a:lnTo>
                    <a:pt x="147211" y="574897"/>
                  </a:lnTo>
                  <a:lnTo>
                    <a:pt x="145556" y="578539"/>
                  </a:lnTo>
                  <a:lnTo>
                    <a:pt x="144909" y="579711"/>
                  </a:lnTo>
                  <a:lnTo>
                    <a:pt x="144562" y="579866"/>
                  </a:lnTo>
                  <a:lnTo>
                    <a:pt x="144520" y="577724"/>
                  </a:lnTo>
                  <a:lnTo>
                    <a:pt x="145410" y="572175"/>
                  </a:lnTo>
                  <a:lnTo>
                    <a:pt x="146142" y="566781"/>
                  </a:lnTo>
                  <a:lnTo>
                    <a:pt x="146409" y="565238"/>
                  </a:lnTo>
                  <a:lnTo>
                    <a:pt x="147040" y="563682"/>
                  </a:lnTo>
                  <a:lnTo>
                    <a:pt x="146442" y="563795"/>
                  </a:lnTo>
                  <a:lnTo>
                    <a:pt x="143500" y="566191"/>
                  </a:lnTo>
                  <a:lnTo>
                    <a:pt x="142513" y="564689"/>
                  </a:lnTo>
                  <a:lnTo>
                    <a:pt x="141687" y="556887"/>
                  </a:lnTo>
                  <a:lnTo>
                    <a:pt x="140237" y="553838"/>
                  </a:lnTo>
                  <a:lnTo>
                    <a:pt x="137782" y="551348"/>
                  </a:lnTo>
                  <a:lnTo>
                    <a:pt x="135371" y="550190"/>
                  </a:lnTo>
                  <a:lnTo>
                    <a:pt x="134819" y="547974"/>
                  </a:lnTo>
                  <a:lnTo>
                    <a:pt x="134341" y="545276"/>
                  </a:lnTo>
                  <a:lnTo>
                    <a:pt x="134990" y="542099"/>
                  </a:lnTo>
                  <a:lnTo>
                    <a:pt x="136046" y="540591"/>
                  </a:lnTo>
                  <a:lnTo>
                    <a:pt x="137021" y="539910"/>
                  </a:lnTo>
                  <a:lnTo>
                    <a:pt x="137941" y="540225"/>
                  </a:lnTo>
                  <a:lnTo>
                    <a:pt x="137988" y="541388"/>
                  </a:lnTo>
                  <a:lnTo>
                    <a:pt x="137361" y="544516"/>
                  </a:lnTo>
                  <a:lnTo>
                    <a:pt x="138185" y="544809"/>
                  </a:lnTo>
                  <a:lnTo>
                    <a:pt x="141489" y="548613"/>
                  </a:lnTo>
                  <a:lnTo>
                    <a:pt x="142210" y="548919"/>
                  </a:lnTo>
                  <a:lnTo>
                    <a:pt x="143579" y="547456"/>
                  </a:lnTo>
                  <a:lnTo>
                    <a:pt x="144340" y="547514"/>
                  </a:lnTo>
                  <a:lnTo>
                    <a:pt x="146138" y="548699"/>
                  </a:lnTo>
                  <a:lnTo>
                    <a:pt x="146745" y="550127"/>
                  </a:lnTo>
                  <a:lnTo>
                    <a:pt x="148464" y="552926"/>
                  </a:lnTo>
                  <a:lnTo>
                    <a:pt x="148212" y="551297"/>
                  </a:lnTo>
                  <a:lnTo>
                    <a:pt x="146337" y="547866"/>
                  </a:lnTo>
                  <a:lnTo>
                    <a:pt x="145292" y="546765"/>
                  </a:lnTo>
                  <a:lnTo>
                    <a:pt x="143453" y="546553"/>
                  </a:lnTo>
                  <a:lnTo>
                    <a:pt x="142312" y="547129"/>
                  </a:lnTo>
                  <a:lnTo>
                    <a:pt x="141834" y="546961"/>
                  </a:lnTo>
                  <a:lnTo>
                    <a:pt x="140828" y="546089"/>
                  </a:lnTo>
                  <a:lnTo>
                    <a:pt x="139974" y="544656"/>
                  </a:lnTo>
                  <a:lnTo>
                    <a:pt x="139119" y="541516"/>
                  </a:lnTo>
                  <a:lnTo>
                    <a:pt x="138925" y="540057"/>
                  </a:lnTo>
                  <a:lnTo>
                    <a:pt x="138973" y="538974"/>
                  </a:lnTo>
                  <a:lnTo>
                    <a:pt x="139174" y="537990"/>
                  </a:lnTo>
                  <a:lnTo>
                    <a:pt x="139529" y="537108"/>
                  </a:lnTo>
                  <a:lnTo>
                    <a:pt x="140231" y="536469"/>
                  </a:lnTo>
                  <a:lnTo>
                    <a:pt x="141281" y="536072"/>
                  </a:lnTo>
                  <a:lnTo>
                    <a:pt x="141602" y="535687"/>
                  </a:lnTo>
                  <a:lnTo>
                    <a:pt x="140254" y="533892"/>
                  </a:lnTo>
                  <a:lnTo>
                    <a:pt x="139642" y="533900"/>
                  </a:lnTo>
                  <a:lnTo>
                    <a:pt x="137536" y="536524"/>
                  </a:lnTo>
                  <a:lnTo>
                    <a:pt x="137109" y="536730"/>
                  </a:lnTo>
                  <a:lnTo>
                    <a:pt x="136925" y="536221"/>
                  </a:lnTo>
                  <a:lnTo>
                    <a:pt x="136751" y="536179"/>
                  </a:lnTo>
                  <a:lnTo>
                    <a:pt x="136131" y="537479"/>
                  </a:lnTo>
                  <a:lnTo>
                    <a:pt x="135649" y="538061"/>
                  </a:lnTo>
                  <a:lnTo>
                    <a:pt x="133926" y="542085"/>
                  </a:lnTo>
                  <a:lnTo>
                    <a:pt x="133658" y="544011"/>
                  </a:lnTo>
                  <a:lnTo>
                    <a:pt x="133560" y="546888"/>
                  </a:lnTo>
                  <a:lnTo>
                    <a:pt x="133361" y="548693"/>
                  </a:lnTo>
                  <a:lnTo>
                    <a:pt x="133061" y="549426"/>
                  </a:lnTo>
                  <a:lnTo>
                    <a:pt x="131039" y="550802"/>
                  </a:lnTo>
                  <a:lnTo>
                    <a:pt x="129888" y="553613"/>
                  </a:lnTo>
                  <a:lnTo>
                    <a:pt x="128491" y="551187"/>
                  </a:lnTo>
                  <a:lnTo>
                    <a:pt x="126958" y="548847"/>
                  </a:lnTo>
                  <a:lnTo>
                    <a:pt x="125935" y="544751"/>
                  </a:lnTo>
                  <a:lnTo>
                    <a:pt x="124089" y="544034"/>
                  </a:lnTo>
                  <a:lnTo>
                    <a:pt x="121944" y="541714"/>
                  </a:lnTo>
                  <a:lnTo>
                    <a:pt x="121127" y="539652"/>
                  </a:lnTo>
                  <a:lnTo>
                    <a:pt x="122290" y="535412"/>
                  </a:lnTo>
                  <a:lnTo>
                    <a:pt x="123958" y="532210"/>
                  </a:lnTo>
                  <a:lnTo>
                    <a:pt x="124213" y="528372"/>
                  </a:lnTo>
                  <a:lnTo>
                    <a:pt x="124442" y="527548"/>
                  </a:lnTo>
                  <a:lnTo>
                    <a:pt x="127310" y="526596"/>
                  </a:lnTo>
                  <a:lnTo>
                    <a:pt x="129181" y="524690"/>
                  </a:lnTo>
                  <a:lnTo>
                    <a:pt x="127262" y="524517"/>
                  </a:lnTo>
                  <a:lnTo>
                    <a:pt x="126087" y="524805"/>
                  </a:lnTo>
                  <a:lnTo>
                    <a:pt x="123978" y="526134"/>
                  </a:lnTo>
                  <a:lnTo>
                    <a:pt x="121637" y="523505"/>
                  </a:lnTo>
                  <a:lnTo>
                    <a:pt x="120428" y="521103"/>
                  </a:lnTo>
                  <a:lnTo>
                    <a:pt x="120048" y="519054"/>
                  </a:lnTo>
                  <a:lnTo>
                    <a:pt x="120466" y="517322"/>
                  </a:lnTo>
                  <a:lnTo>
                    <a:pt x="120521" y="515557"/>
                  </a:lnTo>
                  <a:lnTo>
                    <a:pt x="120732" y="513173"/>
                  </a:lnTo>
                  <a:lnTo>
                    <a:pt x="120954" y="512130"/>
                  </a:lnTo>
                  <a:lnTo>
                    <a:pt x="121445" y="510801"/>
                  </a:lnTo>
                  <a:lnTo>
                    <a:pt x="122448" y="509916"/>
                  </a:lnTo>
                  <a:lnTo>
                    <a:pt x="123334" y="507183"/>
                  </a:lnTo>
                  <a:lnTo>
                    <a:pt x="123700" y="505277"/>
                  </a:lnTo>
                  <a:lnTo>
                    <a:pt x="125518" y="499550"/>
                  </a:lnTo>
                  <a:lnTo>
                    <a:pt x="126182" y="497080"/>
                  </a:lnTo>
                  <a:lnTo>
                    <a:pt x="127424" y="493658"/>
                  </a:lnTo>
                  <a:lnTo>
                    <a:pt x="129923" y="488277"/>
                  </a:lnTo>
                  <a:lnTo>
                    <a:pt x="129134" y="488582"/>
                  </a:lnTo>
                  <a:lnTo>
                    <a:pt x="128719" y="489042"/>
                  </a:lnTo>
                  <a:lnTo>
                    <a:pt x="128326" y="488986"/>
                  </a:lnTo>
                  <a:lnTo>
                    <a:pt x="127953" y="488412"/>
                  </a:lnTo>
                  <a:lnTo>
                    <a:pt x="127597" y="487223"/>
                  </a:lnTo>
                  <a:lnTo>
                    <a:pt x="127260" y="485411"/>
                  </a:lnTo>
                  <a:lnTo>
                    <a:pt x="127070" y="486207"/>
                  </a:lnTo>
                  <a:lnTo>
                    <a:pt x="127028" y="489606"/>
                  </a:lnTo>
                  <a:lnTo>
                    <a:pt x="126777" y="492516"/>
                  </a:lnTo>
                  <a:lnTo>
                    <a:pt x="126329" y="494539"/>
                  </a:lnTo>
                  <a:lnTo>
                    <a:pt x="125102" y="498651"/>
                  </a:lnTo>
                  <a:lnTo>
                    <a:pt x="124383" y="500253"/>
                  </a:lnTo>
                  <a:lnTo>
                    <a:pt x="123892" y="498761"/>
                  </a:lnTo>
                  <a:lnTo>
                    <a:pt x="124271" y="496190"/>
                  </a:lnTo>
                  <a:lnTo>
                    <a:pt x="124981" y="494143"/>
                  </a:lnTo>
                  <a:lnTo>
                    <a:pt x="125103" y="491342"/>
                  </a:lnTo>
                  <a:lnTo>
                    <a:pt x="124434" y="488000"/>
                  </a:lnTo>
                  <a:lnTo>
                    <a:pt x="124026" y="485312"/>
                  </a:lnTo>
                  <a:lnTo>
                    <a:pt x="123878" y="483275"/>
                  </a:lnTo>
                  <a:lnTo>
                    <a:pt x="123859" y="481415"/>
                  </a:lnTo>
                  <a:lnTo>
                    <a:pt x="123968" y="479733"/>
                  </a:lnTo>
                  <a:lnTo>
                    <a:pt x="124249" y="477901"/>
                  </a:lnTo>
                  <a:lnTo>
                    <a:pt x="124703" y="475920"/>
                  </a:lnTo>
                  <a:lnTo>
                    <a:pt x="124649" y="475699"/>
                  </a:lnTo>
                  <a:lnTo>
                    <a:pt x="124774" y="473858"/>
                  </a:lnTo>
                  <a:lnTo>
                    <a:pt x="124674" y="471968"/>
                  </a:lnTo>
                  <a:lnTo>
                    <a:pt x="124299" y="470469"/>
                  </a:lnTo>
                  <a:lnTo>
                    <a:pt x="123823" y="469167"/>
                  </a:lnTo>
                  <a:lnTo>
                    <a:pt x="122496" y="469949"/>
                  </a:lnTo>
                  <a:lnTo>
                    <a:pt x="120243" y="468776"/>
                  </a:lnTo>
                  <a:lnTo>
                    <a:pt x="119516" y="465583"/>
                  </a:lnTo>
                  <a:lnTo>
                    <a:pt x="117563" y="464605"/>
                  </a:lnTo>
                  <a:lnTo>
                    <a:pt x="116512" y="462325"/>
                  </a:lnTo>
                  <a:lnTo>
                    <a:pt x="114371" y="461208"/>
                  </a:lnTo>
                  <a:lnTo>
                    <a:pt x="112637" y="460434"/>
                  </a:lnTo>
                  <a:lnTo>
                    <a:pt x="111314" y="459122"/>
                  </a:lnTo>
                  <a:lnTo>
                    <a:pt x="109765" y="457586"/>
                  </a:lnTo>
                  <a:lnTo>
                    <a:pt x="108220" y="455945"/>
                  </a:lnTo>
                  <a:lnTo>
                    <a:pt x="107048" y="454701"/>
                  </a:lnTo>
                  <a:lnTo>
                    <a:pt x="106180" y="454782"/>
                  </a:lnTo>
                  <a:lnTo>
                    <a:pt x="104219" y="454963"/>
                  </a:lnTo>
                  <a:lnTo>
                    <a:pt x="104118" y="452161"/>
                  </a:lnTo>
                  <a:lnTo>
                    <a:pt x="103518" y="450467"/>
                  </a:lnTo>
                  <a:lnTo>
                    <a:pt x="103743" y="448969"/>
                  </a:lnTo>
                  <a:lnTo>
                    <a:pt x="102649" y="448204"/>
                  </a:lnTo>
                  <a:lnTo>
                    <a:pt x="101039" y="447079"/>
                  </a:lnTo>
                  <a:lnTo>
                    <a:pt x="101509" y="444225"/>
                  </a:lnTo>
                  <a:lnTo>
                    <a:pt x="101865" y="442062"/>
                  </a:lnTo>
                  <a:lnTo>
                    <a:pt x="100440" y="441423"/>
                  </a:lnTo>
                  <a:lnTo>
                    <a:pt x="98385" y="440500"/>
                  </a:lnTo>
                  <a:lnTo>
                    <a:pt x="99050" y="438552"/>
                  </a:lnTo>
                  <a:lnTo>
                    <a:pt x="99587" y="436981"/>
                  </a:lnTo>
                  <a:lnTo>
                    <a:pt x="98797" y="434682"/>
                  </a:lnTo>
                  <a:lnTo>
                    <a:pt x="97199" y="430829"/>
                  </a:lnTo>
                  <a:lnTo>
                    <a:pt x="95972" y="428076"/>
                  </a:lnTo>
                  <a:lnTo>
                    <a:pt x="94371" y="423785"/>
                  </a:lnTo>
                  <a:lnTo>
                    <a:pt x="92962" y="420014"/>
                  </a:lnTo>
                  <a:lnTo>
                    <a:pt x="91812" y="416933"/>
                  </a:lnTo>
                  <a:lnTo>
                    <a:pt x="90851" y="414806"/>
                  </a:lnTo>
                  <a:lnTo>
                    <a:pt x="89500" y="411001"/>
                  </a:lnTo>
                  <a:lnTo>
                    <a:pt x="87741" y="406713"/>
                  </a:lnTo>
                  <a:lnTo>
                    <a:pt x="86069" y="403338"/>
                  </a:lnTo>
                  <a:lnTo>
                    <a:pt x="86313" y="401157"/>
                  </a:lnTo>
                  <a:lnTo>
                    <a:pt x="84663" y="398421"/>
                  </a:lnTo>
                  <a:lnTo>
                    <a:pt x="83215" y="395652"/>
                  </a:lnTo>
                  <a:lnTo>
                    <a:pt x="81548" y="392465"/>
                  </a:lnTo>
                  <a:lnTo>
                    <a:pt x="79901" y="390904"/>
                  </a:lnTo>
                  <a:lnTo>
                    <a:pt x="78726" y="389792"/>
                  </a:lnTo>
                  <a:lnTo>
                    <a:pt x="77031" y="388184"/>
                  </a:lnTo>
                  <a:lnTo>
                    <a:pt x="76140" y="386749"/>
                  </a:lnTo>
                  <a:lnTo>
                    <a:pt x="75769" y="385531"/>
                  </a:lnTo>
                  <a:lnTo>
                    <a:pt x="75384" y="384672"/>
                  </a:lnTo>
                  <a:lnTo>
                    <a:pt x="75049" y="383478"/>
                  </a:lnTo>
                  <a:lnTo>
                    <a:pt x="74854" y="382087"/>
                  </a:lnTo>
                  <a:lnTo>
                    <a:pt x="74507" y="381227"/>
                  </a:lnTo>
                  <a:lnTo>
                    <a:pt x="72449" y="379160"/>
                  </a:lnTo>
                  <a:lnTo>
                    <a:pt x="71822" y="377861"/>
                  </a:lnTo>
                  <a:lnTo>
                    <a:pt x="70401" y="376362"/>
                  </a:lnTo>
                  <a:lnTo>
                    <a:pt x="69210" y="375736"/>
                  </a:lnTo>
                  <a:lnTo>
                    <a:pt x="68796" y="375231"/>
                  </a:lnTo>
                  <a:lnTo>
                    <a:pt x="67347" y="370705"/>
                  </a:lnTo>
                  <a:lnTo>
                    <a:pt x="67580" y="369091"/>
                  </a:lnTo>
                  <a:lnTo>
                    <a:pt x="67740" y="367477"/>
                  </a:lnTo>
                  <a:lnTo>
                    <a:pt x="67577" y="366650"/>
                  </a:lnTo>
                  <a:lnTo>
                    <a:pt x="65195" y="363212"/>
                  </a:lnTo>
                  <a:lnTo>
                    <a:pt x="63979" y="361785"/>
                  </a:lnTo>
                  <a:lnTo>
                    <a:pt x="62752" y="360309"/>
                  </a:lnTo>
                  <a:lnTo>
                    <a:pt x="60178" y="362215"/>
                  </a:lnTo>
                  <a:lnTo>
                    <a:pt x="57543" y="364169"/>
                  </a:lnTo>
                  <a:lnTo>
                    <a:pt x="55698" y="364886"/>
                  </a:lnTo>
                  <a:lnTo>
                    <a:pt x="53147" y="365877"/>
                  </a:lnTo>
                  <a:lnTo>
                    <a:pt x="53995" y="368002"/>
                  </a:lnTo>
                  <a:lnTo>
                    <a:pt x="53645" y="369556"/>
                  </a:lnTo>
                  <a:lnTo>
                    <a:pt x="52851" y="370273"/>
                  </a:lnTo>
                  <a:lnTo>
                    <a:pt x="51506" y="370184"/>
                  </a:lnTo>
                  <a:lnTo>
                    <a:pt x="51501" y="375477"/>
                  </a:lnTo>
                  <a:lnTo>
                    <a:pt x="50229" y="379250"/>
                  </a:lnTo>
                  <a:lnTo>
                    <a:pt x="47566" y="379315"/>
                  </a:lnTo>
                  <a:lnTo>
                    <a:pt x="46135" y="380614"/>
                  </a:lnTo>
                  <a:lnTo>
                    <a:pt x="44012" y="382538"/>
                  </a:lnTo>
                  <a:lnTo>
                    <a:pt x="42294" y="384098"/>
                  </a:lnTo>
                  <a:lnTo>
                    <a:pt x="40466" y="386612"/>
                  </a:lnTo>
                  <a:lnTo>
                    <a:pt x="39531" y="386249"/>
                  </a:lnTo>
                  <a:lnTo>
                    <a:pt x="39948" y="384009"/>
                  </a:lnTo>
                  <a:lnTo>
                    <a:pt x="39272" y="380220"/>
                  </a:lnTo>
                  <a:lnTo>
                    <a:pt x="38708" y="377063"/>
                  </a:lnTo>
                  <a:lnTo>
                    <a:pt x="37535" y="375441"/>
                  </a:lnTo>
                  <a:lnTo>
                    <a:pt x="35560" y="372710"/>
                  </a:lnTo>
                  <a:lnTo>
                    <a:pt x="34078" y="370661"/>
                  </a:lnTo>
                  <a:lnTo>
                    <a:pt x="31962" y="367735"/>
                  </a:lnTo>
                  <a:lnTo>
                    <a:pt x="30484" y="365691"/>
                  </a:lnTo>
                  <a:lnTo>
                    <a:pt x="28939" y="363555"/>
                  </a:lnTo>
                  <a:lnTo>
                    <a:pt x="26910" y="360752"/>
                  </a:lnTo>
                  <a:lnTo>
                    <a:pt x="26079" y="357116"/>
                  </a:lnTo>
                  <a:lnTo>
                    <a:pt x="24225" y="355803"/>
                  </a:lnTo>
                  <a:lnTo>
                    <a:pt x="22241" y="354399"/>
                  </a:lnTo>
                  <a:lnTo>
                    <a:pt x="20632" y="351730"/>
                  </a:lnTo>
                  <a:lnTo>
                    <a:pt x="21180" y="349097"/>
                  </a:lnTo>
                  <a:lnTo>
                    <a:pt x="21835" y="345943"/>
                  </a:lnTo>
                  <a:lnTo>
                    <a:pt x="21835" y="344044"/>
                  </a:lnTo>
                  <a:lnTo>
                    <a:pt x="20069" y="344161"/>
                  </a:lnTo>
                  <a:lnTo>
                    <a:pt x="17421" y="344340"/>
                  </a:lnTo>
                  <a:lnTo>
                    <a:pt x="15055" y="344498"/>
                  </a:lnTo>
                  <a:lnTo>
                    <a:pt x="13302" y="346728"/>
                  </a:lnTo>
                  <a:lnTo>
                    <a:pt x="11683" y="348788"/>
                  </a:lnTo>
                  <a:lnTo>
                    <a:pt x="9143" y="347182"/>
                  </a:lnTo>
                  <a:lnTo>
                    <a:pt x="6237" y="345344"/>
                  </a:lnTo>
                  <a:lnTo>
                    <a:pt x="5413" y="347748"/>
                  </a:lnTo>
                  <a:lnTo>
                    <a:pt x="2718" y="346543"/>
                  </a:lnTo>
                  <a:lnTo>
                    <a:pt x="0" y="345328"/>
                  </a:lnTo>
                  <a:lnTo>
                    <a:pt x="0" y="336694"/>
                  </a:lnTo>
                  <a:lnTo>
                    <a:pt x="0" y="328059"/>
                  </a:lnTo>
                  <a:lnTo>
                    <a:pt x="0" y="319425"/>
                  </a:lnTo>
                  <a:lnTo>
                    <a:pt x="0" y="310791"/>
                  </a:lnTo>
                  <a:lnTo>
                    <a:pt x="0" y="302156"/>
                  </a:lnTo>
                  <a:lnTo>
                    <a:pt x="0" y="293522"/>
                  </a:lnTo>
                  <a:lnTo>
                    <a:pt x="0" y="284887"/>
                  </a:lnTo>
                  <a:lnTo>
                    <a:pt x="0" y="276253"/>
                  </a:lnTo>
                  <a:lnTo>
                    <a:pt x="0" y="267619"/>
                  </a:lnTo>
                  <a:lnTo>
                    <a:pt x="0" y="258985"/>
                  </a:lnTo>
                  <a:lnTo>
                    <a:pt x="0" y="250351"/>
                  </a:lnTo>
                  <a:lnTo>
                    <a:pt x="0" y="241716"/>
                  </a:lnTo>
                  <a:lnTo>
                    <a:pt x="0" y="233082"/>
                  </a:lnTo>
                  <a:lnTo>
                    <a:pt x="0" y="224447"/>
                  </a:lnTo>
                  <a:lnTo>
                    <a:pt x="0" y="215813"/>
                  </a:lnTo>
                  <a:lnTo>
                    <a:pt x="0" y="207178"/>
                  </a:lnTo>
                  <a:lnTo>
                    <a:pt x="0" y="198544"/>
                  </a:lnTo>
                  <a:lnTo>
                    <a:pt x="0" y="189910"/>
                  </a:lnTo>
                  <a:lnTo>
                    <a:pt x="0" y="181275"/>
                  </a:lnTo>
                  <a:lnTo>
                    <a:pt x="0" y="172641"/>
                  </a:lnTo>
                  <a:lnTo>
                    <a:pt x="0" y="164007"/>
                  </a:lnTo>
                  <a:lnTo>
                    <a:pt x="0" y="155372"/>
                  </a:lnTo>
                  <a:lnTo>
                    <a:pt x="0" y="146738"/>
                  </a:lnTo>
                  <a:lnTo>
                    <a:pt x="0" y="138104"/>
                  </a:lnTo>
                  <a:lnTo>
                    <a:pt x="0" y="129469"/>
                  </a:lnTo>
                  <a:lnTo>
                    <a:pt x="0" y="120835"/>
                  </a:lnTo>
                  <a:lnTo>
                    <a:pt x="0" y="112201"/>
                  </a:lnTo>
                  <a:lnTo>
                    <a:pt x="0" y="103565"/>
                  </a:lnTo>
                  <a:lnTo>
                    <a:pt x="0" y="94932"/>
                  </a:lnTo>
                  <a:lnTo>
                    <a:pt x="0" y="86298"/>
                  </a:lnTo>
                  <a:lnTo>
                    <a:pt x="0" y="77662"/>
                  </a:lnTo>
                  <a:lnTo>
                    <a:pt x="0" y="69029"/>
                  </a:lnTo>
                  <a:lnTo>
                    <a:pt x="1614" y="69488"/>
                  </a:lnTo>
                  <a:lnTo>
                    <a:pt x="6779" y="70456"/>
                  </a:lnTo>
                  <a:lnTo>
                    <a:pt x="11645" y="69887"/>
                  </a:lnTo>
                  <a:lnTo>
                    <a:pt x="20673" y="73025"/>
                  </a:lnTo>
                  <a:lnTo>
                    <a:pt x="26256" y="78898"/>
                  </a:lnTo>
                  <a:lnTo>
                    <a:pt x="30786" y="81786"/>
                  </a:lnTo>
                  <a:lnTo>
                    <a:pt x="32633" y="83769"/>
                  </a:lnTo>
                  <a:lnTo>
                    <a:pt x="35573" y="85516"/>
                  </a:lnTo>
                  <a:lnTo>
                    <a:pt x="42494" y="89319"/>
                  </a:lnTo>
                  <a:lnTo>
                    <a:pt x="44646" y="89710"/>
                  </a:lnTo>
                  <a:lnTo>
                    <a:pt x="48656" y="91534"/>
                  </a:lnTo>
                  <a:lnTo>
                    <a:pt x="51138" y="91293"/>
                  </a:lnTo>
                  <a:lnTo>
                    <a:pt x="55412" y="91739"/>
                  </a:lnTo>
                  <a:lnTo>
                    <a:pt x="58315" y="93205"/>
                  </a:lnTo>
                  <a:lnTo>
                    <a:pt x="64044" y="97229"/>
                  </a:lnTo>
                  <a:lnTo>
                    <a:pt x="65217" y="97587"/>
                  </a:lnTo>
                  <a:lnTo>
                    <a:pt x="65531" y="97292"/>
                  </a:lnTo>
                  <a:lnTo>
                    <a:pt x="63536" y="93313"/>
                  </a:lnTo>
                  <a:lnTo>
                    <a:pt x="63222" y="92928"/>
                  </a:lnTo>
                  <a:lnTo>
                    <a:pt x="60912" y="91443"/>
                  </a:lnTo>
                  <a:lnTo>
                    <a:pt x="58206" y="90711"/>
                  </a:lnTo>
                  <a:lnTo>
                    <a:pt x="57997" y="90424"/>
                  </a:lnTo>
                  <a:lnTo>
                    <a:pt x="57494" y="89022"/>
                  </a:lnTo>
                  <a:lnTo>
                    <a:pt x="57656" y="88476"/>
                  </a:lnTo>
                  <a:lnTo>
                    <a:pt x="58245" y="88228"/>
                  </a:lnTo>
                  <a:lnTo>
                    <a:pt x="60262" y="88240"/>
                  </a:lnTo>
                  <a:lnTo>
                    <a:pt x="61457" y="88015"/>
                  </a:lnTo>
                  <a:lnTo>
                    <a:pt x="61621" y="87462"/>
                  </a:lnTo>
                  <a:lnTo>
                    <a:pt x="60761" y="87334"/>
                  </a:lnTo>
                  <a:lnTo>
                    <a:pt x="59724" y="86798"/>
                  </a:lnTo>
                  <a:lnTo>
                    <a:pt x="58508" y="85854"/>
                  </a:lnTo>
                  <a:lnTo>
                    <a:pt x="57821" y="84965"/>
                  </a:lnTo>
                  <a:lnTo>
                    <a:pt x="60305" y="79064"/>
                  </a:lnTo>
                  <a:lnTo>
                    <a:pt x="61174" y="79659"/>
                  </a:lnTo>
                  <a:lnTo>
                    <a:pt x="62484" y="78296"/>
                  </a:lnTo>
                  <a:lnTo>
                    <a:pt x="64831" y="79162"/>
                  </a:lnTo>
                  <a:lnTo>
                    <a:pt x="65261" y="78690"/>
                  </a:lnTo>
                  <a:lnTo>
                    <a:pt x="65547" y="75694"/>
                  </a:lnTo>
                  <a:lnTo>
                    <a:pt x="65897" y="74973"/>
                  </a:lnTo>
                  <a:lnTo>
                    <a:pt x="66558" y="74435"/>
                  </a:lnTo>
                  <a:lnTo>
                    <a:pt x="69827" y="73901"/>
                  </a:lnTo>
                  <a:lnTo>
                    <a:pt x="73904" y="74432"/>
                  </a:lnTo>
                  <a:lnTo>
                    <a:pt x="74325" y="74145"/>
                  </a:lnTo>
                  <a:lnTo>
                    <a:pt x="73934" y="72145"/>
                  </a:lnTo>
                  <a:lnTo>
                    <a:pt x="73887" y="71359"/>
                  </a:lnTo>
                  <a:lnTo>
                    <a:pt x="74133" y="69560"/>
                  </a:lnTo>
                  <a:lnTo>
                    <a:pt x="74386" y="68595"/>
                  </a:lnTo>
                  <a:lnTo>
                    <a:pt x="74868" y="68113"/>
                  </a:lnTo>
                  <a:lnTo>
                    <a:pt x="76764" y="68495"/>
                  </a:lnTo>
                  <a:lnTo>
                    <a:pt x="77356" y="69382"/>
                  </a:lnTo>
                  <a:lnTo>
                    <a:pt x="77990" y="70906"/>
                  </a:lnTo>
                  <a:lnTo>
                    <a:pt x="78632" y="71774"/>
                  </a:lnTo>
                  <a:lnTo>
                    <a:pt x="80648" y="72650"/>
                  </a:lnTo>
                  <a:lnTo>
                    <a:pt x="80877" y="73256"/>
                  </a:lnTo>
                  <a:lnTo>
                    <a:pt x="80109" y="75567"/>
                  </a:lnTo>
                  <a:lnTo>
                    <a:pt x="79303" y="76779"/>
                  </a:lnTo>
                  <a:lnTo>
                    <a:pt x="77638" y="79968"/>
                  </a:lnTo>
                  <a:lnTo>
                    <a:pt x="77533" y="80788"/>
                  </a:lnTo>
                  <a:lnTo>
                    <a:pt x="80102" y="79355"/>
                  </a:lnTo>
                  <a:lnTo>
                    <a:pt x="82986" y="77373"/>
                  </a:lnTo>
                  <a:lnTo>
                    <a:pt x="85463" y="76280"/>
                  </a:lnTo>
                  <a:lnTo>
                    <a:pt x="87533" y="76080"/>
                  </a:lnTo>
                  <a:lnTo>
                    <a:pt x="89015" y="75438"/>
                  </a:lnTo>
                  <a:lnTo>
                    <a:pt x="89909" y="74351"/>
                  </a:lnTo>
                  <a:lnTo>
                    <a:pt x="90547" y="73240"/>
                  </a:lnTo>
                  <a:lnTo>
                    <a:pt x="91829" y="69653"/>
                  </a:lnTo>
                  <a:lnTo>
                    <a:pt x="92681" y="69032"/>
                  </a:lnTo>
                  <a:lnTo>
                    <a:pt x="96241" y="69251"/>
                  </a:lnTo>
                  <a:lnTo>
                    <a:pt x="97086" y="69143"/>
                  </a:lnTo>
                  <a:lnTo>
                    <a:pt x="97637" y="68793"/>
                  </a:lnTo>
                  <a:lnTo>
                    <a:pt x="97536" y="68340"/>
                  </a:lnTo>
                  <a:lnTo>
                    <a:pt x="96784" y="67785"/>
                  </a:lnTo>
                  <a:lnTo>
                    <a:pt x="95769" y="67629"/>
                  </a:lnTo>
                  <a:lnTo>
                    <a:pt x="95743" y="67377"/>
                  </a:lnTo>
                  <a:lnTo>
                    <a:pt x="96119" y="66789"/>
                  </a:lnTo>
                  <a:lnTo>
                    <a:pt x="96676" y="66449"/>
                  </a:lnTo>
                  <a:lnTo>
                    <a:pt x="98431" y="66044"/>
                  </a:lnTo>
                  <a:lnTo>
                    <a:pt x="99584" y="67333"/>
                  </a:lnTo>
                  <a:lnTo>
                    <a:pt x="100367" y="67427"/>
                  </a:lnTo>
                  <a:lnTo>
                    <a:pt x="102971" y="65995"/>
                  </a:lnTo>
                  <a:lnTo>
                    <a:pt x="106972" y="62192"/>
                  </a:lnTo>
                  <a:lnTo>
                    <a:pt x="108572" y="61135"/>
                  </a:lnTo>
                  <a:lnTo>
                    <a:pt x="109957" y="60950"/>
                  </a:lnTo>
                  <a:lnTo>
                    <a:pt x="111127" y="61641"/>
                  </a:lnTo>
                  <a:lnTo>
                    <a:pt x="112030" y="61461"/>
                  </a:lnTo>
                  <a:lnTo>
                    <a:pt x="113217" y="59316"/>
                  </a:lnTo>
                  <a:lnTo>
                    <a:pt x="113685" y="58174"/>
                  </a:lnTo>
                  <a:lnTo>
                    <a:pt x="114417" y="57185"/>
                  </a:lnTo>
                  <a:lnTo>
                    <a:pt x="117377" y="54956"/>
                  </a:lnTo>
                  <a:lnTo>
                    <a:pt x="119274" y="54479"/>
                  </a:lnTo>
                  <a:lnTo>
                    <a:pt x="120433" y="54890"/>
                  </a:lnTo>
                  <a:lnTo>
                    <a:pt x="121812" y="55814"/>
                  </a:lnTo>
                  <a:lnTo>
                    <a:pt x="122947" y="56172"/>
                  </a:lnTo>
                  <a:lnTo>
                    <a:pt x="124442" y="55900"/>
                  </a:lnTo>
                  <a:lnTo>
                    <a:pt x="125559" y="56023"/>
                  </a:lnTo>
                  <a:lnTo>
                    <a:pt x="126092" y="55573"/>
                  </a:lnTo>
                  <a:lnTo>
                    <a:pt x="127999" y="53033"/>
                  </a:lnTo>
                  <a:lnTo>
                    <a:pt x="128617" y="53008"/>
                  </a:lnTo>
                  <a:lnTo>
                    <a:pt x="129215" y="53756"/>
                  </a:lnTo>
                  <a:lnTo>
                    <a:pt x="130175" y="55602"/>
                  </a:lnTo>
                  <a:lnTo>
                    <a:pt x="130178" y="56525"/>
                  </a:lnTo>
                  <a:lnTo>
                    <a:pt x="128928" y="58776"/>
                  </a:lnTo>
                  <a:lnTo>
                    <a:pt x="119724" y="65211"/>
                  </a:lnTo>
                  <a:lnTo>
                    <a:pt x="116888" y="67988"/>
                  </a:lnTo>
                  <a:lnTo>
                    <a:pt x="115485" y="69009"/>
                  </a:lnTo>
                  <a:lnTo>
                    <a:pt x="114031" y="69583"/>
                  </a:lnTo>
                  <a:lnTo>
                    <a:pt x="111217" y="70063"/>
                  </a:lnTo>
                  <a:lnTo>
                    <a:pt x="110100" y="70629"/>
                  </a:lnTo>
                  <a:lnTo>
                    <a:pt x="108208" y="71135"/>
                  </a:lnTo>
                  <a:lnTo>
                    <a:pt x="103781" y="72026"/>
                  </a:lnTo>
                  <a:lnTo>
                    <a:pt x="102929" y="72458"/>
                  </a:lnTo>
                  <a:lnTo>
                    <a:pt x="102351" y="72963"/>
                  </a:lnTo>
                  <a:lnTo>
                    <a:pt x="100761" y="76370"/>
                  </a:lnTo>
                  <a:lnTo>
                    <a:pt x="99988" y="77482"/>
                  </a:lnTo>
                  <a:lnTo>
                    <a:pt x="98467" y="79159"/>
                  </a:lnTo>
                  <a:lnTo>
                    <a:pt x="96759" y="80187"/>
                  </a:lnTo>
                  <a:lnTo>
                    <a:pt x="94425" y="80580"/>
                  </a:lnTo>
                  <a:lnTo>
                    <a:pt x="92940" y="82178"/>
                  </a:lnTo>
                  <a:lnTo>
                    <a:pt x="91231" y="85262"/>
                  </a:lnTo>
                  <a:lnTo>
                    <a:pt x="89852" y="87409"/>
                  </a:lnTo>
                  <a:lnTo>
                    <a:pt x="88276" y="89230"/>
                  </a:lnTo>
                  <a:lnTo>
                    <a:pt x="86564" y="91607"/>
                  </a:lnTo>
                  <a:lnTo>
                    <a:pt x="86118" y="92860"/>
                  </a:lnTo>
                  <a:lnTo>
                    <a:pt x="86627" y="94509"/>
                  </a:lnTo>
                  <a:lnTo>
                    <a:pt x="86911" y="95059"/>
                  </a:lnTo>
                  <a:lnTo>
                    <a:pt x="88633" y="95946"/>
                  </a:lnTo>
                  <a:lnTo>
                    <a:pt x="89300" y="95747"/>
                  </a:lnTo>
                  <a:lnTo>
                    <a:pt x="88685" y="94863"/>
                  </a:lnTo>
                  <a:lnTo>
                    <a:pt x="87239" y="93585"/>
                  </a:lnTo>
                  <a:lnTo>
                    <a:pt x="87045" y="93127"/>
                  </a:lnTo>
                  <a:lnTo>
                    <a:pt x="87415" y="92767"/>
                  </a:lnTo>
                  <a:lnTo>
                    <a:pt x="94206" y="93728"/>
                  </a:lnTo>
                  <a:lnTo>
                    <a:pt x="95664" y="92756"/>
                  </a:lnTo>
                  <a:lnTo>
                    <a:pt x="96174" y="91934"/>
                  </a:lnTo>
                  <a:lnTo>
                    <a:pt x="96066" y="91511"/>
                  </a:lnTo>
                  <a:lnTo>
                    <a:pt x="94225" y="91335"/>
                  </a:lnTo>
                  <a:lnTo>
                    <a:pt x="93830" y="90550"/>
                  </a:lnTo>
                  <a:lnTo>
                    <a:pt x="93540" y="89072"/>
                  </a:lnTo>
                  <a:lnTo>
                    <a:pt x="93478" y="87900"/>
                  </a:lnTo>
                  <a:lnTo>
                    <a:pt x="93644" y="87029"/>
                  </a:lnTo>
                  <a:lnTo>
                    <a:pt x="94059" y="85918"/>
                  </a:lnTo>
                  <a:lnTo>
                    <a:pt x="96032" y="84103"/>
                  </a:lnTo>
                  <a:lnTo>
                    <a:pt x="98157" y="83326"/>
                  </a:lnTo>
                  <a:lnTo>
                    <a:pt x="99793" y="82300"/>
                  </a:lnTo>
                  <a:lnTo>
                    <a:pt x="100697" y="81330"/>
                  </a:lnTo>
                  <a:lnTo>
                    <a:pt x="103136" y="79674"/>
                  </a:lnTo>
                  <a:lnTo>
                    <a:pt x="104115" y="78330"/>
                  </a:lnTo>
                  <a:lnTo>
                    <a:pt x="104643" y="77288"/>
                  </a:lnTo>
                  <a:lnTo>
                    <a:pt x="104709" y="76768"/>
                  </a:lnTo>
                  <a:lnTo>
                    <a:pt x="104265" y="76391"/>
                  </a:lnTo>
                  <a:lnTo>
                    <a:pt x="104626" y="75494"/>
                  </a:lnTo>
                  <a:lnTo>
                    <a:pt x="106404" y="74693"/>
                  </a:lnTo>
                  <a:lnTo>
                    <a:pt x="107186" y="74625"/>
                  </a:lnTo>
                  <a:lnTo>
                    <a:pt x="109684" y="75393"/>
                  </a:lnTo>
                  <a:lnTo>
                    <a:pt x="110138" y="75993"/>
                  </a:lnTo>
                  <a:lnTo>
                    <a:pt x="109891" y="77586"/>
                  </a:lnTo>
                  <a:lnTo>
                    <a:pt x="110241" y="77511"/>
                  </a:lnTo>
                  <a:lnTo>
                    <a:pt x="111205" y="75488"/>
                  </a:lnTo>
                  <a:lnTo>
                    <a:pt x="111742" y="74814"/>
                  </a:lnTo>
                  <a:lnTo>
                    <a:pt x="112297" y="74682"/>
                  </a:lnTo>
                  <a:lnTo>
                    <a:pt x="112858" y="74941"/>
                  </a:lnTo>
                  <a:lnTo>
                    <a:pt x="113426" y="75591"/>
                  </a:lnTo>
                  <a:lnTo>
                    <a:pt x="113734" y="77536"/>
                  </a:lnTo>
                  <a:lnTo>
                    <a:pt x="113783" y="80775"/>
                  </a:lnTo>
                  <a:lnTo>
                    <a:pt x="113912" y="82080"/>
                  </a:lnTo>
                  <a:lnTo>
                    <a:pt x="114552" y="79841"/>
                  </a:lnTo>
                  <a:lnTo>
                    <a:pt x="114997" y="78802"/>
                  </a:lnTo>
                  <a:lnTo>
                    <a:pt x="117431" y="74037"/>
                  </a:lnTo>
                  <a:lnTo>
                    <a:pt x="119075" y="71425"/>
                  </a:lnTo>
                  <a:lnTo>
                    <a:pt x="120919" y="68880"/>
                  </a:lnTo>
                  <a:lnTo>
                    <a:pt x="123598" y="66981"/>
                  </a:lnTo>
                  <a:lnTo>
                    <a:pt x="129793" y="63830"/>
                  </a:lnTo>
                  <a:lnTo>
                    <a:pt x="133282" y="62982"/>
                  </a:lnTo>
                  <a:lnTo>
                    <a:pt x="135050" y="62198"/>
                  </a:lnTo>
                  <a:lnTo>
                    <a:pt x="135916" y="61517"/>
                  </a:lnTo>
                  <a:lnTo>
                    <a:pt x="136467" y="60676"/>
                  </a:lnTo>
                  <a:lnTo>
                    <a:pt x="137437" y="59709"/>
                  </a:lnTo>
                  <a:lnTo>
                    <a:pt x="137610" y="59789"/>
                  </a:lnTo>
                  <a:lnTo>
                    <a:pt x="137234" y="61816"/>
                  </a:lnTo>
                  <a:lnTo>
                    <a:pt x="136986" y="62403"/>
                  </a:lnTo>
                  <a:lnTo>
                    <a:pt x="134719" y="63658"/>
                  </a:lnTo>
                  <a:lnTo>
                    <a:pt x="134496" y="64616"/>
                  </a:lnTo>
                  <a:lnTo>
                    <a:pt x="134742" y="66096"/>
                  </a:lnTo>
                  <a:lnTo>
                    <a:pt x="135134" y="67071"/>
                  </a:lnTo>
                  <a:lnTo>
                    <a:pt x="135672" y="67543"/>
                  </a:lnTo>
                  <a:lnTo>
                    <a:pt x="136614" y="67208"/>
                  </a:lnTo>
                  <a:lnTo>
                    <a:pt x="137958" y="66067"/>
                  </a:lnTo>
                  <a:lnTo>
                    <a:pt x="139633" y="64319"/>
                  </a:lnTo>
                  <a:lnTo>
                    <a:pt x="143254" y="59887"/>
                  </a:lnTo>
                  <a:lnTo>
                    <a:pt x="143566" y="59076"/>
                  </a:lnTo>
                  <a:lnTo>
                    <a:pt x="144481" y="55515"/>
                  </a:lnTo>
                  <a:lnTo>
                    <a:pt x="146556" y="53942"/>
                  </a:lnTo>
                  <a:lnTo>
                    <a:pt x="150314" y="52153"/>
                  </a:lnTo>
                  <a:lnTo>
                    <a:pt x="151236" y="51016"/>
                  </a:lnTo>
                  <a:lnTo>
                    <a:pt x="147940" y="50054"/>
                  </a:lnTo>
                  <a:lnTo>
                    <a:pt x="147257" y="49392"/>
                  </a:lnTo>
                  <a:lnTo>
                    <a:pt x="147149" y="48995"/>
                  </a:lnTo>
                  <a:lnTo>
                    <a:pt x="147771" y="47979"/>
                  </a:lnTo>
                  <a:lnTo>
                    <a:pt x="146265" y="46968"/>
                  </a:lnTo>
                  <a:lnTo>
                    <a:pt x="145713" y="46345"/>
                  </a:lnTo>
                  <a:lnTo>
                    <a:pt x="145736" y="44532"/>
                  </a:lnTo>
                  <a:lnTo>
                    <a:pt x="146199" y="43231"/>
                  </a:lnTo>
                  <a:lnTo>
                    <a:pt x="147185" y="41973"/>
                  </a:lnTo>
                  <a:lnTo>
                    <a:pt x="147747" y="41753"/>
                  </a:lnTo>
                  <a:lnTo>
                    <a:pt x="149216" y="42485"/>
                  </a:lnTo>
                  <a:lnTo>
                    <a:pt x="150452" y="43429"/>
                  </a:lnTo>
                  <a:lnTo>
                    <a:pt x="154721" y="47813"/>
                  </a:lnTo>
                  <a:lnTo>
                    <a:pt x="156434" y="49959"/>
                  </a:lnTo>
                  <a:lnTo>
                    <a:pt x="157428" y="51637"/>
                  </a:lnTo>
                  <a:lnTo>
                    <a:pt x="159831" y="56886"/>
                  </a:lnTo>
                  <a:lnTo>
                    <a:pt x="160891" y="59919"/>
                  </a:lnTo>
                  <a:lnTo>
                    <a:pt x="161740" y="63042"/>
                  </a:lnTo>
                  <a:lnTo>
                    <a:pt x="162578" y="65296"/>
                  </a:lnTo>
                  <a:lnTo>
                    <a:pt x="163404" y="66678"/>
                  </a:lnTo>
                  <a:lnTo>
                    <a:pt x="167512" y="72147"/>
                  </a:lnTo>
                  <a:lnTo>
                    <a:pt x="169631" y="74457"/>
                  </a:lnTo>
                  <a:lnTo>
                    <a:pt x="171407" y="75891"/>
                  </a:lnTo>
                  <a:lnTo>
                    <a:pt x="173447" y="77031"/>
                  </a:lnTo>
                  <a:lnTo>
                    <a:pt x="175750" y="77870"/>
                  </a:lnTo>
                  <a:lnTo>
                    <a:pt x="177319" y="77940"/>
                  </a:lnTo>
                  <a:lnTo>
                    <a:pt x="179760" y="75612"/>
                  </a:lnTo>
                  <a:lnTo>
                    <a:pt x="179817" y="74082"/>
                  </a:lnTo>
                  <a:lnTo>
                    <a:pt x="178741" y="71529"/>
                  </a:lnTo>
                  <a:lnTo>
                    <a:pt x="177658" y="69762"/>
                  </a:lnTo>
                  <a:lnTo>
                    <a:pt x="177788" y="68684"/>
                  </a:lnTo>
                  <a:lnTo>
                    <a:pt x="179220" y="66618"/>
                  </a:lnTo>
                  <a:lnTo>
                    <a:pt x="179124" y="65898"/>
                  </a:lnTo>
                  <a:lnTo>
                    <a:pt x="179427" y="63768"/>
                  </a:lnTo>
                  <a:lnTo>
                    <a:pt x="180417" y="64175"/>
                  </a:lnTo>
                  <a:lnTo>
                    <a:pt x="180807" y="64093"/>
                  </a:lnTo>
                  <a:lnTo>
                    <a:pt x="181359" y="63311"/>
                  </a:lnTo>
                  <a:lnTo>
                    <a:pt x="182072" y="61830"/>
                  </a:lnTo>
                  <a:lnTo>
                    <a:pt x="182970" y="60607"/>
                  </a:lnTo>
                  <a:lnTo>
                    <a:pt x="184054" y="59640"/>
                  </a:lnTo>
                  <a:lnTo>
                    <a:pt x="184347" y="59004"/>
                  </a:lnTo>
                  <a:lnTo>
                    <a:pt x="183272" y="58547"/>
                  </a:lnTo>
                  <a:lnTo>
                    <a:pt x="182619" y="58545"/>
                  </a:lnTo>
                  <a:lnTo>
                    <a:pt x="182136" y="58337"/>
                  </a:lnTo>
                  <a:lnTo>
                    <a:pt x="181820" y="57923"/>
                  </a:lnTo>
                  <a:lnTo>
                    <a:pt x="182251" y="57476"/>
                  </a:lnTo>
                  <a:lnTo>
                    <a:pt x="184606" y="56340"/>
                  </a:lnTo>
                  <a:lnTo>
                    <a:pt x="185046" y="55252"/>
                  </a:lnTo>
                  <a:lnTo>
                    <a:pt x="185800" y="54530"/>
                  </a:lnTo>
                  <a:lnTo>
                    <a:pt x="186764" y="54241"/>
                  </a:lnTo>
                  <a:lnTo>
                    <a:pt x="187360" y="54540"/>
                  </a:lnTo>
                  <a:lnTo>
                    <a:pt x="188020" y="55442"/>
                  </a:lnTo>
                  <a:lnTo>
                    <a:pt x="188053" y="56880"/>
                  </a:lnTo>
                  <a:lnTo>
                    <a:pt x="187762" y="59225"/>
                  </a:lnTo>
                  <a:lnTo>
                    <a:pt x="187708" y="61118"/>
                  </a:lnTo>
                  <a:lnTo>
                    <a:pt x="188446" y="65582"/>
                  </a:lnTo>
                  <a:lnTo>
                    <a:pt x="189099" y="66554"/>
                  </a:lnTo>
                  <a:lnTo>
                    <a:pt x="191652" y="67870"/>
                  </a:lnTo>
                  <a:lnTo>
                    <a:pt x="191494" y="68958"/>
                  </a:lnTo>
                  <a:lnTo>
                    <a:pt x="188543" y="73666"/>
                  </a:lnTo>
                  <a:lnTo>
                    <a:pt x="187912" y="74819"/>
                  </a:lnTo>
                  <a:lnTo>
                    <a:pt x="187601" y="75696"/>
                  </a:lnTo>
                  <a:lnTo>
                    <a:pt x="187706" y="76438"/>
                  </a:lnTo>
                  <a:lnTo>
                    <a:pt x="188227" y="77047"/>
                  </a:lnTo>
                  <a:lnTo>
                    <a:pt x="189228" y="77478"/>
                  </a:lnTo>
                  <a:lnTo>
                    <a:pt x="191798" y="77654"/>
                  </a:lnTo>
                  <a:lnTo>
                    <a:pt x="192503" y="77241"/>
                  </a:lnTo>
                  <a:lnTo>
                    <a:pt x="197505" y="77106"/>
                  </a:lnTo>
                  <a:lnTo>
                    <a:pt x="198422" y="76754"/>
                  </a:lnTo>
                  <a:lnTo>
                    <a:pt x="199194" y="75847"/>
                  </a:lnTo>
                  <a:lnTo>
                    <a:pt x="200317" y="73584"/>
                  </a:lnTo>
                  <a:lnTo>
                    <a:pt x="201595" y="72893"/>
                  </a:lnTo>
                  <a:lnTo>
                    <a:pt x="201996" y="72258"/>
                  </a:lnTo>
                  <a:lnTo>
                    <a:pt x="202781" y="69570"/>
                  </a:lnTo>
                  <a:lnTo>
                    <a:pt x="203168" y="66447"/>
                  </a:lnTo>
                  <a:lnTo>
                    <a:pt x="203552" y="65137"/>
                  </a:lnTo>
                  <a:lnTo>
                    <a:pt x="204129" y="64324"/>
                  </a:lnTo>
                  <a:lnTo>
                    <a:pt x="204914" y="64062"/>
                  </a:lnTo>
                  <a:lnTo>
                    <a:pt x="206859" y="64370"/>
                  </a:lnTo>
                  <a:lnTo>
                    <a:pt x="207773" y="64106"/>
                  </a:lnTo>
                  <a:lnTo>
                    <a:pt x="211377" y="64370"/>
                  </a:lnTo>
                  <a:lnTo>
                    <a:pt x="214982" y="64142"/>
                  </a:lnTo>
                  <a:lnTo>
                    <a:pt x="218709" y="64693"/>
                  </a:lnTo>
                  <a:lnTo>
                    <a:pt x="221102" y="65335"/>
                  </a:lnTo>
                  <a:lnTo>
                    <a:pt x="223315" y="66346"/>
                  </a:lnTo>
                  <a:lnTo>
                    <a:pt x="227560" y="68744"/>
                  </a:lnTo>
                  <a:lnTo>
                    <a:pt x="229238" y="70031"/>
                  </a:lnTo>
                  <a:lnTo>
                    <a:pt x="235167" y="75832"/>
                  </a:lnTo>
                  <a:lnTo>
                    <a:pt x="236899" y="77013"/>
                  </a:lnTo>
                  <a:lnTo>
                    <a:pt x="240160" y="78143"/>
                  </a:lnTo>
                  <a:lnTo>
                    <a:pt x="251335" y="80659"/>
                  </a:lnTo>
                  <a:lnTo>
                    <a:pt x="252741" y="81336"/>
                  </a:lnTo>
                  <a:lnTo>
                    <a:pt x="255685" y="83978"/>
                  </a:lnTo>
                  <a:lnTo>
                    <a:pt x="257714" y="85519"/>
                  </a:lnTo>
                  <a:lnTo>
                    <a:pt x="260118" y="86990"/>
                  </a:lnTo>
                  <a:lnTo>
                    <a:pt x="263126" y="88262"/>
                  </a:lnTo>
                  <a:lnTo>
                    <a:pt x="269020" y="90182"/>
                  </a:lnTo>
                  <a:lnTo>
                    <a:pt x="269978" y="90817"/>
                  </a:lnTo>
                  <a:lnTo>
                    <a:pt x="271059" y="91003"/>
                  </a:lnTo>
                  <a:lnTo>
                    <a:pt x="272263" y="90742"/>
                  </a:lnTo>
                  <a:lnTo>
                    <a:pt x="277665" y="91840"/>
                  </a:lnTo>
                  <a:lnTo>
                    <a:pt x="279089" y="91786"/>
                  </a:lnTo>
                  <a:lnTo>
                    <a:pt x="280117" y="91993"/>
                  </a:lnTo>
                  <a:lnTo>
                    <a:pt x="281381" y="92785"/>
                  </a:lnTo>
                  <a:lnTo>
                    <a:pt x="283235" y="93075"/>
                  </a:lnTo>
                  <a:lnTo>
                    <a:pt x="283170" y="92531"/>
                  </a:lnTo>
                  <a:lnTo>
                    <a:pt x="281053" y="89502"/>
                  </a:lnTo>
                  <a:lnTo>
                    <a:pt x="281146" y="89025"/>
                  </a:lnTo>
                  <a:lnTo>
                    <a:pt x="282017" y="88987"/>
                  </a:lnTo>
                  <a:lnTo>
                    <a:pt x="284636" y="89497"/>
                  </a:lnTo>
                  <a:lnTo>
                    <a:pt x="285236" y="88634"/>
                  </a:lnTo>
                  <a:lnTo>
                    <a:pt x="286109" y="88654"/>
                  </a:lnTo>
                  <a:lnTo>
                    <a:pt x="288099" y="89069"/>
                  </a:lnTo>
                  <a:lnTo>
                    <a:pt x="290243" y="90004"/>
                  </a:lnTo>
                  <a:lnTo>
                    <a:pt x="292542" y="91455"/>
                  </a:lnTo>
                  <a:lnTo>
                    <a:pt x="295337" y="92689"/>
                  </a:lnTo>
                  <a:lnTo>
                    <a:pt x="299579" y="95761"/>
                  </a:lnTo>
                  <a:lnTo>
                    <a:pt x="301922" y="98318"/>
                  </a:lnTo>
                  <a:lnTo>
                    <a:pt x="304144" y="101495"/>
                  </a:lnTo>
                  <a:lnTo>
                    <a:pt x="305363" y="103703"/>
                  </a:lnTo>
                  <a:lnTo>
                    <a:pt x="305576" y="104942"/>
                  </a:lnTo>
                  <a:lnTo>
                    <a:pt x="306041" y="105555"/>
                  </a:lnTo>
                  <a:lnTo>
                    <a:pt x="306755" y="105545"/>
                  </a:lnTo>
                  <a:lnTo>
                    <a:pt x="307026" y="106016"/>
                  </a:lnTo>
                  <a:lnTo>
                    <a:pt x="306385" y="108751"/>
                  </a:lnTo>
                  <a:lnTo>
                    <a:pt x="306017" y="109434"/>
                  </a:lnTo>
                  <a:lnTo>
                    <a:pt x="305532" y="109924"/>
                  </a:lnTo>
                  <a:lnTo>
                    <a:pt x="303501" y="110484"/>
                  </a:lnTo>
                  <a:lnTo>
                    <a:pt x="297931" y="109823"/>
                  </a:lnTo>
                  <a:lnTo>
                    <a:pt x="296944" y="112038"/>
                  </a:lnTo>
                  <a:lnTo>
                    <a:pt x="293823" y="113906"/>
                  </a:lnTo>
                  <a:lnTo>
                    <a:pt x="293268" y="114723"/>
                  </a:lnTo>
                  <a:lnTo>
                    <a:pt x="293145" y="115320"/>
                  </a:lnTo>
                  <a:lnTo>
                    <a:pt x="293369" y="117259"/>
                  </a:lnTo>
                  <a:lnTo>
                    <a:pt x="292974" y="117854"/>
                  </a:lnTo>
                  <a:lnTo>
                    <a:pt x="290419" y="120067"/>
                  </a:lnTo>
                  <a:lnTo>
                    <a:pt x="290332" y="120693"/>
                  </a:lnTo>
                  <a:lnTo>
                    <a:pt x="291990" y="121599"/>
                  </a:lnTo>
                  <a:lnTo>
                    <a:pt x="293753" y="123150"/>
                  </a:lnTo>
                  <a:lnTo>
                    <a:pt x="295139" y="123528"/>
                  </a:lnTo>
                  <a:lnTo>
                    <a:pt x="296893" y="123316"/>
                  </a:lnTo>
                  <a:lnTo>
                    <a:pt x="299094" y="123859"/>
                  </a:lnTo>
                  <a:lnTo>
                    <a:pt x="301745" y="125159"/>
                  </a:lnTo>
                  <a:lnTo>
                    <a:pt x="303589" y="125752"/>
                  </a:lnTo>
                  <a:lnTo>
                    <a:pt x="304626" y="125638"/>
                  </a:lnTo>
                  <a:lnTo>
                    <a:pt x="306041" y="125877"/>
                  </a:lnTo>
                  <a:lnTo>
                    <a:pt x="307834" y="126469"/>
                  </a:lnTo>
                  <a:lnTo>
                    <a:pt x="310233" y="126674"/>
                  </a:lnTo>
                  <a:lnTo>
                    <a:pt x="315535" y="126620"/>
                  </a:lnTo>
                  <a:lnTo>
                    <a:pt x="317126" y="127066"/>
                  </a:lnTo>
                  <a:lnTo>
                    <a:pt x="319346" y="127267"/>
                  </a:lnTo>
                  <a:lnTo>
                    <a:pt x="323620" y="127206"/>
                  </a:lnTo>
                  <a:lnTo>
                    <a:pt x="324391" y="127123"/>
                  </a:lnTo>
                  <a:lnTo>
                    <a:pt x="325760" y="126094"/>
                  </a:lnTo>
                  <a:lnTo>
                    <a:pt x="326644" y="125753"/>
                  </a:lnTo>
                  <a:lnTo>
                    <a:pt x="328182" y="125735"/>
                  </a:lnTo>
                  <a:lnTo>
                    <a:pt x="332615" y="124979"/>
                  </a:lnTo>
                  <a:lnTo>
                    <a:pt x="334150" y="124993"/>
                  </a:lnTo>
                  <a:lnTo>
                    <a:pt x="335570" y="124422"/>
                  </a:lnTo>
                  <a:lnTo>
                    <a:pt x="337385" y="123267"/>
                  </a:lnTo>
                  <a:lnTo>
                    <a:pt x="338505" y="123051"/>
                  </a:lnTo>
                  <a:lnTo>
                    <a:pt x="338930" y="123769"/>
                  </a:lnTo>
                  <a:lnTo>
                    <a:pt x="339695" y="124083"/>
                  </a:lnTo>
                  <a:lnTo>
                    <a:pt x="340801" y="123989"/>
                  </a:lnTo>
                  <a:lnTo>
                    <a:pt x="342903" y="122762"/>
                  </a:lnTo>
                  <a:lnTo>
                    <a:pt x="347819" y="119161"/>
                  </a:lnTo>
                  <a:lnTo>
                    <a:pt x="349587" y="119167"/>
                  </a:lnTo>
                  <a:lnTo>
                    <a:pt x="350885" y="118037"/>
                  </a:lnTo>
                  <a:lnTo>
                    <a:pt x="351204" y="118017"/>
                  </a:lnTo>
                  <a:lnTo>
                    <a:pt x="351561" y="118482"/>
                  </a:lnTo>
                  <a:lnTo>
                    <a:pt x="352764" y="121120"/>
                  </a:lnTo>
                  <a:lnTo>
                    <a:pt x="353130" y="121545"/>
                  </a:lnTo>
                  <a:lnTo>
                    <a:pt x="353958" y="121773"/>
                  </a:lnTo>
                  <a:lnTo>
                    <a:pt x="354767" y="123123"/>
                  </a:lnTo>
                  <a:lnTo>
                    <a:pt x="355608" y="125143"/>
                  </a:lnTo>
                  <a:lnTo>
                    <a:pt x="356240" y="125706"/>
                  </a:lnTo>
                  <a:lnTo>
                    <a:pt x="360851" y="125792"/>
                  </a:lnTo>
                  <a:lnTo>
                    <a:pt x="362476" y="126355"/>
                  </a:lnTo>
                  <a:lnTo>
                    <a:pt x="362967" y="126934"/>
                  </a:lnTo>
                  <a:lnTo>
                    <a:pt x="363461" y="128531"/>
                  </a:lnTo>
                  <a:lnTo>
                    <a:pt x="363766" y="131626"/>
                  </a:lnTo>
                  <a:lnTo>
                    <a:pt x="363967" y="132761"/>
                  </a:lnTo>
                  <a:lnTo>
                    <a:pt x="364637" y="134412"/>
                  </a:lnTo>
                  <a:lnTo>
                    <a:pt x="365079" y="134888"/>
                  </a:lnTo>
                  <a:lnTo>
                    <a:pt x="365497" y="134429"/>
                  </a:lnTo>
                  <a:lnTo>
                    <a:pt x="366633" y="130135"/>
                  </a:lnTo>
                  <a:lnTo>
                    <a:pt x="367030" y="129444"/>
                  </a:lnTo>
                  <a:lnTo>
                    <a:pt x="367789" y="129685"/>
                  </a:lnTo>
                  <a:lnTo>
                    <a:pt x="368021" y="129897"/>
                  </a:lnTo>
                  <a:lnTo>
                    <a:pt x="369173" y="133076"/>
                  </a:lnTo>
                  <a:lnTo>
                    <a:pt x="370814" y="135436"/>
                  </a:lnTo>
                  <a:lnTo>
                    <a:pt x="374882" y="139781"/>
                  </a:lnTo>
                  <a:lnTo>
                    <a:pt x="375543" y="141373"/>
                  </a:lnTo>
                  <a:lnTo>
                    <a:pt x="375785" y="142554"/>
                  </a:lnTo>
                  <a:lnTo>
                    <a:pt x="375555" y="143610"/>
                  </a:lnTo>
                  <a:lnTo>
                    <a:pt x="374853" y="144545"/>
                  </a:lnTo>
                  <a:lnTo>
                    <a:pt x="373750" y="145295"/>
                  </a:lnTo>
                  <a:lnTo>
                    <a:pt x="372247" y="145862"/>
                  </a:lnTo>
                  <a:lnTo>
                    <a:pt x="370844" y="145657"/>
                  </a:lnTo>
                  <a:lnTo>
                    <a:pt x="369541" y="144685"/>
                  </a:lnTo>
                  <a:lnTo>
                    <a:pt x="369121" y="144630"/>
                  </a:lnTo>
                  <a:lnTo>
                    <a:pt x="369584" y="145495"/>
                  </a:lnTo>
                  <a:lnTo>
                    <a:pt x="372277" y="149093"/>
                  </a:lnTo>
                  <a:lnTo>
                    <a:pt x="372964" y="150530"/>
                  </a:lnTo>
                  <a:lnTo>
                    <a:pt x="373602" y="151483"/>
                  </a:lnTo>
                  <a:lnTo>
                    <a:pt x="374191" y="151956"/>
                  </a:lnTo>
                  <a:lnTo>
                    <a:pt x="374734" y="152734"/>
                  </a:lnTo>
                  <a:lnTo>
                    <a:pt x="375231" y="153819"/>
                  </a:lnTo>
                  <a:lnTo>
                    <a:pt x="377469" y="156703"/>
                  </a:lnTo>
                  <a:lnTo>
                    <a:pt x="378105" y="158080"/>
                  </a:lnTo>
                  <a:lnTo>
                    <a:pt x="380655" y="162374"/>
                  </a:lnTo>
                  <a:lnTo>
                    <a:pt x="381866" y="164062"/>
                  </a:lnTo>
                  <a:lnTo>
                    <a:pt x="382801" y="165033"/>
                  </a:lnTo>
                  <a:lnTo>
                    <a:pt x="383163" y="165129"/>
                  </a:lnTo>
                  <a:lnTo>
                    <a:pt x="382952" y="164350"/>
                  </a:lnTo>
                  <a:lnTo>
                    <a:pt x="379700" y="158630"/>
                  </a:lnTo>
                  <a:lnTo>
                    <a:pt x="378043" y="155038"/>
                  </a:lnTo>
                  <a:lnTo>
                    <a:pt x="377810" y="154177"/>
                  </a:lnTo>
                  <a:lnTo>
                    <a:pt x="377704" y="152860"/>
                  </a:lnTo>
                  <a:lnTo>
                    <a:pt x="377638" y="148495"/>
                  </a:lnTo>
                  <a:lnTo>
                    <a:pt x="377876" y="147826"/>
                  </a:lnTo>
                  <a:lnTo>
                    <a:pt x="378999" y="147264"/>
                  </a:lnTo>
                  <a:lnTo>
                    <a:pt x="380441" y="149243"/>
                  </a:lnTo>
                  <a:lnTo>
                    <a:pt x="380985" y="149521"/>
                  </a:lnTo>
                  <a:lnTo>
                    <a:pt x="381353" y="149404"/>
                  </a:lnTo>
                  <a:lnTo>
                    <a:pt x="381543" y="148893"/>
                  </a:lnTo>
                  <a:lnTo>
                    <a:pt x="382371" y="149367"/>
                  </a:lnTo>
                  <a:lnTo>
                    <a:pt x="383836" y="150827"/>
                  </a:lnTo>
                  <a:lnTo>
                    <a:pt x="384332" y="150851"/>
                  </a:lnTo>
                  <a:lnTo>
                    <a:pt x="383228" y="148055"/>
                  </a:lnTo>
                  <a:lnTo>
                    <a:pt x="382438" y="146690"/>
                  </a:lnTo>
                  <a:lnTo>
                    <a:pt x="382160" y="145738"/>
                  </a:lnTo>
                  <a:lnTo>
                    <a:pt x="382894" y="144305"/>
                  </a:lnTo>
                  <a:lnTo>
                    <a:pt x="382493" y="143581"/>
                  </a:lnTo>
                  <a:lnTo>
                    <a:pt x="380632" y="141473"/>
                  </a:lnTo>
                  <a:lnTo>
                    <a:pt x="379665" y="139288"/>
                  </a:lnTo>
                  <a:lnTo>
                    <a:pt x="378796" y="135987"/>
                  </a:lnTo>
                  <a:lnTo>
                    <a:pt x="378718" y="134703"/>
                  </a:lnTo>
                  <a:lnTo>
                    <a:pt x="378860" y="133344"/>
                  </a:lnTo>
                  <a:lnTo>
                    <a:pt x="378730" y="132249"/>
                  </a:lnTo>
                  <a:lnTo>
                    <a:pt x="377559" y="130015"/>
                  </a:lnTo>
                  <a:lnTo>
                    <a:pt x="376286" y="128469"/>
                  </a:lnTo>
                  <a:lnTo>
                    <a:pt x="375276" y="126672"/>
                  </a:lnTo>
                  <a:lnTo>
                    <a:pt x="375071" y="125726"/>
                  </a:lnTo>
                  <a:lnTo>
                    <a:pt x="375226" y="123168"/>
                  </a:lnTo>
                  <a:lnTo>
                    <a:pt x="375993" y="122053"/>
                  </a:lnTo>
                  <a:lnTo>
                    <a:pt x="377444" y="120561"/>
                  </a:lnTo>
                  <a:lnTo>
                    <a:pt x="377836" y="119024"/>
                  </a:lnTo>
                  <a:lnTo>
                    <a:pt x="377168" y="117438"/>
                  </a:lnTo>
                  <a:lnTo>
                    <a:pt x="377044" y="116717"/>
                  </a:lnTo>
                  <a:lnTo>
                    <a:pt x="377468" y="116857"/>
                  </a:lnTo>
                  <a:lnTo>
                    <a:pt x="380325" y="116060"/>
                  </a:lnTo>
                  <a:lnTo>
                    <a:pt x="381043" y="116340"/>
                  </a:lnTo>
                  <a:lnTo>
                    <a:pt x="382122" y="116000"/>
                  </a:lnTo>
                  <a:lnTo>
                    <a:pt x="383564" y="115036"/>
                  </a:lnTo>
                  <a:lnTo>
                    <a:pt x="384692" y="114603"/>
                  </a:lnTo>
                  <a:lnTo>
                    <a:pt x="386182" y="114667"/>
                  </a:lnTo>
                  <a:lnTo>
                    <a:pt x="386989" y="114434"/>
                  </a:lnTo>
                  <a:lnTo>
                    <a:pt x="387976" y="114007"/>
                  </a:lnTo>
                  <a:lnTo>
                    <a:pt x="388486" y="113528"/>
                  </a:lnTo>
                  <a:lnTo>
                    <a:pt x="389391" y="111697"/>
                  </a:lnTo>
                  <a:lnTo>
                    <a:pt x="389875" y="111425"/>
                  </a:lnTo>
                  <a:lnTo>
                    <a:pt x="391391" y="111624"/>
                  </a:lnTo>
                  <a:lnTo>
                    <a:pt x="392247" y="112026"/>
                  </a:lnTo>
                  <a:lnTo>
                    <a:pt x="392647" y="111881"/>
                  </a:lnTo>
                  <a:lnTo>
                    <a:pt x="392588" y="109284"/>
                  </a:lnTo>
                  <a:lnTo>
                    <a:pt x="392873" y="108372"/>
                  </a:lnTo>
                  <a:lnTo>
                    <a:pt x="394385" y="106484"/>
                  </a:lnTo>
                  <a:lnTo>
                    <a:pt x="395965" y="106287"/>
                  </a:lnTo>
                  <a:lnTo>
                    <a:pt x="397019" y="105772"/>
                  </a:lnTo>
                  <a:lnTo>
                    <a:pt x="398225" y="104714"/>
                  </a:lnTo>
                  <a:lnTo>
                    <a:pt x="399090" y="103768"/>
                  </a:lnTo>
                  <a:lnTo>
                    <a:pt x="399949" y="102248"/>
                  </a:lnTo>
                  <a:lnTo>
                    <a:pt x="400302" y="100306"/>
                  </a:lnTo>
                  <a:lnTo>
                    <a:pt x="400028" y="99749"/>
                  </a:lnTo>
                  <a:lnTo>
                    <a:pt x="398235" y="98999"/>
                  </a:lnTo>
                  <a:lnTo>
                    <a:pt x="397157" y="99388"/>
                  </a:lnTo>
                  <a:lnTo>
                    <a:pt x="394770" y="100771"/>
                  </a:lnTo>
                  <a:lnTo>
                    <a:pt x="392264" y="102547"/>
                  </a:lnTo>
                  <a:lnTo>
                    <a:pt x="391295" y="104198"/>
                  </a:lnTo>
                  <a:lnTo>
                    <a:pt x="391030" y="106314"/>
                  </a:lnTo>
                  <a:lnTo>
                    <a:pt x="390555" y="107248"/>
                  </a:lnTo>
                  <a:lnTo>
                    <a:pt x="388603" y="106363"/>
                  </a:lnTo>
                  <a:lnTo>
                    <a:pt x="387771" y="106378"/>
                  </a:lnTo>
                  <a:lnTo>
                    <a:pt x="386725" y="106746"/>
                  </a:lnTo>
                  <a:lnTo>
                    <a:pt x="385618" y="107559"/>
                  </a:lnTo>
                  <a:lnTo>
                    <a:pt x="384449" y="108819"/>
                  </a:lnTo>
                  <a:lnTo>
                    <a:pt x="382724" y="109048"/>
                  </a:lnTo>
                  <a:lnTo>
                    <a:pt x="380442" y="108247"/>
                  </a:lnTo>
                  <a:lnTo>
                    <a:pt x="379077" y="108025"/>
                  </a:lnTo>
                  <a:lnTo>
                    <a:pt x="377689" y="109364"/>
                  </a:lnTo>
                  <a:lnTo>
                    <a:pt x="377772" y="110360"/>
                  </a:lnTo>
                  <a:lnTo>
                    <a:pt x="378415" y="111811"/>
                  </a:lnTo>
                  <a:lnTo>
                    <a:pt x="377773" y="112674"/>
                  </a:lnTo>
                  <a:lnTo>
                    <a:pt x="374445" y="112993"/>
                  </a:lnTo>
                  <a:lnTo>
                    <a:pt x="373566" y="112805"/>
                  </a:lnTo>
                  <a:lnTo>
                    <a:pt x="371790" y="113378"/>
                  </a:lnTo>
                  <a:lnTo>
                    <a:pt x="371088" y="113254"/>
                  </a:lnTo>
                  <a:lnTo>
                    <a:pt x="370576" y="112561"/>
                  </a:lnTo>
                  <a:lnTo>
                    <a:pt x="366958" y="109612"/>
                  </a:lnTo>
                  <a:lnTo>
                    <a:pt x="366599" y="109018"/>
                  </a:lnTo>
                  <a:lnTo>
                    <a:pt x="367476" y="106623"/>
                  </a:lnTo>
                  <a:lnTo>
                    <a:pt x="370828" y="100143"/>
                  </a:lnTo>
                  <a:lnTo>
                    <a:pt x="371194" y="99759"/>
                  </a:lnTo>
                  <a:lnTo>
                    <a:pt x="377407" y="98633"/>
                  </a:lnTo>
                  <a:lnTo>
                    <a:pt x="381159" y="97452"/>
                  </a:lnTo>
                  <a:lnTo>
                    <a:pt x="388032" y="93889"/>
                  </a:lnTo>
                  <a:lnTo>
                    <a:pt x="389363" y="93593"/>
                  </a:lnTo>
                  <a:lnTo>
                    <a:pt x="393783" y="91229"/>
                  </a:lnTo>
                  <a:lnTo>
                    <a:pt x="395598" y="90626"/>
                  </a:lnTo>
                  <a:lnTo>
                    <a:pt x="397287" y="91035"/>
                  </a:lnTo>
                  <a:lnTo>
                    <a:pt x="399759" y="92254"/>
                  </a:lnTo>
                  <a:lnTo>
                    <a:pt x="401035" y="93336"/>
                  </a:lnTo>
                  <a:lnTo>
                    <a:pt x="401938" y="94688"/>
                  </a:lnTo>
                  <a:lnTo>
                    <a:pt x="402690" y="96572"/>
                  </a:lnTo>
                  <a:lnTo>
                    <a:pt x="403632" y="100726"/>
                  </a:lnTo>
                  <a:lnTo>
                    <a:pt x="403953" y="104267"/>
                  </a:lnTo>
                  <a:lnTo>
                    <a:pt x="404534" y="105580"/>
                  </a:lnTo>
                  <a:lnTo>
                    <a:pt x="406606" y="108045"/>
                  </a:lnTo>
                  <a:lnTo>
                    <a:pt x="407670" y="109002"/>
                  </a:lnTo>
                  <a:lnTo>
                    <a:pt x="408325" y="109301"/>
                  </a:lnTo>
                  <a:lnTo>
                    <a:pt x="408891" y="108724"/>
                  </a:lnTo>
                  <a:lnTo>
                    <a:pt x="409277" y="108631"/>
                  </a:lnTo>
                  <a:lnTo>
                    <a:pt x="409539" y="108854"/>
                  </a:lnTo>
                  <a:lnTo>
                    <a:pt x="409820" y="110406"/>
                  </a:lnTo>
                  <a:lnTo>
                    <a:pt x="410189" y="110560"/>
                  </a:lnTo>
                  <a:lnTo>
                    <a:pt x="411436" y="110369"/>
                  </a:lnTo>
                  <a:lnTo>
                    <a:pt x="412759" y="111009"/>
                  </a:lnTo>
                  <a:lnTo>
                    <a:pt x="412950" y="111487"/>
                  </a:lnTo>
                  <a:lnTo>
                    <a:pt x="412668" y="113411"/>
                  </a:lnTo>
                  <a:lnTo>
                    <a:pt x="413043" y="114218"/>
                  </a:lnTo>
                  <a:lnTo>
                    <a:pt x="414648" y="115941"/>
                  </a:lnTo>
                  <a:lnTo>
                    <a:pt x="416193" y="116590"/>
                  </a:lnTo>
                  <a:lnTo>
                    <a:pt x="417978" y="116886"/>
                  </a:lnTo>
                  <a:lnTo>
                    <a:pt x="421294" y="116594"/>
                  </a:lnTo>
                  <a:lnTo>
                    <a:pt x="424068" y="115766"/>
                  </a:lnTo>
                  <a:lnTo>
                    <a:pt x="426147" y="114408"/>
                  </a:lnTo>
                  <a:lnTo>
                    <a:pt x="427861" y="115922"/>
                  </a:lnTo>
                  <a:lnTo>
                    <a:pt x="431284" y="119574"/>
                  </a:lnTo>
                  <a:lnTo>
                    <a:pt x="433331" y="122159"/>
                  </a:lnTo>
                  <a:lnTo>
                    <a:pt x="435029" y="123376"/>
                  </a:lnTo>
                  <a:lnTo>
                    <a:pt x="438468" y="124834"/>
                  </a:lnTo>
                  <a:lnTo>
                    <a:pt x="439249" y="125619"/>
                  </a:lnTo>
                  <a:lnTo>
                    <a:pt x="440505" y="125706"/>
                  </a:lnTo>
                  <a:lnTo>
                    <a:pt x="442237" y="125097"/>
                  </a:lnTo>
                  <a:lnTo>
                    <a:pt x="444208" y="125333"/>
                  </a:lnTo>
                  <a:lnTo>
                    <a:pt x="446420" y="126417"/>
                  </a:lnTo>
                  <a:lnTo>
                    <a:pt x="447940" y="126874"/>
                  </a:lnTo>
                  <a:lnTo>
                    <a:pt x="453148" y="124830"/>
                  </a:lnTo>
                  <a:lnTo>
                    <a:pt x="453942" y="124732"/>
                  </a:lnTo>
                  <a:lnTo>
                    <a:pt x="455882" y="123748"/>
                  </a:lnTo>
                  <a:lnTo>
                    <a:pt x="457131" y="123449"/>
                  </a:lnTo>
                  <a:lnTo>
                    <a:pt x="458601" y="123474"/>
                  </a:lnTo>
                  <a:lnTo>
                    <a:pt x="459697" y="123173"/>
                  </a:lnTo>
                  <a:lnTo>
                    <a:pt x="460418" y="122552"/>
                  </a:lnTo>
                  <a:lnTo>
                    <a:pt x="463180" y="122578"/>
                  </a:lnTo>
                  <a:lnTo>
                    <a:pt x="468176" y="123279"/>
                  </a:lnTo>
                  <a:lnTo>
                    <a:pt x="471590" y="124188"/>
                  </a:lnTo>
                  <a:lnTo>
                    <a:pt x="473620" y="125333"/>
                  </a:lnTo>
                  <a:lnTo>
                    <a:pt x="475285" y="125974"/>
                  </a:lnTo>
                  <a:lnTo>
                    <a:pt x="476588" y="126115"/>
                  </a:lnTo>
                  <a:lnTo>
                    <a:pt x="477856" y="125911"/>
                  </a:lnTo>
                  <a:lnTo>
                    <a:pt x="479091" y="125360"/>
                  </a:lnTo>
                  <a:lnTo>
                    <a:pt x="480391" y="124316"/>
                  </a:lnTo>
                  <a:lnTo>
                    <a:pt x="483167" y="123780"/>
                  </a:lnTo>
                  <a:lnTo>
                    <a:pt x="483629" y="123505"/>
                  </a:lnTo>
                  <a:lnTo>
                    <a:pt x="483572" y="122936"/>
                  </a:lnTo>
                  <a:lnTo>
                    <a:pt x="482996" y="122068"/>
                  </a:lnTo>
                  <a:lnTo>
                    <a:pt x="481422" y="120425"/>
                  </a:lnTo>
                  <a:lnTo>
                    <a:pt x="480319" y="118821"/>
                  </a:lnTo>
                  <a:lnTo>
                    <a:pt x="480108" y="117802"/>
                  </a:lnTo>
                  <a:lnTo>
                    <a:pt x="480132" y="116567"/>
                  </a:lnTo>
                  <a:lnTo>
                    <a:pt x="480475" y="115854"/>
                  </a:lnTo>
                  <a:lnTo>
                    <a:pt x="481137" y="115664"/>
                  </a:lnTo>
                  <a:lnTo>
                    <a:pt x="482178" y="116430"/>
                  </a:lnTo>
                  <a:lnTo>
                    <a:pt x="483598" y="118150"/>
                  </a:lnTo>
                  <a:lnTo>
                    <a:pt x="487598" y="124614"/>
                  </a:lnTo>
                  <a:lnTo>
                    <a:pt x="488563" y="125531"/>
                  </a:lnTo>
                  <a:lnTo>
                    <a:pt x="489095" y="126354"/>
                  </a:lnTo>
                  <a:lnTo>
                    <a:pt x="492767" y="128710"/>
                  </a:lnTo>
                  <a:lnTo>
                    <a:pt x="494498" y="129125"/>
                  </a:lnTo>
                  <a:lnTo>
                    <a:pt x="496550" y="127669"/>
                  </a:lnTo>
                  <a:lnTo>
                    <a:pt x="497456" y="126763"/>
                  </a:lnTo>
                  <a:lnTo>
                    <a:pt x="497899" y="125892"/>
                  </a:lnTo>
                  <a:lnTo>
                    <a:pt x="497879" y="125052"/>
                  </a:lnTo>
                  <a:lnTo>
                    <a:pt x="498076" y="123829"/>
                  </a:lnTo>
                  <a:lnTo>
                    <a:pt x="497869" y="123069"/>
                  </a:lnTo>
                  <a:lnTo>
                    <a:pt x="497319" y="122090"/>
                  </a:lnTo>
                  <a:lnTo>
                    <a:pt x="495847" y="120722"/>
                  </a:lnTo>
                  <a:lnTo>
                    <a:pt x="493457" y="118968"/>
                  </a:lnTo>
                  <a:lnTo>
                    <a:pt x="491271" y="118453"/>
                  </a:lnTo>
                  <a:lnTo>
                    <a:pt x="489293" y="119180"/>
                  </a:lnTo>
                  <a:lnTo>
                    <a:pt x="487054" y="120673"/>
                  </a:lnTo>
                  <a:lnTo>
                    <a:pt x="486122" y="120083"/>
                  </a:lnTo>
                  <a:lnTo>
                    <a:pt x="483331" y="115896"/>
                  </a:lnTo>
                  <a:lnTo>
                    <a:pt x="482627" y="114330"/>
                  </a:lnTo>
                  <a:lnTo>
                    <a:pt x="482628" y="113899"/>
                  </a:lnTo>
                  <a:lnTo>
                    <a:pt x="483925" y="114400"/>
                  </a:lnTo>
                  <a:lnTo>
                    <a:pt x="483984" y="113893"/>
                  </a:lnTo>
                  <a:lnTo>
                    <a:pt x="483208" y="111875"/>
                  </a:lnTo>
                  <a:lnTo>
                    <a:pt x="482730" y="111200"/>
                  </a:lnTo>
                  <a:lnTo>
                    <a:pt x="481121" y="108022"/>
                  </a:lnTo>
                  <a:lnTo>
                    <a:pt x="480922" y="107066"/>
                  </a:lnTo>
                  <a:lnTo>
                    <a:pt x="481924" y="106849"/>
                  </a:lnTo>
                  <a:lnTo>
                    <a:pt x="482379" y="106479"/>
                  </a:lnTo>
                  <a:lnTo>
                    <a:pt x="482988" y="106516"/>
                  </a:lnTo>
                  <a:lnTo>
                    <a:pt x="485827" y="108428"/>
                  </a:lnTo>
                  <a:lnTo>
                    <a:pt x="487281" y="107574"/>
                  </a:lnTo>
                  <a:lnTo>
                    <a:pt x="490645" y="106355"/>
                  </a:lnTo>
                  <a:lnTo>
                    <a:pt x="489319" y="104525"/>
                  </a:lnTo>
                  <a:lnTo>
                    <a:pt x="489003" y="102724"/>
                  </a:lnTo>
                  <a:lnTo>
                    <a:pt x="489159" y="102333"/>
                  </a:lnTo>
                  <a:lnTo>
                    <a:pt x="490255" y="102065"/>
                  </a:lnTo>
                  <a:lnTo>
                    <a:pt x="492402" y="103565"/>
                  </a:lnTo>
                  <a:lnTo>
                    <a:pt x="493441" y="103774"/>
                  </a:lnTo>
                  <a:lnTo>
                    <a:pt x="494201" y="103176"/>
                  </a:lnTo>
                  <a:lnTo>
                    <a:pt x="495004" y="103136"/>
                  </a:lnTo>
                  <a:lnTo>
                    <a:pt x="495851" y="103649"/>
                  </a:lnTo>
                  <a:lnTo>
                    <a:pt x="496644" y="104424"/>
                  </a:lnTo>
                  <a:lnTo>
                    <a:pt x="498120" y="106639"/>
                  </a:lnTo>
                  <a:lnTo>
                    <a:pt x="498849" y="107972"/>
                  </a:lnTo>
                  <a:lnTo>
                    <a:pt x="499669" y="109979"/>
                  </a:lnTo>
                  <a:lnTo>
                    <a:pt x="499929" y="110260"/>
                  </a:lnTo>
                  <a:lnTo>
                    <a:pt x="503886" y="110412"/>
                  </a:lnTo>
                  <a:lnTo>
                    <a:pt x="506129" y="108630"/>
                  </a:lnTo>
                  <a:lnTo>
                    <a:pt x="506080" y="109236"/>
                  </a:lnTo>
                  <a:lnTo>
                    <a:pt x="505566" y="110633"/>
                  </a:lnTo>
                  <a:lnTo>
                    <a:pt x="502785" y="115998"/>
                  </a:lnTo>
                  <a:lnTo>
                    <a:pt x="502820" y="116662"/>
                  </a:lnTo>
                  <a:lnTo>
                    <a:pt x="504295" y="116376"/>
                  </a:lnTo>
                  <a:lnTo>
                    <a:pt x="504986" y="115942"/>
                  </a:lnTo>
                  <a:lnTo>
                    <a:pt x="505413" y="115297"/>
                  </a:lnTo>
                  <a:lnTo>
                    <a:pt x="505783" y="113794"/>
                  </a:lnTo>
                  <a:lnTo>
                    <a:pt x="506030" y="113349"/>
                  </a:lnTo>
                  <a:lnTo>
                    <a:pt x="510161" y="110819"/>
                  </a:lnTo>
                  <a:lnTo>
                    <a:pt x="511357" y="110446"/>
                  </a:lnTo>
                  <a:lnTo>
                    <a:pt x="510610" y="113146"/>
                  </a:lnTo>
                  <a:lnTo>
                    <a:pt x="509074" y="122781"/>
                  </a:lnTo>
                  <a:lnTo>
                    <a:pt x="508762" y="126146"/>
                  </a:lnTo>
                  <a:lnTo>
                    <a:pt x="508425" y="127287"/>
                  </a:lnTo>
                  <a:lnTo>
                    <a:pt x="506802" y="130991"/>
                  </a:lnTo>
                  <a:lnTo>
                    <a:pt x="506828" y="132294"/>
                  </a:lnTo>
                  <a:lnTo>
                    <a:pt x="508603" y="135410"/>
                  </a:lnTo>
                  <a:lnTo>
                    <a:pt x="508919" y="136258"/>
                  </a:lnTo>
                  <a:lnTo>
                    <a:pt x="509098" y="138818"/>
                  </a:lnTo>
                  <a:lnTo>
                    <a:pt x="509413" y="139324"/>
                  </a:lnTo>
                  <a:lnTo>
                    <a:pt x="510876" y="139352"/>
                  </a:lnTo>
                  <a:lnTo>
                    <a:pt x="512392" y="138537"/>
                  </a:lnTo>
                  <a:lnTo>
                    <a:pt x="514200" y="137996"/>
                  </a:lnTo>
                  <a:lnTo>
                    <a:pt x="514481" y="138530"/>
                  </a:lnTo>
                  <a:lnTo>
                    <a:pt x="513489" y="141630"/>
                  </a:lnTo>
                  <a:lnTo>
                    <a:pt x="513544" y="141902"/>
                  </a:lnTo>
                  <a:lnTo>
                    <a:pt x="515262" y="141105"/>
                  </a:lnTo>
                  <a:lnTo>
                    <a:pt x="516050" y="140995"/>
                  </a:lnTo>
                  <a:lnTo>
                    <a:pt x="516371" y="141176"/>
                  </a:lnTo>
                  <a:lnTo>
                    <a:pt x="517652" y="142760"/>
                  </a:lnTo>
                  <a:lnTo>
                    <a:pt x="517781" y="143942"/>
                  </a:lnTo>
                  <a:lnTo>
                    <a:pt x="517754" y="145699"/>
                  </a:lnTo>
                  <a:lnTo>
                    <a:pt x="517618" y="146966"/>
                  </a:lnTo>
                  <a:lnTo>
                    <a:pt x="517186" y="147669"/>
                  </a:lnTo>
                  <a:lnTo>
                    <a:pt x="516672" y="147951"/>
                  </a:lnTo>
                  <a:lnTo>
                    <a:pt x="516023" y="148162"/>
                  </a:lnTo>
                  <a:lnTo>
                    <a:pt x="515441" y="148075"/>
                  </a:lnTo>
                  <a:lnTo>
                    <a:pt x="513647" y="148341"/>
                  </a:lnTo>
                  <a:lnTo>
                    <a:pt x="512589" y="148002"/>
                  </a:lnTo>
                  <a:lnTo>
                    <a:pt x="511541" y="147035"/>
                  </a:lnTo>
                  <a:lnTo>
                    <a:pt x="510798" y="146803"/>
                  </a:lnTo>
                  <a:lnTo>
                    <a:pt x="509936" y="147547"/>
                  </a:lnTo>
                  <a:lnTo>
                    <a:pt x="508572" y="147424"/>
                  </a:lnTo>
                  <a:lnTo>
                    <a:pt x="507040" y="145288"/>
                  </a:lnTo>
                  <a:lnTo>
                    <a:pt x="506429" y="145488"/>
                  </a:lnTo>
                  <a:lnTo>
                    <a:pt x="506221" y="145827"/>
                  </a:lnTo>
                  <a:lnTo>
                    <a:pt x="506247" y="146287"/>
                  </a:lnTo>
                  <a:lnTo>
                    <a:pt x="506937" y="147670"/>
                  </a:lnTo>
                  <a:lnTo>
                    <a:pt x="512322" y="154999"/>
                  </a:lnTo>
                  <a:lnTo>
                    <a:pt x="513140" y="156513"/>
                  </a:lnTo>
                  <a:lnTo>
                    <a:pt x="513432" y="158680"/>
                  </a:lnTo>
                  <a:lnTo>
                    <a:pt x="513936" y="156504"/>
                  </a:lnTo>
                  <a:lnTo>
                    <a:pt x="513607" y="155451"/>
                  </a:lnTo>
                  <a:lnTo>
                    <a:pt x="510837" y="151185"/>
                  </a:lnTo>
                  <a:lnTo>
                    <a:pt x="510504" y="149628"/>
                  </a:lnTo>
                  <a:lnTo>
                    <a:pt x="510601" y="149204"/>
                  </a:lnTo>
                  <a:lnTo>
                    <a:pt x="511333" y="148768"/>
                  </a:lnTo>
                  <a:lnTo>
                    <a:pt x="515277" y="149831"/>
                  </a:lnTo>
                  <a:lnTo>
                    <a:pt x="516806" y="149599"/>
                  </a:lnTo>
                  <a:lnTo>
                    <a:pt x="517837" y="148850"/>
                  </a:lnTo>
                  <a:lnTo>
                    <a:pt x="518354" y="147927"/>
                  </a:lnTo>
                  <a:lnTo>
                    <a:pt x="518729" y="142851"/>
                  </a:lnTo>
                  <a:lnTo>
                    <a:pt x="519437" y="139599"/>
                  </a:lnTo>
                  <a:lnTo>
                    <a:pt x="519018" y="136689"/>
                  </a:lnTo>
                  <a:lnTo>
                    <a:pt x="517951" y="132056"/>
                  </a:lnTo>
                  <a:lnTo>
                    <a:pt x="517113" y="129326"/>
                  </a:lnTo>
                  <a:lnTo>
                    <a:pt x="515179" y="126558"/>
                  </a:lnTo>
                  <a:lnTo>
                    <a:pt x="514988" y="125566"/>
                  </a:lnTo>
                  <a:lnTo>
                    <a:pt x="517144" y="117176"/>
                  </a:lnTo>
                  <a:lnTo>
                    <a:pt x="517532" y="116470"/>
                  </a:lnTo>
                  <a:lnTo>
                    <a:pt x="518013" y="116166"/>
                  </a:lnTo>
                  <a:lnTo>
                    <a:pt x="519710" y="116043"/>
                  </a:lnTo>
                  <a:lnTo>
                    <a:pt x="520945" y="115346"/>
                  </a:lnTo>
                  <a:lnTo>
                    <a:pt x="522883" y="116322"/>
                  </a:lnTo>
                  <a:lnTo>
                    <a:pt x="523953" y="116577"/>
                  </a:lnTo>
                  <a:lnTo>
                    <a:pt x="525277" y="115713"/>
                  </a:lnTo>
                  <a:lnTo>
                    <a:pt x="528220" y="112191"/>
                  </a:lnTo>
                  <a:lnTo>
                    <a:pt x="529372" y="111100"/>
                  </a:lnTo>
                  <a:lnTo>
                    <a:pt x="530837" y="109037"/>
                  </a:lnTo>
                  <a:lnTo>
                    <a:pt x="532616" y="106005"/>
                  </a:lnTo>
                  <a:lnTo>
                    <a:pt x="534551" y="103806"/>
                  </a:lnTo>
                  <a:lnTo>
                    <a:pt x="537685" y="101759"/>
                  </a:lnTo>
                  <a:lnTo>
                    <a:pt x="539601" y="100111"/>
                  </a:lnTo>
                  <a:lnTo>
                    <a:pt x="539988" y="99520"/>
                  </a:lnTo>
                  <a:lnTo>
                    <a:pt x="538207" y="99379"/>
                  </a:lnTo>
                  <a:lnTo>
                    <a:pt x="537774" y="99100"/>
                  </a:lnTo>
                  <a:lnTo>
                    <a:pt x="537408" y="97537"/>
                  </a:lnTo>
                  <a:lnTo>
                    <a:pt x="537593" y="94649"/>
                  </a:lnTo>
                  <a:lnTo>
                    <a:pt x="537560" y="93040"/>
                  </a:lnTo>
                  <a:lnTo>
                    <a:pt x="537348" y="91590"/>
                  </a:lnTo>
                  <a:lnTo>
                    <a:pt x="536958" y="90296"/>
                  </a:lnTo>
                  <a:lnTo>
                    <a:pt x="536391" y="89157"/>
                  </a:lnTo>
                  <a:lnTo>
                    <a:pt x="535873" y="88475"/>
                  </a:lnTo>
                  <a:lnTo>
                    <a:pt x="535406" y="88249"/>
                  </a:lnTo>
                  <a:lnTo>
                    <a:pt x="535085" y="88352"/>
                  </a:lnTo>
                  <a:lnTo>
                    <a:pt x="534910" y="88785"/>
                  </a:lnTo>
                  <a:lnTo>
                    <a:pt x="534433" y="91537"/>
                  </a:lnTo>
                  <a:lnTo>
                    <a:pt x="533826" y="93560"/>
                  </a:lnTo>
                  <a:lnTo>
                    <a:pt x="532994" y="94619"/>
                  </a:lnTo>
                  <a:lnTo>
                    <a:pt x="531267" y="95334"/>
                  </a:lnTo>
                  <a:lnTo>
                    <a:pt x="528299" y="95859"/>
                  </a:lnTo>
                  <a:lnTo>
                    <a:pt x="527067" y="94891"/>
                  </a:lnTo>
                  <a:lnTo>
                    <a:pt x="526912" y="94073"/>
                  </a:lnTo>
                  <a:lnTo>
                    <a:pt x="527342" y="90869"/>
                  </a:lnTo>
                  <a:lnTo>
                    <a:pt x="528329" y="89495"/>
                  </a:lnTo>
                  <a:lnTo>
                    <a:pt x="531044" y="86788"/>
                  </a:lnTo>
                  <a:lnTo>
                    <a:pt x="532781" y="84621"/>
                  </a:lnTo>
                  <a:lnTo>
                    <a:pt x="532809" y="84245"/>
                  </a:lnTo>
                  <a:lnTo>
                    <a:pt x="531212" y="84229"/>
                  </a:lnTo>
                  <a:lnTo>
                    <a:pt x="530831" y="83783"/>
                  </a:lnTo>
                  <a:lnTo>
                    <a:pt x="530495" y="81120"/>
                  </a:lnTo>
                  <a:lnTo>
                    <a:pt x="530588" y="80126"/>
                  </a:lnTo>
                  <a:lnTo>
                    <a:pt x="530838" y="78987"/>
                  </a:lnTo>
                  <a:lnTo>
                    <a:pt x="531955" y="78160"/>
                  </a:lnTo>
                  <a:lnTo>
                    <a:pt x="535384" y="77137"/>
                  </a:lnTo>
                  <a:lnTo>
                    <a:pt x="538051" y="75937"/>
                  </a:lnTo>
                  <a:lnTo>
                    <a:pt x="538129" y="76355"/>
                  </a:lnTo>
                  <a:lnTo>
                    <a:pt x="535990" y="79958"/>
                  </a:lnTo>
                  <a:lnTo>
                    <a:pt x="535769" y="80794"/>
                  </a:lnTo>
                  <a:lnTo>
                    <a:pt x="536586" y="81577"/>
                  </a:lnTo>
                  <a:lnTo>
                    <a:pt x="538642" y="79486"/>
                  </a:lnTo>
                  <a:lnTo>
                    <a:pt x="539969" y="77763"/>
                  </a:lnTo>
                  <a:lnTo>
                    <a:pt x="540192" y="77176"/>
                  </a:lnTo>
                  <a:lnTo>
                    <a:pt x="538987" y="76961"/>
                  </a:lnTo>
                  <a:lnTo>
                    <a:pt x="538921" y="76249"/>
                  </a:lnTo>
                  <a:lnTo>
                    <a:pt x="539154" y="74941"/>
                  </a:lnTo>
                  <a:lnTo>
                    <a:pt x="539042" y="74048"/>
                  </a:lnTo>
                  <a:lnTo>
                    <a:pt x="537707" y="72921"/>
                  </a:lnTo>
                  <a:lnTo>
                    <a:pt x="536065" y="73548"/>
                  </a:lnTo>
                  <a:lnTo>
                    <a:pt x="534695" y="74735"/>
                  </a:lnTo>
                  <a:lnTo>
                    <a:pt x="533557" y="75058"/>
                  </a:lnTo>
                  <a:lnTo>
                    <a:pt x="531877" y="75081"/>
                  </a:lnTo>
                  <a:lnTo>
                    <a:pt x="530655" y="74810"/>
                  </a:lnTo>
                  <a:lnTo>
                    <a:pt x="529891" y="74245"/>
                  </a:lnTo>
                  <a:lnTo>
                    <a:pt x="528970" y="72980"/>
                  </a:lnTo>
                  <a:lnTo>
                    <a:pt x="527895" y="71018"/>
                  </a:lnTo>
                  <a:lnTo>
                    <a:pt x="526533" y="69062"/>
                  </a:lnTo>
                  <a:lnTo>
                    <a:pt x="526051" y="68848"/>
                  </a:lnTo>
                  <a:lnTo>
                    <a:pt x="525637" y="69069"/>
                  </a:lnTo>
                  <a:lnTo>
                    <a:pt x="524768" y="70959"/>
                  </a:lnTo>
                  <a:lnTo>
                    <a:pt x="524390" y="71186"/>
                  </a:lnTo>
                  <a:lnTo>
                    <a:pt x="519058" y="68538"/>
                  </a:lnTo>
                  <a:lnTo>
                    <a:pt x="516796" y="67053"/>
                  </a:lnTo>
                  <a:lnTo>
                    <a:pt x="515703" y="65928"/>
                  </a:lnTo>
                  <a:lnTo>
                    <a:pt x="514342" y="65263"/>
                  </a:lnTo>
                  <a:lnTo>
                    <a:pt x="512715" y="65059"/>
                  </a:lnTo>
                  <a:lnTo>
                    <a:pt x="511418" y="64537"/>
                  </a:lnTo>
                  <a:lnTo>
                    <a:pt x="510450" y="63699"/>
                  </a:lnTo>
                  <a:lnTo>
                    <a:pt x="509667" y="62496"/>
                  </a:lnTo>
                  <a:lnTo>
                    <a:pt x="509069" y="60927"/>
                  </a:lnTo>
                  <a:lnTo>
                    <a:pt x="507961" y="58952"/>
                  </a:lnTo>
                  <a:lnTo>
                    <a:pt x="505428" y="55019"/>
                  </a:lnTo>
                  <a:lnTo>
                    <a:pt x="504758" y="52495"/>
                  </a:lnTo>
                  <a:lnTo>
                    <a:pt x="504665" y="51529"/>
                  </a:lnTo>
                  <a:lnTo>
                    <a:pt x="504824" y="49040"/>
                  </a:lnTo>
                  <a:lnTo>
                    <a:pt x="507198" y="44817"/>
                  </a:lnTo>
                  <a:lnTo>
                    <a:pt x="507639" y="43599"/>
                  </a:lnTo>
                  <a:lnTo>
                    <a:pt x="508448" y="42703"/>
                  </a:lnTo>
                  <a:lnTo>
                    <a:pt x="509626" y="42126"/>
                  </a:lnTo>
                  <a:lnTo>
                    <a:pt x="510473" y="41953"/>
                  </a:lnTo>
                  <a:lnTo>
                    <a:pt x="512398" y="42488"/>
                  </a:lnTo>
                  <a:lnTo>
                    <a:pt x="511245" y="41181"/>
                  </a:lnTo>
                  <a:lnTo>
                    <a:pt x="511154" y="40482"/>
                  </a:lnTo>
                  <a:lnTo>
                    <a:pt x="512310" y="38194"/>
                  </a:lnTo>
                  <a:lnTo>
                    <a:pt x="512082" y="38092"/>
                  </a:lnTo>
                  <a:lnTo>
                    <a:pt x="508903" y="39849"/>
                  </a:lnTo>
                  <a:lnTo>
                    <a:pt x="508090" y="39731"/>
                  </a:lnTo>
                  <a:lnTo>
                    <a:pt x="506944" y="38656"/>
                  </a:lnTo>
                  <a:lnTo>
                    <a:pt x="504786" y="34812"/>
                  </a:lnTo>
                  <a:lnTo>
                    <a:pt x="504762" y="32418"/>
                  </a:lnTo>
                  <a:lnTo>
                    <a:pt x="505441" y="29091"/>
                  </a:lnTo>
                  <a:lnTo>
                    <a:pt x="505678" y="27100"/>
                  </a:lnTo>
                  <a:lnTo>
                    <a:pt x="505061" y="25406"/>
                  </a:lnTo>
                  <a:lnTo>
                    <a:pt x="505291" y="24930"/>
                  </a:lnTo>
                  <a:lnTo>
                    <a:pt x="505961" y="24456"/>
                  </a:lnTo>
                  <a:lnTo>
                    <a:pt x="506242" y="23946"/>
                  </a:lnTo>
                  <a:lnTo>
                    <a:pt x="505948" y="22072"/>
                  </a:lnTo>
                  <a:lnTo>
                    <a:pt x="506413" y="21075"/>
                  </a:lnTo>
                  <a:lnTo>
                    <a:pt x="507938" y="19140"/>
                  </a:lnTo>
                  <a:lnTo>
                    <a:pt x="509434" y="17448"/>
                  </a:lnTo>
                  <a:lnTo>
                    <a:pt x="510315" y="16931"/>
                  </a:lnTo>
                  <a:lnTo>
                    <a:pt x="511083" y="17026"/>
                  </a:lnTo>
                  <a:lnTo>
                    <a:pt x="511882" y="17546"/>
                  </a:lnTo>
                  <a:lnTo>
                    <a:pt x="512713" y="18491"/>
                  </a:lnTo>
                  <a:lnTo>
                    <a:pt x="514138" y="19463"/>
                  </a:lnTo>
                  <a:lnTo>
                    <a:pt x="515192" y="19740"/>
                  </a:lnTo>
                  <a:lnTo>
                    <a:pt x="515968" y="19209"/>
                  </a:lnTo>
                  <a:lnTo>
                    <a:pt x="517293" y="15566"/>
                  </a:lnTo>
                  <a:lnTo>
                    <a:pt x="517762" y="14633"/>
                  </a:lnTo>
                  <a:lnTo>
                    <a:pt x="517317" y="14227"/>
                  </a:lnTo>
                  <a:lnTo>
                    <a:pt x="514719" y="14266"/>
                  </a:lnTo>
                  <a:lnTo>
                    <a:pt x="513593" y="13965"/>
                  </a:lnTo>
                  <a:lnTo>
                    <a:pt x="512946" y="13615"/>
                  </a:lnTo>
                  <a:lnTo>
                    <a:pt x="512469" y="12225"/>
                  </a:lnTo>
                  <a:lnTo>
                    <a:pt x="512862" y="11483"/>
                  </a:lnTo>
                  <a:lnTo>
                    <a:pt x="515381" y="8908"/>
                  </a:lnTo>
                  <a:lnTo>
                    <a:pt x="516565" y="6207"/>
                  </a:lnTo>
                  <a:lnTo>
                    <a:pt x="520090" y="2457"/>
                  </a:lnTo>
                  <a:lnTo>
                    <a:pt x="523659" y="694"/>
                  </a:lnTo>
                  <a:lnTo>
                    <a:pt x="525386" y="115"/>
                  </a:lnTo>
                  <a:lnTo>
                    <a:pt x="526791" y="0"/>
                  </a:lnTo>
                  <a:lnTo>
                    <a:pt x="527405" y="233"/>
                  </a:lnTo>
                  <a:lnTo>
                    <a:pt x="528154" y="2108"/>
                  </a:lnTo>
                  <a:lnTo>
                    <a:pt x="528293" y="4086"/>
                  </a:lnTo>
                  <a:lnTo>
                    <a:pt x="530229" y="6559"/>
                  </a:lnTo>
                  <a:lnTo>
                    <a:pt x="531786" y="6749"/>
                  </a:lnTo>
                  <a:lnTo>
                    <a:pt x="532754" y="6374"/>
                  </a:lnTo>
                  <a:lnTo>
                    <a:pt x="535886" y="6518"/>
                  </a:lnTo>
                  <a:lnTo>
                    <a:pt x="536611" y="7211"/>
                  </a:lnTo>
                  <a:lnTo>
                    <a:pt x="536559" y="7984"/>
                  </a:lnTo>
                  <a:lnTo>
                    <a:pt x="536210" y="9235"/>
                  </a:lnTo>
                  <a:lnTo>
                    <a:pt x="536423" y="10307"/>
                  </a:lnTo>
                  <a:lnTo>
                    <a:pt x="538546" y="12356"/>
                  </a:lnTo>
                  <a:lnTo>
                    <a:pt x="540459" y="13774"/>
                  </a:lnTo>
                  <a:lnTo>
                    <a:pt x="542175" y="15543"/>
                  </a:lnTo>
                  <a:lnTo>
                    <a:pt x="544730" y="19241"/>
                  </a:lnTo>
                  <a:lnTo>
                    <a:pt x="545284" y="20286"/>
                  </a:lnTo>
                  <a:lnTo>
                    <a:pt x="545669" y="21416"/>
                  </a:lnTo>
                  <a:lnTo>
                    <a:pt x="546333" y="25545"/>
                  </a:lnTo>
                  <a:lnTo>
                    <a:pt x="546418" y="27112"/>
                  </a:lnTo>
                  <a:lnTo>
                    <a:pt x="546174" y="31641"/>
                  </a:lnTo>
                  <a:lnTo>
                    <a:pt x="545972" y="32496"/>
                  </a:lnTo>
                  <a:lnTo>
                    <a:pt x="545297" y="33527"/>
                  </a:lnTo>
                  <a:lnTo>
                    <a:pt x="545530" y="33944"/>
                  </a:lnTo>
                  <a:lnTo>
                    <a:pt x="547550" y="35125"/>
                  </a:lnTo>
                  <a:lnTo>
                    <a:pt x="549155" y="37470"/>
                  </a:lnTo>
                  <a:lnTo>
                    <a:pt x="549997" y="38226"/>
                  </a:lnTo>
                  <a:lnTo>
                    <a:pt x="552030" y="39490"/>
                  </a:lnTo>
                  <a:lnTo>
                    <a:pt x="552401" y="39967"/>
                  </a:lnTo>
                  <a:lnTo>
                    <a:pt x="552860" y="40758"/>
                  </a:lnTo>
                  <a:lnTo>
                    <a:pt x="554006" y="44144"/>
                  </a:lnTo>
                  <a:lnTo>
                    <a:pt x="555884" y="47196"/>
                  </a:lnTo>
                  <a:lnTo>
                    <a:pt x="556019" y="47854"/>
                  </a:lnTo>
                  <a:lnTo>
                    <a:pt x="555617" y="49291"/>
                  </a:lnTo>
                  <a:lnTo>
                    <a:pt x="555904" y="49747"/>
                  </a:lnTo>
                  <a:lnTo>
                    <a:pt x="556628" y="50272"/>
                  </a:lnTo>
                  <a:lnTo>
                    <a:pt x="557279" y="49999"/>
                  </a:lnTo>
                  <a:lnTo>
                    <a:pt x="557855" y="48924"/>
                  </a:lnTo>
                  <a:lnTo>
                    <a:pt x="558481" y="48614"/>
                  </a:lnTo>
                  <a:lnTo>
                    <a:pt x="559157" y="49069"/>
                  </a:lnTo>
                  <a:lnTo>
                    <a:pt x="559671" y="49868"/>
                  </a:lnTo>
                  <a:lnTo>
                    <a:pt x="560370" y="51826"/>
                  </a:lnTo>
                  <a:lnTo>
                    <a:pt x="561392" y="53442"/>
                  </a:lnTo>
                  <a:lnTo>
                    <a:pt x="561306" y="53935"/>
                  </a:lnTo>
                  <a:lnTo>
                    <a:pt x="560801" y="54341"/>
                  </a:lnTo>
                  <a:lnTo>
                    <a:pt x="558047" y="54789"/>
                  </a:lnTo>
                  <a:lnTo>
                    <a:pt x="556498" y="54478"/>
                  </a:lnTo>
                  <a:lnTo>
                    <a:pt x="555067" y="53689"/>
                  </a:lnTo>
                  <a:lnTo>
                    <a:pt x="554072" y="52873"/>
                  </a:lnTo>
                  <a:lnTo>
                    <a:pt x="553145" y="51622"/>
                  </a:lnTo>
                  <a:lnTo>
                    <a:pt x="552802" y="51755"/>
                  </a:lnTo>
                  <a:lnTo>
                    <a:pt x="552316" y="52775"/>
                  </a:lnTo>
                  <a:lnTo>
                    <a:pt x="551278" y="54264"/>
                  </a:lnTo>
                  <a:lnTo>
                    <a:pt x="550629" y="55641"/>
                  </a:lnTo>
                  <a:lnTo>
                    <a:pt x="551380" y="56252"/>
                  </a:lnTo>
                  <a:lnTo>
                    <a:pt x="554999" y="56212"/>
                  </a:lnTo>
                  <a:lnTo>
                    <a:pt x="555786" y="56599"/>
                  </a:lnTo>
                  <a:lnTo>
                    <a:pt x="556706" y="57567"/>
                  </a:lnTo>
                  <a:lnTo>
                    <a:pt x="555657" y="59183"/>
                  </a:lnTo>
                  <a:lnTo>
                    <a:pt x="553208" y="61897"/>
                  </a:lnTo>
                  <a:lnTo>
                    <a:pt x="547914" y="67163"/>
                  </a:lnTo>
                  <a:lnTo>
                    <a:pt x="546360" y="68514"/>
                  </a:lnTo>
                  <a:lnTo>
                    <a:pt x="546738" y="68907"/>
                  </a:lnTo>
                  <a:lnTo>
                    <a:pt x="547327" y="69009"/>
                  </a:lnTo>
                  <a:lnTo>
                    <a:pt x="549142" y="68778"/>
                  </a:lnTo>
                  <a:lnTo>
                    <a:pt x="550838" y="68071"/>
                  </a:lnTo>
                  <a:lnTo>
                    <a:pt x="552902" y="68375"/>
                  </a:lnTo>
                  <a:lnTo>
                    <a:pt x="553821" y="68952"/>
                  </a:lnTo>
                  <a:lnTo>
                    <a:pt x="553508" y="69515"/>
                  </a:lnTo>
                  <a:lnTo>
                    <a:pt x="554067" y="70431"/>
                  </a:lnTo>
                  <a:lnTo>
                    <a:pt x="557441" y="72561"/>
                  </a:lnTo>
                  <a:lnTo>
                    <a:pt x="559574" y="72136"/>
                  </a:lnTo>
                  <a:lnTo>
                    <a:pt x="561751" y="70085"/>
                  </a:lnTo>
                  <a:lnTo>
                    <a:pt x="563434" y="69068"/>
                  </a:lnTo>
                  <a:lnTo>
                    <a:pt x="565505" y="69206"/>
                  </a:lnTo>
                  <a:lnTo>
                    <a:pt x="566084" y="69431"/>
                  </a:lnTo>
                  <a:lnTo>
                    <a:pt x="565863" y="69929"/>
                  </a:lnTo>
                  <a:lnTo>
                    <a:pt x="564333" y="71082"/>
                  </a:lnTo>
                  <a:lnTo>
                    <a:pt x="562950" y="72363"/>
                  </a:lnTo>
                  <a:lnTo>
                    <a:pt x="562801" y="72725"/>
                  </a:lnTo>
                  <a:lnTo>
                    <a:pt x="564525" y="72207"/>
                  </a:lnTo>
                  <a:lnTo>
                    <a:pt x="568362" y="73027"/>
                  </a:lnTo>
                  <a:lnTo>
                    <a:pt x="570230" y="73230"/>
                  </a:lnTo>
                  <a:lnTo>
                    <a:pt x="571582" y="73025"/>
                  </a:lnTo>
                  <a:lnTo>
                    <a:pt x="572851" y="73351"/>
                  </a:lnTo>
                  <a:lnTo>
                    <a:pt x="574036" y="74210"/>
                  </a:lnTo>
                  <a:lnTo>
                    <a:pt x="574433" y="74755"/>
                  </a:lnTo>
                  <a:lnTo>
                    <a:pt x="573324" y="75106"/>
                  </a:lnTo>
                  <a:lnTo>
                    <a:pt x="572276" y="75100"/>
                  </a:lnTo>
                  <a:lnTo>
                    <a:pt x="571385" y="75620"/>
                  </a:lnTo>
                  <a:lnTo>
                    <a:pt x="570652" y="76661"/>
                  </a:lnTo>
                  <a:lnTo>
                    <a:pt x="570129" y="78013"/>
                  </a:lnTo>
                  <a:lnTo>
                    <a:pt x="569817" y="79675"/>
                  </a:lnTo>
                  <a:lnTo>
                    <a:pt x="569020" y="80361"/>
                  </a:lnTo>
                  <a:lnTo>
                    <a:pt x="567740" y="80071"/>
                  </a:lnTo>
                  <a:lnTo>
                    <a:pt x="567238" y="79600"/>
                  </a:lnTo>
                  <a:lnTo>
                    <a:pt x="567515" y="78944"/>
                  </a:lnTo>
                  <a:lnTo>
                    <a:pt x="567141" y="78850"/>
                  </a:lnTo>
                  <a:lnTo>
                    <a:pt x="566118" y="79317"/>
                  </a:lnTo>
                  <a:lnTo>
                    <a:pt x="565322" y="79332"/>
                  </a:lnTo>
                  <a:lnTo>
                    <a:pt x="565103" y="79821"/>
                  </a:lnTo>
                  <a:lnTo>
                    <a:pt x="570695" y="85129"/>
                  </a:lnTo>
                  <a:lnTo>
                    <a:pt x="572483" y="89828"/>
                  </a:lnTo>
                  <a:lnTo>
                    <a:pt x="573713" y="91770"/>
                  </a:lnTo>
                  <a:lnTo>
                    <a:pt x="573834" y="92284"/>
                  </a:lnTo>
                  <a:lnTo>
                    <a:pt x="573032" y="93590"/>
                  </a:lnTo>
                  <a:lnTo>
                    <a:pt x="572992" y="94583"/>
                  </a:lnTo>
                  <a:lnTo>
                    <a:pt x="573359" y="97452"/>
                  </a:lnTo>
                  <a:lnTo>
                    <a:pt x="573188" y="99745"/>
                  </a:lnTo>
                  <a:lnTo>
                    <a:pt x="572638" y="103781"/>
                  </a:lnTo>
                  <a:lnTo>
                    <a:pt x="573153" y="105036"/>
                  </a:lnTo>
                  <a:lnTo>
                    <a:pt x="574348" y="106144"/>
                  </a:lnTo>
                  <a:lnTo>
                    <a:pt x="575064" y="107562"/>
                  </a:lnTo>
                  <a:lnTo>
                    <a:pt x="575550" y="108047"/>
                  </a:lnTo>
                  <a:lnTo>
                    <a:pt x="575913" y="109190"/>
                  </a:lnTo>
                  <a:lnTo>
                    <a:pt x="576339" y="109905"/>
                  </a:lnTo>
                  <a:lnTo>
                    <a:pt x="576827" y="110200"/>
                  </a:lnTo>
                  <a:lnTo>
                    <a:pt x="577172" y="109823"/>
                  </a:lnTo>
                  <a:lnTo>
                    <a:pt x="577371" y="108780"/>
                  </a:lnTo>
                  <a:lnTo>
                    <a:pt x="577830" y="107803"/>
                  </a:lnTo>
                  <a:lnTo>
                    <a:pt x="579092" y="106046"/>
                  </a:lnTo>
                  <a:lnTo>
                    <a:pt x="580314" y="103306"/>
                  </a:lnTo>
                  <a:lnTo>
                    <a:pt x="580521" y="102397"/>
                  </a:lnTo>
                  <a:lnTo>
                    <a:pt x="580327" y="100244"/>
                  </a:lnTo>
                  <a:lnTo>
                    <a:pt x="580467" y="99322"/>
                  </a:lnTo>
                  <a:lnTo>
                    <a:pt x="581615" y="96061"/>
                  </a:lnTo>
                  <a:lnTo>
                    <a:pt x="581982" y="93801"/>
                  </a:lnTo>
                  <a:lnTo>
                    <a:pt x="582330" y="90280"/>
                  </a:lnTo>
                  <a:lnTo>
                    <a:pt x="582938" y="87827"/>
                  </a:lnTo>
                  <a:lnTo>
                    <a:pt x="584239" y="85749"/>
                  </a:lnTo>
                  <a:lnTo>
                    <a:pt x="586512" y="81551"/>
                  </a:lnTo>
                  <a:lnTo>
                    <a:pt x="587333" y="80710"/>
                  </a:lnTo>
                  <a:lnTo>
                    <a:pt x="588254" y="80296"/>
                  </a:lnTo>
                  <a:lnTo>
                    <a:pt x="589863" y="80395"/>
                  </a:lnTo>
                  <a:lnTo>
                    <a:pt x="591036" y="81746"/>
                  </a:lnTo>
                  <a:lnTo>
                    <a:pt x="592614" y="84243"/>
                  </a:lnTo>
                  <a:lnTo>
                    <a:pt x="594621" y="86520"/>
                  </a:lnTo>
                  <a:lnTo>
                    <a:pt x="598280" y="89605"/>
                  </a:lnTo>
                  <a:lnTo>
                    <a:pt x="599325" y="90769"/>
                  </a:lnTo>
                  <a:lnTo>
                    <a:pt x="601394" y="93822"/>
                  </a:lnTo>
                  <a:lnTo>
                    <a:pt x="602268" y="96849"/>
                  </a:lnTo>
                  <a:lnTo>
                    <a:pt x="602868" y="101121"/>
                  </a:lnTo>
                  <a:lnTo>
                    <a:pt x="603385" y="103694"/>
                  </a:lnTo>
                  <a:lnTo>
                    <a:pt x="603819" y="104567"/>
                  </a:lnTo>
                  <a:lnTo>
                    <a:pt x="604017" y="105865"/>
                  </a:lnTo>
                  <a:lnTo>
                    <a:pt x="603980" y="107592"/>
                  </a:lnTo>
                  <a:lnTo>
                    <a:pt x="603817" y="108944"/>
                  </a:lnTo>
                  <a:lnTo>
                    <a:pt x="603529" y="109921"/>
                  </a:lnTo>
                  <a:lnTo>
                    <a:pt x="603082" y="110475"/>
                  </a:lnTo>
                  <a:lnTo>
                    <a:pt x="601966" y="110656"/>
                  </a:lnTo>
                  <a:lnTo>
                    <a:pt x="600601" y="110386"/>
                  </a:lnTo>
                  <a:lnTo>
                    <a:pt x="600207" y="109947"/>
                  </a:lnTo>
                  <a:lnTo>
                    <a:pt x="599489" y="107913"/>
                  </a:lnTo>
                  <a:lnTo>
                    <a:pt x="599192" y="107789"/>
                  </a:lnTo>
                  <a:lnTo>
                    <a:pt x="597923" y="109289"/>
                  </a:lnTo>
                  <a:lnTo>
                    <a:pt x="597767" y="110129"/>
                  </a:lnTo>
                  <a:lnTo>
                    <a:pt x="598234" y="112909"/>
                  </a:lnTo>
                  <a:lnTo>
                    <a:pt x="598172" y="118140"/>
                  </a:lnTo>
                  <a:lnTo>
                    <a:pt x="598300" y="119275"/>
                  </a:lnTo>
                  <a:lnTo>
                    <a:pt x="599639" y="124728"/>
                  </a:lnTo>
                  <a:lnTo>
                    <a:pt x="601895" y="128869"/>
                  </a:lnTo>
                  <a:lnTo>
                    <a:pt x="607551" y="136857"/>
                  </a:lnTo>
                  <a:lnTo>
                    <a:pt x="607872" y="137765"/>
                  </a:lnTo>
                  <a:lnTo>
                    <a:pt x="608473" y="141028"/>
                  </a:lnTo>
                  <a:lnTo>
                    <a:pt x="608768" y="141711"/>
                  </a:lnTo>
                  <a:lnTo>
                    <a:pt x="609138" y="142119"/>
                  </a:lnTo>
                  <a:lnTo>
                    <a:pt x="609582" y="142249"/>
                  </a:lnTo>
                  <a:lnTo>
                    <a:pt x="610195" y="141925"/>
                  </a:lnTo>
                  <a:lnTo>
                    <a:pt x="612274" y="139444"/>
                  </a:lnTo>
                  <a:lnTo>
                    <a:pt x="614082" y="136830"/>
                  </a:lnTo>
                  <a:lnTo>
                    <a:pt x="615344" y="135467"/>
                  </a:lnTo>
                  <a:lnTo>
                    <a:pt x="616059" y="135357"/>
                  </a:lnTo>
                  <a:lnTo>
                    <a:pt x="616829" y="134878"/>
                  </a:lnTo>
                  <a:lnTo>
                    <a:pt x="617654" y="134035"/>
                  </a:lnTo>
                  <a:lnTo>
                    <a:pt x="618206" y="133110"/>
                  </a:lnTo>
                  <a:lnTo>
                    <a:pt x="618483" y="132105"/>
                  </a:lnTo>
                  <a:lnTo>
                    <a:pt x="618857" y="128166"/>
                  </a:lnTo>
                  <a:lnTo>
                    <a:pt x="619174" y="126284"/>
                  </a:lnTo>
                  <a:lnTo>
                    <a:pt x="620054" y="123715"/>
                  </a:lnTo>
                  <a:lnTo>
                    <a:pt x="620376" y="122985"/>
                  </a:lnTo>
                  <a:lnTo>
                    <a:pt x="624750" y="116467"/>
                  </a:lnTo>
                  <a:lnTo>
                    <a:pt x="625112" y="115667"/>
                  </a:lnTo>
                  <a:lnTo>
                    <a:pt x="626972" y="108115"/>
                  </a:lnTo>
                  <a:lnTo>
                    <a:pt x="627627" y="104658"/>
                  </a:lnTo>
                  <a:lnTo>
                    <a:pt x="627722" y="102576"/>
                  </a:lnTo>
                  <a:lnTo>
                    <a:pt x="627471" y="100720"/>
                  </a:lnTo>
                  <a:lnTo>
                    <a:pt x="627596" y="99188"/>
                  </a:lnTo>
                  <a:lnTo>
                    <a:pt x="628097" y="97982"/>
                  </a:lnTo>
                  <a:lnTo>
                    <a:pt x="628626" y="97132"/>
                  </a:lnTo>
                  <a:lnTo>
                    <a:pt x="629543" y="96272"/>
                  </a:lnTo>
                  <a:lnTo>
                    <a:pt x="630050" y="95060"/>
                  </a:lnTo>
                  <a:lnTo>
                    <a:pt x="630353" y="94938"/>
                  </a:lnTo>
                  <a:lnTo>
                    <a:pt x="631103" y="94929"/>
                  </a:lnTo>
                  <a:lnTo>
                    <a:pt x="632090" y="95755"/>
                  </a:lnTo>
                  <a:lnTo>
                    <a:pt x="632806" y="95901"/>
                  </a:lnTo>
                  <a:lnTo>
                    <a:pt x="637433" y="94956"/>
                  </a:lnTo>
                  <a:lnTo>
                    <a:pt x="637434" y="94453"/>
                  </a:lnTo>
                  <a:lnTo>
                    <a:pt x="634719" y="92867"/>
                  </a:lnTo>
                  <a:lnTo>
                    <a:pt x="634745" y="92072"/>
                  </a:lnTo>
                  <a:lnTo>
                    <a:pt x="634983" y="90980"/>
                  </a:lnTo>
                  <a:lnTo>
                    <a:pt x="635835" y="89759"/>
                  </a:lnTo>
                  <a:lnTo>
                    <a:pt x="636883" y="89374"/>
                  </a:lnTo>
                  <a:lnTo>
                    <a:pt x="637118" y="88598"/>
                  </a:lnTo>
                  <a:lnTo>
                    <a:pt x="637148" y="87638"/>
                  </a:lnTo>
                  <a:lnTo>
                    <a:pt x="637494" y="86073"/>
                  </a:lnTo>
                  <a:lnTo>
                    <a:pt x="637178" y="85517"/>
                  </a:lnTo>
                  <a:lnTo>
                    <a:pt x="634640" y="83357"/>
                  </a:lnTo>
                  <a:lnTo>
                    <a:pt x="633174" y="83450"/>
                  </a:lnTo>
                  <a:lnTo>
                    <a:pt x="632801" y="83167"/>
                  </a:lnTo>
                  <a:lnTo>
                    <a:pt x="631538" y="81407"/>
                  </a:lnTo>
                  <a:lnTo>
                    <a:pt x="631075" y="78850"/>
                  </a:lnTo>
                  <a:lnTo>
                    <a:pt x="631025" y="77802"/>
                  </a:lnTo>
                  <a:lnTo>
                    <a:pt x="631201" y="76117"/>
                  </a:lnTo>
                  <a:lnTo>
                    <a:pt x="631362" y="75648"/>
                  </a:lnTo>
                  <a:lnTo>
                    <a:pt x="631283" y="74888"/>
                  </a:lnTo>
                  <a:lnTo>
                    <a:pt x="630965" y="73832"/>
                  </a:lnTo>
                  <a:lnTo>
                    <a:pt x="630939" y="72896"/>
                  </a:lnTo>
                  <a:lnTo>
                    <a:pt x="631206" y="72073"/>
                  </a:lnTo>
                  <a:lnTo>
                    <a:pt x="631045" y="71101"/>
                  </a:lnTo>
                  <a:lnTo>
                    <a:pt x="630456" y="69975"/>
                  </a:lnTo>
                  <a:lnTo>
                    <a:pt x="630224" y="69007"/>
                  </a:lnTo>
                  <a:lnTo>
                    <a:pt x="630843" y="66152"/>
                  </a:lnTo>
                  <a:lnTo>
                    <a:pt x="630864" y="65276"/>
                  </a:lnTo>
                  <a:lnTo>
                    <a:pt x="630281" y="64057"/>
                  </a:lnTo>
                  <a:lnTo>
                    <a:pt x="629857" y="63583"/>
                  </a:lnTo>
                  <a:lnTo>
                    <a:pt x="630168" y="63282"/>
                  </a:lnTo>
                  <a:lnTo>
                    <a:pt x="631215" y="63156"/>
                  </a:lnTo>
                  <a:lnTo>
                    <a:pt x="632466" y="63552"/>
                  </a:lnTo>
                  <a:lnTo>
                    <a:pt x="633922" y="64468"/>
                  </a:lnTo>
                  <a:lnTo>
                    <a:pt x="635704" y="64478"/>
                  </a:lnTo>
                  <a:lnTo>
                    <a:pt x="637815" y="63583"/>
                  </a:lnTo>
                  <a:lnTo>
                    <a:pt x="639959" y="63151"/>
                  </a:lnTo>
                  <a:lnTo>
                    <a:pt x="643665" y="63328"/>
                  </a:lnTo>
                  <a:lnTo>
                    <a:pt x="644541" y="63585"/>
                  </a:lnTo>
                  <a:lnTo>
                    <a:pt x="648225" y="66234"/>
                  </a:lnTo>
                  <a:lnTo>
                    <a:pt x="651085" y="67583"/>
                  </a:lnTo>
                  <a:lnTo>
                    <a:pt x="652376" y="67458"/>
                  </a:lnTo>
                  <a:lnTo>
                    <a:pt x="658739" y="67991"/>
                  </a:lnTo>
                  <a:lnTo>
                    <a:pt x="661529" y="67718"/>
                  </a:lnTo>
                  <a:lnTo>
                    <a:pt x="662974" y="67838"/>
                  </a:lnTo>
                  <a:lnTo>
                    <a:pt x="665747" y="69294"/>
                  </a:lnTo>
                  <a:lnTo>
                    <a:pt x="665565" y="70503"/>
                  </a:lnTo>
                  <a:lnTo>
                    <a:pt x="664367" y="72532"/>
                  </a:lnTo>
                  <a:lnTo>
                    <a:pt x="662805" y="72949"/>
                  </a:lnTo>
                  <a:lnTo>
                    <a:pt x="661424" y="73650"/>
                  </a:lnTo>
                  <a:lnTo>
                    <a:pt x="662705" y="74713"/>
                  </a:lnTo>
                  <a:lnTo>
                    <a:pt x="666477" y="76143"/>
                  </a:lnTo>
                  <a:lnTo>
                    <a:pt x="667363" y="78432"/>
                  </a:lnTo>
                  <a:lnTo>
                    <a:pt x="667632" y="79482"/>
                  </a:lnTo>
                  <a:lnTo>
                    <a:pt x="667194" y="80428"/>
                  </a:lnTo>
                  <a:lnTo>
                    <a:pt x="667412" y="80905"/>
                  </a:lnTo>
                  <a:lnTo>
                    <a:pt x="668287" y="80905"/>
                  </a:lnTo>
                  <a:lnTo>
                    <a:pt x="670543" y="80101"/>
                  </a:lnTo>
                  <a:lnTo>
                    <a:pt x="673037" y="80632"/>
                  </a:lnTo>
                  <a:lnTo>
                    <a:pt x="676670" y="82404"/>
                  </a:lnTo>
                  <a:lnTo>
                    <a:pt x="677061" y="82773"/>
                  </a:lnTo>
                  <a:lnTo>
                    <a:pt x="677700" y="84154"/>
                  </a:lnTo>
                  <a:lnTo>
                    <a:pt x="677619" y="84715"/>
                  </a:lnTo>
                  <a:lnTo>
                    <a:pt x="674408" y="88169"/>
                  </a:lnTo>
                  <a:lnTo>
                    <a:pt x="672740" y="89537"/>
                  </a:lnTo>
                  <a:lnTo>
                    <a:pt x="670545" y="90945"/>
                  </a:lnTo>
                  <a:lnTo>
                    <a:pt x="670474" y="91697"/>
                  </a:lnTo>
                  <a:lnTo>
                    <a:pt x="673551" y="91836"/>
                  </a:lnTo>
                  <a:lnTo>
                    <a:pt x="675946" y="92231"/>
                  </a:lnTo>
                  <a:lnTo>
                    <a:pt x="677026" y="92689"/>
                  </a:lnTo>
                  <a:lnTo>
                    <a:pt x="677589" y="93342"/>
                  </a:lnTo>
                  <a:lnTo>
                    <a:pt x="678359" y="94741"/>
                  </a:lnTo>
                  <a:lnTo>
                    <a:pt x="678484" y="95848"/>
                  </a:lnTo>
                  <a:lnTo>
                    <a:pt x="678409" y="97347"/>
                  </a:lnTo>
                  <a:lnTo>
                    <a:pt x="678154" y="98387"/>
                  </a:lnTo>
                  <a:lnTo>
                    <a:pt x="675369" y="101380"/>
                  </a:lnTo>
                  <a:lnTo>
                    <a:pt x="674090" y="102313"/>
                  </a:lnTo>
                  <a:lnTo>
                    <a:pt x="671910" y="103421"/>
                  </a:lnTo>
                  <a:lnTo>
                    <a:pt x="670963" y="104251"/>
                  </a:lnTo>
                  <a:lnTo>
                    <a:pt x="669922" y="104137"/>
                  </a:lnTo>
                  <a:lnTo>
                    <a:pt x="668788" y="103076"/>
                  </a:lnTo>
                  <a:lnTo>
                    <a:pt x="667609" y="102849"/>
                  </a:lnTo>
                  <a:lnTo>
                    <a:pt x="665485" y="103696"/>
                  </a:lnTo>
                  <a:lnTo>
                    <a:pt x="664333" y="103665"/>
                  </a:lnTo>
                  <a:lnTo>
                    <a:pt x="663766" y="103961"/>
                  </a:lnTo>
                  <a:lnTo>
                    <a:pt x="663720" y="104614"/>
                  </a:lnTo>
                  <a:lnTo>
                    <a:pt x="664725" y="106507"/>
                  </a:lnTo>
                  <a:lnTo>
                    <a:pt x="665306" y="107253"/>
                  </a:lnTo>
                  <a:lnTo>
                    <a:pt x="665535" y="107810"/>
                  </a:lnTo>
                  <a:lnTo>
                    <a:pt x="665106" y="108748"/>
                  </a:lnTo>
                  <a:lnTo>
                    <a:pt x="665196" y="109044"/>
                  </a:lnTo>
                  <a:lnTo>
                    <a:pt x="665539" y="109379"/>
                  </a:lnTo>
                  <a:lnTo>
                    <a:pt x="667470" y="113515"/>
                  </a:lnTo>
                  <a:lnTo>
                    <a:pt x="667877" y="113836"/>
                  </a:lnTo>
                  <a:lnTo>
                    <a:pt x="668278" y="113680"/>
                  </a:lnTo>
                  <a:lnTo>
                    <a:pt x="669114" y="112498"/>
                  </a:lnTo>
                  <a:lnTo>
                    <a:pt x="669611" y="112018"/>
                  </a:lnTo>
                  <a:lnTo>
                    <a:pt x="669854" y="112078"/>
                  </a:lnTo>
                  <a:lnTo>
                    <a:pt x="669844" y="112684"/>
                  </a:lnTo>
                  <a:lnTo>
                    <a:pt x="668952" y="116287"/>
                  </a:lnTo>
                  <a:lnTo>
                    <a:pt x="668836" y="117249"/>
                  </a:lnTo>
                  <a:lnTo>
                    <a:pt x="668855" y="118108"/>
                  </a:lnTo>
                  <a:lnTo>
                    <a:pt x="669286" y="119930"/>
                  </a:lnTo>
                  <a:lnTo>
                    <a:pt x="670263" y="121885"/>
                  </a:lnTo>
                  <a:lnTo>
                    <a:pt x="671480" y="123644"/>
                  </a:lnTo>
                  <a:lnTo>
                    <a:pt x="673305" y="126012"/>
                  </a:lnTo>
                  <a:lnTo>
                    <a:pt x="675756" y="128537"/>
                  </a:lnTo>
                  <a:lnTo>
                    <a:pt x="676670" y="129764"/>
                  </a:lnTo>
                  <a:lnTo>
                    <a:pt x="678009" y="132659"/>
                  </a:lnTo>
                  <a:lnTo>
                    <a:pt x="678284" y="133767"/>
                  </a:lnTo>
                  <a:lnTo>
                    <a:pt x="677933" y="136808"/>
                  </a:lnTo>
                  <a:lnTo>
                    <a:pt x="676954" y="141785"/>
                  </a:lnTo>
                  <a:lnTo>
                    <a:pt x="676324" y="144612"/>
                  </a:lnTo>
                  <a:lnTo>
                    <a:pt x="676042" y="145292"/>
                  </a:lnTo>
                  <a:lnTo>
                    <a:pt x="674197" y="147297"/>
                  </a:lnTo>
                  <a:lnTo>
                    <a:pt x="673149" y="147768"/>
                  </a:lnTo>
                  <a:lnTo>
                    <a:pt x="671422" y="147713"/>
                  </a:lnTo>
                  <a:lnTo>
                    <a:pt x="670841" y="148104"/>
                  </a:lnTo>
                  <a:lnTo>
                    <a:pt x="669938" y="149709"/>
                  </a:lnTo>
                  <a:lnTo>
                    <a:pt x="668711" y="152525"/>
                  </a:lnTo>
                  <a:lnTo>
                    <a:pt x="667744" y="154311"/>
                  </a:lnTo>
                  <a:lnTo>
                    <a:pt x="667037" y="155066"/>
                  </a:lnTo>
                  <a:lnTo>
                    <a:pt x="665740" y="155943"/>
                  </a:lnTo>
                  <a:lnTo>
                    <a:pt x="663709" y="158544"/>
                  </a:lnTo>
                  <a:lnTo>
                    <a:pt x="662711" y="159546"/>
                  </a:lnTo>
                  <a:lnTo>
                    <a:pt x="659221" y="160629"/>
                  </a:lnTo>
                  <a:lnTo>
                    <a:pt x="656383" y="164156"/>
                  </a:lnTo>
                  <a:lnTo>
                    <a:pt x="655252" y="165319"/>
                  </a:lnTo>
                  <a:lnTo>
                    <a:pt x="654025" y="165936"/>
                  </a:lnTo>
                  <a:lnTo>
                    <a:pt x="652700" y="166010"/>
                  </a:lnTo>
                  <a:lnTo>
                    <a:pt x="651938" y="165445"/>
                  </a:lnTo>
                  <a:lnTo>
                    <a:pt x="651505" y="163293"/>
                  </a:lnTo>
                  <a:lnTo>
                    <a:pt x="651247" y="162586"/>
                  </a:lnTo>
                  <a:lnTo>
                    <a:pt x="650246" y="161115"/>
                  </a:lnTo>
                  <a:lnTo>
                    <a:pt x="648191" y="156840"/>
                  </a:lnTo>
                  <a:lnTo>
                    <a:pt x="647307" y="155379"/>
                  </a:lnTo>
                  <a:lnTo>
                    <a:pt x="646717" y="155054"/>
                  </a:lnTo>
                  <a:lnTo>
                    <a:pt x="645531" y="155285"/>
                  </a:lnTo>
                  <a:lnTo>
                    <a:pt x="644923" y="155148"/>
                  </a:lnTo>
                  <a:lnTo>
                    <a:pt x="643602" y="153805"/>
                  </a:lnTo>
                  <a:lnTo>
                    <a:pt x="643126" y="152938"/>
                  </a:lnTo>
                  <a:lnTo>
                    <a:pt x="643185" y="152600"/>
                  </a:lnTo>
                  <a:lnTo>
                    <a:pt x="644190" y="152108"/>
                  </a:lnTo>
                  <a:lnTo>
                    <a:pt x="643761" y="151412"/>
                  </a:lnTo>
                  <a:lnTo>
                    <a:pt x="641993" y="149501"/>
                  </a:lnTo>
                  <a:lnTo>
                    <a:pt x="641259" y="148499"/>
                  </a:lnTo>
                  <a:lnTo>
                    <a:pt x="641170" y="148160"/>
                  </a:lnTo>
                  <a:lnTo>
                    <a:pt x="639421" y="146866"/>
                  </a:lnTo>
                  <a:lnTo>
                    <a:pt x="637681" y="146508"/>
                  </a:lnTo>
                  <a:lnTo>
                    <a:pt x="635475" y="148655"/>
                  </a:lnTo>
                  <a:lnTo>
                    <a:pt x="634638" y="150107"/>
                  </a:lnTo>
                  <a:lnTo>
                    <a:pt x="634666" y="150580"/>
                  </a:lnTo>
                  <a:lnTo>
                    <a:pt x="635722" y="151137"/>
                  </a:lnTo>
                  <a:lnTo>
                    <a:pt x="636180" y="150866"/>
                  </a:lnTo>
                  <a:lnTo>
                    <a:pt x="637076" y="149527"/>
                  </a:lnTo>
                  <a:lnTo>
                    <a:pt x="637549" y="149110"/>
                  </a:lnTo>
                  <a:lnTo>
                    <a:pt x="638908" y="149319"/>
                  </a:lnTo>
                  <a:lnTo>
                    <a:pt x="640034" y="150242"/>
                  </a:lnTo>
                  <a:lnTo>
                    <a:pt x="640443" y="151046"/>
                  </a:lnTo>
                  <a:lnTo>
                    <a:pt x="640591" y="151593"/>
                  </a:lnTo>
                  <a:lnTo>
                    <a:pt x="643663" y="155872"/>
                  </a:lnTo>
                  <a:lnTo>
                    <a:pt x="644752" y="156740"/>
                  </a:lnTo>
                  <a:lnTo>
                    <a:pt x="645206" y="157762"/>
                  </a:lnTo>
                  <a:lnTo>
                    <a:pt x="645551" y="159465"/>
                  </a:lnTo>
                  <a:lnTo>
                    <a:pt x="646215" y="161356"/>
                  </a:lnTo>
                  <a:lnTo>
                    <a:pt x="647691" y="164479"/>
                  </a:lnTo>
                  <a:lnTo>
                    <a:pt x="649263" y="168337"/>
                  </a:lnTo>
                  <a:lnTo>
                    <a:pt x="649584" y="169859"/>
                  </a:lnTo>
                  <a:lnTo>
                    <a:pt x="648772" y="170595"/>
                  </a:lnTo>
                  <a:lnTo>
                    <a:pt x="648363" y="170648"/>
                  </a:lnTo>
                  <a:lnTo>
                    <a:pt x="647153" y="170074"/>
                  </a:lnTo>
                  <a:lnTo>
                    <a:pt x="643957" y="168284"/>
                  </a:lnTo>
                  <a:lnTo>
                    <a:pt x="643603" y="168317"/>
                  </a:lnTo>
                  <a:lnTo>
                    <a:pt x="642761" y="169260"/>
                  </a:lnTo>
                  <a:lnTo>
                    <a:pt x="642069" y="171403"/>
                  </a:lnTo>
                  <a:lnTo>
                    <a:pt x="641852" y="171608"/>
                  </a:lnTo>
                  <a:lnTo>
                    <a:pt x="640153" y="170768"/>
                  </a:lnTo>
                  <a:lnTo>
                    <a:pt x="636970" y="168888"/>
                  </a:lnTo>
                  <a:lnTo>
                    <a:pt x="634837" y="167292"/>
                  </a:lnTo>
                  <a:lnTo>
                    <a:pt x="633755" y="165982"/>
                  </a:lnTo>
                  <a:lnTo>
                    <a:pt x="632445" y="163894"/>
                  </a:lnTo>
                  <a:lnTo>
                    <a:pt x="630908" y="161028"/>
                  </a:lnTo>
                  <a:lnTo>
                    <a:pt x="629072" y="160114"/>
                  </a:lnTo>
                  <a:lnTo>
                    <a:pt x="626939" y="161157"/>
                  </a:lnTo>
                  <a:lnTo>
                    <a:pt x="623856" y="161530"/>
                  </a:lnTo>
                  <a:lnTo>
                    <a:pt x="617384" y="161205"/>
                  </a:lnTo>
                  <a:lnTo>
                    <a:pt x="616533" y="161450"/>
                  </a:lnTo>
                  <a:lnTo>
                    <a:pt x="616204" y="161810"/>
                  </a:lnTo>
                  <a:lnTo>
                    <a:pt x="616754" y="163388"/>
                  </a:lnTo>
                  <a:lnTo>
                    <a:pt x="616624" y="163822"/>
                  </a:lnTo>
                  <a:lnTo>
                    <a:pt x="616189" y="164115"/>
                  </a:lnTo>
                  <a:lnTo>
                    <a:pt x="616092" y="164581"/>
                  </a:lnTo>
                  <a:lnTo>
                    <a:pt x="616794" y="166256"/>
                  </a:lnTo>
                  <a:lnTo>
                    <a:pt x="617934" y="167393"/>
                  </a:lnTo>
                  <a:lnTo>
                    <a:pt x="621156" y="168930"/>
                  </a:lnTo>
                  <a:lnTo>
                    <a:pt x="623290" y="170249"/>
                  </a:lnTo>
                  <a:lnTo>
                    <a:pt x="624565" y="171386"/>
                  </a:lnTo>
                  <a:lnTo>
                    <a:pt x="624980" y="172342"/>
                  </a:lnTo>
                  <a:lnTo>
                    <a:pt x="625043" y="173388"/>
                  </a:lnTo>
                  <a:lnTo>
                    <a:pt x="624435" y="175473"/>
                  </a:lnTo>
                  <a:lnTo>
                    <a:pt x="624087" y="176239"/>
                  </a:lnTo>
                  <a:lnTo>
                    <a:pt x="616603" y="186641"/>
                  </a:lnTo>
                  <a:lnTo>
                    <a:pt x="613750" y="190845"/>
                  </a:lnTo>
                  <a:lnTo>
                    <a:pt x="612298" y="193429"/>
                  </a:lnTo>
                  <a:lnTo>
                    <a:pt x="611018" y="195136"/>
                  </a:lnTo>
                  <a:lnTo>
                    <a:pt x="609909" y="195970"/>
                  </a:lnTo>
                  <a:lnTo>
                    <a:pt x="608076" y="196439"/>
                  </a:lnTo>
                  <a:lnTo>
                    <a:pt x="605518" y="196546"/>
                  </a:lnTo>
                  <a:lnTo>
                    <a:pt x="602204" y="196144"/>
                  </a:lnTo>
                  <a:lnTo>
                    <a:pt x="600489" y="194795"/>
                  </a:lnTo>
                  <a:lnTo>
                    <a:pt x="597379" y="191201"/>
                  </a:lnTo>
                  <a:lnTo>
                    <a:pt x="595201" y="189090"/>
                  </a:lnTo>
                  <a:lnTo>
                    <a:pt x="594227" y="188383"/>
                  </a:lnTo>
                  <a:lnTo>
                    <a:pt x="593415" y="186398"/>
                  </a:lnTo>
                  <a:lnTo>
                    <a:pt x="592682" y="186017"/>
                  </a:lnTo>
                  <a:lnTo>
                    <a:pt x="591119" y="185681"/>
                  </a:lnTo>
                  <a:lnTo>
                    <a:pt x="589511" y="184619"/>
                  </a:lnTo>
                  <a:lnTo>
                    <a:pt x="585734" y="181019"/>
                  </a:lnTo>
                  <a:lnTo>
                    <a:pt x="583778" y="179585"/>
                  </a:lnTo>
                  <a:lnTo>
                    <a:pt x="581998" y="178796"/>
                  </a:lnTo>
                  <a:lnTo>
                    <a:pt x="580396" y="178655"/>
                  </a:lnTo>
                  <a:lnTo>
                    <a:pt x="579788" y="178868"/>
                  </a:lnTo>
                  <a:lnTo>
                    <a:pt x="580881" y="180680"/>
                  </a:lnTo>
                  <a:lnTo>
                    <a:pt x="580405" y="180790"/>
                  </a:lnTo>
                  <a:lnTo>
                    <a:pt x="579109" y="180376"/>
                  </a:lnTo>
                  <a:lnTo>
                    <a:pt x="577828" y="180380"/>
                  </a:lnTo>
                  <a:lnTo>
                    <a:pt x="575561" y="179082"/>
                  </a:lnTo>
                  <a:lnTo>
                    <a:pt x="573324" y="179255"/>
                  </a:lnTo>
                  <a:lnTo>
                    <a:pt x="571709" y="178994"/>
                  </a:lnTo>
                  <a:lnTo>
                    <a:pt x="569776" y="178269"/>
                  </a:lnTo>
                  <a:lnTo>
                    <a:pt x="567689" y="177919"/>
                  </a:lnTo>
                  <a:lnTo>
                    <a:pt x="564328" y="177953"/>
                  </a:lnTo>
                  <a:lnTo>
                    <a:pt x="563124" y="178106"/>
                  </a:lnTo>
                  <a:lnTo>
                    <a:pt x="562945" y="178445"/>
                  </a:lnTo>
                  <a:lnTo>
                    <a:pt x="564559" y="180025"/>
                  </a:lnTo>
                  <a:lnTo>
                    <a:pt x="567330" y="181934"/>
                  </a:lnTo>
                  <a:lnTo>
                    <a:pt x="566961" y="180288"/>
                  </a:lnTo>
                  <a:lnTo>
                    <a:pt x="567059" y="179864"/>
                  </a:lnTo>
                  <a:lnTo>
                    <a:pt x="567985" y="179292"/>
                  </a:lnTo>
                  <a:lnTo>
                    <a:pt x="572375" y="180309"/>
                  </a:lnTo>
                  <a:lnTo>
                    <a:pt x="577351" y="182440"/>
                  </a:lnTo>
                  <a:lnTo>
                    <a:pt x="578612" y="182650"/>
                  </a:lnTo>
                  <a:lnTo>
                    <a:pt x="580014" y="183398"/>
                  </a:lnTo>
                  <a:lnTo>
                    <a:pt x="581560" y="184686"/>
                  </a:lnTo>
                  <a:lnTo>
                    <a:pt x="583690" y="187314"/>
                  </a:lnTo>
                  <a:lnTo>
                    <a:pt x="587763" y="193264"/>
                  </a:lnTo>
                  <a:lnTo>
                    <a:pt x="589071" y="194765"/>
                  </a:lnTo>
                  <a:lnTo>
                    <a:pt x="590803" y="196163"/>
                  </a:lnTo>
                  <a:lnTo>
                    <a:pt x="599617" y="198185"/>
                  </a:lnTo>
                  <a:lnTo>
                    <a:pt x="602663" y="198171"/>
                  </a:lnTo>
                  <a:lnTo>
                    <a:pt x="608768" y="198756"/>
                  </a:lnTo>
                  <a:lnTo>
                    <a:pt x="611992" y="199812"/>
                  </a:lnTo>
                  <a:lnTo>
                    <a:pt x="612906" y="200601"/>
                  </a:lnTo>
                  <a:lnTo>
                    <a:pt x="613188" y="203246"/>
                  </a:lnTo>
                  <a:lnTo>
                    <a:pt x="612895" y="204575"/>
                  </a:lnTo>
                  <a:lnTo>
                    <a:pt x="611142" y="208617"/>
                  </a:lnTo>
                  <a:lnTo>
                    <a:pt x="610033" y="211591"/>
                  </a:lnTo>
                  <a:lnTo>
                    <a:pt x="603169" y="224171"/>
                  </a:lnTo>
                  <a:lnTo>
                    <a:pt x="602277" y="227066"/>
                  </a:lnTo>
                  <a:lnTo>
                    <a:pt x="601891" y="228795"/>
                  </a:lnTo>
                  <a:lnTo>
                    <a:pt x="600664" y="230587"/>
                  </a:lnTo>
                  <a:lnTo>
                    <a:pt x="597560" y="233366"/>
                  </a:lnTo>
                  <a:lnTo>
                    <a:pt x="594448" y="235727"/>
                  </a:lnTo>
                  <a:lnTo>
                    <a:pt x="592578" y="236233"/>
                  </a:lnTo>
                  <a:lnTo>
                    <a:pt x="590912" y="235672"/>
                  </a:lnTo>
                  <a:lnTo>
                    <a:pt x="589831" y="234987"/>
                  </a:lnTo>
                  <a:lnTo>
                    <a:pt x="588229" y="232642"/>
                  </a:lnTo>
                  <a:lnTo>
                    <a:pt x="588130" y="232889"/>
                  </a:lnTo>
                  <a:lnTo>
                    <a:pt x="589285" y="236562"/>
                  </a:lnTo>
                  <a:lnTo>
                    <a:pt x="589014" y="236934"/>
                  </a:lnTo>
                  <a:lnTo>
                    <a:pt x="588071" y="236473"/>
                  </a:lnTo>
                  <a:lnTo>
                    <a:pt x="585926" y="234822"/>
                  </a:lnTo>
                  <a:lnTo>
                    <a:pt x="585230" y="235126"/>
                  </a:lnTo>
                  <a:lnTo>
                    <a:pt x="584819" y="235575"/>
                  </a:lnTo>
                  <a:lnTo>
                    <a:pt x="584247" y="235567"/>
                  </a:lnTo>
                  <a:lnTo>
                    <a:pt x="583515" y="235099"/>
                  </a:lnTo>
                  <a:lnTo>
                    <a:pt x="582187" y="233730"/>
                  </a:lnTo>
                  <a:lnTo>
                    <a:pt x="581834" y="233063"/>
                  </a:lnTo>
                  <a:lnTo>
                    <a:pt x="581513" y="231032"/>
                  </a:lnTo>
                  <a:lnTo>
                    <a:pt x="581295" y="230668"/>
                  </a:lnTo>
                  <a:lnTo>
                    <a:pt x="578679" y="231841"/>
                  </a:lnTo>
                  <a:lnTo>
                    <a:pt x="578243" y="232229"/>
                  </a:lnTo>
                  <a:lnTo>
                    <a:pt x="579316" y="233043"/>
                  </a:lnTo>
                  <a:lnTo>
                    <a:pt x="579680" y="233622"/>
                  </a:lnTo>
                  <a:lnTo>
                    <a:pt x="580735" y="236630"/>
                  </a:lnTo>
                  <a:lnTo>
                    <a:pt x="580791" y="237275"/>
                  </a:lnTo>
                  <a:lnTo>
                    <a:pt x="580039" y="237672"/>
                  </a:lnTo>
                  <a:lnTo>
                    <a:pt x="577541" y="236536"/>
                  </a:lnTo>
                  <a:lnTo>
                    <a:pt x="577243" y="236632"/>
                  </a:lnTo>
                  <a:lnTo>
                    <a:pt x="578475" y="239624"/>
                  </a:lnTo>
                  <a:lnTo>
                    <a:pt x="578948" y="241047"/>
                  </a:lnTo>
                  <a:lnTo>
                    <a:pt x="579000" y="241787"/>
                  </a:lnTo>
                  <a:lnTo>
                    <a:pt x="577395" y="245174"/>
                  </a:lnTo>
                  <a:lnTo>
                    <a:pt x="576367" y="246586"/>
                  </a:lnTo>
                  <a:lnTo>
                    <a:pt x="574964" y="247102"/>
                  </a:lnTo>
                  <a:lnTo>
                    <a:pt x="574085" y="246754"/>
                  </a:lnTo>
                  <a:lnTo>
                    <a:pt x="573094" y="245890"/>
                  </a:lnTo>
                  <a:lnTo>
                    <a:pt x="572380" y="246013"/>
                  </a:lnTo>
                  <a:lnTo>
                    <a:pt x="571941" y="247121"/>
                  </a:lnTo>
                  <a:lnTo>
                    <a:pt x="571126" y="247914"/>
                  </a:lnTo>
                  <a:lnTo>
                    <a:pt x="569933" y="248388"/>
                  </a:lnTo>
                  <a:lnTo>
                    <a:pt x="568414" y="248183"/>
                  </a:lnTo>
                  <a:lnTo>
                    <a:pt x="566570" y="247297"/>
                  </a:lnTo>
                  <a:lnTo>
                    <a:pt x="561678" y="244113"/>
                  </a:lnTo>
                  <a:lnTo>
                    <a:pt x="560136" y="243621"/>
                  </a:lnTo>
                  <a:lnTo>
                    <a:pt x="557281" y="243182"/>
                  </a:lnTo>
                  <a:lnTo>
                    <a:pt x="556941" y="242732"/>
                  </a:lnTo>
                  <a:lnTo>
                    <a:pt x="556966" y="242303"/>
                  </a:lnTo>
                  <a:lnTo>
                    <a:pt x="557356" y="241896"/>
                  </a:lnTo>
                  <a:lnTo>
                    <a:pt x="557249" y="241546"/>
                  </a:lnTo>
                  <a:lnTo>
                    <a:pt x="556643" y="241251"/>
                  </a:lnTo>
                  <a:lnTo>
                    <a:pt x="556014" y="241528"/>
                  </a:lnTo>
                  <a:lnTo>
                    <a:pt x="555364" y="242374"/>
                  </a:lnTo>
                  <a:lnTo>
                    <a:pt x="554225" y="242624"/>
                  </a:lnTo>
                  <a:lnTo>
                    <a:pt x="552598" y="242279"/>
                  </a:lnTo>
                  <a:lnTo>
                    <a:pt x="550195" y="241041"/>
                  </a:lnTo>
                  <a:lnTo>
                    <a:pt x="545424" y="237846"/>
                  </a:lnTo>
                  <a:lnTo>
                    <a:pt x="540207" y="235153"/>
                  </a:lnTo>
                  <a:lnTo>
                    <a:pt x="537179" y="231655"/>
                  </a:lnTo>
                  <a:lnTo>
                    <a:pt x="538310" y="234805"/>
                  </a:lnTo>
                  <a:lnTo>
                    <a:pt x="538217" y="235871"/>
                  </a:lnTo>
                  <a:lnTo>
                    <a:pt x="537639" y="236808"/>
                  </a:lnTo>
                  <a:lnTo>
                    <a:pt x="537544" y="237735"/>
                  </a:lnTo>
                  <a:lnTo>
                    <a:pt x="538729" y="239985"/>
                  </a:lnTo>
                  <a:lnTo>
                    <a:pt x="540367" y="240791"/>
                  </a:lnTo>
                  <a:lnTo>
                    <a:pt x="542017" y="240706"/>
                  </a:lnTo>
                  <a:lnTo>
                    <a:pt x="542063" y="240338"/>
                  </a:lnTo>
                  <a:lnTo>
                    <a:pt x="541374" y="239778"/>
                  </a:lnTo>
                  <a:lnTo>
                    <a:pt x="540768" y="238957"/>
                  </a:lnTo>
                  <a:lnTo>
                    <a:pt x="540477" y="237741"/>
                  </a:lnTo>
                  <a:lnTo>
                    <a:pt x="540788" y="237526"/>
                  </a:lnTo>
                  <a:lnTo>
                    <a:pt x="542242" y="238164"/>
                  </a:lnTo>
                  <a:lnTo>
                    <a:pt x="543202" y="238907"/>
                  </a:lnTo>
                  <a:lnTo>
                    <a:pt x="550431" y="243059"/>
                  </a:lnTo>
                  <a:lnTo>
                    <a:pt x="552589" y="243837"/>
                  </a:lnTo>
                  <a:lnTo>
                    <a:pt x="554210" y="244638"/>
                  </a:lnTo>
                  <a:lnTo>
                    <a:pt x="554660" y="245114"/>
                  </a:lnTo>
                  <a:lnTo>
                    <a:pt x="554113" y="246145"/>
                  </a:lnTo>
                  <a:lnTo>
                    <a:pt x="551206" y="248727"/>
                  </a:lnTo>
                  <a:lnTo>
                    <a:pt x="551160" y="249151"/>
                  </a:lnTo>
                  <a:lnTo>
                    <a:pt x="553153" y="248917"/>
                  </a:lnTo>
                  <a:lnTo>
                    <a:pt x="555571" y="246642"/>
                  </a:lnTo>
                  <a:lnTo>
                    <a:pt x="556931" y="245589"/>
                  </a:lnTo>
                  <a:lnTo>
                    <a:pt x="558237" y="244941"/>
                  </a:lnTo>
                  <a:lnTo>
                    <a:pt x="560007" y="246059"/>
                  </a:lnTo>
                  <a:lnTo>
                    <a:pt x="562241" y="248940"/>
                  </a:lnTo>
                  <a:lnTo>
                    <a:pt x="564049" y="250577"/>
                  </a:lnTo>
                  <a:lnTo>
                    <a:pt x="566626" y="251491"/>
                  </a:lnTo>
                  <a:lnTo>
                    <a:pt x="568137" y="252469"/>
                  </a:lnTo>
                  <a:lnTo>
                    <a:pt x="570674" y="255165"/>
                  </a:lnTo>
                  <a:lnTo>
                    <a:pt x="571075" y="256569"/>
                  </a:lnTo>
                  <a:lnTo>
                    <a:pt x="571309" y="262286"/>
                  </a:lnTo>
                  <a:lnTo>
                    <a:pt x="571220" y="263666"/>
                  </a:lnTo>
                  <a:lnTo>
                    <a:pt x="570890" y="265036"/>
                  </a:lnTo>
                  <a:lnTo>
                    <a:pt x="570319" y="266391"/>
                  </a:lnTo>
                  <a:lnTo>
                    <a:pt x="569259" y="267150"/>
                  </a:lnTo>
                  <a:lnTo>
                    <a:pt x="567709" y="267313"/>
                  </a:lnTo>
                  <a:lnTo>
                    <a:pt x="566492" y="267870"/>
                  </a:lnTo>
                  <a:lnTo>
                    <a:pt x="563828" y="270904"/>
                  </a:lnTo>
                  <a:lnTo>
                    <a:pt x="562698" y="271343"/>
                  </a:lnTo>
                  <a:lnTo>
                    <a:pt x="557922" y="270437"/>
                  </a:lnTo>
                  <a:lnTo>
                    <a:pt x="556053" y="269588"/>
                  </a:lnTo>
                  <a:lnTo>
                    <a:pt x="555192" y="269639"/>
                  </a:lnTo>
                  <a:lnTo>
                    <a:pt x="554714" y="270308"/>
                  </a:lnTo>
                  <a:lnTo>
                    <a:pt x="554214" y="270611"/>
                  </a:lnTo>
                  <a:lnTo>
                    <a:pt x="552339" y="270890"/>
                  </a:lnTo>
                  <a:lnTo>
                    <a:pt x="552034" y="271437"/>
                  </a:lnTo>
                  <a:lnTo>
                    <a:pt x="552152" y="272278"/>
                  </a:lnTo>
                  <a:lnTo>
                    <a:pt x="552521" y="273418"/>
                  </a:lnTo>
                  <a:lnTo>
                    <a:pt x="552976" y="274073"/>
                  </a:lnTo>
                  <a:lnTo>
                    <a:pt x="553680" y="274901"/>
                  </a:lnTo>
                  <a:lnTo>
                    <a:pt x="554748" y="275443"/>
                  </a:lnTo>
                  <a:lnTo>
                    <a:pt x="556943" y="276049"/>
                  </a:lnTo>
                  <a:lnTo>
                    <a:pt x="557170" y="277597"/>
                  </a:lnTo>
                  <a:lnTo>
                    <a:pt x="557072" y="278097"/>
                  </a:lnTo>
                  <a:lnTo>
                    <a:pt x="556352" y="279130"/>
                  </a:lnTo>
                  <a:lnTo>
                    <a:pt x="555520" y="279025"/>
                  </a:lnTo>
                  <a:lnTo>
                    <a:pt x="554088" y="277805"/>
                  </a:lnTo>
                  <a:lnTo>
                    <a:pt x="553381" y="277758"/>
                  </a:lnTo>
                  <a:lnTo>
                    <a:pt x="552761" y="278419"/>
                  </a:lnTo>
                  <a:lnTo>
                    <a:pt x="551899" y="278637"/>
                  </a:lnTo>
                  <a:lnTo>
                    <a:pt x="550794" y="278411"/>
                  </a:lnTo>
                  <a:lnTo>
                    <a:pt x="550180" y="278947"/>
                  </a:lnTo>
                  <a:lnTo>
                    <a:pt x="550057" y="280242"/>
                  </a:lnTo>
                  <a:lnTo>
                    <a:pt x="549685" y="281212"/>
                  </a:lnTo>
                  <a:lnTo>
                    <a:pt x="548408" y="282744"/>
                  </a:lnTo>
                  <a:lnTo>
                    <a:pt x="547721" y="283874"/>
                  </a:lnTo>
                  <a:lnTo>
                    <a:pt x="547743" y="284761"/>
                  </a:lnTo>
                  <a:lnTo>
                    <a:pt x="548476" y="285403"/>
                  </a:lnTo>
                  <a:lnTo>
                    <a:pt x="549316" y="286856"/>
                  </a:lnTo>
                  <a:lnTo>
                    <a:pt x="550263" y="289124"/>
                  </a:lnTo>
                  <a:lnTo>
                    <a:pt x="550446" y="290126"/>
                  </a:lnTo>
                  <a:lnTo>
                    <a:pt x="549864" y="289862"/>
                  </a:lnTo>
                  <a:lnTo>
                    <a:pt x="549082" y="288963"/>
                  </a:lnTo>
                  <a:lnTo>
                    <a:pt x="548098" y="287428"/>
                  </a:lnTo>
                  <a:lnTo>
                    <a:pt x="546610" y="286054"/>
                  </a:lnTo>
                  <a:lnTo>
                    <a:pt x="543332" y="284262"/>
                  </a:lnTo>
                  <a:lnTo>
                    <a:pt x="542754" y="284318"/>
                  </a:lnTo>
                  <a:lnTo>
                    <a:pt x="543050" y="284773"/>
                  </a:lnTo>
                  <a:lnTo>
                    <a:pt x="545225" y="286653"/>
                  </a:lnTo>
                  <a:lnTo>
                    <a:pt x="546057" y="287863"/>
                  </a:lnTo>
                  <a:lnTo>
                    <a:pt x="546159" y="288745"/>
                  </a:lnTo>
                  <a:lnTo>
                    <a:pt x="544338" y="290677"/>
                  </a:lnTo>
                  <a:lnTo>
                    <a:pt x="544288" y="291325"/>
                  </a:lnTo>
                  <a:lnTo>
                    <a:pt x="544771" y="291892"/>
                  </a:lnTo>
                  <a:lnTo>
                    <a:pt x="544901" y="292364"/>
                  </a:lnTo>
                  <a:lnTo>
                    <a:pt x="544253" y="293313"/>
                  </a:lnTo>
                  <a:lnTo>
                    <a:pt x="543184" y="294108"/>
                  </a:lnTo>
                  <a:lnTo>
                    <a:pt x="541114" y="294222"/>
                  </a:lnTo>
                  <a:lnTo>
                    <a:pt x="540926" y="294672"/>
                  </a:lnTo>
                  <a:lnTo>
                    <a:pt x="541715" y="295646"/>
                  </a:lnTo>
                  <a:lnTo>
                    <a:pt x="541981" y="296252"/>
                  </a:lnTo>
                  <a:lnTo>
                    <a:pt x="541304" y="297084"/>
                  </a:lnTo>
                  <a:lnTo>
                    <a:pt x="540861" y="297201"/>
                  </a:lnTo>
                  <a:lnTo>
                    <a:pt x="538479" y="296815"/>
                  </a:lnTo>
                  <a:lnTo>
                    <a:pt x="539105" y="298895"/>
                  </a:lnTo>
                  <a:lnTo>
                    <a:pt x="539474" y="299625"/>
                  </a:lnTo>
                  <a:lnTo>
                    <a:pt x="540204" y="300654"/>
                  </a:lnTo>
                  <a:lnTo>
                    <a:pt x="541516" y="301609"/>
                  </a:lnTo>
                  <a:lnTo>
                    <a:pt x="541543" y="301978"/>
                  </a:lnTo>
                  <a:lnTo>
                    <a:pt x="541085" y="302798"/>
                  </a:lnTo>
                  <a:lnTo>
                    <a:pt x="540310" y="303795"/>
                  </a:lnTo>
                  <a:lnTo>
                    <a:pt x="537027" y="306846"/>
                  </a:lnTo>
                  <a:lnTo>
                    <a:pt x="534721" y="310425"/>
                  </a:lnTo>
                  <a:lnTo>
                    <a:pt x="534402" y="311542"/>
                  </a:lnTo>
                  <a:lnTo>
                    <a:pt x="534988" y="313893"/>
                  </a:lnTo>
                  <a:lnTo>
                    <a:pt x="534993" y="314485"/>
                  </a:lnTo>
                  <a:lnTo>
                    <a:pt x="534389" y="315550"/>
                  </a:lnTo>
                  <a:lnTo>
                    <a:pt x="533041" y="315260"/>
                  </a:lnTo>
                  <a:lnTo>
                    <a:pt x="532783" y="315678"/>
                  </a:lnTo>
                  <a:lnTo>
                    <a:pt x="533103" y="316786"/>
                  </a:lnTo>
                  <a:lnTo>
                    <a:pt x="533163" y="318408"/>
                  </a:lnTo>
                  <a:lnTo>
                    <a:pt x="532961" y="320548"/>
                  </a:lnTo>
                  <a:lnTo>
                    <a:pt x="531981" y="323899"/>
                  </a:lnTo>
                  <a:lnTo>
                    <a:pt x="530225" y="328463"/>
                  </a:lnTo>
                  <a:lnTo>
                    <a:pt x="528879" y="332608"/>
                  </a:lnTo>
                  <a:lnTo>
                    <a:pt x="527946" y="336336"/>
                  </a:lnTo>
                  <a:lnTo>
                    <a:pt x="527270" y="338185"/>
                  </a:lnTo>
                  <a:lnTo>
                    <a:pt x="526023" y="338312"/>
                  </a:lnTo>
                  <a:lnTo>
                    <a:pt x="525081" y="339477"/>
                  </a:lnTo>
                  <a:lnTo>
                    <a:pt x="525722" y="340089"/>
                  </a:lnTo>
                  <a:lnTo>
                    <a:pt x="526115" y="340805"/>
                  </a:lnTo>
                  <a:lnTo>
                    <a:pt x="526386" y="341896"/>
                  </a:lnTo>
                  <a:lnTo>
                    <a:pt x="526118" y="345304"/>
                  </a:lnTo>
                  <a:lnTo>
                    <a:pt x="525309" y="351027"/>
                  </a:lnTo>
                  <a:lnTo>
                    <a:pt x="524807" y="355580"/>
                  </a:lnTo>
                  <a:lnTo>
                    <a:pt x="524911" y="369621"/>
                  </a:lnTo>
                  <a:lnTo>
                    <a:pt x="524779" y="375834"/>
                  </a:lnTo>
                  <a:lnTo>
                    <a:pt x="524424" y="379278"/>
                  </a:lnTo>
                  <a:lnTo>
                    <a:pt x="523848" y="381149"/>
                  </a:lnTo>
                  <a:lnTo>
                    <a:pt x="522860" y="381715"/>
                  </a:lnTo>
                  <a:lnTo>
                    <a:pt x="524117" y="382262"/>
                  </a:lnTo>
                  <a:lnTo>
                    <a:pt x="524917" y="383140"/>
                  </a:lnTo>
                  <a:lnTo>
                    <a:pt x="525285" y="384475"/>
                  </a:lnTo>
                  <a:lnTo>
                    <a:pt x="525630" y="386606"/>
                  </a:lnTo>
                  <a:lnTo>
                    <a:pt x="526084" y="387587"/>
                  </a:lnTo>
                  <a:lnTo>
                    <a:pt x="526648" y="387421"/>
                  </a:lnTo>
                  <a:lnTo>
                    <a:pt x="527153" y="387636"/>
                  </a:lnTo>
                  <a:lnTo>
                    <a:pt x="527602" y="388229"/>
                  </a:lnTo>
                  <a:lnTo>
                    <a:pt x="528970" y="391269"/>
                  </a:lnTo>
                  <a:lnTo>
                    <a:pt x="530471" y="392141"/>
                  </a:lnTo>
                  <a:lnTo>
                    <a:pt x="530542" y="393827"/>
                  </a:lnTo>
                  <a:lnTo>
                    <a:pt x="529953" y="403278"/>
                  </a:lnTo>
                  <a:lnTo>
                    <a:pt x="529958" y="404511"/>
                  </a:lnTo>
                  <a:lnTo>
                    <a:pt x="530640" y="402128"/>
                  </a:lnTo>
                  <a:lnTo>
                    <a:pt x="531358" y="394790"/>
                  </a:lnTo>
                  <a:lnTo>
                    <a:pt x="532331" y="391529"/>
                  </a:lnTo>
                  <a:lnTo>
                    <a:pt x="533097" y="390841"/>
                  </a:lnTo>
                  <a:lnTo>
                    <a:pt x="536228" y="390470"/>
                  </a:lnTo>
                  <a:lnTo>
                    <a:pt x="539565" y="391299"/>
                  </a:lnTo>
                  <a:lnTo>
                    <a:pt x="540827" y="391402"/>
                  </a:lnTo>
                  <a:lnTo>
                    <a:pt x="541928" y="390947"/>
                  </a:lnTo>
                  <a:lnTo>
                    <a:pt x="543056" y="391856"/>
                  </a:lnTo>
                  <a:lnTo>
                    <a:pt x="543330" y="392774"/>
                  </a:lnTo>
                  <a:lnTo>
                    <a:pt x="543649" y="396621"/>
                  </a:lnTo>
                  <a:lnTo>
                    <a:pt x="543948" y="398824"/>
                  </a:lnTo>
                  <a:lnTo>
                    <a:pt x="545936" y="406664"/>
                  </a:lnTo>
                  <a:lnTo>
                    <a:pt x="546883" y="411056"/>
                  </a:lnTo>
                  <a:lnTo>
                    <a:pt x="548040" y="417907"/>
                  </a:lnTo>
                  <a:lnTo>
                    <a:pt x="548474" y="419864"/>
                  </a:lnTo>
                  <a:lnTo>
                    <a:pt x="550881" y="429000"/>
                  </a:lnTo>
                  <a:lnTo>
                    <a:pt x="551338" y="431475"/>
                  </a:lnTo>
                  <a:lnTo>
                    <a:pt x="551527" y="433382"/>
                  </a:lnTo>
                  <a:lnTo>
                    <a:pt x="551447" y="434720"/>
                  </a:lnTo>
                  <a:lnTo>
                    <a:pt x="551009" y="436782"/>
                  </a:lnTo>
                  <a:lnTo>
                    <a:pt x="550213" y="439569"/>
                  </a:lnTo>
                  <a:lnTo>
                    <a:pt x="549468" y="441694"/>
                  </a:lnTo>
                  <a:lnTo>
                    <a:pt x="548774" y="443156"/>
                  </a:lnTo>
                  <a:lnTo>
                    <a:pt x="548061" y="444247"/>
                  </a:lnTo>
                  <a:lnTo>
                    <a:pt x="547330" y="444965"/>
                  </a:lnTo>
                  <a:lnTo>
                    <a:pt x="547378" y="445153"/>
                  </a:lnTo>
                  <a:lnTo>
                    <a:pt x="548205" y="444811"/>
                  </a:lnTo>
                  <a:lnTo>
                    <a:pt x="549049" y="444079"/>
                  </a:lnTo>
                  <a:lnTo>
                    <a:pt x="550647" y="442188"/>
                  </a:lnTo>
                  <a:lnTo>
                    <a:pt x="551260" y="441762"/>
                  </a:lnTo>
                  <a:lnTo>
                    <a:pt x="552996" y="441492"/>
                  </a:lnTo>
                  <a:lnTo>
                    <a:pt x="553054" y="442175"/>
                  </a:lnTo>
                  <a:lnTo>
                    <a:pt x="552216" y="443582"/>
                  </a:lnTo>
                  <a:lnTo>
                    <a:pt x="552402" y="443716"/>
                  </a:lnTo>
                  <a:lnTo>
                    <a:pt x="553614" y="442582"/>
                  </a:lnTo>
                  <a:lnTo>
                    <a:pt x="556237" y="440963"/>
                  </a:lnTo>
                  <a:lnTo>
                    <a:pt x="566533" y="435720"/>
                  </a:lnTo>
                  <a:lnTo>
                    <a:pt x="568961" y="435255"/>
                  </a:lnTo>
                  <a:lnTo>
                    <a:pt x="572428" y="436215"/>
                  </a:lnTo>
                  <a:lnTo>
                    <a:pt x="575237" y="438442"/>
                  </a:lnTo>
                  <a:lnTo>
                    <a:pt x="578298" y="441314"/>
                  </a:lnTo>
                  <a:lnTo>
                    <a:pt x="581528" y="443398"/>
                  </a:lnTo>
                  <a:lnTo>
                    <a:pt x="586620" y="445346"/>
                  </a:lnTo>
                  <a:lnTo>
                    <a:pt x="588105" y="446280"/>
                  </a:lnTo>
                  <a:lnTo>
                    <a:pt x="591093" y="447241"/>
                  </a:lnTo>
                  <a:lnTo>
                    <a:pt x="592478" y="448336"/>
                  </a:lnTo>
                  <a:lnTo>
                    <a:pt x="594143" y="450972"/>
                  </a:lnTo>
                  <a:lnTo>
                    <a:pt x="596787" y="454410"/>
                  </a:lnTo>
                  <a:lnTo>
                    <a:pt x="598782" y="456567"/>
                  </a:lnTo>
                  <a:lnTo>
                    <a:pt x="601010" y="458588"/>
                  </a:lnTo>
                  <a:lnTo>
                    <a:pt x="603247" y="462302"/>
                  </a:lnTo>
                  <a:lnTo>
                    <a:pt x="606849" y="470731"/>
                  </a:lnTo>
                  <a:lnTo>
                    <a:pt x="607741" y="471767"/>
                  </a:lnTo>
                  <a:lnTo>
                    <a:pt x="609961" y="473145"/>
                  </a:lnTo>
                  <a:lnTo>
                    <a:pt x="614134" y="474921"/>
                  </a:lnTo>
                  <a:lnTo>
                    <a:pt x="620294" y="479097"/>
                  </a:lnTo>
                  <a:lnTo>
                    <a:pt x="622999" y="480733"/>
                  </a:lnTo>
                  <a:lnTo>
                    <a:pt x="624750" y="481382"/>
                  </a:lnTo>
                  <a:lnTo>
                    <a:pt x="626499" y="482534"/>
                  </a:lnTo>
                  <a:lnTo>
                    <a:pt x="628246" y="484184"/>
                  </a:lnTo>
                  <a:lnTo>
                    <a:pt x="629578" y="485983"/>
                  </a:lnTo>
                  <a:lnTo>
                    <a:pt x="630496" y="487931"/>
                  </a:lnTo>
                  <a:lnTo>
                    <a:pt x="631305" y="489205"/>
                  </a:lnTo>
                  <a:lnTo>
                    <a:pt x="632719" y="490619"/>
                  </a:lnTo>
                  <a:lnTo>
                    <a:pt x="633454" y="491633"/>
                  </a:lnTo>
                  <a:lnTo>
                    <a:pt x="633522" y="493156"/>
                  </a:lnTo>
                  <a:lnTo>
                    <a:pt x="631819" y="499125"/>
                  </a:lnTo>
                  <a:lnTo>
                    <a:pt x="631782" y="499602"/>
                  </a:lnTo>
                  <a:lnTo>
                    <a:pt x="633504" y="495316"/>
                  </a:lnTo>
                  <a:lnTo>
                    <a:pt x="634466" y="494079"/>
                  </a:lnTo>
                  <a:lnTo>
                    <a:pt x="635238" y="493505"/>
                  </a:lnTo>
                  <a:lnTo>
                    <a:pt x="636839" y="493573"/>
                  </a:lnTo>
                  <a:lnTo>
                    <a:pt x="639271" y="494285"/>
                  </a:lnTo>
                  <a:lnTo>
                    <a:pt x="641403" y="494295"/>
                  </a:lnTo>
                  <a:lnTo>
                    <a:pt x="643237" y="493597"/>
                  </a:lnTo>
                  <a:lnTo>
                    <a:pt x="644799" y="493284"/>
                  </a:lnTo>
                  <a:lnTo>
                    <a:pt x="646088" y="493352"/>
                  </a:lnTo>
                  <a:lnTo>
                    <a:pt x="647024" y="493146"/>
                  </a:lnTo>
                  <a:lnTo>
                    <a:pt x="647605" y="492662"/>
                  </a:lnTo>
                  <a:lnTo>
                    <a:pt x="648300" y="492648"/>
                  </a:lnTo>
                  <a:lnTo>
                    <a:pt x="651059" y="494129"/>
                  </a:lnTo>
                  <a:lnTo>
                    <a:pt x="652174" y="494209"/>
                  </a:lnTo>
                  <a:lnTo>
                    <a:pt x="656206" y="495604"/>
                  </a:lnTo>
                  <a:lnTo>
                    <a:pt x="658796" y="495108"/>
                  </a:lnTo>
                  <a:lnTo>
                    <a:pt x="659242" y="495379"/>
                  </a:lnTo>
                  <a:lnTo>
                    <a:pt x="660142" y="497197"/>
                  </a:lnTo>
                  <a:lnTo>
                    <a:pt x="660904" y="497338"/>
                  </a:lnTo>
                  <a:lnTo>
                    <a:pt x="662189" y="497054"/>
                  </a:lnTo>
                  <a:lnTo>
                    <a:pt x="663439" y="497550"/>
                  </a:lnTo>
                  <a:lnTo>
                    <a:pt x="665530" y="499941"/>
                  </a:lnTo>
                  <a:lnTo>
                    <a:pt x="666496" y="502000"/>
                  </a:lnTo>
                  <a:lnTo>
                    <a:pt x="667423" y="506203"/>
                  </a:lnTo>
                  <a:lnTo>
                    <a:pt x="667505" y="507457"/>
                  </a:lnTo>
                  <a:lnTo>
                    <a:pt x="665788" y="517207"/>
                  </a:lnTo>
                  <a:lnTo>
                    <a:pt x="665249" y="520981"/>
                  </a:lnTo>
                  <a:lnTo>
                    <a:pt x="665179" y="524267"/>
                  </a:lnTo>
                  <a:lnTo>
                    <a:pt x="665520" y="526162"/>
                  </a:lnTo>
                  <a:lnTo>
                    <a:pt x="667003" y="529337"/>
                  </a:lnTo>
                  <a:lnTo>
                    <a:pt x="667272" y="530170"/>
                  </a:lnTo>
                  <a:lnTo>
                    <a:pt x="668149" y="534872"/>
                  </a:lnTo>
                  <a:lnTo>
                    <a:pt x="668390" y="536883"/>
                  </a:lnTo>
                  <a:lnTo>
                    <a:pt x="668293" y="539190"/>
                  </a:lnTo>
                  <a:lnTo>
                    <a:pt x="667831" y="542991"/>
                  </a:lnTo>
                  <a:lnTo>
                    <a:pt x="667948" y="545889"/>
                  </a:lnTo>
                  <a:lnTo>
                    <a:pt x="668336" y="550270"/>
                  </a:lnTo>
                  <a:lnTo>
                    <a:pt x="668188" y="553238"/>
                  </a:lnTo>
                  <a:lnTo>
                    <a:pt x="667506" y="554795"/>
                  </a:lnTo>
                  <a:lnTo>
                    <a:pt x="667045" y="556321"/>
                  </a:lnTo>
                  <a:lnTo>
                    <a:pt x="666685" y="559090"/>
                  </a:lnTo>
                  <a:lnTo>
                    <a:pt x="666685" y="560136"/>
                  </a:lnTo>
                  <a:lnTo>
                    <a:pt x="667038" y="562192"/>
                  </a:lnTo>
                  <a:lnTo>
                    <a:pt x="667694" y="563358"/>
                  </a:lnTo>
                  <a:lnTo>
                    <a:pt x="668770" y="564666"/>
                  </a:lnTo>
                  <a:lnTo>
                    <a:pt x="669769" y="566610"/>
                  </a:lnTo>
                  <a:lnTo>
                    <a:pt x="671594" y="571344"/>
                  </a:lnTo>
                  <a:lnTo>
                    <a:pt x="672922" y="573938"/>
                  </a:lnTo>
                  <a:lnTo>
                    <a:pt x="674545" y="577809"/>
                  </a:lnTo>
                  <a:lnTo>
                    <a:pt x="674860" y="579739"/>
                  </a:lnTo>
                  <a:lnTo>
                    <a:pt x="674407" y="581016"/>
                  </a:lnTo>
                  <a:lnTo>
                    <a:pt x="673843" y="581908"/>
                  </a:lnTo>
                  <a:lnTo>
                    <a:pt x="672535" y="583098"/>
                  </a:lnTo>
                  <a:lnTo>
                    <a:pt x="671950" y="583967"/>
                  </a:lnTo>
                  <a:lnTo>
                    <a:pt x="672102" y="584175"/>
                  </a:lnTo>
                  <a:lnTo>
                    <a:pt x="673993" y="583528"/>
                  </a:lnTo>
                  <a:lnTo>
                    <a:pt x="675111" y="583596"/>
                  </a:lnTo>
                  <a:lnTo>
                    <a:pt x="676057" y="584550"/>
                  </a:lnTo>
                  <a:lnTo>
                    <a:pt x="676831" y="586390"/>
                  </a:lnTo>
                  <a:lnTo>
                    <a:pt x="678114" y="587956"/>
                  </a:lnTo>
                  <a:lnTo>
                    <a:pt x="679907" y="589251"/>
                  </a:lnTo>
                  <a:lnTo>
                    <a:pt x="681709" y="591413"/>
                  </a:lnTo>
                  <a:lnTo>
                    <a:pt x="684695" y="596551"/>
                  </a:lnTo>
                  <a:lnTo>
                    <a:pt x="685235" y="597733"/>
                  </a:lnTo>
                  <a:lnTo>
                    <a:pt x="686029" y="600425"/>
                  </a:lnTo>
                  <a:lnTo>
                    <a:pt x="687076" y="604625"/>
                  </a:lnTo>
                  <a:lnTo>
                    <a:pt x="687624" y="607370"/>
                  </a:lnTo>
                  <a:lnTo>
                    <a:pt x="687673" y="608660"/>
                  </a:lnTo>
                  <a:lnTo>
                    <a:pt x="687080" y="609957"/>
                  </a:lnTo>
                  <a:lnTo>
                    <a:pt x="685068" y="612318"/>
                  </a:lnTo>
                  <a:lnTo>
                    <a:pt x="683041" y="616448"/>
                  </a:lnTo>
                  <a:lnTo>
                    <a:pt x="683680" y="616246"/>
                  </a:lnTo>
                  <a:lnTo>
                    <a:pt x="685016" y="614501"/>
                  </a:lnTo>
                  <a:lnTo>
                    <a:pt x="687275" y="611060"/>
                  </a:lnTo>
                  <a:lnTo>
                    <a:pt x="688528" y="610394"/>
                  </a:lnTo>
                  <a:lnTo>
                    <a:pt x="689690" y="610793"/>
                  </a:lnTo>
                  <a:lnTo>
                    <a:pt x="691531" y="611783"/>
                  </a:lnTo>
                  <a:lnTo>
                    <a:pt x="693156" y="613193"/>
                  </a:lnTo>
                  <a:lnTo>
                    <a:pt x="694567" y="615019"/>
                  </a:lnTo>
                  <a:lnTo>
                    <a:pt x="696664" y="619911"/>
                  </a:lnTo>
                  <a:lnTo>
                    <a:pt x="698882" y="623818"/>
                  </a:lnTo>
                  <a:lnTo>
                    <a:pt x="700112" y="627155"/>
                  </a:lnTo>
                  <a:lnTo>
                    <a:pt x="699739" y="625031"/>
                  </a:lnTo>
                  <a:lnTo>
                    <a:pt x="698922" y="622586"/>
                  </a:lnTo>
                  <a:lnTo>
                    <a:pt x="696838" y="618693"/>
                  </a:lnTo>
                  <a:lnTo>
                    <a:pt x="695949" y="616667"/>
                  </a:lnTo>
                  <a:lnTo>
                    <a:pt x="695757" y="615695"/>
                  </a:lnTo>
                  <a:lnTo>
                    <a:pt x="695688" y="614637"/>
                  </a:lnTo>
                  <a:lnTo>
                    <a:pt x="695850" y="612705"/>
                  </a:lnTo>
                  <a:lnTo>
                    <a:pt x="696240" y="609900"/>
                  </a:lnTo>
                  <a:lnTo>
                    <a:pt x="696761" y="607922"/>
                  </a:lnTo>
                  <a:lnTo>
                    <a:pt x="697411" y="606772"/>
                  </a:lnTo>
                  <a:lnTo>
                    <a:pt x="697846" y="605549"/>
                  </a:lnTo>
                  <a:lnTo>
                    <a:pt x="698066" y="604253"/>
                  </a:lnTo>
                  <a:lnTo>
                    <a:pt x="698412" y="603301"/>
                  </a:lnTo>
                  <a:lnTo>
                    <a:pt x="700217" y="601580"/>
                  </a:lnTo>
                  <a:lnTo>
                    <a:pt x="700690" y="601738"/>
                  </a:lnTo>
                  <a:lnTo>
                    <a:pt x="701062" y="603830"/>
                  </a:lnTo>
                  <a:lnTo>
                    <a:pt x="701495" y="604265"/>
                  </a:lnTo>
                  <a:lnTo>
                    <a:pt x="702328" y="604592"/>
                  </a:lnTo>
                  <a:lnTo>
                    <a:pt x="703030" y="605316"/>
                  </a:lnTo>
                  <a:lnTo>
                    <a:pt x="703602" y="606438"/>
                  </a:lnTo>
                  <a:lnTo>
                    <a:pt x="704005" y="607573"/>
                  </a:lnTo>
                  <a:lnTo>
                    <a:pt x="704240" y="608724"/>
                  </a:lnTo>
                  <a:lnTo>
                    <a:pt x="704779" y="612484"/>
                  </a:lnTo>
                  <a:lnTo>
                    <a:pt x="705162" y="614223"/>
                  </a:lnTo>
                  <a:lnTo>
                    <a:pt x="705226" y="612114"/>
                  </a:lnTo>
                  <a:lnTo>
                    <a:pt x="705675" y="608796"/>
                  </a:lnTo>
                  <a:lnTo>
                    <a:pt x="706022" y="607436"/>
                  </a:lnTo>
                  <a:lnTo>
                    <a:pt x="707113" y="605442"/>
                  </a:lnTo>
                  <a:lnTo>
                    <a:pt x="707055" y="604581"/>
                  </a:lnTo>
                  <a:lnTo>
                    <a:pt x="706602" y="603424"/>
                  </a:lnTo>
                  <a:lnTo>
                    <a:pt x="704315" y="598459"/>
                  </a:lnTo>
                  <a:lnTo>
                    <a:pt x="704271" y="597254"/>
                  </a:lnTo>
                  <a:lnTo>
                    <a:pt x="704881" y="596537"/>
                  </a:lnTo>
                  <a:lnTo>
                    <a:pt x="705299" y="595169"/>
                  </a:lnTo>
                  <a:lnTo>
                    <a:pt x="705524" y="593151"/>
                  </a:lnTo>
                  <a:lnTo>
                    <a:pt x="706013" y="591686"/>
                  </a:lnTo>
                  <a:lnTo>
                    <a:pt x="707446" y="589626"/>
                  </a:lnTo>
                  <a:lnTo>
                    <a:pt x="708680" y="586464"/>
                  </a:lnTo>
                  <a:lnTo>
                    <a:pt x="709316" y="584290"/>
                  </a:lnTo>
                  <a:lnTo>
                    <a:pt x="709835" y="583143"/>
                  </a:lnTo>
                  <a:lnTo>
                    <a:pt x="710329" y="582869"/>
                  </a:lnTo>
                  <a:lnTo>
                    <a:pt x="709591" y="581990"/>
                  </a:lnTo>
                  <a:lnTo>
                    <a:pt x="709444" y="581412"/>
                  </a:lnTo>
                  <a:lnTo>
                    <a:pt x="709410" y="578797"/>
                  </a:lnTo>
                  <a:lnTo>
                    <a:pt x="709092" y="576057"/>
                  </a:lnTo>
                  <a:lnTo>
                    <a:pt x="708598" y="574781"/>
                  </a:lnTo>
                  <a:lnTo>
                    <a:pt x="707199" y="572043"/>
                  </a:lnTo>
                  <a:lnTo>
                    <a:pt x="706968" y="571227"/>
                  </a:lnTo>
                  <a:lnTo>
                    <a:pt x="706722" y="568133"/>
                  </a:lnTo>
                  <a:lnTo>
                    <a:pt x="706860" y="566587"/>
                  </a:lnTo>
                  <a:lnTo>
                    <a:pt x="707223" y="565285"/>
                  </a:lnTo>
                  <a:lnTo>
                    <a:pt x="707017" y="564029"/>
                  </a:lnTo>
                  <a:lnTo>
                    <a:pt x="705719" y="561750"/>
                  </a:lnTo>
                  <a:lnTo>
                    <a:pt x="705218" y="559762"/>
                  </a:lnTo>
                  <a:lnTo>
                    <a:pt x="704663" y="554950"/>
                  </a:lnTo>
                  <a:lnTo>
                    <a:pt x="704153" y="548918"/>
                  </a:lnTo>
                  <a:lnTo>
                    <a:pt x="703573" y="544481"/>
                  </a:lnTo>
                  <a:lnTo>
                    <a:pt x="702923" y="541640"/>
                  </a:lnTo>
                  <a:lnTo>
                    <a:pt x="702778" y="539851"/>
                  </a:lnTo>
                  <a:lnTo>
                    <a:pt x="703137" y="539110"/>
                  </a:lnTo>
                  <a:lnTo>
                    <a:pt x="703604" y="536873"/>
                  </a:lnTo>
                  <a:lnTo>
                    <a:pt x="704026" y="536324"/>
                  </a:lnTo>
                  <a:lnTo>
                    <a:pt x="704679" y="536471"/>
                  </a:lnTo>
                  <a:lnTo>
                    <a:pt x="704694" y="536215"/>
                  </a:lnTo>
                  <a:lnTo>
                    <a:pt x="703699" y="535009"/>
                  </a:lnTo>
                  <a:lnTo>
                    <a:pt x="703209" y="533493"/>
                  </a:lnTo>
                  <a:lnTo>
                    <a:pt x="703230" y="532930"/>
                  </a:lnTo>
                  <a:lnTo>
                    <a:pt x="704107" y="531421"/>
                  </a:lnTo>
                  <a:lnTo>
                    <a:pt x="703950" y="530786"/>
                  </a:lnTo>
                  <a:lnTo>
                    <a:pt x="703300" y="529959"/>
                  </a:lnTo>
                  <a:lnTo>
                    <a:pt x="701317" y="528573"/>
                  </a:lnTo>
                  <a:lnTo>
                    <a:pt x="702032" y="528039"/>
                  </a:lnTo>
                  <a:lnTo>
                    <a:pt x="702486" y="526848"/>
                  </a:lnTo>
                  <a:lnTo>
                    <a:pt x="702396" y="526494"/>
                  </a:lnTo>
                  <a:lnTo>
                    <a:pt x="701610" y="526007"/>
                  </a:lnTo>
                  <a:lnTo>
                    <a:pt x="700705" y="525087"/>
                  </a:lnTo>
                  <a:lnTo>
                    <a:pt x="700018" y="523712"/>
                  </a:lnTo>
                  <a:lnTo>
                    <a:pt x="699173" y="521548"/>
                  </a:lnTo>
                  <a:lnTo>
                    <a:pt x="698657" y="519829"/>
                  </a:lnTo>
                  <a:lnTo>
                    <a:pt x="698150" y="516969"/>
                  </a:lnTo>
                  <a:lnTo>
                    <a:pt x="697272" y="513716"/>
                  </a:lnTo>
                  <a:lnTo>
                    <a:pt x="696889" y="512905"/>
                  </a:lnTo>
                  <a:lnTo>
                    <a:pt x="696449" y="512381"/>
                  </a:lnTo>
                  <a:lnTo>
                    <a:pt x="695955" y="512140"/>
                  </a:lnTo>
                  <a:lnTo>
                    <a:pt x="695973" y="511643"/>
                  </a:lnTo>
                  <a:lnTo>
                    <a:pt x="696505" y="510885"/>
                  </a:lnTo>
                  <a:lnTo>
                    <a:pt x="705093" y="505447"/>
                  </a:lnTo>
                  <a:lnTo>
                    <a:pt x="705808" y="504664"/>
                  </a:lnTo>
                  <a:lnTo>
                    <a:pt x="710023" y="501619"/>
                  </a:lnTo>
                  <a:lnTo>
                    <a:pt x="711970" y="499920"/>
                  </a:lnTo>
                  <a:lnTo>
                    <a:pt x="713954" y="497474"/>
                  </a:lnTo>
                  <a:lnTo>
                    <a:pt x="716654" y="494959"/>
                  </a:lnTo>
                  <a:lnTo>
                    <a:pt x="717969" y="493339"/>
                  </a:lnTo>
                  <a:lnTo>
                    <a:pt x="718800" y="491775"/>
                  </a:lnTo>
                  <a:lnTo>
                    <a:pt x="723083" y="485530"/>
                  </a:lnTo>
                  <a:lnTo>
                    <a:pt x="724899" y="482339"/>
                  </a:lnTo>
                  <a:lnTo>
                    <a:pt x="725949" y="479597"/>
                  </a:lnTo>
                  <a:lnTo>
                    <a:pt x="727476" y="476319"/>
                  </a:lnTo>
                  <a:lnTo>
                    <a:pt x="729478" y="472502"/>
                  </a:lnTo>
                  <a:lnTo>
                    <a:pt x="730742" y="469228"/>
                  </a:lnTo>
                  <a:lnTo>
                    <a:pt x="731269" y="466499"/>
                  </a:lnTo>
                  <a:lnTo>
                    <a:pt x="731924" y="461794"/>
                  </a:lnTo>
                  <a:lnTo>
                    <a:pt x="732112" y="457623"/>
                  </a:lnTo>
                  <a:lnTo>
                    <a:pt x="732228" y="451506"/>
                  </a:lnTo>
                  <a:lnTo>
                    <a:pt x="732160" y="446045"/>
                  </a:lnTo>
                  <a:lnTo>
                    <a:pt x="731624" y="437493"/>
                  </a:lnTo>
                  <a:lnTo>
                    <a:pt x="731299" y="434802"/>
                  </a:lnTo>
                  <a:lnTo>
                    <a:pt x="730686" y="431602"/>
                  </a:lnTo>
                  <a:lnTo>
                    <a:pt x="729200" y="425160"/>
                  </a:lnTo>
                  <a:lnTo>
                    <a:pt x="728933" y="423405"/>
                  </a:lnTo>
                  <a:lnTo>
                    <a:pt x="728012" y="420446"/>
                  </a:lnTo>
                  <a:lnTo>
                    <a:pt x="724993" y="412740"/>
                  </a:lnTo>
                  <a:lnTo>
                    <a:pt x="721219" y="407527"/>
                  </a:lnTo>
                  <a:lnTo>
                    <a:pt x="720500" y="406218"/>
                  </a:lnTo>
                  <a:lnTo>
                    <a:pt x="719005" y="404689"/>
                  </a:lnTo>
                  <a:lnTo>
                    <a:pt x="716734" y="402934"/>
                  </a:lnTo>
                  <a:lnTo>
                    <a:pt x="715264" y="401503"/>
                  </a:lnTo>
                  <a:lnTo>
                    <a:pt x="711424" y="396140"/>
                  </a:lnTo>
                  <a:lnTo>
                    <a:pt x="710160" y="395497"/>
                  </a:lnTo>
                  <a:lnTo>
                    <a:pt x="709673" y="394117"/>
                  </a:lnTo>
                  <a:lnTo>
                    <a:pt x="709569" y="393135"/>
                  </a:lnTo>
                  <a:lnTo>
                    <a:pt x="709714" y="390572"/>
                  </a:lnTo>
                  <a:lnTo>
                    <a:pt x="709937" y="388799"/>
                  </a:lnTo>
                  <a:lnTo>
                    <a:pt x="710209" y="387493"/>
                  </a:lnTo>
                  <a:lnTo>
                    <a:pt x="710529" y="386652"/>
                  </a:lnTo>
                  <a:lnTo>
                    <a:pt x="712642" y="382713"/>
                  </a:lnTo>
                  <a:lnTo>
                    <a:pt x="713825" y="379561"/>
                  </a:lnTo>
                  <a:lnTo>
                    <a:pt x="714649" y="377834"/>
                  </a:lnTo>
                  <a:lnTo>
                    <a:pt x="715558" y="376495"/>
                  </a:lnTo>
                  <a:lnTo>
                    <a:pt x="717203" y="374736"/>
                  </a:lnTo>
                  <a:lnTo>
                    <a:pt x="718135" y="372520"/>
                  </a:lnTo>
                  <a:lnTo>
                    <a:pt x="717922" y="371622"/>
                  </a:lnTo>
                  <a:lnTo>
                    <a:pt x="717182" y="370644"/>
                  </a:lnTo>
                  <a:lnTo>
                    <a:pt x="717019" y="369690"/>
                  </a:lnTo>
                  <a:lnTo>
                    <a:pt x="718268" y="367256"/>
                  </a:lnTo>
                  <a:lnTo>
                    <a:pt x="718444" y="366582"/>
                  </a:lnTo>
                  <a:lnTo>
                    <a:pt x="718285" y="364291"/>
                  </a:lnTo>
                  <a:lnTo>
                    <a:pt x="718527" y="363777"/>
                  </a:lnTo>
                  <a:lnTo>
                    <a:pt x="720069" y="363640"/>
                  </a:lnTo>
                  <a:lnTo>
                    <a:pt x="722269" y="366929"/>
                  </a:lnTo>
                  <a:lnTo>
                    <a:pt x="722809" y="366642"/>
                  </a:lnTo>
                  <a:lnTo>
                    <a:pt x="722106" y="365735"/>
                  </a:lnTo>
                  <a:lnTo>
                    <a:pt x="721262" y="363521"/>
                  </a:lnTo>
                  <a:lnTo>
                    <a:pt x="721384" y="362602"/>
                  </a:lnTo>
                  <a:lnTo>
                    <a:pt x="723007" y="360209"/>
                  </a:lnTo>
                  <a:lnTo>
                    <a:pt x="723053" y="359123"/>
                  </a:lnTo>
                  <a:lnTo>
                    <a:pt x="722590" y="357617"/>
                  </a:lnTo>
                  <a:lnTo>
                    <a:pt x="722538" y="356413"/>
                  </a:lnTo>
                  <a:lnTo>
                    <a:pt x="723489" y="353549"/>
                  </a:lnTo>
                  <a:lnTo>
                    <a:pt x="723232" y="352948"/>
                  </a:lnTo>
                  <a:lnTo>
                    <a:pt x="720560" y="352394"/>
                  </a:lnTo>
                  <a:lnTo>
                    <a:pt x="720120" y="351594"/>
                  </a:lnTo>
                  <a:lnTo>
                    <a:pt x="720276" y="351216"/>
                  </a:lnTo>
                  <a:lnTo>
                    <a:pt x="721534" y="350255"/>
                  </a:lnTo>
                  <a:lnTo>
                    <a:pt x="721631" y="349892"/>
                  </a:lnTo>
                  <a:lnTo>
                    <a:pt x="719408" y="343489"/>
                  </a:lnTo>
                  <a:lnTo>
                    <a:pt x="719035" y="341580"/>
                  </a:lnTo>
                  <a:lnTo>
                    <a:pt x="719981" y="339226"/>
                  </a:lnTo>
                  <a:lnTo>
                    <a:pt x="721055" y="338163"/>
                  </a:lnTo>
                  <a:lnTo>
                    <a:pt x="720919" y="337558"/>
                  </a:lnTo>
                  <a:lnTo>
                    <a:pt x="719512" y="337449"/>
                  </a:lnTo>
                  <a:lnTo>
                    <a:pt x="718654" y="337127"/>
                  </a:lnTo>
                  <a:lnTo>
                    <a:pt x="717793" y="335293"/>
                  </a:lnTo>
                  <a:lnTo>
                    <a:pt x="718129" y="334135"/>
                  </a:lnTo>
                  <a:lnTo>
                    <a:pt x="718436" y="333605"/>
                  </a:lnTo>
                  <a:lnTo>
                    <a:pt x="719271" y="330871"/>
                  </a:lnTo>
                  <a:lnTo>
                    <a:pt x="720079" y="330307"/>
                  </a:lnTo>
                  <a:lnTo>
                    <a:pt x="719926" y="329816"/>
                  </a:lnTo>
                  <a:lnTo>
                    <a:pt x="716877" y="330979"/>
                  </a:lnTo>
                  <a:lnTo>
                    <a:pt x="715439" y="330023"/>
                  </a:lnTo>
                  <a:lnTo>
                    <a:pt x="714027" y="330277"/>
                  </a:lnTo>
                  <a:lnTo>
                    <a:pt x="713358" y="329995"/>
                  </a:lnTo>
                  <a:lnTo>
                    <a:pt x="713605" y="329018"/>
                  </a:lnTo>
                  <a:lnTo>
                    <a:pt x="716165" y="324573"/>
                  </a:lnTo>
                  <a:lnTo>
                    <a:pt x="717347" y="322168"/>
                  </a:lnTo>
                  <a:lnTo>
                    <a:pt x="718086" y="319996"/>
                  </a:lnTo>
                  <a:lnTo>
                    <a:pt x="718477" y="318552"/>
                  </a:lnTo>
                  <a:lnTo>
                    <a:pt x="718520" y="317835"/>
                  </a:lnTo>
                  <a:lnTo>
                    <a:pt x="718261" y="313038"/>
                  </a:lnTo>
                  <a:lnTo>
                    <a:pt x="718414" y="311728"/>
                  </a:lnTo>
                  <a:lnTo>
                    <a:pt x="719405" y="310507"/>
                  </a:lnTo>
                  <a:lnTo>
                    <a:pt x="720932" y="308213"/>
                  </a:lnTo>
                  <a:lnTo>
                    <a:pt x="718842" y="306141"/>
                  </a:lnTo>
                  <a:lnTo>
                    <a:pt x="717533" y="304121"/>
                  </a:lnTo>
                  <a:lnTo>
                    <a:pt x="716668" y="303118"/>
                  </a:lnTo>
                  <a:lnTo>
                    <a:pt x="716013" y="302139"/>
                  </a:lnTo>
                  <a:lnTo>
                    <a:pt x="715175" y="300064"/>
                  </a:lnTo>
                  <a:lnTo>
                    <a:pt x="714538" y="297366"/>
                  </a:lnTo>
                  <a:lnTo>
                    <a:pt x="713860" y="291929"/>
                  </a:lnTo>
                  <a:lnTo>
                    <a:pt x="713749" y="288935"/>
                  </a:lnTo>
                  <a:lnTo>
                    <a:pt x="713903" y="286761"/>
                  </a:lnTo>
                  <a:lnTo>
                    <a:pt x="714185" y="285702"/>
                  </a:lnTo>
                  <a:lnTo>
                    <a:pt x="714644" y="284600"/>
                  </a:lnTo>
                  <a:lnTo>
                    <a:pt x="716554" y="282497"/>
                  </a:lnTo>
                  <a:lnTo>
                    <a:pt x="719915" y="279400"/>
                  </a:lnTo>
                  <a:lnTo>
                    <a:pt x="722544" y="278185"/>
                  </a:lnTo>
                  <a:lnTo>
                    <a:pt x="724442" y="278851"/>
                  </a:lnTo>
                  <a:lnTo>
                    <a:pt x="728143" y="279577"/>
                  </a:lnTo>
                  <a:lnTo>
                    <a:pt x="731130" y="281342"/>
                  </a:lnTo>
                  <a:lnTo>
                    <a:pt x="740208" y="285768"/>
                  </a:lnTo>
                  <a:lnTo>
                    <a:pt x="741813" y="287729"/>
                  </a:lnTo>
                  <a:lnTo>
                    <a:pt x="740295" y="289387"/>
                  </a:lnTo>
                  <a:lnTo>
                    <a:pt x="740515" y="289795"/>
                  </a:lnTo>
                  <a:lnTo>
                    <a:pt x="743933" y="286638"/>
                  </a:lnTo>
                  <a:lnTo>
                    <a:pt x="744837" y="286028"/>
                  </a:lnTo>
                  <a:lnTo>
                    <a:pt x="745610" y="285879"/>
                  </a:lnTo>
                  <a:lnTo>
                    <a:pt x="748189" y="287102"/>
                  </a:lnTo>
                  <a:lnTo>
                    <a:pt x="749226" y="287288"/>
                  </a:lnTo>
                  <a:lnTo>
                    <a:pt x="750534" y="288305"/>
                  </a:lnTo>
                  <a:lnTo>
                    <a:pt x="753656" y="291684"/>
                  </a:lnTo>
                  <a:lnTo>
                    <a:pt x="753880" y="291403"/>
                  </a:lnTo>
                  <a:lnTo>
                    <a:pt x="753006" y="289681"/>
                  </a:lnTo>
                  <a:lnTo>
                    <a:pt x="753506" y="288863"/>
                  </a:lnTo>
                  <a:lnTo>
                    <a:pt x="755966" y="287070"/>
                  </a:lnTo>
                  <a:lnTo>
                    <a:pt x="758506" y="285605"/>
                  </a:lnTo>
                  <a:lnTo>
                    <a:pt x="760312" y="284168"/>
                  </a:lnTo>
                  <a:lnTo>
                    <a:pt x="762227" y="282267"/>
                  </a:lnTo>
                  <a:lnTo>
                    <a:pt x="763520" y="281251"/>
                  </a:lnTo>
                  <a:lnTo>
                    <a:pt x="764189" y="281121"/>
                  </a:lnTo>
                  <a:lnTo>
                    <a:pt x="765041" y="281681"/>
                  </a:lnTo>
                  <a:lnTo>
                    <a:pt x="767331" y="284203"/>
                  </a:lnTo>
                  <a:lnTo>
                    <a:pt x="768800" y="285497"/>
                  </a:lnTo>
                  <a:lnTo>
                    <a:pt x="769979" y="286853"/>
                  </a:lnTo>
                  <a:lnTo>
                    <a:pt x="771635" y="289244"/>
                  </a:lnTo>
                  <a:lnTo>
                    <a:pt x="772282" y="289771"/>
                  </a:lnTo>
                  <a:lnTo>
                    <a:pt x="773537" y="291397"/>
                  </a:lnTo>
                  <a:lnTo>
                    <a:pt x="775205" y="291228"/>
                  </a:lnTo>
                  <a:lnTo>
                    <a:pt x="775750" y="291421"/>
                  </a:lnTo>
                  <a:lnTo>
                    <a:pt x="775933" y="291737"/>
                  </a:lnTo>
                  <a:lnTo>
                    <a:pt x="776215" y="292838"/>
                  </a:lnTo>
                  <a:lnTo>
                    <a:pt x="776361" y="293542"/>
                  </a:lnTo>
                  <a:lnTo>
                    <a:pt x="776372" y="294297"/>
                  </a:lnTo>
                  <a:lnTo>
                    <a:pt x="775988" y="296422"/>
                  </a:lnTo>
                  <a:lnTo>
                    <a:pt x="774788" y="299817"/>
                  </a:lnTo>
                  <a:lnTo>
                    <a:pt x="775291" y="299871"/>
                  </a:lnTo>
                  <a:lnTo>
                    <a:pt x="776049" y="299143"/>
                  </a:lnTo>
                  <a:lnTo>
                    <a:pt x="777034" y="297846"/>
                  </a:lnTo>
                  <a:lnTo>
                    <a:pt x="777810" y="297387"/>
                  </a:lnTo>
                  <a:lnTo>
                    <a:pt x="779454" y="298418"/>
                  </a:lnTo>
                  <a:lnTo>
                    <a:pt x="780983" y="300078"/>
                  </a:lnTo>
                  <a:lnTo>
                    <a:pt x="781524" y="300958"/>
                  </a:lnTo>
                  <a:lnTo>
                    <a:pt x="782118" y="302394"/>
                  </a:lnTo>
                  <a:lnTo>
                    <a:pt x="782626" y="303131"/>
                  </a:lnTo>
                  <a:lnTo>
                    <a:pt x="783096" y="304550"/>
                  </a:lnTo>
                  <a:lnTo>
                    <a:pt x="783063" y="305010"/>
                  </a:lnTo>
                  <a:lnTo>
                    <a:pt x="782619" y="305698"/>
                  </a:lnTo>
                  <a:lnTo>
                    <a:pt x="780745" y="306861"/>
                  </a:lnTo>
                  <a:lnTo>
                    <a:pt x="781099" y="307298"/>
                  </a:lnTo>
                  <a:lnTo>
                    <a:pt x="783288" y="306568"/>
                  </a:lnTo>
                  <a:lnTo>
                    <a:pt x="783955" y="305850"/>
                  </a:lnTo>
                  <a:lnTo>
                    <a:pt x="784433" y="304648"/>
                  </a:lnTo>
                  <a:lnTo>
                    <a:pt x="785071" y="304306"/>
                  </a:lnTo>
                  <a:lnTo>
                    <a:pt x="787658" y="306414"/>
                  </a:lnTo>
                  <a:lnTo>
                    <a:pt x="788038" y="307147"/>
                  </a:lnTo>
                  <a:lnTo>
                    <a:pt x="787872" y="307722"/>
                  </a:lnTo>
                  <a:lnTo>
                    <a:pt x="787454" y="308372"/>
                  </a:lnTo>
                  <a:lnTo>
                    <a:pt x="786324" y="309086"/>
                  </a:lnTo>
                  <a:lnTo>
                    <a:pt x="785356" y="310881"/>
                  </a:lnTo>
                  <a:lnTo>
                    <a:pt x="785204" y="311656"/>
                  </a:lnTo>
                  <a:lnTo>
                    <a:pt x="785894" y="312205"/>
                  </a:lnTo>
                  <a:lnTo>
                    <a:pt x="787578" y="312443"/>
                  </a:lnTo>
                  <a:lnTo>
                    <a:pt x="787565" y="312869"/>
                  </a:lnTo>
                  <a:lnTo>
                    <a:pt x="786592" y="313657"/>
                  </a:lnTo>
                  <a:lnTo>
                    <a:pt x="786464" y="314685"/>
                  </a:lnTo>
                  <a:lnTo>
                    <a:pt x="788643" y="318349"/>
                  </a:lnTo>
                  <a:lnTo>
                    <a:pt x="790106" y="319955"/>
                  </a:lnTo>
                  <a:lnTo>
                    <a:pt x="790949" y="320249"/>
                  </a:lnTo>
                  <a:lnTo>
                    <a:pt x="792917" y="320321"/>
                  </a:lnTo>
                  <a:lnTo>
                    <a:pt x="794509" y="320942"/>
                  </a:lnTo>
                  <a:lnTo>
                    <a:pt x="798049" y="323021"/>
                  </a:lnTo>
                  <a:lnTo>
                    <a:pt x="800121" y="323396"/>
                  </a:lnTo>
                  <a:lnTo>
                    <a:pt x="801905" y="322761"/>
                  </a:lnTo>
                  <a:lnTo>
                    <a:pt x="803090" y="322622"/>
                  </a:lnTo>
                  <a:lnTo>
                    <a:pt x="804136" y="323453"/>
                  </a:lnTo>
                  <a:lnTo>
                    <a:pt x="804468" y="324041"/>
                  </a:lnTo>
                  <a:lnTo>
                    <a:pt x="804625" y="325209"/>
                  </a:lnTo>
                  <a:lnTo>
                    <a:pt x="804605" y="326961"/>
                  </a:lnTo>
                  <a:lnTo>
                    <a:pt x="805179" y="328189"/>
                  </a:lnTo>
                  <a:lnTo>
                    <a:pt x="806347" y="328891"/>
                  </a:lnTo>
                  <a:lnTo>
                    <a:pt x="807292" y="328785"/>
                  </a:lnTo>
                  <a:lnTo>
                    <a:pt x="808527" y="327408"/>
                  </a:lnTo>
                  <a:lnTo>
                    <a:pt x="809573" y="327173"/>
                  </a:lnTo>
                  <a:lnTo>
                    <a:pt x="809923" y="326141"/>
                  </a:lnTo>
                  <a:lnTo>
                    <a:pt x="810231" y="324233"/>
                  </a:lnTo>
                  <a:lnTo>
                    <a:pt x="810535" y="323188"/>
                  </a:lnTo>
                  <a:lnTo>
                    <a:pt x="811292" y="322888"/>
                  </a:lnTo>
                  <a:lnTo>
                    <a:pt x="811901" y="323456"/>
                  </a:lnTo>
                  <a:lnTo>
                    <a:pt x="812258" y="324328"/>
                  </a:lnTo>
                  <a:lnTo>
                    <a:pt x="812912" y="326942"/>
                  </a:lnTo>
                  <a:lnTo>
                    <a:pt x="813094" y="328112"/>
                  </a:lnTo>
                  <a:lnTo>
                    <a:pt x="813021" y="329179"/>
                  </a:lnTo>
                  <a:lnTo>
                    <a:pt x="812695" y="330140"/>
                  </a:lnTo>
                  <a:lnTo>
                    <a:pt x="812053" y="331164"/>
                  </a:lnTo>
                  <a:lnTo>
                    <a:pt x="811096" y="332253"/>
                  </a:lnTo>
                  <a:lnTo>
                    <a:pt x="810344" y="333817"/>
                  </a:lnTo>
                  <a:lnTo>
                    <a:pt x="809425" y="337433"/>
                  </a:lnTo>
                  <a:lnTo>
                    <a:pt x="809086" y="339796"/>
                  </a:lnTo>
                  <a:lnTo>
                    <a:pt x="808993" y="341192"/>
                  </a:lnTo>
                  <a:lnTo>
                    <a:pt x="809033" y="342720"/>
                  </a:lnTo>
                  <a:lnTo>
                    <a:pt x="809207" y="344382"/>
                  </a:lnTo>
                  <a:lnTo>
                    <a:pt x="809572" y="345751"/>
                  </a:lnTo>
                  <a:lnTo>
                    <a:pt x="810428" y="347689"/>
                  </a:lnTo>
                  <a:lnTo>
                    <a:pt x="810477" y="348332"/>
                  </a:lnTo>
                  <a:lnTo>
                    <a:pt x="810541" y="349902"/>
                  </a:lnTo>
                  <a:lnTo>
                    <a:pt x="810465" y="350592"/>
                  </a:lnTo>
                  <a:lnTo>
                    <a:pt x="809966" y="351958"/>
                  </a:lnTo>
                  <a:lnTo>
                    <a:pt x="808582" y="353322"/>
                  </a:lnTo>
                  <a:lnTo>
                    <a:pt x="806683" y="353673"/>
                  </a:lnTo>
                  <a:lnTo>
                    <a:pt x="800478" y="353751"/>
                  </a:lnTo>
                  <a:lnTo>
                    <a:pt x="798825" y="353425"/>
                  </a:lnTo>
                  <a:lnTo>
                    <a:pt x="799224" y="354665"/>
                  </a:lnTo>
                  <a:lnTo>
                    <a:pt x="800962" y="355061"/>
                  </a:lnTo>
                  <a:lnTo>
                    <a:pt x="802550" y="355045"/>
                  </a:lnTo>
                  <a:lnTo>
                    <a:pt x="808468" y="355829"/>
                  </a:lnTo>
                  <a:lnTo>
                    <a:pt x="809283" y="356623"/>
                  </a:lnTo>
                  <a:lnTo>
                    <a:pt x="809970" y="358019"/>
                  </a:lnTo>
                  <a:lnTo>
                    <a:pt x="810460" y="359465"/>
                  </a:lnTo>
                  <a:lnTo>
                    <a:pt x="810947" y="362405"/>
                  </a:lnTo>
                  <a:lnTo>
                    <a:pt x="811038" y="363801"/>
                  </a:lnTo>
                  <a:lnTo>
                    <a:pt x="810777" y="365349"/>
                  </a:lnTo>
                  <a:lnTo>
                    <a:pt x="810165" y="367051"/>
                  </a:lnTo>
                  <a:lnTo>
                    <a:pt x="809755" y="369317"/>
                  </a:lnTo>
                  <a:lnTo>
                    <a:pt x="809544" y="372150"/>
                  </a:lnTo>
                  <a:lnTo>
                    <a:pt x="809874" y="373651"/>
                  </a:lnTo>
                  <a:lnTo>
                    <a:pt x="813075" y="373768"/>
                  </a:lnTo>
                  <a:lnTo>
                    <a:pt x="813710" y="374793"/>
                  </a:lnTo>
                  <a:lnTo>
                    <a:pt x="813637" y="375558"/>
                  </a:lnTo>
                  <a:lnTo>
                    <a:pt x="812501" y="378429"/>
                  </a:lnTo>
                  <a:lnTo>
                    <a:pt x="812396" y="379245"/>
                  </a:lnTo>
                  <a:lnTo>
                    <a:pt x="812914" y="381182"/>
                  </a:lnTo>
                  <a:lnTo>
                    <a:pt x="812844" y="381733"/>
                  </a:lnTo>
                  <a:lnTo>
                    <a:pt x="812529" y="382296"/>
                  </a:lnTo>
                  <a:lnTo>
                    <a:pt x="812227" y="383749"/>
                  </a:lnTo>
                  <a:lnTo>
                    <a:pt x="811938" y="386094"/>
                  </a:lnTo>
                  <a:lnTo>
                    <a:pt x="811580" y="387613"/>
                  </a:lnTo>
                  <a:lnTo>
                    <a:pt x="810710" y="388787"/>
                  </a:lnTo>
                  <a:lnTo>
                    <a:pt x="810254" y="389044"/>
                  </a:lnTo>
                  <a:lnTo>
                    <a:pt x="809925" y="388733"/>
                  </a:lnTo>
                  <a:lnTo>
                    <a:pt x="809066" y="385534"/>
                  </a:lnTo>
                  <a:lnTo>
                    <a:pt x="808712" y="385058"/>
                  </a:lnTo>
                  <a:lnTo>
                    <a:pt x="808377" y="385358"/>
                  </a:lnTo>
                  <a:lnTo>
                    <a:pt x="808209" y="385854"/>
                  </a:lnTo>
                  <a:lnTo>
                    <a:pt x="808208" y="386545"/>
                  </a:lnTo>
                  <a:lnTo>
                    <a:pt x="808060" y="387261"/>
                  </a:lnTo>
                  <a:lnTo>
                    <a:pt x="807765" y="388000"/>
                  </a:lnTo>
                  <a:lnTo>
                    <a:pt x="806498" y="389176"/>
                  </a:lnTo>
                  <a:lnTo>
                    <a:pt x="804445" y="389972"/>
                  </a:lnTo>
                  <a:lnTo>
                    <a:pt x="804509" y="390823"/>
                  </a:lnTo>
                  <a:lnTo>
                    <a:pt x="805887" y="391279"/>
                  </a:lnTo>
                  <a:lnTo>
                    <a:pt x="807640" y="392703"/>
                  </a:lnTo>
                  <a:lnTo>
                    <a:pt x="808647" y="392930"/>
                  </a:lnTo>
                  <a:lnTo>
                    <a:pt x="810230" y="391779"/>
                  </a:lnTo>
                  <a:lnTo>
                    <a:pt x="813281" y="388160"/>
                  </a:lnTo>
                  <a:lnTo>
                    <a:pt x="814538" y="387179"/>
                  </a:lnTo>
                  <a:lnTo>
                    <a:pt x="815647" y="386803"/>
                  </a:lnTo>
                  <a:lnTo>
                    <a:pt x="816894" y="386756"/>
                  </a:lnTo>
                  <a:lnTo>
                    <a:pt x="818281" y="387032"/>
                  </a:lnTo>
                  <a:lnTo>
                    <a:pt x="821044" y="386570"/>
                  </a:lnTo>
                  <a:lnTo>
                    <a:pt x="821736" y="386915"/>
                  </a:lnTo>
                  <a:lnTo>
                    <a:pt x="822580" y="387711"/>
                  </a:lnTo>
                  <a:lnTo>
                    <a:pt x="823580" y="388965"/>
                  </a:lnTo>
                  <a:lnTo>
                    <a:pt x="824268" y="390170"/>
                  </a:lnTo>
                  <a:lnTo>
                    <a:pt x="824644" y="391328"/>
                  </a:lnTo>
                  <a:lnTo>
                    <a:pt x="825265" y="395704"/>
                  </a:lnTo>
                  <a:lnTo>
                    <a:pt x="826100" y="396850"/>
                  </a:lnTo>
                  <a:lnTo>
                    <a:pt x="826302" y="397691"/>
                  </a:lnTo>
                  <a:lnTo>
                    <a:pt x="826367" y="398980"/>
                  </a:lnTo>
                  <a:lnTo>
                    <a:pt x="826316" y="401502"/>
                  </a:lnTo>
                  <a:lnTo>
                    <a:pt x="825399" y="406593"/>
                  </a:lnTo>
                  <a:lnTo>
                    <a:pt x="824924" y="408475"/>
                  </a:lnTo>
                  <a:lnTo>
                    <a:pt x="823656" y="411043"/>
                  </a:lnTo>
                  <a:lnTo>
                    <a:pt x="822195" y="412209"/>
                  </a:lnTo>
                  <a:lnTo>
                    <a:pt x="819595" y="413302"/>
                  </a:lnTo>
                  <a:lnTo>
                    <a:pt x="818238" y="414220"/>
                  </a:lnTo>
                  <a:lnTo>
                    <a:pt x="817214" y="415484"/>
                  </a:lnTo>
                  <a:lnTo>
                    <a:pt x="817153" y="416179"/>
                  </a:lnTo>
                  <a:lnTo>
                    <a:pt x="820104" y="414012"/>
                  </a:lnTo>
                  <a:lnTo>
                    <a:pt x="823351" y="412953"/>
                  </a:lnTo>
                  <a:lnTo>
                    <a:pt x="824276" y="411769"/>
                  </a:lnTo>
                  <a:lnTo>
                    <a:pt x="824977" y="410617"/>
                  </a:lnTo>
                  <a:lnTo>
                    <a:pt x="825689" y="408048"/>
                  </a:lnTo>
                  <a:lnTo>
                    <a:pt x="826979" y="401402"/>
                  </a:lnTo>
                  <a:lnTo>
                    <a:pt x="827711" y="399311"/>
                  </a:lnTo>
                  <a:lnTo>
                    <a:pt x="828733" y="398958"/>
                  </a:lnTo>
                  <a:lnTo>
                    <a:pt x="829186" y="399669"/>
                  </a:lnTo>
                  <a:lnTo>
                    <a:pt x="830246" y="403565"/>
                  </a:lnTo>
                  <a:lnTo>
                    <a:pt x="830241" y="404559"/>
                  </a:lnTo>
                  <a:lnTo>
                    <a:pt x="829978" y="405402"/>
                  </a:lnTo>
                  <a:lnTo>
                    <a:pt x="828247" y="409192"/>
                  </a:lnTo>
                  <a:lnTo>
                    <a:pt x="828870" y="408805"/>
                  </a:lnTo>
                  <a:lnTo>
                    <a:pt x="830609" y="405243"/>
                  </a:lnTo>
                  <a:lnTo>
                    <a:pt x="830978" y="404130"/>
                  </a:lnTo>
                  <a:lnTo>
                    <a:pt x="831184" y="402499"/>
                  </a:lnTo>
                  <a:lnTo>
                    <a:pt x="831744" y="401343"/>
                  </a:lnTo>
                  <a:lnTo>
                    <a:pt x="831958" y="401909"/>
                  </a:lnTo>
                  <a:lnTo>
                    <a:pt x="832496" y="406094"/>
                  </a:lnTo>
                  <a:lnTo>
                    <a:pt x="832513" y="409154"/>
                  </a:lnTo>
                  <a:lnTo>
                    <a:pt x="832600" y="410136"/>
                  </a:lnTo>
                  <a:lnTo>
                    <a:pt x="832406" y="413040"/>
                  </a:lnTo>
                  <a:lnTo>
                    <a:pt x="832626" y="413561"/>
                  </a:lnTo>
                  <a:lnTo>
                    <a:pt x="833149" y="411049"/>
                  </a:lnTo>
                  <a:lnTo>
                    <a:pt x="833319" y="409151"/>
                  </a:lnTo>
                  <a:lnTo>
                    <a:pt x="833556" y="407798"/>
                  </a:lnTo>
                  <a:lnTo>
                    <a:pt x="833859" y="406990"/>
                  </a:lnTo>
                  <a:lnTo>
                    <a:pt x="835990" y="404433"/>
                  </a:lnTo>
                  <a:lnTo>
                    <a:pt x="838479" y="402354"/>
                  </a:lnTo>
                  <a:lnTo>
                    <a:pt x="840107" y="400506"/>
                  </a:lnTo>
                  <a:lnTo>
                    <a:pt x="841459" y="399623"/>
                  </a:lnTo>
                  <a:lnTo>
                    <a:pt x="843483" y="398789"/>
                  </a:lnTo>
                  <a:lnTo>
                    <a:pt x="844780" y="397078"/>
                  </a:lnTo>
                  <a:lnTo>
                    <a:pt x="845350" y="394487"/>
                  </a:lnTo>
                  <a:lnTo>
                    <a:pt x="845835" y="392693"/>
                  </a:lnTo>
                  <a:lnTo>
                    <a:pt x="846233" y="391700"/>
                  </a:lnTo>
                  <a:lnTo>
                    <a:pt x="847568" y="389920"/>
                  </a:lnTo>
                  <a:lnTo>
                    <a:pt x="848293" y="389821"/>
                  </a:lnTo>
                  <a:lnTo>
                    <a:pt x="848987" y="390478"/>
                  </a:lnTo>
                  <a:lnTo>
                    <a:pt x="849773" y="391813"/>
                  </a:lnTo>
                  <a:lnTo>
                    <a:pt x="850651" y="393824"/>
                  </a:lnTo>
                  <a:lnTo>
                    <a:pt x="851176" y="395403"/>
                  </a:lnTo>
                  <a:lnTo>
                    <a:pt x="851348" y="396550"/>
                  </a:lnTo>
                  <a:lnTo>
                    <a:pt x="851490" y="400568"/>
                  </a:lnTo>
                  <a:lnTo>
                    <a:pt x="851656" y="400557"/>
                  </a:lnTo>
                  <a:lnTo>
                    <a:pt x="852464" y="397488"/>
                  </a:lnTo>
                  <a:lnTo>
                    <a:pt x="852559" y="396397"/>
                  </a:lnTo>
                  <a:lnTo>
                    <a:pt x="852502" y="395245"/>
                  </a:lnTo>
                  <a:lnTo>
                    <a:pt x="852255" y="394096"/>
                  </a:lnTo>
                  <a:lnTo>
                    <a:pt x="851441" y="391587"/>
                  </a:lnTo>
                  <a:lnTo>
                    <a:pt x="851123" y="390017"/>
                  </a:lnTo>
                  <a:lnTo>
                    <a:pt x="851194" y="389049"/>
                  </a:lnTo>
                  <a:lnTo>
                    <a:pt x="852058" y="388500"/>
                  </a:lnTo>
                  <a:lnTo>
                    <a:pt x="853332" y="388281"/>
                  </a:lnTo>
                  <a:lnTo>
                    <a:pt x="853546" y="387871"/>
                  </a:lnTo>
                  <a:lnTo>
                    <a:pt x="852610" y="386834"/>
                  </a:lnTo>
                  <a:lnTo>
                    <a:pt x="852584" y="386271"/>
                  </a:lnTo>
                  <a:lnTo>
                    <a:pt x="853484" y="384427"/>
                  </a:lnTo>
                  <a:lnTo>
                    <a:pt x="854013" y="384326"/>
                  </a:lnTo>
                  <a:lnTo>
                    <a:pt x="855049" y="384618"/>
                  </a:lnTo>
                  <a:lnTo>
                    <a:pt x="854841" y="383673"/>
                  </a:lnTo>
                  <a:lnTo>
                    <a:pt x="854851" y="383047"/>
                  </a:lnTo>
                  <a:lnTo>
                    <a:pt x="855144" y="382802"/>
                  </a:lnTo>
                  <a:lnTo>
                    <a:pt x="856861" y="383399"/>
                  </a:lnTo>
                  <a:lnTo>
                    <a:pt x="857062" y="382679"/>
                  </a:lnTo>
                  <a:lnTo>
                    <a:pt x="858539" y="382614"/>
                  </a:lnTo>
                  <a:lnTo>
                    <a:pt x="858683" y="381970"/>
                  </a:lnTo>
                  <a:lnTo>
                    <a:pt x="857406" y="381051"/>
                  </a:lnTo>
                  <a:lnTo>
                    <a:pt x="856154" y="380477"/>
                  </a:lnTo>
                  <a:lnTo>
                    <a:pt x="855773" y="379975"/>
                  </a:lnTo>
                  <a:lnTo>
                    <a:pt x="855480" y="379234"/>
                  </a:lnTo>
                  <a:lnTo>
                    <a:pt x="855090" y="377445"/>
                  </a:lnTo>
                  <a:lnTo>
                    <a:pt x="855184" y="376971"/>
                  </a:lnTo>
                  <a:lnTo>
                    <a:pt x="855536" y="376962"/>
                  </a:lnTo>
                  <a:lnTo>
                    <a:pt x="856144" y="377451"/>
                  </a:lnTo>
                  <a:lnTo>
                    <a:pt x="856475" y="376510"/>
                  </a:lnTo>
                  <a:lnTo>
                    <a:pt x="856846" y="374301"/>
                  </a:lnTo>
                  <a:lnTo>
                    <a:pt x="857216" y="373395"/>
                  </a:lnTo>
                  <a:lnTo>
                    <a:pt x="858363" y="374442"/>
                  </a:lnTo>
                  <a:lnTo>
                    <a:pt x="858414" y="373991"/>
                  </a:lnTo>
                  <a:lnTo>
                    <a:pt x="857482" y="370518"/>
                  </a:lnTo>
                  <a:lnTo>
                    <a:pt x="857644" y="369852"/>
                  </a:lnTo>
                  <a:lnTo>
                    <a:pt x="859068" y="369601"/>
                  </a:lnTo>
                  <a:lnTo>
                    <a:pt x="859930" y="370034"/>
                  </a:lnTo>
                  <a:lnTo>
                    <a:pt x="862195" y="372579"/>
                  </a:lnTo>
                  <a:lnTo>
                    <a:pt x="862604" y="372287"/>
                  </a:lnTo>
                  <a:lnTo>
                    <a:pt x="862257" y="371590"/>
                  </a:lnTo>
                  <a:lnTo>
                    <a:pt x="861098" y="370090"/>
                  </a:lnTo>
                  <a:lnTo>
                    <a:pt x="860050" y="369109"/>
                  </a:lnTo>
                  <a:lnTo>
                    <a:pt x="859115" y="368648"/>
                  </a:lnTo>
                  <a:lnTo>
                    <a:pt x="858412" y="367812"/>
                  </a:lnTo>
                  <a:lnTo>
                    <a:pt x="857643" y="365523"/>
                  </a:lnTo>
                  <a:lnTo>
                    <a:pt x="857515" y="364581"/>
                  </a:lnTo>
                  <a:lnTo>
                    <a:pt x="857578" y="363353"/>
                  </a:lnTo>
                  <a:lnTo>
                    <a:pt x="858117" y="360804"/>
                  </a:lnTo>
                  <a:lnTo>
                    <a:pt x="858427" y="360251"/>
                  </a:lnTo>
                  <a:lnTo>
                    <a:pt x="858974" y="359841"/>
                  </a:lnTo>
                  <a:lnTo>
                    <a:pt x="859760" y="359576"/>
                  </a:lnTo>
                  <a:lnTo>
                    <a:pt x="860628" y="359829"/>
                  </a:lnTo>
                  <a:lnTo>
                    <a:pt x="862420" y="361505"/>
                  </a:lnTo>
                  <a:lnTo>
                    <a:pt x="862719" y="360975"/>
                  </a:lnTo>
                  <a:lnTo>
                    <a:pt x="861752" y="360062"/>
                  </a:lnTo>
                  <a:lnTo>
                    <a:pt x="861231" y="359220"/>
                  </a:lnTo>
                  <a:lnTo>
                    <a:pt x="860979" y="358140"/>
                  </a:lnTo>
                  <a:lnTo>
                    <a:pt x="861089" y="356918"/>
                  </a:lnTo>
                  <a:lnTo>
                    <a:pt x="861848" y="354395"/>
                  </a:lnTo>
                  <a:lnTo>
                    <a:pt x="862205" y="352362"/>
                  </a:lnTo>
                  <a:lnTo>
                    <a:pt x="863819" y="346754"/>
                  </a:lnTo>
                  <a:lnTo>
                    <a:pt x="864293" y="345734"/>
                  </a:lnTo>
                  <a:lnTo>
                    <a:pt x="864799" y="345090"/>
                  </a:lnTo>
                  <a:lnTo>
                    <a:pt x="865113" y="344418"/>
                  </a:lnTo>
                  <a:lnTo>
                    <a:pt x="866379" y="344268"/>
                  </a:lnTo>
                  <a:lnTo>
                    <a:pt x="868723" y="346273"/>
                  </a:lnTo>
                  <a:lnTo>
                    <a:pt x="869439" y="347459"/>
                  </a:lnTo>
                  <a:lnTo>
                    <a:pt x="869630" y="349136"/>
                  </a:lnTo>
                  <a:lnTo>
                    <a:pt x="868402" y="351407"/>
                  </a:lnTo>
                  <a:lnTo>
                    <a:pt x="866295" y="353102"/>
                  </a:lnTo>
                  <a:lnTo>
                    <a:pt x="865668" y="353842"/>
                  </a:lnTo>
                  <a:lnTo>
                    <a:pt x="866075" y="354272"/>
                  </a:lnTo>
                  <a:lnTo>
                    <a:pt x="868044" y="352917"/>
                  </a:lnTo>
                  <a:lnTo>
                    <a:pt x="869764" y="352285"/>
                  </a:lnTo>
                  <a:lnTo>
                    <a:pt x="871175" y="352307"/>
                  </a:lnTo>
                  <a:lnTo>
                    <a:pt x="872318" y="354999"/>
                  </a:lnTo>
                  <a:lnTo>
                    <a:pt x="872477" y="358735"/>
                  </a:lnTo>
                  <a:lnTo>
                    <a:pt x="871824" y="361847"/>
                  </a:lnTo>
                  <a:lnTo>
                    <a:pt x="872683" y="360299"/>
                  </a:lnTo>
                  <a:lnTo>
                    <a:pt x="873758" y="359443"/>
                  </a:lnTo>
                  <a:lnTo>
                    <a:pt x="874636" y="361478"/>
                  </a:lnTo>
                  <a:lnTo>
                    <a:pt x="874741" y="363135"/>
                  </a:lnTo>
                  <a:lnTo>
                    <a:pt x="875203" y="364692"/>
                  </a:lnTo>
                  <a:lnTo>
                    <a:pt x="876197" y="366776"/>
                  </a:lnTo>
                  <a:lnTo>
                    <a:pt x="877231" y="368602"/>
                  </a:lnTo>
                  <a:lnTo>
                    <a:pt x="876093" y="370517"/>
                  </a:lnTo>
                  <a:lnTo>
                    <a:pt x="874727" y="371661"/>
                  </a:lnTo>
                  <a:lnTo>
                    <a:pt x="875013" y="372515"/>
                  </a:lnTo>
                  <a:lnTo>
                    <a:pt x="876883" y="373429"/>
                  </a:lnTo>
                  <a:lnTo>
                    <a:pt x="877135" y="374333"/>
                  </a:lnTo>
                  <a:lnTo>
                    <a:pt x="876939" y="375560"/>
                  </a:lnTo>
                  <a:lnTo>
                    <a:pt x="877210" y="375554"/>
                  </a:lnTo>
                  <a:lnTo>
                    <a:pt x="878511" y="373659"/>
                  </a:lnTo>
                  <a:lnTo>
                    <a:pt x="879619" y="373913"/>
                  </a:lnTo>
                  <a:lnTo>
                    <a:pt x="881036" y="378005"/>
                  </a:lnTo>
                  <a:lnTo>
                    <a:pt x="880001" y="380346"/>
                  </a:lnTo>
                  <a:lnTo>
                    <a:pt x="878420" y="381418"/>
                  </a:lnTo>
                  <a:lnTo>
                    <a:pt x="877160" y="381874"/>
                  </a:lnTo>
                  <a:lnTo>
                    <a:pt x="875411" y="381811"/>
                  </a:lnTo>
                  <a:lnTo>
                    <a:pt x="874722" y="382159"/>
                  </a:lnTo>
                  <a:lnTo>
                    <a:pt x="875064" y="382940"/>
                  </a:lnTo>
                  <a:lnTo>
                    <a:pt x="876737" y="382951"/>
                  </a:lnTo>
                  <a:lnTo>
                    <a:pt x="879301" y="382360"/>
                  </a:lnTo>
                  <a:lnTo>
                    <a:pt x="881219" y="381396"/>
                  </a:lnTo>
                  <a:lnTo>
                    <a:pt x="882053" y="381338"/>
                  </a:lnTo>
                  <a:lnTo>
                    <a:pt x="882928" y="381731"/>
                  </a:lnTo>
                  <a:lnTo>
                    <a:pt x="883223" y="382060"/>
                  </a:lnTo>
                  <a:lnTo>
                    <a:pt x="882301" y="382732"/>
                  </a:lnTo>
                  <a:lnTo>
                    <a:pt x="882231" y="382967"/>
                  </a:lnTo>
                  <a:lnTo>
                    <a:pt x="882576" y="383655"/>
                  </a:lnTo>
                  <a:lnTo>
                    <a:pt x="883292" y="385877"/>
                  </a:lnTo>
                  <a:lnTo>
                    <a:pt x="883230" y="386378"/>
                  </a:lnTo>
                  <a:lnTo>
                    <a:pt x="882546" y="387668"/>
                  </a:lnTo>
                  <a:lnTo>
                    <a:pt x="883645" y="387952"/>
                  </a:lnTo>
                  <a:lnTo>
                    <a:pt x="885178" y="387349"/>
                  </a:lnTo>
                  <a:lnTo>
                    <a:pt x="885655" y="388021"/>
                  </a:lnTo>
                  <a:lnTo>
                    <a:pt x="886589" y="390692"/>
                  </a:lnTo>
                  <a:lnTo>
                    <a:pt x="887182" y="393428"/>
                  </a:lnTo>
                  <a:lnTo>
                    <a:pt x="884587" y="397172"/>
                  </a:lnTo>
                  <a:lnTo>
                    <a:pt x="883267" y="397946"/>
                  </a:lnTo>
                  <a:lnTo>
                    <a:pt x="881322" y="399926"/>
                  </a:lnTo>
                  <a:lnTo>
                    <a:pt x="880777" y="401513"/>
                  </a:lnTo>
                  <a:lnTo>
                    <a:pt x="879651" y="403549"/>
                  </a:lnTo>
                  <a:lnTo>
                    <a:pt x="880371" y="403527"/>
                  </a:lnTo>
                  <a:lnTo>
                    <a:pt x="882383" y="400261"/>
                  </a:lnTo>
                  <a:lnTo>
                    <a:pt x="883365" y="399500"/>
                  </a:lnTo>
                  <a:lnTo>
                    <a:pt x="884097" y="399692"/>
                  </a:lnTo>
                  <a:lnTo>
                    <a:pt x="884392" y="400245"/>
                  </a:lnTo>
                  <a:lnTo>
                    <a:pt x="884249" y="401158"/>
                  </a:lnTo>
                  <a:lnTo>
                    <a:pt x="884890" y="401041"/>
                  </a:lnTo>
                  <a:lnTo>
                    <a:pt x="887596" y="399132"/>
                  </a:lnTo>
                  <a:lnTo>
                    <a:pt x="888733" y="398754"/>
                  </a:lnTo>
                  <a:lnTo>
                    <a:pt x="890203" y="398630"/>
                  </a:lnTo>
                  <a:lnTo>
                    <a:pt x="890362" y="399291"/>
                  </a:lnTo>
                  <a:lnTo>
                    <a:pt x="889448" y="403866"/>
                  </a:lnTo>
                  <a:lnTo>
                    <a:pt x="887884" y="407377"/>
                  </a:lnTo>
                  <a:lnTo>
                    <a:pt x="885037" y="409542"/>
                  </a:lnTo>
                  <a:lnTo>
                    <a:pt x="884027" y="410811"/>
                  </a:lnTo>
                  <a:lnTo>
                    <a:pt x="882780" y="412864"/>
                  </a:lnTo>
                  <a:lnTo>
                    <a:pt x="883251" y="413235"/>
                  </a:lnTo>
                  <a:lnTo>
                    <a:pt x="885966" y="410541"/>
                  </a:lnTo>
                  <a:lnTo>
                    <a:pt x="887822" y="409479"/>
                  </a:lnTo>
                  <a:lnTo>
                    <a:pt x="890427" y="408626"/>
                  </a:lnTo>
                  <a:lnTo>
                    <a:pt x="891584" y="408746"/>
                  </a:lnTo>
                  <a:lnTo>
                    <a:pt x="893634" y="414118"/>
                  </a:lnTo>
                  <a:lnTo>
                    <a:pt x="894817" y="414639"/>
                  </a:lnTo>
                  <a:lnTo>
                    <a:pt x="895772" y="414359"/>
                  </a:lnTo>
                  <a:lnTo>
                    <a:pt x="897575" y="415905"/>
                  </a:lnTo>
                  <a:lnTo>
                    <a:pt x="898251" y="417396"/>
                  </a:lnTo>
                  <a:lnTo>
                    <a:pt x="898081" y="418468"/>
                  </a:lnTo>
                  <a:lnTo>
                    <a:pt x="897471" y="419110"/>
                  </a:lnTo>
                  <a:lnTo>
                    <a:pt x="897163" y="420111"/>
                  </a:lnTo>
                  <a:lnTo>
                    <a:pt x="897886" y="423092"/>
                  </a:lnTo>
                  <a:lnTo>
                    <a:pt x="897469" y="424766"/>
                  </a:lnTo>
                  <a:lnTo>
                    <a:pt x="896151" y="426243"/>
                  </a:lnTo>
                  <a:lnTo>
                    <a:pt x="895210" y="426992"/>
                  </a:lnTo>
                  <a:lnTo>
                    <a:pt x="894225" y="427223"/>
                  </a:lnTo>
                  <a:lnTo>
                    <a:pt x="893260" y="428530"/>
                  </a:lnTo>
                  <a:lnTo>
                    <a:pt x="892822" y="428723"/>
                  </a:lnTo>
                  <a:lnTo>
                    <a:pt x="891478" y="428391"/>
                  </a:lnTo>
                  <a:lnTo>
                    <a:pt x="891939" y="429197"/>
                  </a:lnTo>
                  <a:lnTo>
                    <a:pt x="892603" y="429603"/>
                  </a:lnTo>
                  <a:lnTo>
                    <a:pt x="893662" y="429826"/>
                  </a:lnTo>
                  <a:lnTo>
                    <a:pt x="894899" y="429414"/>
                  </a:lnTo>
                  <a:lnTo>
                    <a:pt x="896105" y="429466"/>
                  </a:lnTo>
                  <a:lnTo>
                    <a:pt x="898001" y="430413"/>
                  </a:lnTo>
                  <a:lnTo>
                    <a:pt x="898796" y="431580"/>
                  </a:lnTo>
                  <a:lnTo>
                    <a:pt x="898811" y="431902"/>
                  </a:lnTo>
                  <a:lnTo>
                    <a:pt x="898401" y="432568"/>
                  </a:lnTo>
                  <a:lnTo>
                    <a:pt x="897799" y="434740"/>
                  </a:lnTo>
                  <a:lnTo>
                    <a:pt x="897361" y="435521"/>
                  </a:lnTo>
                  <a:lnTo>
                    <a:pt x="897735" y="436106"/>
                  </a:lnTo>
                  <a:lnTo>
                    <a:pt x="898685" y="437010"/>
                  </a:lnTo>
                  <a:lnTo>
                    <a:pt x="899395" y="437344"/>
                  </a:lnTo>
                  <a:lnTo>
                    <a:pt x="900326" y="437050"/>
                  </a:lnTo>
                  <a:lnTo>
                    <a:pt x="901323" y="437435"/>
                  </a:lnTo>
                  <a:lnTo>
                    <a:pt x="904671" y="442534"/>
                  </a:lnTo>
                  <a:lnTo>
                    <a:pt x="904534" y="445164"/>
                  </a:lnTo>
                  <a:lnTo>
                    <a:pt x="904026" y="447192"/>
                  </a:lnTo>
                  <a:lnTo>
                    <a:pt x="904227" y="449471"/>
                  </a:lnTo>
                  <a:lnTo>
                    <a:pt x="904240" y="452279"/>
                  </a:lnTo>
                  <a:lnTo>
                    <a:pt x="902423" y="453054"/>
                  </a:lnTo>
                  <a:lnTo>
                    <a:pt x="896395" y="451739"/>
                  </a:lnTo>
                  <a:lnTo>
                    <a:pt x="892948" y="449732"/>
                  </a:lnTo>
                  <a:lnTo>
                    <a:pt x="892770" y="449121"/>
                  </a:lnTo>
                  <a:lnTo>
                    <a:pt x="893746" y="447787"/>
                  </a:lnTo>
                  <a:lnTo>
                    <a:pt x="892881" y="447688"/>
                  </a:lnTo>
                  <a:lnTo>
                    <a:pt x="891879" y="448212"/>
                  </a:lnTo>
                  <a:lnTo>
                    <a:pt x="891458" y="448707"/>
                  </a:lnTo>
                  <a:lnTo>
                    <a:pt x="892614" y="450825"/>
                  </a:lnTo>
                  <a:lnTo>
                    <a:pt x="895782" y="452692"/>
                  </a:lnTo>
                  <a:lnTo>
                    <a:pt x="897200" y="454938"/>
                  </a:lnTo>
                  <a:lnTo>
                    <a:pt x="898752" y="455131"/>
                  </a:lnTo>
                  <a:lnTo>
                    <a:pt x="899224" y="455538"/>
                  </a:lnTo>
                  <a:lnTo>
                    <a:pt x="900083" y="456853"/>
                  </a:lnTo>
                  <a:lnTo>
                    <a:pt x="899830" y="457304"/>
                  </a:lnTo>
                  <a:lnTo>
                    <a:pt x="898247" y="457462"/>
                  </a:lnTo>
                  <a:lnTo>
                    <a:pt x="896995" y="458985"/>
                  </a:lnTo>
                  <a:lnTo>
                    <a:pt x="897782" y="459880"/>
                  </a:lnTo>
                  <a:lnTo>
                    <a:pt x="900597" y="460663"/>
                  </a:lnTo>
                  <a:lnTo>
                    <a:pt x="902617" y="460862"/>
                  </a:lnTo>
                  <a:lnTo>
                    <a:pt x="903631" y="461740"/>
                  </a:lnTo>
                  <a:lnTo>
                    <a:pt x="902798" y="462716"/>
                  </a:lnTo>
                  <a:lnTo>
                    <a:pt x="900431" y="463865"/>
                  </a:lnTo>
                  <a:lnTo>
                    <a:pt x="900363" y="465572"/>
                  </a:lnTo>
                  <a:lnTo>
                    <a:pt x="902117" y="466256"/>
                  </a:lnTo>
                  <a:lnTo>
                    <a:pt x="903679" y="465841"/>
                  </a:lnTo>
                  <a:lnTo>
                    <a:pt x="904319" y="466013"/>
                  </a:lnTo>
                  <a:lnTo>
                    <a:pt x="904777" y="470144"/>
                  </a:lnTo>
                  <a:lnTo>
                    <a:pt x="905041" y="471002"/>
                  </a:lnTo>
                  <a:lnTo>
                    <a:pt x="903363" y="471735"/>
                  </a:lnTo>
                  <a:lnTo>
                    <a:pt x="903356" y="472523"/>
                  </a:lnTo>
                  <a:lnTo>
                    <a:pt x="904472" y="473174"/>
                  </a:lnTo>
                  <a:lnTo>
                    <a:pt x="906327" y="473715"/>
                  </a:lnTo>
                  <a:lnTo>
                    <a:pt x="906940" y="474457"/>
                  </a:lnTo>
                  <a:lnTo>
                    <a:pt x="907064" y="475689"/>
                  </a:lnTo>
                  <a:lnTo>
                    <a:pt x="907446" y="476345"/>
                  </a:lnTo>
                  <a:lnTo>
                    <a:pt x="908509" y="476464"/>
                  </a:lnTo>
                  <a:lnTo>
                    <a:pt x="909679" y="474931"/>
                  </a:lnTo>
                  <a:lnTo>
                    <a:pt x="910370" y="473641"/>
                  </a:lnTo>
                  <a:lnTo>
                    <a:pt x="911376" y="474126"/>
                  </a:lnTo>
                  <a:lnTo>
                    <a:pt x="911451" y="475736"/>
                  </a:lnTo>
                  <a:lnTo>
                    <a:pt x="912651" y="477567"/>
                  </a:lnTo>
                  <a:lnTo>
                    <a:pt x="913087" y="477867"/>
                  </a:lnTo>
                  <a:lnTo>
                    <a:pt x="913433" y="480463"/>
                  </a:lnTo>
                  <a:lnTo>
                    <a:pt x="914413" y="478154"/>
                  </a:lnTo>
                  <a:lnTo>
                    <a:pt x="915131" y="478644"/>
                  </a:lnTo>
                  <a:lnTo>
                    <a:pt x="915944" y="478759"/>
                  </a:lnTo>
                  <a:lnTo>
                    <a:pt x="915666" y="480993"/>
                  </a:lnTo>
                  <a:lnTo>
                    <a:pt x="915180" y="482751"/>
                  </a:lnTo>
                  <a:lnTo>
                    <a:pt x="915819" y="483851"/>
                  </a:lnTo>
                  <a:lnTo>
                    <a:pt x="916315" y="485487"/>
                  </a:lnTo>
                  <a:lnTo>
                    <a:pt x="917631" y="487735"/>
                  </a:lnTo>
                  <a:lnTo>
                    <a:pt x="917272" y="488814"/>
                  </a:lnTo>
                  <a:lnTo>
                    <a:pt x="915717" y="491121"/>
                  </a:lnTo>
                  <a:lnTo>
                    <a:pt x="914898" y="494772"/>
                  </a:lnTo>
                  <a:lnTo>
                    <a:pt x="914705" y="496037"/>
                  </a:lnTo>
                  <a:lnTo>
                    <a:pt x="913905" y="498133"/>
                  </a:lnTo>
                  <a:lnTo>
                    <a:pt x="912808" y="500166"/>
                  </a:lnTo>
                  <a:lnTo>
                    <a:pt x="913496" y="499951"/>
                  </a:lnTo>
                  <a:lnTo>
                    <a:pt x="915946" y="496214"/>
                  </a:lnTo>
                  <a:lnTo>
                    <a:pt x="917402" y="494959"/>
                  </a:lnTo>
                  <a:lnTo>
                    <a:pt x="920607" y="494280"/>
                  </a:lnTo>
                  <a:lnTo>
                    <a:pt x="921382" y="493232"/>
                  </a:lnTo>
                  <a:lnTo>
                    <a:pt x="922555" y="492798"/>
                  </a:lnTo>
                  <a:lnTo>
                    <a:pt x="923274" y="493993"/>
                  </a:lnTo>
                  <a:lnTo>
                    <a:pt x="923347" y="496144"/>
                  </a:lnTo>
                  <a:lnTo>
                    <a:pt x="924296" y="496823"/>
                  </a:lnTo>
                  <a:lnTo>
                    <a:pt x="925293" y="496113"/>
                  </a:lnTo>
                  <a:lnTo>
                    <a:pt x="926199" y="496747"/>
                  </a:lnTo>
                  <a:lnTo>
                    <a:pt x="925655" y="498099"/>
                  </a:lnTo>
                  <a:lnTo>
                    <a:pt x="922749" y="503642"/>
                  </a:lnTo>
                  <a:lnTo>
                    <a:pt x="921901" y="505868"/>
                  </a:lnTo>
                  <a:lnTo>
                    <a:pt x="921658" y="507442"/>
                  </a:lnTo>
                  <a:lnTo>
                    <a:pt x="922656" y="505284"/>
                  </a:lnTo>
                  <a:lnTo>
                    <a:pt x="926305" y="500305"/>
                  </a:lnTo>
                  <a:lnTo>
                    <a:pt x="926695" y="499560"/>
                  </a:lnTo>
                  <a:lnTo>
                    <a:pt x="927490" y="497429"/>
                  </a:lnTo>
                  <a:lnTo>
                    <a:pt x="928224" y="496037"/>
                  </a:lnTo>
                  <a:lnTo>
                    <a:pt x="930191" y="496530"/>
                  </a:lnTo>
                  <a:lnTo>
                    <a:pt x="931204" y="497529"/>
                  </a:lnTo>
                  <a:lnTo>
                    <a:pt x="931673" y="500318"/>
                  </a:lnTo>
                  <a:lnTo>
                    <a:pt x="932468" y="503356"/>
                  </a:lnTo>
                  <a:lnTo>
                    <a:pt x="933668" y="506721"/>
                  </a:lnTo>
                  <a:lnTo>
                    <a:pt x="936850" y="508354"/>
                  </a:lnTo>
                  <a:lnTo>
                    <a:pt x="938006" y="508620"/>
                  </a:lnTo>
                  <a:lnTo>
                    <a:pt x="939996" y="507480"/>
                  </a:lnTo>
                  <a:lnTo>
                    <a:pt x="940310" y="505907"/>
                  </a:lnTo>
                  <a:lnTo>
                    <a:pt x="941863" y="505425"/>
                  </a:lnTo>
                  <a:lnTo>
                    <a:pt x="942953" y="505617"/>
                  </a:lnTo>
                  <a:lnTo>
                    <a:pt x="943330" y="508649"/>
                  </a:lnTo>
                  <a:lnTo>
                    <a:pt x="944493" y="510259"/>
                  </a:lnTo>
                  <a:lnTo>
                    <a:pt x="945651" y="511586"/>
                  </a:lnTo>
                  <a:lnTo>
                    <a:pt x="946767" y="512277"/>
                  </a:lnTo>
                  <a:lnTo>
                    <a:pt x="948398" y="512575"/>
                  </a:lnTo>
                  <a:lnTo>
                    <a:pt x="949289" y="514035"/>
                  </a:lnTo>
                  <a:lnTo>
                    <a:pt x="949290" y="514639"/>
                  </a:lnTo>
                  <a:lnTo>
                    <a:pt x="948371" y="516203"/>
                  </a:lnTo>
                  <a:lnTo>
                    <a:pt x="947487" y="518480"/>
                  </a:lnTo>
                  <a:lnTo>
                    <a:pt x="945942" y="520071"/>
                  </a:lnTo>
                  <a:lnTo>
                    <a:pt x="943786" y="520145"/>
                  </a:lnTo>
                  <a:lnTo>
                    <a:pt x="940808" y="521139"/>
                  </a:lnTo>
                  <a:lnTo>
                    <a:pt x="940688" y="522039"/>
                  </a:lnTo>
                  <a:lnTo>
                    <a:pt x="940032" y="523029"/>
                  </a:lnTo>
                  <a:lnTo>
                    <a:pt x="938449" y="524009"/>
                  </a:lnTo>
                  <a:lnTo>
                    <a:pt x="937585" y="524753"/>
                  </a:lnTo>
                  <a:lnTo>
                    <a:pt x="936186" y="528451"/>
                  </a:lnTo>
                  <a:lnTo>
                    <a:pt x="935337" y="530030"/>
                  </a:lnTo>
                  <a:lnTo>
                    <a:pt x="934357" y="530330"/>
                  </a:lnTo>
                  <a:lnTo>
                    <a:pt x="932979" y="530180"/>
                  </a:lnTo>
                  <a:lnTo>
                    <a:pt x="932077" y="530516"/>
                  </a:lnTo>
                  <a:lnTo>
                    <a:pt x="931416" y="531191"/>
                  </a:lnTo>
                  <a:lnTo>
                    <a:pt x="931028" y="532196"/>
                  </a:lnTo>
                  <a:lnTo>
                    <a:pt x="930731" y="532569"/>
                  </a:lnTo>
                  <a:lnTo>
                    <a:pt x="928884" y="533589"/>
                  </a:lnTo>
                  <a:lnTo>
                    <a:pt x="925533" y="536394"/>
                  </a:lnTo>
                  <a:lnTo>
                    <a:pt x="923760" y="536481"/>
                  </a:lnTo>
                  <a:lnTo>
                    <a:pt x="922661" y="536155"/>
                  </a:lnTo>
                  <a:lnTo>
                    <a:pt x="921825" y="536387"/>
                  </a:lnTo>
                  <a:lnTo>
                    <a:pt x="921254" y="537175"/>
                  </a:lnTo>
                  <a:lnTo>
                    <a:pt x="919655" y="538540"/>
                  </a:lnTo>
                  <a:lnTo>
                    <a:pt x="919174" y="539374"/>
                  </a:lnTo>
                  <a:lnTo>
                    <a:pt x="918892" y="540329"/>
                  </a:lnTo>
                  <a:lnTo>
                    <a:pt x="918675" y="542303"/>
                  </a:lnTo>
                  <a:lnTo>
                    <a:pt x="918484" y="543015"/>
                  </a:lnTo>
                  <a:lnTo>
                    <a:pt x="918170" y="543428"/>
                  </a:lnTo>
                  <a:lnTo>
                    <a:pt x="916826" y="543017"/>
                  </a:lnTo>
                  <a:lnTo>
                    <a:pt x="915326" y="541738"/>
                  </a:lnTo>
                  <a:lnTo>
                    <a:pt x="915620" y="543093"/>
                  </a:lnTo>
                  <a:lnTo>
                    <a:pt x="917996" y="545383"/>
                  </a:lnTo>
                  <a:lnTo>
                    <a:pt x="918677" y="546654"/>
                  </a:lnTo>
                  <a:lnTo>
                    <a:pt x="918032" y="547752"/>
                  </a:lnTo>
                  <a:lnTo>
                    <a:pt x="916520" y="549476"/>
                  </a:lnTo>
                  <a:lnTo>
                    <a:pt x="916344" y="550403"/>
                  </a:lnTo>
                  <a:lnTo>
                    <a:pt x="916964" y="550892"/>
                  </a:lnTo>
                  <a:lnTo>
                    <a:pt x="916719" y="551674"/>
                  </a:lnTo>
                  <a:lnTo>
                    <a:pt x="915890" y="552503"/>
                  </a:lnTo>
                  <a:lnTo>
                    <a:pt x="915984" y="552845"/>
                  </a:lnTo>
                  <a:lnTo>
                    <a:pt x="916074" y="553180"/>
                  </a:lnTo>
                  <a:lnTo>
                    <a:pt x="918132" y="551985"/>
                  </a:lnTo>
                  <a:lnTo>
                    <a:pt x="919962" y="549436"/>
                  </a:lnTo>
                  <a:lnTo>
                    <a:pt x="921159" y="546858"/>
                  </a:lnTo>
                  <a:lnTo>
                    <a:pt x="921757" y="546135"/>
                  </a:lnTo>
                  <a:lnTo>
                    <a:pt x="924119" y="545181"/>
                  </a:lnTo>
                  <a:lnTo>
                    <a:pt x="925515" y="544060"/>
                  </a:lnTo>
                  <a:lnTo>
                    <a:pt x="927512" y="542021"/>
                  </a:lnTo>
                  <a:lnTo>
                    <a:pt x="929702" y="539060"/>
                  </a:lnTo>
                  <a:lnTo>
                    <a:pt x="932085" y="535179"/>
                  </a:lnTo>
                  <a:lnTo>
                    <a:pt x="935123" y="532148"/>
                  </a:lnTo>
                  <a:lnTo>
                    <a:pt x="938817" y="529964"/>
                  </a:lnTo>
                  <a:lnTo>
                    <a:pt x="941527" y="528850"/>
                  </a:lnTo>
                  <a:lnTo>
                    <a:pt x="943254" y="528801"/>
                  </a:lnTo>
                  <a:lnTo>
                    <a:pt x="943341" y="528434"/>
                  </a:lnTo>
                  <a:lnTo>
                    <a:pt x="941791" y="527749"/>
                  </a:lnTo>
                  <a:lnTo>
                    <a:pt x="940512" y="527615"/>
                  </a:lnTo>
                  <a:lnTo>
                    <a:pt x="938922" y="528112"/>
                  </a:lnTo>
                  <a:lnTo>
                    <a:pt x="938430" y="526929"/>
                  </a:lnTo>
                  <a:lnTo>
                    <a:pt x="938483" y="526414"/>
                  </a:lnTo>
                  <a:lnTo>
                    <a:pt x="939007" y="525535"/>
                  </a:lnTo>
                  <a:lnTo>
                    <a:pt x="940346" y="524752"/>
                  </a:lnTo>
                  <a:lnTo>
                    <a:pt x="946899" y="525847"/>
                  </a:lnTo>
                  <a:lnTo>
                    <a:pt x="949158" y="526685"/>
                  </a:lnTo>
                  <a:lnTo>
                    <a:pt x="951624" y="533729"/>
                  </a:lnTo>
                  <a:lnTo>
                    <a:pt x="952191" y="535994"/>
                  </a:lnTo>
                  <a:lnTo>
                    <a:pt x="952350" y="537645"/>
                  </a:lnTo>
                  <a:lnTo>
                    <a:pt x="952100" y="538678"/>
                  </a:lnTo>
                  <a:lnTo>
                    <a:pt x="951112" y="539902"/>
                  </a:lnTo>
                  <a:lnTo>
                    <a:pt x="948324" y="542336"/>
                  </a:lnTo>
                  <a:lnTo>
                    <a:pt x="947931" y="542976"/>
                  </a:lnTo>
                  <a:lnTo>
                    <a:pt x="947894" y="543317"/>
                  </a:lnTo>
                  <a:lnTo>
                    <a:pt x="949111" y="543809"/>
                  </a:lnTo>
                  <a:lnTo>
                    <a:pt x="949498" y="544480"/>
                  </a:lnTo>
                  <a:lnTo>
                    <a:pt x="950115" y="547182"/>
                  </a:lnTo>
                  <a:lnTo>
                    <a:pt x="951368" y="545426"/>
                  </a:lnTo>
                  <a:lnTo>
                    <a:pt x="953744" y="541168"/>
                  </a:lnTo>
                  <a:lnTo>
                    <a:pt x="955689" y="539193"/>
                  </a:lnTo>
                  <a:lnTo>
                    <a:pt x="957328" y="538655"/>
                  </a:lnTo>
                  <a:lnTo>
                    <a:pt x="959284" y="538395"/>
                  </a:lnTo>
                  <a:lnTo>
                    <a:pt x="959958" y="538437"/>
                  </a:lnTo>
                  <a:lnTo>
                    <a:pt x="960192" y="539818"/>
                  </a:lnTo>
                  <a:lnTo>
                    <a:pt x="961218" y="542591"/>
                  </a:lnTo>
                  <a:lnTo>
                    <a:pt x="962169" y="543311"/>
                  </a:lnTo>
                  <a:lnTo>
                    <a:pt x="963987" y="543680"/>
                  </a:lnTo>
                  <a:lnTo>
                    <a:pt x="965623" y="547122"/>
                  </a:lnTo>
                  <a:lnTo>
                    <a:pt x="966246" y="549495"/>
                  </a:lnTo>
                  <a:lnTo>
                    <a:pt x="966835" y="550881"/>
                  </a:lnTo>
                  <a:lnTo>
                    <a:pt x="966789" y="551817"/>
                  </a:lnTo>
                  <a:lnTo>
                    <a:pt x="966887" y="552597"/>
                  </a:lnTo>
                  <a:lnTo>
                    <a:pt x="967317" y="553782"/>
                  </a:lnTo>
                  <a:lnTo>
                    <a:pt x="967532" y="554780"/>
                  </a:lnTo>
                  <a:lnTo>
                    <a:pt x="967416" y="557064"/>
                  </a:lnTo>
                  <a:lnTo>
                    <a:pt x="966460" y="561030"/>
                  </a:lnTo>
                  <a:lnTo>
                    <a:pt x="967170" y="564636"/>
                  </a:lnTo>
                  <a:lnTo>
                    <a:pt x="966851" y="566262"/>
                  </a:lnTo>
                  <a:lnTo>
                    <a:pt x="966685" y="568853"/>
                  </a:lnTo>
                  <a:lnTo>
                    <a:pt x="967297" y="570583"/>
                  </a:lnTo>
                  <a:lnTo>
                    <a:pt x="967477" y="571587"/>
                  </a:lnTo>
                  <a:lnTo>
                    <a:pt x="966959" y="572173"/>
                  </a:lnTo>
                  <a:lnTo>
                    <a:pt x="963342" y="573609"/>
                  </a:lnTo>
                  <a:lnTo>
                    <a:pt x="961918" y="573638"/>
                  </a:lnTo>
                  <a:lnTo>
                    <a:pt x="961548" y="574502"/>
                  </a:lnTo>
                  <a:lnTo>
                    <a:pt x="962644" y="574754"/>
                  </a:lnTo>
                  <a:lnTo>
                    <a:pt x="964641" y="574713"/>
                  </a:lnTo>
                  <a:lnTo>
                    <a:pt x="967053" y="575593"/>
                  </a:lnTo>
                  <a:lnTo>
                    <a:pt x="968117" y="576570"/>
                  </a:lnTo>
                  <a:lnTo>
                    <a:pt x="968577" y="577937"/>
                  </a:lnTo>
                  <a:lnTo>
                    <a:pt x="968460" y="579024"/>
                  </a:lnTo>
                  <a:lnTo>
                    <a:pt x="967768" y="579829"/>
                  </a:lnTo>
                  <a:lnTo>
                    <a:pt x="966411" y="579672"/>
                  </a:lnTo>
                  <a:lnTo>
                    <a:pt x="965105" y="578936"/>
                  </a:lnTo>
                  <a:lnTo>
                    <a:pt x="965185" y="579647"/>
                  </a:lnTo>
                  <a:lnTo>
                    <a:pt x="967127" y="581420"/>
                  </a:lnTo>
                  <a:lnTo>
                    <a:pt x="967696" y="582321"/>
                  </a:lnTo>
                  <a:lnTo>
                    <a:pt x="968746" y="583453"/>
                  </a:lnTo>
                  <a:lnTo>
                    <a:pt x="968953" y="584974"/>
                  </a:lnTo>
                  <a:lnTo>
                    <a:pt x="968699" y="586521"/>
                  </a:lnTo>
                  <a:lnTo>
                    <a:pt x="965039" y="592682"/>
                  </a:lnTo>
                  <a:lnTo>
                    <a:pt x="962029" y="596589"/>
                  </a:lnTo>
                  <a:lnTo>
                    <a:pt x="959008" y="600018"/>
                  </a:lnTo>
                  <a:lnTo>
                    <a:pt x="954155" y="606618"/>
                  </a:lnTo>
                  <a:lnTo>
                    <a:pt x="953675" y="606940"/>
                  </a:lnTo>
                  <a:lnTo>
                    <a:pt x="952797" y="607065"/>
                  </a:lnTo>
                  <a:lnTo>
                    <a:pt x="950485" y="606009"/>
                  </a:lnTo>
                  <a:lnTo>
                    <a:pt x="948640" y="606280"/>
                  </a:lnTo>
                  <a:lnTo>
                    <a:pt x="945143" y="607556"/>
                  </a:lnTo>
                  <a:lnTo>
                    <a:pt x="944188" y="608336"/>
                  </a:lnTo>
                  <a:lnTo>
                    <a:pt x="942270" y="610625"/>
                  </a:lnTo>
                  <a:lnTo>
                    <a:pt x="941512" y="610952"/>
                  </a:lnTo>
                  <a:lnTo>
                    <a:pt x="939456" y="611418"/>
                  </a:lnTo>
                  <a:lnTo>
                    <a:pt x="937505" y="611102"/>
                  </a:lnTo>
                  <a:lnTo>
                    <a:pt x="936732" y="611422"/>
                  </a:lnTo>
                  <a:lnTo>
                    <a:pt x="935790" y="612544"/>
                  </a:lnTo>
                  <a:lnTo>
                    <a:pt x="935546" y="613137"/>
                  </a:lnTo>
                  <a:lnTo>
                    <a:pt x="935287" y="615069"/>
                  </a:lnTo>
                  <a:lnTo>
                    <a:pt x="930548" y="623714"/>
                  </a:lnTo>
                  <a:lnTo>
                    <a:pt x="929294" y="626646"/>
                  </a:lnTo>
                  <a:lnTo>
                    <a:pt x="926879" y="629732"/>
                  </a:lnTo>
                  <a:lnTo>
                    <a:pt x="924223" y="635150"/>
                  </a:lnTo>
                  <a:lnTo>
                    <a:pt x="921913" y="637331"/>
                  </a:lnTo>
                  <a:lnTo>
                    <a:pt x="921107" y="640341"/>
                  </a:lnTo>
                  <a:lnTo>
                    <a:pt x="918906" y="642168"/>
                  </a:lnTo>
                  <a:lnTo>
                    <a:pt x="914841" y="642632"/>
                  </a:lnTo>
                  <a:lnTo>
                    <a:pt x="912910" y="643156"/>
                  </a:lnTo>
                  <a:lnTo>
                    <a:pt x="910650" y="642309"/>
                  </a:lnTo>
                  <a:lnTo>
                    <a:pt x="908957" y="643621"/>
                  </a:lnTo>
                  <a:lnTo>
                    <a:pt x="906408" y="644032"/>
                  </a:lnTo>
                  <a:lnTo>
                    <a:pt x="905170" y="643723"/>
                  </a:lnTo>
                  <a:lnTo>
                    <a:pt x="900229" y="646616"/>
                  </a:lnTo>
                  <a:lnTo>
                    <a:pt x="898975" y="643870"/>
                  </a:lnTo>
                  <a:lnTo>
                    <a:pt x="898019" y="642810"/>
                  </a:lnTo>
                  <a:lnTo>
                    <a:pt x="895229" y="642631"/>
                  </a:lnTo>
                  <a:lnTo>
                    <a:pt x="892998" y="641497"/>
                  </a:lnTo>
                  <a:lnTo>
                    <a:pt x="890963" y="641283"/>
                  </a:lnTo>
                  <a:lnTo>
                    <a:pt x="888981" y="640777"/>
                  </a:lnTo>
                  <a:lnTo>
                    <a:pt x="887677" y="640783"/>
                  </a:lnTo>
                  <a:lnTo>
                    <a:pt x="886320" y="641081"/>
                  </a:lnTo>
                  <a:lnTo>
                    <a:pt x="884209" y="641009"/>
                  </a:lnTo>
                  <a:lnTo>
                    <a:pt x="883040" y="642523"/>
                  </a:lnTo>
                  <a:lnTo>
                    <a:pt x="879088" y="642061"/>
                  </a:lnTo>
                  <a:lnTo>
                    <a:pt x="877419" y="640689"/>
                  </a:lnTo>
                  <a:lnTo>
                    <a:pt x="876053" y="640402"/>
                  </a:lnTo>
                  <a:lnTo>
                    <a:pt x="874215" y="640709"/>
                  </a:lnTo>
                  <a:lnTo>
                    <a:pt x="872459" y="641729"/>
                  </a:lnTo>
                  <a:lnTo>
                    <a:pt x="868615" y="640562"/>
                  </a:lnTo>
                  <a:lnTo>
                    <a:pt x="864539" y="641550"/>
                  </a:lnTo>
                  <a:lnTo>
                    <a:pt x="860984" y="640888"/>
                  </a:lnTo>
                  <a:lnTo>
                    <a:pt x="859989" y="640234"/>
                  </a:lnTo>
                  <a:lnTo>
                    <a:pt x="854381" y="642029"/>
                  </a:lnTo>
                  <a:lnTo>
                    <a:pt x="852190" y="640999"/>
                  </a:lnTo>
                  <a:lnTo>
                    <a:pt x="850258" y="643750"/>
                  </a:lnTo>
                  <a:lnTo>
                    <a:pt x="848933" y="643179"/>
                  </a:lnTo>
                  <a:lnTo>
                    <a:pt x="847495" y="643584"/>
                  </a:lnTo>
                  <a:lnTo>
                    <a:pt x="847015" y="643064"/>
                  </a:lnTo>
                  <a:lnTo>
                    <a:pt x="846057" y="643430"/>
                  </a:lnTo>
                  <a:lnTo>
                    <a:pt x="845437" y="644928"/>
                  </a:lnTo>
                  <a:lnTo>
                    <a:pt x="844623" y="645098"/>
                  </a:lnTo>
                  <a:lnTo>
                    <a:pt x="843270" y="647754"/>
                  </a:lnTo>
                  <a:lnTo>
                    <a:pt x="840996" y="649877"/>
                  </a:lnTo>
                  <a:lnTo>
                    <a:pt x="837666" y="661458"/>
                  </a:lnTo>
                  <a:lnTo>
                    <a:pt x="837354" y="665908"/>
                  </a:lnTo>
                  <a:lnTo>
                    <a:pt x="836103" y="668944"/>
                  </a:lnTo>
                  <a:lnTo>
                    <a:pt x="834999" y="669352"/>
                  </a:lnTo>
                  <a:lnTo>
                    <a:pt x="834091" y="669421"/>
                  </a:lnTo>
                  <a:lnTo>
                    <a:pt x="828334" y="671652"/>
                  </a:lnTo>
                  <a:lnTo>
                    <a:pt x="825771" y="673413"/>
                  </a:lnTo>
                  <a:lnTo>
                    <a:pt x="826467" y="674817"/>
                  </a:lnTo>
                  <a:lnTo>
                    <a:pt x="825628" y="675860"/>
                  </a:lnTo>
                  <a:lnTo>
                    <a:pt x="824267" y="676299"/>
                  </a:lnTo>
                  <a:lnTo>
                    <a:pt x="822797" y="677580"/>
                  </a:lnTo>
                  <a:lnTo>
                    <a:pt x="821842" y="679027"/>
                  </a:lnTo>
                  <a:lnTo>
                    <a:pt x="821375" y="681027"/>
                  </a:lnTo>
                  <a:lnTo>
                    <a:pt x="818422" y="684294"/>
                  </a:lnTo>
                  <a:lnTo>
                    <a:pt x="814996" y="691838"/>
                  </a:lnTo>
                  <a:lnTo>
                    <a:pt x="813359" y="697370"/>
                  </a:lnTo>
                  <a:lnTo>
                    <a:pt x="811370" y="701378"/>
                  </a:lnTo>
                  <a:lnTo>
                    <a:pt x="809965" y="702903"/>
                  </a:lnTo>
                  <a:lnTo>
                    <a:pt x="808965" y="703140"/>
                  </a:lnTo>
                  <a:lnTo>
                    <a:pt x="807945" y="702661"/>
                  </a:lnTo>
                  <a:lnTo>
                    <a:pt x="806250" y="700782"/>
                  </a:lnTo>
                  <a:lnTo>
                    <a:pt x="805005" y="700575"/>
                  </a:lnTo>
                  <a:lnTo>
                    <a:pt x="801904" y="697959"/>
                  </a:lnTo>
                  <a:lnTo>
                    <a:pt x="794699" y="695326"/>
                  </a:lnTo>
                  <a:lnTo>
                    <a:pt x="795785" y="696310"/>
                  </a:lnTo>
                  <a:lnTo>
                    <a:pt x="796737" y="697933"/>
                  </a:lnTo>
                  <a:lnTo>
                    <a:pt x="798641" y="698351"/>
                  </a:lnTo>
                  <a:lnTo>
                    <a:pt x="800576" y="698318"/>
                  </a:lnTo>
                  <a:lnTo>
                    <a:pt x="804611" y="701592"/>
                  </a:lnTo>
                  <a:lnTo>
                    <a:pt x="806589" y="702709"/>
                  </a:lnTo>
                  <a:lnTo>
                    <a:pt x="807788" y="703698"/>
                  </a:lnTo>
                  <a:lnTo>
                    <a:pt x="808816" y="705890"/>
                  </a:lnTo>
                  <a:lnTo>
                    <a:pt x="808080" y="710190"/>
                  </a:lnTo>
                  <a:lnTo>
                    <a:pt x="807334" y="713746"/>
                  </a:lnTo>
                  <a:lnTo>
                    <a:pt x="806325" y="716474"/>
                  </a:lnTo>
                  <a:lnTo>
                    <a:pt x="802854" y="723474"/>
                  </a:lnTo>
                  <a:lnTo>
                    <a:pt x="801174" y="725825"/>
                  </a:lnTo>
                  <a:lnTo>
                    <a:pt x="798246" y="734207"/>
                  </a:lnTo>
                  <a:lnTo>
                    <a:pt x="795216" y="738140"/>
                  </a:lnTo>
                  <a:lnTo>
                    <a:pt x="793593" y="740555"/>
                  </a:lnTo>
                  <a:lnTo>
                    <a:pt x="791865" y="744367"/>
                  </a:lnTo>
                  <a:lnTo>
                    <a:pt x="787812" y="747250"/>
                  </a:lnTo>
                  <a:lnTo>
                    <a:pt x="786307" y="747983"/>
                  </a:lnTo>
                  <a:lnTo>
                    <a:pt x="784918" y="747592"/>
                  </a:lnTo>
                  <a:lnTo>
                    <a:pt x="783227" y="749938"/>
                  </a:lnTo>
                  <a:lnTo>
                    <a:pt x="781227" y="751372"/>
                  </a:lnTo>
                  <a:lnTo>
                    <a:pt x="780636" y="753554"/>
                  </a:lnTo>
                  <a:lnTo>
                    <a:pt x="775827" y="759397"/>
                  </a:lnTo>
                  <a:lnTo>
                    <a:pt x="773982" y="760133"/>
                  </a:lnTo>
                  <a:lnTo>
                    <a:pt x="772411" y="761690"/>
                  </a:lnTo>
                  <a:lnTo>
                    <a:pt x="771946" y="764333"/>
                  </a:lnTo>
                  <a:lnTo>
                    <a:pt x="770544" y="765927"/>
                  </a:lnTo>
                  <a:lnTo>
                    <a:pt x="770155" y="767148"/>
                  </a:lnTo>
                  <a:lnTo>
                    <a:pt x="768975" y="770846"/>
                  </a:lnTo>
                  <a:lnTo>
                    <a:pt x="766783" y="775622"/>
                  </a:lnTo>
                  <a:lnTo>
                    <a:pt x="764111" y="776421"/>
                  </a:lnTo>
                  <a:lnTo>
                    <a:pt x="763135" y="778083"/>
                  </a:lnTo>
                  <a:lnTo>
                    <a:pt x="762004" y="780765"/>
                  </a:lnTo>
                  <a:lnTo>
                    <a:pt x="760410" y="782606"/>
                  </a:lnTo>
                  <a:lnTo>
                    <a:pt x="757262" y="781744"/>
                  </a:lnTo>
                  <a:lnTo>
                    <a:pt x="758027" y="782872"/>
                  </a:lnTo>
                  <a:lnTo>
                    <a:pt x="760844" y="784631"/>
                  </a:lnTo>
                  <a:lnTo>
                    <a:pt x="761137" y="787238"/>
                  </a:lnTo>
                  <a:lnTo>
                    <a:pt x="759726" y="787861"/>
                  </a:lnTo>
                  <a:lnTo>
                    <a:pt x="756771" y="79133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2066023" y="1471410"/>
              <a:ext cx="5668" cy="7745"/>
            </a:xfrm>
            <a:custGeom>
              <a:avLst/>
              <a:pathLst>
                <a:path w="5668" h="7745">
                  <a:moveTo>
                    <a:pt x="3580" y="7452"/>
                  </a:moveTo>
                  <a:lnTo>
                    <a:pt x="1747" y="7745"/>
                  </a:lnTo>
                  <a:lnTo>
                    <a:pt x="55" y="5670"/>
                  </a:lnTo>
                  <a:lnTo>
                    <a:pt x="0" y="3735"/>
                  </a:lnTo>
                  <a:lnTo>
                    <a:pt x="113" y="2669"/>
                  </a:lnTo>
                  <a:lnTo>
                    <a:pt x="322" y="1732"/>
                  </a:lnTo>
                  <a:lnTo>
                    <a:pt x="938" y="932"/>
                  </a:lnTo>
                  <a:lnTo>
                    <a:pt x="2671" y="0"/>
                  </a:lnTo>
                  <a:lnTo>
                    <a:pt x="3457" y="689"/>
                  </a:lnTo>
                  <a:lnTo>
                    <a:pt x="3746" y="1522"/>
                  </a:lnTo>
                  <a:lnTo>
                    <a:pt x="4011" y="1848"/>
                  </a:lnTo>
                  <a:lnTo>
                    <a:pt x="5128" y="2568"/>
                  </a:lnTo>
                  <a:lnTo>
                    <a:pt x="5668" y="3397"/>
                  </a:lnTo>
                  <a:lnTo>
                    <a:pt x="5611" y="4351"/>
                  </a:lnTo>
                  <a:lnTo>
                    <a:pt x="5249" y="5803"/>
                  </a:lnTo>
                  <a:lnTo>
                    <a:pt x="4849" y="6733"/>
                  </a:lnTo>
                  <a:lnTo>
                    <a:pt x="4410" y="71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1817383" y="1465978"/>
              <a:ext cx="205398" cy="144659"/>
            </a:xfrm>
            <a:custGeom>
              <a:avLst/>
              <a:pathLst>
                <a:path w="205398" h="144659">
                  <a:moveTo>
                    <a:pt x="50784" y="23040"/>
                  </a:moveTo>
                  <a:lnTo>
                    <a:pt x="51504" y="23411"/>
                  </a:lnTo>
                  <a:lnTo>
                    <a:pt x="52817" y="23103"/>
                  </a:lnTo>
                  <a:lnTo>
                    <a:pt x="54725" y="22120"/>
                  </a:lnTo>
                  <a:lnTo>
                    <a:pt x="57185" y="21310"/>
                  </a:lnTo>
                  <a:lnTo>
                    <a:pt x="60198" y="20679"/>
                  </a:lnTo>
                  <a:lnTo>
                    <a:pt x="60996" y="21447"/>
                  </a:lnTo>
                  <a:lnTo>
                    <a:pt x="61497" y="21291"/>
                  </a:lnTo>
                  <a:lnTo>
                    <a:pt x="62383" y="20040"/>
                  </a:lnTo>
                  <a:lnTo>
                    <a:pt x="62541" y="19218"/>
                  </a:lnTo>
                  <a:lnTo>
                    <a:pt x="62430" y="18290"/>
                  </a:lnTo>
                  <a:lnTo>
                    <a:pt x="62481" y="16269"/>
                  </a:lnTo>
                  <a:lnTo>
                    <a:pt x="62953" y="15052"/>
                  </a:lnTo>
                  <a:lnTo>
                    <a:pt x="64741" y="12495"/>
                  </a:lnTo>
                  <a:lnTo>
                    <a:pt x="65699" y="11572"/>
                  </a:lnTo>
                  <a:lnTo>
                    <a:pt x="67226" y="11151"/>
                  </a:lnTo>
                  <a:lnTo>
                    <a:pt x="70859" y="11424"/>
                  </a:lnTo>
                  <a:lnTo>
                    <a:pt x="74264" y="12884"/>
                  </a:lnTo>
                  <a:lnTo>
                    <a:pt x="78871" y="14320"/>
                  </a:lnTo>
                  <a:lnTo>
                    <a:pt x="85601" y="17928"/>
                  </a:lnTo>
                  <a:lnTo>
                    <a:pt x="87709" y="19470"/>
                  </a:lnTo>
                  <a:lnTo>
                    <a:pt x="87929" y="20805"/>
                  </a:lnTo>
                  <a:lnTo>
                    <a:pt x="86735" y="23655"/>
                  </a:lnTo>
                  <a:lnTo>
                    <a:pt x="83835" y="27689"/>
                  </a:lnTo>
                  <a:lnTo>
                    <a:pt x="81506" y="29145"/>
                  </a:lnTo>
                  <a:lnTo>
                    <a:pt x="80607" y="30038"/>
                  </a:lnTo>
                  <a:lnTo>
                    <a:pt x="82124" y="30654"/>
                  </a:lnTo>
                  <a:lnTo>
                    <a:pt x="83106" y="31691"/>
                  </a:lnTo>
                  <a:lnTo>
                    <a:pt x="84600" y="30191"/>
                  </a:lnTo>
                  <a:lnTo>
                    <a:pt x="85692" y="28513"/>
                  </a:lnTo>
                  <a:lnTo>
                    <a:pt x="87239" y="27120"/>
                  </a:lnTo>
                  <a:lnTo>
                    <a:pt x="87765" y="26996"/>
                  </a:lnTo>
                  <a:lnTo>
                    <a:pt x="87895" y="27291"/>
                  </a:lnTo>
                  <a:lnTo>
                    <a:pt x="87625" y="28006"/>
                  </a:lnTo>
                  <a:lnTo>
                    <a:pt x="87510" y="28707"/>
                  </a:lnTo>
                  <a:lnTo>
                    <a:pt x="87550" y="29391"/>
                  </a:lnTo>
                  <a:lnTo>
                    <a:pt x="87728" y="29808"/>
                  </a:lnTo>
                  <a:lnTo>
                    <a:pt x="88676" y="30022"/>
                  </a:lnTo>
                  <a:lnTo>
                    <a:pt x="89184" y="29765"/>
                  </a:lnTo>
                  <a:lnTo>
                    <a:pt x="91238" y="27796"/>
                  </a:lnTo>
                  <a:lnTo>
                    <a:pt x="93253" y="24785"/>
                  </a:lnTo>
                  <a:lnTo>
                    <a:pt x="96307" y="22839"/>
                  </a:lnTo>
                  <a:lnTo>
                    <a:pt x="97139" y="21845"/>
                  </a:lnTo>
                  <a:lnTo>
                    <a:pt x="99798" y="21020"/>
                  </a:lnTo>
                  <a:lnTo>
                    <a:pt x="99766" y="20436"/>
                  </a:lnTo>
                  <a:lnTo>
                    <a:pt x="99889" y="18136"/>
                  </a:lnTo>
                  <a:lnTo>
                    <a:pt x="98958" y="17156"/>
                  </a:lnTo>
                  <a:lnTo>
                    <a:pt x="95841" y="15106"/>
                  </a:lnTo>
                  <a:lnTo>
                    <a:pt x="94299" y="12650"/>
                  </a:lnTo>
                  <a:lnTo>
                    <a:pt x="94623" y="10769"/>
                  </a:lnTo>
                  <a:lnTo>
                    <a:pt x="96345" y="11043"/>
                  </a:lnTo>
                  <a:lnTo>
                    <a:pt x="101053" y="11243"/>
                  </a:lnTo>
                  <a:lnTo>
                    <a:pt x="102032" y="11495"/>
                  </a:lnTo>
                  <a:lnTo>
                    <a:pt x="106557" y="14685"/>
                  </a:lnTo>
                  <a:lnTo>
                    <a:pt x="108156" y="16671"/>
                  </a:lnTo>
                  <a:lnTo>
                    <a:pt x="109428" y="17658"/>
                  </a:lnTo>
                  <a:lnTo>
                    <a:pt x="112099" y="19096"/>
                  </a:lnTo>
                  <a:lnTo>
                    <a:pt x="112995" y="20264"/>
                  </a:lnTo>
                  <a:lnTo>
                    <a:pt x="113626" y="20739"/>
                  </a:lnTo>
                  <a:lnTo>
                    <a:pt x="113845" y="21232"/>
                  </a:lnTo>
                  <a:lnTo>
                    <a:pt x="113649" y="21743"/>
                  </a:lnTo>
                  <a:lnTo>
                    <a:pt x="113546" y="22949"/>
                  </a:lnTo>
                  <a:lnTo>
                    <a:pt x="114042" y="23337"/>
                  </a:lnTo>
                  <a:lnTo>
                    <a:pt x="115779" y="23790"/>
                  </a:lnTo>
                  <a:lnTo>
                    <a:pt x="116265" y="24276"/>
                  </a:lnTo>
                  <a:lnTo>
                    <a:pt x="116909" y="25807"/>
                  </a:lnTo>
                  <a:lnTo>
                    <a:pt x="117710" y="28386"/>
                  </a:lnTo>
                  <a:lnTo>
                    <a:pt x="118407" y="31183"/>
                  </a:lnTo>
                  <a:lnTo>
                    <a:pt x="119506" y="36460"/>
                  </a:lnTo>
                  <a:lnTo>
                    <a:pt x="121700" y="43504"/>
                  </a:lnTo>
                  <a:lnTo>
                    <a:pt x="122449" y="47913"/>
                  </a:lnTo>
                  <a:lnTo>
                    <a:pt x="122701" y="48722"/>
                  </a:lnTo>
                  <a:lnTo>
                    <a:pt x="123196" y="49279"/>
                  </a:lnTo>
                  <a:lnTo>
                    <a:pt x="124602" y="50090"/>
                  </a:lnTo>
                  <a:lnTo>
                    <a:pt x="125686" y="51237"/>
                  </a:lnTo>
                  <a:lnTo>
                    <a:pt x="126964" y="51606"/>
                  </a:lnTo>
                  <a:lnTo>
                    <a:pt x="127275" y="51502"/>
                  </a:lnTo>
                  <a:lnTo>
                    <a:pt x="127593" y="50517"/>
                  </a:lnTo>
                  <a:lnTo>
                    <a:pt x="128390" y="48949"/>
                  </a:lnTo>
                  <a:lnTo>
                    <a:pt x="132255" y="45901"/>
                  </a:lnTo>
                  <a:lnTo>
                    <a:pt x="132455" y="45428"/>
                  </a:lnTo>
                  <a:lnTo>
                    <a:pt x="131999" y="44727"/>
                  </a:lnTo>
                  <a:lnTo>
                    <a:pt x="131859" y="44250"/>
                  </a:lnTo>
                  <a:lnTo>
                    <a:pt x="131915" y="43927"/>
                  </a:lnTo>
                  <a:lnTo>
                    <a:pt x="132719" y="43672"/>
                  </a:lnTo>
                  <a:lnTo>
                    <a:pt x="130032" y="39811"/>
                  </a:lnTo>
                  <a:lnTo>
                    <a:pt x="128292" y="36148"/>
                  </a:lnTo>
                  <a:lnTo>
                    <a:pt x="127177" y="31618"/>
                  </a:lnTo>
                  <a:lnTo>
                    <a:pt x="127007" y="30293"/>
                  </a:lnTo>
                  <a:lnTo>
                    <a:pt x="126840" y="27477"/>
                  </a:lnTo>
                  <a:lnTo>
                    <a:pt x="126478" y="26737"/>
                  </a:lnTo>
                  <a:lnTo>
                    <a:pt x="125863" y="26058"/>
                  </a:lnTo>
                  <a:lnTo>
                    <a:pt x="125605" y="25183"/>
                  </a:lnTo>
                  <a:lnTo>
                    <a:pt x="125705" y="24112"/>
                  </a:lnTo>
                  <a:lnTo>
                    <a:pt x="125584" y="23193"/>
                  </a:lnTo>
                  <a:lnTo>
                    <a:pt x="124871" y="21274"/>
                  </a:lnTo>
                  <a:lnTo>
                    <a:pt x="122133" y="7885"/>
                  </a:lnTo>
                  <a:lnTo>
                    <a:pt x="122143" y="6582"/>
                  </a:lnTo>
                  <a:lnTo>
                    <a:pt x="122520" y="5602"/>
                  </a:lnTo>
                  <a:lnTo>
                    <a:pt x="123495" y="5041"/>
                  </a:lnTo>
                  <a:lnTo>
                    <a:pt x="125067" y="4902"/>
                  </a:lnTo>
                  <a:lnTo>
                    <a:pt x="125563" y="4595"/>
                  </a:lnTo>
                  <a:lnTo>
                    <a:pt x="124986" y="4123"/>
                  </a:lnTo>
                  <a:lnTo>
                    <a:pt x="123959" y="2696"/>
                  </a:lnTo>
                  <a:lnTo>
                    <a:pt x="123823" y="2037"/>
                  </a:lnTo>
                  <a:lnTo>
                    <a:pt x="124509" y="706"/>
                  </a:lnTo>
                  <a:lnTo>
                    <a:pt x="128018" y="1288"/>
                  </a:lnTo>
                  <a:lnTo>
                    <a:pt x="130558" y="2490"/>
                  </a:lnTo>
                  <a:lnTo>
                    <a:pt x="134905" y="5334"/>
                  </a:lnTo>
                  <a:lnTo>
                    <a:pt x="135349" y="5178"/>
                  </a:lnTo>
                  <a:lnTo>
                    <a:pt x="135825" y="3763"/>
                  </a:lnTo>
                  <a:lnTo>
                    <a:pt x="136753" y="2855"/>
                  </a:lnTo>
                  <a:lnTo>
                    <a:pt x="138143" y="3154"/>
                  </a:lnTo>
                  <a:lnTo>
                    <a:pt x="142075" y="5214"/>
                  </a:lnTo>
                  <a:lnTo>
                    <a:pt x="146622" y="8886"/>
                  </a:lnTo>
                  <a:lnTo>
                    <a:pt x="149676" y="10697"/>
                  </a:lnTo>
                  <a:lnTo>
                    <a:pt x="151817" y="13154"/>
                  </a:lnTo>
                  <a:lnTo>
                    <a:pt x="153273" y="15474"/>
                  </a:lnTo>
                  <a:lnTo>
                    <a:pt x="154191" y="17266"/>
                  </a:lnTo>
                  <a:lnTo>
                    <a:pt x="154230" y="17966"/>
                  </a:lnTo>
                  <a:lnTo>
                    <a:pt x="154021" y="18683"/>
                  </a:lnTo>
                  <a:lnTo>
                    <a:pt x="154237" y="19618"/>
                  </a:lnTo>
                  <a:lnTo>
                    <a:pt x="154879" y="20770"/>
                  </a:lnTo>
                  <a:lnTo>
                    <a:pt x="155235" y="21802"/>
                  </a:lnTo>
                  <a:lnTo>
                    <a:pt x="155526" y="24000"/>
                  </a:lnTo>
                  <a:lnTo>
                    <a:pt x="156101" y="26862"/>
                  </a:lnTo>
                  <a:lnTo>
                    <a:pt x="156247" y="28295"/>
                  </a:lnTo>
                  <a:lnTo>
                    <a:pt x="160287" y="41152"/>
                  </a:lnTo>
                  <a:lnTo>
                    <a:pt x="161059" y="43421"/>
                  </a:lnTo>
                  <a:lnTo>
                    <a:pt x="161551" y="44473"/>
                  </a:lnTo>
                  <a:lnTo>
                    <a:pt x="164375" y="49448"/>
                  </a:lnTo>
                  <a:lnTo>
                    <a:pt x="165878" y="53061"/>
                  </a:lnTo>
                  <a:lnTo>
                    <a:pt x="166023" y="55479"/>
                  </a:lnTo>
                  <a:lnTo>
                    <a:pt x="166225" y="56172"/>
                  </a:lnTo>
                  <a:lnTo>
                    <a:pt x="166291" y="57285"/>
                  </a:lnTo>
                  <a:lnTo>
                    <a:pt x="166220" y="58819"/>
                  </a:lnTo>
                  <a:lnTo>
                    <a:pt x="165890" y="60135"/>
                  </a:lnTo>
                  <a:lnTo>
                    <a:pt x="165300" y="61236"/>
                  </a:lnTo>
                  <a:lnTo>
                    <a:pt x="164730" y="62784"/>
                  </a:lnTo>
                  <a:lnTo>
                    <a:pt x="163866" y="66196"/>
                  </a:lnTo>
                  <a:lnTo>
                    <a:pt x="163793" y="67035"/>
                  </a:lnTo>
                  <a:lnTo>
                    <a:pt x="164415" y="68210"/>
                  </a:lnTo>
                  <a:lnTo>
                    <a:pt x="168366" y="72260"/>
                  </a:lnTo>
                  <a:lnTo>
                    <a:pt x="170789" y="77123"/>
                  </a:lnTo>
                  <a:lnTo>
                    <a:pt x="171924" y="77976"/>
                  </a:lnTo>
                  <a:lnTo>
                    <a:pt x="174978" y="81017"/>
                  </a:lnTo>
                  <a:lnTo>
                    <a:pt x="178270" y="82743"/>
                  </a:lnTo>
                  <a:lnTo>
                    <a:pt x="179377" y="83486"/>
                  </a:lnTo>
                  <a:lnTo>
                    <a:pt x="180424" y="84581"/>
                  </a:lnTo>
                  <a:lnTo>
                    <a:pt x="180739" y="84623"/>
                  </a:lnTo>
                  <a:lnTo>
                    <a:pt x="181375" y="84416"/>
                  </a:lnTo>
                  <a:lnTo>
                    <a:pt x="181557" y="84118"/>
                  </a:lnTo>
                  <a:lnTo>
                    <a:pt x="181602" y="83673"/>
                  </a:lnTo>
                  <a:lnTo>
                    <a:pt x="180676" y="81365"/>
                  </a:lnTo>
                  <a:lnTo>
                    <a:pt x="180610" y="80460"/>
                  </a:lnTo>
                  <a:lnTo>
                    <a:pt x="181053" y="80301"/>
                  </a:lnTo>
                  <a:lnTo>
                    <a:pt x="184449" y="84237"/>
                  </a:lnTo>
                  <a:lnTo>
                    <a:pt x="186281" y="85804"/>
                  </a:lnTo>
                  <a:lnTo>
                    <a:pt x="188784" y="87448"/>
                  </a:lnTo>
                  <a:lnTo>
                    <a:pt x="193087" y="91235"/>
                  </a:lnTo>
                  <a:lnTo>
                    <a:pt x="193684" y="91545"/>
                  </a:lnTo>
                  <a:lnTo>
                    <a:pt x="196012" y="91196"/>
                  </a:lnTo>
                  <a:lnTo>
                    <a:pt x="196647" y="91436"/>
                  </a:lnTo>
                  <a:lnTo>
                    <a:pt x="197046" y="91811"/>
                  </a:lnTo>
                  <a:lnTo>
                    <a:pt x="197209" y="92320"/>
                  </a:lnTo>
                  <a:lnTo>
                    <a:pt x="197304" y="94564"/>
                  </a:lnTo>
                  <a:lnTo>
                    <a:pt x="197940" y="95669"/>
                  </a:lnTo>
                  <a:lnTo>
                    <a:pt x="201611" y="95197"/>
                  </a:lnTo>
                  <a:lnTo>
                    <a:pt x="202640" y="95297"/>
                  </a:lnTo>
                  <a:lnTo>
                    <a:pt x="203296" y="95649"/>
                  </a:lnTo>
                  <a:lnTo>
                    <a:pt x="203842" y="96384"/>
                  </a:lnTo>
                  <a:lnTo>
                    <a:pt x="204630" y="98787"/>
                  </a:lnTo>
                  <a:lnTo>
                    <a:pt x="205359" y="103524"/>
                  </a:lnTo>
                  <a:lnTo>
                    <a:pt x="205398" y="105222"/>
                  </a:lnTo>
                  <a:lnTo>
                    <a:pt x="205064" y="108070"/>
                  </a:lnTo>
                  <a:lnTo>
                    <a:pt x="204527" y="109117"/>
                  </a:lnTo>
                  <a:lnTo>
                    <a:pt x="203831" y="109448"/>
                  </a:lnTo>
                  <a:lnTo>
                    <a:pt x="201872" y="109125"/>
                  </a:lnTo>
                  <a:lnTo>
                    <a:pt x="200497" y="108220"/>
                  </a:lnTo>
                  <a:lnTo>
                    <a:pt x="199783" y="107067"/>
                  </a:lnTo>
                  <a:lnTo>
                    <a:pt x="199140" y="104567"/>
                  </a:lnTo>
                  <a:lnTo>
                    <a:pt x="198833" y="104085"/>
                  </a:lnTo>
                  <a:lnTo>
                    <a:pt x="198554" y="104588"/>
                  </a:lnTo>
                  <a:lnTo>
                    <a:pt x="197910" y="106878"/>
                  </a:lnTo>
                  <a:lnTo>
                    <a:pt x="197485" y="107894"/>
                  </a:lnTo>
                  <a:lnTo>
                    <a:pt x="196972" y="108566"/>
                  </a:lnTo>
                  <a:lnTo>
                    <a:pt x="195997" y="108400"/>
                  </a:lnTo>
                  <a:lnTo>
                    <a:pt x="194558" y="107398"/>
                  </a:lnTo>
                  <a:lnTo>
                    <a:pt x="191859" y="104841"/>
                  </a:lnTo>
                  <a:lnTo>
                    <a:pt x="190903" y="104210"/>
                  </a:lnTo>
                  <a:lnTo>
                    <a:pt x="190310" y="104320"/>
                  </a:lnTo>
                  <a:lnTo>
                    <a:pt x="189019" y="105184"/>
                  </a:lnTo>
                  <a:lnTo>
                    <a:pt x="187027" y="106803"/>
                  </a:lnTo>
                  <a:lnTo>
                    <a:pt x="186205" y="107994"/>
                  </a:lnTo>
                  <a:lnTo>
                    <a:pt x="186553" y="108754"/>
                  </a:lnTo>
                  <a:lnTo>
                    <a:pt x="186783" y="109711"/>
                  </a:lnTo>
                  <a:lnTo>
                    <a:pt x="186898" y="110863"/>
                  </a:lnTo>
                  <a:lnTo>
                    <a:pt x="186829" y="111712"/>
                  </a:lnTo>
                  <a:lnTo>
                    <a:pt x="186577" y="112258"/>
                  </a:lnTo>
                  <a:lnTo>
                    <a:pt x="185919" y="112911"/>
                  </a:lnTo>
                  <a:lnTo>
                    <a:pt x="184527" y="113022"/>
                  </a:lnTo>
                  <a:lnTo>
                    <a:pt x="182527" y="112522"/>
                  </a:lnTo>
                  <a:lnTo>
                    <a:pt x="180944" y="111635"/>
                  </a:lnTo>
                  <a:lnTo>
                    <a:pt x="178173" y="109282"/>
                  </a:lnTo>
                  <a:lnTo>
                    <a:pt x="177536" y="108956"/>
                  </a:lnTo>
                  <a:lnTo>
                    <a:pt x="176679" y="109478"/>
                  </a:lnTo>
                  <a:lnTo>
                    <a:pt x="176337" y="110164"/>
                  </a:lnTo>
                  <a:lnTo>
                    <a:pt x="176869" y="111140"/>
                  </a:lnTo>
                  <a:lnTo>
                    <a:pt x="178277" y="112410"/>
                  </a:lnTo>
                  <a:lnTo>
                    <a:pt x="179998" y="114514"/>
                  </a:lnTo>
                  <a:lnTo>
                    <a:pt x="180459" y="114925"/>
                  </a:lnTo>
                  <a:lnTo>
                    <a:pt x="180903" y="114879"/>
                  </a:lnTo>
                  <a:lnTo>
                    <a:pt x="181060" y="115267"/>
                  </a:lnTo>
                  <a:lnTo>
                    <a:pt x="181254" y="116398"/>
                  </a:lnTo>
                  <a:lnTo>
                    <a:pt x="181164" y="118346"/>
                  </a:lnTo>
                  <a:lnTo>
                    <a:pt x="180336" y="122234"/>
                  </a:lnTo>
                  <a:lnTo>
                    <a:pt x="180251" y="123162"/>
                  </a:lnTo>
                  <a:lnTo>
                    <a:pt x="180590" y="122943"/>
                  </a:lnTo>
                  <a:lnTo>
                    <a:pt x="182932" y="119122"/>
                  </a:lnTo>
                  <a:lnTo>
                    <a:pt x="184143" y="118050"/>
                  </a:lnTo>
                  <a:lnTo>
                    <a:pt x="186766" y="116369"/>
                  </a:lnTo>
                  <a:lnTo>
                    <a:pt x="187898" y="115133"/>
                  </a:lnTo>
                  <a:lnTo>
                    <a:pt x="191252" y="114796"/>
                  </a:lnTo>
                  <a:lnTo>
                    <a:pt x="192450" y="115472"/>
                  </a:lnTo>
                  <a:lnTo>
                    <a:pt x="193219" y="116646"/>
                  </a:lnTo>
                  <a:lnTo>
                    <a:pt x="193249" y="117180"/>
                  </a:lnTo>
                  <a:lnTo>
                    <a:pt x="192371" y="118556"/>
                  </a:lnTo>
                  <a:lnTo>
                    <a:pt x="192212" y="119246"/>
                  </a:lnTo>
                  <a:lnTo>
                    <a:pt x="192166" y="120118"/>
                  </a:lnTo>
                  <a:lnTo>
                    <a:pt x="192244" y="120900"/>
                  </a:lnTo>
                  <a:lnTo>
                    <a:pt x="192448" y="121594"/>
                  </a:lnTo>
                  <a:lnTo>
                    <a:pt x="193051" y="122233"/>
                  </a:lnTo>
                  <a:lnTo>
                    <a:pt x="194117" y="121953"/>
                  </a:lnTo>
                  <a:lnTo>
                    <a:pt x="194415" y="122117"/>
                  </a:lnTo>
                  <a:lnTo>
                    <a:pt x="194987" y="122793"/>
                  </a:lnTo>
                  <a:lnTo>
                    <a:pt x="195364" y="123840"/>
                  </a:lnTo>
                  <a:lnTo>
                    <a:pt x="195381" y="125299"/>
                  </a:lnTo>
                  <a:lnTo>
                    <a:pt x="194594" y="128499"/>
                  </a:lnTo>
                  <a:lnTo>
                    <a:pt x="193192" y="129546"/>
                  </a:lnTo>
                  <a:lnTo>
                    <a:pt x="188897" y="131487"/>
                  </a:lnTo>
                  <a:lnTo>
                    <a:pt x="187425" y="132490"/>
                  </a:lnTo>
                  <a:lnTo>
                    <a:pt x="184587" y="133197"/>
                  </a:lnTo>
                  <a:lnTo>
                    <a:pt x="183491" y="134135"/>
                  </a:lnTo>
                  <a:lnTo>
                    <a:pt x="182807" y="134419"/>
                  </a:lnTo>
                  <a:lnTo>
                    <a:pt x="179773" y="134269"/>
                  </a:lnTo>
                  <a:lnTo>
                    <a:pt x="176299" y="134865"/>
                  </a:lnTo>
                  <a:lnTo>
                    <a:pt x="172300" y="133699"/>
                  </a:lnTo>
                  <a:lnTo>
                    <a:pt x="169496" y="133180"/>
                  </a:lnTo>
                  <a:lnTo>
                    <a:pt x="166255" y="131330"/>
                  </a:lnTo>
                  <a:lnTo>
                    <a:pt x="165035" y="131796"/>
                  </a:lnTo>
                  <a:lnTo>
                    <a:pt x="163772" y="132986"/>
                  </a:lnTo>
                  <a:lnTo>
                    <a:pt x="157703" y="131559"/>
                  </a:lnTo>
                  <a:lnTo>
                    <a:pt x="156983" y="130526"/>
                  </a:lnTo>
                  <a:lnTo>
                    <a:pt x="157221" y="129854"/>
                  </a:lnTo>
                  <a:lnTo>
                    <a:pt x="158659" y="127656"/>
                  </a:lnTo>
                  <a:lnTo>
                    <a:pt x="158751" y="127196"/>
                  </a:lnTo>
                  <a:lnTo>
                    <a:pt x="158683" y="126806"/>
                  </a:lnTo>
                  <a:lnTo>
                    <a:pt x="155926" y="126430"/>
                  </a:lnTo>
                  <a:lnTo>
                    <a:pt x="152852" y="125261"/>
                  </a:lnTo>
                  <a:lnTo>
                    <a:pt x="149764" y="124681"/>
                  </a:lnTo>
                  <a:lnTo>
                    <a:pt x="147454" y="124846"/>
                  </a:lnTo>
                  <a:lnTo>
                    <a:pt x="145950" y="124420"/>
                  </a:lnTo>
                  <a:lnTo>
                    <a:pt x="144482" y="123458"/>
                  </a:lnTo>
                  <a:lnTo>
                    <a:pt x="143675" y="122578"/>
                  </a:lnTo>
                  <a:lnTo>
                    <a:pt x="143530" y="121784"/>
                  </a:lnTo>
                  <a:lnTo>
                    <a:pt x="143510" y="120915"/>
                  </a:lnTo>
                  <a:lnTo>
                    <a:pt x="143641" y="119171"/>
                  </a:lnTo>
                  <a:lnTo>
                    <a:pt x="143446" y="117947"/>
                  </a:lnTo>
                  <a:lnTo>
                    <a:pt x="142781" y="116981"/>
                  </a:lnTo>
                  <a:lnTo>
                    <a:pt x="141420" y="116115"/>
                  </a:lnTo>
                  <a:lnTo>
                    <a:pt x="140065" y="116218"/>
                  </a:lnTo>
                  <a:lnTo>
                    <a:pt x="138920" y="117177"/>
                  </a:lnTo>
                  <a:lnTo>
                    <a:pt x="137831" y="118945"/>
                  </a:lnTo>
                  <a:lnTo>
                    <a:pt x="135814" y="123866"/>
                  </a:lnTo>
                  <a:lnTo>
                    <a:pt x="134803" y="124707"/>
                  </a:lnTo>
                  <a:lnTo>
                    <a:pt x="132181" y="128271"/>
                  </a:lnTo>
                  <a:lnTo>
                    <a:pt x="131199" y="129144"/>
                  </a:lnTo>
                  <a:lnTo>
                    <a:pt x="126390" y="130556"/>
                  </a:lnTo>
                  <a:lnTo>
                    <a:pt x="120694" y="131135"/>
                  </a:lnTo>
                  <a:lnTo>
                    <a:pt x="118564" y="132239"/>
                  </a:lnTo>
                  <a:lnTo>
                    <a:pt x="116544" y="134306"/>
                  </a:lnTo>
                  <a:lnTo>
                    <a:pt x="114098" y="136305"/>
                  </a:lnTo>
                  <a:lnTo>
                    <a:pt x="108122" y="138760"/>
                  </a:lnTo>
                  <a:lnTo>
                    <a:pt x="102598" y="140132"/>
                  </a:lnTo>
                  <a:lnTo>
                    <a:pt x="96818" y="140731"/>
                  </a:lnTo>
                  <a:lnTo>
                    <a:pt x="92497" y="141665"/>
                  </a:lnTo>
                  <a:lnTo>
                    <a:pt x="91258" y="141199"/>
                  </a:lnTo>
                  <a:lnTo>
                    <a:pt x="89323" y="141372"/>
                  </a:lnTo>
                  <a:lnTo>
                    <a:pt x="87241" y="142740"/>
                  </a:lnTo>
                  <a:lnTo>
                    <a:pt x="84889" y="143005"/>
                  </a:lnTo>
                  <a:lnTo>
                    <a:pt x="75954" y="143503"/>
                  </a:lnTo>
                  <a:lnTo>
                    <a:pt x="71852" y="144418"/>
                  </a:lnTo>
                  <a:lnTo>
                    <a:pt x="69603" y="144659"/>
                  </a:lnTo>
                  <a:lnTo>
                    <a:pt x="67840" y="144533"/>
                  </a:lnTo>
                  <a:lnTo>
                    <a:pt x="66611" y="144155"/>
                  </a:lnTo>
                  <a:lnTo>
                    <a:pt x="65434" y="142936"/>
                  </a:lnTo>
                  <a:lnTo>
                    <a:pt x="64222" y="141063"/>
                  </a:lnTo>
                  <a:lnTo>
                    <a:pt x="61761" y="136075"/>
                  </a:lnTo>
                  <a:lnTo>
                    <a:pt x="61057" y="133980"/>
                  </a:lnTo>
                  <a:lnTo>
                    <a:pt x="61333" y="130393"/>
                  </a:lnTo>
                  <a:lnTo>
                    <a:pt x="61151" y="128316"/>
                  </a:lnTo>
                  <a:lnTo>
                    <a:pt x="60332" y="123830"/>
                  </a:lnTo>
                  <a:lnTo>
                    <a:pt x="60179" y="123445"/>
                  </a:lnTo>
                  <a:lnTo>
                    <a:pt x="55872" y="121781"/>
                  </a:lnTo>
                  <a:lnTo>
                    <a:pt x="53039" y="121254"/>
                  </a:lnTo>
                  <a:lnTo>
                    <a:pt x="48768" y="121148"/>
                  </a:lnTo>
                  <a:lnTo>
                    <a:pt x="43544" y="121385"/>
                  </a:lnTo>
                  <a:lnTo>
                    <a:pt x="38331" y="120846"/>
                  </a:lnTo>
                  <a:lnTo>
                    <a:pt x="35576" y="120237"/>
                  </a:lnTo>
                  <a:lnTo>
                    <a:pt x="32842" y="119245"/>
                  </a:lnTo>
                  <a:lnTo>
                    <a:pt x="28164" y="116660"/>
                  </a:lnTo>
                  <a:lnTo>
                    <a:pt x="27899" y="116396"/>
                  </a:lnTo>
                  <a:lnTo>
                    <a:pt x="27536" y="115535"/>
                  </a:lnTo>
                  <a:lnTo>
                    <a:pt x="27074" y="114078"/>
                  </a:lnTo>
                  <a:lnTo>
                    <a:pt x="25910" y="112181"/>
                  </a:lnTo>
                  <a:lnTo>
                    <a:pt x="22721" y="107950"/>
                  </a:lnTo>
                  <a:lnTo>
                    <a:pt x="21458" y="105443"/>
                  </a:lnTo>
                  <a:lnTo>
                    <a:pt x="21255" y="104804"/>
                  </a:lnTo>
                  <a:lnTo>
                    <a:pt x="20952" y="102964"/>
                  </a:lnTo>
                  <a:lnTo>
                    <a:pt x="20550" y="99922"/>
                  </a:lnTo>
                  <a:lnTo>
                    <a:pt x="20421" y="98061"/>
                  </a:lnTo>
                  <a:lnTo>
                    <a:pt x="20791" y="96926"/>
                  </a:lnTo>
                  <a:lnTo>
                    <a:pt x="21101" y="96699"/>
                  </a:lnTo>
                  <a:lnTo>
                    <a:pt x="27706" y="94486"/>
                  </a:lnTo>
                  <a:lnTo>
                    <a:pt x="39342" y="92060"/>
                  </a:lnTo>
                  <a:lnTo>
                    <a:pt x="49980" y="90426"/>
                  </a:lnTo>
                  <a:lnTo>
                    <a:pt x="54810" y="90573"/>
                  </a:lnTo>
                  <a:lnTo>
                    <a:pt x="57653" y="91339"/>
                  </a:lnTo>
                  <a:lnTo>
                    <a:pt x="60504" y="91690"/>
                  </a:lnTo>
                  <a:lnTo>
                    <a:pt x="65668" y="91863"/>
                  </a:lnTo>
                  <a:lnTo>
                    <a:pt x="72173" y="93003"/>
                  </a:lnTo>
                  <a:lnTo>
                    <a:pt x="73481" y="92905"/>
                  </a:lnTo>
                  <a:lnTo>
                    <a:pt x="76397" y="92132"/>
                  </a:lnTo>
                  <a:lnTo>
                    <a:pt x="77263" y="91515"/>
                  </a:lnTo>
                  <a:lnTo>
                    <a:pt x="81873" y="91594"/>
                  </a:lnTo>
                  <a:lnTo>
                    <a:pt x="82768" y="91215"/>
                  </a:lnTo>
                  <a:lnTo>
                    <a:pt x="83589" y="90532"/>
                  </a:lnTo>
                  <a:lnTo>
                    <a:pt x="82530" y="89256"/>
                  </a:lnTo>
                  <a:lnTo>
                    <a:pt x="78120" y="86454"/>
                  </a:lnTo>
                  <a:lnTo>
                    <a:pt x="66409" y="81446"/>
                  </a:lnTo>
                  <a:lnTo>
                    <a:pt x="63553" y="80381"/>
                  </a:lnTo>
                  <a:lnTo>
                    <a:pt x="59462" y="79248"/>
                  </a:lnTo>
                  <a:lnTo>
                    <a:pt x="57091" y="79086"/>
                  </a:lnTo>
                  <a:lnTo>
                    <a:pt x="54069" y="79734"/>
                  </a:lnTo>
                  <a:lnTo>
                    <a:pt x="52943" y="79705"/>
                  </a:lnTo>
                  <a:lnTo>
                    <a:pt x="49976" y="80681"/>
                  </a:lnTo>
                  <a:lnTo>
                    <a:pt x="47159" y="81297"/>
                  </a:lnTo>
                  <a:lnTo>
                    <a:pt x="41816" y="81894"/>
                  </a:lnTo>
                  <a:lnTo>
                    <a:pt x="34098" y="82334"/>
                  </a:lnTo>
                  <a:lnTo>
                    <a:pt x="33017" y="82204"/>
                  </a:lnTo>
                  <a:lnTo>
                    <a:pt x="31430" y="81444"/>
                  </a:lnTo>
                  <a:lnTo>
                    <a:pt x="30278" y="81228"/>
                  </a:lnTo>
                  <a:lnTo>
                    <a:pt x="22724" y="81820"/>
                  </a:lnTo>
                  <a:lnTo>
                    <a:pt x="15973" y="81056"/>
                  </a:lnTo>
                  <a:lnTo>
                    <a:pt x="8286" y="73409"/>
                  </a:lnTo>
                  <a:lnTo>
                    <a:pt x="7009" y="71063"/>
                  </a:lnTo>
                  <a:lnTo>
                    <a:pt x="7281" y="70108"/>
                  </a:lnTo>
                  <a:lnTo>
                    <a:pt x="8228" y="69083"/>
                  </a:lnTo>
                  <a:lnTo>
                    <a:pt x="12035" y="66130"/>
                  </a:lnTo>
                  <a:lnTo>
                    <a:pt x="13395" y="65427"/>
                  </a:lnTo>
                  <a:lnTo>
                    <a:pt x="19074" y="63842"/>
                  </a:lnTo>
                  <a:lnTo>
                    <a:pt x="24737" y="61926"/>
                  </a:lnTo>
                  <a:lnTo>
                    <a:pt x="29208" y="60122"/>
                  </a:lnTo>
                  <a:lnTo>
                    <a:pt x="31403" y="59496"/>
                  </a:lnTo>
                  <a:lnTo>
                    <a:pt x="33517" y="59422"/>
                  </a:lnTo>
                  <a:lnTo>
                    <a:pt x="35225" y="58828"/>
                  </a:lnTo>
                  <a:lnTo>
                    <a:pt x="34878" y="58258"/>
                  </a:lnTo>
                  <a:lnTo>
                    <a:pt x="33480" y="57607"/>
                  </a:lnTo>
                  <a:lnTo>
                    <a:pt x="33496" y="56685"/>
                  </a:lnTo>
                  <a:lnTo>
                    <a:pt x="34219" y="56242"/>
                  </a:lnTo>
                  <a:lnTo>
                    <a:pt x="37018" y="55775"/>
                  </a:lnTo>
                  <a:lnTo>
                    <a:pt x="39992" y="56345"/>
                  </a:lnTo>
                  <a:lnTo>
                    <a:pt x="41478" y="56150"/>
                  </a:lnTo>
                  <a:lnTo>
                    <a:pt x="41905" y="55521"/>
                  </a:lnTo>
                  <a:lnTo>
                    <a:pt x="41511" y="55013"/>
                  </a:lnTo>
                  <a:lnTo>
                    <a:pt x="38688" y="53964"/>
                  </a:lnTo>
                  <a:lnTo>
                    <a:pt x="25134" y="56984"/>
                  </a:lnTo>
                  <a:lnTo>
                    <a:pt x="18811" y="57267"/>
                  </a:lnTo>
                  <a:lnTo>
                    <a:pt x="14426" y="58565"/>
                  </a:lnTo>
                  <a:lnTo>
                    <a:pt x="12015" y="58523"/>
                  </a:lnTo>
                  <a:lnTo>
                    <a:pt x="9147" y="57228"/>
                  </a:lnTo>
                  <a:lnTo>
                    <a:pt x="8765" y="56840"/>
                  </a:lnTo>
                  <a:lnTo>
                    <a:pt x="8712" y="56307"/>
                  </a:lnTo>
                  <a:lnTo>
                    <a:pt x="9600" y="54574"/>
                  </a:lnTo>
                  <a:lnTo>
                    <a:pt x="12665" y="53537"/>
                  </a:lnTo>
                  <a:lnTo>
                    <a:pt x="14210" y="50627"/>
                  </a:lnTo>
                  <a:lnTo>
                    <a:pt x="12560" y="50576"/>
                  </a:lnTo>
                  <a:lnTo>
                    <a:pt x="7065" y="51200"/>
                  </a:lnTo>
                  <a:lnTo>
                    <a:pt x="4664" y="50931"/>
                  </a:lnTo>
                  <a:lnTo>
                    <a:pt x="1423" y="49816"/>
                  </a:lnTo>
                  <a:lnTo>
                    <a:pt x="472" y="48487"/>
                  </a:lnTo>
                  <a:lnTo>
                    <a:pt x="68" y="47526"/>
                  </a:lnTo>
                  <a:lnTo>
                    <a:pt x="0" y="46381"/>
                  </a:lnTo>
                  <a:lnTo>
                    <a:pt x="108" y="43128"/>
                  </a:lnTo>
                  <a:lnTo>
                    <a:pt x="385" y="41381"/>
                  </a:lnTo>
                  <a:lnTo>
                    <a:pt x="557" y="40987"/>
                  </a:lnTo>
                  <a:lnTo>
                    <a:pt x="4586" y="35611"/>
                  </a:lnTo>
                  <a:lnTo>
                    <a:pt x="7098" y="34489"/>
                  </a:lnTo>
                  <a:lnTo>
                    <a:pt x="8860" y="32792"/>
                  </a:lnTo>
                  <a:lnTo>
                    <a:pt x="8928" y="32082"/>
                  </a:lnTo>
                  <a:lnTo>
                    <a:pt x="8492" y="31369"/>
                  </a:lnTo>
                  <a:lnTo>
                    <a:pt x="6850" y="29641"/>
                  </a:lnTo>
                  <a:lnTo>
                    <a:pt x="6190" y="28764"/>
                  </a:lnTo>
                  <a:lnTo>
                    <a:pt x="5819" y="27922"/>
                  </a:lnTo>
                  <a:lnTo>
                    <a:pt x="6099" y="26598"/>
                  </a:lnTo>
                  <a:lnTo>
                    <a:pt x="7031" y="24785"/>
                  </a:lnTo>
                  <a:lnTo>
                    <a:pt x="9772" y="21861"/>
                  </a:lnTo>
                  <a:lnTo>
                    <a:pt x="16375" y="16002"/>
                  </a:lnTo>
                  <a:lnTo>
                    <a:pt x="19727" y="13540"/>
                  </a:lnTo>
                  <a:lnTo>
                    <a:pt x="22961" y="12213"/>
                  </a:lnTo>
                  <a:lnTo>
                    <a:pt x="27485" y="9388"/>
                  </a:lnTo>
                  <a:lnTo>
                    <a:pt x="39080" y="4703"/>
                  </a:lnTo>
                  <a:lnTo>
                    <a:pt x="49458" y="0"/>
                  </a:lnTo>
                  <a:lnTo>
                    <a:pt x="53278" y="1239"/>
                  </a:lnTo>
                  <a:lnTo>
                    <a:pt x="54362" y="2212"/>
                  </a:lnTo>
                  <a:lnTo>
                    <a:pt x="54844" y="3038"/>
                  </a:lnTo>
                  <a:lnTo>
                    <a:pt x="55263" y="4194"/>
                  </a:lnTo>
                  <a:lnTo>
                    <a:pt x="55622" y="5684"/>
                  </a:lnTo>
                  <a:lnTo>
                    <a:pt x="56119" y="8913"/>
                  </a:lnTo>
                  <a:lnTo>
                    <a:pt x="56182" y="10580"/>
                  </a:lnTo>
                  <a:lnTo>
                    <a:pt x="56095" y="12250"/>
                  </a:lnTo>
                  <a:lnTo>
                    <a:pt x="55857" y="13764"/>
                  </a:lnTo>
                  <a:lnTo>
                    <a:pt x="55466" y="15119"/>
                  </a:lnTo>
                  <a:lnTo>
                    <a:pt x="54688" y="16771"/>
                  </a:lnTo>
                  <a:lnTo>
                    <a:pt x="53523" y="18722"/>
                  </a:lnTo>
                  <a:lnTo>
                    <a:pt x="51053" y="2206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1954149" y="1454322"/>
              <a:ext cx="27222" cy="25182"/>
            </a:xfrm>
            <a:custGeom>
              <a:avLst/>
              <a:pathLst>
                <a:path w="27222" h="25182">
                  <a:moveTo>
                    <a:pt x="18858" y="25034"/>
                  </a:moveTo>
                  <a:lnTo>
                    <a:pt x="18285" y="25182"/>
                  </a:lnTo>
                  <a:lnTo>
                    <a:pt x="17210" y="24500"/>
                  </a:lnTo>
                  <a:lnTo>
                    <a:pt x="15632" y="22984"/>
                  </a:lnTo>
                  <a:lnTo>
                    <a:pt x="13053" y="19910"/>
                  </a:lnTo>
                  <a:lnTo>
                    <a:pt x="9977" y="16865"/>
                  </a:lnTo>
                  <a:lnTo>
                    <a:pt x="9504" y="15041"/>
                  </a:lnTo>
                  <a:lnTo>
                    <a:pt x="8739" y="13682"/>
                  </a:lnTo>
                  <a:lnTo>
                    <a:pt x="4813" y="10453"/>
                  </a:lnTo>
                  <a:lnTo>
                    <a:pt x="2262" y="9142"/>
                  </a:lnTo>
                  <a:lnTo>
                    <a:pt x="319" y="8489"/>
                  </a:lnTo>
                  <a:lnTo>
                    <a:pt x="0" y="7587"/>
                  </a:lnTo>
                  <a:lnTo>
                    <a:pt x="1347" y="4966"/>
                  </a:lnTo>
                  <a:lnTo>
                    <a:pt x="2893" y="2872"/>
                  </a:lnTo>
                  <a:lnTo>
                    <a:pt x="3811" y="2113"/>
                  </a:lnTo>
                  <a:lnTo>
                    <a:pt x="6671" y="1434"/>
                  </a:lnTo>
                  <a:lnTo>
                    <a:pt x="16321" y="40"/>
                  </a:lnTo>
                  <a:lnTo>
                    <a:pt x="18528" y="0"/>
                  </a:lnTo>
                  <a:lnTo>
                    <a:pt x="20839" y="670"/>
                  </a:lnTo>
                  <a:lnTo>
                    <a:pt x="24016" y="3542"/>
                  </a:lnTo>
                  <a:lnTo>
                    <a:pt x="25338" y="3866"/>
                  </a:lnTo>
                  <a:lnTo>
                    <a:pt x="26127" y="4513"/>
                  </a:lnTo>
                  <a:lnTo>
                    <a:pt x="26823" y="5586"/>
                  </a:lnTo>
                  <a:lnTo>
                    <a:pt x="27191" y="6678"/>
                  </a:lnTo>
                  <a:lnTo>
                    <a:pt x="27222" y="8910"/>
                  </a:lnTo>
                  <a:lnTo>
                    <a:pt x="26875" y="12210"/>
                  </a:lnTo>
                  <a:lnTo>
                    <a:pt x="26434" y="13474"/>
                  </a:lnTo>
                  <a:lnTo>
                    <a:pt x="24512" y="17714"/>
                  </a:lnTo>
                  <a:lnTo>
                    <a:pt x="22495" y="20047"/>
                  </a:lnTo>
                  <a:lnTo>
                    <a:pt x="22109" y="21558"/>
                  </a:lnTo>
                  <a:lnTo>
                    <a:pt x="21291" y="22756"/>
                  </a:lnTo>
                  <a:lnTo>
                    <a:pt x="19860" y="2422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2250401" y="1454316"/>
              <a:ext cx="54174" cy="29885"/>
            </a:xfrm>
            <a:custGeom>
              <a:avLst/>
              <a:pathLst>
                <a:path w="54174" h="29885">
                  <a:moveTo>
                    <a:pt x="15028" y="3334"/>
                  </a:moveTo>
                  <a:lnTo>
                    <a:pt x="16964" y="3722"/>
                  </a:lnTo>
                  <a:lnTo>
                    <a:pt x="29231" y="2999"/>
                  </a:lnTo>
                  <a:lnTo>
                    <a:pt x="31770" y="3536"/>
                  </a:lnTo>
                  <a:lnTo>
                    <a:pt x="39501" y="6815"/>
                  </a:lnTo>
                  <a:lnTo>
                    <a:pt x="41495" y="7912"/>
                  </a:lnTo>
                  <a:lnTo>
                    <a:pt x="42480" y="9362"/>
                  </a:lnTo>
                  <a:lnTo>
                    <a:pt x="43369" y="11650"/>
                  </a:lnTo>
                  <a:lnTo>
                    <a:pt x="43780" y="12152"/>
                  </a:lnTo>
                  <a:lnTo>
                    <a:pt x="46580" y="13513"/>
                  </a:lnTo>
                  <a:lnTo>
                    <a:pt x="47732" y="15162"/>
                  </a:lnTo>
                  <a:lnTo>
                    <a:pt x="48137" y="16015"/>
                  </a:lnTo>
                  <a:lnTo>
                    <a:pt x="48726" y="17967"/>
                  </a:lnTo>
                  <a:lnTo>
                    <a:pt x="49990" y="19074"/>
                  </a:lnTo>
                  <a:lnTo>
                    <a:pt x="51435" y="19704"/>
                  </a:lnTo>
                  <a:lnTo>
                    <a:pt x="51908" y="20280"/>
                  </a:lnTo>
                  <a:lnTo>
                    <a:pt x="51680" y="22735"/>
                  </a:lnTo>
                  <a:lnTo>
                    <a:pt x="52297" y="23878"/>
                  </a:lnTo>
                  <a:lnTo>
                    <a:pt x="53662" y="25262"/>
                  </a:lnTo>
                  <a:lnTo>
                    <a:pt x="54174" y="26184"/>
                  </a:lnTo>
                  <a:lnTo>
                    <a:pt x="53113" y="27311"/>
                  </a:lnTo>
                  <a:lnTo>
                    <a:pt x="50647" y="27973"/>
                  </a:lnTo>
                  <a:lnTo>
                    <a:pt x="43686" y="27283"/>
                  </a:lnTo>
                  <a:lnTo>
                    <a:pt x="34348" y="25722"/>
                  </a:lnTo>
                  <a:lnTo>
                    <a:pt x="28917" y="26165"/>
                  </a:lnTo>
                  <a:lnTo>
                    <a:pt x="26193" y="26878"/>
                  </a:lnTo>
                  <a:lnTo>
                    <a:pt x="19605" y="29422"/>
                  </a:lnTo>
                  <a:lnTo>
                    <a:pt x="17503" y="29833"/>
                  </a:lnTo>
                  <a:lnTo>
                    <a:pt x="15445" y="29885"/>
                  </a:lnTo>
                  <a:lnTo>
                    <a:pt x="11810" y="27806"/>
                  </a:lnTo>
                  <a:lnTo>
                    <a:pt x="10491" y="26703"/>
                  </a:lnTo>
                  <a:lnTo>
                    <a:pt x="10054" y="25851"/>
                  </a:lnTo>
                  <a:lnTo>
                    <a:pt x="9188" y="23353"/>
                  </a:lnTo>
                  <a:lnTo>
                    <a:pt x="8474" y="20362"/>
                  </a:lnTo>
                  <a:lnTo>
                    <a:pt x="8111" y="17907"/>
                  </a:lnTo>
                  <a:lnTo>
                    <a:pt x="7692" y="16035"/>
                  </a:lnTo>
                  <a:lnTo>
                    <a:pt x="6450" y="15416"/>
                  </a:lnTo>
                  <a:lnTo>
                    <a:pt x="2757" y="14672"/>
                  </a:lnTo>
                  <a:lnTo>
                    <a:pt x="1520" y="13647"/>
                  </a:lnTo>
                  <a:lnTo>
                    <a:pt x="957" y="12799"/>
                  </a:lnTo>
                  <a:lnTo>
                    <a:pt x="415" y="11425"/>
                  </a:lnTo>
                  <a:lnTo>
                    <a:pt x="429" y="9998"/>
                  </a:lnTo>
                  <a:lnTo>
                    <a:pt x="712" y="8740"/>
                  </a:lnTo>
                  <a:lnTo>
                    <a:pt x="951" y="8431"/>
                  </a:lnTo>
                  <a:lnTo>
                    <a:pt x="1418" y="8398"/>
                  </a:lnTo>
                  <a:lnTo>
                    <a:pt x="383" y="6875"/>
                  </a:lnTo>
                  <a:lnTo>
                    <a:pt x="25" y="5198"/>
                  </a:lnTo>
                  <a:lnTo>
                    <a:pt x="0" y="2859"/>
                  </a:lnTo>
                  <a:lnTo>
                    <a:pt x="134" y="1362"/>
                  </a:lnTo>
                  <a:lnTo>
                    <a:pt x="430" y="705"/>
                  </a:lnTo>
                  <a:lnTo>
                    <a:pt x="1112" y="282"/>
                  </a:lnTo>
                  <a:lnTo>
                    <a:pt x="2718" y="0"/>
                  </a:lnTo>
                  <a:lnTo>
                    <a:pt x="5092" y="56"/>
                  </a:lnTo>
                  <a:lnTo>
                    <a:pt x="8408" y="1780"/>
                  </a:lnTo>
                  <a:lnTo>
                    <a:pt x="11030" y="19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2146334" y="1451731"/>
              <a:ext cx="326191" cy="354190"/>
            </a:xfrm>
            <a:custGeom>
              <a:avLst/>
              <a:pathLst>
                <a:path w="326191" h="354190">
                  <a:moveTo>
                    <a:pt x="39015" y="84037"/>
                  </a:moveTo>
                  <a:lnTo>
                    <a:pt x="39466" y="84688"/>
                  </a:lnTo>
                  <a:lnTo>
                    <a:pt x="42059" y="83859"/>
                  </a:lnTo>
                  <a:lnTo>
                    <a:pt x="44264" y="82909"/>
                  </a:lnTo>
                  <a:lnTo>
                    <a:pt x="47700" y="80641"/>
                  </a:lnTo>
                  <a:lnTo>
                    <a:pt x="49752" y="79851"/>
                  </a:lnTo>
                  <a:lnTo>
                    <a:pt x="55986" y="79866"/>
                  </a:lnTo>
                  <a:lnTo>
                    <a:pt x="57045" y="80294"/>
                  </a:lnTo>
                  <a:lnTo>
                    <a:pt x="56577" y="81649"/>
                  </a:lnTo>
                  <a:lnTo>
                    <a:pt x="56316" y="82033"/>
                  </a:lnTo>
                  <a:lnTo>
                    <a:pt x="56522" y="82621"/>
                  </a:lnTo>
                  <a:lnTo>
                    <a:pt x="57194" y="83418"/>
                  </a:lnTo>
                  <a:lnTo>
                    <a:pt x="58535" y="84303"/>
                  </a:lnTo>
                  <a:lnTo>
                    <a:pt x="59064" y="83510"/>
                  </a:lnTo>
                  <a:lnTo>
                    <a:pt x="59452" y="81600"/>
                  </a:lnTo>
                  <a:lnTo>
                    <a:pt x="60372" y="73757"/>
                  </a:lnTo>
                  <a:lnTo>
                    <a:pt x="60761" y="71390"/>
                  </a:lnTo>
                  <a:lnTo>
                    <a:pt x="60945" y="69150"/>
                  </a:lnTo>
                  <a:lnTo>
                    <a:pt x="60924" y="67036"/>
                  </a:lnTo>
                  <a:lnTo>
                    <a:pt x="60476" y="65697"/>
                  </a:lnTo>
                  <a:lnTo>
                    <a:pt x="58878" y="64893"/>
                  </a:lnTo>
                  <a:lnTo>
                    <a:pt x="56697" y="65029"/>
                  </a:lnTo>
                  <a:lnTo>
                    <a:pt x="55576" y="64817"/>
                  </a:lnTo>
                  <a:lnTo>
                    <a:pt x="54218" y="64402"/>
                  </a:lnTo>
                  <a:lnTo>
                    <a:pt x="53213" y="63752"/>
                  </a:lnTo>
                  <a:lnTo>
                    <a:pt x="52558" y="62872"/>
                  </a:lnTo>
                  <a:lnTo>
                    <a:pt x="51254" y="60228"/>
                  </a:lnTo>
                  <a:lnTo>
                    <a:pt x="50293" y="58754"/>
                  </a:lnTo>
                  <a:lnTo>
                    <a:pt x="47827" y="56094"/>
                  </a:lnTo>
                  <a:lnTo>
                    <a:pt x="46711" y="55205"/>
                  </a:lnTo>
                  <a:lnTo>
                    <a:pt x="47273" y="54157"/>
                  </a:lnTo>
                  <a:lnTo>
                    <a:pt x="49514" y="52951"/>
                  </a:lnTo>
                  <a:lnTo>
                    <a:pt x="50865" y="51806"/>
                  </a:lnTo>
                  <a:lnTo>
                    <a:pt x="52454" y="48458"/>
                  </a:lnTo>
                  <a:lnTo>
                    <a:pt x="53408" y="47917"/>
                  </a:lnTo>
                  <a:lnTo>
                    <a:pt x="56850" y="48360"/>
                  </a:lnTo>
                  <a:lnTo>
                    <a:pt x="61509" y="50980"/>
                  </a:lnTo>
                  <a:lnTo>
                    <a:pt x="64425" y="53251"/>
                  </a:lnTo>
                  <a:lnTo>
                    <a:pt x="65196" y="53492"/>
                  </a:lnTo>
                  <a:lnTo>
                    <a:pt x="65212" y="53080"/>
                  </a:lnTo>
                  <a:lnTo>
                    <a:pt x="64473" y="52016"/>
                  </a:lnTo>
                  <a:lnTo>
                    <a:pt x="61117" y="49206"/>
                  </a:lnTo>
                  <a:lnTo>
                    <a:pt x="59589" y="47160"/>
                  </a:lnTo>
                  <a:lnTo>
                    <a:pt x="58857" y="45701"/>
                  </a:lnTo>
                  <a:lnTo>
                    <a:pt x="59209" y="45069"/>
                  </a:lnTo>
                  <a:lnTo>
                    <a:pt x="61098" y="44423"/>
                  </a:lnTo>
                  <a:lnTo>
                    <a:pt x="61343" y="43680"/>
                  </a:lnTo>
                  <a:lnTo>
                    <a:pt x="58773" y="42802"/>
                  </a:lnTo>
                  <a:lnTo>
                    <a:pt x="57470" y="42821"/>
                  </a:lnTo>
                  <a:lnTo>
                    <a:pt x="56417" y="43449"/>
                  </a:lnTo>
                  <a:lnTo>
                    <a:pt x="55287" y="43492"/>
                  </a:lnTo>
                  <a:lnTo>
                    <a:pt x="53189" y="42351"/>
                  </a:lnTo>
                  <a:lnTo>
                    <a:pt x="52619" y="41687"/>
                  </a:lnTo>
                  <a:lnTo>
                    <a:pt x="51411" y="39719"/>
                  </a:lnTo>
                  <a:lnTo>
                    <a:pt x="50775" y="38005"/>
                  </a:lnTo>
                  <a:lnTo>
                    <a:pt x="50073" y="36940"/>
                  </a:lnTo>
                  <a:lnTo>
                    <a:pt x="49819" y="36096"/>
                  </a:lnTo>
                  <a:lnTo>
                    <a:pt x="49683" y="33467"/>
                  </a:lnTo>
                  <a:lnTo>
                    <a:pt x="49744" y="31922"/>
                  </a:lnTo>
                  <a:lnTo>
                    <a:pt x="50029" y="30600"/>
                  </a:lnTo>
                  <a:lnTo>
                    <a:pt x="50538" y="29501"/>
                  </a:lnTo>
                  <a:lnTo>
                    <a:pt x="51899" y="27470"/>
                  </a:lnTo>
                  <a:lnTo>
                    <a:pt x="52662" y="26882"/>
                  </a:lnTo>
                  <a:lnTo>
                    <a:pt x="54086" y="26617"/>
                  </a:lnTo>
                  <a:lnTo>
                    <a:pt x="57181" y="27626"/>
                  </a:lnTo>
                  <a:lnTo>
                    <a:pt x="65504" y="31264"/>
                  </a:lnTo>
                  <a:lnTo>
                    <a:pt x="65304" y="30091"/>
                  </a:lnTo>
                  <a:lnTo>
                    <a:pt x="55995" y="25180"/>
                  </a:lnTo>
                  <a:lnTo>
                    <a:pt x="52704" y="23916"/>
                  </a:lnTo>
                  <a:lnTo>
                    <a:pt x="51899" y="22141"/>
                  </a:lnTo>
                  <a:lnTo>
                    <a:pt x="56854" y="15344"/>
                  </a:lnTo>
                  <a:lnTo>
                    <a:pt x="61423" y="13747"/>
                  </a:lnTo>
                  <a:lnTo>
                    <a:pt x="63694" y="11769"/>
                  </a:lnTo>
                  <a:lnTo>
                    <a:pt x="67408" y="11684"/>
                  </a:lnTo>
                  <a:lnTo>
                    <a:pt x="70895" y="12939"/>
                  </a:lnTo>
                  <a:lnTo>
                    <a:pt x="70956" y="12597"/>
                  </a:lnTo>
                  <a:lnTo>
                    <a:pt x="69384" y="10235"/>
                  </a:lnTo>
                  <a:lnTo>
                    <a:pt x="69508" y="9646"/>
                  </a:lnTo>
                  <a:lnTo>
                    <a:pt x="71486" y="8241"/>
                  </a:lnTo>
                  <a:lnTo>
                    <a:pt x="75114" y="6592"/>
                  </a:lnTo>
                  <a:lnTo>
                    <a:pt x="79542" y="5282"/>
                  </a:lnTo>
                  <a:lnTo>
                    <a:pt x="80419" y="4599"/>
                  </a:lnTo>
                  <a:lnTo>
                    <a:pt x="81553" y="4117"/>
                  </a:lnTo>
                  <a:lnTo>
                    <a:pt x="83639" y="3699"/>
                  </a:lnTo>
                  <a:lnTo>
                    <a:pt x="88827" y="3496"/>
                  </a:lnTo>
                  <a:lnTo>
                    <a:pt x="91741" y="3692"/>
                  </a:lnTo>
                  <a:lnTo>
                    <a:pt x="95610" y="4692"/>
                  </a:lnTo>
                  <a:lnTo>
                    <a:pt x="97873" y="6508"/>
                  </a:lnTo>
                  <a:lnTo>
                    <a:pt x="98577" y="7595"/>
                  </a:lnTo>
                  <a:lnTo>
                    <a:pt x="99778" y="11088"/>
                  </a:lnTo>
                  <a:lnTo>
                    <a:pt x="100761" y="15979"/>
                  </a:lnTo>
                  <a:lnTo>
                    <a:pt x="102199" y="18012"/>
                  </a:lnTo>
                  <a:lnTo>
                    <a:pt x="104509" y="19136"/>
                  </a:lnTo>
                  <a:lnTo>
                    <a:pt x="106105" y="20358"/>
                  </a:lnTo>
                  <a:lnTo>
                    <a:pt x="106988" y="21677"/>
                  </a:lnTo>
                  <a:lnTo>
                    <a:pt x="107223" y="23339"/>
                  </a:lnTo>
                  <a:lnTo>
                    <a:pt x="106810" y="25341"/>
                  </a:lnTo>
                  <a:lnTo>
                    <a:pt x="107119" y="27394"/>
                  </a:lnTo>
                  <a:lnTo>
                    <a:pt x="108152" y="29495"/>
                  </a:lnTo>
                  <a:lnTo>
                    <a:pt x="108948" y="30687"/>
                  </a:lnTo>
                  <a:lnTo>
                    <a:pt x="110692" y="32049"/>
                  </a:lnTo>
                  <a:lnTo>
                    <a:pt x="110721" y="32776"/>
                  </a:lnTo>
                  <a:lnTo>
                    <a:pt x="110176" y="33606"/>
                  </a:lnTo>
                  <a:lnTo>
                    <a:pt x="109022" y="34746"/>
                  </a:lnTo>
                  <a:lnTo>
                    <a:pt x="106174" y="38300"/>
                  </a:lnTo>
                  <a:lnTo>
                    <a:pt x="102499" y="42212"/>
                  </a:lnTo>
                  <a:lnTo>
                    <a:pt x="99880" y="45596"/>
                  </a:lnTo>
                  <a:lnTo>
                    <a:pt x="99753" y="46594"/>
                  </a:lnTo>
                  <a:lnTo>
                    <a:pt x="105201" y="41297"/>
                  </a:lnTo>
                  <a:lnTo>
                    <a:pt x="106897" y="41485"/>
                  </a:lnTo>
                  <a:lnTo>
                    <a:pt x="106974" y="42225"/>
                  </a:lnTo>
                  <a:lnTo>
                    <a:pt x="105864" y="44811"/>
                  </a:lnTo>
                  <a:lnTo>
                    <a:pt x="104512" y="47117"/>
                  </a:lnTo>
                  <a:lnTo>
                    <a:pt x="103152" y="48597"/>
                  </a:lnTo>
                  <a:lnTo>
                    <a:pt x="103401" y="49155"/>
                  </a:lnTo>
                  <a:lnTo>
                    <a:pt x="105989" y="51750"/>
                  </a:lnTo>
                  <a:lnTo>
                    <a:pt x="105514" y="52177"/>
                  </a:lnTo>
                  <a:lnTo>
                    <a:pt x="104265" y="51964"/>
                  </a:lnTo>
                  <a:lnTo>
                    <a:pt x="103752" y="52198"/>
                  </a:lnTo>
                  <a:lnTo>
                    <a:pt x="103381" y="52670"/>
                  </a:lnTo>
                  <a:lnTo>
                    <a:pt x="103150" y="53381"/>
                  </a:lnTo>
                  <a:lnTo>
                    <a:pt x="103136" y="54383"/>
                  </a:lnTo>
                  <a:lnTo>
                    <a:pt x="103336" y="55672"/>
                  </a:lnTo>
                  <a:lnTo>
                    <a:pt x="103316" y="56636"/>
                  </a:lnTo>
                  <a:lnTo>
                    <a:pt x="103076" y="57273"/>
                  </a:lnTo>
                  <a:lnTo>
                    <a:pt x="103335" y="57535"/>
                  </a:lnTo>
                  <a:lnTo>
                    <a:pt x="104092" y="57424"/>
                  </a:lnTo>
                  <a:lnTo>
                    <a:pt x="104730" y="56899"/>
                  </a:lnTo>
                  <a:lnTo>
                    <a:pt x="105830" y="55158"/>
                  </a:lnTo>
                  <a:lnTo>
                    <a:pt x="109455" y="50410"/>
                  </a:lnTo>
                  <a:lnTo>
                    <a:pt x="111774" y="48637"/>
                  </a:lnTo>
                  <a:lnTo>
                    <a:pt x="112522" y="48482"/>
                  </a:lnTo>
                  <a:lnTo>
                    <a:pt x="114654" y="49637"/>
                  </a:lnTo>
                  <a:lnTo>
                    <a:pt x="115153" y="49571"/>
                  </a:lnTo>
                  <a:lnTo>
                    <a:pt x="112808" y="45916"/>
                  </a:lnTo>
                  <a:lnTo>
                    <a:pt x="112603" y="44991"/>
                  </a:lnTo>
                  <a:lnTo>
                    <a:pt x="113079" y="43628"/>
                  </a:lnTo>
                  <a:lnTo>
                    <a:pt x="113365" y="43157"/>
                  </a:lnTo>
                  <a:lnTo>
                    <a:pt x="114672" y="42155"/>
                  </a:lnTo>
                  <a:lnTo>
                    <a:pt x="115756" y="41619"/>
                  </a:lnTo>
                  <a:lnTo>
                    <a:pt x="116362" y="41843"/>
                  </a:lnTo>
                  <a:lnTo>
                    <a:pt x="117323" y="43698"/>
                  </a:lnTo>
                  <a:lnTo>
                    <a:pt x="117771" y="44991"/>
                  </a:lnTo>
                  <a:lnTo>
                    <a:pt x="118567" y="45509"/>
                  </a:lnTo>
                  <a:lnTo>
                    <a:pt x="120342" y="44840"/>
                  </a:lnTo>
                  <a:lnTo>
                    <a:pt x="121524" y="43259"/>
                  </a:lnTo>
                  <a:lnTo>
                    <a:pt x="122988" y="44296"/>
                  </a:lnTo>
                  <a:lnTo>
                    <a:pt x="125193" y="46769"/>
                  </a:lnTo>
                  <a:lnTo>
                    <a:pt x="124992" y="49245"/>
                  </a:lnTo>
                  <a:lnTo>
                    <a:pt x="124994" y="51723"/>
                  </a:lnTo>
                  <a:lnTo>
                    <a:pt x="125107" y="53538"/>
                  </a:lnTo>
                  <a:lnTo>
                    <a:pt x="127740" y="56864"/>
                  </a:lnTo>
                  <a:lnTo>
                    <a:pt x="129574" y="58323"/>
                  </a:lnTo>
                  <a:lnTo>
                    <a:pt x="129907" y="58334"/>
                  </a:lnTo>
                  <a:lnTo>
                    <a:pt x="129864" y="57835"/>
                  </a:lnTo>
                  <a:lnTo>
                    <a:pt x="129482" y="56729"/>
                  </a:lnTo>
                  <a:lnTo>
                    <a:pt x="128476" y="55622"/>
                  </a:lnTo>
                  <a:lnTo>
                    <a:pt x="127571" y="53912"/>
                  </a:lnTo>
                  <a:lnTo>
                    <a:pt x="126754" y="51827"/>
                  </a:lnTo>
                  <a:lnTo>
                    <a:pt x="127238" y="46964"/>
                  </a:lnTo>
                  <a:lnTo>
                    <a:pt x="128611" y="44423"/>
                  </a:lnTo>
                  <a:lnTo>
                    <a:pt x="129937" y="45075"/>
                  </a:lnTo>
                  <a:lnTo>
                    <a:pt x="131682" y="46539"/>
                  </a:lnTo>
                  <a:lnTo>
                    <a:pt x="133060" y="46676"/>
                  </a:lnTo>
                  <a:lnTo>
                    <a:pt x="135230" y="46524"/>
                  </a:lnTo>
                  <a:lnTo>
                    <a:pt x="139662" y="49489"/>
                  </a:lnTo>
                  <a:lnTo>
                    <a:pt x="142041" y="49553"/>
                  </a:lnTo>
                  <a:lnTo>
                    <a:pt x="141823" y="48343"/>
                  </a:lnTo>
                  <a:lnTo>
                    <a:pt x="140020" y="47761"/>
                  </a:lnTo>
                  <a:lnTo>
                    <a:pt x="137389" y="46124"/>
                  </a:lnTo>
                  <a:lnTo>
                    <a:pt x="133290" y="44175"/>
                  </a:lnTo>
                  <a:lnTo>
                    <a:pt x="131406" y="41947"/>
                  </a:lnTo>
                  <a:lnTo>
                    <a:pt x="131052" y="40901"/>
                  </a:lnTo>
                  <a:lnTo>
                    <a:pt x="131106" y="39774"/>
                  </a:lnTo>
                  <a:lnTo>
                    <a:pt x="131341" y="38781"/>
                  </a:lnTo>
                  <a:lnTo>
                    <a:pt x="131754" y="37919"/>
                  </a:lnTo>
                  <a:lnTo>
                    <a:pt x="132574" y="37072"/>
                  </a:lnTo>
                  <a:lnTo>
                    <a:pt x="136539" y="34489"/>
                  </a:lnTo>
                  <a:lnTo>
                    <a:pt x="139353" y="33391"/>
                  </a:lnTo>
                  <a:lnTo>
                    <a:pt x="141470" y="33033"/>
                  </a:lnTo>
                  <a:lnTo>
                    <a:pt x="145007" y="33062"/>
                  </a:lnTo>
                  <a:lnTo>
                    <a:pt x="149116" y="33512"/>
                  </a:lnTo>
                  <a:lnTo>
                    <a:pt x="151336" y="34268"/>
                  </a:lnTo>
                  <a:lnTo>
                    <a:pt x="153888" y="36092"/>
                  </a:lnTo>
                  <a:lnTo>
                    <a:pt x="157118" y="37898"/>
                  </a:lnTo>
                  <a:lnTo>
                    <a:pt x="158271" y="38220"/>
                  </a:lnTo>
                  <a:lnTo>
                    <a:pt x="159617" y="38178"/>
                  </a:lnTo>
                  <a:lnTo>
                    <a:pt x="161156" y="37772"/>
                  </a:lnTo>
                  <a:lnTo>
                    <a:pt x="162620" y="37919"/>
                  </a:lnTo>
                  <a:lnTo>
                    <a:pt x="167276" y="40598"/>
                  </a:lnTo>
                  <a:lnTo>
                    <a:pt x="168508" y="41976"/>
                  </a:lnTo>
                  <a:lnTo>
                    <a:pt x="169254" y="43645"/>
                  </a:lnTo>
                  <a:lnTo>
                    <a:pt x="169806" y="45267"/>
                  </a:lnTo>
                  <a:lnTo>
                    <a:pt x="170165" y="46841"/>
                  </a:lnTo>
                  <a:lnTo>
                    <a:pt x="170019" y="48118"/>
                  </a:lnTo>
                  <a:lnTo>
                    <a:pt x="166142" y="53631"/>
                  </a:lnTo>
                  <a:lnTo>
                    <a:pt x="164454" y="54572"/>
                  </a:lnTo>
                  <a:lnTo>
                    <a:pt x="163339" y="56664"/>
                  </a:lnTo>
                  <a:lnTo>
                    <a:pt x="161676" y="60626"/>
                  </a:lnTo>
                  <a:lnTo>
                    <a:pt x="160269" y="62747"/>
                  </a:lnTo>
                  <a:lnTo>
                    <a:pt x="160139" y="63162"/>
                  </a:lnTo>
                  <a:lnTo>
                    <a:pt x="160434" y="63266"/>
                  </a:lnTo>
                  <a:lnTo>
                    <a:pt x="161282" y="62315"/>
                  </a:lnTo>
                  <a:lnTo>
                    <a:pt x="162744" y="59577"/>
                  </a:lnTo>
                  <a:lnTo>
                    <a:pt x="163805" y="57216"/>
                  </a:lnTo>
                  <a:lnTo>
                    <a:pt x="165753" y="55268"/>
                  </a:lnTo>
                  <a:lnTo>
                    <a:pt x="168941" y="52946"/>
                  </a:lnTo>
                  <a:lnTo>
                    <a:pt x="171717" y="51837"/>
                  </a:lnTo>
                  <a:lnTo>
                    <a:pt x="174082" y="51943"/>
                  </a:lnTo>
                  <a:lnTo>
                    <a:pt x="176072" y="52276"/>
                  </a:lnTo>
                  <a:lnTo>
                    <a:pt x="177687" y="52840"/>
                  </a:lnTo>
                  <a:lnTo>
                    <a:pt x="178646" y="53312"/>
                  </a:lnTo>
                  <a:lnTo>
                    <a:pt x="178948" y="53693"/>
                  </a:lnTo>
                  <a:lnTo>
                    <a:pt x="179596" y="55437"/>
                  </a:lnTo>
                  <a:lnTo>
                    <a:pt x="179559" y="56619"/>
                  </a:lnTo>
                  <a:lnTo>
                    <a:pt x="179154" y="57949"/>
                  </a:lnTo>
                  <a:lnTo>
                    <a:pt x="178388" y="59456"/>
                  </a:lnTo>
                  <a:lnTo>
                    <a:pt x="174916" y="61122"/>
                  </a:lnTo>
                  <a:lnTo>
                    <a:pt x="173013" y="62431"/>
                  </a:lnTo>
                  <a:lnTo>
                    <a:pt x="171833" y="62917"/>
                  </a:lnTo>
                  <a:lnTo>
                    <a:pt x="168292" y="63402"/>
                  </a:lnTo>
                  <a:lnTo>
                    <a:pt x="168448" y="63920"/>
                  </a:lnTo>
                  <a:lnTo>
                    <a:pt x="171078" y="64632"/>
                  </a:lnTo>
                  <a:lnTo>
                    <a:pt x="174015" y="64393"/>
                  </a:lnTo>
                  <a:lnTo>
                    <a:pt x="173940" y="65240"/>
                  </a:lnTo>
                  <a:lnTo>
                    <a:pt x="172560" y="67486"/>
                  </a:lnTo>
                  <a:lnTo>
                    <a:pt x="172113" y="69441"/>
                  </a:lnTo>
                  <a:lnTo>
                    <a:pt x="172497" y="71041"/>
                  </a:lnTo>
                  <a:lnTo>
                    <a:pt x="172426" y="72342"/>
                  </a:lnTo>
                  <a:lnTo>
                    <a:pt x="171398" y="75076"/>
                  </a:lnTo>
                  <a:lnTo>
                    <a:pt x="170216" y="77544"/>
                  </a:lnTo>
                  <a:lnTo>
                    <a:pt x="170661" y="77911"/>
                  </a:lnTo>
                  <a:lnTo>
                    <a:pt x="173355" y="74364"/>
                  </a:lnTo>
                  <a:lnTo>
                    <a:pt x="174077" y="70484"/>
                  </a:lnTo>
                  <a:lnTo>
                    <a:pt x="175165" y="67074"/>
                  </a:lnTo>
                  <a:lnTo>
                    <a:pt x="176430" y="65196"/>
                  </a:lnTo>
                  <a:lnTo>
                    <a:pt x="177384" y="64484"/>
                  </a:lnTo>
                  <a:lnTo>
                    <a:pt x="180394" y="64197"/>
                  </a:lnTo>
                  <a:lnTo>
                    <a:pt x="182063" y="62206"/>
                  </a:lnTo>
                  <a:lnTo>
                    <a:pt x="183488" y="61572"/>
                  </a:lnTo>
                  <a:lnTo>
                    <a:pt x="184084" y="61561"/>
                  </a:lnTo>
                  <a:lnTo>
                    <a:pt x="185297" y="62302"/>
                  </a:lnTo>
                  <a:lnTo>
                    <a:pt x="185225" y="63084"/>
                  </a:lnTo>
                  <a:lnTo>
                    <a:pt x="183465" y="66645"/>
                  </a:lnTo>
                  <a:lnTo>
                    <a:pt x="179733" y="72414"/>
                  </a:lnTo>
                  <a:lnTo>
                    <a:pt x="181254" y="71754"/>
                  </a:lnTo>
                  <a:lnTo>
                    <a:pt x="182285" y="70383"/>
                  </a:lnTo>
                  <a:lnTo>
                    <a:pt x="183666" y="69016"/>
                  </a:lnTo>
                  <a:lnTo>
                    <a:pt x="185234" y="66993"/>
                  </a:lnTo>
                  <a:lnTo>
                    <a:pt x="186269" y="68827"/>
                  </a:lnTo>
                  <a:lnTo>
                    <a:pt x="187860" y="70194"/>
                  </a:lnTo>
                  <a:lnTo>
                    <a:pt x="188811" y="73321"/>
                  </a:lnTo>
                  <a:lnTo>
                    <a:pt x="190349" y="74827"/>
                  </a:lnTo>
                  <a:lnTo>
                    <a:pt x="191277" y="75998"/>
                  </a:lnTo>
                  <a:lnTo>
                    <a:pt x="191146" y="74018"/>
                  </a:lnTo>
                  <a:lnTo>
                    <a:pt x="189803" y="70046"/>
                  </a:lnTo>
                  <a:lnTo>
                    <a:pt x="190169" y="68459"/>
                  </a:lnTo>
                  <a:lnTo>
                    <a:pt x="191207" y="67664"/>
                  </a:lnTo>
                  <a:lnTo>
                    <a:pt x="194442" y="64328"/>
                  </a:lnTo>
                  <a:lnTo>
                    <a:pt x="196701" y="65440"/>
                  </a:lnTo>
                  <a:lnTo>
                    <a:pt x="198091" y="66426"/>
                  </a:lnTo>
                  <a:lnTo>
                    <a:pt x="198787" y="66165"/>
                  </a:lnTo>
                  <a:lnTo>
                    <a:pt x="200544" y="66302"/>
                  </a:lnTo>
                  <a:lnTo>
                    <a:pt x="203361" y="66840"/>
                  </a:lnTo>
                  <a:lnTo>
                    <a:pt x="206101" y="67772"/>
                  </a:lnTo>
                  <a:lnTo>
                    <a:pt x="208764" y="69101"/>
                  </a:lnTo>
                  <a:lnTo>
                    <a:pt x="210817" y="70653"/>
                  </a:lnTo>
                  <a:lnTo>
                    <a:pt x="212258" y="72434"/>
                  </a:lnTo>
                  <a:lnTo>
                    <a:pt x="213132" y="73664"/>
                  </a:lnTo>
                  <a:lnTo>
                    <a:pt x="213434" y="74346"/>
                  </a:lnTo>
                  <a:lnTo>
                    <a:pt x="213921" y="76120"/>
                  </a:lnTo>
                  <a:lnTo>
                    <a:pt x="213548" y="77299"/>
                  </a:lnTo>
                  <a:lnTo>
                    <a:pt x="211536" y="80016"/>
                  </a:lnTo>
                  <a:lnTo>
                    <a:pt x="210418" y="81249"/>
                  </a:lnTo>
                  <a:lnTo>
                    <a:pt x="209305" y="81804"/>
                  </a:lnTo>
                  <a:lnTo>
                    <a:pt x="206317" y="81260"/>
                  </a:lnTo>
                  <a:lnTo>
                    <a:pt x="205389" y="81570"/>
                  </a:lnTo>
                  <a:lnTo>
                    <a:pt x="204413" y="82425"/>
                  </a:lnTo>
                  <a:lnTo>
                    <a:pt x="201303" y="86164"/>
                  </a:lnTo>
                  <a:lnTo>
                    <a:pt x="199584" y="87781"/>
                  </a:lnTo>
                  <a:lnTo>
                    <a:pt x="197893" y="88811"/>
                  </a:lnTo>
                  <a:lnTo>
                    <a:pt x="197499" y="89357"/>
                  </a:lnTo>
                  <a:lnTo>
                    <a:pt x="201135" y="89305"/>
                  </a:lnTo>
                  <a:lnTo>
                    <a:pt x="202141" y="88192"/>
                  </a:lnTo>
                  <a:lnTo>
                    <a:pt x="202980" y="86109"/>
                  </a:lnTo>
                  <a:lnTo>
                    <a:pt x="204580" y="83959"/>
                  </a:lnTo>
                  <a:lnTo>
                    <a:pt x="207607" y="82971"/>
                  </a:lnTo>
                  <a:lnTo>
                    <a:pt x="211828" y="85090"/>
                  </a:lnTo>
                  <a:lnTo>
                    <a:pt x="213924" y="85005"/>
                  </a:lnTo>
                  <a:lnTo>
                    <a:pt x="215524" y="82878"/>
                  </a:lnTo>
                  <a:lnTo>
                    <a:pt x="217311" y="81430"/>
                  </a:lnTo>
                  <a:lnTo>
                    <a:pt x="218014" y="81143"/>
                  </a:lnTo>
                  <a:lnTo>
                    <a:pt x="218396" y="81303"/>
                  </a:lnTo>
                  <a:lnTo>
                    <a:pt x="219756" y="82813"/>
                  </a:lnTo>
                  <a:lnTo>
                    <a:pt x="220167" y="84161"/>
                  </a:lnTo>
                  <a:lnTo>
                    <a:pt x="220137" y="87239"/>
                  </a:lnTo>
                  <a:lnTo>
                    <a:pt x="219954" y="88171"/>
                  </a:lnTo>
                  <a:lnTo>
                    <a:pt x="218745" y="90495"/>
                  </a:lnTo>
                  <a:lnTo>
                    <a:pt x="215792" y="93985"/>
                  </a:lnTo>
                  <a:lnTo>
                    <a:pt x="213861" y="95295"/>
                  </a:lnTo>
                  <a:lnTo>
                    <a:pt x="211719" y="95999"/>
                  </a:lnTo>
                  <a:lnTo>
                    <a:pt x="209386" y="97184"/>
                  </a:lnTo>
                  <a:lnTo>
                    <a:pt x="208562" y="98139"/>
                  </a:lnTo>
                  <a:lnTo>
                    <a:pt x="207757" y="99494"/>
                  </a:lnTo>
                  <a:lnTo>
                    <a:pt x="206953" y="100400"/>
                  </a:lnTo>
                  <a:lnTo>
                    <a:pt x="205931" y="101153"/>
                  </a:lnTo>
                  <a:lnTo>
                    <a:pt x="207269" y="102257"/>
                  </a:lnTo>
                  <a:lnTo>
                    <a:pt x="207781" y="102227"/>
                  </a:lnTo>
                  <a:lnTo>
                    <a:pt x="208276" y="101566"/>
                  </a:lnTo>
                  <a:lnTo>
                    <a:pt x="209624" y="98963"/>
                  </a:lnTo>
                  <a:lnTo>
                    <a:pt x="210627" y="97829"/>
                  </a:lnTo>
                  <a:lnTo>
                    <a:pt x="211194" y="97591"/>
                  </a:lnTo>
                  <a:lnTo>
                    <a:pt x="211780" y="97699"/>
                  </a:lnTo>
                  <a:lnTo>
                    <a:pt x="212350" y="98210"/>
                  </a:lnTo>
                  <a:lnTo>
                    <a:pt x="212907" y="99122"/>
                  </a:lnTo>
                  <a:lnTo>
                    <a:pt x="212864" y="101341"/>
                  </a:lnTo>
                  <a:lnTo>
                    <a:pt x="211163" y="110129"/>
                  </a:lnTo>
                  <a:lnTo>
                    <a:pt x="211439" y="110103"/>
                  </a:lnTo>
                  <a:lnTo>
                    <a:pt x="212484" y="107719"/>
                  </a:lnTo>
                  <a:lnTo>
                    <a:pt x="215525" y="98568"/>
                  </a:lnTo>
                  <a:lnTo>
                    <a:pt x="216269" y="96735"/>
                  </a:lnTo>
                  <a:lnTo>
                    <a:pt x="217737" y="94887"/>
                  </a:lnTo>
                  <a:lnTo>
                    <a:pt x="221025" y="92089"/>
                  </a:lnTo>
                  <a:lnTo>
                    <a:pt x="223565" y="90625"/>
                  </a:lnTo>
                  <a:lnTo>
                    <a:pt x="226433" y="89393"/>
                  </a:lnTo>
                  <a:lnTo>
                    <a:pt x="227965" y="88935"/>
                  </a:lnTo>
                  <a:lnTo>
                    <a:pt x="229715" y="89244"/>
                  </a:lnTo>
                  <a:lnTo>
                    <a:pt x="230852" y="90683"/>
                  </a:lnTo>
                  <a:lnTo>
                    <a:pt x="232390" y="90941"/>
                  </a:lnTo>
                  <a:lnTo>
                    <a:pt x="234261" y="90583"/>
                  </a:lnTo>
                  <a:lnTo>
                    <a:pt x="235468" y="90755"/>
                  </a:lnTo>
                  <a:lnTo>
                    <a:pt x="236834" y="91325"/>
                  </a:lnTo>
                  <a:lnTo>
                    <a:pt x="238004" y="92391"/>
                  </a:lnTo>
                  <a:lnTo>
                    <a:pt x="239991" y="93601"/>
                  </a:lnTo>
                  <a:lnTo>
                    <a:pt x="244476" y="95872"/>
                  </a:lnTo>
                  <a:lnTo>
                    <a:pt x="245033" y="96350"/>
                  </a:lnTo>
                  <a:lnTo>
                    <a:pt x="245554" y="97210"/>
                  </a:lnTo>
                  <a:lnTo>
                    <a:pt x="246038" y="98454"/>
                  </a:lnTo>
                  <a:lnTo>
                    <a:pt x="245978" y="99684"/>
                  </a:lnTo>
                  <a:lnTo>
                    <a:pt x="245374" y="100904"/>
                  </a:lnTo>
                  <a:lnTo>
                    <a:pt x="244626" y="101646"/>
                  </a:lnTo>
                  <a:lnTo>
                    <a:pt x="243731" y="101918"/>
                  </a:lnTo>
                  <a:lnTo>
                    <a:pt x="242806" y="102582"/>
                  </a:lnTo>
                  <a:lnTo>
                    <a:pt x="241093" y="104319"/>
                  </a:lnTo>
                  <a:lnTo>
                    <a:pt x="240534" y="104613"/>
                  </a:lnTo>
                  <a:lnTo>
                    <a:pt x="237848" y="105360"/>
                  </a:lnTo>
                  <a:lnTo>
                    <a:pt x="235358" y="105725"/>
                  </a:lnTo>
                  <a:lnTo>
                    <a:pt x="233803" y="106425"/>
                  </a:lnTo>
                  <a:lnTo>
                    <a:pt x="230813" y="108311"/>
                  </a:lnTo>
                  <a:lnTo>
                    <a:pt x="226697" y="111811"/>
                  </a:lnTo>
                  <a:lnTo>
                    <a:pt x="226739" y="112645"/>
                  </a:lnTo>
                  <a:lnTo>
                    <a:pt x="228382" y="113046"/>
                  </a:lnTo>
                  <a:lnTo>
                    <a:pt x="229713" y="112518"/>
                  </a:lnTo>
                  <a:lnTo>
                    <a:pt x="231544" y="110100"/>
                  </a:lnTo>
                  <a:lnTo>
                    <a:pt x="233265" y="109175"/>
                  </a:lnTo>
                  <a:lnTo>
                    <a:pt x="235955" y="108435"/>
                  </a:lnTo>
                  <a:lnTo>
                    <a:pt x="239675" y="107789"/>
                  </a:lnTo>
                  <a:lnTo>
                    <a:pt x="241269" y="107890"/>
                  </a:lnTo>
                  <a:lnTo>
                    <a:pt x="241556" y="108020"/>
                  </a:lnTo>
                  <a:lnTo>
                    <a:pt x="241764" y="108591"/>
                  </a:lnTo>
                  <a:lnTo>
                    <a:pt x="241892" y="109601"/>
                  </a:lnTo>
                  <a:lnTo>
                    <a:pt x="241283" y="110920"/>
                  </a:lnTo>
                  <a:lnTo>
                    <a:pt x="240577" y="111543"/>
                  </a:lnTo>
                  <a:lnTo>
                    <a:pt x="238656" y="114527"/>
                  </a:lnTo>
                  <a:lnTo>
                    <a:pt x="239920" y="115301"/>
                  </a:lnTo>
                  <a:lnTo>
                    <a:pt x="241657" y="115636"/>
                  </a:lnTo>
                  <a:lnTo>
                    <a:pt x="242648" y="114837"/>
                  </a:lnTo>
                  <a:lnTo>
                    <a:pt x="243544" y="113004"/>
                  </a:lnTo>
                  <a:lnTo>
                    <a:pt x="244549" y="111989"/>
                  </a:lnTo>
                  <a:lnTo>
                    <a:pt x="245663" y="111788"/>
                  </a:lnTo>
                  <a:lnTo>
                    <a:pt x="246641" y="111322"/>
                  </a:lnTo>
                  <a:lnTo>
                    <a:pt x="247486" y="110589"/>
                  </a:lnTo>
                  <a:lnTo>
                    <a:pt x="247716" y="110110"/>
                  </a:lnTo>
                  <a:lnTo>
                    <a:pt x="246488" y="109159"/>
                  </a:lnTo>
                  <a:lnTo>
                    <a:pt x="246390" y="108581"/>
                  </a:lnTo>
                  <a:lnTo>
                    <a:pt x="246891" y="107160"/>
                  </a:lnTo>
                  <a:lnTo>
                    <a:pt x="247795" y="105587"/>
                  </a:lnTo>
                  <a:lnTo>
                    <a:pt x="248736" y="104609"/>
                  </a:lnTo>
                  <a:lnTo>
                    <a:pt x="249435" y="104531"/>
                  </a:lnTo>
                  <a:lnTo>
                    <a:pt x="251749" y="105578"/>
                  </a:lnTo>
                  <a:lnTo>
                    <a:pt x="253330" y="107409"/>
                  </a:lnTo>
                  <a:lnTo>
                    <a:pt x="257331" y="112888"/>
                  </a:lnTo>
                  <a:lnTo>
                    <a:pt x="257845" y="113951"/>
                  </a:lnTo>
                  <a:lnTo>
                    <a:pt x="259237" y="118021"/>
                  </a:lnTo>
                  <a:lnTo>
                    <a:pt x="259501" y="119830"/>
                  </a:lnTo>
                  <a:lnTo>
                    <a:pt x="259272" y="121090"/>
                  </a:lnTo>
                  <a:lnTo>
                    <a:pt x="258944" y="121862"/>
                  </a:lnTo>
                  <a:lnTo>
                    <a:pt x="258517" y="122140"/>
                  </a:lnTo>
                  <a:lnTo>
                    <a:pt x="257638" y="122149"/>
                  </a:lnTo>
                  <a:lnTo>
                    <a:pt x="252306" y="120483"/>
                  </a:lnTo>
                  <a:lnTo>
                    <a:pt x="249874" y="120699"/>
                  </a:lnTo>
                  <a:lnTo>
                    <a:pt x="248811" y="121165"/>
                  </a:lnTo>
                  <a:lnTo>
                    <a:pt x="247954" y="121865"/>
                  </a:lnTo>
                  <a:lnTo>
                    <a:pt x="247288" y="122746"/>
                  </a:lnTo>
                  <a:lnTo>
                    <a:pt x="246815" y="123813"/>
                  </a:lnTo>
                  <a:lnTo>
                    <a:pt x="245881" y="124413"/>
                  </a:lnTo>
                  <a:lnTo>
                    <a:pt x="242498" y="124435"/>
                  </a:lnTo>
                  <a:lnTo>
                    <a:pt x="240600" y="125029"/>
                  </a:lnTo>
                  <a:lnTo>
                    <a:pt x="237336" y="126477"/>
                  </a:lnTo>
                  <a:lnTo>
                    <a:pt x="236165" y="127278"/>
                  </a:lnTo>
                  <a:lnTo>
                    <a:pt x="235902" y="128327"/>
                  </a:lnTo>
                  <a:lnTo>
                    <a:pt x="237900" y="128144"/>
                  </a:lnTo>
                  <a:lnTo>
                    <a:pt x="241189" y="126782"/>
                  </a:lnTo>
                  <a:lnTo>
                    <a:pt x="244280" y="126395"/>
                  </a:lnTo>
                  <a:lnTo>
                    <a:pt x="249445" y="129392"/>
                  </a:lnTo>
                  <a:lnTo>
                    <a:pt x="251147" y="129858"/>
                  </a:lnTo>
                  <a:lnTo>
                    <a:pt x="252095" y="129427"/>
                  </a:lnTo>
                  <a:lnTo>
                    <a:pt x="253234" y="129293"/>
                  </a:lnTo>
                  <a:lnTo>
                    <a:pt x="257362" y="129492"/>
                  </a:lnTo>
                  <a:lnTo>
                    <a:pt x="258770" y="129858"/>
                  </a:lnTo>
                  <a:lnTo>
                    <a:pt x="260863" y="131008"/>
                  </a:lnTo>
                  <a:lnTo>
                    <a:pt x="264063" y="133506"/>
                  </a:lnTo>
                  <a:lnTo>
                    <a:pt x="264678" y="134239"/>
                  </a:lnTo>
                  <a:lnTo>
                    <a:pt x="265035" y="135011"/>
                  </a:lnTo>
                  <a:lnTo>
                    <a:pt x="265137" y="135817"/>
                  </a:lnTo>
                  <a:lnTo>
                    <a:pt x="265103" y="137808"/>
                  </a:lnTo>
                  <a:lnTo>
                    <a:pt x="264783" y="138483"/>
                  </a:lnTo>
                  <a:lnTo>
                    <a:pt x="263699" y="138941"/>
                  </a:lnTo>
                  <a:lnTo>
                    <a:pt x="259099" y="138411"/>
                  </a:lnTo>
                  <a:lnTo>
                    <a:pt x="257695" y="137996"/>
                  </a:lnTo>
                  <a:lnTo>
                    <a:pt x="255967" y="138519"/>
                  </a:lnTo>
                  <a:lnTo>
                    <a:pt x="254566" y="138336"/>
                  </a:lnTo>
                  <a:lnTo>
                    <a:pt x="252774" y="137537"/>
                  </a:lnTo>
                  <a:lnTo>
                    <a:pt x="250804" y="136121"/>
                  </a:lnTo>
                  <a:lnTo>
                    <a:pt x="247855" y="137465"/>
                  </a:lnTo>
                  <a:lnTo>
                    <a:pt x="245492" y="136592"/>
                  </a:lnTo>
                  <a:lnTo>
                    <a:pt x="243078" y="137367"/>
                  </a:lnTo>
                  <a:lnTo>
                    <a:pt x="238289" y="140558"/>
                  </a:lnTo>
                  <a:lnTo>
                    <a:pt x="238825" y="141109"/>
                  </a:lnTo>
                  <a:lnTo>
                    <a:pt x="245387" y="138369"/>
                  </a:lnTo>
                  <a:lnTo>
                    <a:pt x="246654" y="138537"/>
                  </a:lnTo>
                  <a:lnTo>
                    <a:pt x="248728" y="139535"/>
                  </a:lnTo>
                  <a:lnTo>
                    <a:pt x="252006" y="141505"/>
                  </a:lnTo>
                  <a:lnTo>
                    <a:pt x="252925" y="142311"/>
                  </a:lnTo>
                  <a:lnTo>
                    <a:pt x="252933" y="145409"/>
                  </a:lnTo>
                  <a:lnTo>
                    <a:pt x="252432" y="147492"/>
                  </a:lnTo>
                  <a:lnTo>
                    <a:pt x="251432" y="149837"/>
                  </a:lnTo>
                  <a:lnTo>
                    <a:pt x="249928" y="149521"/>
                  </a:lnTo>
                  <a:lnTo>
                    <a:pt x="246424" y="148062"/>
                  </a:lnTo>
                  <a:lnTo>
                    <a:pt x="244991" y="147862"/>
                  </a:lnTo>
                  <a:lnTo>
                    <a:pt x="243942" y="148100"/>
                  </a:lnTo>
                  <a:lnTo>
                    <a:pt x="242535" y="149029"/>
                  </a:lnTo>
                  <a:lnTo>
                    <a:pt x="241870" y="149062"/>
                  </a:lnTo>
                  <a:lnTo>
                    <a:pt x="236265" y="147212"/>
                  </a:lnTo>
                  <a:lnTo>
                    <a:pt x="235005" y="147124"/>
                  </a:lnTo>
                  <a:lnTo>
                    <a:pt x="234859" y="147313"/>
                  </a:lnTo>
                  <a:lnTo>
                    <a:pt x="235127" y="147680"/>
                  </a:lnTo>
                  <a:lnTo>
                    <a:pt x="240210" y="150547"/>
                  </a:lnTo>
                  <a:lnTo>
                    <a:pt x="243967" y="150860"/>
                  </a:lnTo>
                  <a:lnTo>
                    <a:pt x="246322" y="151356"/>
                  </a:lnTo>
                  <a:lnTo>
                    <a:pt x="247716" y="152231"/>
                  </a:lnTo>
                  <a:lnTo>
                    <a:pt x="248374" y="152878"/>
                  </a:lnTo>
                  <a:lnTo>
                    <a:pt x="248421" y="154797"/>
                  </a:lnTo>
                  <a:lnTo>
                    <a:pt x="249675" y="156729"/>
                  </a:lnTo>
                  <a:lnTo>
                    <a:pt x="250804" y="157514"/>
                  </a:lnTo>
                  <a:lnTo>
                    <a:pt x="251525" y="157550"/>
                  </a:lnTo>
                  <a:lnTo>
                    <a:pt x="252763" y="156839"/>
                  </a:lnTo>
                  <a:lnTo>
                    <a:pt x="254012" y="156729"/>
                  </a:lnTo>
                  <a:lnTo>
                    <a:pt x="255023" y="157224"/>
                  </a:lnTo>
                  <a:lnTo>
                    <a:pt x="256289" y="158291"/>
                  </a:lnTo>
                  <a:lnTo>
                    <a:pt x="257819" y="158589"/>
                  </a:lnTo>
                  <a:lnTo>
                    <a:pt x="259162" y="159237"/>
                  </a:lnTo>
                  <a:lnTo>
                    <a:pt x="260199" y="159367"/>
                  </a:lnTo>
                  <a:lnTo>
                    <a:pt x="263117" y="159067"/>
                  </a:lnTo>
                  <a:lnTo>
                    <a:pt x="264383" y="159476"/>
                  </a:lnTo>
                  <a:lnTo>
                    <a:pt x="264710" y="159833"/>
                  </a:lnTo>
                  <a:lnTo>
                    <a:pt x="264159" y="160455"/>
                  </a:lnTo>
                  <a:lnTo>
                    <a:pt x="261492" y="161947"/>
                  </a:lnTo>
                  <a:lnTo>
                    <a:pt x="261087" y="163368"/>
                  </a:lnTo>
                  <a:lnTo>
                    <a:pt x="262592" y="165216"/>
                  </a:lnTo>
                  <a:lnTo>
                    <a:pt x="263381" y="166631"/>
                  </a:lnTo>
                  <a:lnTo>
                    <a:pt x="263342" y="167687"/>
                  </a:lnTo>
                  <a:lnTo>
                    <a:pt x="262538" y="170093"/>
                  </a:lnTo>
                  <a:lnTo>
                    <a:pt x="262334" y="171061"/>
                  </a:lnTo>
                  <a:lnTo>
                    <a:pt x="262599" y="171139"/>
                  </a:lnTo>
                  <a:lnTo>
                    <a:pt x="264538" y="169191"/>
                  </a:lnTo>
                  <a:lnTo>
                    <a:pt x="264841" y="169441"/>
                  </a:lnTo>
                  <a:lnTo>
                    <a:pt x="265043" y="172139"/>
                  </a:lnTo>
                  <a:lnTo>
                    <a:pt x="265291" y="171986"/>
                  </a:lnTo>
                  <a:lnTo>
                    <a:pt x="265941" y="169752"/>
                  </a:lnTo>
                  <a:lnTo>
                    <a:pt x="265652" y="166779"/>
                  </a:lnTo>
                  <a:lnTo>
                    <a:pt x="266790" y="165606"/>
                  </a:lnTo>
                  <a:lnTo>
                    <a:pt x="270405" y="164717"/>
                  </a:lnTo>
                  <a:lnTo>
                    <a:pt x="269792" y="169377"/>
                  </a:lnTo>
                  <a:lnTo>
                    <a:pt x="269697" y="171798"/>
                  </a:lnTo>
                  <a:lnTo>
                    <a:pt x="268117" y="175831"/>
                  </a:lnTo>
                  <a:lnTo>
                    <a:pt x="266798" y="177131"/>
                  </a:lnTo>
                  <a:lnTo>
                    <a:pt x="266838" y="177401"/>
                  </a:lnTo>
                  <a:lnTo>
                    <a:pt x="267775" y="177913"/>
                  </a:lnTo>
                  <a:lnTo>
                    <a:pt x="268361" y="177969"/>
                  </a:lnTo>
                  <a:lnTo>
                    <a:pt x="268922" y="177339"/>
                  </a:lnTo>
                  <a:lnTo>
                    <a:pt x="270259" y="174222"/>
                  </a:lnTo>
                  <a:lnTo>
                    <a:pt x="272977" y="170977"/>
                  </a:lnTo>
                  <a:lnTo>
                    <a:pt x="273471" y="170907"/>
                  </a:lnTo>
                  <a:lnTo>
                    <a:pt x="273453" y="172081"/>
                  </a:lnTo>
                  <a:lnTo>
                    <a:pt x="273102" y="174261"/>
                  </a:lnTo>
                  <a:lnTo>
                    <a:pt x="274357" y="175283"/>
                  </a:lnTo>
                  <a:lnTo>
                    <a:pt x="275554" y="174271"/>
                  </a:lnTo>
                  <a:lnTo>
                    <a:pt x="276204" y="173397"/>
                  </a:lnTo>
                  <a:lnTo>
                    <a:pt x="277707" y="173525"/>
                  </a:lnTo>
                  <a:lnTo>
                    <a:pt x="278391" y="173941"/>
                  </a:lnTo>
                  <a:lnTo>
                    <a:pt x="278595" y="174903"/>
                  </a:lnTo>
                  <a:lnTo>
                    <a:pt x="277904" y="178931"/>
                  </a:lnTo>
                  <a:lnTo>
                    <a:pt x="278030" y="179929"/>
                  </a:lnTo>
                  <a:lnTo>
                    <a:pt x="279615" y="182611"/>
                  </a:lnTo>
                  <a:lnTo>
                    <a:pt x="279776" y="182451"/>
                  </a:lnTo>
                  <a:lnTo>
                    <a:pt x="279477" y="181156"/>
                  </a:lnTo>
                  <a:lnTo>
                    <a:pt x="279150" y="177958"/>
                  </a:lnTo>
                  <a:lnTo>
                    <a:pt x="279456" y="176571"/>
                  </a:lnTo>
                  <a:lnTo>
                    <a:pt x="280761" y="174791"/>
                  </a:lnTo>
                  <a:lnTo>
                    <a:pt x="283441" y="172228"/>
                  </a:lnTo>
                  <a:lnTo>
                    <a:pt x="284434" y="171720"/>
                  </a:lnTo>
                  <a:lnTo>
                    <a:pt x="285054" y="172068"/>
                  </a:lnTo>
                  <a:lnTo>
                    <a:pt x="286041" y="173299"/>
                  </a:lnTo>
                  <a:lnTo>
                    <a:pt x="285733" y="174033"/>
                  </a:lnTo>
                  <a:lnTo>
                    <a:pt x="284667" y="174802"/>
                  </a:lnTo>
                  <a:lnTo>
                    <a:pt x="283876" y="176193"/>
                  </a:lnTo>
                  <a:lnTo>
                    <a:pt x="283361" y="178209"/>
                  </a:lnTo>
                  <a:lnTo>
                    <a:pt x="283932" y="179281"/>
                  </a:lnTo>
                  <a:lnTo>
                    <a:pt x="286104" y="179377"/>
                  </a:lnTo>
                  <a:lnTo>
                    <a:pt x="288285" y="177724"/>
                  </a:lnTo>
                  <a:lnTo>
                    <a:pt x="289537" y="178538"/>
                  </a:lnTo>
                  <a:lnTo>
                    <a:pt x="291026" y="180688"/>
                  </a:lnTo>
                  <a:lnTo>
                    <a:pt x="293753" y="184143"/>
                  </a:lnTo>
                  <a:lnTo>
                    <a:pt x="295307" y="183201"/>
                  </a:lnTo>
                  <a:lnTo>
                    <a:pt x="297229" y="185825"/>
                  </a:lnTo>
                  <a:lnTo>
                    <a:pt x="294648" y="187907"/>
                  </a:lnTo>
                  <a:lnTo>
                    <a:pt x="295437" y="192289"/>
                  </a:lnTo>
                  <a:lnTo>
                    <a:pt x="292084" y="192108"/>
                  </a:lnTo>
                  <a:lnTo>
                    <a:pt x="290198" y="192451"/>
                  </a:lnTo>
                  <a:lnTo>
                    <a:pt x="288936" y="192057"/>
                  </a:lnTo>
                  <a:lnTo>
                    <a:pt x="287579" y="192194"/>
                  </a:lnTo>
                  <a:lnTo>
                    <a:pt x="288836" y="193228"/>
                  </a:lnTo>
                  <a:lnTo>
                    <a:pt x="291259" y="193655"/>
                  </a:lnTo>
                  <a:lnTo>
                    <a:pt x="291480" y="194983"/>
                  </a:lnTo>
                  <a:lnTo>
                    <a:pt x="293382" y="194950"/>
                  </a:lnTo>
                  <a:lnTo>
                    <a:pt x="294809" y="194694"/>
                  </a:lnTo>
                  <a:lnTo>
                    <a:pt x="297387" y="194748"/>
                  </a:lnTo>
                  <a:lnTo>
                    <a:pt x="297525" y="193224"/>
                  </a:lnTo>
                  <a:lnTo>
                    <a:pt x="299201" y="192354"/>
                  </a:lnTo>
                  <a:lnTo>
                    <a:pt x="300165" y="191396"/>
                  </a:lnTo>
                  <a:lnTo>
                    <a:pt x="300966" y="191963"/>
                  </a:lnTo>
                  <a:lnTo>
                    <a:pt x="303297" y="192614"/>
                  </a:lnTo>
                  <a:lnTo>
                    <a:pt x="306427" y="195608"/>
                  </a:lnTo>
                  <a:lnTo>
                    <a:pt x="305048" y="197400"/>
                  </a:lnTo>
                  <a:lnTo>
                    <a:pt x="304672" y="199094"/>
                  </a:lnTo>
                  <a:lnTo>
                    <a:pt x="304208" y="200528"/>
                  </a:lnTo>
                  <a:lnTo>
                    <a:pt x="303949" y="201823"/>
                  </a:lnTo>
                  <a:lnTo>
                    <a:pt x="303399" y="202715"/>
                  </a:lnTo>
                  <a:lnTo>
                    <a:pt x="298916" y="207801"/>
                  </a:lnTo>
                  <a:lnTo>
                    <a:pt x="299658" y="207847"/>
                  </a:lnTo>
                  <a:lnTo>
                    <a:pt x="301555" y="206618"/>
                  </a:lnTo>
                  <a:lnTo>
                    <a:pt x="305251" y="204788"/>
                  </a:lnTo>
                  <a:lnTo>
                    <a:pt x="307311" y="204051"/>
                  </a:lnTo>
                  <a:lnTo>
                    <a:pt x="308775" y="204540"/>
                  </a:lnTo>
                  <a:lnTo>
                    <a:pt x="309516" y="204562"/>
                  </a:lnTo>
                  <a:lnTo>
                    <a:pt x="310171" y="203908"/>
                  </a:lnTo>
                  <a:lnTo>
                    <a:pt x="311392" y="204661"/>
                  </a:lnTo>
                  <a:lnTo>
                    <a:pt x="313926" y="205348"/>
                  </a:lnTo>
                  <a:lnTo>
                    <a:pt x="316835" y="201171"/>
                  </a:lnTo>
                  <a:lnTo>
                    <a:pt x="318595" y="201989"/>
                  </a:lnTo>
                  <a:lnTo>
                    <a:pt x="320236" y="204569"/>
                  </a:lnTo>
                  <a:lnTo>
                    <a:pt x="323749" y="209098"/>
                  </a:lnTo>
                  <a:lnTo>
                    <a:pt x="325581" y="211736"/>
                  </a:lnTo>
                  <a:lnTo>
                    <a:pt x="326191" y="212932"/>
                  </a:lnTo>
                  <a:lnTo>
                    <a:pt x="326105" y="214110"/>
                  </a:lnTo>
                  <a:lnTo>
                    <a:pt x="324449" y="215359"/>
                  </a:lnTo>
                  <a:lnTo>
                    <a:pt x="323600" y="215610"/>
                  </a:lnTo>
                  <a:lnTo>
                    <a:pt x="321371" y="213255"/>
                  </a:lnTo>
                  <a:lnTo>
                    <a:pt x="319323" y="212063"/>
                  </a:lnTo>
                  <a:lnTo>
                    <a:pt x="318076" y="212191"/>
                  </a:lnTo>
                  <a:lnTo>
                    <a:pt x="316838" y="213099"/>
                  </a:lnTo>
                  <a:lnTo>
                    <a:pt x="317224" y="213605"/>
                  </a:lnTo>
                  <a:lnTo>
                    <a:pt x="322183" y="217234"/>
                  </a:lnTo>
                  <a:lnTo>
                    <a:pt x="323048" y="219912"/>
                  </a:lnTo>
                  <a:lnTo>
                    <a:pt x="323112" y="221082"/>
                  </a:lnTo>
                  <a:lnTo>
                    <a:pt x="319798" y="222857"/>
                  </a:lnTo>
                  <a:lnTo>
                    <a:pt x="318734" y="222961"/>
                  </a:lnTo>
                  <a:lnTo>
                    <a:pt x="316439" y="222114"/>
                  </a:lnTo>
                  <a:lnTo>
                    <a:pt x="315094" y="220533"/>
                  </a:lnTo>
                  <a:lnTo>
                    <a:pt x="313986" y="219961"/>
                  </a:lnTo>
                  <a:lnTo>
                    <a:pt x="312449" y="219773"/>
                  </a:lnTo>
                  <a:lnTo>
                    <a:pt x="311957" y="220079"/>
                  </a:lnTo>
                  <a:lnTo>
                    <a:pt x="313632" y="222766"/>
                  </a:lnTo>
                  <a:lnTo>
                    <a:pt x="313471" y="223574"/>
                  </a:lnTo>
                  <a:lnTo>
                    <a:pt x="312606" y="224096"/>
                  </a:lnTo>
                  <a:lnTo>
                    <a:pt x="312179" y="225393"/>
                  </a:lnTo>
                  <a:lnTo>
                    <a:pt x="315489" y="227729"/>
                  </a:lnTo>
                  <a:lnTo>
                    <a:pt x="317967" y="230105"/>
                  </a:lnTo>
                  <a:lnTo>
                    <a:pt x="318334" y="231058"/>
                  </a:lnTo>
                  <a:lnTo>
                    <a:pt x="316664" y="231765"/>
                  </a:lnTo>
                  <a:lnTo>
                    <a:pt x="315464" y="231928"/>
                  </a:lnTo>
                  <a:lnTo>
                    <a:pt x="312927" y="231585"/>
                  </a:lnTo>
                  <a:lnTo>
                    <a:pt x="311535" y="231084"/>
                  </a:lnTo>
                  <a:lnTo>
                    <a:pt x="311151" y="231621"/>
                  </a:lnTo>
                  <a:lnTo>
                    <a:pt x="312591" y="232868"/>
                  </a:lnTo>
                  <a:lnTo>
                    <a:pt x="313147" y="233711"/>
                  </a:lnTo>
                  <a:lnTo>
                    <a:pt x="313579" y="234886"/>
                  </a:lnTo>
                  <a:lnTo>
                    <a:pt x="313830" y="235992"/>
                  </a:lnTo>
                  <a:lnTo>
                    <a:pt x="313901" y="237027"/>
                  </a:lnTo>
                  <a:lnTo>
                    <a:pt x="312724" y="237878"/>
                  </a:lnTo>
                  <a:lnTo>
                    <a:pt x="311309" y="240267"/>
                  </a:lnTo>
                  <a:lnTo>
                    <a:pt x="310756" y="242741"/>
                  </a:lnTo>
                  <a:lnTo>
                    <a:pt x="309475" y="242976"/>
                  </a:lnTo>
                  <a:lnTo>
                    <a:pt x="308958" y="242511"/>
                  </a:lnTo>
                  <a:lnTo>
                    <a:pt x="307236" y="243260"/>
                  </a:lnTo>
                  <a:lnTo>
                    <a:pt x="304965" y="242227"/>
                  </a:lnTo>
                  <a:lnTo>
                    <a:pt x="304150" y="241097"/>
                  </a:lnTo>
                  <a:lnTo>
                    <a:pt x="301674" y="236444"/>
                  </a:lnTo>
                  <a:lnTo>
                    <a:pt x="301610" y="236966"/>
                  </a:lnTo>
                  <a:lnTo>
                    <a:pt x="302230" y="239317"/>
                  </a:lnTo>
                  <a:lnTo>
                    <a:pt x="302103" y="240712"/>
                  </a:lnTo>
                  <a:lnTo>
                    <a:pt x="299480" y="241725"/>
                  </a:lnTo>
                  <a:lnTo>
                    <a:pt x="299490" y="242119"/>
                  </a:lnTo>
                  <a:lnTo>
                    <a:pt x="301100" y="242856"/>
                  </a:lnTo>
                  <a:lnTo>
                    <a:pt x="303051" y="243426"/>
                  </a:lnTo>
                  <a:lnTo>
                    <a:pt x="302747" y="245599"/>
                  </a:lnTo>
                  <a:lnTo>
                    <a:pt x="302757" y="254862"/>
                  </a:lnTo>
                  <a:lnTo>
                    <a:pt x="302320" y="258150"/>
                  </a:lnTo>
                  <a:lnTo>
                    <a:pt x="301366" y="261022"/>
                  </a:lnTo>
                  <a:lnTo>
                    <a:pt x="299995" y="263775"/>
                  </a:lnTo>
                  <a:lnTo>
                    <a:pt x="298512" y="261972"/>
                  </a:lnTo>
                  <a:lnTo>
                    <a:pt x="297919" y="260132"/>
                  </a:lnTo>
                  <a:lnTo>
                    <a:pt x="297421" y="259188"/>
                  </a:lnTo>
                  <a:lnTo>
                    <a:pt x="296713" y="258421"/>
                  </a:lnTo>
                  <a:lnTo>
                    <a:pt x="295797" y="258060"/>
                  </a:lnTo>
                  <a:lnTo>
                    <a:pt x="294830" y="258047"/>
                  </a:lnTo>
                  <a:lnTo>
                    <a:pt x="293803" y="259695"/>
                  </a:lnTo>
                  <a:lnTo>
                    <a:pt x="292684" y="258273"/>
                  </a:lnTo>
                  <a:lnTo>
                    <a:pt x="291602" y="256555"/>
                  </a:lnTo>
                  <a:lnTo>
                    <a:pt x="292010" y="252060"/>
                  </a:lnTo>
                  <a:lnTo>
                    <a:pt x="292465" y="249807"/>
                  </a:lnTo>
                  <a:lnTo>
                    <a:pt x="292283" y="249825"/>
                  </a:lnTo>
                  <a:lnTo>
                    <a:pt x="291667" y="250890"/>
                  </a:lnTo>
                  <a:lnTo>
                    <a:pt x="290192" y="254182"/>
                  </a:lnTo>
                  <a:lnTo>
                    <a:pt x="289224" y="258205"/>
                  </a:lnTo>
                  <a:lnTo>
                    <a:pt x="287972" y="256658"/>
                  </a:lnTo>
                  <a:lnTo>
                    <a:pt x="286843" y="254733"/>
                  </a:lnTo>
                  <a:lnTo>
                    <a:pt x="285910" y="252798"/>
                  </a:lnTo>
                  <a:lnTo>
                    <a:pt x="284403" y="250566"/>
                  </a:lnTo>
                  <a:lnTo>
                    <a:pt x="282940" y="247946"/>
                  </a:lnTo>
                  <a:lnTo>
                    <a:pt x="282177" y="244861"/>
                  </a:lnTo>
                  <a:lnTo>
                    <a:pt x="281822" y="244226"/>
                  </a:lnTo>
                  <a:lnTo>
                    <a:pt x="280969" y="241655"/>
                  </a:lnTo>
                  <a:lnTo>
                    <a:pt x="280635" y="240921"/>
                  </a:lnTo>
                  <a:lnTo>
                    <a:pt x="280341" y="240677"/>
                  </a:lnTo>
                  <a:lnTo>
                    <a:pt x="279612" y="239074"/>
                  </a:lnTo>
                  <a:lnTo>
                    <a:pt x="279878" y="237359"/>
                  </a:lnTo>
                  <a:lnTo>
                    <a:pt x="281027" y="235332"/>
                  </a:lnTo>
                  <a:lnTo>
                    <a:pt x="282073" y="233876"/>
                  </a:lnTo>
                  <a:lnTo>
                    <a:pt x="283806" y="232440"/>
                  </a:lnTo>
                  <a:lnTo>
                    <a:pt x="285833" y="231631"/>
                  </a:lnTo>
                  <a:lnTo>
                    <a:pt x="286755" y="229780"/>
                  </a:lnTo>
                  <a:lnTo>
                    <a:pt x="287885" y="226406"/>
                  </a:lnTo>
                  <a:lnTo>
                    <a:pt x="289123" y="224059"/>
                  </a:lnTo>
                  <a:lnTo>
                    <a:pt x="290470" y="222730"/>
                  </a:lnTo>
                  <a:lnTo>
                    <a:pt x="289800" y="222483"/>
                  </a:lnTo>
                  <a:lnTo>
                    <a:pt x="288088" y="223620"/>
                  </a:lnTo>
                  <a:lnTo>
                    <a:pt x="286884" y="225278"/>
                  </a:lnTo>
                  <a:lnTo>
                    <a:pt x="285452" y="228041"/>
                  </a:lnTo>
                  <a:lnTo>
                    <a:pt x="284121" y="229804"/>
                  </a:lnTo>
                  <a:lnTo>
                    <a:pt x="280704" y="231851"/>
                  </a:lnTo>
                  <a:lnTo>
                    <a:pt x="279453" y="232261"/>
                  </a:lnTo>
                  <a:lnTo>
                    <a:pt x="277998" y="232479"/>
                  </a:lnTo>
                  <a:lnTo>
                    <a:pt x="274795" y="232192"/>
                  </a:lnTo>
                  <a:lnTo>
                    <a:pt x="274054" y="231504"/>
                  </a:lnTo>
                  <a:lnTo>
                    <a:pt x="274438" y="229547"/>
                  </a:lnTo>
                  <a:lnTo>
                    <a:pt x="276719" y="226051"/>
                  </a:lnTo>
                  <a:lnTo>
                    <a:pt x="276355" y="225805"/>
                  </a:lnTo>
                  <a:lnTo>
                    <a:pt x="275553" y="227042"/>
                  </a:lnTo>
                  <a:lnTo>
                    <a:pt x="274452" y="227898"/>
                  </a:lnTo>
                  <a:lnTo>
                    <a:pt x="273497" y="228335"/>
                  </a:lnTo>
                  <a:lnTo>
                    <a:pt x="272093" y="228179"/>
                  </a:lnTo>
                  <a:lnTo>
                    <a:pt x="270448" y="226002"/>
                  </a:lnTo>
                  <a:lnTo>
                    <a:pt x="269667" y="225331"/>
                  </a:lnTo>
                  <a:lnTo>
                    <a:pt x="268056" y="224581"/>
                  </a:lnTo>
                  <a:lnTo>
                    <a:pt x="267401" y="223835"/>
                  </a:lnTo>
                  <a:lnTo>
                    <a:pt x="264728" y="218495"/>
                  </a:lnTo>
                  <a:lnTo>
                    <a:pt x="264189" y="217075"/>
                  </a:lnTo>
                  <a:lnTo>
                    <a:pt x="263875" y="215682"/>
                  </a:lnTo>
                  <a:lnTo>
                    <a:pt x="263018" y="214510"/>
                  </a:lnTo>
                  <a:lnTo>
                    <a:pt x="261616" y="213559"/>
                  </a:lnTo>
                  <a:lnTo>
                    <a:pt x="261293" y="213715"/>
                  </a:lnTo>
                  <a:lnTo>
                    <a:pt x="261797" y="214907"/>
                  </a:lnTo>
                  <a:lnTo>
                    <a:pt x="261813" y="215933"/>
                  </a:lnTo>
                  <a:lnTo>
                    <a:pt x="260588" y="216573"/>
                  </a:lnTo>
                  <a:lnTo>
                    <a:pt x="259308" y="216351"/>
                  </a:lnTo>
                  <a:lnTo>
                    <a:pt x="257971" y="215266"/>
                  </a:lnTo>
                  <a:lnTo>
                    <a:pt x="257854" y="216725"/>
                  </a:lnTo>
                  <a:lnTo>
                    <a:pt x="259284" y="219313"/>
                  </a:lnTo>
                  <a:lnTo>
                    <a:pt x="259306" y="222594"/>
                  </a:lnTo>
                  <a:lnTo>
                    <a:pt x="258902" y="222933"/>
                  </a:lnTo>
                  <a:lnTo>
                    <a:pt x="257927" y="223125"/>
                  </a:lnTo>
                  <a:lnTo>
                    <a:pt x="257273" y="222720"/>
                  </a:lnTo>
                  <a:lnTo>
                    <a:pt x="255105" y="220268"/>
                  </a:lnTo>
                  <a:lnTo>
                    <a:pt x="253049" y="218561"/>
                  </a:lnTo>
                  <a:lnTo>
                    <a:pt x="251599" y="217618"/>
                  </a:lnTo>
                  <a:lnTo>
                    <a:pt x="251430" y="218289"/>
                  </a:lnTo>
                  <a:lnTo>
                    <a:pt x="252370" y="221247"/>
                  </a:lnTo>
                  <a:lnTo>
                    <a:pt x="253461" y="224164"/>
                  </a:lnTo>
                  <a:lnTo>
                    <a:pt x="255247" y="226569"/>
                  </a:lnTo>
                  <a:lnTo>
                    <a:pt x="258092" y="229433"/>
                  </a:lnTo>
                  <a:lnTo>
                    <a:pt x="259381" y="231084"/>
                  </a:lnTo>
                  <a:lnTo>
                    <a:pt x="258365" y="233414"/>
                  </a:lnTo>
                  <a:lnTo>
                    <a:pt x="257482" y="234177"/>
                  </a:lnTo>
                  <a:lnTo>
                    <a:pt x="256933" y="234414"/>
                  </a:lnTo>
                  <a:lnTo>
                    <a:pt x="255207" y="234417"/>
                  </a:lnTo>
                  <a:lnTo>
                    <a:pt x="252058" y="233130"/>
                  </a:lnTo>
                  <a:lnTo>
                    <a:pt x="250580" y="231693"/>
                  </a:lnTo>
                  <a:lnTo>
                    <a:pt x="248433" y="228264"/>
                  </a:lnTo>
                  <a:lnTo>
                    <a:pt x="244883" y="224735"/>
                  </a:lnTo>
                  <a:lnTo>
                    <a:pt x="244112" y="224754"/>
                  </a:lnTo>
                  <a:lnTo>
                    <a:pt x="241601" y="226190"/>
                  </a:lnTo>
                  <a:lnTo>
                    <a:pt x="241995" y="226421"/>
                  </a:lnTo>
                  <a:lnTo>
                    <a:pt x="243614" y="226525"/>
                  </a:lnTo>
                  <a:lnTo>
                    <a:pt x="244802" y="226983"/>
                  </a:lnTo>
                  <a:lnTo>
                    <a:pt x="247639" y="229771"/>
                  </a:lnTo>
                  <a:lnTo>
                    <a:pt x="247853" y="230949"/>
                  </a:lnTo>
                  <a:lnTo>
                    <a:pt x="247145" y="232261"/>
                  </a:lnTo>
                  <a:lnTo>
                    <a:pt x="247189" y="233914"/>
                  </a:lnTo>
                  <a:lnTo>
                    <a:pt x="247985" y="235913"/>
                  </a:lnTo>
                  <a:lnTo>
                    <a:pt x="248799" y="237190"/>
                  </a:lnTo>
                  <a:lnTo>
                    <a:pt x="250468" y="238091"/>
                  </a:lnTo>
                  <a:lnTo>
                    <a:pt x="251307" y="238210"/>
                  </a:lnTo>
                  <a:lnTo>
                    <a:pt x="251622" y="238789"/>
                  </a:lnTo>
                  <a:lnTo>
                    <a:pt x="250624" y="243238"/>
                  </a:lnTo>
                  <a:lnTo>
                    <a:pt x="250539" y="244455"/>
                  </a:lnTo>
                  <a:lnTo>
                    <a:pt x="250824" y="244958"/>
                  </a:lnTo>
                  <a:lnTo>
                    <a:pt x="251172" y="245000"/>
                  </a:lnTo>
                  <a:lnTo>
                    <a:pt x="253318" y="243172"/>
                  </a:lnTo>
                  <a:lnTo>
                    <a:pt x="254215" y="242726"/>
                  </a:lnTo>
                  <a:lnTo>
                    <a:pt x="254993" y="242634"/>
                  </a:lnTo>
                  <a:lnTo>
                    <a:pt x="255895" y="243146"/>
                  </a:lnTo>
                  <a:lnTo>
                    <a:pt x="256922" y="244264"/>
                  </a:lnTo>
                  <a:lnTo>
                    <a:pt x="257528" y="245417"/>
                  </a:lnTo>
                  <a:lnTo>
                    <a:pt x="257710" y="246604"/>
                  </a:lnTo>
                  <a:lnTo>
                    <a:pt x="258016" y="247381"/>
                  </a:lnTo>
                  <a:lnTo>
                    <a:pt x="260122" y="248637"/>
                  </a:lnTo>
                  <a:lnTo>
                    <a:pt x="259929" y="249224"/>
                  </a:lnTo>
                  <a:lnTo>
                    <a:pt x="257758" y="251112"/>
                  </a:lnTo>
                  <a:lnTo>
                    <a:pt x="257640" y="251409"/>
                  </a:lnTo>
                  <a:lnTo>
                    <a:pt x="258073" y="251546"/>
                  </a:lnTo>
                  <a:lnTo>
                    <a:pt x="259444" y="252673"/>
                  </a:lnTo>
                  <a:lnTo>
                    <a:pt x="260706" y="254437"/>
                  </a:lnTo>
                  <a:lnTo>
                    <a:pt x="261477" y="256538"/>
                  </a:lnTo>
                  <a:lnTo>
                    <a:pt x="261632" y="257571"/>
                  </a:lnTo>
                  <a:lnTo>
                    <a:pt x="261624" y="258552"/>
                  </a:lnTo>
                  <a:lnTo>
                    <a:pt x="261798" y="259141"/>
                  </a:lnTo>
                  <a:lnTo>
                    <a:pt x="262466" y="259246"/>
                  </a:lnTo>
                  <a:lnTo>
                    <a:pt x="262739" y="258873"/>
                  </a:lnTo>
                  <a:lnTo>
                    <a:pt x="263043" y="258943"/>
                  </a:lnTo>
                  <a:lnTo>
                    <a:pt x="263381" y="259458"/>
                  </a:lnTo>
                  <a:lnTo>
                    <a:pt x="263737" y="261069"/>
                  </a:lnTo>
                  <a:lnTo>
                    <a:pt x="264496" y="265785"/>
                  </a:lnTo>
                  <a:lnTo>
                    <a:pt x="264897" y="267111"/>
                  </a:lnTo>
                  <a:lnTo>
                    <a:pt x="265127" y="267156"/>
                  </a:lnTo>
                  <a:lnTo>
                    <a:pt x="265246" y="262423"/>
                  </a:lnTo>
                  <a:lnTo>
                    <a:pt x="265600" y="261640"/>
                  </a:lnTo>
                  <a:lnTo>
                    <a:pt x="266937" y="262478"/>
                  </a:lnTo>
                  <a:lnTo>
                    <a:pt x="268896" y="264321"/>
                  </a:lnTo>
                  <a:lnTo>
                    <a:pt x="270276" y="265961"/>
                  </a:lnTo>
                  <a:lnTo>
                    <a:pt x="270435" y="266729"/>
                  </a:lnTo>
                  <a:lnTo>
                    <a:pt x="269393" y="268218"/>
                  </a:lnTo>
                  <a:lnTo>
                    <a:pt x="269613" y="268880"/>
                  </a:lnTo>
                  <a:lnTo>
                    <a:pt x="270379" y="269853"/>
                  </a:lnTo>
                  <a:lnTo>
                    <a:pt x="271085" y="269483"/>
                  </a:lnTo>
                  <a:lnTo>
                    <a:pt x="271596" y="267820"/>
                  </a:lnTo>
                  <a:lnTo>
                    <a:pt x="272474" y="266183"/>
                  </a:lnTo>
                  <a:lnTo>
                    <a:pt x="273515" y="265026"/>
                  </a:lnTo>
                  <a:lnTo>
                    <a:pt x="275450" y="265977"/>
                  </a:lnTo>
                  <a:lnTo>
                    <a:pt x="277055" y="268424"/>
                  </a:lnTo>
                  <a:lnTo>
                    <a:pt x="277299" y="269264"/>
                  </a:lnTo>
                  <a:lnTo>
                    <a:pt x="278345" y="270323"/>
                  </a:lnTo>
                  <a:lnTo>
                    <a:pt x="279267" y="269734"/>
                  </a:lnTo>
                  <a:lnTo>
                    <a:pt x="281051" y="272538"/>
                  </a:lnTo>
                  <a:lnTo>
                    <a:pt x="280205" y="273809"/>
                  </a:lnTo>
                  <a:lnTo>
                    <a:pt x="278349" y="275657"/>
                  </a:lnTo>
                  <a:lnTo>
                    <a:pt x="278161" y="276283"/>
                  </a:lnTo>
                  <a:lnTo>
                    <a:pt x="278608" y="276140"/>
                  </a:lnTo>
                  <a:lnTo>
                    <a:pt x="282144" y="276138"/>
                  </a:lnTo>
                  <a:lnTo>
                    <a:pt x="283099" y="276881"/>
                  </a:lnTo>
                  <a:lnTo>
                    <a:pt x="283325" y="278296"/>
                  </a:lnTo>
                  <a:lnTo>
                    <a:pt x="281753" y="282238"/>
                  </a:lnTo>
                  <a:lnTo>
                    <a:pt x="280312" y="281889"/>
                  </a:lnTo>
                  <a:lnTo>
                    <a:pt x="278409" y="281793"/>
                  </a:lnTo>
                  <a:lnTo>
                    <a:pt x="277431" y="282005"/>
                  </a:lnTo>
                  <a:lnTo>
                    <a:pt x="277582" y="282516"/>
                  </a:lnTo>
                  <a:lnTo>
                    <a:pt x="280223" y="284334"/>
                  </a:lnTo>
                  <a:lnTo>
                    <a:pt x="280970" y="285832"/>
                  </a:lnTo>
                  <a:lnTo>
                    <a:pt x="281983" y="287363"/>
                  </a:lnTo>
                  <a:lnTo>
                    <a:pt x="282473" y="288624"/>
                  </a:lnTo>
                  <a:lnTo>
                    <a:pt x="282461" y="289204"/>
                  </a:lnTo>
                  <a:lnTo>
                    <a:pt x="282045" y="290077"/>
                  </a:lnTo>
                  <a:lnTo>
                    <a:pt x="282243" y="290367"/>
                  </a:lnTo>
                  <a:lnTo>
                    <a:pt x="284052" y="290938"/>
                  </a:lnTo>
                  <a:lnTo>
                    <a:pt x="285173" y="290426"/>
                  </a:lnTo>
                  <a:lnTo>
                    <a:pt x="286582" y="290231"/>
                  </a:lnTo>
                  <a:lnTo>
                    <a:pt x="287823" y="290372"/>
                  </a:lnTo>
                  <a:lnTo>
                    <a:pt x="287922" y="290916"/>
                  </a:lnTo>
                  <a:lnTo>
                    <a:pt x="287736" y="292353"/>
                  </a:lnTo>
                  <a:lnTo>
                    <a:pt x="286464" y="293682"/>
                  </a:lnTo>
                  <a:lnTo>
                    <a:pt x="286805" y="293994"/>
                  </a:lnTo>
                  <a:lnTo>
                    <a:pt x="288297" y="293612"/>
                  </a:lnTo>
                  <a:lnTo>
                    <a:pt x="288983" y="294232"/>
                  </a:lnTo>
                  <a:lnTo>
                    <a:pt x="289867" y="297395"/>
                  </a:lnTo>
                  <a:lnTo>
                    <a:pt x="290861" y="299876"/>
                  </a:lnTo>
                  <a:lnTo>
                    <a:pt x="290052" y="300446"/>
                  </a:lnTo>
                  <a:lnTo>
                    <a:pt x="289151" y="300664"/>
                  </a:lnTo>
                  <a:lnTo>
                    <a:pt x="289279" y="303830"/>
                  </a:lnTo>
                  <a:lnTo>
                    <a:pt x="289865" y="307073"/>
                  </a:lnTo>
                  <a:lnTo>
                    <a:pt x="289871" y="310182"/>
                  </a:lnTo>
                  <a:lnTo>
                    <a:pt x="289687" y="312948"/>
                  </a:lnTo>
                  <a:lnTo>
                    <a:pt x="288863" y="313563"/>
                  </a:lnTo>
                  <a:lnTo>
                    <a:pt x="287980" y="313498"/>
                  </a:lnTo>
                  <a:lnTo>
                    <a:pt x="287628" y="312804"/>
                  </a:lnTo>
                  <a:lnTo>
                    <a:pt x="285463" y="304534"/>
                  </a:lnTo>
                  <a:lnTo>
                    <a:pt x="284929" y="303040"/>
                  </a:lnTo>
                  <a:lnTo>
                    <a:pt x="284289" y="301737"/>
                  </a:lnTo>
                  <a:lnTo>
                    <a:pt x="281993" y="298165"/>
                  </a:lnTo>
                  <a:lnTo>
                    <a:pt x="282083" y="298739"/>
                  </a:lnTo>
                  <a:lnTo>
                    <a:pt x="282652" y="300387"/>
                  </a:lnTo>
                  <a:lnTo>
                    <a:pt x="283157" y="302843"/>
                  </a:lnTo>
                  <a:lnTo>
                    <a:pt x="283816" y="307743"/>
                  </a:lnTo>
                  <a:lnTo>
                    <a:pt x="284118" y="310897"/>
                  </a:lnTo>
                  <a:lnTo>
                    <a:pt x="283982" y="312096"/>
                  </a:lnTo>
                  <a:lnTo>
                    <a:pt x="283513" y="312390"/>
                  </a:lnTo>
                  <a:lnTo>
                    <a:pt x="283389" y="312963"/>
                  </a:lnTo>
                  <a:lnTo>
                    <a:pt x="283612" y="313815"/>
                  </a:lnTo>
                  <a:lnTo>
                    <a:pt x="285366" y="317036"/>
                  </a:lnTo>
                  <a:lnTo>
                    <a:pt x="286214" y="318975"/>
                  </a:lnTo>
                  <a:lnTo>
                    <a:pt x="286813" y="320991"/>
                  </a:lnTo>
                  <a:lnTo>
                    <a:pt x="287373" y="322350"/>
                  </a:lnTo>
                  <a:lnTo>
                    <a:pt x="287892" y="323054"/>
                  </a:lnTo>
                  <a:lnTo>
                    <a:pt x="287764" y="323632"/>
                  </a:lnTo>
                  <a:lnTo>
                    <a:pt x="286990" y="324083"/>
                  </a:lnTo>
                  <a:lnTo>
                    <a:pt x="285663" y="324298"/>
                  </a:lnTo>
                  <a:lnTo>
                    <a:pt x="285044" y="324023"/>
                  </a:lnTo>
                  <a:lnTo>
                    <a:pt x="282662" y="322156"/>
                  </a:lnTo>
                  <a:lnTo>
                    <a:pt x="282323" y="322739"/>
                  </a:lnTo>
                  <a:lnTo>
                    <a:pt x="283643" y="329570"/>
                  </a:lnTo>
                  <a:lnTo>
                    <a:pt x="283602" y="331204"/>
                  </a:lnTo>
                  <a:lnTo>
                    <a:pt x="282940" y="331786"/>
                  </a:lnTo>
                  <a:lnTo>
                    <a:pt x="282124" y="331106"/>
                  </a:lnTo>
                  <a:lnTo>
                    <a:pt x="281154" y="329167"/>
                  </a:lnTo>
                  <a:lnTo>
                    <a:pt x="279669" y="327007"/>
                  </a:lnTo>
                  <a:lnTo>
                    <a:pt x="277672" y="324622"/>
                  </a:lnTo>
                  <a:lnTo>
                    <a:pt x="275765" y="322758"/>
                  </a:lnTo>
                  <a:lnTo>
                    <a:pt x="275316" y="322808"/>
                  </a:lnTo>
                  <a:lnTo>
                    <a:pt x="275023" y="323361"/>
                  </a:lnTo>
                  <a:lnTo>
                    <a:pt x="274705" y="323451"/>
                  </a:lnTo>
                  <a:lnTo>
                    <a:pt x="274360" y="323078"/>
                  </a:lnTo>
                  <a:lnTo>
                    <a:pt x="273722" y="321679"/>
                  </a:lnTo>
                  <a:lnTo>
                    <a:pt x="273057" y="320728"/>
                  </a:lnTo>
                  <a:lnTo>
                    <a:pt x="270273" y="317581"/>
                  </a:lnTo>
                  <a:lnTo>
                    <a:pt x="269987" y="317549"/>
                  </a:lnTo>
                  <a:lnTo>
                    <a:pt x="270249" y="318493"/>
                  </a:lnTo>
                  <a:lnTo>
                    <a:pt x="270533" y="320564"/>
                  </a:lnTo>
                  <a:lnTo>
                    <a:pt x="270220" y="321015"/>
                  </a:lnTo>
                  <a:lnTo>
                    <a:pt x="269492" y="320846"/>
                  </a:lnTo>
                  <a:lnTo>
                    <a:pt x="268110" y="319945"/>
                  </a:lnTo>
                  <a:lnTo>
                    <a:pt x="267180" y="317874"/>
                  </a:lnTo>
                  <a:lnTo>
                    <a:pt x="265998" y="314280"/>
                  </a:lnTo>
                  <a:lnTo>
                    <a:pt x="265379" y="312925"/>
                  </a:lnTo>
                  <a:lnTo>
                    <a:pt x="265324" y="313807"/>
                  </a:lnTo>
                  <a:lnTo>
                    <a:pt x="265653" y="317231"/>
                  </a:lnTo>
                  <a:lnTo>
                    <a:pt x="265590" y="318380"/>
                  </a:lnTo>
                  <a:lnTo>
                    <a:pt x="264897" y="318694"/>
                  </a:lnTo>
                  <a:lnTo>
                    <a:pt x="264604" y="318379"/>
                  </a:lnTo>
                  <a:lnTo>
                    <a:pt x="264317" y="317466"/>
                  </a:lnTo>
                  <a:lnTo>
                    <a:pt x="264036" y="315954"/>
                  </a:lnTo>
                  <a:lnTo>
                    <a:pt x="263375" y="314805"/>
                  </a:lnTo>
                  <a:lnTo>
                    <a:pt x="262332" y="314020"/>
                  </a:lnTo>
                  <a:lnTo>
                    <a:pt x="261748" y="313197"/>
                  </a:lnTo>
                  <a:lnTo>
                    <a:pt x="261459" y="311732"/>
                  </a:lnTo>
                  <a:lnTo>
                    <a:pt x="261258" y="311396"/>
                  </a:lnTo>
                  <a:lnTo>
                    <a:pt x="259420" y="311735"/>
                  </a:lnTo>
                  <a:lnTo>
                    <a:pt x="258498" y="310680"/>
                  </a:lnTo>
                  <a:lnTo>
                    <a:pt x="255840" y="306522"/>
                  </a:lnTo>
                  <a:lnTo>
                    <a:pt x="253407" y="302016"/>
                  </a:lnTo>
                  <a:lnTo>
                    <a:pt x="251874" y="299634"/>
                  </a:lnTo>
                  <a:lnTo>
                    <a:pt x="251318" y="299067"/>
                  </a:lnTo>
                  <a:lnTo>
                    <a:pt x="252133" y="301984"/>
                  </a:lnTo>
                  <a:lnTo>
                    <a:pt x="253029" y="306291"/>
                  </a:lnTo>
                  <a:lnTo>
                    <a:pt x="253256" y="308256"/>
                  </a:lnTo>
                  <a:lnTo>
                    <a:pt x="252845" y="308346"/>
                  </a:lnTo>
                  <a:lnTo>
                    <a:pt x="251946" y="307474"/>
                  </a:lnTo>
                  <a:lnTo>
                    <a:pt x="247340" y="301924"/>
                  </a:lnTo>
                  <a:lnTo>
                    <a:pt x="244499" y="299311"/>
                  </a:lnTo>
                  <a:lnTo>
                    <a:pt x="242919" y="298849"/>
                  </a:lnTo>
                  <a:lnTo>
                    <a:pt x="240352" y="298531"/>
                  </a:lnTo>
                  <a:lnTo>
                    <a:pt x="239760" y="299969"/>
                  </a:lnTo>
                  <a:lnTo>
                    <a:pt x="241143" y="303163"/>
                  </a:lnTo>
                  <a:lnTo>
                    <a:pt x="242491" y="305570"/>
                  </a:lnTo>
                  <a:lnTo>
                    <a:pt x="243802" y="307187"/>
                  </a:lnTo>
                  <a:lnTo>
                    <a:pt x="245860" y="310341"/>
                  </a:lnTo>
                  <a:lnTo>
                    <a:pt x="247743" y="314404"/>
                  </a:lnTo>
                  <a:lnTo>
                    <a:pt x="248502" y="315656"/>
                  </a:lnTo>
                  <a:lnTo>
                    <a:pt x="251067" y="317389"/>
                  </a:lnTo>
                  <a:lnTo>
                    <a:pt x="252406" y="317850"/>
                  </a:lnTo>
                  <a:lnTo>
                    <a:pt x="253785" y="317984"/>
                  </a:lnTo>
                  <a:lnTo>
                    <a:pt x="253911" y="318601"/>
                  </a:lnTo>
                  <a:lnTo>
                    <a:pt x="253242" y="319753"/>
                  </a:lnTo>
                  <a:lnTo>
                    <a:pt x="253093" y="320465"/>
                  </a:lnTo>
                  <a:lnTo>
                    <a:pt x="256144" y="322278"/>
                  </a:lnTo>
                  <a:lnTo>
                    <a:pt x="257298" y="323285"/>
                  </a:lnTo>
                  <a:lnTo>
                    <a:pt x="258412" y="324957"/>
                  </a:lnTo>
                  <a:lnTo>
                    <a:pt x="259046" y="325372"/>
                  </a:lnTo>
                  <a:lnTo>
                    <a:pt x="261693" y="329588"/>
                  </a:lnTo>
                  <a:lnTo>
                    <a:pt x="262352" y="330261"/>
                  </a:lnTo>
                  <a:lnTo>
                    <a:pt x="264709" y="331628"/>
                  </a:lnTo>
                  <a:lnTo>
                    <a:pt x="265494" y="332507"/>
                  </a:lnTo>
                  <a:lnTo>
                    <a:pt x="266792" y="335228"/>
                  </a:lnTo>
                  <a:lnTo>
                    <a:pt x="267607" y="336612"/>
                  </a:lnTo>
                  <a:lnTo>
                    <a:pt x="268760" y="339899"/>
                  </a:lnTo>
                  <a:lnTo>
                    <a:pt x="269623" y="341353"/>
                  </a:lnTo>
                  <a:lnTo>
                    <a:pt x="271738" y="343017"/>
                  </a:lnTo>
                  <a:lnTo>
                    <a:pt x="272639" y="343493"/>
                  </a:lnTo>
                  <a:lnTo>
                    <a:pt x="273042" y="344125"/>
                  </a:lnTo>
                  <a:lnTo>
                    <a:pt x="272767" y="345620"/>
                  </a:lnTo>
                  <a:lnTo>
                    <a:pt x="272510" y="346243"/>
                  </a:lnTo>
                  <a:lnTo>
                    <a:pt x="271305" y="347272"/>
                  </a:lnTo>
                  <a:lnTo>
                    <a:pt x="271495" y="348704"/>
                  </a:lnTo>
                  <a:lnTo>
                    <a:pt x="272176" y="351258"/>
                  </a:lnTo>
                  <a:lnTo>
                    <a:pt x="272148" y="352842"/>
                  </a:lnTo>
                  <a:lnTo>
                    <a:pt x="271410" y="353457"/>
                  </a:lnTo>
                  <a:lnTo>
                    <a:pt x="269902" y="354190"/>
                  </a:lnTo>
                  <a:lnTo>
                    <a:pt x="269140" y="354131"/>
                  </a:lnTo>
                  <a:lnTo>
                    <a:pt x="267996" y="353526"/>
                  </a:lnTo>
                  <a:lnTo>
                    <a:pt x="266556" y="352496"/>
                  </a:lnTo>
                  <a:lnTo>
                    <a:pt x="263697" y="349925"/>
                  </a:lnTo>
                  <a:lnTo>
                    <a:pt x="259405" y="348144"/>
                  </a:lnTo>
                  <a:lnTo>
                    <a:pt x="257804" y="347194"/>
                  </a:lnTo>
                  <a:lnTo>
                    <a:pt x="257271" y="346335"/>
                  </a:lnTo>
                  <a:lnTo>
                    <a:pt x="256463" y="345827"/>
                  </a:lnTo>
                  <a:lnTo>
                    <a:pt x="245806" y="343349"/>
                  </a:lnTo>
                  <a:lnTo>
                    <a:pt x="244020" y="342744"/>
                  </a:lnTo>
                  <a:lnTo>
                    <a:pt x="242910" y="341985"/>
                  </a:lnTo>
                  <a:lnTo>
                    <a:pt x="241880" y="340871"/>
                  </a:lnTo>
                  <a:lnTo>
                    <a:pt x="237815" y="338325"/>
                  </a:lnTo>
                  <a:lnTo>
                    <a:pt x="237324" y="337769"/>
                  </a:lnTo>
                  <a:lnTo>
                    <a:pt x="234594" y="333399"/>
                  </a:lnTo>
                  <a:lnTo>
                    <a:pt x="232560" y="328295"/>
                  </a:lnTo>
                  <a:lnTo>
                    <a:pt x="231883" y="327612"/>
                  </a:lnTo>
                  <a:lnTo>
                    <a:pt x="229671" y="326939"/>
                  </a:lnTo>
                  <a:lnTo>
                    <a:pt x="227825" y="327362"/>
                  </a:lnTo>
                  <a:lnTo>
                    <a:pt x="226589" y="327922"/>
                  </a:lnTo>
                  <a:lnTo>
                    <a:pt x="224713" y="327740"/>
                  </a:lnTo>
                  <a:lnTo>
                    <a:pt x="223488" y="326909"/>
                  </a:lnTo>
                  <a:lnTo>
                    <a:pt x="220907" y="324614"/>
                  </a:lnTo>
                  <a:lnTo>
                    <a:pt x="218294" y="323393"/>
                  </a:lnTo>
                  <a:lnTo>
                    <a:pt x="216015" y="321390"/>
                  </a:lnTo>
                  <a:lnTo>
                    <a:pt x="214838" y="320682"/>
                  </a:lnTo>
                  <a:lnTo>
                    <a:pt x="214947" y="320167"/>
                  </a:lnTo>
                  <a:lnTo>
                    <a:pt x="216652" y="317182"/>
                  </a:lnTo>
                  <a:lnTo>
                    <a:pt x="216122" y="317223"/>
                  </a:lnTo>
                  <a:lnTo>
                    <a:pt x="213158" y="319491"/>
                  </a:lnTo>
                  <a:lnTo>
                    <a:pt x="212096" y="318794"/>
                  </a:lnTo>
                  <a:lnTo>
                    <a:pt x="210347" y="317013"/>
                  </a:lnTo>
                  <a:lnTo>
                    <a:pt x="209031" y="315216"/>
                  </a:lnTo>
                  <a:lnTo>
                    <a:pt x="206325" y="310250"/>
                  </a:lnTo>
                  <a:lnTo>
                    <a:pt x="204772" y="308451"/>
                  </a:lnTo>
                  <a:lnTo>
                    <a:pt x="204990" y="308046"/>
                  </a:lnTo>
                  <a:lnTo>
                    <a:pt x="206737" y="307881"/>
                  </a:lnTo>
                  <a:lnTo>
                    <a:pt x="208130" y="308035"/>
                  </a:lnTo>
                  <a:lnTo>
                    <a:pt x="209064" y="307626"/>
                  </a:lnTo>
                  <a:lnTo>
                    <a:pt x="210863" y="305611"/>
                  </a:lnTo>
                  <a:lnTo>
                    <a:pt x="211640" y="304348"/>
                  </a:lnTo>
                  <a:lnTo>
                    <a:pt x="211714" y="303600"/>
                  </a:lnTo>
                  <a:lnTo>
                    <a:pt x="210209" y="303415"/>
                  </a:lnTo>
                  <a:lnTo>
                    <a:pt x="209886" y="303053"/>
                  </a:lnTo>
                  <a:lnTo>
                    <a:pt x="209616" y="302228"/>
                  </a:lnTo>
                  <a:lnTo>
                    <a:pt x="208922" y="301169"/>
                  </a:lnTo>
                  <a:lnTo>
                    <a:pt x="207803" y="299882"/>
                  </a:lnTo>
                  <a:lnTo>
                    <a:pt x="206529" y="299327"/>
                  </a:lnTo>
                  <a:lnTo>
                    <a:pt x="202152" y="299801"/>
                  </a:lnTo>
                  <a:lnTo>
                    <a:pt x="201389" y="299237"/>
                  </a:lnTo>
                  <a:lnTo>
                    <a:pt x="201405" y="298380"/>
                  </a:lnTo>
                  <a:lnTo>
                    <a:pt x="202260" y="295965"/>
                  </a:lnTo>
                  <a:lnTo>
                    <a:pt x="202726" y="294991"/>
                  </a:lnTo>
                  <a:lnTo>
                    <a:pt x="202874" y="294453"/>
                  </a:lnTo>
                  <a:lnTo>
                    <a:pt x="202705" y="294349"/>
                  </a:lnTo>
                  <a:lnTo>
                    <a:pt x="202112" y="294409"/>
                  </a:lnTo>
                  <a:lnTo>
                    <a:pt x="199574" y="296574"/>
                  </a:lnTo>
                  <a:lnTo>
                    <a:pt x="199024" y="296415"/>
                  </a:lnTo>
                  <a:lnTo>
                    <a:pt x="198028" y="294131"/>
                  </a:lnTo>
                  <a:lnTo>
                    <a:pt x="197424" y="291522"/>
                  </a:lnTo>
                  <a:lnTo>
                    <a:pt x="196984" y="290608"/>
                  </a:lnTo>
                  <a:lnTo>
                    <a:pt x="196399" y="290299"/>
                  </a:lnTo>
                  <a:lnTo>
                    <a:pt x="194314" y="287736"/>
                  </a:lnTo>
                  <a:lnTo>
                    <a:pt x="191349" y="282870"/>
                  </a:lnTo>
                  <a:lnTo>
                    <a:pt x="190259" y="281345"/>
                  </a:lnTo>
                  <a:lnTo>
                    <a:pt x="189046" y="279983"/>
                  </a:lnTo>
                  <a:lnTo>
                    <a:pt x="188167" y="279401"/>
                  </a:lnTo>
                  <a:lnTo>
                    <a:pt x="188291" y="278686"/>
                  </a:lnTo>
                  <a:lnTo>
                    <a:pt x="190170" y="274644"/>
                  </a:lnTo>
                  <a:lnTo>
                    <a:pt x="190248" y="273986"/>
                  </a:lnTo>
                  <a:lnTo>
                    <a:pt x="188638" y="274233"/>
                  </a:lnTo>
                  <a:lnTo>
                    <a:pt x="186209" y="273395"/>
                  </a:lnTo>
                  <a:lnTo>
                    <a:pt x="185057" y="274407"/>
                  </a:lnTo>
                  <a:lnTo>
                    <a:pt x="184326" y="274468"/>
                  </a:lnTo>
                  <a:lnTo>
                    <a:pt x="183473" y="273903"/>
                  </a:lnTo>
                  <a:lnTo>
                    <a:pt x="182991" y="274116"/>
                  </a:lnTo>
                  <a:lnTo>
                    <a:pt x="182536" y="277435"/>
                  </a:lnTo>
                  <a:lnTo>
                    <a:pt x="182187" y="278264"/>
                  </a:lnTo>
                  <a:lnTo>
                    <a:pt x="181682" y="278710"/>
                  </a:lnTo>
                  <a:lnTo>
                    <a:pt x="181237" y="278651"/>
                  </a:lnTo>
                  <a:lnTo>
                    <a:pt x="180852" y="278088"/>
                  </a:lnTo>
                  <a:lnTo>
                    <a:pt x="180861" y="277313"/>
                  </a:lnTo>
                  <a:lnTo>
                    <a:pt x="180491" y="273239"/>
                  </a:lnTo>
                  <a:lnTo>
                    <a:pt x="179644" y="272639"/>
                  </a:lnTo>
                  <a:lnTo>
                    <a:pt x="177250" y="272480"/>
                  </a:lnTo>
                  <a:lnTo>
                    <a:pt x="176735" y="272149"/>
                  </a:lnTo>
                  <a:lnTo>
                    <a:pt x="176154" y="271396"/>
                  </a:lnTo>
                  <a:lnTo>
                    <a:pt x="175656" y="270003"/>
                  </a:lnTo>
                  <a:lnTo>
                    <a:pt x="175244" y="267968"/>
                  </a:lnTo>
                  <a:lnTo>
                    <a:pt x="174770" y="266853"/>
                  </a:lnTo>
                  <a:lnTo>
                    <a:pt x="174235" y="266654"/>
                  </a:lnTo>
                  <a:lnTo>
                    <a:pt x="173806" y="266817"/>
                  </a:lnTo>
                  <a:lnTo>
                    <a:pt x="173482" y="267344"/>
                  </a:lnTo>
                  <a:lnTo>
                    <a:pt x="172736" y="267671"/>
                  </a:lnTo>
                  <a:lnTo>
                    <a:pt x="171568" y="267797"/>
                  </a:lnTo>
                  <a:lnTo>
                    <a:pt x="171532" y="268579"/>
                  </a:lnTo>
                  <a:lnTo>
                    <a:pt x="172627" y="270016"/>
                  </a:lnTo>
                  <a:lnTo>
                    <a:pt x="173685" y="272070"/>
                  </a:lnTo>
                  <a:lnTo>
                    <a:pt x="174705" y="274738"/>
                  </a:lnTo>
                  <a:lnTo>
                    <a:pt x="174084" y="276526"/>
                  </a:lnTo>
                  <a:lnTo>
                    <a:pt x="171822" y="277438"/>
                  </a:lnTo>
                  <a:lnTo>
                    <a:pt x="169852" y="277704"/>
                  </a:lnTo>
                  <a:lnTo>
                    <a:pt x="168176" y="277329"/>
                  </a:lnTo>
                  <a:lnTo>
                    <a:pt x="166888" y="276708"/>
                  </a:lnTo>
                  <a:lnTo>
                    <a:pt x="165078" y="275220"/>
                  </a:lnTo>
                  <a:lnTo>
                    <a:pt x="162498" y="275705"/>
                  </a:lnTo>
                  <a:lnTo>
                    <a:pt x="161911" y="279618"/>
                  </a:lnTo>
                  <a:lnTo>
                    <a:pt x="161360" y="279833"/>
                  </a:lnTo>
                  <a:lnTo>
                    <a:pt x="158900" y="279732"/>
                  </a:lnTo>
                  <a:lnTo>
                    <a:pt x="157921" y="280079"/>
                  </a:lnTo>
                  <a:lnTo>
                    <a:pt x="154642" y="282241"/>
                  </a:lnTo>
                  <a:lnTo>
                    <a:pt x="153644" y="282542"/>
                  </a:lnTo>
                  <a:lnTo>
                    <a:pt x="152886" y="282287"/>
                  </a:lnTo>
                  <a:lnTo>
                    <a:pt x="152148" y="282809"/>
                  </a:lnTo>
                  <a:lnTo>
                    <a:pt x="151043" y="284047"/>
                  </a:lnTo>
                  <a:lnTo>
                    <a:pt x="149540" y="284177"/>
                  </a:lnTo>
                  <a:lnTo>
                    <a:pt x="147639" y="283196"/>
                  </a:lnTo>
                  <a:lnTo>
                    <a:pt x="146025" y="282776"/>
                  </a:lnTo>
                  <a:lnTo>
                    <a:pt x="144698" y="282914"/>
                  </a:lnTo>
                  <a:lnTo>
                    <a:pt x="143332" y="282337"/>
                  </a:lnTo>
                  <a:lnTo>
                    <a:pt x="141925" y="281042"/>
                  </a:lnTo>
                  <a:lnTo>
                    <a:pt x="140778" y="280459"/>
                  </a:lnTo>
                  <a:lnTo>
                    <a:pt x="139271" y="280557"/>
                  </a:lnTo>
                  <a:lnTo>
                    <a:pt x="138923" y="280352"/>
                  </a:lnTo>
                  <a:lnTo>
                    <a:pt x="136723" y="277575"/>
                  </a:lnTo>
                  <a:lnTo>
                    <a:pt x="136038" y="276446"/>
                  </a:lnTo>
                  <a:lnTo>
                    <a:pt x="134569" y="272946"/>
                  </a:lnTo>
                  <a:lnTo>
                    <a:pt x="134308" y="271560"/>
                  </a:lnTo>
                  <a:lnTo>
                    <a:pt x="134270" y="270079"/>
                  </a:lnTo>
                  <a:lnTo>
                    <a:pt x="134397" y="268984"/>
                  </a:lnTo>
                  <a:lnTo>
                    <a:pt x="134909" y="267332"/>
                  </a:lnTo>
                  <a:lnTo>
                    <a:pt x="135465" y="263445"/>
                  </a:lnTo>
                  <a:lnTo>
                    <a:pt x="135923" y="262155"/>
                  </a:lnTo>
                  <a:lnTo>
                    <a:pt x="136613" y="260982"/>
                  </a:lnTo>
                  <a:lnTo>
                    <a:pt x="137957" y="259495"/>
                  </a:lnTo>
                  <a:lnTo>
                    <a:pt x="142825" y="256876"/>
                  </a:lnTo>
                  <a:lnTo>
                    <a:pt x="143808" y="255843"/>
                  </a:lnTo>
                  <a:lnTo>
                    <a:pt x="143775" y="255156"/>
                  </a:lnTo>
                  <a:lnTo>
                    <a:pt x="142666" y="251953"/>
                  </a:lnTo>
                  <a:lnTo>
                    <a:pt x="142678" y="251133"/>
                  </a:lnTo>
                  <a:lnTo>
                    <a:pt x="143050" y="250654"/>
                  </a:lnTo>
                  <a:lnTo>
                    <a:pt x="143841" y="248783"/>
                  </a:lnTo>
                  <a:lnTo>
                    <a:pt x="144197" y="248261"/>
                  </a:lnTo>
                  <a:lnTo>
                    <a:pt x="145054" y="247972"/>
                  </a:lnTo>
                  <a:lnTo>
                    <a:pt x="146838" y="248919"/>
                  </a:lnTo>
                  <a:lnTo>
                    <a:pt x="148377" y="249298"/>
                  </a:lnTo>
                  <a:lnTo>
                    <a:pt x="150417" y="249421"/>
                  </a:lnTo>
                  <a:lnTo>
                    <a:pt x="153792" y="250725"/>
                  </a:lnTo>
                  <a:lnTo>
                    <a:pt x="158501" y="253215"/>
                  </a:lnTo>
                  <a:lnTo>
                    <a:pt x="161211" y="254941"/>
                  </a:lnTo>
                  <a:lnTo>
                    <a:pt x="163258" y="257489"/>
                  </a:lnTo>
                  <a:lnTo>
                    <a:pt x="164713" y="259995"/>
                  </a:lnTo>
                  <a:lnTo>
                    <a:pt x="164922" y="261263"/>
                  </a:lnTo>
                  <a:lnTo>
                    <a:pt x="164248" y="263216"/>
                  </a:lnTo>
                  <a:lnTo>
                    <a:pt x="163908" y="263787"/>
                  </a:lnTo>
                  <a:lnTo>
                    <a:pt x="163928" y="264456"/>
                  </a:lnTo>
                  <a:lnTo>
                    <a:pt x="164306" y="265219"/>
                  </a:lnTo>
                  <a:lnTo>
                    <a:pt x="165484" y="266331"/>
                  </a:lnTo>
                  <a:lnTo>
                    <a:pt x="165767" y="265909"/>
                  </a:lnTo>
                  <a:lnTo>
                    <a:pt x="165676" y="264582"/>
                  </a:lnTo>
                  <a:lnTo>
                    <a:pt x="165920" y="263467"/>
                  </a:lnTo>
                  <a:lnTo>
                    <a:pt x="166498" y="262565"/>
                  </a:lnTo>
                  <a:lnTo>
                    <a:pt x="166562" y="261392"/>
                  </a:lnTo>
                  <a:lnTo>
                    <a:pt x="166113" y="259949"/>
                  </a:lnTo>
                  <a:lnTo>
                    <a:pt x="165555" y="258704"/>
                  </a:lnTo>
                  <a:lnTo>
                    <a:pt x="164887" y="257656"/>
                  </a:lnTo>
                  <a:lnTo>
                    <a:pt x="161840" y="254055"/>
                  </a:lnTo>
                  <a:lnTo>
                    <a:pt x="161548" y="252859"/>
                  </a:lnTo>
                  <a:lnTo>
                    <a:pt x="162571" y="252321"/>
                  </a:lnTo>
                  <a:lnTo>
                    <a:pt x="167022" y="253530"/>
                  </a:lnTo>
                  <a:lnTo>
                    <a:pt x="168729" y="253260"/>
                  </a:lnTo>
                  <a:lnTo>
                    <a:pt x="169377" y="251856"/>
                  </a:lnTo>
                  <a:lnTo>
                    <a:pt x="170075" y="250895"/>
                  </a:lnTo>
                  <a:lnTo>
                    <a:pt x="170825" y="250379"/>
                  </a:lnTo>
                  <a:lnTo>
                    <a:pt x="172322" y="250154"/>
                  </a:lnTo>
                  <a:lnTo>
                    <a:pt x="174416" y="250807"/>
                  </a:lnTo>
                  <a:lnTo>
                    <a:pt x="175445" y="250904"/>
                  </a:lnTo>
                  <a:lnTo>
                    <a:pt x="176355" y="250667"/>
                  </a:lnTo>
                  <a:lnTo>
                    <a:pt x="177536" y="249903"/>
                  </a:lnTo>
                  <a:lnTo>
                    <a:pt x="179283" y="247352"/>
                  </a:lnTo>
                  <a:lnTo>
                    <a:pt x="180400" y="246773"/>
                  </a:lnTo>
                  <a:lnTo>
                    <a:pt x="182091" y="246374"/>
                  </a:lnTo>
                  <a:lnTo>
                    <a:pt x="183359" y="246318"/>
                  </a:lnTo>
                  <a:lnTo>
                    <a:pt x="185659" y="247339"/>
                  </a:lnTo>
                  <a:lnTo>
                    <a:pt x="187074" y="247311"/>
                  </a:lnTo>
                  <a:lnTo>
                    <a:pt x="186961" y="245607"/>
                  </a:lnTo>
                  <a:lnTo>
                    <a:pt x="186022" y="242348"/>
                  </a:lnTo>
                  <a:lnTo>
                    <a:pt x="184856" y="238995"/>
                  </a:lnTo>
                  <a:lnTo>
                    <a:pt x="183948" y="237858"/>
                  </a:lnTo>
                  <a:lnTo>
                    <a:pt x="181597" y="235734"/>
                  </a:lnTo>
                  <a:lnTo>
                    <a:pt x="178837" y="231724"/>
                  </a:lnTo>
                  <a:lnTo>
                    <a:pt x="177419" y="229236"/>
                  </a:lnTo>
                  <a:lnTo>
                    <a:pt x="177045" y="227993"/>
                  </a:lnTo>
                  <a:lnTo>
                    <a:pt x="177244" y="227164"/>
                  </a:lnTo>
                  <a:lnTo>
                    <a:pt x="177716" y="225950"/>
                  </a:lnTo>
                  <a:lnTo>
                    <a:pt x="182726" y="221521"/>
                  </a:lnTo>
                  <a:lnTo>
                    <a:pt x="186694" y="217122"/>
                  </a:lnTo>
                  <a:lnTo>
                    <a:pt x="188435" y="214869"/>
                  </a:lnTo>
                  <a:lnTo>
                    <a:pt x="189270" y="213299"/>
                  </a:lnTo>
                  <a:lnTo>
                    <a:pt x="190140" y="212157"/>
                  </a:lnTo>
                  <a:lnTo>
                    <a:pt x="191044" y="211441"/>
                  </a:lnTo>
                  <a:lnTo>
                    <a:pt x="192951" y="210584"/>
                  </a:lnTo>
                  <a:lnTo>
                    <a:pt x="193495" y="209485"/>
                  </a:lnTo>
                  <a:lnTo>
                    <a:pt x="193614" y="207619"/>
                  </a:lnTo>
                  <a:lnTo>
                    <a:pt x="193933" y="206002"/>
                  </a:lnTo>
                  <a:lnTo>
                    <a:pt x="195726" y="201647"/>
                  </a:lnTo>
                  <a:lnTo>
                    <a:pt x="197101" y="200470"/>
                  </a:lnTo>
                  <a:lnTo>
                    <a:pt x="199175" y="199653"/>
                  </a:lnTo>
                  <a:lnTo>
                    <a:pt x="200540" y="198610"/>
                  </a:lnTo>
                  <a:lnTo>
                    <a:pt x="202185" y="195038"/>
                  </a:lnTo>
                  <a:lnTo>
                    <a:pt x="202025" y="194148"/>
                  </a:lnTo>
                  <a:lnTo>
                    <a:pt x="201265" y="193472"/>
                  </a:lnTo>
                  <a:lnTo>
                    <a:pt x="200677" y="192449"/>
                  </a:lnTo>
                  <a:lnTo>
                    <a:pt x="198138" y="183090"/>
                  </a:lnTo>
                  <a:lnTo>
                    <a:pt x="196448" y="178569"/>
                  </a:lnTo>
                  <a:lnTo>
                    <a:pt x="194419" y="174635"/>
                  </a:lnTo>
                  <a:lnTo>
                    <a:pt x="192608" y="169842"/>
                  </a:lnTo>
                  <a:lnTo>
                    <a:pt x="189601" y="165121"/>
                  </a:lnTo>
                  <a:lnTo>
                    <a:pt x="189565" y="163873"/>
                  </a:lnTo>
                  <a:lnTo>
                    <a:pt x="190098" y="162454"/>
                  </a:lnTo>
                  <a:lnTo>
                    <a:pt x="189844" y="162134"/>
                  </a:lnTo>
                  <a:lnTo>
                    <a:pt x="186740" y="164205"/>
                  </a:lnTo>
                  <a:lnTo>
                    <a:pt x="186010" y="164300"/>
                  </a:lnTo>
                  <a:lnTo>
                    <a:pt x="184818" y="163400"/>
                  </a:lnTo>
                  <a:lnTo>
                    <a:pt x="184011" y="162278"/>
                  </a:lnTo>
                  <a:lnTo>
                    <a:pt x="183343" y="160315"/>
                  </a:lnTo>
                  <a:lnTo>
                    <a:pt x="183411" y="159288"/>
                  </a:lnTo>
                  <a:lnTo>
                    <a:pt x="183853" y="158315"/>
                  </a:lnTo>
                  <a:lnTo>
                    <a:pt x="184443" y="155923"/>
                  </a:lnTo>
                  <a:lnTo>
                    <a:pt x="184464" y="154704"/>
                  </a:lnTo>
                  <a:lnTo>
                    <a:pt x="184262" y="153541"/>
                  </a:lnTo>
                  <a:lnTo>
                    <a:pt x="183993" y="152733"/>
                  </a:lnTo>
                  <a:lnTo>
                    <a:pt x="183658" y="152278"/>
                  </a:lnTo>
                  <a:lnTo>
                    <a:pt x="182709" y="151994"/>
                  </a:lnTo>
                  <a:lnTo>
                    <a:pt x="181144" y="151877"/>
                  </a:lnTo>
                  <a:lnTo>
                    <a:pt x="180633" y="152291"/>
                  </a:lnTo>
                  <a:lnTo>
                    <a:pt x="182358" y="155901"/>
                  </a:lnTo>
                  <a:lnTo>
                    <a:pt x="182095" y="156791"/>
                  </a:lnTo>
                  <a:lnTo>
                    <a:pt x="179897" y="157181"/>
                  </a:lnTo>
                  <a:lnTo>
                    <a:pt x="178906" y="157011"/>
                  </a:lnTo>
                  <a:lnTo>
                    <a:pt x="177998" y="156572"/>
                  </a:lnTo>
                  <a:lnTo>
                    <a:pt x="177176" y="155866"/>
                  </a:lnTo>
                  <a:lnTo>
                    <a:pt x="174615" y="152096"/>
                  </a:lnTo>
                  <a:lnTo>
                    <a:pt x="174072" y="150677"/>
                  </a:lnTo>
                  <a:lnTo>
                    <a:pt x="174245" y="149651"/>
                  </a:lnTo>
                  <a:lnTo>
                    <a:pt x="174025" y="149117"/>
                  </a:lnTo>
                  <a:lnTo>
                    <a:pt x="173502" y="149460"/>
                  </a:lnTo>
                  <a:lnTo>
                    <a:pt x="172794" y="149485"/>
                  </a:lnTo>
                  <a:lnTo>
                    <a:pt x="171833" y="149123"/>
                  </a:lnTo>
                  <a:lnTo>
                    <a:pt x="171635" y="148680"/>
                  </a:lnTo>
                  <a:lnTo>
                    <a:pt x="173429" y="146643"/>
                  </a:lnTo>
                  <a:lnTo>
                    <a:pt x="173533" y="146014"/>
                  </a:lnTo>
                  <a:lnTo>
                    <a:pt x="172706" y="145341"/>
                  </a:lnTo>
                  <a:lnTo>
                    <a:pt x="171468" y="145205"/>
                  </a:lnTo>
                  <a:lnTo>
                    <a:pt x="171140" y="144604"/>
                  </a:lnTo>
                  <a:lnTo>
                    <a:pt x="171557" y="143960"/>
                  </a:lnTo>
                  <a:lnTo>
                    <a:pt x="173237" y="142844"/>
                  </a:lnTo>
                  <a:lnTo>
                    <a:pt x="173834" y="142109"/>
                  </a:lnTo>
                  <a:lnTo>
                    <a:pt x="172826" y="141555"/>
                  </a:lnTo>
                  <a:lnTo>
                    <a:pt x="172265" y="141509"/>
                  </a:lnTo>
                  <a:lnTo>
                    <a:pt x="171135" y="142727"/>
                  </a:lnTo>
                  <a:lnTo>
                    <a:pt x="169434" y="145210"/>
                  </a:lnTo>
                  <a:lnTo>
                    <a:pt x="168196" y="146132"/>
                  </a:lnTo>
                  <a:lnTo>
                    <a:pt x="166498" y="144982"/>
                  </a:lnTo>
                  <a:lnTo>
                    <a:pt x="165428" y="144598"/>
                  </a:lnTo>
                  <a:lnTo>
                    <a:pt x="164682" y="144851"/>
                  </a:lnTo>
                  <a:lnTo>
                    <a:pt x="163542" y="146771"/>
                  </a:lnTo>
                  <a:lnTo>
                    <a:pt x="161053" y="148176"/>
                  </a:lnTo>
                  <a:lnTo>
                    <a:pt x="156597" y="151490"/>
                  </a:lnTo>
                  <a:lnTo>
                    <a:pt x="154681" y="152545"/>
                  </a:lnTo>
                  <a:lnTo>
                    <a:pt x="152618" y="152356"/>
                  </a:lnTo>
                  <a:lnTo>
                    <a:pt x="152228" y="151687"/>
                  </a:lnTo>
                  <a:lnTo>
                    <a:pt x="152264" y="150550"/>
                  </a:lnTo>
                  <a:lnTo>
                    <a:pt x="152407" y="149613"/>
                  </a:lnTo>
                  <a:lnTo>
                    <a:pt x="152656" y="148882"/>
                  </a:lnTo>
                  <a:lnTo>
                    <a:pt x="152738" y="147984"/>
                  </a:lnTo>
                  <a:lnTo>
                    <a:pt x="152588" y="144209"/>
                  </a:lnTo>
                  <a:lnTo>
                    <a:pt x="152934" y="143174"/>
                  </a:lnTo>
                  <a:lnTo>
                    <a:pt x="153639" y="142555"/>
                  </a:lnTo>
                  <a:lnTo>
                    <a:pt x="154937" y="141904"/>
                  </a:lnTo>
                  <a:lnTo>
                    <a:pt x="158249" y="142681"/>
                  </a:lnTo>
                  <a:lnTo>
                    <a:pt x="159788" y="142544"/>
                  </a:lnTo>
                  <a:lnTo>
                    <a:pt x="160868" y="141672"/>
                  </a:lnTo>
                  <a:lnTo>
                    <a:pt x="161949" y="140412"/>
                  </a:lnTo>
                  <a:lnTo>
                    <a:pt x="163032" y="138760"/>
                  </a:lnTo>
                  <a:lnTo>
                    <a:pt x="163262" y="137173"/>
                  </a:lnTo>
                  <a:lnTo>
                    <a:pt x="162111" y="134602"/>
                  </a:lnTo>
                  <a:lnTo>
                    <a:pt x="161679" y="134038"/>
                  </a:lnTo>
                  <a:lnTo>
                    <a:pt x="158734" y="132037"/>
                  </a:lnTo>
                  <a:lnTo>
                    <a:pt x="157107" y="131310"/>
                  </a:lnTo>
                  <a:lnTo>
                    <a:pt x="155671" y="130995"/>
                  </a:lnTo>
                  <a:lnTo>
                    <a:pt x="154629" y="130419"/>
                  </a:lnTo>
                  <a:lnTo>
                    <a:pt x="153982" y="129583"/>
                  </a:lnTo>
                  <a:lnTo>
                    <a:pt x="153353" y="128189"/>
                  </a:lnTo>
                  <a:lnTo>
                    <a:pt x="153301" y="127241"/>
                  </a:lnTo>
                  <a:lnTo>
                    <a:pt x="153401" y="125993"/>
                  </a:lnTo>
                  <a:lnTo>
                    <a:pt x="154001" y="125135"/>
                  </a:lnTo>
                  <a:lnTo>
                    <a:pt x="156638" y="124144"/>
                  </a:lnTo>
                  <a:lnTo>
                    <a:pt x="156604" y="123889"/>
                  </a:lnTo>
                  <a:lnTo>
                    <a:pt x="154449" y="123159"/>
                  </a:lnTo>
                  <a:lnTo>
                    <a:pt x="153433" y="123244"/>
                  </a:lnTo>
                  <a:lnTo>
                    <a:pt x="152562" y="124062"/>
                  </a:lnTo>
                  <a:lnTo>
                    <a:pt x="151466" y="125983"/>
                  </a:lnTo>
                  <a:lnTo>
                    <a:pt x="150832" y="126525"/>
                  </a:lnTo>
                  <a:lnTo>
                    <a:pt x="148865" y="125394"/>
                  </a:lnTo>
                  <a:lnTo>
                    <a:pt x="147684" y="125227"/>
                  </a:lnTo>
                  <a:lnTo>
                    <a:pt x="146885" y="124687"/>
                  </a:lnTo>
                  <a:lnTo>
                    <a:pt x="146444" y="124166"/>
                  </a:lnTo>
                  <a:lnTo>
                    <a:pt x="146713" y="123634"/>
                  </a:lnTo>
                  <a:lnTo>
                    <a:pt x="147694" y="123093"/>
                  </a:lnTo>
                  <a:lnTo>
                    <a:pt x="149399" y="121435"/>
                  </a:lnTo>
                  <a:lnTo>
                    <a:pt x="149512" y="120542"/>
                  </a:lnTo>
                  <a:lnTo>
                    <a:pt x="148335" y="119080"/>
                  </a:lnTo>
                  <a:lnTo>
                    <a:pt x="147725" y="118747"/>
                  </a:lnTo>
                  <a:lnTo>
                    <a:pt x="145267" y="118202"/>
                  </a:lnTo>
                  <a:lnTo>
                    <a:pt x="142294" y="118744"/>
                  </a:lnTo>
                  <a:lnTo>
                    <a:pt x="141188" y="118467"/>
                  </a:lnTo>
                  <a:lnTo>
                    <a:pt x="140692" y="116847"/>
                  </a:lnTo>
                  <a:lnTo>
                    <a:pt x="140378" y="114918"/>
                  </a:lnTo>
                  <a:lnTo>
                    <a:pt x="140244" y="112678"/>
                  </a:lnTo>
                  <a:lnTo>
                    <a:pt x="139709" y="108858"/>
                  </a:lnTo>
                  <a:lnTo>
                    <a:pt x="139117" y="106857"/>
                  </a:lnTo>
                  <a:lnTo>
                    <a:pt x="138339" y="106604"/>
                  </a:lnTo>
                  <a:lnTo>
                    <a:pt x="134771" y="107430"/>
                  </a:lnTo>
                  <a:lnTo>
                    <a:pt x="133923" y="107440"/>
                  </a:lnTo>
                  <a:lnTo>
                    <a:pt x="133340" y="107134"/>
                  </a:lnTo>
                  <a:lnTo>
                    <a:pt x="130979" y="104580"/>
                  </a:lnTo>
                  <a:lnTo>
                    <a:pt x="130024" y="103675"/>
                  </a:lnTo>
                  <a:lnTo>
                    <a:pt x="129494" y="103462"/>
                  </a:lnTo>
                  <a:lnTo>
                    <a:pt x="127777" y="100746"/>
                  </a:lnTo>
                  <a:lnTo>
                    <a:pt x="127116" y="100218"/>
                  </a:lnTo>
                  <a:lnTo>
                    <a:pt x="126332" y="98878"/>
                  </a:lnTo>
                  <a:lnTo>
                    <a:pt x="125425" y="96726"/>
                  </a:lnTo>
                  <a:lnTo>
                    <a:pt x="124442" y="96070"/>
                  </a:lnTo>
                  <a:lnTo>
                    <a:pt x="123381" y="96907"/>
                  </a:lnTo>
                  <a:lnTo>
                    <a:pt x="122321" y="98105"/>
                  </a:lnTo>
                  <a:lnTo>
                    <a:pt x="121260" y="99666"/>
                  </a:lnTo>
                  <a:lnTo>
                    <a:pt x="120684" y="100984"/>
                  </a:lnTo>
                  <a:lnTo>
                    <a:pt x="120594" y="102064"/>
                  </a:lnTo>
                  <a:lnTo>
                    <a:pt x="121251" y="102903"/>
                  </a:lnTo>
                  <a:lnTo>
                    <a:pt x="124997" y="104296"/>
                  </a:lnTo>
                  <a:lnTo>
                    <a:pt x="125947" y="105226"/>
                  </a:lnTo>
                  <a:lnTo>
                    <a:pt x="126753" y="106757"/>
                  </a:lnTo>
                  <a:lnTo>
                    <a:pt x="127355" y="108629"/>
                  </a:lnTo>
                  <a:lnTo>
                    <a:pt x="127752" y="110843"/>
                  </a:lnTo>
                  <a:lnTo>
                    <a:pt x="127718" y="112497"/>
                  </a:lnTo>
                  <a:lnTo>
                    <a:pt x="127253" y="113596"/>
                  </a:lnTo>
                  <a:lnTo>
                    <a:pt x="126449" y="114570"/>
                  </a:lnTo>
                  <a:lnTo>
                    <a:pt x="124141" y="116111"/>
                  </a:lnTo>
                  <a:lnTo>
                    <a:pt x="121751" y="117013"/>
                  </a:lnTo>
                  <a:lnTo>
                    <a:pt x="119343" y="117226"/>
                  </a:lnTo>
                  <a:lnTo>
                    <a:pt x="118202" y="117015"/>
                  </a:lnTo>
                  <a:lnTo>
                    <a:pt x="111999" y="114023"/>
                  </a:lnTo>
                  <a:lnTo>
                    <a:pt x="110883" y="114000"/>
                  </a:lnTo>
                  <a:lnTo>
                    <a:pt x="109448" y="113596"/>
                  </a:lnTo>
                  <a:lnTo>
                    <a:pt x="106228" y="112365"/>
                  </a:lnTo>
                  <a:lnTo>
                    <a:pt x="104463" y="112231"/>
                  </a:lnTo>
                  <a:lnTo>
                    <a:pt x="101369" y="111211"/>
                  </a:lnTo>
                  <a:lnTo>
                    <a:pt x="96131" y="110618"/>
                  </a:lnTo>
                  <a:lnTo>
                    <a:pt x="95081" y="111108"/>
                  </a:lnTo>
                  <a:lnTo>
                    <a:pt x="96475" y="112485"/>
                  </a:lnTo>
                  <a:lnTo>
                    <a:pt x="97696" y="113178"/>
                  </a:lnTo>
                  <a:lnTo>
                    <a:pt x="98743" y="113185"/>
                  </a:lnTo>
                  <a:lnTo>
                    <a:pt x="100250" y="114413"/>
                  </a:lnTo>
                  <a:lnTo>
                    <a:pt x="102215" y="116860"/>
                  </a:lnTo>
                  <a:lnTo>
                    <a:pt x="103339" y="118320"/>
                  </a:lnTo>
                  <a:lnTo>
                    <a:pt x="104269" y="120061"/>
                  </a:lnTo>
                  <a:lnTo>
                    <a:pt x="104298" y="120660"/>
                  </a:lnTo>
                  <a:lnTo>
                    <a:pt x="103373" y="121856"/>
                  </a:lnTo>
                  <a:lnTo>
                    <a:pt x="96072" y="115597"/>
                  </a:lnTo>
                  <a:lnTo>
                    <a:pt x="91609" y="117783"/>
                  </a:lnTo>
                  <a:lnTo>
                    <a:pt x="89554" y="118597"/>
                  </a:lnTo>
                  <a:lnTo>
                    <a:pt x="87792" y="118724"/>
                  </a:lnTo>
                  <a:lnTo>
                    <a:pt x="85591" y="117865"/>
                  </a:lnTo>
                  <a:lnTo>
                    <a:pt x="80621" y="114846"/>
                  </a:lnTo>
                  <a:lnTo>
                    <a:pt x="78739" y="113789"/>
                  </a:lnTo>
                  <a:lnTo>
                    <a:pt x="78071" y="113636"/>
                  </a:lnTo>
                  <a:lnTo>
                    <a:pt x="73747" y="114945"/>
                  </a:lnTo>
                  <a:lnTo>
                    <a:pt x="70018" y="115006"/>
                  </a:lnTo>
                  <a:lnTo>
                    <a:pt x="62492" y="113750"/>
                  </a:lnTo>
                  <a:lnTo>
                    <a:pt x="59730" y="112911"/>
                  </a:lnTo>
                  <a:lnTo>
                    <a:pt x="59002" y="112033"/>
                  </a:lnTo>
                  <a:lnTo>
                    <a:pt x="58095" y="111593"/>
                  </a:lnTo>
                  <a:lnTo>
                    <a:pt x="56465" y="111593"/>
                  </a:lnTo>
                  <a:lnTo>
                    <a:pt x="52153" y="110614"/>
                  </a:lnTo>
                  <a:lnTo>
                    <a:pt x="48205" y="112821"/>
                  </a:lnTo>
                  <a:lnTo>
                    <a:pt x="43457" y="110798"/>
                  </a:lnTo>
                  <a:lnTo>
                    <a:pt x="42051" y="109608"/>
                  </a:lnTo>
                  <a:lnTo>
                    <a:pt x="41603" y="108791"/>
                  </a:lnTo>
                  <a:lnTo>
                    <a:pt x="40222" y="105378"/>
                  </a:lnTo>
                  <a:lnTo>
                    <a:pt x="40032" y="103551"/>
                  </a:lnTo>
                  <a:lnTo>
                    <a:pt x="40423" y="101901"/>
                  </a:lnTo>
                  <a:lnTo>
                    <a:pt x="40813" y="100770"/>
                  </a:lnTo>
                  <a:lnTo>
                    <a:pt x="41201" y="100155"/>
                  </a:lnTo>
                  <a:lnTo>
                    <a:pt x="38618" y="102048"/>
                  </a:lnTo>
                  <a:lnTo>
                    <a:pt x="37711" y="102359"/>
                  </a:lnTo>
                  <a:lnTo>
                    <a:pt x="36518" y="102431"/>
                  </a:lnTo>
                  <a:lnTo>
                    <a:pt x="32961" y="101732"/>
                  </a:lnTo>
                  <a:lnTo>
                    <a:pt x="32399" y="102090"/>
                  </a:lnTo>
                  <a:lnTo>
                    <a:pt x="32583" y="102752"/>
                  </a:lnTo>
                  <a:lnTo>
                    <a:pt x="33511" y="103716"/>
                  </a:lnTo>
                  <a:lnTo>
                    <a:pt x="33633" y="104299"/>
                  </a:lnTo>
                  <a:lnTo>
                    <a:pt x="31651" y="104753"/>
                  </a:lnTo>
                  <a:lnTo>
                    <a:pt x="28646" y="104281"/>
                  </a:lnTo>
                  <a:lnTo>
                    <a:pt x="27337" y="104486"/>
                  </a:lnTo>
                  <a:lnTo>
                    <a:pt x="26741" y="104750"/>
                  </a:lnTo>
                  <a:lnTo>
                    <a:pt x="25387" y="106274"/>
                  </a:lnTo>
                  <a:lnTo>
                    <a:pt x="24835" y="106619"/>
                  </a:lnTo>
                  <a:lnTo>
                    <a:pt x="24124" y="106461"/>
                  </a:lnTo>
                  <a:lnTo>
                    <a:pt x="20972" y="103013"/>
                  </a:lnTo>
                  <a:lnTo>
                    <a:pt x="18430" y="100830"/>
                  </a:lnTo>
                  <a:lnTo>
                    <a:pt x="15468" y="99992"/>
                  </a:lnTo>
                  <a:lnTo>
                    <a:pt x="14108" y="99293"/>
                  </a:lnTo>
                  <a:lnTo>
                    <a:pt x="13362" y="98454"/>
                  </a:lnTo>
                  <a:lnTo>
                    <a:pt x="9276" y="91456"/>
                  </a:lnTo>
                  <a:lnTo>
                    <a:pt x="8717" y="89950"/>
                  </a:lnTo>
                  <a:lnTo>
                    <a:pt x="7422" y="84470"/>
                  </a:lnTo>
                  <a:lnTo>
                    <a:pt x="6988" y="83301"/>
                  </a:lnTo>
                  <a:lnTo>
                    <a:pt x="6464" y="82532"/>
                  </a:lnTo>
                  <a:lnTo>
                    <a:pt x="7490" y="82370"/>
                  </a:lnTo>
                  <a:lnTo>
                    <a:pt x="11355" y="83037"/>
                  </a:lnTo>
                  <a:lnTo>
                    <a:pt x="15097" y="83008"/>
                  </a:lnTo>
                  <a:lnTo>
                    <a:pt x="17130" y="83453"/>
                  </a:lnTo>
                  <a:lnTo>
                    <a:pt x="19487" y="84819"/>
                  </a:lnTo>
                  <a:lnTo>
                    <a:pt x="22558" y="85794"/>
                  </a:lnTo>
                  <a:lnTo>
                    <a:pt x="24758" y="85999"/>
                  </a:lnTo>
                  <a:lnTo>
                    <a:pt x="28283" y="85638"/>
                  </a:lnTo>
                  <a:lnTo>
                    <a:pt x="32290" y="84724"/>
                  </a:lnTo>
                  <a:lnTo>
                    <a:pt x="32761" y="84012"/>
                  </a:lnTo>
                  <a:lnTo>
                    <a:pt x="30166" y="82795"/>
                  </a:lnTo>
                  <a:lnTo>
                    <a:pt x="27853" y="81177"/>
                  </a:lnTo>
                  <a:lnTo>
                    <a:pt x="25719" y="79081"/>
                  </a:lnTo>
                  <a:lnTo>
                    <a:pt x="24445" y="78193"/>
                  </a:lnTo>
                  <a:lnTo>
                    <a:pt x="22308" y="77641"/>
                  </a:lnTo>
                  <a:lnTo>
                    <a:pt x="16302" y="77256"/>
                  </a:lnTo>
                  <a:lnTo>
                    <a:pt x="10740" y="75847"/>
                  </a:lnTo>
                  <a:lnTo>
                    <a:pt x="6898" y="73949"/>
                  </a:lnTo>
                  <a:lnTo>
                    <a:pt x="3768" y="71842"/>
                  </a:lnTo>
                  <a:lnTo>
                    <a:pt x="2496" y="70695"/>
                  </a:lnTo>
                  <a:lnTo>
                    <a:pt x="2037" y="69809"/>
                  </a:lnTo>
                  <a:lnTo>
                    <a:pt x="1551" y="67048"/>
                  </a:lnTo>
                  <a:lnTo>
                    <a:pt x="1039" y="62409"/>
                  </a:lnTo>
                  <a:lnTo>
                    <a:pt x="543" y="59297"/>
                  </a:lnTo>
                  <a:lnTo>
                    <a:pt x="64" y="57708"/>
                  </a:lnTo>
                  <a:lnTo>
                    <a:pt x="0" y="56320"/>
                  </a:lnTo>
                  <a:lnTo>
                    <a:pt x="1063" y="53358"/>
                  </a:lnTo>
                  <a:lnTo>
                    <a:pt x="4103" y="50139"/>
                  </a:lnTo>
                  <a:lnTo>
                    <a:pt x="4177" y="49634"/>
                  </a:lnTo>
                  <a:lnTo>
                    <a:pt x="3572" y="49484"/>
                  </a:lnTo>
                  <a:lnTo>
                    <a:pt x="2297" y="48666"/>
                  </a:lnTo>
                  <a:lnTo>
                    <a:pt x="1890" y="47468"/>
                  </a:lnTo>
                  <a:lnTo>
                    <a:pt x="1727" y="45568"/>
                  </a:lnTo>
                  <a:lnTo>
                    <a:pt x="1716" y="43957"/>
                  </a:lnTo>
                  <a:lnTo>
                    <a:pt x="1858" y="42635"/>
                  </a:lnTo>
                  <a:lnTo>
                    <a:pt x="2365" y="40986"/>
                  </a:lnTo>
                  <a:lnTo>
                    <a:pt x="3675" y="38021"/>
                  </a:lnTo>
                  <a:lnTo>
                    <a:pt x="5550" y="34423"/>
                  </a:lnTo>
                  <a:lnTo>
                    <a:pt x="7579" y="31045"/>
                  </a:lnTo>
                  <a:lnTo>
                    <a:pt x="7927" y="29940"/>
                  </a:lnTo>
                  <a:lnTo>
                    <a:pt x="8105" y="26943"/>
                  </a:lnTo>
                  <a:lnTo>
                    <a:pt x="8374" y="24757"/>
                  </a:lnTo>
                  <a:lnTo>
                    <a:pt x="8652" y="23219"/>
                  </a:lnTo>
                  <a:lnTo>
                    <a:pt x="9082" y="22065"/>
                  </a:lnTo>
                  <a:lnTo>
                    <a:pt x="10338" y="19875"/>
                  </a:lnTo>
                  <a:lnTo>
                    <a:pt x="11904" y="17797"/>
                  </a:lnTo>
                  <a:lnTo>
                    <a:pt x="14356" y="16027"/>
                  </a:lnTo>
                  <a:lnTo>
                    <a:pt x="14565" y="15371"/>
                  </a:lnTo>
                  <a:lnTo>
                    <a:pt x="14598" y="14464"/>
                  </a:lnTo>
                  <a:lnTo>
                    <a:pt x="14739" y="13787"/>
                  </a:lnTo>
                  <a:lnTo>
                    <a:pt x="14989" y="13341"/>
                  </a:lnTo>
                  <a:lnTo>
                    <a:pt x="21066" y="7667"/>
                  </a:lnTo>
                  <a:lnTo>
                    <a:pt x="23832" y="5361"/>
                  </a:lnTo>
                  <a:lnTo>
                    <a:pt x="26179" y="3897"/>
                  </a:lnTo>
                  <a:lnTo>
                    <a:pt x="28988" y="2818"/>
                  </a:lnTo>
                  <a:lnTo>
                    <a:pt x="36978" y="614"/>
                  </a:lnTo>
                  <a:lnTo>
                    <a:pt x="41093" y="0"/>
                  </a:lnTo>
                  <a:lnTo>
                    <a:pt x="46266" y="137"/>
                  </a:lnTo>
                  <a:lnTo>
                    <a:pt x="55808" y="1378"/>
                  </a:lnTo>
                  <a:lnTo>
                    <a:pt x="56957" y="2251"/>
                  </a:lnTo>
                  <a:lnTo>
                    <a:pt x="57249" y="2691"/>
                  </a:lnTo>
                  <a:lnTo>
                    <a:pt x="57667" y="3934"/>
                  </a:lnTo>
                  <a:lnTo>
                    <a:pt x="57352" y="4728"/>
                  </a:lnTo>
                  <a:lnTo>
                    <a:pt x="54743" y="7423"/>
                  </a:lnTo>
                  <a:lnTo>
                    <a:pt x="51458" y="9665"/>
                  </a:lnTo>
                  <a:lnTo>
                    <a:pt x="49320" y="11621"/>
                  </a:lnTo>
                  <a:lnTo>
                    <a:pt x="45701" y="16022"/>
                  </a:lnTo>
                  <a:lnTo>
                    <a:pt x="44725" y="17567"/>
                  </a:lnTo>
                  <a:lnTo>
                    <a:pt x="40241" y="26432"/>
                  </a:lnTo>
                  <a:lnTo>
                    <a:pt x="39182" y="27901"/>
                  </a:lnTo>
                  <a:lnTo>
                    <a:pt x="38561" y="29075"/>
                  </a:lnTo>
                  <a:lnTo>
                    <a:pt x="38125" y="32274"/>
                  </a:lnTo>
                  <a:lnTo>
                    <a:pt x="38255" y="33413"/>
                  </a:lnTo>
                  <a:lnTo>
                    <a:pt x="38955" y="35271"/>
                  </a:lnTo>
                  <a:lnTo>
                    <a:pt x="41389" y="39304"/>
                  </a:lnTo>
                  <a:lnTo>
                    <a:pt x="42045" y="41189"/>
                  </a:lnTo>
                  <a:lnTo>
                    <a:pt x="42028" y="42924"/>
                  </a:lnTo>
                  <a:lnTo>
                    <a:pt x="41755" y="47057"/>
                  </a:lnTo>
                  <a:lnTo>
                    <a:pt x="41722" y="49154"/>
                  </a:lnTo>
                  <a:lnTo>
                    <a:pt x="41831" y="51167"/>
                  </a:lnTo>
                  <a:lnTo>
                    <a:pt x="42333" y="54045"/>
                  </a:lnTo>
                  <a:lnTo>
                    <a:pt x="43227" y="57788"/>
                  </a:lnTo>
                  <a:lnTo>
                    <a:pt x="45297" y="61575"/>
                  </a:lnTo>
                  <a:lnTo>
                    <a:pt x="48545" y="65404"/>
                  </a:lnTo>
                  <a:lnTo>
                    <a:pt x="50963" y="67944"/>
                  </a:lnTo>
                  <a:lnTo>
                    <a:pt x="53347" y="69814"/>
                  </a:lnTo>
                  <a:lnTo>
                    <a:pt x="56169" y="72581"/>
                  </a:lnTo>
                  <a:lnTo>
                    <a:pt x="56797" y="73918"/>
                  </a:lnTo>
                  <a:lnTo>
                    <a:pt x="55500" y="75390"/>
                  </a:lnTo>
                  <a:lnTo>
                    <a:pt x="52460" y="77655"/>
                  </a:lnTo>
                  <a:lnTo>
                    <a:pt x="48464" y="78625"/>
                  </a:lnTo>
                  <a:lnTo>
                    <a:pt x="46327" y="79550"/>
                  </a:lnTo>
                  <a:lnTo>
                    <a:pt x="43670" y="81522"/>
                  </a:lnTo>
                  <a:lnTo>
                    <a:pt x="40334" y="830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2002251" y="1449039"/>
              <a:ext cx="71238" cy="78121"/>
            </a:xfrm>
            <a:custGeom>
              <a:avLst/>
              <a:pathLst>
                <a:path w="71238" h="78121">
                  <a:moveTo>
                    <a:pt x="30793" y="0"/>
                  </a:moveTo>
                  <a:lnTo>
                    <a:pt x="40376" y="6332"/>
                  </a:lnTo>
                  <a:lnTo>
                    <a:pt x="41720" y="5810"/>
                  </a:lnTo>
                  <a:lnTo>
                    <a:pt x="44617" y="5476"/>
                  </a:lnTo>
                  <a:lnTo>
                    <a:pt x="47628" y="4544"/>
                  </a:lnTo>
                  <a:lnTo>
                    <a:pt x="51801" y="3772"/>
                  </a:lnTo>
                  <a:lnTo>
                    <a:pt x="54346" y="2367"/>
                  </a:lnTo>
                  <a:lnTo>
                    <a:pt x="55431" y="1966"/>
                  </a:lnTo>
                  <a:lnTo>
                    <a:pt x="57273" y="1718"/>
                  </a:lnTo>
                  <a:lnTo>
                    <a:pt x="58274" y="1724"/>
                  </a:lnTo>
                  <a:lnTo>
                    <a:pt x="61167" y="2483"/>
                  </a:lnTo>
                  <a:lnTo>
                    <a:pt x="62329" y="3016"/>
                  </a:lnTo>
                  <a:lnTo>
                    <a:pt x="62945" y="3576"/>
                  </a:lnTo>
                  <a:lnTo>
                    <a:pt x="63612" y="4596"/>
                  </a:lnTo>
                  <a:lnTo>
                    <a:pt x="64753" y="7084"/>
                  </a:lnTo>
                  <a:lnTo>
                    <a:pt x="64920" y="8007"/>
                  </a:lnTo>
                  <a:lnTo>
                    <a:pt x="64861" y="8255"/>
                  </a:lnTo>
                  <a:lnTo>
                    <a:pt x="63807" y="9785"/>
                  </a:lnTo>
                  <a:lnTo>
                    <a:pt x="63105" y="10451"/>
                  </a:lnTo>
                  <a:lnTo>
                    <a:pt x="61654" y="11084"/>
                  </a:lnTo>
                  <a:lnTo>
                    <a:pt x="60398" y="11278"/>
                  </a:lnTo>
                  <a:lnTo>
                    <a:pt x="59319" y="12389"/>
                  </a:lnTo>
                  <a:lnTo>
                    <a:pt x="58102" y="12093"/>
                  </a:lnTo>
                  <a:lnTo>
                    <a:pt x="57774" y="13107"/>
                  </a:lnTo>
                  <a:lnTo>
                    <a:pt x="57902" y="13726"/>
                  </a:lnTo>
                  <a:lnTo>
                    <a:pt x="58228" y="14028"/>
                  </a:lnTo>
                  <a:lnTo>
                    <a:pt x="58842" y="13956"/>
                  </a:lnTo>
                  <a:lnTo>
                    <a:pt x="59542" y="13523"/>
                  </a:lnTo>
                  <a:lnTo>
                    <a:pt x="60903" y="13738"/>
                  </a:lnTo>
                  <a:lnTo>
                    <a:pt x="61621" y="14403"/>
                  </a:lnTo>
                  <a:lnTo>
                    <a:pt x="62265" y="15501"/>
                  </a:lnTo>
                  <a:lnTo>
                    <a:pt x="61786" y="16520"/>
                  </a:lnTo>
                  <a:lnTo>
                    <a:pt x="59384" y="17926"/>
                  </a:lnTo>
                  <a:lnTo>
                    <a:pt x="55843" y="19519"/>
                  </a:lnTo>
                  <a:lnTo>
                    <a:pt x="51529" y="24529"/>
                  </a:lnTo>
                  <a:lnTo>
                    <a:pt x="49260" y="26630"/>
                  </a:lnTo>
                  <a:lnTo>
                    <a:pt x="48792" y="27285"/>
                  </a:lnTo>
                  <a:lnTo>
                    <a:pt x="48563" y="27943"/>
                  </a:lnTo>
                  <a:lnTo>
                    <a:pt x="48632" y="29189"/>
                  </a:lnTo>
                  <a:lnTo>
                    <a:pt x="48736" y="29693"/>
                  </a:lnTo>
                  <a:lnTo>
                    <a:pt x="49362" y="29896"/>
                  </a:lnTo>
                  <a:lnTo>
                    <a:pt x="51472" y="28155"/>
                  </a:lnTo>
                  <a:lnTo>
                    <a:pt x="52832" y="27344"/>
                  </a:lnTo>
                  <a:lnTo>
                    <a:pt x="54213" y="26898"/>
                  </a:lnTo>
                  <a:lnTo>
                    <a:pt x="56650" y="26866"/>
                  </a:lnTo>
                  <a:lnTo>
                    <a:pt x="57655" y="27133"/>
                  </a:lnTo>
                  <a:lnTo>
                    <a:pt x="59479" y="28178"/>
                  </a:lnTo>
                  <a:lnTo>
                    <a:pt x="61148" y="29786"/>
                  </a:lnTo>
                  <a:lnTo>
                    <a:pt x="61521" y="30372"/>
                  </a:lnTo>
                  <a:lnTo>
                    <a:pt x="61362" y="30959"/>
                  </a:lnTo>
                  <a:lnTo>
                    <a:pt x="60668" y="31551"/>
                  </a:lnTo>
                  <a:lnTo>
                    <a:pt x="60592" y="31940"/>
                  </a:lnTo>
                  <a:lnTo>
                    <a:pt x="62183" y="32753"/>
                  </a:lnTo>
                  <a:lnTo>
                    <a:pt x="63938" y="34958"/>
                  </a:lnTo>
                  <a:lnTo>
                    <a:pt x="64053" y="36295"/>
                  </a:lnTo>
                  <a:lnTo>
                    <a:pt x="63286" y="37620"/>
                  </a:lnTo>
                  <a:lnTo>
                    <a:pt x="63076" y="38506"/>
                  </a:lnTo>
                  <a:lnTo>
                    <a:pt x="63426" y="38954"/>
                  </a:lnTo>
                  <a:lnTo>
                    <a:pt x="64293" y="38681"/>
                  </a:lnTo>
                  <a:lnTo>
                    <a:pt x="66368" y="37198"/>
                  </a:lnTo>
                  <a:lnTo>
                    <a:pt x="68614" y="36425"/>
                  </a:lnTo>
                  <a:lnTo>
                    <a:pt x="69513" y="36512"/>
                  </a:lnTo>
                  <a:lnTo>
                    <a:pt x="70081" y="36852"/>
                  </a:lnTo>
                  <a:lnTo>
                    <a:pt x="70681" y="38886"/>
                  </a:lnTo>
                  <a:lnTo>
                    <a:pt x="71176" y="41175"/>
                  </a:lnTo>
                  <a:lnTo>
                    <a:pt x="71238" y="43099"/>
                  </a:lnTo>
                  <a:lnTo>
                    <a:pt x="70867" y="44663"/>
                  </a:lnTo>
                  <a:lnTo>
                    <a:pt x="70333" y="45883"/>
                  </a:lnTo>
                  <a:lnTo>
                    <a:pt x="68988" y="47392"/>
                  </a:lnTo>
                  <a:lnTo>
                    <a:pt x="67771" y="47966"/>
                  </a:lnTo>
                  <a:lnTo>
                    <a:pt x="67135" y="47972"/>
                  </a:lnTo>
                  <a:lnTo>
                    <a:pt x="67198" y="48227"/>
                  </a:lnTo>
                  <a:lnTo>
                    <a:pt x="68642" y="49484"/>
                  </a:lnTo>
                  <a:lnTo>
                    <a:pt x="69246" y="50488"/>
                  </a:lnTo>
                  <a:lnTo>
                    <a:pt x="69504" y="51456"/>
                  </a:lnTo>
                  <a:lnTo>
                    <a:pt x="69416" y="52391"/>
                  </a:lnTo>
                  <a:lnTo>
                    <a:pt x="69217" y="53187"/>
                  </a:lnTo>
                  <a:lnTo>
                    <a:pt x="67534" y="56141"/>
                  </a:lnTo>
                  <a:lnTo>
                    <a:pt x="67625" y="56563"/>
                  </a:lnTo>
                  <a:lnTo>
                    <a:pt x="68091" y="56756"/>
                  </a:lnTo>
                  <a:lnTo>
                    <a:pt x="69146" y="58457"/>
                  </a:lnTo>
                  <a:lnTo>
                    <a:pt x="69271" y="62409"/>
                  </a:lnTo>
                  <a:lnTo>
                    <a:pt x="65489" y="63648"/>
                  </a:lnTo>
                  <a:lnTo>
                    <a:pt x="64601" y="64569"/>
                  </a:lnTo>
                  <a:lnTo>
                    <a:pt x="63556" y="66043"/>
                  </a:lnTo>
                  <a:lnTo>
                    <a:pt x="62357" y="67147"/>
                  </a:lnTo>
                  <a:lnTo>
                    <a:pt x="59643" y="68307"/>
                  </a:lnTo>
                  <a:lnTo>
                    <a:pt x="58269" y="68441"/>
                  </a:lnTo>
                  <a:lnTo>
                    <a:pt x="51466" y="67473"/>
                  </a:lnTo>
                  <a:lnTo>
                    <a:pt x="50778" y="66910"/>
                  </a:lnTo>
                  <a:lnTo>
                    <a:pt x="50302" y="65905"/>
                  </a:lnTo>
                  <a:lnTo>
                    <a:pt x="50038" y="64457"/>
                  </a:lnTo>
                  <a:lnTo>
                    <a:pt x="49967" y="63318"/>
                  </a:lnTo>
                  <a:lnTo>
                    <a:pt x="50088" y="62489"/>
                  </a:lnTo>
                  <a:lnTo>
                    <a:pt x="50053" y="62003"/>
                  </a:lnTo>
                  <a:lnTo>
                    <a:pt x="49861" y="61862"/>
                  </a:lnTo>
                  <a:lnTo>
                    <a:pt x="49105" y="62692"/>
                  </a:lnTo>
                  <a:lnTo>
                    <a:pt x="48315" y="64201"/>
                  </a:lnTo>
                  <a:lnTo>
                    <a:pt x="48747" y="65876"/>
                  </a:lnTo>
                  <a:lnTo>
                    <a:pt x="50897" y="70532"/>
                  </a:lnTo>
                  <a:lnTo>
                    <a:pt x="51308" y="72533"/>
                  </a:lnTo>
                  <a:lnTo>
                    <a:pt x="51366" y="73383"/>
                  </a:lnTo>
                  <a:lnTo>
                    <a:pt x="51270" y="74020"/>
                  </a:lnTo>
                  <a:lnTo>
                    <a:pt x="48844" y="76740"/>
                  </a:lnTo>
                  <a:lnTo>
                    <a:pt x="47440" y="77662"/>
                  </a:lnTo>
                  <a:lnTo>
                    <a:pt x="45998" y="78121"/>
                  </a:lnTo>
                  <a:lnTo>
                    <a:pt x="44625" y="77779"/>
                  </a:lnTo>
                  <a:lnTo>
                    <a:pt x="43319" y="76636"/>
                  </a:lnTo>
                  <a:lnTo>
                    <a:pt x="42326" y="76130"/>
                  </a:lnTo>
                  <a:lnTo>
                    <a:pt x="40272" y="76198"/>
                  </a:lnTo>
                  <a:lnTo>
                    <a:pt x="39630" y="75609"/>
                  </a:lnTo>
                  <a:lnTo>
                    <a:pt x="39034" y="74513"/>
                  </a:lnTo>
                  <a:lnTo>
                    <a:pt x="37586" y="70584"/>
                  </a:lnTo>
                  <a:lnTo>
                    <a:pt x="35567" y="67795"/>
                  </a:lnTo>
                  <a:lnTo>
                    <a:pt x="33827" y="64672"/>
                  </a:lnTo>
                  <a:lnTo>
                    <a:pt x="29405" y="60113"/>
                  </a:lnTo>
                  <a:lnTo>
                    <a:pt x="27116" y="57385"/>
                  </a:lnTo>
                  <a:lnTo>
                    <a:pt x="24064" y="52997"/>
                  </a:lnTo>
                  <a:lnTo>
                    <a:pt x="22788" y="52004"/>
                  </a:lnTo>
                  <a:lnTo>
                    <a:pt x="21728" y="51606"/>
                  </a:lnTo>
                  <a:lnTo>
                    <a:pt x="19645" y="51292"/>
                  </a:lnTo>
                  <a:lnTo>
                    <a:pt x="19161" y="50745"/>
                  </a:lnTo>
                  <a:lnTo>
                    <a:pt x="18402" y="49253"/>
                  </a:lnTo>
                  <a:lnTo>
                    <a:pt x="17091" y="48132"/>
                  </a:lnTo>
                  <a:lnTo>
                    <a:pt x="16612" y="47991"/>
                  </a:lnTo>
                  <a:lnTo>
                    <a:pt x="15840" y="48255"/>
                  </a:lnTo>
                  <a:lnTo>
                    <a:pt x="13800" y="49288"/>
                  </a:lnTo>
                  <a:lnTo>
                    <a:pt x="11238" y="48194"/>
                  </a:lnTo>
                  <a:lnTo>
                    <a:pt x="10664" y="47425"/>
                  </a:lnTo>
                  <a:lnTo>
                    <a:pt x="10324" y="46121"/>
                  </a:lnTo>
                  <a:lnTo>
                    <a:pt x="10001" y="45405"/>
                  </a:lnTo>
                  <a:lnTo>
                    <a:pt x="9133" y="44762"/>
                  </a:lnTo>
                  <a:lnTo>
                    <a:pt x="8402" y="43134"/>
                  </a:lnTo>
                  <a:lnTo>
                    <a:pt x="3536" y="39925"/>
                  </a:lnTo>
                  <a:lnTo>
                    <a:pt x="642" y="36240"/>
                  </a:lnTo>
                  <a:lnTo>
                    <a:pt x="55" y="34908"/>
                  </a:lnTo>
                  <a:lnTo>
                    <a:pt x="0" y="34364"/>
                  </a:lnTo>
                  <a:lnTo>
                    <a:pt x="297" y="32594"/>
                  </a:lnTo>
                  <a:lnTo>
                    <a:pt x="967" y="30586"/>
                  </a:lnTo>
                  <a:lnTo>
                    <a:pt x="1846" y="28592"/>
                  </a:lnTo>
                  <a:lnTo>
                    <a:pt x="2382" y="27775"/>
                  </a:lnTo>
                  <a:lnTo>
                    <a:pt x="4287" y="26055"/>
                  </a:lnTo>
                  <a:lnTo>
                    <a:pt x="5787" y="25666"/>
                  </a:lnTo>
                  <a:lnTo>
                    <a:pt x="7881" y="25884"/>
                  </a:lnTo>
                  <a:lnTo>
                    <a:pt x="8984" y="26266"/>
                  </a:lnTo>
                  <a:lnTo>
                    <a:pt x="9973" y="27417"/>
                  </a:lnTo>
                  <a:lnTo>
                    <a:pt x="10397" y="28745"/>
                  </a:lnTo>
                  <a:lnTo>
                    <a:pt x="10891" y="29639"/>
                  </a:lnTo>
                  <a:lnTo>
                    <a:pt x="12444" y="30618"/>
                  </a:lnTo>
                  <a:lnTo>
                    <a:pt x="13286" y="31405"/>
                  </a:lnTo>
                  <a:lnTo>
                    <a:pt x="14524" y="33238"/>
                  </a:lnTo>
                  <a:lnTo>
                    <a:pt x="15478" y="35447"/>
                  </a:lnTo>
                  <a:lnTo>
                    <a:pt x="16357" y="36174"/>
                  </a:lnTo>
                  <a:lnTo>
                    <a:pt x="18464" y="36422"/>
                  </a:lnTo>
                  <a:lnTo>
                    <a:pt x="20639" y="36048"/>
                  </a:lnTo>
                  <a:lnTo>
                    <a:pt x="25310" y="34659"/>
                  </a:lnTo>
                  <a:lnTo>
                    <a:pt x="25500" y="34486"/>
                  </a:lnTo>
                  <a:lnTo>
                    <a:pt x="25789" y="33657"/>
                  </a:lnTo>
                  <a:lnTo>
                    <a:pt x="26321" y="28629"/>
                  </a:lnTo>
                  <a:lnTo>
                    <a:pt x="26641" y="28608"/>
                  </a:lnTo>
                  <a:lnTo>
                    <a:pt x="28226" y="30936"/>
                  </a:lnTo>
                  <a:lnTo>
                    <a:pt x="28676" y="31192"/>
                  </a:lnTo>
                  <a:lnTo>
                    <a:pt x="29359" y="30707"/>
                  </a:lnTo>
                  <a:lnTo>
                    <a:pt x="29765" y="29576"/>
                  </a:lnTo>
                  <a:lnTo>
                    <a:pt x="29716" y="29039"/>
                  </a:lnTo>
                  <a:lnTo>
                    <a:pt x="28720" y="26315"/>
                  </a:lnTo>
                  <a:lnTo>
                    <a:pt x="28132" y="25131"/>
                  </a:lnTo>
                  <a:lnTo>
                    <a:pt x="27605" y="24395"/>
                  </a:lnTo>
                  <a:lnTo>
                    <a:pt x="27017" y="24154"/>
                  </a:lnTo>
                  <a:lnTo>
                    <a:pt x="25748" y="24387"/>
                  </a:lnTo>
                  <a:lnTo>
                    <a:pt x="24780" y="23864"/>
                  </a:lnTo>
                  <a:lnTo>
                    <a:pt x="24567" y="23112"/>
                  </a:lnTo>
                  <a:lnTo>
                    <a:pt x="24724" y="22103"/>
                  </a:lnTo>
                  <a:lnTo>
                    <a:pt x="25258" y="21037"/>
                  </a:lnTo>
                  <a:lnTo>
                    <a:pt x="25831" y="20427"/>
                  </a:lnTo>
                  <a:lnTo>
                    <a:pt x="26945" y="20114"/>
                  </a:lnTo>
                  <a:lnTo>
                    <a:pt x="28249" y="20424"/>
                  </a:lnTo>
                  <a:lnTo>
                    <a:pt x="30054" y="21712"/>
                  </a:lnTo>
                  <a:lnTo>
                    <a:pt x="31196" y="21998"/>
                  </a:lnTo>
                  <a:lnTo>
                    <a:pt x="32800" y="21630"/>
                  </a:lnTo>
                  <a:lnTo>
                    <a:pt x="30747" y="20873"/>
                  </a:lnTo>
                  <a:lnTo>
                    <a:pt x="27885" y="17896"/>
                  </a:lnTo>
                  <a:lnTo>
                    <a:pt x="26657" y="17341"/>
                  </a:lnTo>
                  <a:lnTo>
                    <a:pt x="25160" y="18618"/>
                  </a:lnTo>
                  <a:lnTo>
                    <a:pt x="24149" y="19098"/>
                  </a:lnTo>
                  <a:lnTo>
                    <a:pt x="22237" y="19721"/>
                  </a:lnTo>
                  <a:lnTo>
                    <a:pt x="20715" y="19814"/>
                  </a:lnTo>
                  <a:lnTo>
                    <a:pt x="14339" y="15215"/>
                  </a:lnTo>
                  <a:lnTo>
                    <a:pt x="13985" y="14775"/>
                  </a:lnTo>
                  <a:lnTo>
                    <a:pt x="13518" y="13578"/>
                  </a:lnTo>
                  <a:lnTo>
                    <a:pt x="13572" y="13027"/>
                  </a:lnTo>
                  <a:lnTo>
                    <a:pt x="14201" y="12175"/>
                  </a:lnTo>
                  <a:lnTo>
                    <a:pt x="15790" y="11049"/>
                  </a:lnTo>
                  <a:lnTo>
                    <a:pt x="18154" y="10343"/>
                  </a:lnTo>
                  <a:lnTo>
                    <a:pt x="19734" y="10228"/>
                  </a:lnTo>
                  <a:lnTo>
                    <a:pt x="21116" y="11069"/>
                  </a:lnTo>
                  <a:lnTo>
                    <a:pt x="23129" y="13344"/>
                  </a:lnTo>
                  <a:lnTo>
                    <a:pt x="24891" y="14673"/>
                  </a:lnTo>
                  <a:lnTo>
                    <a:pt x="25035" y="14195"/>
                  </a:lnTo>
                  <a:lnTo>
                    <a:pt x="24724" y="12888"/>
                  </a:lnTo>
                  <a:lnTo>
                    <a:pt x="23920" y="10947"/>
                  </a:lnTo>
                  <a:lnTo>
                    <a:pt x="23344" y="10416"/>
                  </a:lnTo>
                  <a:lnTo>
                    <a:pt x="21926" y="9838"/>
                  </a:lnTo>
                  <a:lnTo>
                    <a:pt x="20614" y="8505"/>
                  </a:lnTo>
                  <a:lnTo>
                    <a:pt x="19997" y="7519"/>
                  </a:lnTo>
                  <a:lnTo>
                    <a:pt x="19669" y="6462"/>
                  </a:lnTo>
                  <a:lnTo>
                    <a:pt x="19628" y="5335"/>
                  </a:lnTo>
                  <a:lnTo>
                    <a:pt x="19879" y="4564"/>
                  </a:lnTo>
                  <a:lnTo>
                    <a:pt x="20423" y="4152"/>
                  </a:lnTo>
                  <a:lnTo>
                    <a:pt x="25322" y="3025"/>
                  </a:lnTo>
                  <a:lnTo>
                    <a:pt x="28744" y="4273"/>
                  </a:lnTo>
                  <a:lnTo>
                    <a:pt x="30915" y="4453"/>
                  </a:lnTo>
                  <a:lnTo>
                    <a:pt x="31815" y="2921"/>
                  </a:lnTo>
                  <a:lnTo>
                    <a:pt x="31501" y="2622"/>
                  </a:lnTo>
                  <a:lnTo>
                    <a:pt x="30359" y="3016"/>
                  </a:lnTo>
                  <a:lnTo>
                    <a:pt x="29068" y="3008"/>
                  </a:lnTo>
                  <a:lnTo>
                    <a:pt x="28262" y="2168"/>
                  </a:lnTo>
                  <a:lnTo>
                    <a:pt x="28236" y="1677"/>
                  </a:lnTo>
                  <a:lnTo>
                    <a:pt x="29242" y="5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2039686" y="1444053"/>
              <a:ext cx="19961" cy="8941"/>
            </a:xfrm>
            <a:custGeom>
              <a:avLst/>
              <a:pathLst>
                <a:path w="19961" h="8941">
                  <a:moveTo>
                    <a:pt x="13020" y="7273"/>
                  </a:moveTo>
                  <a:lnTo>
                    <a:pt x="9751" y="7896"/>
                  </a:lnTo>
                  <a:lnTo>
                    <a:pt x="8243" y="7628"/>
                  </a:lnTo>
                  <a:lnTo>
                    <a:pt x="7444" y="8444"/>
                  </a:lnTo>
                  <a:lnTo>
                    <a:pt x="6817" y="8791"/>
                  </a:lnTo>
                  <a:lnTo>
                    <a:pt x="5031" y="8941"/>
                  </a:lnTo>
                  <a:lnTo>
                    <a:pt x="1350" y="7466"/>
                  </a:lnTo>
                  <a:lnTo>
                    <a:pt x="361" y="6954"/>
                  </a:lnTo>
                  <a:lnTo>
                    <a:pt x="0" y="6478"/>
                  </a:lnTo>
                  <a:lnTo>
                    <a:pt x="149" y="6020"/>
                  </a:lnTo>
                  <a:lnTo>
                    <a:pt x="810" y="5582"/>
                  </a:lnTo>
                  <a:lnTo>
                    <a:pt x="3635" y="4915"/>
                  </a:lnTo>
                  <a:lnTo>
                    <a:pt x="4681" y="4423"/>
                  </a:lnTo>
                  <a:lnTo>
                    <a:pt x="5113" y="3736"/>
                  </a:lnTo>
                  <a:lnTo>
                    <a:pt x="5819" y="3184"/>
                  </a:lnTo>
                  <a:lnTo>
                    <a:pt x="6799" y="2767"/>
                  </a:lnTo>
                  <a:lnTo>
                    <a:pt x="9448" y="2367"/>
                  </a:lnTo>
                  <a:lnTo>
                    <a:pt x="15397" y="294"/>
                  </a:lnTo>
                  <a:lnTo>
                    <a:pt x="18356" y="0"/>
                  </a:lnTo>
                  <a:lnTo>
                    <a:pt x="19517" y="175"/>
                  </a:lnTo>
                  <a:lnTo>
                    <a:pt x="19867" y="724"/>
                  </a:lnTo>
                  <a:lnTo>
                    <a:pt x="19961" y="1271"/>
                  </a:lnTo>
                  <a:lnTo>
                    <a:pt x="19799" y="1820"/>
                  </a:lnTo>
                  <a:lnTo>
                    <a:pt x="18875" y="3224"/>
                  </a:lnTo>
                  <a:lnTo>
                    <a:pt x="17668" y="4319"/>
                  </a:lnTo>
                  <a:lnTo>
                    <a:pt x="14421" y="66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2082485" y="1442159"/>
              <a:ext cx="60109" cy="64355"/>
            </a:xfrm>
            <a:custGeom>
              <a:avLst/>
              <a:pathLst>
                <a:path w="60109" h="64355">
                  <a:moveTo>
                    <a:pt x="28129" y="525"/>
                  </a:moveTo>
                  <a:lnTo>
                    <a:pt x="32589" y="1921"/>
                  </a:lnTo>
                  <a:lnTo>
                    <a:pt x="34761" y="2837"/>
                  </a:lnTo>
                  <a:lnTo>
                    <a:pt x="35828" y="3448"/>
                  </a:lnTo>
                  <a:lnTo>
                    <a:pt x="37860" y="5507"/>
                  </a:lnTo>
                  <a:lnTo>
                    <a:pt x="38895" y="6098"/>
                  </a:lnTo>
                  <a:lnTo>
                    <a:pt x="42853" y="4904"/>
                  </a:lnTo>
                  <a:lnTo>
                    <a:pt x="45621" y="4461"/>
                  </a:lnTo>
                  <a:lnTo>
                    <a:pt x="51780" y="5007"/>
                  </a:lnTo>
                  <a:lnTo>
                    <a:pt x="57010" y="6709"/>
                  </a:lnTo>
                  <a:lnTo>
                    <a:pt x="58934" y="7988"/>
                  </a:lnTo>
                  <a:lnTo>
                    <a:pt x="60109" y="9163"/>
                  </a:lnTo>
                  <a:lnTo>
                    <a:pt x="59804" y="10460"/>
                  </a:lnTo>
                  <a:lnTo>
                    <a:pt x="58842" y="12555"/>
                  </a:lnTo>
                  <a:lnTo>
                    <a:pt x="57713" y="14547"/>
                  </a:lnTo>
                  <a:lnTo>
                    <a:pt x="55453" y="17674"/>
                  </a:lnTo>
                  <a:lnTo>
                    <a:pt x="53533" y="19238"/>
                  </a:lnTo>
                  <a:lnTo>
                    <a:pt x="53058" y="19988"/>
                  </a:lnTo>
                  <a:lnTo>
                    <a:pt x="52757" y="21028"/>
                  </a:lnTo>
                  <a:lnTo>
                    <a:pt x="52012" y="22552"/>
                  </a:lnTo>
                  <a:lnTo>
                    <a:pt x="49948" y="25848"/>
                  </a:lnTo>
                  <a:lnTo>
                    <a:pt x="49398" y="26412"/>
                  </a:lnTo>
                  <a:lnTo>
                    <a:pt x="46492" y="27855"/>
                  </a:lnTo>
                  <a:lnTo>
                    <a:pt x="47488" y="28501"/>
                  </a:lnTo>
                  <a:lnTo>
                    <a:pt x="47943" y="29072"/>
                  </a:lnTo>
                  <a:lnTo>
                    <a:pt x="47560" y="30535"/>
                  </a:lnTo>
                  <a:lnTo>
                    <a:pt x="45728" y="34066"/>
                  </a:lnTo>
                  <a:lnTo>
                    <a:pt x="43828" y="37331"/>
                  </a:lnTo>
                  <a:lnTo>
                    <a:pt x="42499" y="39283"/>
                  </a:lnTo>
                  <a:lnTo>
                    <a:pt x="40085" y="42105"/>
                  </a:lnTo>
                  <a:lnTo>
                    <a:pt x="38757" y="42903"/>
                  </a:lnTo>
                  <a:lnTo>
                    <a:pt x="36973" y="43150"/>
                  </a:lnTo>
                  <a:lnTo>
                    <a:pt x="26201" y="40686"/>
                  </a:lnTo>
                  <a:lnTo>
                    <a:pt x="23498" y="40725"/>
                  </a:lnTo>
                  <a:lnTo>
                    <a:pt x="16314" y="42013"/>
                  </a:lnTo>
                  <a:lnTo>
                    <a:pt x="16990" y="42642"/>
                  </a:lnTo>
                  <a:lnTo>
                    <a:pt x="19621" y="43596"/>
                  </a:lnTo>
                  <a:lnTo>
                    <a:pt x="21319" y="44635"/>
                  </a:lnTo>
                  <a:lnTo>
                    <a:pt x="23570" y="47872"/>
                  </a:lnTo>
                  <a:lnTo>
                    <a:pt x="23863" y="48680"/>
                  </a:lnTo>
                  <a:lnTo>
                    <a:pt x="24006" y="49621"/>
                  </a:lnTo>
                  <a:lnTo>
                    <a:pt x="23919" y="51466"/>
                  </a:lnTo>
                  <a:lnTo>
                    <a:pt x="23764" y="51935"/>
                  </a:lnTo>
                  <a:lnTo>
                    <a:pt x="20183" y="56914"/>
                  </a:lnTo>
                  <a:lnTo>
                    <a:pt x="19025" y="60539"/>
                  </a:lnTo>
                  <a:lnTo>
                    <a:pt x="18287" y="63530"/>
                  </a:lnTo>
                  <a:lnTo>
                    <a:pt x="17081" y="64355"/>
                  </a:lnTo>
                  <a:lnTo>
                    <a:pt x="13068" y="63091"/>
                  </a:lnTo>
                  <a:lnTo>
                    <a:pt x="11772" y="63129"/>
                  </a:lnTo>
                  <a:lnTo>
                    <a:pt x="7268" y="64002"/>
                  </a:lnTo>
                  <a:lnTo>
                    <a:pt x="5167" y="63569"/>
                  </a:lnTo>
                  <a:lnTo>
                    <a:pt x="5464" y="59060"/>
                  </a:lnTo>
                  <a:lnTo>
                    <a:pt x="5170" y="54192"/>
                  </a:lnTo>
                  <a:lnTo>
                    <a:pt x="4507" y="49547"/>
                  </a:lnTo>
                  <a:lnTo>
                    <a:pt x="1139" y="41286"/>
                  </a:lnTo>
                  <a:lnTo>
                    <a:pt x="768" y="39820"/>
                  </a:lnTo>
                  <a:lnTo>
                    <a:pt x="520" y="38244"/>
                  </a:lnTo>
                  <a:lnTo>
                    <a:pt x="395" y="36556"/>
                  </a:lnTo>
                  <a:lnTo>
                    <a:pt x="406" y="34858"/>
                  </a:lnTo>
                  <a:lnTo>
                    <a:pt x="640" y="31424"/>
                  </a:lnTo>
                  <a:lnTo>
                    <a:pt x="667" y="29684"/>
                  </a:lnTo>
                  <a:lnTo>
                    <a:pt x="498" y="25146"/>
                  </a:lnTo>
                  <a:lnTo>
                    <a:pt x="42" y="18358"/>
                  </a:lnTo>
                  <a:lnTo>
                    <a:pt x="0" y="15963"/>
                  </a:lnTo>
                  <a:lnTo>
                    <a:pt x="31" y="15009"/>
                  </a:lnTo>
                  <a:lnTo>
                    <a:pt x="171" y="14281"/>
                  </a:lnTo>
                  <a:lnTo>
                    <a:pt x="892" y="13314"/>
                  </a:lnTo>
                  <a:lnTo>
                    <a:pt x="2277" y="12620"/>
                  </a:lnTo>
                  <a:lnTo>
                    <a:pt x="2975" y="12517"/>
                  </a:lnTo>
                  <a:lnTo>
                    <a:pt x="7402" y="14568"/>
                  </a:lnTo>
                  <a:lnTo>
                    <a:pt x="9438" y="15253"/>
                  </a:lnTo>
                  <a:lnTo>
                    <a:pt x="10792" y="15223"/>
                  </a:lnTo>
                  <a:lnTo>
                    <a:pt x="10866" y="14990"/>
                  </a:lnTo>
                  <a:lnTo>
                    <a:pt x="9661" y="14558"/>
                  </a:lnTo>
                  <a:lnTo>
                    <a:pt x="8528" y="13673"/>
                  </a:lnTo>
                  <a:lnTo>
                    <a:pt x="6682" y="11041"/>
                  </a:lnTo>
                  <a:lnTo>
                    <a:pt x="5835" y="8791"/>
                  </a:lnTo>
                  <a:lnTo>
                    <a:pt x="5666" y="8048"/>
                  </a:lnTo>
                  <a:lnTo>
                    <a:pt x="5625" y="7268"/>
                  </a:lnTo>
                  <a:lnTo>
                    <a:pt x="5714" y="6455"/>
                  </a:lnTo>
                  <a:lnTo>
                    <a:pt x="5982" y="5723"/>
                  </a:lnTo>
                  <a:lnTo>
                    <a:pt x="6905" y="4576"/>
                  </a:lnTo>
                  <a:lnTo>
                    <a:pt x="7658" y="4058"/>
                  </a:lnTo>
                  <a:lnTo>
                    <a:pt x="10436" y="2741"/>
                  </a:lnTo>
                  <a:lnTo>
                    <a:pt x="13233" y="1939"/>
                  </a:lnTo>
                  <a:lnTo>
                    <a:pt x="19408" y="1393"/>
                  </a:lnTo>
                  <a:lnTo>
                    <a:pt x="21159" y="1784"/>
                  </a:lnTo>
                  <a:lnTo>
                    <a:pt x="23832" y="343"/>
                  </a:lnTo>
                  <a:lnTo>
                    <a:pt x="2541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1739581" y="1431333"/>
              <a:ext cx="118692" cy="102154"/>
            </a:xfrm>
            <a:custGeom>
              <a:avLst/>
              <a:pathLst>
                <a:path w="118692" h="102154">
                  <a:moveTo>
                    <a:pt x="69458" y="12903"/>
                  </a:moveTo>
                  <a:lnTo>
                    <a:pt x="72382" y="10161"/>
                  </a:lnTo>
                  <a:lnTo>
                    <a:pt x="74156" y="10013"/>
                  </a:lnTo>
                  <a:lnTo>
                    <a:pt x="75392" y="10256"/>
                  </a:lnTo>
                  <a:lnTo>
                    <a:pt x="75784" y="10606"/>
                  </a:lnTo>
                  <a:lnTo>
                    <a:pt x="76032" y="11147"/>
                  </a:lnTo>
                  <a:lnTo>
                    <a:pt x="76155" y="12337"/>
                  </a:lnTo>
                  <a:lnTo>
                    <a:pt x="76233" y="15283"/>
                  </a:lnTo>
                  <a:lnTo>
                    <a:pt x="76392" y="15648"/>
                  </a:lnTo>
                  <a:lnTo>
                    <a:pt x="76794" y="15481"/>
                  </a:lnTo>
                  <a:lnTo>
                    <a:pt x="77439" y="14785"/>
                  </a:lnTo>
                  <a:lnTo>
                    <a:pt x="80637" y="10431"/>
                  </a:lnTo>
                  <a:lnTo>
                    <a:pt x="81986" y="9236"/>
                  </a:lnTo>
                  <a:lnTo>
                    <a:pt x="82909" y="8879"/>
                  </a:lnTo>
                  <a:lnTo>
                    <a:pt x="86819" y="8225"/>
                  </a:lnTo>
                  <a:lnTo>
                    <a:pt x="89474" y="8245"/>
                  </a:lnTo>
                  <a:lnTo>
                    <a:pt x="92408" y="8651"/>
                  </a:lnTo>
                  <a:lnTo>
                    <a:pt x="94596" y="9260"/>
                  </a:lnTo>
                  <a:lnTo>
                    <a:pt x="98184" y="11050"/>
                  </a:lnTo>
                  <a:lnTo>
                    <a:pt x="101005" y="13110"/>
                  </a:lnTo>
                  <a:lnTo>
                    <a:pt x="103595" y="15305"/>
                  </a:lnTo>
                  <a:lnTo>
                    <a:pt x="112278" y="23555"/>
                  </a:lnTo>
                  <a:lnTo>
                    <a:pt x="115950" y="25990"/>
                  </a:lnTo>
                  <a:lnTo>
                    <a:pt x="117354" y="27373"/>
                  </a:lnTo>
                  <a:lnTo>
                    <a:pt x="117979" y="28380"/>
                  </a:lnTo>
                  <a:lnTo>
                    <a:pt x="118525" y="29644"/>
                  </a:lnTo>
                  <a:lnTo>
                    <a:pt x="118692" y="30824"/>
                  </a:lnTo>
                  <a:lnTo>
                    <a:pt x="118479" y="31922"/>
                  </a:lnTo>
                  <a:lnTo>
                    <a:pt x="118078" y="32688"/>
                  </a:lnTo>
                  <a:lnTo>
                    <a:pt x="117197" y="33342"/>
                  </a:lnTo>
                  <a:lnTo>
                    <a:pt x="111885" y="36105"/>
                  </a:lnTo>
                  <a:lnTo>
                    <a:pt x="109088" y="36951"/>
                  </a:lnTo>
                  <a:lnTo>
                    <a:pt x="106318" y="38173"/>
                  </a:lnTo>
                  <a:lnTo>
                    <a:pt x="99699" y="42486"/>
                  </a:lnTo>
                  <a:lnTo>
                    <a:pt x="95168" y="44541"/>
                  </a:lnTo>
                  <a:lnTo>
                    <a:pt x="89277" y="48546"/>
                  </a:lnTo>
                  <a:lnTo>
                    <a:pt x="78167" y="54990"/>
                  </a:lnTo>
                  <a:lnTo>
                    <a:pt x="76846" y="56284"/>
                  </a:lnTo>
                  <a:lnTo>
                    <a:pt x="76237" y="57214"/>
                  </a:lnTo>
                  <a:lnTo>
                    <a:pt x="73101" y="64556"/>
                  </a:lnTo>
                  <a:lnTo>
                    <a:pt x="71907" y="66261"/>
                  </a:lnTo>
                  <a:lnTo>
                    <a:pt x="69016" y="68000"/>
                  </a:lnTo>
                  <a:lnTo>
                    <a:pt x="65356" y="68434"/>
                  </a:lnTo>
                  <a:lnTo>
                    <a:pt x="64333" y="68922"/>
                  </a:lnTo>
                  <a:lnTo>
                    <a:pt x="64168" y="71460"/>
                  </a:lnTo>
                  <a:lnTo>
                    <a:pt x="62855" y="75676"/>
                  </a:lnTo>
                  <a:lnTo>
                    <a:pt x="62217" y="78514"/>
                  </a:lnTo>
                  <a:lnTo>
                    <a:pt x="61343" y="86114"/>
                  </a:lnTo>
                  <a:lnTo>
                    <a:pt x="61142" y="86875"/>
                  </a:lnTo>
                  <a:lnTo>
                    <a:pt x="60475" y="88283"/>
                  </a:lnTo>
                  <a:lnTo>
                    <a:pt x="59343" y="89809"/>
                  </a:lnTo>
                  <a:lnTo>
                    <a:pt x="55811" y="91568"/>
                  </a:lnTo>
                  <a:lnTo>
                    <a:pt x="53205" y="92492"/>
                  </a:lnTo>
                  <a:lnTo>
                    <a:pt x="49658" y="93259"/>
                  </a:lnTo>
                  <a:lnTo>
                    <a:pt x="48811" y="92734"/>
                  </a:lnTo>
                  <a:lnTo>
                    <a:pt x="47955" y="91528"/>
                  </a:lnTo>
                  <a:lnTo>
                    <a:pt x="47064" y="91422"/>
                  </a:lnTo>
                  <a:lnTo>
                    <a:pt x="46511" y="91611"/>
                  </a:lnTo>
                  <a:lnTo>
                    <a:pt x="41886" y="96896"/>
                  </a:lnTo>
                  <a:lnTo>
                    <a:pt x="37425" y="99035"/>
                  </a:lnTo>
                  <a:lnTo>
                    <a:pt x="35491" y="100967"/>
                  </a:lnTo>
                  <a:lnTo>
                    <a:pt x="34127" y="101874"/>
                  </a:lnTo>
                  <a:lnTo>
                    <a:pt x="33030" y="102154"/>
                  </a:lnTo>
                  <a:lnTo>
                    <a:pt x="31223" y="101982"/>
                  </a:lnTo>
                  <a:lnTo>
                    <a:pt x="29918" y="101107"/>
                  </a:lnTo>
                  <a:lnTo>
                    <a:pt x="28735" y="99755"/>
                  </a:lnTo>
                  <a:lnTo>
                    <a:pt x="27842" y="98287"/>
                  </a:lnTo>
                  <a:lnTo>
                    <a:pt x="25551" y="92249"/>
                  </a:lnTo>
                  <a:lnTo>
                    <a:pt x="24567" y="90183"/>
                  </a:lnTo>
                  <a:lnTo>
                    <a:pt x="23729" y="89151"/>
                  </a:lnTo>
                  <a:lnTo>
                    <a:pt x="21484" y="85474"/>
                  </a:lnTo>
                  <a:lnTo>
                    <a:pt x="20866" y="84737"/>
                  </a:lnTo>
                  <a:lnTo>
                    <a:pt x="12324" y="80076"/>
                  </a:lnTo>
                  <a:lnTo>
                    <a:pt x="8166" y="77462"/>
                  </a:lnTo>
                  <a:lnTo>
                    <a:pt x="7161" y="76541"/>
                  </a:lnTo>
                  <a:lnTo>
                    <a:pt x="6229" y="76001"/>
                  </a:lnTo>
                  <a:lnTo>
                    <a:pt x="890" y="76362"/>
                  </a:lnTo>
                  <a:lnTo>
                    <a:pt x="184" y="76221"/>
                  </a:lnTo>
                  <a:lnTo>
                    <a:pt x="0" y="75835"/>
                  </a:lnTo>
                  <a:lnTo>
                    <a:pt x="631" y="74466"/>
                  </a:lnTo>
                  <a:lnTo>
                    <a:pt x="880" y="73602"/>
                  </a:lnTo>
                  <a:lnTo>
                    <a:pt x="962" y="72755"/>
                  </a:lnTo>
                  <a:lnTo>
                    <a:pt x="871" y="71389"/>
                  </a:lnTo>
                  <a:lnTo>
                    <a:pt x="939" y="71142"/>
                  </a:lnTo>
                  <a:lnTo>
                    <a:pt x="2969" y="69796"/>
                  </a:lnTo>
                  <a:lnTo>
                    <a:pt x="2640" y="69516"/>
                  </a:lnTo>
                  <a:lnTo>
                    <a:pt x="2401" y="68991"/>
                  </a:lnTo>
                  <a:lnTo>
                    <a:pt x="2254" y="68216"/>
                  </a:lnTo>
                  <a:lnTo>
                    <a:pt x="2475" y="67675"/>
                  </a:lnTo>
                  <a:lnTo>
                    <a:pt x="3063" y="67366"/>
                  </a:lnTo>
                  <a:lnTo>
                    <a:pt x="3780" y="66112"/>
                  </a:lnTo>
                  <a:lnTo>
                    <a:pt x="4624" y="63915"/>
                  </a:lnTo>
                  <a:lnTo>
                    <a:pt x="5252" y="62681"/>
                  </a:lnTo>
                  <a:lnTo>
                    <a:pt x="6123" y="61887"/>
                  </a:lnTo>
                  <a:lnTo>
                    <a:pt x="7687" y="59763"/>
                  </a:lnTo>
                  <a:lnTo>
                    <a:pt x="8801" y="58906"/>
                  </a:lnTo>
                  <a:lnTo>
                    <a:pt x="9745" y="57831"/>
                  </a:lnTo>
                  <a:lnTo>
                    <a:pt x="9772" y="57346"/>
                  </a:lnTo>
                  <a:lnTo>
                    <a:pt x="9388" y="56973"/>
                  </a:lnTo>
                  <a:lnTo>
                    <a:pt x="9255" y="56153"/>
                  </a:lnTo>
                  <a:lnTo>
                    <a:pt x="9431" y="53592"/>
                  </a:lnTo>
                  <a:lnTo>
                    <a:pt x="9423" y="52273"/>
                  </a:lnTo>
                  <a:lnTo>
                    <a:pt x="9594" y="51172"/>
                  </a:lnTo>
                  <a:lnTo>
                    <a:pt x="9943" y="50286"/>
                  </a:lnTo>
                  <a:lnTo>
                    <a:pt x="10384" y="49699"/>
                  </a:lnTo>
                  <a:lnTo>
                    <a:pt x="14339" y="47845"/>
                  </a:lnTo>
                  <a:lnTo>
                    <a:pt x="14539" y="47307"/>
                  </a:lnTo>
                  <a:lnTo>
                    <a:pt x="14585" y="46689"/>
                  </a:lnTo>
                  <a:lnTo>
                    <a:pt x="14479" y="45990"/>
                  </a:lnTo>
                  <a:lnTo>
                    <a:pt x="14274" y="45499"/>
                  </a:lnTo>
                  <a:lnTo>
                    <a:pt x="13649" y="45096"/>
                  </a:lnTo>
                  <a:lnTo>
                    <a:pt x="12591" y="44985"/>
                  </a:lnTo>
                  <a:lnTo>
                    <a:pt x="11675" y="43919"/>
                  </a:lnTo>
                  <a:lnTo>
                    <a:pt x="11456" y="43402"/>
                  </a:lnTo>
                  <a:lnTo>
                    <a:pt x="11823" y="41942"/>
                  </a:lnTo>
                  <a:lnTo>
                    <a:pt x="13608" y="39615"/>
                  </a:lnTo>
                  <a:lnTo>
                    <a:pt x="14209" y="38467"/>
                  </a:lnTo>
                  <a:lnTo>
                    <a:pt x="16137" y="33284"/>
                  </a:lnTo>
                  <a:lnTo>
                    <a:pt x="19658" y="30072"/>
                  </a:lnTo>
                  <a:lnTo>
                    <a:pt x="20611" y="26619"/>
                  </a:lnTo>
                  <a:lnTo>
                    <a:pt x="23256" y="22958"/>
                  </a:lnTo>
                  <a:lnTo>
                    <a:pt x="23250" y="22451"/>
                  </a:lnTo>
                  <a:lnTo>
                    <a:pt x="22395" y="21202"/>
                  </a:lnTo>
                  <a:lnTo>
                    <a:pt x="19954" y="20336"/>
                  </a:lnTo>
                  <a:lnTo>
                    <a:pt x="18779" y="19003"/>
                  </a:lnTo>
                  <a:lnTo>
                    <a:pt x="17993" y="17488"/>
                  </a:lnTo>
                  <a:lnTo>
                    <a:pt x="14421" y="8775"/>
                  </a:lnTo>
                  <a:lnTo>
                    <a:pt x="13810" y="8128"/>
                  </a:lnTo>
                  <a:lnTo>
                    <a:pt x="13629" y="7114"/>
                  </a:lnTo>
                  <a:lnTo>
                    <a:pt x="12899" y="6445"/>
                  </a:lnTo>
                  <a:lnTo>
                    <a:pt x="13048" y="5818"/>
                  </a:lnTo>
                  <a:lnTo>
                    <a:pt x="26991" y="3220"/>
                  </a:lnTo>
                  <a:lnTo>
                    <a:pt x="36589" y="2391"/>
                  </a:lnTo>
                  <a:lnTo>
                    <a:pt x="46527" y="132"/>
                  </a:lnTo>
                  <a:lnTo>
                    <a:pt x="49295" y="0"/>
                  </a:lnTo>
                  <a:lnTo>
                    <a:pt x="51440" y="447"/>
                  </a:lnTo>
                  <a:lnTo>
                    <a:pt x="53559" y="1621"/>
                  </a:lnTo>
                  <a:lnTo>
                    <a:pt x="56364" y="3674"/>
                  </a:lnTo>
                  <a:lnTo>
                    <a:pt x="60079" y="5678"/>
                  </a:lnTo>
                  <a:lnTo>
                    <a:pt x="67016" y="8610"/>
                  </a:lnTo>
                  <a:lnTo>
                    <a:pt x="71342" y="9228"/>
                  </a:lnTo>
                  <a:lnTo>
                    <a:pt x="69608" y="11566"/>
                  </a:lnTo>
                  <a:lnTo>
                    <a:pt x="69363" y="122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2058616" y="1428926"/>
              <a:ext cx="5208" cy="4754"/>
            </a:xfrm>
            <a:custGeom>
              <a:avLst/>
              <a:pathLst>
                <a:path w="5208" h="4754">
                  <a:moveTo>
                    <a:pt x="4479" y="2962"/>
                  </a:moveTo>
                  <a:lnTo>
                    <a:pt x="1066" y="4754"/>
                  </a:lnTo>
                  <a:lnTo>
                    <a:pt x="322" y="4058"/>
                  </a:lnTo>
                  <a:lnTo>
                    <a:pt x="0" y="3428"/>
                  </a:lnTo>
                  <a:lnTo>
                    <a:pt x="2653" y="711"/>
                  </a:lnTo>
                  <a:lnTo>
                    <a:pt x="3787" y="0"/>
                  </a:lnTo>
                  <a:lnTo>
                    <a:pt x="4903" y="844"/>
                  </a:lnTo>
                  <a:lnTo>
                    <a:pt x="5208" y="1483"/>
                  </a:lnTo>
                  <a:lnTo>
                    <a:pt x="5066" y="19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2080183" y="1428621"/>
              <a:ext cx="6543" cy="4034"/>
            </a:xfrm>
            <a:custGeom>
              <a:avLst/>
              <a:pathLst>
                <a:path w="6543" h="4034">
                  <a:moveTo>
                    <a:pt x="6178" y="3885"/>
                  </a:moveTo>
                  <a:lnTo>
                    <a:pt x="5658" y="4034"/>
                  </a:lnTo>
                  <a:lnTo>
                    <a:pt x="4647" y="3865"/>
                  </a:lnTo>
                  <a:lnTo>
                    <a:pt x="835" y="2546"/>
                  </a:lnTo>
                  <a:lnTo>
                    <a:pt x="185" y="2005"/>
                  </a:lnTo>
                  <a:lnTo>
                    <a:pt x="0" y="1608"/>
                  </a:lnTo>
                  <a:lnTo>
                    <a:pt x="866" y="1129"/>
                  </a:lnTo>
                  <a:lnTo>
                    <a:pt x="1193" y="618"/>
                  </a:lnTo>
                  <a:lnTo>
                    <a:pt x="2160" y="0"/>
                  </a:lnTo>
                  <a:lnTo>
                    <a:pt x="3866" y="4"/>
                  </a:lnTo>
                  <a:lnTo>
                    <a:pt x="5657" y="1513"/>
                  </a:lnTo>
                  <a:lnTo>
                    <a:pt x="6499" y="2876"/>
                  </a:lnTo>
                  <a:lnTo>
                    <a:pt x="6543" y="34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1977567" y="1405187"/>
              <a:ext cx="14140" cy="11789"/>
            </a:xfrm>
            <a:custGeom>
              <a:avLst/>
              <a:pathLst>
                <a:path w="14140" h="11789">
                  <a:moveTo>
                    <a:pt x="8715" y="11630"/>
                  </a:moveTo>
                  <a:lnTo>
                    <a:pt x="6571" y="11789"/>
                  </a:lnTo>
                  <a:lnTo>
                    <a:pt x="2873" y="10893"/>
                  </a:lnTo>
                  <a:lnTo>
                    <a:pt x="673" y="9166"/>
                  </a:lnTo>
                  <a:lnTo>
                    <a:pt x="0" y="8337"/>
                  </a:lnTo>
                  <a:lnTo>
                    <a:pt x="65" y="7961"/>
                  </a:lnTo>
                  <a:lnTo>
                    <a:pt x="446" y="7590"/>
                  </a:lnTo>
                  <a:lnTo>
                    <a:pt x="977" y="6468"/>
                  </a:lnTo>
                  <a:lnTo>
                    <a:pt x="2237" y="3227"/>
                  </a:lnTo>
                  <a:lnTo>
                    <a:pt x="2709" y="2368"/>
                  </a:lnTo>
                  <a:lnTo>
                    <a:pt x="4692" y="499"/>
                  </a:lnTo>
                  <a:lnTo>
                    <a:pt x="6145" y="0"/>
                  </a:lnTo>
                  <a:lnTo>
                    <a:pt x="9229" y="160"/>
                  </a:lnTo>
                  <a:lnTo>
                    <a:pt x="11019" y="1125"/>
                  </a:lnTo>
                  <a:lnTo>
                    <a:pt x="11766" y="1747"/>
                  </a:lnTo>
                  <a:lnTo>
                    <a:pt x="12301" y="2494"/>
                  </a:lnTo>
                  <a:lnTo>
                    <a:pt x="12825" y="4162"/>
                  </a:lnTo>
                  <a:lnTo>
                    <a:pt x="12955" y="5244"/>
                  </a:lnTo>
                  <a:lnTo>
                    <a:pt x="13855" y="6478"/>
                  </a:lnTo>
                  <a:lnTo>
                    <a:pt x="14125" y="7191"/>
                  </a:lnTo>
                  <a:lnTo>
                    <a:pt x="14140" y="7889"/>
                  </a:lnTo>
                  <a:lnTo>
                    <a:pt x="13889" y="8594"/>
                  </a:lnTo>
                  <a:lnTo>
                    <a:pt x="13373" y="9306"/>
                  </a:lnTo>
                  <a:lnTo>
                    <a:pt x="12189" y="103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2071679" y="1399275"/>
              <a:ext cx="35612" cy="29351"/>
            </a:xfrm>
            <a:custGeom>
              <a:avLst/>
              <a:pathLst>
                <a:path w="35612" h="29351">
                  <a:moveTo>
                    <a:pt x="34714" y="17791"/>
                  </a:moveTo>
                  <a:lnTo>
                    <a:pt x="35444" y="20036"/>
                  </a:lnTo>
                  <a:lnTo>
                    <a:pt x="35576" y="20941"/>
                  </a:lnTo>
                  <a:lnTo>
                    <a:pt x="35612" y="22857"/>
                  </a:lnTo>
                  <a:lnTo>
                    <a:pt x="35301" y="25354"/>
                  </a:lnTo>
                  <a:lnTo>
                    <a:pt x="35093" y="25812"/>
                  </a:lnTo>
                  <a:lnTo>
                    <a:pt x="34792" y="26024"/>
                  </a:lnTo>
                  <a:lnTo>
                    <a:pt x="34649" y="26667"/>
                  </a:lnTo>
                  <a:lnTo>
                    <a:pt x="34661" y="27745"/>
                  </a:lnTo>
                  <a:lnTo>
                    <a:pt x="34367" y="28401"/>
                  </a:lnTo>
                  <a:lnTo>
                    <a:pt x="33764" y="28637"/>
                  </a:lnTo>
                  <a:lnTo>
                    <a:pt x="29694" y="29130"/>
                  </a:lnTo>
                  <a:lnTo>
                    <a:pt x="27179" y="29035"/>
                  </a:lnTo>
                  <a:lnTo>
                    <a:pt x="23450" y="29351"/>
                  </a:lnTo>
                  <a:lnTo>
                    <a:pt x="21601" y="29189"/>
                  </a:lnTo>
                  <a:lnTo>
                    <a:pt x="20391" y="28660"/>
                  </a:lnTo>
                  <a:lnTo>
                    <a:pt x="18632" y="27482"/>
                  </a:lnTo>
                  <a:lnTo>
                    <a:pt x="14915" y="24701"/>
                  </a:lnTo>
                  <a:lnTo>
                    <a:pt x="13040" y="24604"/>
                  </a:lnTo>
                  <a:lnTo>
                    <a:pt x="8336" y="23627"/>
                  </a:lnTo>
                  <a:lnTo>
                    <a:pt x="5738" y="20610"/>
                  </a:lnTo>
                  <a:lnTo>
                    <a:pt x="4745" y="20071"/>
                  </a:lnTo>
                  <a:lnTo>
                    <a:pt x="3741" y="20971"/>
                  </a:lnTo>
                  <a:lnTo>
                    <a:pt x="3468" y="20768"/>
                  </a:lnTo>
                  <a:lnTo>
                    <a:pt x="3191" y="20161"/>
                  </a:lnTo>
                  <a:lnTo>
                    <a:pt x="2912" y="19150"/>
                  </a:lnTo>
                  <a:lnTo>
                    <a:pt x="2421" y="18632"/>
                  </a:lnTo>
                  <a:lnTo>
                    <a:pt x="451" y="18901"/>
                  </a:lnTo>
                  <a:lnTo>
                    <a:pt x="95" y="18561"/>
                  </a:lnTo>
                  <a:lnTo>
                    <a:pt x="0" y="17677"/>
                  </a:lnTo>
                  <a:lnTo>
                    <a:pt x="30" y="16906"/>
                  </a:lnTo>
                  <a:lnTo>
                    <a:pt x="384" y="15699"/>
                  </a:lnTo>
                  <a:lnTo>
                    <a:pt x="2461" y="12370"/>
                  </a:lnTo>
                  <a:lnTo>
                    <a:pt x="3488" y="12136"/>
                  </a:lnTo>
                  <a:lnTo>
                    <a:pt x="4760" y="11522"/>
                  </a:lnTo>
                  <a:lnTo>
                    <a:pt x="5464" y="9724"/>
                  </a:lnTo>
                  <a:lnTo>
                    <a:pt x="5390" y="8029"/>
                  </a:lnTo>
                  <a:lnTo>
                    <a:pt x="7323" y="5503"/>
                  </a:lnTo>
                  <a:lnTo>
                    <a:pt x="8476" y="4757"/>
                  </a:lnTo>
                  <a:lnTo>
                    <a:pt x="10547" y="2995"/>
                  </a:lnTo>
                  <a:lnTo>
                    <a:pt x="17602" y="242"/>
                  </a:lnTo>
                  <a:lnTo>
                    <a:pt x="19547" y="0"/>
                  </a:lnTo>
                  <a:lnTo>
                    <a:pt x="22154" y="206"/>
                  </a:lnTo>
                  <a:lnTo>
                    <a:pt x="24668" y="1083"/>
                  </a:lnTo>
                  <a:lnTo>
                    <a:pt x="26604" y="2539"/>
                  </a:lnTo>
                  <a:lnTo>
                    <a:pt x="30552" y="6132"/>
                  </a:lnTo>
                  <a:lnTo>
                    <a:pt x="32349" y="8303"/>
                  </a:lnTo>
                  <a:lnTo>
                    <a:pt x="33302" y="10533"/>
                  </a:lnTo>
                  <a:lnTo>
                    <a:pt x="34161" y="11813"/>
                  </a:lnTo>
                  <a:lnTo>
                    <a:pt x="35225" y="14572"/>
                  </a:lnTo>
                  <a:lnTo>
                    <a:pt x="34837" y="15651"/>
                  </a:lnTo>
                  <a:lnTo>
                    <a:pt x="34609" y="171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2066898" y="1398548"/>
              <a:ext cx="12045" cy="8436"/>
            </a:xfrm>
            <a:custGeom>
              <a:avLst/>
              <a:pathLst>
                <a:path w="12045" h="8436">
                  <a:moveTo>
                    <a:pt x="10697" y="4270"/>
                  </a:moveTo>
                  <a:lnTo>
                    <a:pt x="9814" y="5241"/>
                  </a:lnTo>
                  <a:lnTo>
                    <a:pt x="8903" y="5313"/>
                  </a:lnTo>
                  <a:lnTo>
                    <a:pt x="7678" y="4393"/>
                  </a:lnTo>
                  <a:lnTo>
                    <a:pt x="6348" y="4739"/>
                  </a:lnTo>
                  <a:lnTo>
                    <a:pt x="4527" y="6599"/>
                  </a:lnTo>
                  <a:lnTo>
                    <a:pt x="3879" y="7696"/>
                  </a:lnTo>
                  <a:lnTo>
                    <a:pt x="3381" y="8092"/>
                  </a:lnTo>
                  <a:lnTo>
                    <a:pt x="1856" y="8436"/>
                  </a:lnTo>
                  <a:lnTo>
                    <a:pt x="1198" y="8124"/>
                  </a:lnTo>
                  <a:lnTo>
                    <a:pt x="579" y="7150"/>
                  </a:lnTo>
                  <a:lnTo>
                    <a:pt x="0" y="5513"/>
                  </a:lnTo>
                  <a:lnTo>
                    <a:pt x="429" y="4279"/>
                  </a:lnTo>
                  <a:lnTo>
                    <a:pt x="1867" y="3448"/>
                  </a:lnTo>
                  <a:lnTo>
                    <a:pt x="5652" y="2097"/>
                  </a:lnTo>
                  <a:lnTo>
                    <a:pt x="6733" y="1427"/>
                  </a:lnTo>
                  <a:lnTo>
                    <a:pt x="6852" y="706"/>
                  </a:lnTo>
                  <a:lnTo>
                    <a:pt x="7078" y="230"/>
                  </a:lnTo>
                  <a:lnTo>
                    <a:pt x="7413" y="0"/>
                  </a:lnTo>
                  <a:lnTo>
                    <a:pt x="9938" y="1214"/>
                  </a:lnTo>
                  <a:lnTo>
                    <a:pt x="11137" y="2034"/>
                  </a:lnTo>
                  <a:lnTo>
                    <a:pt x="12045" y="2963"/>
                  </a:lnTo>
                  <a:lnTo>
                    <a:pt x="11946" y="33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1791866" y="1390189"/>
              <a:ext cx="4113" cy="5817"/>
            </a:xfrm>
            <a:custGeom>
              <a:avLst/>
              <a:pathLst>
                <a:path w="4113" h="5817">
                  <a:moveTo>
                    <a:pt x="1870" y="5680"/>
                  </a:moveTo>
                  <a:lnTo>
                    <a:pt x="983" y="5817"/>
                  </a:lnTo>
                  <a:lnTo>
                    <a:pt x="0" y="5485"/>
                  </a:lnTo>
                  <a:lnTo>
                    <a:pt x="225" y="4727"/>
                  </a:lnTo>
                  <a:lnTo>
                    <a:pt x="2436" y="2659"/>
                  </a:lnTo>
                  <a:lnTo>
                    <a:pt x="2560" y="2067"/>
                  </a:lnTo>
                  <a:lnTo>
                    <a:pt x="2530" y="1585"/>
                  </a:lnTo>
                  <a:lnTo>
                    <a:pt x="2255" y="1020"/>
                  </a:lnTo>
                  <a:lnTo>
                    <a:pt x="2814" y="297"/>
                  </a:lnTo>
                  <a:lnTo>
                    <a:pt x="3712" y="0"/>
                  </a:lnTo>
                  <a:lnTo>
                    <a:pt x="4009" y="281"/>
                  </a:lnTo>
                  <a:lnTo>
                    <a:pt x="4113" y="910"/>
                  </a:lnTo>
                  <a:lnTo>
                    <a:pt x="3906" y="2747"/>
                  </a:lnTo>
                  <a:lnTo>
                    <a:pt x="3629" y="3635"/>
                  </a:lnTo>
                  <a:lnTo>
                    <a:pt x="3247" y="4394"/>
                  </a:lnTo>
                  <a:lnTo>
                    <a:pt x="2660" y="50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2090965" y="1388448"/>
              <a:ext cx="6869" cy="7315"/>
            </a:xfrm>
            <a:custGeom>
              <a:avLst/>
              <a:pathLst>
                <a:path w="6869" h="7315">
                  <a:moveTo>
                    <a:pt x="4254" y="7302"/>
                  </a:moveTo>
                  <a:lnTo>
                    <a:pt x="3143" y="7315"/>
                  </a:lnTo>
                  <a:lnTo>
                    <a:pt x="1700" y="6700"/>
                  </a:lnTo>
                  <a:lnTo>
                    <a:pt x="1293" y="6058"/>
                  </a:lnTo>
                  <a:lnTo>
                    <a:pt x="982" y="5178"/>
                  </a:lnTo>
                  <a:lnTo>
                    <a:pt x="767" y="4061"/>
                  </a:lnTo>
                  <a:lnTo>
                    <a:pt x="466" y="3168"/>
                  </a:lnTo>
                  <a:lnTo>
                    <a:pt x="80" y="2499"/>
                  </a:lnTo>
                  <a:lnTo>
                    <a:pt x="0" y="1940"/>
                  </a:lnTo>
                  <a:lnTo>
                    <a:pt x="225" y="1491"/>
                  </a:lnTo>
                  <a:lnTo>
                    <a:pt x="697" y="1240"/>
                  </a:lnTo>
                  <a:lnTo>
                    <a:pt x="1775" y="1158"/>
                  </a:lnTo>
                  <a:lnTo>
                    <a:pt x="4125" y="0"/>
                  </a:lnTo>
                  <a:lnTo>
                    <a:pt x="4571" y="125"/>
                  </a:lnTo>
                  <a:lnTo>
                    <a:pt x="4882" y="738"/>
                  </a:lnTo>
                  <a:lnTo>
                    <a:pt x="5199" y="2344"/>
                  </a:lnTo>
                  <a:lnTo>
                    <a:pt x="5535" y="3296"/>
                  </a:lnTo>
                  <a:lnTo>
                    <a:pt x="6461" y="5037"/>
                  </a:lnTo>
                  <a:lnTo>
                    <a:pt x="6869" y="6156"/>
                  </a:lnTo>
                  <a:lnTo>
                    <a:pt x="6781" y="6504"/>
                  </a:lnTo>
                  <a:lnTo>
                    <a:pt x="6491" y="68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1812832" y="1384942"/>
              <a:ext cx="21523" cy="17719"/>
            </a:xfrm>
            <a:custGeom>
              <a:avLst/>
              <a:pathLst>
                <a:path w="21523" h="17719">
                  <a:moveTo>
                    <a:pt x="12110" y="15820"/>
                  </a:moveTo>
                  <a:lnTo>
                    <a:pt x="8865" y="17719"/>
                  </a:lnTo>
                  <a:lnTo>
                    <a:pt x="6557" y="17521"/>
                  </a:lnTo>
                  <a:lnTo>
                    <a:pt x="3496" y="16126"/>
                  </a:lnTo>
                  <a:lnTo>
                    <a:pt x="1005" y="15653"/>
                  </a:lnTo>
                  <a:lnTo>
                    <a:pt x="128" y="15190"/>
                  </a:lnTo>
                  <a:lnTo>
                    <a:pt x="0" y="14708"/>
                  </a:lnTo>
                  <a:lnTo>
                    <a:pt x="844" y="13372"/>
                  </a:lnTo>
                  <a:lnTo>
                    <a:pt x="1905" y="12305"/>
                  </a:lnTo>
                  <a:lnTo>
                    <a:pt x="4441" y="10209"/>
                  </a:lnTo>
                  <a:lnTo>
                    <a:pt x="8726" y="6171"/>
                  </a:lnTo>
                  <a:lnTo>
                    <a:pt x="11532" y="4642"/>
                  </a:lnTo>
                  <a:lnTo>
                    <a:pt x="14284" y="3563"/>
                  </a:lnTo>
                  <a:lnTo>
                    <a:pt x="17092" y="1152"/>
                  </a:lnTo>
                  <a:lnTo>
                    <a:pt x="18646" y="78"/>
                  </a:lnTo>
                  <a:lnTo>
                    <a:pt x="19995" y="0"/>
                  </a:lnTo>
                  <a:lnTo>
                    <a:pt x="21370" y="463"/>
                  </a:lnTo>
                  <a:lnTo>
                    <a:pt x="21523" y="1119"/>
                  </a:lnTo>
                  <a:lnTo>
                    <a:pt x="20078" y="4406"/>
                  </a:lnTo>
                  <a:lnTo>
                    <a:pt x="19061" y="5730"/>
                  </a:lnTo>
                  <a:lnTo>
                    <a:pt x="17075" y="9149"/>
                  </a:lnTo>
                  <a:lnTo>
                    <a:pt x="13263" y="148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2263596" y="1384031"/>
              <a:ext cx="9692" cy="9463"/>
            </a:xfrm>
            <a:custGeom>
              <a:avLst/>
              <a:pathLst>
                <a:path w="9692" h="9463">
                  <a:moveTo>
                    <a:pt x="7218" y="6501"/>
                  </a:moveTo>
                  <a:lnTo>
                    <a:pt x="7346" y="8241"/>
                  </a:lnTo>
                  <a:lnTo>
                    <a:pt x="6521" y="8161"/>
                  </a:lnTo>
                  <a:lnTo>
                    <a:pt x="3895" y="9300"/>
                  </a:lnTo>
                  <a:lnTo>
                    <a:pt x="1750" y="9463"/>
                  </a:lnTo>
                  <a:lnTo>
                    <a:pt x="680" y="8952"/>
                  </a:lnTo>
                  <a:lnTo>
                    <a:pt x="0" y="7760"/>
                  </a:lnTo>
                  <a:lnTo>
                    <a:pt x="1674" y="5541"/>
                  </a:lnTo>
                  <a:lnTo>
                    <a:pt x="3599" y="3990"/>
                  </a:lnTo>
                  <a:lnTo>
                    <a:pt x="5909" y="1581"/>
                  </a:lnTo>
                  <a:lnTo>
                    <a:pt x="7828" y="0"/>
                  </a:lnTo>
                  <a:lnTo>
                    <a:pt x="8776" y="331"/>
                  </a:lnTo>
                  <a:lnTo>
                    <a:pt x="9692" y="1170"/>
                  </a:lnTo>
                  <a:lnTo>
                    <a:pt x="8542" y="3559"/>
                  </a:lnTo>
                  <a:lnTo>
                    <a:pt x="7291" y="47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1983033" y="1379139"/>
              <a:ext cx="27230" cy="16194"/>
            </a:xfrm>
            <a:custGeom>
              <a:avLst/>
              <a:pathLst>
                <a:path w="27230" h="16194">
                  <a:moveTo>
                    <a:pt x="24740" y="8763"/>
                  </a:moveTo>
                  <a:lnTo>
                    <a:pt x="27118" y="10577"/>
                  </a:lnTo>
                  <a:lnTo>
                    <a:pt x="27230" y="10994"/>
                  </a:lnTo>
                  <a:lnTo>
                    <a:pt x="26782" y="11339"/>
                  </a:lnTo>
                  <a:lnTo>
                    <a:pt x="23709" y="12301"/>
                  </a:lnTo>
                  <a:lnTo>
                    <a:pt x="22513" y="13069"/>
                  </a:lnTo>
                  <a:lnTo>
                    <a:pt x="21514" y="14865"/>
                  </a:lnTo>
                  <a:lnTo>
                    <a:pt x="20740" y="15697"/>
                  </a:lnTo>
                  <a:lnTo>
                    <a:pt x="16607" y="16194"/>
                  </a:lnTo>
                  <a:lnTo>
                    <a:pt x="12392" y="16171"/>
                  </a:lnTo>
                  <a:lnTo>
                    <a:pt x="13187" y="14435"/>
                  </a:lnTo>
                  <a:lnTo>
                    <a:pt x="15495" y="11601"/>
                  </a:lnTo>
                  <a:lnTo>
                    <a:pt x="13677" y="10430"/>
                  </a:lnTo>
                  <a:lnTo>
                    <a:pt x="7225" y="12383"/>
                  </a:lnTo>
                  <a:lnTo>
                    <a:pt x="4778" y="11180"/>
                  </a:lnTo>
                  <a:lnTo>
                    <a:pt x="6873" y="8110"/>
                  </a:lnTo>
                  <a:lnTo>
                    <a:pt x="4786" y="7828"/>
                  </a:lnTo>
                  <a:lnTo>
                    <a:pt x="1857" y="7815"/>
                  </a:lnTo>
                  <a:lnTo>
                    <a:pt x="0" y="5997"/>
                  </a:lnTo>
                  <a:lnTo>
                    <a:pt x="629" y="3816"/>
                  </a:lnTo>
                  <a:lnTo>
                    <a:pt x="4473" y="2614"/>
                  </a:lnTo>
                  <a:lnTo>
                    <a:pt x="9477" y="1574"/>
                  </a:lnTo>
                  <a:lnTo>
                    <a:pt x="14850" y="0"/>
                  </a:lnTo>
                  <a:lnTo>
                    <a:pt x="19054" y="131"/>
                  </a:lnTo>
                  <a:lnTo>
                    <a:pt x="20689" y="881"/>
                  </a:lnTo>
                  <a:lnTo>
                    <a:pt x="21233" y="3399"/>
                  </a:lnTo>
                  <a:lnTo>
                    <a:pt x="21757" y="6394"/>
                  </a:lnTo>
                  <a:lnTo>
                    <a:pt x="22488" y="66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1980796" y="1368659"/>
              <a:ext cx="17822" cy="10042"/>
            </a:xfrm>
            <a:custGeom>
              <a:avLst/>
              <a:pathLst>
                <a:path w="17822" h="10042">
                  <a:moveTo>
                    <a:pt x="6588" y="2452"/>
                  </a:moveTo>
                  <a:lnTo>
                    <a:pt x="7148" y="2615"/>
                  </a:lnTo>
                  <a:lnTo>
                    <a:pt x="8879" y="2027"/>
                  </a:lnTo>
                  <a:lnTo>
                    <a:pt x="9995" y="1921"/>
                  </a:lnTo>
                  <a:lnTo>
                    <a:pt x="11240" y="3034"/>
                  </a:lnTo>
                  <a:lnTo>
                    <a:pt x="11564" y="3760"/>
                  </a:lnTo>
                  <a:lnTo>
                    <a:pt x="16043" y="5574"/>
                  </a:lnTo>
                  <a:lnTo>
                    <a:pt x="17620" y="6390"/>
                  </a:lnTo>
                  <a:lnTo>
                    <a:pt x="17822" y="6932"/>
                  </a:lnTo>
                  <a:lnTo>
                    <a:pt x="17261" y="7710"/>
                  </a:lnTo>
                  <a:lnTo>
                    <a:pt x="15937" y="8724"/>
                  </a:lnTo>
                  <a:lnTo>
                    <a:pt x="14667" y="9413"/>
                  </a:lnTo>
                  <a:lnTo>
                    <a:pt x="12840" y="9959"/>
                  </a:lnTo>
                  <a:lnTo>
                    <a:pt x="3774" y="10042"/>
                  </a:lnTo>
                  <a:lnTo>
                    <a:pt x="2787" y="9795"/>
                  </a:lnTo>
                  <a:lnTo>
                    <a:pt x="2218" y="8893"/>
                  </a:lnTo>
                  <a:lnTo>
                    <a:pt x="1096" y="5530"/>
                  </a:lnTo>
                  <a:lnTo>
                    <a:pt x="300" y="3721"/>
                  </a:lnTo>
                  <a:lnTo>
                    <a:pt x="0" y="2464"/>
                  </a:lnTo>
                  <a:lnTo>
                    <a:pt x="196" y="1761"/>
                  </a:lnTo>
                  <a:lnTo>
                    <a:pt x="1165" y="1056"/>
                  </a:lnTo>
                  <a:lnTo>
                    <a:pt x="4518" y="0"/>
                  </a:lnTo>
                  <a:lnTo>
                    <a:pt x="6001" y="0"/>
                  </a:lnTo>
                  <a:lnTo>
                    <a:pt x="6933" y="269"/>
                  </a:lnTo>
                  <a:lnTo>
                    <a:pt x="7312" y="808"/>
                  </a:lnTo>
                  <a:lnTo>
                    <a:pt x="7197" y="15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2001299" y="1367840"/>
              <a:ext cx="62017" cy="50531"/>
            </a:xfrm>
            <a:custGeom>
              <a:avLst/>
              <a:pathLst>
                <a:path w="62017" h="50531">
                  <a:moveTo>
                    <a:pt x="57874" y="6717"/>
                  </a:moveTo>
                  <a:lnTo>
                    <a:pt x="58001" y="8037"/>
                  </a:lnTo>
                  <a:lnTo>
                    <a:pt x="57863" y="9055"/>
                  </a:lnTo>
                  <a:lnTo>
                    <a:pt x="57463" y="9772"/>
                  </a:lnTo>
                  <a:lnTo>
                    <a:pt x="57444" y="10596"/>
                  </a:lnTo>
                  <a:lnTo>
                    <a:pt x="57806" y="11528"/>
                  </a:lnTo>
                  <a:lnTo>
                    <a:pt x="59325" y="13877"/>
                  </a:lnTo>
                  <a:lnTo>
                    <a:pt x="59807" y="15138"/>
                  </a:lnTo>
                  <a:lnTo>
                    <a:pt x="59880" y="16403"/>
                  </a:lnTo>
                  <a:lnTo>
                    <a:pt x="59802" y="17269"/>
                  </a:lnTo>
                  <a:lnTo>
                    <a:pt x="58867" y="18946"/>
                  </a:lnTo>
                  <a:lnTo>
                    <a:pt x="58452" y="21118"/>
                  </a:lnTo>
                  <a:lnTo>
                    <a:pt x="58427" y="22269"/>
                  </a:lnTo>
                  <a:lnTo>
                    <a:pt x="58985" y="24067"/>
                  </a:lnTo>
                  <a:lnTo>
                    <a:pt x="59001" y="24903"/>
                  </a:lnTo>
                  <a:lnTo>
                    <a:pt x="57949" y="26335"/>
                  </a:lnTo>
                  <a:lnTo>
                    <a:pt x="55720" y="27584"/>
                  </a:lnTo>
                  <a:lnTo>
                    <a:pt x="56035" y="28241"/>
                  </a:lnTo>
                  <a:lnTo>
                    <a:pt x="60842" y="29823"/>
                  </a:lnTo>
                  <a:lnTo>
                    <a:pt x="61205" y="30179"/>
                  </a:lnTo>
                  <a:lnTo>
                    <a:pt x="61181" y="33737"/>
                  </a:lnTo>
                  <a:lnTo>
                    <a:pt x="62017" y="37646"/>
                  </a:lnTo>
                  <a:lnTo>
                    <a:pt x="61705" y="37722"/>
                  </a:lnTo>
                  <a:lnTo>
                    <a:pt x="60550" y="36499"/>
                  </a:lnTo>
                  <a:lnTo>
                    <a:pt x="58414" y="35047"/>
                  </a:lnTo>
                  <a:lnTo>
                    <a:pt x="55860" y="37755"/>
                  </a:lnTo>
                  <a:lnTo>
                    <a:pt x="56150" y="42359"/>
                  </a:lnTo>
                  <a:lnTo>
                    <a:pt x="57829" y="44413"/>
                  </a:lnTo>
                  <a:lnTo>
                    <a:pt x="58339" y="45584"/>
                  </a:lnTo>
                  <a:lnTo>
                    <a:pt x="58176" y="46290"/>
                  </a:lnTo>
                  <a:lnTo>
                    <a:pt x="56756" y="46604"/>
                  </a:lnTo>
                  <a:lnTo>
                    <a:pt x="56263" y="46451"/>
                  </a:lnTo>
                  <a:lnTo>
                    <a:pt x="54808" y="45522"/>
                  </a:lnTo>
                  <a:lnTo>
                    <a:pt x="53963" y="44117"/>
                  </a:lnTo>
                  <a:lnTo>
                    <a:pt x="53697" y="44166"/>
                  </a:lnTo>
                  <a:lnTo>
                    <a:pt x="53436" y="44844"/>
                  </a:lnTo>
                  <a:lnTo>
                    <a:pt x="53606" y="45531"/>
                  </a:lnTo>
                  <a:lnTo>
                    <a:pt x="54591" y="46780"/>
                  </a:lnTo>
                  <a:lnTo>
                    <a:pt x="55007" y="48273"/>
                  </a:lnTo>
                  <a:lnTo>
                    <a:pt x="54571" y="48698"/>
                  </a:lnTo>
                  <a:lnTo>
                    <a:pt x="53104" y="49084"/>
                  </a:lnTo>
                  <a:lnTo>
                    <a:pt x="51126" y="49100"/>
                  </a:lnTo>
                  <a:lnTo>
                    <a:pt x="48020" y="49775"/>
                  </a:lnTo>
                  <a:lnTo>
                    <a:pt x="46489" y="49879"/>
                  </a:lnTo>
                  <a:lnTo>
                    <a:pt x="44998" y="49514"/>
                  </a:lnTo>
                  <a:lnTo>
                    <a:pt x="43008" y="49428"/>
                  </a:lnTo>
                  <a:lnTo>
                    <a:pt x="41353" y="49586"/>
                  </a:lnTo>
                  <a:lnTo>
                    <a:pt x="40341" y="49289"/>
                  </a:lnTo>
                  <a:lnTo>
                    <a:pt x="39419" y="48591"/>
                  </a:lnTo>
                  <a:lnTo>
                    <a:pt x="38346" y="48758"/>
                  </a:lnTo>
                  <a:lnTo>
                    <a:pt x="36003" y="50531"/>
                  </a:lnTo>
                  <a:lnTo>
                    <a:pt x="32372" y="49967"/>
                  </a:lnTo>
                  <a:lnTo>
                    <a:pt x="29105" y="49823"/>
                  </a:lnTo>
                  <a:lnTo>
                    <a:pt x="28447" y="49232"/>
                  </a:lnTo>
                  <a:lnTo>
                    <a:pt x="27717" y="48079"/>
                  </a:lnTo>
                  <a:lnTo>
                    <a:pt x="26276" y="44483"/>
                  </a:lnTo>
                  <a:lnTo>
                    <a:pt x="26549" y="43577"/>
                  </a:lnTo>
                  <a:lnTo>
                    <a:pt x="30040" y="43088"/>
                  </a:lnTo>
                  <a:lnTo>
                    <a:pt x="30112" y="42778"/>
                  </a:lnTo>
                  <a:lnTo>
                    <a:pt x="27632" y="41495"/>
                  </a:lnTo>
                  <a:lnTo>
                    <a:pt x="24784" y="40553"/>
                  </a:lnTo>
                  <a:lnTo>
                    <a:pt x="23464" y="39811"/>
                  </a:lnTo>
                  <a:lnTo>
                    <a:pt x="23769" y="38399"/>
                  </a:lnTo>
                  <a:lnTo>
                    <a:pt x="23682" y="38044"/>
                  </a:lnTo>
                  <a:lnTo>
                    <a:pt x="28591" y="36429"/>
                  </a:lnTo>
                  <a:lnTo>
                    <a:pt x="32161" y="33252"/>
                  </a:lnTo>
                  <a:lnTo>
                    <a:pt x="34376" y="31959"/>
                  </a:lnTo>
                  <a:lnTo>
                    <a:pt x="34537" y="31335"/>
                  </a:lnTo>
                  <a:lnTo>
                    <a:pt x="36409" y="30685"/>
                  </a:lnTo>
                  <a:lnTo>
                    <a:pt x="40744" y="30294"/>
                  </a:lnTo>
                  <a:lnTo>
                    <a:pt x="40912" y="29414"/>
                  </a:lnTo>
                  <a:lnTo>
                    <a:pt x="32730" y="29921"/>
                  </a:lnTo>
                  <a:lnTo>
                    <a:pt x="21527" y="31718"/>
                  </a:lnTo>
                  <a:lnTo>
                    <a:pt x="18062" y="32604"/>
                  </a:lnTo>
                  <a:lnTo>
                    <a:pt x="15172" y="32088"/>
                  </a:lnTo>
                  <a:lnTo>
                    <a:pt x="2908" y="34874"/>
                  </a:lnTo>
                  <a:lnTo>
                    <a:pt x="2385" y="34873"/>
                  </a:lnTo>
                  <a:lnTo>
                    <a:pt x="1102" y="33988"/>
                  </a:lnTo>
                  <a:lnTo>
                    <a:pt x="0" y="32332"/>
                  </a:lnTo>
                  <a:lnTo>
                    <a:pt x="791" y="31177"/>
                  </a:lnTo>
                  <a:lnTo>
                    <a:pt x="4392" y="28987"/>
                  </a:lnTo>
                  <a:lnTo>
                    <a:pt x="6193" y="27070"/>
                  </a:lnTo>
                  <a:lnTo>
                    <a:pt x="5982" y="26034"/>
                  </a:lnTo>
                  <a:lnTo>
                    <a:pt x="7412" y="24194"/>
                  </a:lnTo>
                  <a:lnTo>
                    <a:pt x="9705" y="23934"/>
                  </a:lnTo>
                  <a:lnTo>
                    <a:pt x="13602" y="25447"/>
                  </a:lnTo>
                  <a:lnTo>
                    <a:pt x="15628" y="26946"/>
                  </a:lnTo>
                  <a:lnTo>
                    <a:pt x="17442" y="27647"/>
                  </a:lnTo>
                  <a:lnTo>
                    <a:pt x="19055" y="27509"/>
                  </a:lnTo>
                  <a:lnTo>
                    <a:pt x="20720" y="26458"/>
                  </a:lnTo>
                  <a:lnTo>
                    <a:pt x="20298" y="26341"/>
                  </a:lnTo>
                  <a:lnTo>
                    <a:pt x="17472" y="26895"/>
                  </a:lnTo>
                  <a:lnTo>
                    <a:pt x="17140" y="26734"/>
                  </a:lnTo>
                  <a:lnTo>
                    <a:pt x="15699" y="25057"/>
                  </a:lnTo>
                  <a:lnTo>
                    <a:pt x="15070" y="23991"/>
                  </a:lnTo>
                  <a:lnTo>
                    <a:pt x="14666" y="22923"/>
                  </a:lnTo>
                  <a:lnTo>
                    <a:pt x="14644" y="22168"/>
                  </a:lnTo>
                  <a:lnTo>
                    <a:pt x="15513" y="20739"/>
                  </a:lnTo>
                  <a:lnTo>
                    <a:pt x="12271" y="20268"/>
                  </a:lnTo>
                  <a:lnTo>
                    <a:pt x="11061" y="19280"/>
                  </a:lnTo>
                  <a:lnTo>
                    <a:pt x="10508" y="18047"/>
                  </a:lnTo>
                  <a:lnTo>
                    <a:pt x="10630" y="17510"/>
                  </a:lnTo>
                  <a:lnTo>
                    <a:pt x="11652" y="16067"/>
                  </a:lnTo>
                  <a:lnTo>
                    <a:pt x="14405" y="14081"/>
                  </a:lnTo>
                  <a:lnTo>
                    <a:pt x="14086" y="13533"/>
                  </a:lnTo>
                  <a:lnTo>
                    <a:pt x="10080" y="13576"/>
                  </a:lnTo>
                  <a:lnTo>
                    <a:pt x="9198" y="13318"/>
                  </a:lnTo>
                  <a:lnTo>
                    <a:pt x="7491" y="12085"/>
                  </a:lnTo>
                  <a:lnTo>
                    <a:pt x="7867" y="10715"/>
                  </a:lnTo>
                  <a:lnTo>
                    <a:pt x="9462" y="8711"/>
                  </a:lnTo>
                  <a:lnTo>
                    <a:pt x="10662" y="7529"/>
                  </a:lnTo>
                  <a:lnTo>
                    <a:pt x="11468" y="7167"/>
                  </a:lnTo>
                  <a:lnTo>
                    <a:pt x="12721" y="7175"/>
                  </a:lnTo>
                  <a:lnTo>
                    <a:pt x="15696" y="7947"/>
                  </a:lnTo>
                  <a:lnTo>
                    <a:pt x="16553" y="8372"/>
                  </a:lnTo>
                  <a:lnTo>
                    <a:pt x="18832" y="10303"/>
                  </a:lnTo>
                  <a:lnTo>
                    <a:pt x="19413" y="11405"/>
                  </a:lnTo>
                  <a:lnTo>
                    <a:pt x="19341" y="12467"/>
                  </a:lnTo>
                  <a:lnTo>
                    <a:pt x="19777" y="13246"/>
                  </a:lnTo>
                  <a:lnTo>
                    <a:pt x="21546" y="14383"/>
                  </a:lnTo>
                  <a:lnTo>
                    <a:pt x="29147" y="20276"/>
                  </a:lnTo>
                  <a:lnTo>
                    <a:pt x="30566" y="21671"/>
                  </a:lnTo>
                  <a:lnTo>
                    <a:pt x="31538" y="22288"/>
                  </a:lnTo>
                  <a:lnTo>
                    <a:pt x="33294" y="22741"/>
                  </a:lnTo>
                  <a:lnTo>
                    <a:pt x="34323" y="22647"/>
                  </a:lnTo>
                  <a:lnTo>
                    <a:pt x="35159" y="22232"/>
                  </a:lnTo>
                  <a:lnTo>
                    <a:pt x="35299" y="21692"/>
                  </a:lnTo>
                  <a:lnTo>
                    <a:pt x="32013" y="19630"/>
                  </a:lnTo>
                  <a:lnTo>
                    <a:pt x="31188" y="18534"/>
                  </a:lnTo>
                  <a:lnTo>
                    <a:pt x="30485" y="17038"/>
                  </a:lnTo>
                  <a:lnTo>
                    <a:pt x="30792" y="16556"/>
                  </a:lnTo>
                  <a:lnTo>
                    <a:pt x="31747" y="16389"/>
                  </a:lnTo>
                  <a:lnTo>
                    <a:pt x="34149" y="16583"/>
                  </a:lnTo>
                  <a:lnTo>
                    <a:pt x="36978" y="16179"/>
                  </a:lnTo>
                  <a:lnTo>
                    <a:pt x="33842" y="15550"/>
                  </a:lnTo>
                  <a:lnTo>
                    <a:pt x="31794" y="14715"/>
                  </a:lnTo>
                  <a:lnTo>
                    <a:pt x="29691" y="14675"/>
                  </a:lnTo>
                  <a:lnTo>
                    <a:pt x="27063" y="13336"/>
                  </a:lnTo>
                  <a:lnTo>
                    <a:pt x="27061" y="12917"/>
                  </a:lnTo>
                  <a:lnTo>
                    <a:pt x="27706" y="12490"/>
                  </a:lnTo>
                  <a:lnTo>
                    <a:pt x="31281" y="11896"/>
                  </a:lnTo>
                  <a:lnTo>
                    <a:pt x="31958" y="11640"/>
                  </a:lnTo>
                  <a:lnTo>
                    <a:pt x="32019" y="11269"/>
                  </a:lnTo>
                  <a:lnTo>
                    <a:pt x="30837" y="10373"/>
                  </a:lnTo>
                  <a:lnTo>
                    <a:pt x="29783" y="9886"/>
                  </a:lnTo>
                  <a:lnTo>
                    <a:pt x="24378" y="8802"/>
                  </a:lnTo>
                  <a:lnTo>
                    <a:pt x="22456" y="7589"/>
                  </a:lnTo>
                  <a:lnTo>
                    <a:pt x="21846" y="7010"/>
                  </a:lnTo>
                  <a:lnTo>
                    <a:pt x="21651" y="6452"/>
                  </a:lnTo>
                  <a:lnTo>
                    <a:pt x="22344" y="5022"/>
                  </a:lnTo>
                  <a:lnTo>
                    <a:pt x="25252" y="3227"/>
                  </a:lnTo>
                  <a:lnTo>
                    <a:pt x="27361" y="2371"/>
                  </a:lnTo>
                  <a:lnTo>
                    <a:pt x="30986" y="1745"/>
                  </a:lnTo>
                  <a:lnTo>
                    <a:pt x="33878" y="1820"/>
                  </a:lnTo>
                  <a:lnTo>
                    <a:pt x="35525" y="2060"/>
                  </a:lnTo>
                  <a:lnTo>
                    <a:pt x="39380" y="5099"/>
                  </a:lnTo>
                  <a:lnTo>
                    <a:pt x="41196" y="7097"/>
                  </a:lnTo>
                  <a:lnTo>
                    <a:pt x="44367" y="6745"/>
                  </a:lnTo>
                  <a:lnTo>
                    <a:pt x="43451" y="4647"/>
                  </a:lnTo>
                  <a:lnTo>
                    <a:pt x="42854" y="2343"/>
                  </a:lnTo>
                  <a:lnTo>
                    <a:pt x="43793" y="1497"/>
                  </a:lnTo>
                  <a:lnTo>
                    <a:pt x="46406" y="0"/>
                  </a:lnTo>
                  <a:lnTo>
                    <a:pt x="48486" y="782"/>
                  </a:lnTo>
                  <a:lnTo>
                    <a:pt x="51199" y="2810"/>
                  </a:lnTo>
                  <a:lnTo>
                    <a:pt x="51796" y="3501"/>
                  </a:lnTo>
                  <a:lnTo>
                    <a:pt x="54848" y="4755"/>
                  </a:lnTo>
                  <a:lnTo>
                    <a:pt x="56653" y="5172"/>
                  </a:lnTo>
                  <a:lnTo>
                    <a:pt x="57590" y="58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2014749" y="1366107"/>
              <a:ext cx="15261" cy="5244"/>
            </a:xfrm>
            <a:custGeom>
              <a:avLst/>
              <a:pathLst>
                <a:path w="15261" h="5244">
                  <a:moveTo>
                    <a:pt x="4394" y="5116"/>
                  </a:moveTo>
                  <a:lnTo>
                    <a:pt x="1452" y="5244"/>
                  </a:lnTo>
                  <a:lnTo>
                    <a:pt x="92" y="4889"/>
                  </a:lnTo>
                  <a:lnTo>
                    <a:pt x="0" y="4370"/>
                  </a:lnTo>
                  <a:lnTo>
                    <a:pt x="1176" y="3686"/>
                  </a:lnTo>
                  <a:lnTo>
                    <a:pt x="5087" y="2572"/>
                  </a:lnTo>
                  <a:lnTo>
                    <a:pt x="7391" y="541"/>
                  </a:lnTo>
                  <a:lnTo>
                    <a:pt x="8250" y="289"/>
                  </a:lnTo>
                  <a:lnTo>
                    <a:pt x="11258" y="0"/>
                  </a:lnTo>
                  <a:lnTo>
                    <a:pt x="13011" y="63"/>
                  </a:lnTo>
                  <a:lnTo>
                    <a:pt x="15261" y="542"/>
                  </a:lnTo>
                  <a:lnTo>
                    <a:pt x="9839" y="30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1833209" y="1364078"/>
              <a:ext cx="137618" cy="71486"/>
            </a:xfrm>
            <a:custGeom>
              <a:avLst/>
              <a:pathLst>
                <a:path w="137618" h="71486">
                  <a:moveTo>
                    <a:pt x="105693" y="22575"/>
                  </a:moveTo>
                  <a:lnTo>
                    <a:pt x="107124" y="22659"/>
                  </a:lnTo>
                  <a:lnTo>
                    <a:pt x="108800" y="22336"/>
                  </a:lnTo>
                  <a:lnTo>
                    <a:pt x="110690" y="22558"/>
                  </a:lnTo>
                  <a:lnTo>
                    <a:pt x="111547" y="23220"/>
                  </a:lnTo>
                  <a:lnTo>
                    <a:pt x="112153" y="24399"/>
                  </a:lnTo>
                  <a:lnTo>
                    <a:pt x="112178" y="25031"/>
                  </a:lnTo>
                  <a:lnTo>
                    <a:pt x="112058" y="25575"/>
                  </a:lnTo>
                  <a:lnTo>
                    <a:pt x="111793" y="26028"/>
                  </a:lnTo>
                  <a:lnTo>
                    <a:pt x="109349" y="29003"/>
                  </a:lnTo>
                  <a:lnTo>
                    <a:pt x="108778" y="30032"/>
                  </a:lnTo>
                  <a:lnTo>
                    <a:pt x="109569" y="30283"/>
                  </a:lnTo>
                  <a:lnTo>
                    <a:pt x="109949" y="30110"/>
                  </a:lnTo>
                  <a:lnTo>
                    <a:pt x="112390" y="27881"/>
                  </a:lnTo>
                  <a:lnTo>
                    <a:pt x="114226" y="27184"/>
                  </a:lnTo>
                  <a:lnTo>
                    <a:pt x="115619" y="27024"/>
                  </a:lnTo>
                  <a:lnTo>
                    <a:pt x="117913" y="27468"/>
                  </a:lnTo>
                  <a:lnTo>
                    <a:pt x="118828" y="27852"/>
                  </a:lnTo>
                  <a:lnTo>
                    <a:pt x="119455" y="28306"/>
                  </a:lnTo>
                  <a:lnTo>
                    <a:pt x="119796" y="28831"/>
                  </a:lnTo>
                  <a:lnTo>
                    <a:pt x="120698" y="30968"/>
                  </a:lnTo>
                  <a:lnTo>
                    <a:pt x="121350" y="33730"/>
                  </a:lnTo>
                  <a:lnTo>
                    <a:pt x="121456" y="33446"/>
                  </a:lnTo>
                  <a:lnTo>
                    <a:pt x="121472" y="31898"/>
                  </a:lnTo>
                  <a:lnTo>
                    <a:pt x="121598" y="30693"/>
                  </a:lnTo>
                  <a:lnTo>
                    <a:pt x="123853" y="29879"/>
                  </a:lnTo>
                  <a:lnTo>
                    <a:pt x="123910" y="29611"/>
                  </a:lnTo>
                  <a:lnTo>
                    <a:pt x="123101" y="28944"/>
                  </a:lnTo>
                  <a:lnTo>
                    <a:pt x="122412" y="28034"/>
                  </a:lnTo>
                  <a:lnTo>
                    <a:pt x="121935" y="26330"/>
                  </a:lnTo>
                  <a:lnTo>
                    <a:pt x="122121" y="25695"/>
                  </a:lnTo>
                  <a:lnTo>
                    <a:pt x="122593" y="25012"/>
                  </a:lnTo>
                  <a:lnTo>
                    <a:pt x="124036" y="23562"/>
                  </a:lnTo>
                  <a:lnTo>
                    <a:pt x="125721" y="22696"/>
                  </a:lnTo>
                  <a:lnTo>
                    <a:pt x="127220" y="22487"/>
                  </a:lnTo>
                  <a:lnTo>
                    <a:pt x="132804" y="23998"/>
                  </a:lnTo>
                  <a:lnTo>
                    <a:pt x="135002" y="25239"/>
                  </a:lnTo>
                  <a:lnTo>
                    <a:pt x="135895" y="25878"/>
                  </a:lnTo>
                  <a:lnTo>
                    <a:pt x="136216" y="26334"/>
                  </a:lnTo>
                  <a:lnTo>
                    <a:pt x="136683" y="27790"/>
                  </a:lnTo>
                  <a:lnTo>
                    <a:pt x="137618" y="31779"/>
                  </a:lnTo>
                  <a:lnTo>
                    <a:pt x="137612" y="33062"/>
                  </a:lnTo>
                  <a:lnTo>
                    <a:pt x="137180" y="35127"/>
                  </a:lnTo>
                  <a:lnTo>
                    <a:pt x="135376" y="38998"/>
                  </a:lnTo>
                  <a:lnTo>
                    <a:pt x="135101" y="41624"/>
                  </a:lnTo>
                  <a:lnTo>
                    <a:pt x="133284" y="48152"/>
                  </a:lnTo>
                  <a:lnTo>
                    <a:pt x="132042" y="49927"/>
                  </a:lnTo>
                  <a:lnTo>
                    <a:pt x="130672" y="51169"/>
                  </a:lnTo>
                  <a:lnTo>
                    <a:pt x="125044" y="53357"/>
                  </a:lnTo>
                  <a:lnTo>
                    <a:pt x="120810" y="55583"/>
                  </a:lnTo>
                  <a:lnTo>
                    <a:pt x="119737" y="55935"/>
                  </a:lnTo>
                  <a:lnTo>
                    <a:pt x="118626" y="55965"/>
                  </a:lnTo>
                  <a:lnTo>
                    <a:pt x="115123" y="55227"/>
                  </a:lnTo>
                  <a:lnTo>
                    <a:pt x="111056" y="53811"/>
                  </a:lnTo>
                  <a:lnTo>
                    <a:pt x="108745" y="54212"/>
                  </a:lnTo>
                  <a:lnTo>
                    <a:pt x="106440" y="55234"/>
                  </a:lnTo>
                  <a:lnTo>
                    <a:pt x="104988" y="55508"/>
                  </a:lnTo>
                  <a:lnTo>
                    <a:pt x="103622" y="55372"/>
                  </a:lnTo>
                  <a:lnTo>
                    <a:pt x="102266" y="55007"/>
                  </a:lnTo>
                  <a:lnTo>
                    <a:pt x="100481" y="54051"/>
                  </a:lnTo>
                  <a:lnTo>
                    <a:pt x="101402" y="53614"/>
                  </a:lnTo>
                  <a:lnTo>
                    <a:pt x="101821" y="53124"/>
                  </a:lnTo>
                  <a:lnTo>
                    <a:pt x="101450" y="52621"/>
                  </a:lnTo>
                  <a:lnTo>
                    <a:pt x="99573" y="51895"/>
                  </a:lnTo>
                  <a:lnTo>
                    <a:pt x="97629" y="53508"/>
                  </a:lnTo>
                  <a:lnTo>
                    <a:pt x="91944" y="57277"/>
                  </a:lnTo>
                  <a:lnTo>
                    <a:pt x="84306" y="58541"/>
                  </a:lnTo>
                  <a:lnTo>
                    <a:pt x="81911" y="59310"/>
                  </a:lnTo>
                  <a:lnTo>
                    <a:pt x="80131" y="60302"/>
                  </a:lnTo>
                  <a:lnTo>
                    <a:pt x="79208" y="61120"/>
                  </a:lnTo>
                  <a:lnTo>
                    <a:pt x="77793" y="63041"/>
                  </a:lnTo>
                  <a:lnTo>
                    <a:pt x="75618" y="64488"/>
                  </a:lnTo>
                  <a:lnTo>
                    <a:pt x="71681" y="66071"/>
                  </a:lnTo>
                  <a:lnTo>
                    <a:pt x="66672" y="68529"/>
                  </a:lnTo>
                  <a:lnTo>
                    <a:pt x="57694" y="71044"/>
                  </a:lnTo>
                  <a:lnTo>
                    <a:pt x="52044" y="71486"/>
                  </a:lnTo>
                  <a:lnTo>
                    <a:pt x="46398" y="70653"/>
                  </a:lnTo>
                  <a:lnTo>
                    <a:pt x="44610" y="69975"/>
                  </a:lnTo>
                  <a:lnTo>
                    <a:pt x="42733" y="68913"/>
                  </a:lnTo>
                  <a:lnTo>
                    <a:pt x="38896" y="66408"/>
                  </a:lnTo>
                  <a:lnTo>
                    <a:pt x="37834" y="65504"/>
                  </a:lnTo>
                  <a:lnTo>
                    <a:pt x="36600" y="63539"/>
                  </a:lnTo>
                  <a:lnTo>
                    <a:pt x="37329" y="62231"/>
                  </a:lnTo>
                  <a:lnTo>
                    <a:pt x="39376" y="60724"/>
                  </a:lnTo>
                  <a:lnTo>
                    <a:pt x="42437" y="59351"/>
                  </a:lnTo>
                  <a:lnTo>
                    <a:pt x="48553" y="57498"/>
                  </a:lnTo>
                  <a:lnTo>
                    <a:pt x="54098" y="54534"/>
                  </a:lnTo>
                  <a:lnTo>
                    <a:pt x="56062" y="53977"/>
                  </a:lnTo>
                  <a:lnTo>
                    <a:pt x="61401" y="53524"/>
                  </a:lnTo>
                  <a:lnTo>
                    <a:pt x="64093" y="53801"/>
                  </a:lnTo>
                  <a:lnTo>
                    <a:pt x="66041" y="53645"/>
                  </a:lnTo>
                  <a:lnTo>
                    <a:pt x="67326" y="53238"/>
                  </a:lnTo>
                  <a:lnTo>
                    <a:pt x="69232" y="52169"/>
                  </a:lnTo>
                  <a:lnTo>
                    <a:pt x="72017" y="50038"/>
                  </a:lnTo>
                  <a:lnTo>
                    <a:pt x="74050" y="48044"/>
                  </a:lnTo>
                  <a:lnTo>
                    <a:pt x="74566" y="47112"/>
                  </a:lnTo>
                  <a:lnTo>
                    <a:pt x="73885" y="46239"/>
                  </a:lnTo>
                  <a:lnTo>
                    <a:pt x="72889" y="46117"/>
                  </a:lnTo>
                  <a:lnTo>
                    <a:pt x="69565" y="48165"/>
                  </a:lnTo>
                  <a:lnTo>
                    <a:pt x="67897" y="48855"/>
                  </a:lnTo>
                  <a:lnTo>
                    <a:pt x="66080" y="48903"/>
                  </a:lnTo>
                  <a:lnTo>
                    <a:pt x="63586" y="49604"/>
                  </a:lnTo>
                  <a:lnTo>
                    <a:pt x="61159" y="49885"/>
                  </a:lnTo>
                  <a:lnTo>
                    <a:pt x="60690" y="49862"/>
                  </a:lnTo>
                  <a:lnTo>
                    <a:pt x="58162" y="47903"/>
                  </a:lnTo>
                  <a:lnTo>
                    <a:pt x="56811" y="47558"/>
                  </a:lnTo>
                  <a:lnTo>
                    <a:pt x="56183" y="47764"/>
                  </a:lnTo>
                  <a:lnTo>
                    <a:pt x="55607" y="48282"/>
                  </a:lnTo>
                  <a:lnTo>
                    <a:pt x="54511" y="49729"/>
                  </a:lnTo>
                  <a:lnTo>
                    <a:pt x="53878" y="50249"/>
                  </a:lnTo>
                  <a:lnTo>
                    <a:pt x="52788" y="50627"/>
                  </a:lnTo>
                  <a:lnTo>
                    <a:pt x="48379" y="51057"/>
                  </a:lnTo>
                  <a:lnTo>
                    <a:pt x="44153" y="51785"/>
                  </a:lnTo>
                  <a:lnTo>
                    <a:pt x="43212" y="51335"/>
                  </a:lnTo>
                  <a:lnTo>
                    <a:pt x="42641" y="50497"/>
                  </a:lnTo>
                  <a:lnTo>
                    <a:pt x="42522" y="49986"/>
                  </a:lnTo>
                  <a:lnTo>
                    <a:pt x="42459" y="48265"/>
                  </a:lnTo>
                  <a:lnTo>
                    <a:pt x="42174" y="47580"/>
                  </a:lnTo>
                  <a:lnTo>
                    <a:pt x="42546" y="46148"/>
                  </a:lnTo>
                  <a:lnTo>
                    <a:pt x="43028" y="45056"/>
                  </a:lnTo>
                  <a:lnTo>
                    <a:pt x="43619" y="44306"/>
                  </a:lnTo>
                  <a:lnTo>
                    <a:pt x="46524" y="42091"/>
                  </a:lnTo>
                  <a:lnTo>
                    <a:pt x="46932" y="41517"/>
                  </a:lnTo>
                  <a:lnTo>
                    <a:pt x="45548" y="41635"/>
                  </a:lnTo>
                  <a:lnTo>
                    <a:pt x="42260" y="42719"/>
                  </a:lnTo>
                  <a:lnTo>
                    <a:pt x="41830" y="42342"/>
                  </a:lnTo>
                  <a:lnTo>
                    <a:pt x="41060" y="41104"/>
                  </a:lnTo>
                  <a:lnTo>
                    <a:pt x="40693" y="40980"/>
                  </a:lnTo>
                  <a:lnTo>
                    <a:pt x="40274" y="41494"/>
                  </a:lnTo>
                  <a:lnTo>
                    <a:pt x="40030" y="42218"/>
                  </a:lnTo>
                  <a:lnTo>
                    <a:pt x="39465" y="45207"/>
                  </a:lnTo>
                  <a:lnTo>
                    <a:pt x="38967" y="46736"/>
                  </a:lnTo>
                  <a:lnTo>
                    <a:pt x="37644" y="46427"/>
                  </a:lnTo>
                  <a:lnTo>
                    <a:pt x="36009" y="45505"/>
                  </a:lnTo>
                  <a:lnTo>
                    <a:pt x="35398" y="45379"/>
                  </a:lnTo>
                  <a:lnTo>
                    <a:pt x="35046" y="45672"/>
                  </a:lnTo>
                  <a:lnTo>
                    <a:pt x="35158" y="46189"/>
                  </a:lnTo>
                  <a:lnTo>
                    <a:pt x="36818" y="48751"/>
                  </a:lnTo>
                  <a:lnTo>
                    <a:pt x="36836" y="49647"/>
                  </a:lnTo>
                  <a:lnTo>
                    <a:pt x="35750" y="51215"/>
                  </a:lnTo>
                  <a:lnTo>
                    <a:pt x="31124" y="53820"/>
                  </a:lnTo>
                  <a:lnTo>
                    <a:pt x="29296" y="54517"/>
                  </a:lnTo>
                  <a:lnTo>
                    <a:pt x="28650" y="54247"/>
                  </a:lnTo>
                  <a:lnTo>
                    <a:pt x="28068" y="53533"/>
                  </a:lnTo>
                  <a:lnTo>
                    <a:pt x="27551" y="52370"/>
                  </a:lnTo>
                  <a:lnTo>
                    <a:pt x="26349" y="50811"/>
                  </a:lnTo>
                  <a:lnTo>
                    <a:pt x="25634" y="50462"/>
                  </a:lnTo>
                  <a:lnTo>
                    <a:pt x="24833" y="50415"/>
                  </a:lnTo>
                  <a:lnTo>
                    <a:pt x="24096" y="50736"/>
                  </a:lnTo>
                  <a:lnTo>
                    <a:pt x="23423" y="51428"/>
                  </a:lnTo>
                  <a:lnTo>
                    <a:pt x="23006" y="52162"/>
                  </a:lnTo>
                  <a:lnTo>
                    <a:pt x="22609" y="53530"/>
                  </a:lnTo>
                  <a:lnTo>
                    <a:pt x="21767" y="54576"/>
                  </a:lnTo>
                  <a:lnTo>
                    <a:pt x="21248" y="54755"/>
                  </a:lnTo>
                  <a:lnTo>
                    <a:pt x="16550" y="52585"/>
                  </a:lnTo>
                  <a:lnTo>
                    <a:pt x="12763" y="48737"/>
                  </a:lnTo>
                  <a:lnTo>
                    <a:pt x="8619" y="49336"/>
                  </a:lnTo>
                  <a:lnTo>
                    <a:pt x="6759" y="49200"/>
                  </a:lnTo>
                  <a:lnTo>
                    <a:pt x="1114" y="47789"/>
                  </a:lnTo>
                  <a:lnTo>
                    <a:pt x="395" y="46917"/>
                  </a:lnTo>
                  <a:lnTo>
                    <a:pt x="0" y="45785"/>
                  </a:lnTo>
                  <a:lnTo>
                    <a:pt x="38" y="45169"/>
                  </a:lnTo>
                  <a:lnTo>
                    <a:pt x="272" y="44532"/>
                  </a:lnTo>
                  <a:lnTo>
                    <a:pt x="987" y="43270"/>
                  </a:lnTo>
                  <a:lnTo>
                    <a:pt x="2410" y="41358"/>
                  </a:lnTo>
                  <a:lnTo>
                    <a:pt x="3003" y="40742"/>
                  </a:lnTo>
                  <a:lnTo>
                    <a:pt x="3888" y="40234"/>
                  </a:lnTo>
                  <a:lnTo>
                    <a:pt x="5063" y="39836"/>
                  </a:lnTo>
                  <a:lnTo>
                    <a:pt x="8054" y="39614"/>
                  </a:lnTo>
                  <a:lnTo>
                    <a:pt x="15753" y="39541"/>
                  </a:lnTo>
                  <a:lnTo>
                    <a:pt x="17293" y="39246"/>
                  </a:lnTo>
                  <a:lnTo>
                    <a:pt x="25717" y="35549"/>
                  </a:lnTo>
                  <a:lnTo>
                    <a:pt x="26678" y="34943"/>
                  </a:lnTo>
                  <a:lnTo>
                    <a:pt x="27914" y="33763"/>
                  </a:lnTo>
                  <a:lnTo>
                    <a:pt x="28193" y="33276"/>
                  </a:lnTo>
                  <a:lnTo>
                    <a:pt x="28141" y="32957"/>
                  </a:lnTo>
                  <a:lnTo>
                    <a:pt x="17779" y="35885"/>
                  </a:lnTo>
                  <a:lnTo>
                    <a:pt x="13336" y="36516"/>
                  </a:lnTo>
                  <a:lnTo>
                    <a:pt x="6528" y="36038"/>
                  </a:lnTo>
                  <a:lnTo>
                    <a:pt x="5248" y="35577"/>
                  </a:lnTo>
                  <a:lnTo>
                    <a:pt x="4956" y="34757"/>
                  </a:lnTo>
                  <a:lnTo>
                    <a:pt x="6376" y="32584"/>
                  </a:lnTo>
                  <a:lnTo>
                    <a:pt x="7124" y="31776"/>
                  </a:lnTo>
                  <a:lnTo>
                    <a:pt x="9061" y="31013"/>
                  </a:lnTo>
                  <a:lnTo>
                    <a:pt x="13745" y="29931"/>
                  </a:lnTo>
                  <a:lnTo>
                    <a:pt x="20008" y="28974"/>
                  </a:lnTo>
                  <a:lnTo>
                    <a:pt x="24110" y="28953"/>
                  </a:lnTo>
                  <a:lnTo>
                    <a:pt x="27552" y="28194"/>
                  </a:lnTo>
                  <a:lnTo>
                    <a:pt x="29621" y="27327"/>
                  </a:lnTo>
                  <a:lnTo>
                    <a:pt x="22686" y="27371"/>
                  </a:lnTo>
                  <a:lnTo>
                    <a:pt x="14332" y="27778"/>
                  </a:lnTo>
                  <a:lnTo>
                    <a:pt x="13125" y="27495"/>
                  </a:lnTo>
                  <a:lnTo>
                    <a:pt x="10739" y="26353"/>
                  </a:lnTo>
                  <a:lnTo>
                    <a:pt x="10623" y="25517"/>
                  </a:lnTo>
                  <a:lnTo>
                    <a:pt x="11578" y="24513"/>
                  </a:lnTo>
                  <a:lnTo>
                    <a:pt x="11928" y="23766"/>
                  </a:lnTo>
                  <a:lnTo>
                    <a:pt x="11245" y="22085"/>
                  </a:lnTo>
                  <a:lnTo>
                    <a:pt x="11455" y="21433"/>
                  </a:lnTo>
                  <a:lnTo>
                    <a:pt x="13011" y="20032"/>
                  </a:lnTo>
                  <a:lnTo>
                    <a:pt x="15786" y="18518"/>
                  </a:lnTo>
                  <a:lnTo>
                    <a:pt x="17498" y="18303"/>
                  </a:lnTo>
                  <a:lnTo>
                    <a:pt x="20801" y="18820"/>
                  </a:lnTo>
                  <a:lnTo>
                    <a:pt x="30213" y="19355"/>
                  </a:lnTo>
                  <a:lnTo>
                    <a:pt x="32039" y="19163"/>
                  </a:lnTo>
                  <a:lnTo>
                    <a:pt x="30885" y="18505"/>
                  </a:lnTo>
                  <a:lnTo>
                    <a:pt x="29246" y="18015"/>
                  </a:lnTo>
                  <a:lnTo>
                    <a:pt x="21979" y="17176"/>
                  </a:lnTo>
                  <a:lnTo>
                    <a:pt x="20476" y="16801"/>
                  </a:lnTo>
                  <a:lnTo>
                    <a:pt x="20189" y="16285"/>
                  </a:lnTo>
                  <a:lnTo>
                    <a:pt x="20080" y="15523"/>
                  </a:lnTo>
                  <a:lnTo>
                    <a:pt x="20150" y="14517"/>
                  </a:lnTo>
                  <a:lnTo>
                    <a:pt x="20675" y="13487"/>
                  </a:lnTo>
                  <a:lnTo>
                    <a:pt x="22931" y="11336"/>
                  </a:lnTo>
                  <a:lnTo>
                    <a:pt x="29542" y="9564"/>
                  </a:lnTo>
                  <a:lnTo>
                    <a:pt x="32172" y="9320"/>
                  </a:lnTo>
                  <a:lnTo>
                    <a:pt x="34808" y="9437"/>
                  </a:lnTo>
                  <a:lnTo>
                    <a:pt x="37485" y="10233"/>
                  </a:lnTo>
                  <a:lnTo>
                    <a:pt x="38678" y="10923"/>
                  </a:lnTo>
                  <a:lnTo>
                    <a:pt x="39276" y="11774"/>
                  </a:lnTo>
                  <a:lnTo>
                    <a:pt x="39566" y="12567"/>
                  </a:lnTo>
                  <a:lnTo>
                    <a:pt x="39599" y="13937"/>
                  </a:lnTo>
                  <a:lnTo>
                    <a:pt x="39728" y="14477"/>
                  </a:lnTo>
                  <a:lnTo>
                    <a:pt x="40212" y="15377"/>
                  </a:lnTo>
                  <a:lnTo>
                    <a:pt x="41751" y="17492"/>
                  </a:lnTo>
                  <a:lnTo>
                    <a:pt x="42885" y="18152"/>
                  </a:lnTo>
                  <a:lnTo>
                    <a:pt x="48114" y="16922"/>
                  </a:lnTo>
                  <a:lnTo>
                    <a:pt x="50291" y="16647"/>
                  </a:lnTo>
                  <a:lnTo>
                    <a:pt x="52480" y="17034"/>
                  </a:lnTo>
                  <a:lnTo>
                    <a:pt x="55669" y="18303"/>
                  </a:lnTo>
                  <a:lnTo>
                    <a:pt x="59800" y="22140"/>
                  </a:lnTo>
                  <a:lnTo>
                    <a:pt x="65121" y="26057"/>
                  </a:lnTo>
                  <a:lnTo>
                    <a:pt x="65094" y="26901"/>
                  </a:lnTo>
                  <a:lnTo>
                    <a:pt x="63055" y="28211"/>
                  </a:lnTo>
                  <a:lnTo>
                    <a:pt x="62672" y="28772"/>
                  </a:lnTo>
                  <a:lnTo>
                    <a:pt x="62947" y="29162"/>
                  </a:lnTo>
                  <a:lnTo>
                    <a:pt x="64983" y="29419"/>
                  </a:lnTo>
                  <a:lnTo>
                    <a:pt x="66891" y="29225"/>
                  </a:lnTo>
                  <a:lnTo>
                    <a:pt x="68711" y="29520"/>
                  </a:lnTo>
                  <a:lnTo>
                    <a:pt x="69119" y="29857"/>
                  </a:lnTo>
                  <a:lnTo>
                    <a:pt x="69786" y="31291"/>
                  </a:lnTo>
                  <a:lnTo>
                    <a:pt x="70714" y="33824"/>
                  </a:lnTo>
                  <a:lnTo>
                    <a:pt x="71816" y="35714"/>
                  </a:lnTo>
                  <a:lnTo>
                    <a:pt x="73092" y="36963"/>
                  </a:lnTo>
                  <a:lnTo>
                    <a:pt x="74348" y="37604"/>
                  </a:lnTo>
                  <a:lnTo>
                    <a:pt x="76200" y="37651"/>
                  </a:lnTo>
                  <a:lnTo>
                    <a:pt x="78063" y="37279"/>
                  </a:lnTo>
                  <a:lnTo>
                    <a:pt x="81086" y="37403"/>
                  </a:lnTo>
                  <a:lnTo>
                    <a:pt x="96677" y="38846"/>
                  </a:lnTo>
                  <a:lnTo>
                    <a:pt x="97600" y="38595"/>
                  </a:lnTo>
                  <a:lnTo>
                    <a:pt x="98257" y="37803"/>
                  </a:lnTo>
                  <a:lnTo>
                    <a:pt x="98650" y="36468"/>
                  </a:lnTo>
                  <a:lnTo>
                    <a:pt x="98799" y="35372"/>
                  </a:lnTo>
                  <a:lnTo>
                    <a:pt x="98586" y="33874"/>
                  </a:lnTo>
                  <a:lnTo>
                    <a:pt x="98285" y="33159"/>
                  </a:lnTo>
                  <a:lnTo>
                    <a:pt x="88618" y="28311"/>
                  </a:lnTo>
                  <a:lnTo>
                    <a:pt x="87772" y="26360"/>
                  </a:lnTo>
                  <a:lnTo>
                    <a:pt x="92495" y="23636"/>
                  </a:lnTo>
                  <a:lnTo>
                    <a:pt x="92834" y="23007"/>
                  </a:lnTo>
                  <a:lnTo>
                    <a:pt x="92927" y="22141"/>
                  </a:lnTo>
                  <a:lnTo>
                    <a:pt x="92770" y="21039"/>
                  </a:lnTo>
                  <a:lnTo>
                    <a:pt x="92129" y="19988"/>
                  </a:lnTo>
                  <a:lnTo>
                    <a:pt x="89593" y="17986"/>
                  </a:lnTo>
                  <a:lnTo>
                    <a:pt x="87349" y="17684"/>
                  </a:lnTo>
                  <a:lnTo>
                    <a:pt x="84022" y="15710"/>
                  </a:lnTo>
                  <a:lnTo>
                    <a:pt x="83497" y="15211"/>
                  </a:lnTo>
                  <a:lnTo>
                    <a:pt x="83067" y="14425"/>
                  </a:lnTo>
                  <a:lnTo>
                    <a:pt x="82731" y="13349"/>
                  </a:lnTo>
                  <a:lnTo>
                    <a:pt x="82788" y="12520"/>
                  </a:lnTo>
                  <a:lnTo>
                    <a:pt x="83236" y="11942"/>
                  </a:lnTo>
                  <a:lnTo>
                    <a:pt x="86511" y="9939"/>
                  </a:lnTo>
                  <a:lnTo>
                    <a:pt x="87837" y="8828"/>
                  </a:lnTo>
                  <a:lnTo>
                    <a:pt x="91923" y="3826"/>
                  </a:lnTo>
                  <a:lnTo>
                    <a:pt x="93813" y="1807"/>
                  </a:lnTo>
                  <a:lnTo>
                    <a:pt x="95165" y="861"/>
                  </a:lnTo>
                  <a:lnTo>
                    <a:pt x="96542" y="274"/>
                  </a:lnTo>
                  <a:lnTo>
                    <a:pt x="99569" y="0"/>
                  </a:lnTo>
                  <a:lnTo>
                    <a:pt x="102723" y="1864"/>
                  </a:lnTo>
                  <a:lnTo>
                    <a:pt x="103422" y="1978"/>
                  </a:lnTo>
                  <a:lnTo>
                    <a:pt x="103710" y="2468"/>
                  </a:lnTo>
                  <a:lnTo>
                    <a:pt x="103587" y="3335"/>
                  </a:lnTo>
                  <a:lnTo>
                    <a:pt x="103194" y="4162"/>
                  </a:lnTo>
                  <a:lnTo>
                    <a:pt x="102065" y="5655"/>
                  </a:lnTo>
                  <a:lnTo>
                    <a:pt x="101800" y="6282"/>
                  </a:lnTo>
                  <a:lnTo>
                    <a:pt x="101886" y="6926"/>
                  </a:lnTo>
                  <a:lnTo>
                    <a:pt x="102659" y="8416"/>
                  </a:lnTo>
                  <a:lnTo>
                    <a:pt x="102897" y="9397"/>
                  </a:lnTo>
                  <a:lnTo>
                    <a:pt x="103068" y="11050"/>
                  </a:lnTo>
                  <a:lnTo>
                    <a:pt x="103193" y="11294"/>
                  </a:lnTo>
                  <a:lnTo>
                    <a:pt x="105090" y="12691"/>
                  </a:lnTo>
                  <a:lnTo>
                    <a:pt x="106815" y="14510"/>
                  </a:lnTo>
                  <a:lnTo>
                    <a:pt x="107614" y="17365"/>
                  </a:lnTo>
                  <a:lnTo>
                    <a:pt x="106992" y="18352"/>
                  </a:lnTo>
                  <a:lnTo>
                    <a:pt x="105540" y="19711"/>
                  </a:lnTo>
                  <a:lnTo>
                    <a:pt x="104676" y="20844"/>
                  </a:lnTo>
                  <a:lnTo>
                    <a:pt x="104401" y="21750"/>
                  </a:lnTo>
                  <a:lnTo>
                    <a:pt x="104620" y="222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2140233" y="1363611"/>
              <a:ext cx="9857" cy="10324"/>
            </a:xfrm>
            <a:custGeom>
              <a:avLst/>
              <a:pathLst>
                <a:path w="9857" h="10324">
                  <a:moveTo>
                    <a:pt x="9493" y="9737"/>
                  </a:moveTo>
                  <a:lnTo>
                    <a:pt x="8961" y="10138"/>
                  </a:lnTo>
                  <a:lnTo>
                    <a:pt x="7249" y="9931"/>
                  </a:lnTo>
                  <a:lnTo>
                    <a:pt x="6681" y="10324"/>
                  </a:lnTo>
                  <a:lnTo>
                    <a:pt x="5770" y="10101"/>
                  </a:lnTo>
                  <a:lnTo>
                    <a:pt x="4518" y="9260"/>
                  </a:lnTo>
                  <a:lnTo>
                    <a:pt x="3054" y="7608"/>
                  </a:lnTo>
                  <a:lnTo>
                    <a:pt x="1380" y="5146"/>
                  </a:lnTo>
                  <a:lnTo>
                    <a:pt x="70" y="3025"/>
                  </a:lnTo>
                  <a:lnTo>
                    <a:pt x="0" y="2442"/>
                  </a:lnTo>
                  <a:lnTo>
                    <a:pt x="428" y="1451"/>
                  </a:lnTo>
                  <a:lnTo>
                    <a:pt x="1737" y="792"/>
                  </a:lnTo>
                  <a:lnTo>
                    <a:pt x="4839" y="0"/>
                  </a:lnTo>
                  <a:lnTo>
                    <a:pt x="6969" y="21"/>
                  </a:lnTo>
                  <a:lnTo>
                    <a:pt x="8947" y="1623"/>
                  </a:lnTo>
                  <a:lnTo>
                    <a:pt x="9506" y="2173"/>
                  </a:lnTo>
                  <a:lnTo>
                    <a:pt x="9846" y="2830"/>
                  </a:lnTo>
                  <a:lnTo>
                    <a:pt x="9857" y="3461"/>
                  </a:lnTo>
                  <a:lnTo>
                    <a:pt x="9695" y="4012"/>
                  </a:lnTo>
                  <a:lnTo>
                    <a:pt x="8799" y="5240"/>
                  </a:lnTo>
                  <a:lnTo>
                    <a:pt x="8407" y="6097"/>
                  </a:lnTo>
                  <a:lnTo>
                    <a:pt x="8409" y="6937"/>
                  </a:lnTo>
                  <a:lnTo>
                    <a:pt x="8604" y="8151"/>
                  </a:lnTo>
                  <a:lnTo>
                    <a:pt x="8965" y="8954"/>
                  </a:lnTo>
                  <a:lnTo>
                    <a:pt x="9494" y="93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1864605" y="1361900"/>
              <a:ext cx="15303" cy="5446"/>
            </a:xfrm>
            <a:custGeom>
              <a:avLst/>
              <a:pathLst>
                <a:path w="15303" h="5446">
                  <a:moveTo>
                    <a:pt x="14473" y="4479"/>
                  </a:moveTo>
                  <a:lnTo>
                    <a:pt x="12749" y="5446"/>
                  </a:lnTo>
                  <a:lnTo>
                    <a:pt x="951" y="4018"/>
                  </a:lnTo>
                  <a:lnTo>
                    <a:pt x="306" y="3569"/>
                  </a:lnTo>
                  <a:lnTo>
                    <a:pt x="0" y="2960"/>
                  </a:lnTo>
                  <a:lnTo>
                    <a:pt x="2136" y="1295"/>
                  </a:lnTo>
                  <a:lnTo>
                    <a:pt x="4716" y="576"/>
                  </a:lnTo>
                  <a:lnTo>
                    <a:pt x="10715" y="0"/>
                  </a:lnTo>
                  <a:lnTo>
                    <a:pt x="12805" y="647"/>
                  </a:lnTo>
                  <a:lnTo>
                    <a:pt x="14192" y="1405"/>
                  </a:lnTo>
                  <a:lnTo>
                    <a:pt x="14975" y="2063"/>
                  </a:lnTo>
                  <a:lnTo>
                    <a:pt x="15303" y="3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2068291" y="1356837"/>
              <a:ext cx="198681" cy="76705"/>
            </a:xfrm>
            <a:custGeom>
              <a:avLst/>
              <a:pathLst>
                <a:path w="198681" h="76705">
                  <a:moveTo>
                    <a:pt x="29558" y="4543"/>
                  </a:moveTo>
                  <a:lnTo>
                    <a:pt x="31682" y="4800"/>
                  </a:lnTo>
                  <a:lnTo>
                    <a:pt x="33497" y="4406"/>
                  </a:lnTo>
                  <a:lnTo>
                    <a:pt x="35054" y="4493"/>
                  </a:lnTo>
                  <a:lnTo>
                    <a:pt x="37354" y="5684"/>
                  </a:lnTo>
                  <a:lnTo>
                    <a:pt x="39485" y="7505"/>
                  </a:lnTo>
                  <a:lnTo>
                    <a:pt x="41123" y="8329"/>
                  </a:lnTo>
                  <a:lnTo>
                    <a:pt x="41651" y="8745"/>
                  </a:lnTo>
                  <a:lnTo>
                    <a:pt x="41857" y="9205"/>
                  </a:lnTo>
                  <a:lnTo>
                    <a:pt x="42114" y="10584"/>
                  </a:lnTo>
                  <a:lnTo>
                    <a:pt x="42106" y="11223"/>
                  </a:lnTo>
                  <a:lnTo>
                    <a:pt x="41985" y="11734"/>
                  </a:lnTo>
                  <a:lnTo>
                    <a:pt x="41269" y="12994"/>
                  </a:lnTo>
                  <a:lnTo>
                    <a:pt x="40666" y="14553"/>
                  </a:lnTo>
                  <a:lnTo>
                    <a:pt x="39423" y="15929"/>
                  </a:lnTo>
                  <a:lnTo>
                    <a:pt x="38761" y="16966"/>
                  </a:lnTo>
                  <a:lnTo>
                    <a:pt x="38193" y="18276"/>
                  </a:lnTo>
                  <a:lnTo>
                    <a:pt x="39472" y="17495"/>
                  </a:lnTo>
                  <a:lnTo>
                    <a:pt x="44316" y="13172"/>
                  </a:lnTo>
                  <a:lnTo>
                    <a:pt x="47485" y="13688"/>
                  </a:lnTo>
                  <a:lnTo>
                    <a:pt x="52246" y="13303"/>
                  </a:lnTo>
                  <a:lnTo>
                    <a:pt x="58009" y="11536"/>
                  </a:lnTo>
                  <a:lnTo>
                    <a:pt x="60746" y="11261"/>
                  </a:lnTo>
                  <a:lnTo>
                    <a:pt x="63510" y="11389"/>
                  </a:lnTo>
                  <a:lnTo>
                    <a:pt x="65563" y="11946"/>
                  </a:lnTo>
                  <a:lnTo>
                    <a:pt x="69944" y="14327"/>
                  </a:lnTo>
                  <a:lnTo>
                    <a:pt x="71462" y="15461"/>
                  </a:lnTo>
                  <a:lnTo>
                    <a:pt x="72031" y="16264"/>
                  </a:lnTo>
                  <a:lnTo>
                    <a:pt x="72168" y="16856"/>
                  </a:lnTo>
                  <a:lnTo>
                    <a:pt x="71270" y="17774"/>
                  </a:lnTo>
                  <a:lnTo>
                    <a:pt x="68518" y="17216"/>
                  </a:lnTo>
                  <a:lnTo>
                    <a:pt x="63987" y="16723"/>
                  </a:lnTo>
                  <a:lnTo>
                    <a:pt x="63159" y="16417"/>
                  </a:lnTo>
                  <a:lnTo>
                    <a:pt x="62453" y="16442"/>
                  </a:lnTo>
                  <a:lnTo>
                    <a:pt x="61941" y="16774"/>
                  </a:lnTo>
                  <a:lnTo>
                    <a:pt x="62260" y="18035"/>
                  </a:lnTo>
                  <a:lnTo>
                    <a:pt x="63183" y="18312"/>
                  </a:lnTo>
                  <a:lnTo>
                    <a:pt x="68623" y="18583"/>
                  </a:lnTo>
                  <a:lnTo>
                    <a:pt x="86454" y="22593"/>
                  </a:lnTo>
                  <a:lnTo>
                    <a:pt x="87197" y="23876"/>
                  </a:lnTo>
                  <a:lnTo>
                    <a:pt x="86999" y="24443"/>
                  </a:lnTo>
                  <a:lnTo>
                    <a:pt x="86368" y="25072"/>
                  </a:lnTo>
                  <a:lnTo>
                    <a:pt x="85068" y="25916"/>
                  </a:lnTo>
                  <a:lnTo>
                    <a:pt x="74786" y="26836"/>
                  </a:lnTo>
                  <a:lnTo>
                    <a:pt x="68934" y="26021"/>
                  </a:lnTo>
                  <a:lnTo>
                    <a:pt x="64017" y="24709"/>
                  </a:lnTo>
                  <a:lnTo>
                    <a:pt x="62349" y="25002"/>
                  </a:lnTo>
                  <a:lnTo>
                    <a:pt x="63801" y="26780"/>
                  </a:lnTo>
                  <a:lnTo>
                    <a:pt x="66749" y="27322"/>
                  </a:lnTo>
                  <a:lnTo>
                    <a:pt x="69218" y="28374"/>
                  </a:lnTo>
                  <a:lnTo>
                    <a:pt x="70243" y="29254"/>
                  </a:lnTo>
                  <a:lnTo>
                    <a:pt x="75475" y="29925"/>
                  </a:lnTo>
                  <a:lnTo>
                    <a:pt x="76331" y="30611"/>
                  </a:lnTo>
                  <a:lnTo>
                    <a:pt x="77957" y="32365"/>
                  </a:lnTo>
                  <a:lnTo>
                    <a:pt x="79322" y="32501"/>
                  </a:lnTo>
                  <a:lnTo>
                    <a:pt x="80675" y="33726"/>
                  </a:lnTo>
                  <a:lnTo>
                    <a:pt x="81789" y="35831"/>
                  </a:lnTo>
                  <a:lnTo>
                    <a:pt x="82303" y="36112"/>
                  </a:lnTo>
                  <a:lnTo>
                    <a:pt x="83880" y="35733"/>
                  </a:lnTo>
                  <a:lnTo>
                    <a:pt x="86533" y="37561"/>
                  </a:lnTo>
                  <a:lnTo>
                    <a:pt x="87358" y="38538"/>
                  </a:lnTo>
                  <a:lnTo>
                    <a:pt x="87362" y="39269"/>
                  </a:lnTo>
                  <a:lnTo>
                    <a:pt x="86771" y="40415"/>
                  </a:lnTo>
                  <a:lnTo>
                    <a:pt x="85583" y="41971"/>
                  </a:lnTo>
                  <a:lnTo>
                    <a:pt x="82583" y="43805"/>
                  </a:lnTo>
                  <a:lnTo>
                    <a:pt x="82349" y="44358"/>
                  </a:lnTo>
                  <a:lnTo>
                    <a:pt x="85855" y="44141"/>
                  </a:lnTo>
                  <a:lnTo>
                    <a:pt x="86501" y="44385"/>
                  </a:lnTo>
                  <a:lnTo>
                    <a:pt x="90631" y="47640"/>
                  </a:lnTo>
                  <a:lnTo>
                    <a:pt x="91174" y="47700"/>
                  </a:lnTo>
                  <a:lnTo>
                    <a:pt x="91514" y="47359"/>
                  </a:lnTo>
                  <a:lnTo>
                    <a:pt x="91909" y="46206"/>
                  </a:lnTo>
                  <a:lnTo>
                    <a:pt x="91733" y="45140"/>
                  </a:lnTo>
                  <a:lnTo>
                    <a:pt x="91229" y="43661"/>
                  </a:lnTo>
                  <a:lnTo>
                    <a:pt x="91364" y="42589"/>
                  </a:lnTo>
                  <a:lnTo>
                    <a:pt x="92138" y="41922"/>
                  </a:lnTo>
                  <a:lnTo>
                    <a:pt x="92922" y="41592"/>
                  </a:lnTo>
                  <a:lnTo>
                    <a:pt x="93716" y="41598"/>
                  </a:lnTo>
                  <a:lnTo>
                    <a:pt x="94579" y="41992"/>
                  </a:lnTo>
                  <a:lnTo>
                    <a:pt x="98754" y="45925"/>
                  </a:lnTo>
                  <a:lnTo>
                    <a:pt x="104109" y="44045"/>
                  </a:lnTo>
                  <a:lnTo>
                    <a:pt x="105087" y="44889"/>
                  </a:lnTo>
                  <a:lnTo>
                    <a:pt x="105896" y="46467"/>
                  </a:lnTo>
                  <a:lnTo>
                    <a:pt x="106274" y="46727"/>
                  </a:lnTo>
                  <a:lnTo>
                    <a:pt x="108255" y="43582"/>
                  </a:lnTo>
                  <a:lnTo>
                    <a:pt x="109478" y="42801"/>
                  </a:lnTo>
                  <a:lnTo>
                    <a:pt x="114503" y="46535"/>
                  </a:lnTo>
                  <a:lnTo>
                    <a:pt x="117566" y="47362"/>
                  </a:lnTo>
                  <a:lnTo>
                    <a:pt x="118794" y="48163"/>
                  </a:lnTo>
                  <a:lnTo>
                    <a:pt x="121068" y="49047"/>
                  </a:lnTo>
                  <a:lnTo>
                    <a:pt x="124302" y="49382"/>
                  </a:lnTo>
                  <a:lnTo>
                    <a:pt x="124835" y="47995"/>
                  </a:lnTo>
                  <a:lnTo>
                    <a:pt x="122971" y="46213"/>
                  </a:lnTo>
                  <a:lnTo>
                    <a:pt x="124058" y="45431"/>
                  </a:lnTo>
                  <a:lnTo>
                    <a:pt x="128506" y="43922"/>
                  </a:lnTo>
                  <a:lnTo>
                    <a:pt x="130879" y="44134"/>
                  </a:lnTo>
                  <a:lnTo>
                    <a:pt x="135257" y="41997"/>
                  </a:lnTo>
                  <a:lnTo>
                    <a:pt x="137943" y="41709"/>
                  </a:lnTo>
                  <a:lnTo>
                    <a:pt x="139593" y="41745"/>
                  </a:lnTo>
                  <a:lnTo>
                    <a:pt x="145013" y="38519"/>
                  </a:lnTo>
                  <a:lnTo>
                    <a:pt x="146300" y="38008"/>
                  </a:lnTo>
                  <a:lnTo>
                    <a:pt x="147234" y="36855"/>
                  </a:lnTo>
                  <a:lnTo>
                    <a:pt x="149363" y="37036"/>
                  </a:lnTo>
                  <a:lnTo>
                    <a:pt x="155125" y="38868"/>
                  </a:lnTo>
                  <a:lnTo>
                    <a:pt x="156757" y="38702"/>
                  </a:lnTo>
                  <a:lnTo>
                    <a:pt x="162888" y="36875"/>
                  </a:lnTo>
                  <a:lnTo>
                    <a:pt x="165155" y="36429"/>
                  </a:lnTo>
                  <a:lnTo>
                    <a:pt x="167428" y="36497"/>
                  </a:lnTo>
                  <a:lnTo>
                    <a:pt x="173177" y="37565"/>
                  </a:lnTo>
                  <a:lnTo>
                    <a:pt x="177479" y="38715"/>
                  </a:lnTo>
                  <a:lnTo>
                    <a:pt x="178816" y="39319"/>
                  </a:lnTo>
                  <a:lnTo>
                    <a:pt x="178341" y="40831"/>
                  </a:lnTo>
                  <a:lnTo>
                    <a:pt x="178558" y="41279"/>
                  </a:lnTo>
                  <a:lnTo>
                    <a:pt x="179116" y="41606"/>
                  </a:lnTo>
                  <a:lnTo>
                    <a:pt x="180520" y="42051"/>
                  </a:lnTo>
                  <a:lnTo>
                    <a:pt x="185891" y="42080"/>
                  </a:lnTo>
                  <a:lnTo>
                    <a:pt x="188228" y="42465"/>
                  </a:lnTo>
                  <a:lnTo>
                    <a:pt x="190086" y="43882"/>
                  </a:lnTo>
                  <a:lnTo>
                    <a:pt x="190530" y="44446"/>
                  </a:lnTo>
                  <a:lnTo>
                    <a:pt x="190456" y="45035"/>
                  </a:lnTo>
                  <a:lnTo>
                    <a:pt x="188629" y="46564"/>
                  </a:lnTo>
                  <a:lnTo>
                    <a:pt x="188926" y="46887"/>
                  </a:lnTo>
                  <a:lnTo>
                    <a:pt x="190753" y="47242"/>
                  </a:lnTo>
                  <a:lnTo>
                    <a:pt x="194862" y="47418"/>
                  </a:lnTo>
                  <a:lnTo>
                    <a:pt x="195743" y="47771"/>
                  </a:lnTo>
                  <a:lnTo>
                    <a:pt x="196588" y="49682"/>
                  </a:lnTo>
                  <a:lnTo>
                    <a:pt x="197473" y="52326"/>
                  </a:lnTo>
                  <a:lnTo>
                    <a:pt x="197459" y="53377"/>
                  </a:lnTo>
                  <a:lnTo>
                    <a:pt x="196035" y="55165"/>
                  </a:lnTo>
                  <a:lnTo>
                    <a:pt x="192143" y="57549"/>
                  </a:lnTo>
                  <a:lnTo>
                    <a:pt x="187824" y="59531"/>
                  </a:lnTo>
                  <a:lnTo>
                    <a:pt x="187546" y="60044"/>
                  </a:lnTo>
                  <a:lnTo>
                    <a:pt x="188924" y="60991"/>
                  </a:lnTo>
                  <a:lnTo>
                    <a:pt x="190348" y="61406"/>
                  </a:lnTo>
                  <a:lnTo>
                    <a:pt x="191470" y="61322"/>
                  </a:lnTo>
                  <a:lnTo>
                    <a:pt x="194916" y="60421"/>
                  </a:lnTo>
                  <a:lnTo>
                    <a:pt x="195699" y="60438"/>
                  </a:lnTo>
                  <a:lnTo>
                    <a:pt x="197280" y="61359"/>
                  </a:lnTo>
                  <a:lnTo>
                    <a:pt x="198011" y="62272"/>
                  </a:lnTo>
                  <a:lnTo>
                    <a:pt x="198681" y="63488"/>
                  </a:lnTo>
                  <a:lnTo>
                    <a:pt x="197471" y="64596"/>
                  </a:lnTo>
                  <a:lnTo>
                    <a:pt x="192514" y="65970"/>
                  </a:lnTo>
                  <a:lnTo>
                    <a:pt x="189585" y="64162"/>
                  </a:lnTo>
                  <a:lnTo>
                    <a:pt x="188600" y="63764"/>
                  </a:lnTo>
                  <a:lnTo>
                    <a:pt x="187935" y="63921"/>
                  </a:lnTo>
                  <a:lnTo>
                    <a:pt x="188312" y="64713"/>
                  </a:lnTo>
                  <a:lnTo>
                    <a:pt x="189729" y="66146"/>
                  </a:lnTo>
                  <a:lnTo>
                    <a:pt x="190193" y="67091"/>
                  </a:lnTo>
                  <a:lnTo>
                    <a:pt x="189701" y="67550"/>
                  </a:lnTo>
                  <a:lnTo>
                    <a:pt x="189469" y="68457"/>
                  </a:lnTo>
                  <a:lnTo>
                    <a:pt x="189496" y="69812"/>
                  </a:lnTo>
                  <a:lnTo>
                    <a:pt x="189379" y="71188"/>
                  </a:lnTo>
                  <a:lnTo>
                    <a:pt x="188900" y="73333"/>
                  </a:lnTo>
                  <a:lnTo>
                    <a:pt x="188730" y="73418"/>
                  </a:lnTo>
                  <a:lnTo>
                    <a:pt x="177960" y="73859"/>
                  </a:lnTo>
                  <a:lnTo>
                    <a:pt x="176662" y="74247"/>
                  </a:lnTo>
                  <a:lnTo>
                    <a:pt x="173634" y="75760"/>
                  </a:lnTo>
                  <a:lnTo>
                    <a:pt x="171344" y="76520"/>
                  </a:lnTo>
                  <a:lnTo>
                    <a:pt x="169852" y="76635"/>
                  </a:lnTo>
                  <a:lnTo>
                    <a:pt x="168395" y="76358"/>
                  </a:lnTo>
                  <a:lnTo>
                    <a:pt x="164463" y="74789"/>
                  </a:lnTo>
                  <a:lnTo>
                    <a:pt x="161844" y="75084"/>
                  </a:lnTo>
                  <a:lnTo>
                    <a:pt x="160818" y="74934"/>
                  </a:lnTo>
                  <a:lnTo>
                    <a:pt x="158600" y="73891"/>
                  </a:lnTo>
                  <a:lnTo>
                    <a:pt x="158063" y="73363"/>
                  </a:lnTo>
                  <a:lnTo>
                    <a:pt x="157163" y="71994"/>
                  </a:lnTo>
                  <a:lnTo>
                    <a:pt x="156489" y="70122"/>
                  </a:lnTo>
                  <a:lnTo>
                    <a:pt x="156542" y="68969"/>
                  </a:lnTo>
                  <a:lnTo>
                    <a:pt x="156826" y="67307"/>
                  </a:lnTo>
                  <a:lnTo>
                    <a:pt x="156652" y="66475"/>
                  </a:lnTo>
                  <a:lnTo>
                    <a:pt x="156020" y="66469"/>
                  </a:lnTo>
                  <a:lnTo>
                    <a:pt x="155316" y="66124"/>
                  </a:lnTo>
                  <a:lnTo>
                    <a:pt x="153196" y="64458"/>
                  </a:lnTo>
                  <a:lnTo>
                    <a:pt x="151889" y="63966"/>
                  </a:lnTo>
                  <a:lnTo>
                    <a:pt x="151645" y="64237"/>
                  </a:lnTo>
                  <a:lnTo>
                    <a:pt x="152029" y="65540"/>
                  </a:lnTo>
                  <a:lnTo>
                    <a:pt x="152284" y="65955"/>
                  </a:lnTo>
                  <a:lnTo>
                    <a:pt x="153682" y="66908"/>
                  </a:lnTo>
                  <a:lnTo>
                    <a:pt x="153942" y="68010"/>
                  </a:lnTo>
                  <a:lnTo>
                    <a:pt x="153347" y="70800"/>
                  </a:lnTo>
                  <a:lnTo>
                    <a:pt x="153137" y="71249"/>
                  </a:lnTo>
                  <a:lnTo>
                    <a:pt x="151778" y="73297"/>
                  </a:lnTo>
                  <a:lnTo>
                    <a:pt x="150756" y="73881"/>
                  </a:lnTo>
                  <a:lnTo>
                    <a:pt x="147960" y="73926"/>
                  </a:lnTo>
                  <a:lnTo>
                    <a:pt x="143678" y="75380"/>
                  </a:lnTo>
                  <a:lnTo>
                    <a:pt x="141630" y="75589"/>
                  </a:lnTo>
                  <a:lnTo>
                    <a:pt x="138887" y="75250"/>
                  </a:lnTo>
                  <a:lnTo>
                    <a:pt x="137170" y="74588"/>
                  </a:lnTo>
                  <a:lnTo>
                    <a:pt x="136057" y="73829"/>
                  </a:lnTo>
                  <a:lnTo>
                    <a:pt x="134976" y="72750"/>
                  </a:lnTo>
                  <a:lnTo>
                    <a:pt x="134409" y="72669"/>
                  </a:lnTo>
                  <a:lnTo>
                    <a:pt x="134121" y="75011"/>
                  </a:lnTo>
                  <a:lnTo>
                    <a:pt x="133591" y="75314"/>
                  </a:lnTo>
                  <a:lnTo>
                    <a:pt x="132673" y="75278"/>
                  </a:lnTo>
                  <a:lnTo>
                    <a:pt x="131254" y="74549"/>
                  </a:lnTo>
                  <a:lnTo>
                    <a:pt x="130084" y="72857"/>
                  </a:lnTo>
                  <a:lnTo>
                    <a:pt x="129720" y="72864"/>
                  </a:lnTo>
                  <a:lnTo>
                    <a:pt x="129558" y="73849"/>
                  </a:lnTo>
                  <a:lnTo>
                    <a:pt x="129296" y="74496"/>
                  </a:lnTo>
                  <a:lnTo>
                    <a:pt x="128935" y="74801"/>
                  </a:lnTo>
                  <a:lnTo>
                    <a:pt x="125931" y="75859"/>
                  </a:lnTo>
                  <a:lnTo>
                    <a:pt x="124255" y="75865"/>
                  </a:lnTo>
                  <a:lnTo>
                    <a:pt x="122504" y="74654"/>
                  </a:lnTo>
                  <a:lnTo>
                    <a:pt x="121356" y="74777"/>
                  </a:lnTo>
                  <a:lnTo>
                    <a:pt x="119884" y="75430"/>
                  </a:lnTo>
                  <a:lnTo>
                    <a:pt x="116309" y="74191"/>
                  </a:lnTo>
                  <a:lnTo>
                    <a:pt x="115453" y="74143"/>
                  </a:lnTo>
                  <a:lnTo>
                    <a:pt x="116187" y="76150"/>
                  </a:lnTo>
                  <a:lnTo>
                    <a:pt x="115006" y="76461"/>
                  </a:lnTo>
                  <a:lnTo>
                    <a:pt x="112456" y="76410"/>
                  </a:lnTo>
                  <a:lnTo>
                    <a:pt x="108265" y="75764"/>
                  </a:lnTo>
                  <a:lnTo>
                    <a:pt x="105667" y="76705"/>
                  </a:lnTo>
                  <a:lnTo>
                    <a:pt x="100974" y="76143"/>
                  </a:lnTo>
                  <a:lnTo>
                    <a:pt x="96236" y="76002"/>
                  </a:lnTo>
                  <a:lnTo>
                    <a:pt x="95354" y="75542"/>
                  </a:lnTo>
                  <a:lnTo>
                    <a:pt x="94730" y="74604"/>
                  </a:lnTo>
                  <a:lnTo>
                    <a:pt x="94706" y="73768"/>
                  </a:lnTo>
                  <a:lnTo>
                    <a:pt x="94935" y="72614"/>
                  </a:lnTo>
                  <a:lnTo>
                    <a:pt x="95628" y="70897"/>
                  </a:lnTo>
                  <a:lnTo>
                    <a:pt x="96785" y="68615"/>
                  </a:lnTo>
                  <a:lnTo>
                    <a:pt x="97185" y="67411"/>
                  </a:lnTo>
                  <a:lnTo>
                    <a:pt x="96141" y="66854"/>
                  </a:lnTo>
                  <a:lnTo>
                    <a:pt x="95497" y="66110"/>
                  </a:lnTo>
                  <a:lnTo>
                    <a:pt x="94966" y="66026"/>
                  </a:lnTo>
                  <a:lnTo>
                    <a:pt x="93296" y="66905"/>
                  </a:lnTo>
                  <a:lnTo>
                    <a:pt x="92208" y="69470"/>
                  </a:lnTo>
                  <a:lnTo>
                    <a:pt x="91376" y="70215"/>
                  </a:lnTo>
                  <a:lnTo>
                    <a:pt x="91009" y="69591"/>
                  </a:lnTo>
                  <a:lnTo>
                    <a:pt x="90732" y="68033"/>
                  </a:lnTo>
                  <a:lnTo>
                    <a:pt x="90365" y="67274"/>
                  </a:lnTo>
                  <a:lnTo>
                    <a:pt x="89908" y="67316"/>
                  </a:lnTo>
                  <a:lnTo>
                    <a:pt x="89462" y="67732"/>
                  </a:lnTo>
                  <a:lnTo>
                    <a:pt x="89028" y="68522"/>
                  </a:lnTo>
                  <a:lnTo>
                    <a:pt x="88376" y="68808"/>
                  </a:lnTo>
                  <a:lnTo>
                    <a:pt x="87505" y="68593"/>
                  </a:lnTo>
                  <a:lnTo>
                    <a:pt x="87196" y="68980"/>
                  </a:lnTo>
                  <a:lnTo>
                    <a:pt x="87450" y="69971"/>
                  </a:lnTo>
                  <a:lnTo>
                    <a:pt x="87538" y="70899"/>
                  </a:lnTo>
                  <a:lnTo>
                    <a:pt x="87461" y="71764"/>
                  </a:lnTo>
                  <a:lnTo>
                    <a:pt x="86711" y="72602"/>
                  </a:lnTo>
                  <a:lnTo>
                    <a:pt x="84575" y="73822"/>
                  </a:lnTo>
                  <a:lnTo>
                    <a:pt x="83341" y="74211"/>
                  </a:lnTo>
                  <a:lnTo>
                    <a:pt x="80096" y="74393"/>
                  </a:lnTo>
                  <a:lnTo>
                    <a:pt x="78155" y="74030"/>
                  </a:lnTo>
                  <a:lnTo>
                    <a:pt x="74223" y="72565"/>
                  </a:lnTo>
                  <a:lnTo>
                    <a:pt x="72047" y="72497"/>
                  </a:lnTo>
                  <a:lnTo>
                    <a:pt x="69426" y="70040"/>
                  </a:lnTo>
                  <a:lnTo>
                    <a:pt x="67351" y="69473"/>
                  </a:lnTo>
                  <a:lnTo>
                    <a:pt x="67456" y="68584"/>
                  </a:lnTo>
                  <a:lnTo>
                    <a:pt x="68363" y="66932"/>
                  </a:lnTo>
                  <a:lnTo>
                    <a:pt x="68334" y="66439"/>
                  </a:lnTo>
                  <a:lnTo>
                    <a:pt x="65499" y="68847"/>
                  </a:lnTo>
                  <a:lnTo>
                    <a:pt x="65115" y="69616"/>
                  </a:lnTo>
                  <a:lnTo>
                    <a:pt x="65446" y="71401"/>
                  </a:lnTo>
                  <a:lnTo>
                    <a:pt x="65069" y="71529"/>
                  </a:lnTo>
                  <a:lnTo>
                    <a:pt x="63119" y="70887"/>
                  </a:lnTo>
                  <a:lnTo>
                    <a:pt x="61201" y="71376"/>
                  </a:lnTo>
                  <a:lnTo>
                    <a:pt x="60738" y="71232"/>
                  </a:lnTo>
                  <a:lnTo>
                    <a:pt x="59414" y="69943"/>
                  </a:lnTo>
                  <a:lnTo>
                    <a:pt x="57083" y="68633"/>
                  </a:lnTo>
                  <a:lnTo>
                    <a:pt x="56055" y="67165"/>
                  </a:lnTo>
                  <a:lnTo>
                    <a:pt x="54454" y="62579"/>
                  </a:lnTo>
                  <a:lnTo>
                    <a:pt x="53641" y="59545"/>
                  </a:lnTo>
                  <a:lnTo>
                    <a:pt x="53742" y="58926"/>
                  </a:lnTo>
                  <a:lnTo>
                    <a:pt x="54931" y="58070"/>
                  </a:lnTo>
                  <a:lnTo>
                    <a:pt x="54752" y="57404"/>
                  </a:lnTo>
                  <a:lnTo>
                    <a:pt x="53270" y="55698"/>
                  </a:lnTo>
                  <a:lnTo>
                    <a:pt x="51673" y="54264"/>
                  </a:lnTo>
                  <a:lnTo>
                    <a:pt x="51198" y="53273"/>
                  </a:lnTo>
                  <a:lnTo>
                    <a:pt x="50981" y="52270"/>
                  </a:lnTo>
                  <a:lnTo>
                    <a:pt x="50769" y="50819"/>
                  </a:lnTo>
                  <a:lnTo>
                    <a:pt x="50759" y="49745"/>
                  </a:lnTo>
                  <a:lnTo>
                    <a:pt x="50950" y="49050"/>
                  </a:lnTo>
                  <a:lnTo>
                    <a:pt x="51864" y="46887"/>
                  </a:lnTo>
                  <a:lnTo>
                    <a:pt x="54364" y="43010"/>
                  </a:lnTo>
                  <a:lnTo>
                    <a:pt x="54702" y="42306"/>
                  </a:lnTo>
                  <a:lnTo>
                    <a:pt x="54837" y="41613"/>
                  </a:lnTo>
                  <a:lnTo>
                    <a:pt x="54492" y="39563"/>
                  </a:lnTo>
                  <a:lnTo>
                    <a:pt x="54008" y="37509"/>
                  </a:lnTo>
                  <a:lnTo>
                    <a:pt x="53516" y="36040"/>
                  </a:lnTo>
                  <a:lnTo>
                    <a:pt x="52137" y="34013"/>
                  </a:lnTo>
                  <a:lnTo>
                    <a:pt x="50239" y="31905"/>
                  </a:lnTo>
                  <a:lnTo>
                    <a:pt x="47569" y="28123"/>
                  </a:lnTo>
                  <a:lnTo>
                    <a:pt x="45588" y="25183"/>
                  </a:lnTo>
                  <a:lnTo>
                    <a:pt x="43221" y="21045"/>
                  </a:lnTo>
                  <a:lnTo>
                    <a:pt x="42080" y="20690"/>
                  </a:lnTo>
                  <a:lnTo>
                    <a:pt x="40759" y="20879"/>
                  </a:lnTo>
                  <a:lnTo>
                    <a:pt x="37904" y="22303"/>
                  </a:lnTo>
                  <a:lnTo>
                    <a:pt x="36945" y="22979"/>
                  </a:lnTo>
                  <a:lnTo>
                    <a:pt x="36710" y="23434"/>
                  </a:lnTo>
                  <a:lnTo>
                    <a:pt x="34584" y="23536"/>
                  </a:lnTo>
                  <a:lnTo>
                    <a:pt x="28563" y="23163"/>
                  </a:lnTo>
                  <a:lnTo>
                    <a:pt x="26261" y="22724"/>
                  </a:lnTo>
                  <a:lnTo>
                    <a:pt x="24542" y="22840"/>
                  </a:lnTo>
                  <a:lnTo>
                    <a:pt x="21590" y="23890"/>
                  </a:lnTo>
                  <a:lnTo>
                    <a:pt x="18442" y="23692"/>
                  </a:lnTo>
                  <a:lnTo>
                    <a:pt x="16472" y="20778"/>
                  </a:lnTo>
                  <a:lnTo>
                    <a:pt x="11995" y="19208"/>
                  </a:lnTo>
                  <a:lnTo>
                    <a:pt x="10659" y="18326"/>
                  </a:lnTo>
                  <a:lnTo>
                    <a:pt x="9746" y="17123"/>
                  </a:lnTo>
                  <a:lnTo>
                    <a:pt x="10048" y="16337"/>
                  </a:lnTo>
                  <a:lnTo>
                    <a:pt x="12594" y="15631"/>
                  </a:lnTo>
                  <a:lnTo>
                    <a:pt x="13652" y="14856"/>
                  </a:lnTo>
                  <a:lnTo>
                    <a:pt x="14160" y="14229"/>
                  </a:lnTo>
                  <a:lnTo>
                    <a:pt x="11637" y="14768"/>
                  </a:lnTo>
                  <a:lnTo>
                    <a:pt x="10522" y="14673"/>
                  </a:lnTo>
                  <a:lnTo>
                    <a:pt x="2933" y="10734"/>
                  </a:lnTo>
                  <a:lnTo>
                    <a:pt x="594" y="10040"/>
                  </a:lnTo>
                  <a:lnTo>
                    <a:pt x="196" y="9688"/>
                  </a:lnTo>
                  <a:lnTo>
                    <a:pt x="0" y="9225"/>
                  </a:lnTo>
                  <a:lnTo>
                    <a:pt x="4" y="8649"/>
                  </a:lnTo>
                  <a:lnTo>
                    <a:pt x="226" y="7784"/>
                  </a:lnTo>
                  <a:lnTo>
                    <a:pt x="2482" y="8877"/>
                  </a:lnTo>
                  <a:lnTo>
                    <a:pt x="3494" y="8958"/>
                  </a:lnTo>
                  <a:lnTo>
                    <a:pt x="5073" y="8632"/>
                  </a:lnTo>
                  <a:lnTo>
                    <a:pt x="5637" y="7948"/>
                  </a:lnTo>
                  <a:lnTo>
                    <a:pt x="5277" y="7550"/>
                  </a:lnTo>
                  <a:lnTo>
                    <a:pt x="2690" y="6236"/>
                  </a:lnTo>
                  <a:lnTo>
                    <a:pt x="1440" y="5239"/>
                  </a:lnTo>
                  <a:lnTo>
                    <a:pt x="959" y="4513"/>
                  </a:lnTo>
                  <a:lnTo>
                    <a:pt x="1455" y="3485"/>
                  </a:lnTo>
                  <a:lnTo>
                    <a:pt x="1586" y="2790"/>
                  </a:lnTo>
                  <a:lnTo>
                    <a:pt x="2417" y="2399"/>
                  </a:lnTo>
                  <a:lnTo>
                    <a:pt x="3950" y="2313"/>
                  </a:lnTo>
                  <a:lnTo>
                    <a:pt x="5912" y="1820"/>
                  </a:lnTo>
                  <a:lnTo>
                    <a:pt x="9501" y="477"/>
                  </a:lnTo>
                  <a:lnTo>
                    <a:pt x="11906" y="0"/>
                  </a:lnTo>
                  <a:lnTo>
                    <a:pt x="14305" y="72"/>
                  </a:lnTo>
                  <a:lnTo>
                    <a:pt x="20117" y="1444"/>
                  </a:lnTo>
                  <a:lnTo>
                    <a:pt x="25911" y="31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1772994" y="1342612"/>
              <a:ext cx="84400" cy="50908"/>
            </a:xfrm>
            <a:custGeom>
              <a:avLst/>
              <a:pathLst>
                <a:path w="84400" h="50908">
                  <a:moveTo>
                    <a:pt x="83479" y="5446"/>
                  </a:moveTo>
                  <a:lnTo>
                    <a:pt x="84339" y="6597"/>
                  </a:lnTo>
                  <a:lnTo>
                    <a:pt x="84400" y="7061"/>
                  </a:lnTo>
                  <a:lnTo>
                    <a:pt x="83986" y="7548"/>
                  </a:lnTo>
                  <a:lnTo>
                    <a:pt x="82654" y="8323"/>
                  </a:lnTo>
                  <a:lnTo>
                    <a:pt x="75957" y="10914"/>
                  </a:lnTo>
                  <a:lnTo>
                    <a:pt x="74645" y="12131"/>
                  </a:lnTo>
                  <a:lnTo>
                    <a:pt x="75139" y="13177"/>
                  </a:lnTo>
                  <a:lnTo>
                    <a:pt x="77554" y="15295"/>
                  </a:lnTo>
                  <a:lnTo>
                    <a:pt x="80009" y="17090"/>
                  </a:lnTo>
                  <a:lnTo>
                    <a:pt x="80540" y="17980"/>
                  </a:lnTo>
                  <a:lnTo>
                    <a:pt x="79373" y="18886"/>
                  </a:lnTo>
                  <a:lnTo>
                    <a:pt x="77137" y="18598"/>
                  </a:lnTo>
                  <a:lnTo>
                    <a:pt x="76303" y="18676"/>
                  </a:lnTo>
                  <a:lnTo>
                    <a:pt x="75514" y="19094"/>
                  </a:lnTo>
                  <a:lnTo>
                    <a:pt x="75727" y="19894"/>
                  </a:lnTo>
                  <a:lnTo>
                    <a:pt x="78200" y="22548"/>
                  </a:lnTo>
                  <a:lnTo>
                    <a:pt x="79013" y="23975"/>
                  </a:lnTo>
                  <a:lnTo>
                    <a:pt x="78994" y="24712"/>
                  </a:lnTo>
                  <a:lnTo>
                    <a:pt x="78556" y="25432"/>
                  </a:lnTo>
                  <a:lnTo>
                    <a:pt x="77518" y="26419"/>
                  </a:lnTo>
                  <a:lnTo>
                    <a:pt x="75880" y="27673"/>
                  </a:lnTo>
                  <a:lnTo>
                    <a:pt x="73074" y="28676"/>
                  </a:lnTo>
                  <a:lnTo>
                    <a:pt x="67037" y="30022"/>
                  </a:lnTo>
                  <a:lnTo>
                    <a:pt x="66838" y="31071"/>
                  </a:lnTo>
                  <a:lnTo>
                    <a:pt x="66877" y="31869"/>
                  </a:lnTo>
                  <a:lnTo>
                    <a:pt x="66731" y="33806"/>
                  </a:lnTo>
                  <a:lnTo>
                    <a:pt x="66523" y="34705"/>
                  </a:lnTo>
                  <a:lnTo>
                    <a:pt x="65805" y="36217"/>
                  </a:lnTo>
                  <a:lnTo>
                    <a:pt x="65281" y="36924"/>
                  </a:lnTo>
                  <a:lnTo>
                    <a:pt x="64376" y="37411"/>
                  </a:lnTo>
                  <a:lnTo>
                    <a:pt x="63089" y="37676"/>
                  </a:lnTo>
                  <a:lnTo>
                    <a:pt x="61437" y="37672"/>
                  </a:lnTo>
                  <a:lnTo>
                    <a:pt x="58711" y="36370"/>
                  </a:lnTo>
                  <a:lnTo>
                    <a:pt x="57474" y="35541"/>
                  </a:lnTo>
                  <a:lnTo>
                    <a:pt x="55753" y="33739"/>
                  </a:lnTo>
                  <a:lnTo>
                    <a:pt x="55443" y="32535"/>
                  </a:lnTo>
                  <a:lnTo>
                    <a:pt x="55611" y="31053"/>
                  </a:lnTo>
                  <a:lnTo>
                    <a:pt x="56065" y="28768"/>
                  </a:lnTo>
                  <a:lnTo>
                    <a:pt x="56814" y="26432"/>
                  </a:lnTo>
                  <a:lnTo>
                    <a:pt x="57857" y="24043"/>
                  </a:lnTo>
                  <a:lnTo>
                    <a:pt x="58166" y="22555"/>
                  </a:lnTo>
                  <a:lnTo>
                    <a:pt x="57740" y="21969"/>
                  </a:lnTo>
                  <a:lnTo>
                    <a:pt x="57026" y="21940"/>
                  </a:lnTo>
                  <a:lnTo>
                    <a:pt x="54805" y="22907"/>
                  </a:lnTo>
                  <a:lnTo>
                    <a:pt x="53370" y="23258"/>
                  </a:lnTo>
                  <a:lnTo>
                    <a:pt x="52260" y="23962"/>
                  </a:lnTo>
                  <a:lnTo>
                    <a:pt x="51473" y="25017"/>
                  </a:lnTo>
                  <a:lnTo>
                    <a:pt x="51027" y="26159"/>
                  </a:lnTo>
                  <a:lnTo>
                    <a:pt x="50779" y="28355"/>
                  </a:lnTo>
                  <a:lnTo>
                    <a:pt x="50357" y="29556"/>
                  </a:lnTo>
                  <a:lnTo>
                    <a:pt x="49158" y="30211"/>
                  </a:lnTo>
                  <a:lnTo>
                    <a:pt x="47366" y="30199"/>
                  </a:lnTo>
                  <a:lnTo>
                    <a:pt x="46686" y="30572"/>
                  </a:lnTo>
                  <a:lnTo>
                    <a:pt x="46353" y="31374"/>
                  </a:lnTo>
                  <a:lnTo>
                    <a:pt x="46594" y="32026"/>
                  </a:lnTo>
                  <a:lnTo>
                    <a:pt x="48361" y="33392"/>
                  </a:lnTo>
                  <a:lnTo>
                    <a:pt x="48581" y="34919"/>
                  </a:lnTo>
                  <a:lnTo>
                    <a:pt x="48367" y="35841"/>
                  </a:lnTo>
                  <a:lnTo>
                    <a:pt x="46457" y="37542"/>
                  </a:lnTo>
                  <a:lnTo>
                    <a:pt x="46008" y="38112"/>
                  </a:lnTo>
                  <a:lnTo>
                    <a:pt x="44823" y="40775"/>
                  </a:lnTo>
                  <a:lnTo>
                    <a:pt x="44386" y="41449"/>
                  </a:lnTo>
                  <a:lnTo>
                    <a:pt x="43401" y="42064"/>
                  </a:lnTo>
                  <a:lnTo>
                    <a:pt x="42407" y="41991"/>
                  </a:lnTo>
                  <a:lnTo>
                    <a:pt x="41487" y="41018"/>
                  </a:lnTo>
                  <a:lnTo>
                    <a:pt x="40139" y="39176"/>
                  </a:lnTo>
                  <a:lnTo>
                    <a:pt x="39232" y="37592"/>
                  </a:lnTo>
                  <a:lnTo>
                    <a:pt x="38767" y="36265"/>
                  </a:lnTo>
                  <a:lnTo>
                    <a:pt x="38370" y="35675"/>
                  </a:lnTo>
                  <a:lnTo>
                    <a:pt x="37727" y="36082"/>
                  </a:lnTo>
                  <a:lnTo>
                    <a:pt x="36948" y="37460"/>
                  </a:lnTo>
                  <a:lnTo>
                    <a:pt x="36928" y="38529"/>
                  </a:lnTo>
                  <a:lnTo>
                    <a:pt x="37097" y="40119"/>
                  </a:lnTo>
                  <a:lnTo>
                    <a:pt x="37054" y="41100"/>
                  </a:lnTo>
                  <a:lnTo>
                    <a:pt x="35918" y="42251"/>
                  </a:lnTo>
                  <a:lnTo>
                    <a:pt x="36082" y="42776"/>
                  </a:lnTo>
                  <a:lnTo>
                    <a:pt x="38075" y="44192"/>
                  </a:lnTo>
                  <a:lnTo>
                    <a:pt x="38331" y="44827"/>
                  </a:lnTo>
                  <a:lnTo>
                    <a:pt x="38343" y="45812"/>
                  </a:lnTo>
                  <a:lnTo>
                    <a:pt x="38211" y="46256"/>
                  </a:lnTo>
                  <a:lnTo>
                    <a:pt x="37414" y="46186"/>
                  </a:lnTo>
                  <a:lnTo>
                    <a:pt x="36742" y="47326"/>
                  </a:lnTo>
                  <a:lnTo>
                    <a:pt x="35973" y="48229"/>
                  </a:lnTo>
                  <a:lnTo>
                    <a:pt x="33951" y="49901"/>
                  </a:lnTo>
                  <a:lnTo>
                    <a:pt x="31139" y="50104"/>
                  </a:lnTo>
                  <a:lnTo>
                    <a:pt x="28813" y="50908"/>
                  </a:lnTo>
                  <a:lnTo>
                    <a:pt x="28319" y="50882"/>
                  </a:lnTo>
                  <a:lnTo>
                    <a:pt x="27758" y="49566"/>
                  </a:lnTo>
                  <a:lnTo>
                    <a:pt x="27127" y="46961"/>
                  </a:lnTo>
                  <a:lnTo>
                    <a:pt x="26566" y="45480"/>
                  </a:lnTo>
                  <a:lnTo>
                    <a:pt x="25727" y="44724"/>
                  </a:lnTo>
                  <a:lnTo>
                    <a:pt x="24688" y="41768"/>
                  </a:lnTo>
                  <a:lnTo>
                    <a:pt x="24200" y="40816"/>
                  </a:lnTo>
                  <a:lnTo>
                    <a:pt x="23726" y="40432"/>
                  </a:lnTo>
                  <a:lnTo>
                    <a:pt x="23328" y="40332"/>
                  </a:lnTo>
                  <a:lnTo>
                    <a:pt x="22741" y="40901"/>
                  </a:lnTo>
                  <a:lnTo>
                    <a:pt x="21387" y="45131"/>
                  </a:lnTo>
                  <a:lnTo>
                    <a:pt x="19182" y="46212"/>
                  </a:lnTo>
                  <a:lnTo>
                    <a:pt x="17971" y="46409"/>
                  </a:lnTo>
                  <a:lnTo>
                    <a:pt x="16747" y="46288"/>
                  </a:lnTo>
                  <a:lnTo>
                    <a:pt x="13720" y="45130"/>
                  </a:lnTo>
                  <a:lnTo>
                    <a:pt x="11293" y="44702"/>
                  </a:lnTo>
                  <a:lnTo>
                    <a:pt x="9599" y="45191"/>
                  </a:lnTo>
                  <a:lnTo>
                    <a:pt x="6813" y="46917"/>
                  </a:lnTo>
                  <a:lnTo>
                    <a:pt x="5703" y="47378"/>
                  </a:lnTo>
                  <a:lnTo>
                    <a:pt x="4198" y="47180"/>
                  </a:lnTo>
                  <a:lnTo>
                    <a:pt x="3539" y="46528"/>
                  </a:lnTo>
                  <a:lnTo>
                    <a:pt x="2978" y="45461"/>
                  </a:lnTo>
                  <a:lnTo>
                    <a:pt x="2916" y="44814"/>
                  </a:lnTo>
                  <a:lnTo>
                    <a:pt x="3354" y="44587"/>
                  </a:lnTo>
                  <a:lnTo>
                    <a:pt x="4048" y="43351"/>
                  </a:lnTo>
                  <a:lnTo>
                    <a:pt x="4026" y="42854"/>
                  </a:lnTo>
                  <a:lnTo>
                    <a:pt x="3340" y="42141"/>
                  </a:lnTo>
                  <a:lnTo>
                    <a:pt x="3330" y="41585"/>
                  </a:lnTo>
                  <a:lnTo>
                    <a:pt x="3575" y="41209"/>
                  </a:lnTo>
                  <a:lnTo>
                    <a:pt x="3520" y="40941"/>
                  </a:lnTo>
                  <a:lnTo>
                    <a:pt x="3166" y="40781"/>
                  </a:lnTo>
                  <a:lnTo>
                    <a:pt x="2476" y="40931"/>
                  </a:lnTo>
                  <a:lnTo>
                    <a:pt x="0" y="41749"/>
                  </a:lnTo>
                  <a:lnTo>
                    <a:pt x="278" y="40860"/>
                  </a:lnTo>
                  <a:lnTo>
                    <a:pt x="1462" y="39002"/>
                  </a:lnTo>
                  <a:lnTo>
                    <a:pt x="4353" y="35294"/>
                  </a:lnTo>
                  <a:lnTo>
                    <a:pt x="5447" y="34203"/>
                  </a:lnTo>
                  <a:lnTo>
                    <a:pt x="6102" y="33874"/>
                  </a:lnTo>
                  <a:lnTo>
                    <a:pt x="14637" y="32685"/>
                  </a:lnTo>
                  <a:lnTo>
                    <a:pt x="15234" y="32330"/>
                  </a:lnTo>
                  <a:lnTo>
                    <a:pt x="19291" y="27345"/>
                  </a:lnTo>
                  <a:lnTo>
                    <a:pt x="20448" y="26205"/>
                  </a:lnTo>
                  <a:lnTo>
                    <a:pt x="21634" y="25298"/>
                  </a:lnTo>
                  <a:lnTo>
                    <a:pt x="27450" y="22291"/>
                  </a:lnTo>
                  <a:lnTo>
                    <a:pt x="27993" y="21604"/>
                  </a:lnTo>
                  <a:lnTo>
                    <a:pt x="28901" y="19522"/>
                  </a:lnTo>
                  <a:lnTo>
                    <a:pt x="29431" y="19000"/>
                  </a:lnTo>
                  <a:lnTo>
                    <a:pt x="30687" y="18209"/>
                  </a:lnTo>
                  <a:lnTo>
                    <a:pt x="34879" y="13998"/>
                  </a:lnTo>
                  <a:lnTo>
                    <a:pt x="38698" y="10953"/>
                  </a:lnTo>
                  <a:lnTo>
                    <a:pt x="40638" y="9069"/>
                  </a:lnTo>
                  <a:lnTo>
                    <a:pt x="43293" y="7166"/>
                  </a:lnTo>
                  <a:lnTo>
                    <a:pt x="46361" y="6350"/>
                  </a:lnTo>
                  <a:lnTo>
                    <a:pt x="55614" y="4917"/>
                  </a:lnTo>
                  <a:lnTo>
                    <a:pt x="62275" y="6802"/>
                  </a:lnTo>
                  <a:lnTo>
                    <a:pt x="63859" y="6921"/>
                  </a:lnTo>
                  <a:lnTo>
                    <a:pt x="64635" y="6387"/>
                  </a:lnTo>
                  <a:lnTo>
                    <a:pt x="65337" y="5518"/>
                  </a:lnTo>
                  <a:lnTo>
                    <a:pt x="66331" y="5883"/>
                  </a:lnTo>
                  <a:lnTo>
                    <a:pt x="68805" y="6147"/>
                  </a:lnTo>
                  <a:lnTo>
                    <a:pt x="69353" y="5939"/>
                  </a:lnTo>
                  <a:lnTo>
                    <a:pt x="70394" y="4954"/>
                  </a:lnTo>
                  <a:lnTo>
                    <a:pt x="69682" y="4413"/>
                  </a:lnTo>
                  <a:lnTo>
                    <a:pt x="66690" y="3419"/>
                  </a:lnTo>
                  <a:lnTo>
                    <a:pt x="66509" y="2914"/>
                  </a:lnTo>
                  <a:lnTo>
                    <a:pt x="66577" y="2437"/>
                  </a:lnTo>
                  <a:lnTo>
                    <a:pt x="67628" y="1292"/>
                  </a:lnTo>
                  <a:lnTo>
                    <a:pt x="68898" y="554"/>
                  </a:lnTo>
                  <a:lnTo>
                    <a:pt x="72577" y="0"/>
                  </a:lnTo>
                  <a:lnTo>
                    <a:pt x="74266" y="141"/>
                  </a:lnTo>
                  <a:lnTo>
                    <a:pt x="76012" y="933"/>
                  </a:lnTo>
                  <a:lnTo>
                    <a:pt x="78293" y="25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2133164" y="1339439"/>
              <a:ext cx="16929" cy="13137"/>
            </a:xfrm>
            <a:custGeom>
              <a:avLst/>
              <a:pathLst>
                <a:path w="16929" h="13137">
                  <a:moveTo>
                    <a:pt x="15350" y="11445"/>
                  </a:moveTo>
                  <a:lnTo>
                    <a:pt x="12381" y="13137"/>
                  </a:lnTo>
                  <a:lnTo>
                    <a:pt x="10864" y="13076"/>
                  </a:lnTo>
                  <a:lnTo>
                    <a:pt x="2178" y="9618"/>
                  </a:lnTo>
                  <a:lnTo>
                    <a:pt x="429" y="7909"/>
                  </a:lnTo>
                  <a:lnTo>
                    <a:pt x="95" y="6758"/>
                  </a:lnTo>
                  <a:lnTo>
                    <a:pt x="0" y="5124"/>
                  </a:lnTo>
                  <a:lnTo>
                    <a:pt x="27" y="2889"/>
                  </a:lnTo>
                  <a:lnTo>
                    <a:pt x="404" y="1386"/>
                  </a:lnTo>
                  <a:lnTo>
                    <a:pt x="862" y="864"/>
                  </a:lnTo>
                  <a:lnTo>
                    <a:pt x="1885" y="327"/>
                  </a:lnTo>
                  <a:lnTo>
                    <a:pt x="3888" y="0"/>
                  </a:lnTo>
                  <a:lnTo>
                    <a:pt x="5793" y="187"/>
                  </a:lnTo>
                  <a:lnTo>
                    <a:pt x="8656" y="786"/>
                  </a:lnTo>
                  <a:lnTo>
                    <a:pt x="11504" y="1781"/>
                  </a:lnTo>
                  <a:lnTo>
                    <a:pt x="15285" y="4833"/>
                  </a:lnTo>
                  <a:lnTo>
                    <a:pt x="16642" y="6289"/>
                  </a:lnTo>
                  <a:lnTo>
                    <a:pt x="16929" y="8180"/>
                  </a:lnTo>
                  <a:lnTo>
                    <a:pt x="16925" y="9338"/>
                  </a:lnTo>
                  <a:lnTo>
                    <a:pt x="16727" y="10182"/>
                  </a:lnTo>
                  <a:lnTo>
                    <a:pt x="16333" y="107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1964182" y="1336502"/>
              <a:ext cx="18309" cy="18628"/>
            </a:xfrm>
            <a:custGeom>
              <a:avLst/>
              <a:pathLst>
                <a:path w="18309" h="18628">
                  <a:moveTo>
                    <a:pt x="17123" y="18103"/>
                  </a:moveTo>
                  <a:lnTo>
                    <a:pt x="15383" y="18628"/>
                  </a:lnTo>
                  <a:lnTo>
                    <a:pt x="11929" y="17427"/>
                  </a:lnTo>
                  <a:lnTo>
                    <a:pt x="9663" y="16911"/>
                  </a:lnTo>
                  <a:lnTo>
                    <a:pt x="7791" y="14778"/>
                  </a:lnTo>
                  <a:lnTo>
                    <a:pt x="5788" y="11871"/>
                  </a:lnTo>
                  <a:lnTo>
                    <a:pt x="4212" y="8658"/>
                  </a:lnTo>
                  <a:lnTo>
                    <a:pt x="3621" y="6766"/>
                  </a:lnTo>
                  <a:lnTo>
                    <a:pt x="2475" y="5642"/>
                  </a:lnTo>
                  <a:lnTo>
                    <a:pt x="2077" y="3778"/>
                  </a:lnTo>
                  <a:lnTo>
                    <a:pt x="0" y="857"/>
                  </a:lnTo>
                  <a:lnTo>
                    <a:pt x="346" y="430"/>
                  </a:lnTo>
                  <a:lnTo>
                    <a:pt x="2306" y="0"/>
                  </a:lnTo>
                  <a:lnTo>
                    <a:pt x="5430" y="543"/>
                  </a:lnTo>
                  <a:lnTo>
                    <a:pt x="6926" y="1579"/>
                  </a:lnTo>
                  <a:lnTo>
                    <a:pt x="8817" y="3318"/>
                  </a:lnTo>
                  <a:lnTo>
                    <a:pt x="11267" y="6090"/>
                  </a:lnTo>
                  <a:lnTo>
                    <a:pt x="12024" y="7318"/>
                  </a:lnTo>
                  <a:lnTo>
                    <a:pt x="12170" y="9004"/>
                  </a:lnTo>
                  <a:lnTo>
                    <a:pt x="12613" y="9919"/>
                  </a:lnTo>
                  <a:lnTo>
                    <a:pt x="14715" y="10081"/>
                  </a:lnTo>
                  <a:lnTo>
                    <a:pt x="17304" y="12311"/>
                  </a:lnTo>
                  <a:lnTo>
                    <a:pt x="17775" y="13174"/>
                  </a:lnTo>
                  <a:lnTo>
                    <a:pt x="18309" y="14930"/>
                  </a:lnTo>
                  <a:lnTo>
                    <a:pt x="18272" y="15767"/>
                  </a:lnTo>
                  <a:lnTo>
                    <a:pt x="17859" y="174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2075347" y="1335391"/>
              <a:ext cx="35745" cy="10039"/>
            </a:xfrm>
            <a:custGeom>
              <a:avLst/>
              <a:pathLst>
                <a:path w="35745" h="10039">
                  <a:moveTo>
                    <a:pt x="8996" y="0"/>
                  </a:moveTo>
                  <a:lnTo>
                    <a:pt x="11850" y="1128"/>
                  </a:lnTo>
                  <a:lnTo>
                    <a:pt x="14951" y="529"/>
                  </a:lnTo>
                  <a:lnTo>
                    <a:pt x="18280" y="466"/>
                  </a:lnTo>
                  <a:lnTo>
                    <a:pt x="25684" y="947"/>
                  </a:lnTo>
                  <a:lnTo>
                    <a:pt x="30588" y="627"/>
                  </a:lnTo>
                  <a:lnTo>
                    <a:pt x="31857" y="818"/>
                  </a:lnTo>
                  <a:lnTo>
                    <a:pt x="33789" y="1542"/>
                  </a:lnTo>
                  <a:lnTo>
                    <a:pt x="34814" y="2416"/>
                  </a:lnTo>
                  <a:lnTo>
                    <a:pt x="35745" y="3895"/>
                  </a:lnTo>
                  <a:lnTo>
                    <a:pt x="33356" y="4795"/>
                  </a:lnTo>
                  <a:lnTo>
                    <a:pt x="31307" y="9384"/>
                  </a:lnTo>
                  <a:lnTo>
                    <a:pt x="31030" y="9613"/>
                  </a:lnTo>
                  <a:lnTo>
                    <a:pt x="28802" y="9675"/>
                  </a:lnTo>
                  <a:lnTo>
                    <a:pt x="27712" y="10039"/>
                  </a:lnTo>
                  <a:lnTo>
                    <a:pt x="21207" y="9389"/>
                  </a:lnTo>
                  <a:lnTo>
                    <a:pt x="3287" y="9097"/>
                  </a:lnTo>
                  <a:lnTo>
                    <a:pt x="2503" y="8525"/>
                  </a:lnTo>
                  <a:lnTo>
                    <a:pt x="144" y="5834"/>
                  </a:lnTo>
                  <a:lnTo>
                    <a:pt x="0" y="4770"/>
                  </a:lnTo>
                  <a:lnTo>
                    <a:pt x="425" y="3529"/>
                  </a:lnTo>
                  <a:lnTo>
                    <a:pt x="931" y="2702"/>
                  </a:lnTo>
                  <a:lnTo>
                    <a:pt x="1517" y="2294"/>
                  </a:lnTo>
                  <a:lnTo>
                    <a:pt x="6730" y="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2004961" y="1332211"/>
              <a:ext cx="16726" cy="6272"/>
            </a:xfrm>
            <a:custGeom>
              <a:avLst/>
              <a:pathLst>
                <a:path w="16726" h="6272">
                  <a:moveTo>
                    <a:pt x="8874" y="5999"/>
                  </a:moveTo>
                  <a:lnTo>
                    <a:pt x="7312" y="6272"/>
                  </a:lnTo>
                  <a:lnTo>
                    <a:pt x="4487" y="6129"/>
                  </a:lnTo>
                  <a:lnTo>
                    <a:pt x="1103" y="5067"/>
                  </a:lnTo>
                  <a:lnTo>
                    <a:pt x="191" y="3825"/>
                  </a:lnTo>
                  <a:lnTo>
                    <a:pt x="0" y="1859"/>
                  </a:lnTo>
                  <a:lnTo>
                    <a:pt x="39" y="771"/>
                  </a:lnTo>
                  <a:lnTo>
                    <a:pt x="310" y="561"/>
                  </a:lnTo>
                  <a:lnTo>
                    <a:pt x="2405" y="303"/>
                  </a:lnTo>
                  <a:lnTo>
                    <a:pt x="6327" y="0"/>
                  </a:lnTo>
                  <a:lnTo>
                    <a:pt x="9489" y="222"/>
                  </a:lnTo>
                  <a:lnTo>
                    <a:pt x="13093" y="1343"/>
                  </a:lnTo>
                  <a:lnTo>
                    <a:pt x="14555" y="2063"/>
                  </a:lnTo>
                  <a:lnTo>
                    <a:pt x="15301" y="2571"/>
                  </a:lnTo>
                  <a:lnTo>
                    <a:pt x="16224" y="3598"/>
                  </a:lnTo>
                  <a:lnTo>
                    <a:pt x="16527" y="4052"/>
                  </a:lnTo>
                  <a:lnTo>
                    <a:pt x="16726" y="4860"/>
                  </a:lnTo>
                  <a:lnTo>
                    <a:pt x="12234" y="5039"/>
                  </a:lnTo>
                  <a:lnTo>
                    <a:pt x="10111" y="53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1862401" y="1326953"/>
              <a:ext cx="16027" cy="10544"/>
            </a:xfrm>
            <a:custGeom>
              <a:avLst/>
              <a:pathLst>
                <a:path w="16027" h="10544">
                  <a:moveTo>
                    <a:pt x="13591" y="9541"/>
                  </a:moveTo>
                  <a:lnTo>
                    <a:pt x="10486" y="10544"/>
                  </a:lnTo>
                  <a:lnTo>
                    <a:pt x="8427" y="10520"/>
                  </a:lnTo>
                  <a:lnTo>
                    <a:pt x="4780" y="9107"/>
                  </a:lnTo>
                  <a:lnTo>
                    <a:pt x="555" y="4790"/>
                  </a:lnTo>
                  <a:lnTo>
                    <a:pt x="0" y="3250"/>
                  </a:lnTo>
                  <a:lnTo>
                    <a:pt x="1577" y="2973"/>
                  </a:lnTo>
                  <a:lnTo>
                    <a:pt x="2723" y="2500"/>
                  </a:lnTo>
                  <a:lnTo>
                    <a:pt x="3439" y="1832"/>
                  </a:lnTo>
                  <a:lnTo>
                    <a:pt x="4797" y="1099"/>
                  </a:lnTo>
                  <a:lnTo>
                    <a:pt x="7937" y="0"/>
                  </a:lnTo>
                  <a:lnTo>
                    <a:pt x="8317" y="424"/>
                  </a:lnTo>
                  <a:lnTo>
                    <a:pt x="8249" y="1324"/>
                  </a:lnTo>
                  <a:lnTo>
                    <a:pt x="8511" y="2164"/>
                  </a:lnTo>
                  <a:lnTo>
                    <a:pt x="9633" y="2343"/>
                  </a:lnTo>
                  <a:lnTo>
                    <a:pt x="10698" y="2943"/>
                  </a:lnTo>
                  <a:lnTo>
                    <a:pt x="12849" y="4785"/>
                  </a:lnTo>
                  <a:lnTo>
                    <a:pt x="14323" y="5140"/>
                  </a:lnTo>
                  <a:lnTo>
                    <a:pt x="14852" y="5544"/>
                  </a:lnTo>
                  <a:lnTo>
                    <a:pt x="15133" y="6163"/>
                  </a:lnTo>
                  <a:lnTo>
                    <a:pt x="16027" y="7242"/>
                  </a:lnTo>
                  <a:lnTo>
                    <a:pt x="16010" y="7802"/>
                  </a:lnTo>
                  <a:lnTo>
                    <a:pt x="14802" y="89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1882226" y="1326194"/>
              <a:ext cx="41611" cy="22441"/>
            </a:xfrm>
            <a:custGeom>
              <a:avLst/>
              <a:pathLst>
                <a:path w="41611" h="22441">
                  <a:moveTo>
                    <a:pt x="32083" y="0"/>
                  </a:moveTo>
                  <a:lnTo>
                    <a:pt x="41181" y="708"/>
                  </a:lnTo>
                  <a:lnTo>
                    <a:pt x="41574" y="840"/>
                  </a:lnTo>
                  <a:lnTo>
                    <a:pt x="41611" y="1370"/>
                  </a:lnTo>
                  <a:lnTo>
                    <a:pt x="40925" y="3070"/>
                  </a:lnTo>
                  <a:lnTo>
                    <a:pt x="39876" y="4308"/>
                  </a:lnTo>
                  <a:lnTo>
                    <a:pt x="35019" y="5861"/>
                  </a:lnTo>
                  <a:lnTo>
                    <a:pt x="28755" y="7268"/>
                  </a:lnTo>
                  <a:lnTo>
                    <a:pt x="27455" y="7951"/>
                  </a:lnTo>
                  <a:lnTo>
                    <a:pt x="27558" y="8358"/>
                  </a:lnTo>
                  <a:lnTo>
                    <a:pt x="28068" y="8865"/>
                  </a:lnTo>
                  <a:lnTo>
                    <a:pt x="29116" y="9508"/>
                  </a:lnTo>
                  <a:lnTo>
                    <a:pt x="33967" y="9362"/>
                  </a:lnTo>
                  <a:lnTo>
                    <a:pt x="35136" y="9639"/>
                  </a:lnTo>
                  <a:lnTo>
                    <a:pt x="35550" y="10054"/>
                  </a:lnTo>
                  <a:lnTo>
                    <a:pt x="35799" y="10662"/>
                  </a:lnTo>
                  <a:lnTo>
                    <a:pt x="35949" y="11454"/>
                  </a:lnTo>
                  <a:lnTo>
                    <a:pt x="35957" y="14139"/>
                  </a:lnTo>
                  <a:lnTo>
                    <a:pt x="35701" y="15693"/>
                  </a:lnTo>
                  <a:lnTo>
                    <a:pt x="35031" y="17100"/>
                  </a:lnTo>
                  <a:lnTo>
                    <a:pt x="33066" y="18101"/>
                  </a:lnTo>
                  <a:lnTo>
                    <a:pt x="29530" y="19423"/>
                  </a:lnTo>
                  <a:lnTo>
                    <a:pt x="27133" y="20011"/>
                  </a:lnTo>
                  <a:lnTo>
                    <a:pt x="25243" y="19799"/>
                  </a:lnTo>
                  <a:lnTo>
                    <a:pt x="23360" y="19936"/>
                  </a:lnTo>
                  <a:lnTo>
                    <a:pt x="15119" y="22428"/>
                  </a:lnTo>
                  <a:lnTo>
                    <a:pt x="12569" y="22441"/>
                  </a:lnTo>
                  <a:lnTo>
                    <a:pt x="10342" y="21839"/>
                  </a:lnTo>
                  <a:lnTo>
                    <a:pt x="7263" y="19488"/>
                  </a:lnTo>
                  <a:lnTo>
                    <a:pt x="4063" y="18564"/>
                  </a:lnTo>
                  <a:lnTo>
                    <a:pt x="2695" y="17507"/>
                  </a:lnTo>
                  <a:lnTo>
                    <a:pt x="1352" y="16929"/>
                  </a:lnTo>
                  <a:lnTo>
                    <a:pt x="980" y="16085"/>
                  </a:lnTo>
                  <a:lnTo>
                    <a:pt x="850" y="15455"/>
                  </a:lnTo>
                  <a:lnTo>
                    <a:pt x="1076" y="14876"/>
                  </a:lnTo>
                  <a:lnTo>
                    <a:pt x="1658" y="14351"/>
                  </a:lnTo>
                  <a:lnTo>
                    <a:pt x="1848" y="13905"/>
                  </a:lnTo>
                  <a:lnTo>
                    <a:pt x="1313" y="12610"/>
                  </a:lnTo>
                  <a:lnTo>
                    <a:pt x="1066" y="11373"/>
                  </a:lnTo>
                  <a:lnTo>
                    <a:pt x="138" y="9597"/>
                  </a:lnTo>
                  <a:lnTo>
                    <a:pt x="0" y="8574"/>
                  </a:lnTo>
                  <a:lnTo>
                    <a:pt x="5" y="7906"/>
                  </a:lnTo>
                  <a:lnTo>
                    <a:pt x="160" y="7185"/>
                  </a:lnTo>
                  <a:lnTo>
                    <a:pt x="775" y="5900"/>
                  </a:lnTo>
                  <a:lnTo>
                    <a:pt x="1094" y="5639"/>
                  </a:lnTo>
                  <a:lnTo>
                    <a:pt x="2972" y="5439"/>
                  </a:lnTo>
                  <a:lnTo>
                    <a:pt x="5438" y="4775"/>
                  </a:lnTo>
                  <a:lnTo>
                    <a:pt x="11115" y="2849"/>
                  </a:lnTo>
                  <a:lnTo>
                    <a:pt x="23583" y="445"/>
                  </a:lnTo>
                  <a:lnTo>
                    <a:pt x="27368" y="667"/>
                  </a:lnTo>
                  <a:lnTo>
                    <a:pt x="29025" y="1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1995893" y="1321230"/>
              <a:ext cx="5510" cy="4280"/>
            </a:xfrm>
            <a:custGeom>
              <a:avLst/>
              <a:pathLst>
                <a:path w="5510" h="4280">
                  <a:moveTo>
                    <a:pt x="3068" y="3687"/>
                  </a:moveTo>
                  <a:lnTo>
                    <a:pt x="1764" y="4280"/>
                  </a:lnTo>
                  <a:lnTo>
                    <a:pt x="242" y="3933"/>
                  </a:lnTo>
                  <a:lnTo>
                    <a:pt x="29" y="3563"/>
                  </a:lnTo>
                  <a:lnTo>
                    <a:pt x="0" y="3116"/>
                  </a:lnTo>
                  <a:lnTo>
                    <a:pt x="153" y="2592"/>
                  </a:lnTo>
                  <a:lnTo>
                    <a:pt x="1852" y="750"/>
                  </a:lnTo>
                  <a:lnTo>
                    <a:pt x="3410" y="118"/>
                  </a:lnTo>
                  <a:lnTo>
                    <a:pt x="4335" y="0"/>
                  </a:lnTo>
                  <a:lnTo>
                    <a:pt x="5087" y="626"/>
                  </a:lnTo>
                  <a:lnTo>
                    <a:pt x="5510" y="15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1882123" y="1306852"/>
              <a:ext cx="44928" cy="14275"/>
            </a:xfrm>
            <a:custGeom>
              <a:avLst/>
              <a:pathLst>
                <a:path w="44928" h="14275">
                  <a:moveTo>
                    <a:pt x="39478" y="3174"/>
                  </a:moveTo>
                  <a:lnTo>
                    <a:pt x="41465" y="4896"/>
                  </a:lnTo>
                  <a:lnTo>
                    <a:pt x="42148" y="4862"/>
                  </a:lnTo>
                  <a:lnTo>
                    <a:pt x="43019" y="5181"/>
                  </a:lnTo>
                  <a:lnTo>
                    <a:pt x="43437" y="5632"/>
                  </a:lnTo>
                  <a:lnTo>
                    <a:pt x="44631" y="7828"/>
                  </a:lnTo>
                  <a:lnTo>
                    <a:pt x="44859" y="8918"/>
                  </a:lnTo>
                  <a:lnTo>
                    <a:pt x="44928" y="10323"/>
                  </a:lnTo>
                  <a:lnTo>
                    <a:pt x="44745" y="11499"/>
                  </a:lnTo>
                  <a:lnTo>
                    <a:pt x="44309" y="12444"/>
                  </a:lnTo>
                  <a:lnTo>
                    <a:pt x="43242" y="13043"/>
                  </a:lnTo>
                  <a:lnTo>
                    <a:pt x="40695" y="13416"/>
                  </a:lnTo>
                  <a:lnTo>
                    <a:pt x="37140" y="12853"/>
                  </a:lnTo>
                  <a:lnTo>
                    <a:pt x="34056" y="13581"/>
                  </a:lnTo>
                  <a:lnTo>
                    <a:pt x="32638" y="13676"/>
                  </a:lnTo>
                  <a:lnTo>
                    <a:pt x="28814" y="13210"/>
                  </a:lnTo>
                  <a:lnTo>
                    <a:pt x="27849" y="12868"/>
                  </a:lnTo>
                  <a:lnTo>
                    <a:pt x="25729" y="11529"/>
                  </a:lnTo>
                  <a:lnTo>
                    <a:pt x="24112" y="10978"/>
                  </a:lnTo>
                  <a:lnTo>
                    <a:pt x="23432" y="11272"/>
                  </a:lnTo>
                  <a:lnTo>
                    <a:pt x="22621" y="12447"/>
                  </a:lnTo>
                  <a:lnTo>
                    <a:pt x="21093" y="13901"/>
                  </a:lnTo>
                  <a:lnTo>
                    <a:pt x="20157" y="14275"/>
                  </a:lnTo>
                  <a:lnTo>
                    <a:pt x="17406" y="14031"/>
                  </a:lnTo>
                  <a:lnTo>
                    <a:pt x="13187" y="11575"/>
                  </a:lnTo>
                  <a:lnTo>
                    <a:pt x="8343" y="12301"/>
                  </a:lnTo>
                  <a:lnTo>
                    <a:pt x="3323" y="13737"/>
                  </a:lnTo>
                  <a:lnTo>
                    <a:pt x="1363" y="14006"/>
                  </a:lnTo>
                  <a:lnTo>
                    <a:pt x="789" y="13590"/>
                  </a:lnTo>
                  <a:lnTo>
                    <a:pt x="0" y="12512"/>
                  </a:lnTo>
                  <a:lnTo>
                    <a:pt x="123" y="11968"/>
                  </a:lnTo>
                  <a:lnTo>
                    <a:pt x="1619" y="10324"/>
                  </a:lnTo>
                  <a:lnTo>
                    <a:pt x="4959" y="8597"/>
                  </a:lnTo>
                  <a:lnTo>
                    <a:pt x="7400" y="7623"/>
                  </a:lnTo>
                  <a:lnTo>
                    <a:pt x="12247" y="6205"/>
                  </a:lnTo>
                  <a:lnTo>
                    <a:pt x="17984" y="5410"/>
                  </a:lnTo>
                  <a:lnTo>
                    <a:pt x="20129" y="4567"/>
                  </a:lnTo>
                  <a:lnTo>
                    <a:pt x="21487" y="3361"/>
                  </a:lnTo>
                  <a:lnTo>
                    <a:pt x="25221" y="1460"/>
                  </a:lnTo>
                  <a:lnTo>
                    <a:pt x="27423" y="672"/>
                  </a:lnTo>
                  <a:lnTo>
                    <a:pt x="30370" y="0"/>
                  </a:lnTo>
                  <a:lnTo>
                    <a:pt x="32757" y="34"/>
                  </a:lnTo>
                  <a:lnTo>
                    <a:pt x="35793" y="1577"/>
                  </a:lnTo>
                  <a:lnTo>
                    <a:pt x="38060" y="23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2051907" y="1305451"/>
              <a:ext cx="39217" cy="29526"/>
            </a:xfrm>
            <a:custGeom>
              <a:avLst/>
              <a:pathLst>
                <a:path w="39217" h="29526">
                  <a:moveTo>
                    <a:pt x="24259" y="8094"/>
                  </a:moveTo>
                  <a:lnTo>
                    <a:pt x="26939" y="8867"/>
                  </a:lnTo>
                  <a:lnTo>
                    <a:pt x="31564" y="8528"/>
                  </a:lnTo>
                  <a:lnTo>
                    <a:pt x="33247" y="9091"/>
                  </a:lnTo>
                  <a:lnTo>
                    <a:pt x="37582" y="11079"/>
                  </a:lnTo>
                  <a:lnTo>
                    <a:pt x="38897" y="12254"/>
                  </a:lnTo>
                  <a:lnTo>
                    <a:pt x="39211" y="13141"/>
                  </a:lnTo>
                  <a:lnTo>
                    <a:pt x="39217" y="13592"/>
                  </a:lnTo>
                  <a:lnTo>
                    <a:pt x="37779" y="14556"/>
                  </a:lnTo>
                  <a:lnTo>
                    <a:pt x="34894" y="16032"/>
                  </a:lnTo>
                  <a:lnTo>
                    <a:pt x="34197" y="17143"/>
                  </a:lnTo>
                  <a:lnTo>
                    <a:pt x="36769" y="18531"/>
                  </a:lnTo>
                  <a:lnTo>
                    <a:pt x="38075" y="19766"/>
                  </a:lnTo>
                  <a:lnTo>
                    <a:pt x="38662" y="20649"/>
                  </a:lnTo>
                  <a:lnTo>
                    <a:pt x="38682" y="21558"/>
                  </a:lnTo>
                  <a:lnTo>
                    <a:pt x="36948" y="24011"/>
                  </a:lnTo>
                  <a:lnTo>
                    <a:pt x="35675" y="24734"/>
                  </a:lnTo>
                  <a:lnTo>
                    <a:pt x="33729" y="24656"/>
                  </a:lnTo>
                  <a:lnTo>
                    <a:pt x="32808" y="24880"/>
                  </a:lnTo>
                  <a:lnTo>
                    <a:pt x="30319" y="26025"/>
                  </a:lnTo>
                  <a:lnTo>
                    <a:pt x="26449" y="27121"/>
                  </a:lnTo>
                  <a:lnTo>
                    <a:pt x="21166" y="27571"/>
                  </a:lnTo>
                  <a:lnTo>
                    <a:pt x="19733" y="28246"/>
                  </a:lnTo>
                  <a:lnTo>
                    <a:pt x="17110" y="29351"/>
                  </a:lnTo>
                  <a:lnTo>
                    <a:pt x="15343" y="29526"/>
                  </a:lnTo>
                  <a:lnTo>
                    <a:pt x="14765" y="28892"/>
                  </a:lnTo>
                  <a:lnTo>
                    <a:pt x="14500" y="27957"/>
                  </a:lnTo>
                  <a:lnTo>
                    <a:pt x="14635" y="27311"/>
                  </a:lnTo>
                  <a:lnTo>
                    <a:pt x="15008" y="26509"/>
                  </a:lnTo>
                  <a:lnTo>
                    <a:pt x="14166" y="25758"/>
                  </a:lnTo>
                  <a:lnTo>
                    <a:pt x="10380" y="24317"/>
                  </a:lnTo>
                  <a:lnTo>
                    <a:pt x="8175" y="22308"/>
                  </a:lnTo>
                  <a:lnTo>
                    <a:pt x="7862" y="21677"/>
                  </a:lnTo>
                  <a:lnTo>
                    <a:pt x="7751" y="21115"/>
                  </a:lnTo>
                  <a:lnTo>
                    <a:pt x="12652" y="20743"/>
                  </a:lnTo>
                  <a:lnTo>
                    <a:pt x="14761" y="20338"/>
                  </a:lnTo>
                  <a:lnTo>
                    <a:pt x="15698" y="19686"/>
                  </a:lnTo>
                  <a:lnTo>
                    <a:pt x="15853" y="19306"/>
                  </a:lnTo>
                  <a:lnTo>
                    <a:pt x="14915" y="19141"/>
                  </a:lnTo>
                  <a:lnTo>
                    <a:pt x="11557" y="17788"/>
                  </a:lnTo>
                  <a:lnTo>
                    <a:pt x="5924" y="16979"/>
                  </a:lnTo>
                  <a:lnTo>
                    <a:pt x="5656" y="16041"/>
                  </a:lnTo>
                  <a:lnTo>
                    <a:pt x="3307" y="14162"/>
                  </a:lnTo>
                  <a:lnTo>
                    <a:pt x="3083" y="12378"/>
                  </a:lnTo>
                  <a:lnTo>
                    <a:pt x="2572" y="11884"/>
                  </a:lnTo>
                  <a:lnTo>
                    <a:pt x="975" y="11109"/>
                  </a:lnTo>
                  <a:lnTo>
                    <a:pt x="739" y="10854"/>
                  </a:lnTo>
                  <a:lnTo>
                    <a:pt x="266" y="9703"/>
                  </a:lnTo>
                  <a:lnTo>
                    <a:pt x="194" y="9074"/>
                  </a:lnTo>
                  <a:lnTo>
                    <a:pt x="286" y="8502"/>
                  </a:lnTo>
                  <a:lnTo>
                    <a:pt x="3184" y="7295"/>
                  </a:lnTo>
                  <a:lnTo>
                    <a:pt x="2780" y="6458"/>
                  </a:lnTo>
                  <a:lnTo>
                    <a:pt x="578" y="3334"/>
                  </a:lnTo>
                  <a:lnTo>
                    <a:pt x="0" y="1595"/>
                  </a:lnTo>
                  <a:lnTo>
                    <a:pt x="93" y="936"/>
                  </a:lnTo>
                  <a:lnTo>
                    <a:pt x="1461" y="20"/>
                  </a:lnTo>
                  <a:lnTo>
                    <a:pt x="3383" y="0"/>
                  </a:lnTo>
                  <a:lnTo>
                    <a:pt x="8458" y="278"/>
                  </a:lnTo>
                  <a:lnTo>
                    <a:pt x="10884" y="659"/>
                  </a:lnTo>
                  <a:lnTo>
                    <a:pt x="13302" y="1405"/>
                  </a:lnTo>
                  <a:lnTo>
                    <a:pt x="15954" y="2510"/>
                  </a:lnTo>
                  <a:lnTo>
                    <a:pt x="19914" y="3490"/>
                  </a:lnTo>
                  <a:lnTo>
                    <a:pt x="21183" y="4138"/>
                  </a:lnTo>
                  <a:lnTo>
                    <a:pt x="23568" y="6201"/>
                  </a:lnTo>
                  <a:lnTo>
                    <a:pt x="23825" y="6856"/>
                  </a:lnTo>
                  <a:lnTo>
                    <a:pt x="23668" y="75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1969700" y="1289293"/>
              <a:ext cx="74725" cy="46044"/>
            </a:xfrm>
            <a:custGeom>
              <a:avLst/>
              <a:pathLst>
                <a:path w="74725" h="46044">
                  <a:moveTo>
                    <a:pt x="24461" y="1076"/>
                  </a:moveTo>
                  <a:lnTo>
                    <a:pt x="27122" y="1676"/>
                  </a:lnTo>
                  <a:lnTo>
                    <a:pt x="30271" y="3573"/>
                  </a:lnTo>
                  <a:lnTo>
                    <a:pt x="33247" y="7595"/>
                  </a:lnTo>
                  <a:lnTo>
                    <a:pt x="33398" y="8110"/>
                  </a:lnTo>
                  <a:lnTo>
                    <a:pt x="33414" y="8778"/>
                  </a:lnTo>
                  <a:lnTo>
                    <a:pt x="33294" y="9600"/>
                  </a:lnTo>
                  <a:lnTo>
                    <a:pt x="32900" y="10668"/>
                  </a:lnTo>
                  <a:lnTo>
                    <a:pt x="32359" y="11308"/>
                  </a:lnTo>
                  <a:lnTo>
                    <a:pt x="33891" y="12087"/>
                  </a:lnTo>
                  <a:lnTo>
                    <a:pt x="34059" y="12467"/>
                  </a:lnTo>
                  <a:lnTo>
                    <a:pt x="33923" y="13330"/>
                  </a:lnTo>
                  <a:lnTo>
                    <a:pt x="34111" y="13966"/>
                  </a:lnTo>
                  <a:lnTo>
                    <a:pt x="35038" y="13337"/>
                  </a:lnTo>
                  <a:lnTo>
                    <a:pt x="35830" y="12376"/>
                  </a:lnTo>
                  <a:lnTo>
                    <a:pt x="36029" y="11759"/>
                  </a:lnTo>
                  <a:lnTo>
                    <a:pt x="36189" y="10098"/>
                  </a:lnTo>
                  <a:lnTo>
                    <a:pt x="38513" y="9268"/>
                  </a:lnTo>
                  <a:lnTo>
                    <a:pt x="40953" y="8062"/>
                  </a:lnTo>
                  <a:lnTo>
                    <a:pt x="42101" y="7791"/>
                  </a:lnTo>
                  <a:lnTo>
                    <a:pt x="44019" y="8071"/>
                  </a:lnTo>
                  <a:lnTo>
                    <a:pt x="48614" y="10929"/>
                  </a:lnTo>
                  <a:lnTo>
                    <a:pt x="50368" y="11203"/>
                  </a:lnTo>
                  <a:lnTo>
                    <a:pt x="51005" y="11539"/>
                  </a:lnTo>
                  <a:lnTo>
                    <a:pt x="51588" y="12204"/>
                  </a:lnTo>
                  <a:lnTo>
                    <a:pt x="51627" y="12923"/>
                  </a:lnTo>
                  <a:lnTo>
                    <a:pt x="50693" y="14589"/>
                  </a:lnTo>
                  <a:lnTo>
                    <a:pt x="50335" y="15604"/>
                  </a:lnTo>
                  <a:lnTo>
                    <a:pt x="50555" y="16263"/>
                  </a:lnTo>
                  <a:lnTo>
                    <a:pt x="52952" y="16817"/>
                  </a:lnTo>
                  <a:lnTo>
                    <a:pt x="58420" y="15712"/>
                  </a:lnTo>
                  <a:lnTo>
                    <a:pt x="63198" y="18421"/>
                  </a:lnTo>
                  <a:lnTo>
                    <a:pt x="65842" y="21642"/>
                  </a:lnTo>
                  <a:lnTo>
                    <a:pt x="67800" y="22723"/>
                  </a:lnTo>
                  <a:lnTo>
                    <a:pt x="68110" y="23307"/>
                  </a:lnTo>
                  <a:lnTo>
                    <a:pt x="67554" y="23857"/>
                  </a:lnTo>
                  <a:lnTo>
                    <a:pt x="66997" y="25369"/>
                  </a:lnTo>
                  <a:lnTo>
                    <a:pt x="65428" y="26496"/>
                  </a:lnTo>
                  <a:lnTo>
                    <a:pt x="65093" y="27002"/>
                  </a:lnTo>
                  <a:lnTo>
                    <a:pt x="65930" y="28340"/>
                  </a:lnTo>
                  <a:lnTo>
                    <a:pt x="65992" y="29179"/>
                  </a:lnTo>
                  <a:lnTo>
                    <a:pt x="65883" y="30345"/>
                  </a:lnTo>
                  <a:lnTo>
                    <a:pt x="66188" y="30999"/>
                  </a:lnTo>
                  <a:lnTo>
                    <a:pt x="68333" y="31697"/>
                  </a:lnTo>
                  <a:lnTo>
                    <a:pt x="73227" y="36478"/>
                  </a:lnTo>
                  <a:lnTo>
                    <a:pt x="74117" y="37813"/>
                  </a:lnTo>
                  <a:lnTo>
                    <a:pt x="74668" y="39480"/>
                  </a:lnTo>
                  <a:lnTo>
                    <a:pt x="74725" y="40044"/>
                  </a:lnTo>
                  <a:lnTo>
                    <a:pt x="74026" y="40967"/>
                  </a:lnTo>
                  <a:lnTo>
                    <a:pt x="73263" y="43582"/>
                  </a:lnTo>
                  <a:lnTo>
                    <a:pt x="72831" y="44179"/>
                  </a:lnTo>
                  <a:lnTo>
                    <a:pt x="70845" y="44689"/>
                  </a:lnTo>
                  <a:lnTo>
                    <a:pt x="67236" y="45150"/>
                  </a:lnTo>
                  <a:lnTo>
                    <a:pt x="63866" y="46044"/>
                  </a:lnTo>
                  <a:lnTo>
                    <a:pt x="60246" y="44894"/>
                  </a:lnTo>
                  <a:lnTo>
                    <a:pt x="56710" y="43149"/>
                  </a:lnTo>
                  <a:lnTo>
                    <a:pt x="55640" y="42000"/>
                  </a:lnTo>
                  <a:lnTo>
                    <a:pt x="54759" y="40611"/>
                  </a:lnTo>
                  <a:lnTo>
                    <a:pt x="54528" y="40068"/>
                  </a:lnTo>
                  <a:lnTo>
                    <a:pt x="54172" y="37835"/>
                  </a:lnTo>
                  <a:lnTo>
                    <a:pt x="53983" y="37359"/>
                  </a:lnTo>
                  <a:lnTo>
                    <a:pt x="52491" y="36103"/>
                  </a:lnTo>
                  <a:lnTo>
                    <a:pt x="51168" y="34223"/>
                  </a:lnTo>
                  <a:lnTo>
                    <a:pt x="48626" y="34060"/>
                  </a:lnTo>
                  <a:lnTo>
                    <a:pt x="42590" y="32147"/>
                  </a:lnTo>
                  <a:lnTo>
                    <a:pt x="40007" y="31691"/>
                  </a:lnTo>
                  <a:lnTo>
                    <a:pt x="37424" y="31825"/>
                  </a:lnTo>
                  <a:lnTo>
                    <a:pt x="33762" y="32596"/>
                  </a:lnTo>
                  <a:lnTo>
                    <a:pt x="33072" y="32390"/>
                  </a:lnTo>
                  <a:lnTo>
                    <a:pt x="32447" y="31818"/>
                  </a:lnTo>
                  <a:lnTo>
                    <a:pt x="31887" y="30883"/>
                  </a:lnTo>
                  <a:lnTo>
                    <a:pt x="31748" y="30195"/>
                  </a:lnTo>
                  <a:lnTo>
                    <a:pt x="32349" y="28987"/>
                  </a:lnTo>
                  <a:lnTo>
                    <a:pt x="21608" y="30508"/>
                  </a:lnTo>
                  <a:lnTo>
                    <a:pt x="18550" y="32268"/>
                  </a:lnTo>
                  <a:lnTo>
                    <a:pt x="14261" y="31988"/>
                  </a:lnTo>
                  <a:lnTo>
                    <a:pt x="12122" y="31245"/>
                  </a:lnTo>
                  <a:lnTo>
                    <a:pt x="9272" y="29560"/>
                  </a:lnTo>
                  <a:lnTo>
                    <a:pt x="7958" y="28094"/>
                  </a:lnTo>
                  <a:lnTo>
                    <a:pt x="6753" y="26122"/>
                  </a:lnTo>
                  <a:lnTo>
                    <a:pt x="6638" y="24630"/>
                  </a:lnTo>
                  <a:lnTo>
                    <a:pt x="7614" y="23621"/>
                  </a:lnTo>
                  <a:lnTo>
                    <a:pt x="8630" y="23023"/>
                  </a:lnTo>
                  <a:lnTo>
                    <a:pt x="9687" y="22831"/>
                  </a:lnTo>
                  <a:lnTo>
                    <a:pt x="15513" y="24002"/>
                  </a:lnTo>
                  <a:lnTo>
                    <a:pt x="20619" y="24600"/>
                  </a:lnTo>
                  <a:lnTo>
                    <a:pt x="22820" y="23999"/>
                  </a:lnTo>
                  <a:lnTo>
                    <a:pt x="23819" y="22401"/>
                  </a:lnTo>
                  <a:lnTo>
                    <a:pt x="22622" y="21542"/>
                  </a:lnTo>
                  <a:lnTo>
                    <a:pt x="17706" y="21190"/>
                  </a:lnTo>
                  <a:lnTo>
                    <a:pt x="18755" y="20349"/>
                  </a:lnTo>
                  <a:lnTo>
                    <a:pt x="22909" y="19483"/>
                  </a:lnTo>
                  <a:lnTo>
                    <a:pt x="25079" y="18194"/>
                  </a:lnTo>
                  <a:lnTo>
                    <a:pt x="24661" y="17742"/>
                  </a:lnTo>
                  <a:lnTo>
                    <a:pt x="23412" y="17224"/>
                  </a:lnTo>
                  <a:lnTo>
                    <a:pt x="17844" y="17375"/>
                  </a:lnTo>
                  <a:lnTo>
                    <a:pt x="15842" y="16865"/>
                  </a:lnTo>
                  <a:lnTo>
                    <a:pt x="15734" y="16442"/>
                  </a:lnTo>
                  <a:lnTo>
                    <a:pt x="16183" y="15899"/>
                  </a:lnTo>
                  <a:lnTo>
                    <a:pt x="19355" y="13278"/>
                  </a:lnTo>
                  <a:lnTo>
                    <a:pt x="19225" y="12802"/>
                  </a:lnTo>
                  <a:lnTo>
                    <a:pt x="17861" y="11943"/>
                  </a:lnTo>
                  <a:lnTo>
                    <a:pt x="16663" y="10828"/>
                  </a:lnTo>
                  <a:lnTo>
                    <a:pt x="16218" y="10701"/>
                  </a:lnTo>
                  <a:lnTo>
                    <a:pt x="13460" y="11698"/>
                  </a:lnTo>
                  <a:lnTo>
                    <a:pt x="9585" y="15546"/>
                  </a:lnTo>
                  <a:lnTo>
                    <a:pt x="8661" y="16103"/>
                  </a:lnTo>
                  <a:lnTo>
                    <a:pt x="7774" y="16071"/>
                  </a:lnTo>
                  <a:lnTo>
                    <a:pt x="6926" y="15451"/>
                  </a:lnTo>
                  <a:lnTo>
                    <a:pt x="6934" y="14643"/>
                  </a:lnTo>
                  <a:lnTo>
                    <a:pt x="7798" y="13647"/>
                  </a:lnTo>
                  <a:lnTo>
                    <a:pt x="9594" y="10665"/>
                  </a:lnTo>
                  <a:lnTo>
                    <a:pt x="9463" y="9601"/>
                  </a:lnTo>
                  <a:lnTo>
                    <a:pt x="7708" y="8892"/>
                  </a:lnTo>
                  <a:lnTo>
                    <a:pt x="3081" y="9421"/>
                  </a:lnTo>
                  <a:lnTo>
                    <a:pt x="505" y="9441"/>
                  </a:lnTo>
                  <a:lnTo>
                    <a:pt x="107" y="8600"/>
                  </a:lnTo>
                  <a:lnTo>
                    <a:pt x="0" y="7027"/>
                  </a:lnTo>
                  <a:lnTo>
                    <a:pt x="103" y="5550"/>
                  </a:lnTo>
                  <a:lnTo>
                    <a:pt x="745" y="3237"/>
                  </a:lnTo>
                  <a:lnTo>
                    <a:pt x="1640" y="1471"/>
                  </a:lnTo>
                  <a:lnTo>
                    <a:pt x="2185" y="841"/>
                  </a:lnTo>
                  <a:lnTo>
                    <a:pt x="8321" y="1213"/>
                  </a:lnTo>
                  <a:lnTo>
                    <a:pt x="18345" y="115"/>
                  </a:lnTo>
                  <a:lnTo>
                    <a:pt x="2127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2031635" y="1265888"/>
              <a:ext cx="15410" cy="12411"/>
            </a:xfrm>
            <a:custGeom>
              <a:avLst/>
              <a:pathLst>
                <a:path w="15410" h="12411">
                  <a:moveTo>
                    <a:pt x="15152" y="4816"/>
                  </a:moveTo>
                  <a:lnTo>
                    <a:pt x="15410" y="8664"/>
                  </a:lnTo>
                  <a:lnTo>
                    <a:pt x="15173" y="10599"/>
                  </a:lnTo>
                  <a:lnTo>
                    <a:pt x="14596" y="12027"/>
                  </a:lnTo>
                  <a:lnTo>
                    <a:pt x="14090" y="12363"/>
                  </a:lnTo>
                  <a:lnTo>
                    <a:pt x="13408" y="12411"/>
                  </a:lnTo>
                  <a:lnTo>
                    <a:pt x="10305" y="11294"/>
                  </a:lnTo>
                  <a:lnTo>
                    <a:pt x="9359" y="10638"/>
                  </a:lnTo>
                  <a:lnTo>
                    <a:pt x="9308" y="10082"/>
                  </a:lnTo>
                  <a:lnTo>
                    <a:pt x="9005" y="8999"/>
                  </a:lnTo>
                  <a:lnTo>
                    <a:pt x="6931" y="7592"/>
                  </a:lnTo>
                  <a:lnTo>
                    <a:pt x="3049" y="7818"/>
                  </a:lnTo>
                  <a:lnTo>
                    <a:pt x="1432" y="7684"/>
                  </a:lnTo>
                  <a:lnTo>
                    <a:pt x="785" y="7264"/>
                  </a:lnTo>
                  <a:lnTo>
                    <a:pt x="381" y="6661"/>
                  </a:lnTo>
                  <a:lnTo>
                    <a:pt x="0" y="4220"/>
                  </a:lnTo>
                  <a:lnTo>
                    <a:pt x="64" y="3359"/>
                  </a:lnTo>
                  <a:lnTo>
                    <a:pt x="539" y="1861"/>
                  </a:lnTo>
                  <a:lnTo>
                    <a:pt x="826" y="1499"/>
                  </a:lnTo>
                  <a:lnTo>
                    <a:pt x="3670" y="117"/>
                  </a:lnTo>
                  <a:lnTo>
                    <a:pt x="4483" y="0"/>
                  </a:lnTo>
                  <a:lnTo>
                    <a:pt x="7962" y="522"/>
                  </a:lnTo>
                  <a:lnTo>
                    <a:pt x="11046" y="587"/>
                  </a:lnTo>
                  <a:lnTo>
                    <a:pt x="12597" y="974"/>
                  </a:lnTo>
                  <a:lnTo>
                    <a:pt x="13982" y="1841"/>
                  </a:lnTo>
                  <a:lnTo>
                    <a:pt x="14794" y="31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2069707" y="1229830"/>
              <a:ext cx="133212" cy="94986"/>
            </a:xfrm>
            <a:custGeom>
              <a:avLst/>
              <a:pathLst>
                <a:path w="133212" h="94986">
                  <a:moveTo>
                    <a:pt x="55502" y="6841"/>
                  </a:moveTo>
                  <a:lnTo>
                    <a:pt x="56984" y="9310"/>
                  </a:lnTo>
                  <a:lnTo>
                    <a:pt x="62463" y="15197"/>
                  </a:lnTo>
                  <a:lnTo>
                    <a:pt x="64945" y="17337"/>
                  </a:lnTo>
                  <a:lnTo>
                    <a:pt x="69158" y="19995"/>
                  </a:lnTo>
                  <a:lnTo>
                    <a:pt x="69682" y="20952"/>
                  </a:lnTo>
                  <a:lnTo>
                    <a:pt x="69731" y="21355"/>
                  </a:lnTo>
                  <a:lnTo>
                    <a:pt x="69611" y="22773"/>
                  </a:lnTo>
                  <a:lnTo>
                    <a:pt x="70812" y="23298"/>
                  </a:lnTo>
                  <a:lnTo>
                    <a:pt x="74441" y="24116"/>
                  </a:lnTo>
                  <a:lnTo>
                    <a:pt x="78481" y="25588"/>
                  </a:lnTo>
                  <a:lnTo>
                    <a:pt x="79208" y="25504"/>
                  </a:lnTo>
                  <a:lnTo>
                    <a:pt x="80617" y="24633"/>
                  </a:lnTo>
                  <a:lnTo>
                    <a:pt x="82309" y="24395"/>
                  </a:lnTo>
                  <a:lnTo>
                    <a:pt x="84532" y="24604"/>
                  </a:lnTo>
                  <a:lnTo>
                    <a:pt x="85593" y="25227"/>
                  </a:lnTo>
                  <a:lnTo>
                    <a:pt x="86373" y="26143"/>
                  </a:lnTo>
                  <a:lnTo>
                    <a:pt x="86698" y="26800"/>
                  </a:lnTo>
                  <a:lnTo>
                    <a:pt x="86745" y="27308"/>
                  </a:lnTo>
                  <a:lnTo>
                    <a:pt x="85947" y="28292"/>
                  </a:lnTo>
                  <a:lnTo>
                    <a:pt x="86036" y="28673"/>
                  </a:lnTo>
                  <a:lnTo>
                    <a:pt x="86512" y="29132"/>
                  </a:lnTo>
                  <a:lnTo>
                    <a:pt x="86596" y="29668"/>
                  </a:lnTo>
                  <a:lnTo>
                    <a:pt x="85796" y="31769"/>
                  </a:lnTo>
                  <a:lnTo>
                    <a:pt x="86016" y="32539"/>
                  </a:lnTo>
                  <a:lnTo>
                    <a:pt x="88050" y="34451"/>
                  </a:lnTo>
                  <a:lnTo>
                    <a:pt x="89888" y="35405"/>
                  </a:lnTo>
                  <a:lnTo>
                    <a:pt x="93519" y="36441"/>
                  </a:lnTo>
                  <a:lnTo>
                    <a:pt x="95885" y="36366"/>
                  </a:lnTo>
                  <a:lnTo>
                    <a:pt x="97354" y="37022"/>
                  </a:lnTo>
                  <a:lnTo>
                    <a:pt x="97389" y="36617"/>
                  </a:lnTo>
                  <a:lnTo>
                    <a:pt x="96724" y="35396"/>
                  </a:lnTo>
                  <a:lnTo>
                    <a:pt x="95300" y="33662"/>
                  </a:lnTo>
                  <a:lnTo>
                    <a:pt x="92668" y="32770"/>
                  </a:lnTo>
                  <a:lnTo>
                    <a:pt x="92285" y="31754"/>
                  </a:lnTo>
                  <a:lnTo>
                    <a:pt x="92090" y="30025"/>
                  </a:lnTo>
                  <a:lnTo>
                    <a:pt x="92315" y="28885"/>
                  </a:lnTo>
                  <a:lnTo>
                    <a:pt x="93664" y="27964"/>
                  </a:lnTo>
                  <a:lnTo>
                    <a:pt x="94805" y="27667"/>
                  </a:lnTo>
                  <a:lnTo>
                    <a:pt x="98201" y="27625"/>
                  </a:lnTo>
                  <a:lnTo>
                    <a:pt x="100078" y="28035"/>
                  </a:lnTo>
                  <a:lnTo>
                    <a:pt x="103314" y="29320"/>
                  </a:lnTo>
                  <a:lnTo>
                    <a:pt x="103649" y="30020"/>
                  </a:lnTo>
                  <a:lnTo>
                    <a:pt x="103822" y="31404"/>
                  </a:lnTo>
                  <a:lnTo>
                    <a:pt x="103957" y="34186"/>
                  </a:lnTo>
                  <a:lnTo>
                    <a:pt x="103876" y="34784"/>
                  </a:lnTo>
                  <a:lnTo>
                    <a:pt x="101110" y="36360"/>
                  </a:lnTo>
                  <a:lnTo>
                    <a:pt x="100506" y="37429"/>
                  </a:lnTo>
                  <a:lnTo>
                    <a:pt x="101206" y="37731"/>
                  </a:lnTo>
                  <a:lnTo>
                    <a:pt x="103583" y="37969"/>
                  </a:lnTo>
                  <a:lnTo>
                    <a:pt x="107249" y="38941"/>
                  </a:lnTo>
                  <a:lnTo>
                    <a:pt x="108685" y="39039"/>
                  </a:lnTo>
                  <a:lnTo>
                    <a:pt x="110114" y="41293"/>
                  </a:lnTo>
                  <a:lnTo>
                    <a:pt x="111238" y="43441"/>
                  </a:lnTo>
                  <a:lnTo>
                    <a:pt x="110417" y="46066"/>
                  </a:lnTo>
                  <a:lnTo>
                    <a:pt x="109341" y="50285"/>
                  </a:lnTo>
                  <a:lnTo>
                    <a:pt x="108478" y="51252"/>
                  </a:lnTo>
                  <a:lnTo>
                    <a:pt x="107627" y="52722"/>
                  </a:lnTo>
                  <a:lnTo>
                    <a:pt x="108221" y="52989"/>
                  </a:lnTo>
                  <a:lnTo>
                    <a:pt x="111828" y="52403"/>
                  </a:lnTo>
                  <a:lnTo>
                    <a:pt x="112557" y="52204"/>
                  </a:lnTo>
                  <a:lnTo>
                    <a:pt x="114967" y="50770"/>
                  </a:lnTo>
                  <a:lnTo>
                    <a:pt x="118508" y="51103"/>
                  </a:lnTo>
                  <a:lnTo>
                    <a:pt x="119698" y="51474"/>
                  </a:lnTo>
                  <a:lnTo>
                    <a:pt x="120285" y="51976"/>
                  </a:lnTo>
                  <a:lnTo>
                    <a:pt x="121363" y="53577"/>
                  </a:lnTo>
                  <a:lnTo>
                    <a:pt x="122255" y="55698"/>
                  </a:lnTo>
                  <a:lnTo>
                    <a:pt x="122914" y="55505"/>
                  </a:lnTo>
                  <a:lnTo>
                    <a:pt x="124562" y="52932"/>
                  </a:lnTo>
                  <a:lnTo>
                    <a:pt x="125163" y="52298"/>
                  </a:lnTo>
                  <a:lnTo>
                    <a:pt x="125984" y="51684"/>
                  </a:lnTo>
                  <a:lnTo>
                    <a:pt x="126333" y="51798"/>
                  </a:lnTo>
                  <a:lnTo>
                    <a:pt x="127997" y="54195"/>
                  </a:lnTo>
                  <a:lnTo>
                    <a:pt x="131696" y="58422"/>
                  </a:lnTo>
                  <a:lnTo>
                    <a:pt x="132966" y="60168"/>
                  </a:lnTo>
                  <a:lnTo>
                    <a:pt x="133212" y="61457"/>
                  </a:lnTo>
                  <a:lnTo>
                    <a:pt x="131631" y="62958"/>
                  </a:lnTo>
                  <a:lnTo>
                    <a:pt x="130399" y="63709"/>
                  </a:lnTo>
                  <a:lnTo>
                    <a:pt x="121294" y="66910"/>
                  </a:lnTo>
                  <a:lnTo>
                    <a:pt x="117218" y="68723"/>
                  </a:lnTo>
                  <a:lnTo>
                    <a:pt x="115187" y="70122"/>
                  </a:lnTo>
                  <a:lnTo>
                    <a:pt x="114150" y="70590"/>
                  </a:lnTo>
                  <a:lnTo>
                    <a:pt x="111962" y="70373"/>
                  </a:lnTo>
                  <a:lnTo>
                    <a:pt x="111465" y="70607"/>
                  </a:lnTo>
                  <a:lnTo>
                    <a:pt x="110792" y="72859"/>
                  </a:lnTo>
                  <a:lnTo>
                    <a:pt x="110066" y="73822"/>
                  </a:lnTo>
                  <a:lnTo>
                    <a:pt x="108181" y="75377"/>
                  </a:lnTo>
                  <a:lnTo>
                    <a:pt x="105543" y="78193"/>
                  </a:lnTo>
                  <a:lnTo>
                    <a:pt x="103968" y="79430"/>
                  </a:lnTo>
                  <a:lnTo>
                    <a:pt x="101197" y="78528"/>
                  </a:lnTo>
                  <a:lnTo>
                    <a:pt x="100506" y="77212"/>
                  </a:lnTo>
                  <a:lnTo>
                    <a:pt x="100120" y="74250"/>
                  </a:lnTo>
                  <a:lnTo>
                    <a:pt x="100069" y="73024"/>
                  </a:lnTo>
                  <a:lnTo>
                    <a:pt x="100155" y="72376"/>
                  </a:lnTo>
                  <a:lnTo>
                    <a:pt x="100502" y="71326"/>
                  </a:lnTo>
                  <a:lnTo>
                    <a:pt x="101705" y="68792"/>
                  </a:lnTo>
                  <a:lnTo>
                    <a:pt x="101561" y="68526"/>
                  </a:lnTo>
                  <a:lnTo>
                    <a:pt x="101005" y="68737"/>
                  </a:lnTo>
                  <a:lnTo>
                    <a:pt x="99167" y="70004"/>
                  </a:lnTo>
                  <a:lnTo>
                    <a:pt x="98442" y="70669"/>
                  </a:lnTo>
                  <a:lnTo>
                    <a:pt x="97763" y="71831"/>
                  </a:lnTo>
                  <a:lnTo>
                    <a:pt x="97463" y="73783"/>
                  </a:lnTo>
                  <a:lnTo>
                    <a:pt x="97732" y="77385"/>
                  </a:lnTo>
                  <a:lnTo>
                    <a:pt x="97470" y="78837"/>
                  </a:lnTo>
                  <a:lnTo>
                    <a:pt x="96742" y="79558"/>
                  </a:lnTo>
                  <a:lnTo>
                    <a:pt x="97036" y="80118"/>
                  </a:lnTo>
                  <a:lnTo>
                    <a:pt x="99203" y="80889"/>
                  </a:lnTo>
                  <a:lnTo>
                    <a:pt x="99588" y="81226"/>
                  </a:lnTo>
                  <a:lnTo>
                    <a:pt x="99828" y="81841"/>
                  </a:lnTo>
                  <a:lnTo>
                    <a:pt x="99923" y="82727"/>
                  </a:lnTo>
                  <a:lnTo>
                    <a:pt x="99818" y="83545"/>
                  </a:lnTo>
                  <a:lnTo>
                    <a:pt x="99167" y="84804"/>
                  </a:lnTo>
                  <a:lnTo>
                    <a:pt x="97948" y="85317"/>
                  </a:lnTo>
                  <a:lnTo>
                    <a:pt x="96392" y="84742"/>
                  </a:lnTo>
                  <a:lnTo>
                    <a:pt x="93030" y="81629"/>
                  </a:lnTo>
                  <a:lnTo>
                    <a:pt x="91570" y="81800"/>
                  </a:lnTo>
                  <a:lnTo>
                    <a:pt x="91202" y="82157"/>
                  </a:lnTo>
                  <a:lnTo>
                    <a:pt x="91516" y="83268"/>
                  </a:lnTo>
                  <a:lnTo>
                    <a:pt x="92549" y="85759"/>
                  </a:lnTo>
                  <a:lnTo>
                    <a:pt x="92737" y="87831"/>
                  </a:lnTo>
                  <a:lnTo>
                    <a:pt x="92261" y="89553"/>
                  </a:lnTo>
                  <a:lnTo>
                    <a:pt x="91301" y="92272"/>
                  </a:lnTo>
                  <a:lnTo>
                    <a:pt x="90641" y="93728"/>
                  </a:lnTo>
                  <a:lnTo>
                    <a:pt x="90285" y="93922"/>
                  </a:lnTo>
                  <a:lnTo>
                    <a:pt x="88613" y="93965"/>
                  </a:lnTo>
                  <a:lnTo>
                    <a:pt x="87181" y="93232"/>
                  </a:lnTo>
                  <a:lnTo>
                    <a:pt x="82931" y="88475"/>
                  </a:lnTo>
                  <a:lnTo>
                    <a:pt x="80827" y="86446"/>
                  </a:lnTo>
                  <a:lnTo>
                    <a:pt x="77750" y="82481"/>
                  </a:lnTo>
                  <a:lnTo>
                    <a:pt x="76965" y="81665"/>
                  </a:lnTo>
                  <a:lnTo>
                    <a:pt x="76491" y="81483"/>
                  </a:lnTo>
                  <a:lnTo>
                    <a:pt x="76046" y="83187"/>
                  </a:lnTo>
                  <a:lnTo>
                    <a:pt x="76901" y="84764"/>
                  </a:lnTo>
                  <a:lnTo>
                    <a:pt x="79669" y="88475"/>
                  </a:lnTo>
                  <a:lnTo>
                    <a:pt x="81322" y="91173"/>
                  </a:lnTo>
                  <a:lnTo>
                    <a:pt x="82513" y="93408"/>
                  </a:lnTo>
                  <a:lnTo>
                    <a:pt x="82706" y="94334"/>
                  </a:lnTo>
                  <a:lnTo>
                    <a:pt x="82299" y="94698"/>
                  </a:lnTo>
                  <a:lnTo>
                    <a:pt x="81688" y="94491"/>
                  </a:lnTo>
                  <a:lnTo>
                    <a:pt x="80874" y="93711"/>
                  </a:lnTo>
                  <a:lnTo>
                    <a:pt x="78354" y="92394"/>
                  </a:lnTo>
                  <a:lnTo>
                    <a:pt x="77308" y="91659"/>
                  </a:lnTo>
                  <a:lnTo>
                    <a:pt x="76624" y="90808"/>
                  </a:lnTo>
                  <a:lnTo>
                    <a:pt x="75367" y="90163"/>
                  </a:lnTo>
                  <a:lnTo>
                    <a:pt x="73538" y="89722"/>
                  </a:lnTo>
                  <a:lnTo>
                    <a:pt x="71700" y="89636"/>
                  </a:lnTo>
                  <a:lnTo>
                    <a:pt x="69854" y="89908"/>
                  </a:lnTo>
                  <a:lnTo>
                    <a:pt x="69504" y="90322"/>
                  </a:lnTo>
                  <a:lnTo>
                    <a:pt x="71585" y="91479"/>
                  </a:lnTo>
                  <a:lnTo>
                    <a:pt x="72309" y="92125"/>
                  </a:lnTo>
                  <a:lnTo>
                    <a:pt x="72848" y="92951"/>
                  </a:lnTo>
                  <a:lnTo>
                    <a:pt x="73202" y="93955"/>
                  </a:lnTo>
                  <a:lnTo>
                    <a:pt x="72519" y="94590"/>
                  </a:lnTo>
                  <a:lnTo>
                    <a:pt x="69936" y="94986"/>
                  </a:lnTo>
                  <a:lnTo>
                    <a:pt x="66487" y="94734"/>
                  </a:lnTo>
                  <a:lnTo>
                    <a:pt x="60906" y="93860"/>
                  </a:lnTo>
                  <a:lnTo>
                    <a:pt x="55347" y="92415"/>
                  </a:lnTo>
                  <a:lnTo>
                    <a:pt x="50213" y="90169"/>
                  </a:lnTo>
                  <a:lnTo>
                    <a:pt x="46500" y="87916"/>
                  </a:lnTo>
                  <a:lnTo>
                    <a:pt x="45031" y="86716"/>
                  </a:lnTo>
                  <a:lnTo>
                    <a:pt x="44570" y="85818"/>
                  </a:lnTo>
                  <a:lnTo>
                    <a:pt x="45962" y="85034"/>
                  </a:lnTo>
                  <a:lnTo>
                    <a:pt x="50832" y="84025"/>
                  </a:lnTo>
                  <a:lnTo>
                    <a:pt x="55713" y="83379"/>
                  </a:lnTo>
                  <a:lnTo>
                    <a:pt x="54940" y="82816"/>
                  </a:lnTo>
                  <a:lnTo>
                    <a:pt x="46077" y="81536"/>
                  </a:lnTo>
                  <a:lnTo>
                    <a:pt x="43159" y="81303"/>
                  </a:lnTo>
                  <a:lnTo>
                    <a:pt x="41604" y="81639"/>
                  </a:lnTo>
                  <a:lnTo>
                    <a:pt x="39819" y="81440"/>
                  </a:lnTo>
                  <a:lnTo>
                    <a:pt x="38424" y="80424"/>
                  </a:lnTo>
                  <a:lnTo>
                    <a:pt x="36578" y="78499"/>
                  </a:lnTo>
                  <a:lnTo>
                    <a:pt x="35642" y="77225"/>
                  </a:lnTo>
                  <a:lnTo>
                    <a:pt x="35768" y="76728"/>
                  </a:lnTo>
                  <a:lnTo>
                    <a:pt x="36471" y="76445"/>
                  </a:lnTo>
                  <a:lnTo>
                    <a:pt x="40481" y="76686"/>
                  </a:lnTo>
                  <a:lnTo>
                    <a:pt x="41031" y="76495"/>
                  </a:lnTo>
                  <a:lnTo>
                    <a:pt x="39026" y="75537"/>
                  </a:lnTo>
                  <a:lnTo>
                    <a:pt x="32601" y="73641"/>
                  </a:lnTo>
                  <a:lnTo>
                    <a:pt x="30190" y="71966"/>
                  </a:lnTo>
                  <a:lnTo>
                    <a:pt x="29747" y="71312"/>
                  </a:lnTo>
                  <a:lnTo>
                    <a:pt x="29564" y="70669"/>
                  </a:lnTo>
                  <a:lnTo>
                    <a:pt x="29642" y="70037"/>
                  </a:lnTo>
                  <a:lnTo>
                    <a:pt x="32056" y="68760"/>
                  </a:lnTo>
                  <a:lnTo>
                    <a:pt x="39509" y="65743"/>
                  </a:lnTo>
                  <a:lnTo>
                    <a:pt x="42069" y="65274"/>
                  </a:lnTo>
                  <a:lnTo>
                    <a:pt x="44645" y="65244"/>
                  </a:lnTo>
                  <a:lnTo>
                    <a:pt x="46439" y="64375"/>
                  </a:lnTo>
                  <a:lnTo>
                    <a:pt x="47988" y="61514"/>
                  </a:lnTo>
                  <a:lnTo>
                    <a:pt x="55705" y="60486"/>
                  </a:lnTo>
                  <a:lnTo>
                    <a:pt x="61655" y="59201"/>
                  </a:lnTo>
                  <a:lnTo>
                    <a:pt x="62152" y="58852"/>
                  </a:lnTo>
                  <a:lnTo>
                    <a:pt x="57692" y="59087"/>
                  </a:lnTo>
                  <a:lnTo>
                    <a:pt x="51386" y="58831"/>
                  </a:lnTo>
                  <a:lnTo>
                    <a:pt x="48699" y="56886"/>
                  </a:lnTo>
                  <a:lnTo>
                    <a:pt x="46881" y="56555"/>
                  </a:lnTo>
                  <a:lnTo>
                    <a:pt x="44869" y="56571"/>
                  </a:lnTo>
                  <a:lnTo>
                    <a:pt x="42527" y="57182"/>
                  </a:lnTo>
                  <a:lnTo>
                    <a:pt x="38522" y="58986"/>
                  </a:lnTo>
                  <a:lnTo>
                    <a:pt x="36596" y="59406"/>
                  </a:lnTo>
                  <a:lnTo>
                    <a:pt x="32250" y="61275"/>
                  </a:lnTo>
                  <a:lnTo>
                    <a:pt x="31038" y="61142"/>
                  </a:lnTo>
                  <a:lnTo>
                    <a:pt x="30431" y="60920"/>
                  </a:lnTo>
                  <a:lnTo>
                    <a:pt x="30249" y="60555"/>
                  </a:lnTo>
                  <a:lnTo>
                    <a:pt x="31033" y="59315"/>
                  </a:lnTo>
                  <a:lnTo>
                    <a:pt x="32176" y="58469"/>
                  </a:lnTo>
                  <a:lnTo>
                    <a:pt x="31942" y="58178"/>
                  </a:lnTo>
                  <a:lnTo>
                    <a:pt x="30238" y="57999"/>
                  </a:lnTo>
                  <a:lnTo>
                    <a:pt x="28265" y="58033"/>
                  </a:lnTo>
                  <a:lnTo>
                    <a:pt x="26893" y="58326"/>
                  </a:lnTo>
                  <a:lnTo>
                    <a:pt x="21884" y="59965"/>
                  </a:lnTo>
                  <a:lnTo>
                    <a:pt x="19639" y="61191"/>
                  </a:lnTo>
                  <a:lnTo>
                    <a:pt x="18964" y="61299"/>
                  </a:lnTo>
                  <a:lnTo>
                    <a:pt x="16540" y="59383"/>
                  </a:lnTo>
                  <a:lnTo>
                    <a:pt x="12675" y="58330"/>
                  </a:lnTo>
                  <a:lnTo>
                    <a:pt x="11812" y="57508"/>
                  </a:lnTo>
                  <a:lnTo>
                    <a:pt x="12608" y="54283"/>
                  </a:lnTo>
                  <a:lnTo>
                    <a:pt x="13737" y="53620"/>
                  </a:lnTo>
                  <a:lnTo>
                    <a:pt x="16702" y="53080"/>
                  </a:lnTo>
                  <a:lnTo>
                    <a:pt x="25590" y="50152"/>
                  </a:lnTo>
                  <a:lnTo>
                    <a:pt x="26091" y="49589"/>
                  </a:lnTo>
                  <a:lnTo>
                    <a:pt x="26928" y="48108"/>
                  </a:lnTo>
                  <a:lnTo>
                    <a:pt x="24895" y="48423"/>
                  </a:lnTo>
                  <a:lnTo>
                    <a:pt x="20441" y="49855"/>
                  </a:lnTo>
                  <a:lnTo>
                    <a:pt x="16763" y="50568"/>
                  </a:lnTo>
                  <a:lnTo>
                    <a:pt x="13862" y="50563"/>
                  </a:lnTo>
                  <a:lnTo>
                    <a:pt x="11740" y="50358"/>
                  </a:lnTo>
                  <a:lnTo>
                    <a:pt x="10398" y="49956"/>
                  </a:lnTo>
                  <a:lnTo>
                    <a:pt x="8784" y="49042"/>
                  </a:lnTo>
                  <a:lnTo>
                    <a:pt x="3525" y="44822"/>
                  </a:lnTo>
                  <a:lnTo>
                    <a:pt x="2091" y="42779"/>
                  </a:lnTo>
                  <a:lnTo>
                    <a:pt x="1890" y="40976"/>
                  </a:lnTo>
                  <a:lnTo>
                    <a:pt x="1522" y="39602"/>
                  </a:lnTo>
                  <a:lnTo>
                    <a:pt x="0" y="36304"/>
                  </a:lnTo>
                  <a:lnTo>
                    <a:pt x="11256" y="38354"/>
                  </a:lnTo>
                  <a:lnTo>
                    <a:pt x="15663" y="38742"/>
                  </a:lnTo>
                  <a:lnTo>
                    <a:pt x="24156" y="38876"/>
                  </a:lnTo>
                  <a:lnTo>
                    <a:pt x="24555" y="38676"/>
                  </a:lnTo>
                  <a:lnTo>
                    <a:pt x="24680" y="38141"/>
                  </a:lnTo>
                  <a:lnTo>
                    <a:pt x="24533" y="37274"/>
                  </a:lnTo>
                  <a:lnTo>
                    <a:pt x="24598" y="36605"/>
                  </a:lnTo>
                  <a:lnTo>
                    <a:pt x="24875" y="36138"/>
                  </a:lnTo>
                  <a:lnTo>
                    <a:pt x="28034" y="34949"/>
                  </a:lnTo>
                  <a:lnTo>
                    <a:pt x="28509" y="34558"/>
                  </a:lnTo>
                  <a:lnTo>
                    <a:pt x="24790" y="34362"/>
                  </a:lnTo>
                  <a:lnTo>
                    <a:pt x="17951" y="36346"/>
                  </a:lnTo>
                  <a:lnTo>
                    <a:pt x="15536" y="36327"/>
                  </a:lnTo>
                  <a:lnTo>
                    <a:pt x="12797" y="33492"/>
                  </a:lnTo>
                  <a:lnTo>
                    <a:pt x="9870" y="33990"/>
                  </a:lnTo>
                  <a:lnTo>
                    <a:pt x="8488" y="33765"/>
                  </a:lnTo>
                  <a:lnTo>
                    <a:pt x="6338" y="33050"/>
                  </a:lnTo>
                  <a:lnTo>
                    <a:pt x="5279" y="32427"/>
                  </a:lnTo>
                  <a:lnTo>
                    <a:pt x="4597" y="31656"/>
                  </a:lnTo>
                  <a:lnTo>
                    <a:pt x="4305" y="31007"/>
                  </a:lnTo>
                  <a:lnTo>
                    <a:pt x="4404" y="30481"/>
                  </a:lnTo>
                  <a:lnTo>
                    <a:pt x="4983" y="29892"/>
                  </a:lnTo>
                  <a:lnTo>
                    <a:pt x="7506" y="29075"/>
                  </a:lnTo>
                  <a:lnTo>
                    <a:pt x="8645" y="28997"/>
                  </a:lnTo>
                  <a:lnTo>
                    <a:pt x="11649" y="29523"/>
                  </a:lnTo>
                  <a:lnTo>
                    <a:pt x="13900" y="29484"/>
                  </a:lnTo>
                  <a:lnTo>
                    <a:pt x="13158" y="28608"/>
                  </a:lnTo>
                  <a:lnTo>
                    <a:pt x="9903" y="26403"/>
                  </a:lnTo>
                  <a:lnTo>
                    <a:pt x="7056" y="23962"/>
                  </a:lnTo>
                  <a:lnTo>
                    <a:pt x="7272" y="19886"/>
                  </a:lnTo>
                  <a:lnTo>
                    <a:pt x="9609" y="19022"/>
                  </a:lnTo>
                  <a:lnTo>
                    <a:pt x="12032" y="18880"/>
                  </a:lnTo>
                  <a:lnTo>
                    <a:pt x="14398" y="19910"/>
                  </a:lnTo>
                  <a:lnTo>
                    <a:pt x="17571" y="20052"/>
                  </a:lnTo>
                  <a:lnTo>
                    <a:pt x="19843" y="21215"/>
                  </a:lnTo>
                  <a:lnTo>
                    <a:pt x="21355" y="23447"/>
                  </a:lnTo>
                  <a:lnTo>
                    <a:pt x="23151" y="23404"/>
                  </a:lnTo>
                  <a:lnTo>
                    <a:pt x="25979" y="23826"/>
                  </a:lnTo>
                  <a:lnTo>
                    <a:pt x="32309" y="23793"/>
                  </a:lnTo>
                  <a:lnTo>
                    <a:pt x="31165" y="22995"/>
                  </a:lnTo>
                  <a:lnTo>
                    <a:pt x="29195" y="22300"/>
                  </a:lnTo>
                  <a:lnTo>
                    <a:pt x="24720" y="21386"/>
                  </a:lnTo>
                  <a:lnTo>
                    <a:pt x="22537" y="18117"/>
                  </a:lnTo>
                  <a:lnTo>
                    <a:pt x="17912" y="16432"/>
                  </a:lnTo>
                  <a:lnTo>
                    <a:pt x="14290" y="15550"/>
                  </a:lnTo>
                  <a:lnTo>
                    <a:pt x="14352" y="14809"/>
                  </a:lnTo>
                  <a:lnTo>
                    <a:pt x="17072" y="10744"/>
                  </a:lnTo>
                  <a:lnTo>
                    <a:pt x="20357" y="9300"/>
                  </a:lnTo>
                  <a:lnTo>
                    <a:pt x="25592" y="9845"/>
                  </a:lnTo>
                  <a:lnTo>
                    <a:pt x="29035" y="9078"/>
                  </a:lnTo>
                  <a:lnTo>
                    <a:pt x="33467" y="7644"/>
                  </a:lnTo>
                  <a:lnTo>
                    <a:pt x="37807" y="8307"/>
                  </a:lnTo>
                  <a:lnTo>
                    <a:pt x="38927" y="8245"/>
                  </a:lnTo>
                  <a:lnTo>
                    <a:pt x="39591" y="7804"/>
                  </a:lnTo>
                  <a:lnTo>
                    <a:pt x="40170" y="6960"/>
                  </a:lnTo>
                  <a:lnTo>
                    <a:pt x="40173" y="6183"/>
                  </a:lnTo>
                  <a:lnTo>
                    <a:pt x="39599" y="5471"/>
                  </a:lnTo>
                  <a:lnTo>
                    <a:pt x="38230" y="4589"/>
                  </a:lnTo>
                  <a:lnTo>
                    <a:pt x="32690" y="4465"/>
                  </a:lnTo>
                  <a:lnTo>
                    <a:pt x="30238" y="4119"/>
                  </a:lnTo>
                  <a:lnTo>
                    <a:pt x="29283" y="3648"/>
                  </a:lnTo>
                  <a:lnTo>
                    <a:pt x="29008" y="2939"/>
                  </a:lnTo>
                  <a:lnTo>
                    <a:pt x="28862" y="2207"/>
                  </a:lnTo>
                  <a:lnTo>
                    <a:pt x="28846" y="1455"/>
                  </a:lnTo>
                  <a:lnTo>
                    <a:pt x="28991" y="993"/>
                  </a:lnTo>
                  <a:lnTo>
                    <a:pt x="29454" y="742"/>
                  </a:lnTo>
                  <a:lnTo>
                    <a:pt x="30813" y="445"/>
                  </a:lnTo>
                  <a:lnTo>
                    <a:pt x="35978" y="408"/>
                  </a:lnTo>
                  <a:lnTo>
                    <a:pt x="39068" y="0"/>
                  </a:lnTo>
                  <a:lnTo>
                    <a:pt x="42453" y="535"/>
                  </a:lnTo>
                  <a:lnTo>
                    <a:pt x="49517" y="2545"/>
                  </a:lnTo>
                  <a:lnTo>
                    <a:pt x="51797" y="3569"/>
                  </a:lnTo>
                  <a:lnTo>
                    <a:pt x="54226" y="5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2127497" y="1178068"/>
              <a:ext cx="346078" cy="205145"/>
            </a:xfrm>
            <a:custGeom>
              <a:avLst/>
              <a:pathLst>
                <a:path w="346078" h="205145">
                  <a:moveTo>
                    <a:pt x="252036" y="2934"/>
                  </a:moveTo>
                  <a:lnTo>
                    <a:pt x="261298" y="3467"/>
                  </a:lnTo>
                  <a:lnTo>
                    <a:pt x="264298" y="3275"/>
                  </a:lnTo>
                  <a:lnTo>
                    <a:pt x="267729" y="4578"/>
                  </a:lnTo>
                  <a:lnTo>
                    <a:pt x="269799" y="4730"/>
                  </a:lnTo>
                  <a:lnTo>
                    <a:pt x="273208" y="4482"/>
                  </a:lnTo>
                  <a:lnTo>
                    <a:pt x="275692" y="4793"/>
                  </a:lnTo>
                  <a:lnTo>
                    <a:pt x="284936" y="5084"/>
                  </a:lnTo>
                  <a:lnTo>
                    <a:pt x="286856" y="5592"/>
                  </a:lnTo>
                  <a:lnTo>
                    <a:pt x="286830" y="6204"/>
                  </a:lnTo>
                  <a:lnTo>
                    <a:pt x="284836" y="7531"/>
                  </a:lnTo>
                  <a:lnTo>
                    <a:pt x="282157" y="8811"/>
                  </a:lnTo>
                  <a:lnTo>
                    <a:pt x="264883" y="12981"/>
                  </a:lnTo>
                  <a:lnTo>
                    <a:pt x="263614" y="13673"/>
                  </a:lnTo>
                  <a:lnTo>
                    <a:pt x="266980" y="13893"/>
                  </a:lnTo>
                  <a:lnTo>
                    <a:pt x="271942" y="13700"/>
                  </a:lnTo>
                  <a:lnTo>
                    <a:pt x="275790" y="13237"/>
                  </a:lnTo>
                  <a:lnTo>
                    <a:pt x="280325" y="11821"/>
                  </a:lnTo>
                  <a:lnTo>
                    <a:pt x="281823" y="11738"/>
                  </a:lnTo>
                  <a:lnTo>
                    <a:pt x="284706" y="11051"/>
                  </a:lnTo>
                  <a:lnTo>
                    <a:pt x="290286" y="9130"/>
                  </a:lnTo>
                  <a:lnTo>
                    <a:pt x="294749" y="8087"/>
                  </a:lnTo>
                  <a:lnTo>
                    <a:pt x="296768" y="8544"/>
                  </a:lnTo>
                  <a:lnTo>
                    <a:pt x="298467" y="9270"/>
                  </a:lnTo>
                  <a:lnTo>
                    <a:pt x="299614" y="9352"/>
                  </a:lnTo>
                  <a:lnTo>
                    <a:pt x="300209" y="8794"/>
                  </a:lnTo>
                  <a:lnTo>
                    <a:pt x="301165" y="7268"/>
                  </a:lnTo>
                  <a:lnTo>
                    <a:pt x="301724" y="6713"/>
                  </a:lnTo>
                  <a:lnTo>
                    <a:pt x="303192" y="6317"/>
                  </a:lnTo>
                  <a:lnTo>
                    <a:pt x="304090" y="6361"/>
                  </a:lnTo>
                  <a:lnTo>
                    <a:pt x="305544" y="7081"/>
                  </a:lnTo>
                  <a:lnTo>
                    <a:pt x="307157" y="8791"/>
                  </a:lnTo>
                  <a:lnTo>
                    <a:pt x="308642" y="9978"/>
                  </a:lnTo>
                  <a:lnTo>
                    <a:pt x="309444" y="9998"/>
                  </a:lnTo>
                  <a:lnTo>
                    <a:pt x="312841" y="8655"/>
                  </a:lnTo>
                  <a:lnTo>
                    <a:pt x="314551" y="8480"/>
                  </a:lnTo>
                  <a:lnTo>
                    <a:pt x="318441" y="8968"/>
                  </a:lnTo>
                  <a:lnTo>
                    <a:pt x="320057" y="9560"/>
                  </a:lnTo>
                  <a:lnTo>
                    <a:pt x="320349" y="10190"/>
                  </a:lnTo>
                  <a:lnTo>
                    <a:pt x="319315" y="10855"/>
                  </a:lnTo>
                  <a:lnTo>
                    <a:pt x="318673" y="11429"/>
                  </a:lnTo>
                  <a:lnTo>
                    <a:pt x="318424" y="11911"/>
                  </a:lnTo>
                  <a:lnTo>
                    <a:pt x="318990" y="12471"/>
                  </a:lnTo>
                  <a:lnTo>
                    <a:pt x="321344" y="13670"/>
                  </a:lnTo>
                  <a:lnTo>
                    <a:pt x="324751" y="16277"/>
                  </a:lnTo>
                  <a:lnTo>
                    <a:pt x="324732" y="17236"/>
                  </a:lnTo>
                  <a:lnTo>
                    <a:pt x="322872" y="19185"/>
                  </a:lnTo>
                  <a:lnTo>
                    <a:pt x="322918" y="19677"/>
                  </a:lnTo>
                  <a:lnTo>
                    <a:pt x="331680" y="17627"/>
                  </a:lnTo>
                  <a:lnTo>
                    <a:pt x="340515" y="18541"/>
                  </a:lnTo>
                  <a:lnTo>
                    <a:pt x="343014" y="19167"/>
                  </a:lnTo>
                  <a:lnTo>
                    <a:pt x="343975" y="19922"/>
                  </a:lnTo>
                  <a:lnTo>
                    <a:pt x="344996" y="21167"/>
                  </a:lnTo>
                  <a:lnTo>
                    <a:pt x="346078" y="22901"/>
                  </a:lnTo>
                  <a:lnTo>
                    <a:pt x="345325" y="24711"/>
                  </a:lnTo>
                  <a:lnTo>
                    <a:pt x="341443" y="27530"/>
                  </a:lnTo>
                  <a:lnTo>
                    <a:pt x="337432" y="29722"/>
                  </a:lnTo>
                  <a:lnTo>
                    <a:pt x="335069" y="31697"/>
                  </a:lnTo>
                  <a:lnTo>
                    <a:pt x="331438" y="32779"/>
                  </a:lnTo>
                  <a:lnTo>
                    <a:pt x="318995" y="37545"/>
                  </a:lnTo>
                  <a:lnTo>
                    <a:pt x="312912" y="39077"/>
                  </a:lnTo>
                  <a:lnTo>
                    <a:pt x="309416" y="40585"/>
                  </a:lnTo>
                  <a:lnTo>
                    <a:pt x="307847" y="40847"/>
                  </a:lnTo>
                  <a:lnTo>
                    <a:pt x="300441" y="40559"/>
                  </a:lnTo>
                  <a:lnTo>
                    <a:pt x="298477" y="41390"/>
                  </a:lnTo>
                  <a:lnTo>
                    <a:pt x="297384" y="42788"/>
                  </a:lnTo>
                  <a:lnTo>
                    <a:pt x="295048" y="43453"/>
                  </a:lnTo>
                  <a:lnTo>
                    <a:pt x="291600" y="43929"/>
                  </a:lnTo>
                  <a:lnTo>
                    <a:pt x="284549" y="44315"/>
                  </a:lnTo>
                  <a:lnTo>
                    <a:pt x="282967" y="45891"/>
                  </a:lnTo>
                  <a:lnTo>
                    <a:pt x="282563" y="46962"/>
                  </a:lnTo>
                  <a:lnTo>
                    <a:pt x="281875" y="47793"/>
                  </a:lnTo>
                  <a:lnTo>
                    <a:pt x="281274" y="48194"/>
                  </a:lnTo>
                  <a:lnTo>
                    <a:pt x="261125" y="53862"/>
                  </a:lnTo>
                  <a:lnTo>
                    <a:pt x="260754" y="54809"/>
                  </a:lnTo>
                  <a:lnTo>
                    <a:pt x="262782" y="55201"/>
                  </a:lnTo>
                  <a:lnTo>
                    <a:pt x="265336" y="54809"/>
                  </a:lnTo>
                  <a:lnTo>
                    <a:pt x="294655" y="47924"/>
                  </a:lnTo>
                  <a:lnTo>
                    <a:pt x="300284" y="47468"/>
                  </a:lnTo>
                  <a:lnTo>
                    <a:pt x="305507" y="47965"/>
                  </a:lnTo>
                  <a:lnTo>
                    <a:pt x="304909" y="49568"/>
                  </a:lnTo>
                  <a:lnTo>
                    <a:pt x="297514" y="54114"/>
                  </a:lnTo>
                  <a:lnTo>
                    <a:pt x="288102" y="58210"/>
                  </a:lnTo>
                  <a:lnTo>
                    <a:pt x="283400" y="61320"/>
                  </a:lnTo>
                  <a:lnTo>
                    <a:pt x="271505" y="66682"/>
                  </a:lnTo>
                  <a:lnTo>
                    <a:pt x="261784" y="72022"/>
                  </a:lnTo>
                  <a:lnTo>
                    <a:pt x="258049" y="74736"/>
                  </a:lnTo>
                  <a:lnTo>
                    <a:pt x="253044" y="79583"/>
                  </a:lnTo>
                  <a:lnTo>
                    <a:pt x="251334" y="80753"/>
                  </a:lnTo>
                  <a:lnTo>
                    <a:pt x="249255" y="81235"/>
                  </a:lnTo>
                  <a:lnTo>
                    <a:pt x="246808" y="81033"/>
                  </a:lnTo>
                  <a:lnTo>
                    <a:pt x="244603" y="80327"/>
                  </a:lnTo>
                  <a:lnTo>
                    <a:pt x="241660" y="78515"/>
                  </a:lnTo>
                  <a:lnTo>
                    <a:pt x="238980" y="76489"/>
                  </a:lnTo>
                  <a:lnTo>
                    <a:pt x="238140" y="76133"/>
                  </a:lnTo>
                  <a:lnTo>
                    <a:pt x="238649" y="77139"/>
                  </a:lnTo>
                  <a:lnTo>
                    <a:pt x="243816" y="83871"/>
                  </a:lnTo>
                  <a:lnTo>
                    <a:pt x="243224" y="85175"/>
                  </a:lnTo>
                  <a:lnTo>
                    <a:pt x="233738" y="86550"/>
                  </a:lnTo>
                  <a:lnTo>
                    <a:pt x="229539" y="87767"/>
                  </a:lnTo>
                  <a:lnTo>
                    <a:pt x="227373" y="88061"/>
                  </a:lnTo>
                  <a:lnTo>
                    <a:pt x="225839" y="87842"/>
                  </a:lnTo>
                  <a:lnTo>
                    <a:pt x="224343" y="87966"/>
                  </a:lnTo>
                  <a:lnTo>
                    <a:pt x="222886" y="88436"/>
                  </a:lnTo>
                  <a:lnTo>
                    <a:pt x="222806" y="88958"/>
                  </a:lnTo>
                  <a:lnTo>
                    <a:pt x="224104" y="89531"/>
                  </a:lnTo>
                  <a:lnTo>
                    <a:pt x="227880" y="89978"/>
                  </a:lnTo>
                  <a:lnTo>
                    <a:pt x="236273" y="88463"/>
                  </a:lnTo>
                  <a:lnTo>
                    <a:pt x="237619" y="88572"/>
                  </a:lnTo>
                  <a:lnTo>
                    <a:pt x="239778" y="89309"/>
                  </a:lnTo>
                  <a:lnTo>
                    <a:pt x="239884" y="89980"/>
                  </a:lnTo>
                  <a:lnTo>
                    <a:pt x="237630" y="92129"/>
                  </a:lnTo>
                  <a:lnTo>
                    <a:pt x="230836" y="94699"/>
                  </a:lnTo>
                  <a:lnTo>
                    <a:pt x="231724" y="94845"/>
                  </a:lnTo>
                  <a:lnTo>
                    <a:pt x="233669" y="95755"/>
                  </a:lnTo>
                  <a:lnTo>
                    <a:pt x="233626" y="96575"/>
                  </a:lnTo>
                  <a:lnTo>
                    <a:pt x="231486" y="98503"/>
                  </a:lnTo>
                  <a:lnTo>
                    <a:pt x="230473" y="99117"/>
                  </a:lnTo>
                  <a:lnTo>
                    <a:pt x="223924" y="100911"/>
                  </a:lnTo>
                  <a:lnTo>
                    <a:pt x="221074" y="101332"/>
                  </a:lnTo>
                  <a:lnTo>
                    <a:pt x="218564" y="101108"/>
                  </a:lnTo>
                  <a:lnTo>
                    <a:pt x="207077" y="97187"/>
                  </a:lnTo>
                  <a:lnTo>
                    <a:pt x="203024" y="96620"/>
                  </a:lnTo>
                  <a:lnTo>
                    <a:pt x="199173" y="95630"/>
                  </a:lnTo>
                  <a:lnTo>
                    <a:pt x="196331" y="95799"/>
                  </a:lnTo>
                  <a:lnTo>
                    <a:pt x="193313" y="96949"/>
                  </a:lnTo>
                  <a:lnTo>
                    <a:pt x="194670" y="97527"/>
                  </a:lnTo>
                  <a:lnTo>
                    <a:pt x="200231" y="98631"/>
                  </a:lnTo>
                  <a:lnTo>
                    <a:pt x="204875" y="98844"/>
                  </a:lnTo>
                  <a:lnTo>
                    <a:pt x="206801" y="99274"/>
                  </a:lnTo>
                  <a:lnTo>
                    <a:pt x="207557" y="99992"/>
                  </a:lnTo>
                  <a:lnTo>
                    <a:pt x="209561" y="102597"/>
                  </a:lnTo>
                  <a:lnTo>
                    <a:pt x="209882" y="103998"/>
                  </a:lnTo>
                  <a:lnTo>
                    <a:pt x="209439" y="105301"/>
                  </a:lnTo>
                  <a:lnTo>
                    <a:pt x="208832" y="106214"/>
                  </a:lnTo>
                  <a:lnTo>
                    <a:pt x="208061" y="106734"/>
                  </a:lnTo>
                  <a:lnTo>
                    <a:pt x="206873" y="106995"/>
                  </a:lnTo>
                  <a:lnTo>
                    <a:pt x="202332" y="106810"/>
                  </a:lnTo>
                  <a:lnTo>
                    <a:pt x="200636" y="107132"/>
                  </a:lnTo>
                  <a:lnTo>
                    <a:pt x="198668" y="107894"/>
                  </a:lnTo>
                  <a:lnTo>
                    <a:pt x="196200" y="108224"/>
                  </a:lnTo>
                  <a:lnTo>
                    <a:pt x="191749" y="108073"/>
                  </a:lnTo>
                  <a:lnTo>
                    <a:pt x="186509" y="109185"/>
                  </a:lnTo>
                  <a:lnTo>
                    <a:pt x="183738" y="109389"/>
                  </a:lnTo>
                  <a:lnTo>
                    <a:pt x="180668" y="108887"/>
                  </a:lnTo>
                  <a:lnTo>
                    <a:pt x="177340" y="107644"/>
                  </a:lnTo>
                  <a:lnTo>
                    <a:pt x="173829" y="107017"/>
                  </a:lnTo>
                  <a:lnTo>
                    <a:pt x="167893" y="106489"/>
                  </a:lnTo>
                  <a:lnTo>
                    <a:pt x="168390" y="107200"/>
                  </a:lnTo>
                  <a:lnTo>
                    <a:pt x="170481" y="107500"/>
                  </a:lnTo>
                  <a:lnTo>
                    <a:pt x="174742" y="109404"/>
                  </a:lnTo>
                  <a:lnTo>
                    <a:pt x="176778" y="111990"/>
                  </a:lnTo>
                  <a:lnTo>
                    <a:pt x="178695" y="112427"/>
                  </a:lnTo>
                  <a:lnTo>
                    <a:pt x="182611" y="114548"/>
                  </a:lnTo>
                  <a:lnTo>
                    <a:pt x="185439" y="114880"/>
                  </a:lnTo>
                  <a:lnTo>
                    <a:pt x="188392" y="115602"/>
                  </a:lnTo>
                  <a:lnTo>
                    <a:pt x="192552" y="114672"/>
                  </a:lnTo>
                  <a:lnTo>
                    <a:pt x="195346" y="114845"/>
                  </a:lnTo>
                  <a:lnTo>
                    <a:pt x="194766" y="120068"/>
                  </a:lnTo>
                  <a:lnTo>
                    <a:pt x="193532" y="120576"/>
                  </a:lnTo>
                  <a:lnTo>
                    <a:pt x="186807" y="120576"/>
                  </a:lnTo>
                  <a:lnTo>
                    <a:pt x="183611" y="119818"/>
                  </a:lnTo>
                  <a:lnTo>
                    <a:pt x="182199" y="119034"/>
                  </a:lnTo>
                  <a:lnTo>
                    <a:pt x="179101" y="118147"/>
                  </a:lnTo>
                  <a:lnTo>
                    <a:pt x="176310" y="118660"/>
                  </a:lnTo>
                  <a:lnTo>
                    <a:pt x="173780" y="118549"/>
                  </a:lnTo>
                  <a:lnTo>
                    <a:pt x="172065" y="119070"/>
                  </a:lnTo>
                  <a:lnTo>
                    <a:pt x="169343" y="119051"/>
                  </a:lnTo>
                  <a:lnTo>
                    <a:pt x="162224" y="119934"/>
                  </a:lnTo>
                  <a:lnTo>
                    <a:pt x="158463" y="119944"/>
                  </a:lnTo>
                  <a:lnTo>
                    <a:pt x="155686" y="119375"/>
                  </a:lnTo>
                  <a:lnTo>
                    <a:pt x="152460" y="119198"/>
                  </a:lnTo>
                  <a:lnTo>
                    <a:pt x="148784" y="119411"/>
                  </a:lnTo>
                  <a:lnTo>
                    <a:pt x="149041" y="120014"/>
                  </a:lnTo>
                  <a:lnTo>
                    <a:pt x="150599" y="120197"/>
                  </a:lnTo>
                  <a:lnTo>
                    <a:pt x="152868" y="121179"/>
                  </a:lnTo>
                  <a:lnTo>
                    <a:pt x="154970" y="122693"/>
                  </a:lnTo>
                  <a:lnTo>
                    <a:pt x="156720" y="123329"/>
                  </a:lnTo>
                  <a:lnTo>
                    <a:pt x="158815" y="122970"/>
                  </a:lnTo>
                  <a:lnTo>
                    <a:pt x="160948" y="122263"/>
                  </a:lnTo>
                  <a:lnTo>
                    <a:pt x="168733" y="121099"/>
                  </a:lnTo>
                  <a:lnTo>
                    <a:pt x="172148" y="120911"/>
                  </a:lnTo>
                  <a:lnTo>
                    <a:pt x="175194" y="121425"/>
                  </a:lnTo>
                  <a:lnTo>
                    <a:pt x="177221" y="122065"/>
                  </a:lnTo>
                  <a:lnTo>
                    <a:pt x="178637" y="122837"/>
                  </a:lnTo>
                  <a:lnTo>
                    <a:pt x="180427" y="124885"/>
                  </a:lnTo>
                  <a:lnTo>
                    <a:pt x="184914" y="125134"/>
                  </a:lnTo>
                  <a:lnTo>
                    <a:pt x="188336" y="125814"/>
                  </a:lnTo>
                  <a:lnTo>
                    <a:pt x="193788" y="128786"/>
                  </a:lnTo>
                  <a:lnTo>
                    <a:pt x="195288" y="129011"/>
                  </a:lnTo>
                  <a:lnTo>
                    <a:pt x="195892" y="129779"/>
                  </a:lnTo>
                  <a:lnTo>
                    <a:pt x="194735" y="131695"/>
                  </a:lnTo>
                  <a:lnTo>
                    <a:pt x="194604" y="132846"/>
                  </a:lnTo>
                  <a:lnTo>
                    <a:pt x="190833" y="135077"/>
                  </a:lnTo>
                  <a:lnTo>
                    <a:pt x="184951" y="135726"/>
                  </a:lnTo>
                  <a:lnTo>
                    <a:pt x="178488" y="135520"/>
                  </a:lnTo>
                  <a:lnTo>
                    <a:pt x="173858" y="135778"/>
                  </a:lnTo>
                  <a:lnTo>
                    <a:pt x="173374" y="136061"/>
                  </a:lnTo>
                  <a:lnTo>
                    <a:pt x="176549" y="136646"/>
                  </a:lnTo>
                  <a:lnTo>
                    <a:pt x="183909" y="139252"/>
                  </a:lnTo>
                  <a:lnTo>
                    <a:pt x="186761" y="140665"/>
                  </a:lnTo>
                  <a:lnTo>
                    <a:pt x="187258" y="141491"/>
                  </a:lnTo>
                  <a:lnTo>
                    <a:pt x="183202" y="144643"/>
                  </a:lnTo>
                  <a:lnTo>
                    <a:pt x="179621" y="150886"/>
                  </a:lnTo>
                  <a:lnTo>
                    <a:pt x="178444" y="151379"/>
                  </a:lnTo>
                  <a:lnTo>
                    <a:pt x="177219" y="151551"/>
                  </a:lnTo>
                  <a:lnTo>
                    <a:pt x="174062" y="151441"/>
                  </a:lnTo>
                  <a:lnTo>
                    <a:pt x="170059" y="153011"/>
                  </a:lnTo>
                  <a:lnTo>
                    <a:pt x="167039" y="153326"/>
                  </a:lnTo>
                  <a:lnTo>
                    <a:pt x="161566" y="152737"/>
                  </a:lnTo>
                  <a:lnTo>
                    <a:pt x="155245" y="152770"/>
                  </a:lnTo>
                  <a:lnTo>
                    <a:pt x="154748" y="153784"/>
                  </a:lnTo>
                  <a:lnTo>
                    <a:pt x="154433" y="155724"/>
                  </a:lnTo>
                  <a:lnTo>
                    <a:pt x="154468" y="158641"/>
                  </a:lnTo>
                  <a:lnTo>
                    <a:pt x="154853" y="162538"/>
                  </a:lnTo>
                  <a:lnTo>
                    <a:pt x="154524" y="165388"/>
                  </a:lnTo>
                  <a:lnTo>
                    <a:pt x="153481" y="167188"/>
                  </a:lnTo>
                  <a:lnTo>
                    <a:pt x="152166" y="168518"/>
                  </a:lnTo>
                  <a:lnTo>
                    <a:pt x="149788" y="169810"/>
                  </a:lnTo>
                  <a:lnTo>
                    <a:pt x="147343" y="170615"/>
                  </a:lnTo>
                  <a:lnTo>
                    <a:pt x="145515" y="170899"/>
                  </a:lnTo>
                  <a:lnTo>
                    <a:pt x="142471" y="170944"/>
                  </a:lnTo>
                  <a:lnTo>
                    <a:pt x="133741" y="171873"/>
                  </a:lnTo>
                  <a:lnTo>
                    <a:pt x="129479" y="171817"/>
                  </a:lnTo>
                  <a:lnTo>
                    <a:pt x="126170" y="171423"/>
                  </a:lnTo>
                  <a:lnTo>
                    <a:pt x="122746" y="170129"/>
                  </a:lnTo>
                  <a:lnTo>
                    <a:pt x="117043" y="166478"/>
                  </a:lnTo>
                  <a:lnTo>
                    <a:pt x="115425" y="165668"/>
                  </a:lnTo>
                  <a:lnTo>
                    <a:pt x="113838" y="165198"/>
                  </a:lnTo>
                  <a:lnTo>
                    <a:pt x="113898" y="165985"/>
                  </a:lnTo>
                  <a:lnTo>
                    <a:pt x="115604" y="168025"/>
                  </a:lnTo>
                  <a:lnTo>
                    <a:pt x="117028" y="169342"/>
                  </a:lnTo>
                  <a:lnTo>
                    <a:pt x="118168" y="169934"/>
                  </a:lnTo>
                  <a:lnTo>
                    <a:pt x="117900" y="170558"/>
                  </a:lnTo>
                  <a:lnTo>
                    <a:pt x="115384" y="171540"/>
                  </a:lnTo>
                  <a:lnTo>
                    <a:pt x="112609" y="171980"/>
                  </a:lnTo>
                  <a:lnTo>
                    <a:pt x="109322" y="171963"/>
                  </a:lnTo>
                  <a:lnTo>
                    <a:pt x="109217" y="172343"/>
                  </a:lnTo>
                  <a:lnTo>
                    <a:pt x="110332" y="173401"/>
                  </a:lnTo>
                  <a:lnTo>
                    <a:pt x="111781" y="174398"/>
                  </a:lnTo>
                  <a:lnTo>
                    <a:pt x="112733" y="174697"/>
                  </a:lnTo>
                  <a:lnTo>
                    <a:pt x="115253" y="174388"/>
                  </a:lnTo>
                  <a:lnTo>
                    <a:pt x="118172" y="173128"/>
                  </a:lnTo>
                  <a:lnTo>
                    <a:pt x="119991" y="172757"/>
                  </a:lnTo>
                  <a:lnTo>
                    <a:pt x="123614" y="173058"/>
                  </a:lnTo>
                  <a:lnTo>
                    <a:pt x="125040" y="173506"/>
                  </a:lnTo>
                  <a:lnTo>
                    <a:pt x="129564" y="176265"/>
                  </a:lnTo>
                  <a:lnTo>
                    <a:pt x="130194" y="176393"/>
                  </a:lnTo>
                  <a:lnTo>
                    <a:pt x="133544" y="175004"/>
                  </a:lnTo>
                  <a:lnTo>
                    <a:pt x="138386" y="174930"/>
                  </a:lnTo>
                  <a:lnTo>
                    <a:pt x="140162" y="176044"/>
                  </a:lnTo>
                  <a:lnTo>
                    <a:pt x="140841" y="178209"/>
                  </a:lnTo>
                  <a:lnTo>
                    <a:pt x="140924" y="179963"/>
                  </a:lnTo>
                  <a:lnTo>
                    <a:pt x="140411" y="181305"/>
                  </a:lnTo>
                  <a:lnTo>
                    <a:pt x="141526" y="182615"/>
                  </a:lnTo>
                  <a:lnTo>
                    <a:pt x="144269" y="183890"/>
                  </a:lnTo>
                  <a:lnTo>
                    <a:pt x="146397" y="184165"/>
                  </a:lnTo>
                  <a:lnTo>
                    <a:pt x="147911" y="183443"/>
                  </a:lnTo>
                  <a:lnTo>
                    <a:pt x="150211" y="181693"/>
                  </a:lnTo>
                  <a:lnTo>
                    <a:pt x="151187" y="181279"/>
                  </a:lnTo>
                  <a:lnTo>
                    <a:pt x="152108" y="181375"/>
                  </a:lnTo>
                  <a:lnTo>
                    <a:pt x="153514" y="182648"/>
                  </a:lnTo>
                  <a:lnTo>
                    <a:pt x="155403" y="185099"/>
                  </a:lnTo>
                  <a:lnTo>
                    <a:pt x="155578" y="187965"/>
                  </a:lnTo>
                  <a:lnTo>
                    <a:pt x="154041" y="191243"/>
                  </a:lnTo>
                  <a:lnTo>
                    <a:pt x="152160" y="193394"/>
                  </a:lnTo>
                  <a:lnTo>
                    <a:pt x="144779" y="196942"/>
                  </a:lnTo>
                  <a:lnTo>
                    <a:pt x="142549" y="198337"/>
                  </a:lnTo>
                  <a:lnTo>
                    <a:pt x="140787" y="199790"/>
                  </a:lnTo>
                  <a:lnTo>
                    <a:pt x="138230" y="201099"/>
                  </a:lnTo>
                  <a:lnTo>
                    <a:pt x="133205" y="202849"/>
                  </a:lnTo>
                  <a:lnTo>
                    <a:pt x="130556" y="203177"/>
                  </a:lnTo>
                  <a:lnTo>
                    <a:pt x="124839" y="205059"/>
                  </a:lnTo>
                  <a:lnTo>
                    <a:pt x="123597" y="205145"/>
                  </a:lnTo>
                  <a:lnTo>
                    <a:pt x="121743" y="204839"/>
                  </a:lnTo>
                  <a:lnTo>
                    <a:pt x="121360" y="203921"/>
                  </a:lnTo>
                  <a:lnTo>
                    <a:pt x="121831" y="202291"/>
                  </a:lnTo>
                  <a:lnTo>
                    <a:pt x="122444" y="200773"/>
                  </a:lnTo>
                  <a:lnTo>
                    <a:pt x="123198" y="199366"/>
                  </a:lnTo>
                  <a:lnTo>
                    <a:pt x="123226" y="198199"/>
                  </a:lnTo>
                  <a:lnTo>
                    <a:pt x="121612" y="196384"/>
                  </a:lnTo>
                  <a:lnTo>
                    <a:pt x="120478" y="195544"/>
                  </a:lnTo>
                  <a:lnTo>
                    <a:pt x="119384" y="195123"/>
                  </a:lnTo>
                  <a:lnTo>
                    <a:pt x="117180" y="195367"/>
                  </a:lnTo>
                  <a:lnTo>
                    <a:pt x="115934" y="195864"/>
                  </a:lnTo>
                  <a:lnTo>
                    <a:pt x="114600" y="195960"/>
                  </a:lnTo>
                  <a:lnTo>
                    <a:pt x="113176" y="195648"/>
                  </a:lnTo>
                  <a:lnTo>
                    <a:pt x="111977" y="194883"/>
                  </a:lnTo>
                  <a:lnTo>
                    <a:pt x="109579" y="191676"/>
                  </a:lnTo>
                  <a:lnTo>
                    <a:pt x="108675" y="191268"/>
                  </a:lnTo>
                  <a:lnTo>
                    <a:pt x="107492" y="191368"/>
                  </a:lnTo>
                  <a:lnTo>
                    <a:pt x="106434" y="190908"/>
                  </a:lnTo>
                  <a:lnTo>
                    <a:pt x="105499" y="189888"/>
                  </a:lnTo>
                  <a:lnTo>
                    <a:pt x="103950" y="188901"/>
                  </a:lnTo>
                  <a:lnTo>
                    <a:pt x="104364" y="189654"/>
                  </a:lnTo>
                  <a:lnTo>
                    <a:pt x="105913" y="191480"/>
                  </a:lnTo>
                  <a:lnTo>
                    <a:pt x="106992" y="193292"/>
                  </a:lnTo>
                  <a:lnTo>
                    <a:pt x="107601" y="195093"/>
                  </a:lnTo>
                  <a:lnTo>
                    <a:pt x="107319" y="196509"/>
                  </a:lnTo>
                  <a:lnTo>
                    <a:pt x="94194" y="197294"/>
                  </a:lnTo>
                  <a:lnTo>
                    <a:pt x="88554" y="196884"/>
                  </a:lnTo>
                  <a:lnTo>
                    <a:pt x="87411" y="195646"/>
                  </a:lnTo>
                  <a:lnTo>
                    <a:pt x="84715" y="190318"/>
                  </a:lnTo>
                  <a:lnTo>
                    <a:pt x="84129" y="199738"/>
                  </a:lnTo>
                  <a:lnTo>
                    <a:pt x="74296" y="201274"/>
                  </a:lnTo>
                  <a:lnTo>
                    <a:pt x="71999" y="201014"/>
                  </a:lnTo>
                  <a:lnTo>
                    <a:pt x="68172" y="199961"/>
                  </a:lnTo>
                  <a:lnTo>
                    <a:pt x="63230" y="197423"/>
                  </a:lnTo>
                  <a:lnTo>
                    <a:pt x="61181" y="195740"/>
                  </a:lnTo>
                  <a:lnTo>
                    <a:pt x="60379" y="194062"/>
                  </a:lnTo>
                  <a:lnTo>
                    <a:pt x="59782" y="193146"/>
                  </a:lnTo>
                  <a:lnTo>
                    <a:pt x="59393" y="192992"/>
                  </a:lnTo>
                  <a:lnTo>
                    <a:pt x="58164" y="195012"/>
                  </a:lnTo>
                  <a:lnTo>
                    <a:pt x="56821" y="199145"/>
                  </a:lnTo>
                  <a:lnTo>
                    <a:pt x="53443" y="198078"/>
                  </a:lnTo>
                  <a:lnTo>
                    <a:pt x="49167" y="197035"/>
                  </a:lnTo>
                  <a:lnTo>
                    <a:pt x="47628" y="192963"/>
                  </a:lnTo>
                  <a:lnTo>
                    <a:pt x="47539" y="198859"/>
                  </a:lnTo>
                  <a:lnTo>
                    <a:pt x="40649" y="198078"/>
                  </a:lnTo>
                  <a:lnTo>
                    <a:pt x="37337" y="198298"/>
                  </a:lnTo>
                  <a:lnTo>
                    <a:pt x="36365" y="193133"/>
                  </a:lnTo>
                  <a:lnTo>
                    <a:pt x="36203" y="187437"/>
                  </a:lnTo>
                  <a:lnTo>
                    <a:pt x="34860" y="191041"/>
                  </a:lnTo>
                  <a:lnTo>
                    <a:pt x="35446" y="194104"/>
                  </a:lnTo>
                  <a:lnTo>
                    <a:pt x="35636" y="197837"/>
                  </a:lnTo>
                  <a:lnTo>
                    <a:pt x="32707" y="196775"/>
                  </a:lnTo>
                  <a:lnTo>
                    <a:pt x="26281" y="196254"/>
                  </a:lnTo>
                  <a:lnTo>
                    <a:pt x="24005" y="195737"/>
                  </a:lnTo>
                  <a:lnTo>
                    <a:pt x="24297" y="190781"/>
                  </a:lnTo>
                  <a:lnTo>
                    <a:pt x="24804" y="185843"/>
                  </a:lnTo>
                  <a:lnTo>
                    <a:pt x="33080" y="180921"/>
                  </a:lnTo>
                  <a:lnTo>
                    <a:pt x="35518" y="178591"/>
                  </a:lnTo>
                  <a:lnTo>
                    <a:pt x="37313" y="177653"/>
                  </a:lnTo>
                  <a:lnTo>
                    <a:pt x="40154" y="177060"/>
                  </a:lnTo>
                  <a:lnTo>
                    <a:pt x="43782" y="176692"/>
                  </a:lnTo>
                  <a:lnTo>
                    <a:pt x="46257" y="176976"/>
                  </a:lnTo>
                  <a:lnTo>
                    <a:pt x="49082" y="176699"/>
                  </a:lnTo>
                  <a:lnTo>
                    <a:pt x="52457" y="175823"/>
                  </a:lnTo>
                  <a:lnTo>
                    <a:pt x="54868" y="175571"/>
                  </a:lnTo>
                  <a:lnTo>
                    <a:pt x="55321" y="175261"/>
                  </a:lnTo>
                  <a:lnTo>
                    <a:pt x="54623" y="174806"/>
                  </a:lnTo>
                  <a:lnTo>
                    <a:pt x="52044" y="171632"/>
                  </a:lnTo>
                  <a:lnTo>
                    <a:pt x="51118" y="170911"/>
                  </a:lnTo>
                  <a:lnTo>
                    <a:pt x="50176" y="170589"/>
                  </a:lnTo>
                  <a:lnTo>
                    <a:pt x="48310" y="170448"/>
                  </a:lnTo>
                  <a:lnTo>
                    <a:pt x="46499" y="169058"/>
                  </a:lnTo>
                  <a:lnTo>
                    <a:pt x="45451" y="167830"/>
                  </a:lnTo>
                  <a:lnTo>
                    <a:pt x="44330" y="166162"/>
                  </a:lnTo>
                  <a:lnTo>
                    <a:pt x="42539" y="163001"/>
                  </a:lnTo>
                  <a:lnTo>
                    <a:pt x="40759" y="159473"/>
                  </a:lnTo>
                  <a:lnTo>
                    <a:pt x="41641" y="157537"/>
                  </a:lnTo>
                  <a:lnTo>
                    <a:pt x="44592" y="156015"/>
                  </a:lnTo>
                  <a:lnTo>
                    <a:pt x="47548" y="154960"/>
                  </a:lnTo>
                  <a:lnTo>
                    <a:pt x="50509" y="154373"/>
                  </a:lnTo>
                  <a:lnTo>
                    <a:pt x="52985" y="154360"/>
                  </a:lnTo>
                  <a:lnTo>
                    <a:pt x="55971" y="155203"/>
                  </a:lnTo>
                  <a:lnTo>
                    <a:pt x="60172" y="156832"/>
                  </a:lnTo>
                  <a:lnTo>
                    <a:pt x="62580" y="158677"/>
                  </a:lnTo>
                  <a:lnTo>
                    <a:pt x="65605" y="162584"/>
                  </a:lnTo>
                  <a:lnTo>
                    <a:pt x="67597" y="165695"/>
                  </a:lnTo>
                  <a:lnTo>
                    <a:pt x="69218" y="167099"/>
                  </a:lnTo>
                  <a:lnTo>
                    <a:pt x="76458" y="169645"/>
                  </a:lnTo>
                  <a:lnTo>
                    <a:pt x="78868" y="170056"/>
                  </a:lnTo>
                  <a:lnTo>
                    <a:pt x="81726" y="169852"/>
                  </a:lnTo>
                  <a:lnTo>
                    <a:pt x="87556" y="169185"/>
                  </a:lnTo>
                  <a:lnTo>
                    <a:pt x="90421" y="168485"/>
                  </a:lnTo>
                  <a:lnTo>
                    <a:pt x="91706" y="167657"/>
                  </a:lnTo>
                  <a:lnTo>
                    <a:pt x="92368" y="166465"/>
                  </a:lnTo>
                  <a:lnTo>
                    <a:pt x="93191" y="165548"/>
                  </a:lnTo>
                  <a:lnTo>
                    <a:pt x="95769" y="163444"/>
                  </a:lnTo>
                  <a:lnTo>
                    <a:pt x="99716" y="159074"/>
                  </a:lnTo>
                  <a:lnTo>
                    <a:pt x="101900" y="155623"/>
                  </a:lnTo>
                  <a:lnTo>
                    <a:pt x="102419" y="154461"/>
                  </a:lnTo>
                  <a:lnTo>
                    <a:pt x="102855" y="153057"/>
                  </a:lnTo>
                  <a:lnTo>
                    <a:pt x="103207" y="151408"/>
                  </a:lnTo>
                  <a:lnTo>
                    <a:pt x="101977" y="152287"/>
                  </a:lnTo>
                  <a:lnTo>
                    <a:pt x="95162" y="160817"/>
                  </a:lnTo>
                  <a:lnTo>
                    <a:pt x="93749" y="162366"/>
                  </a:lnTo>
                  <a:lnTo>
                    <a:pt x="89761" y="164986"/>
                  </a:lnTo>
                  <a:lnTo>
                    <a:pt x="88071" y="165409"/>
                  </a:lnTo>
                  <a:lnTo>
                    <a:pt x="85350" y="165279"/>
                  </a:lnTo>
                  <a:lnTo>
                    <a:pt x="81739" y="164119"/>
                  </a:lnTo>
                  <a:lnTo>
                    <a:pt x="77484" y="165965"/>
                  </a:lnTo>
                  <a:lnTo>
                    <a:pt x="74902" y="165496"/>
                  </a:lnTo>
                  <a:lnTo>
                    <a:pt x="72614" y="164206"/>
                  </a:lnTo>
                  <a:lnTo>
                    <a:pt x="72584" y="158153"/>
                  </a:lnTo>
                  <a:lnTo>
                    <a:pt x="69682" y="153313"/>
                  </a:lnTo>
                  <a:lnTo>
                    <a:pt x="72887" y="150863"/>
                  </a:lnTo>
                  <a:lnTo>
                    <a:pt x="75543" y="149343"/>
                  </a:lnTo>
                  <a:lnTo>
                    <a:pt x="80267" y="145393"/>
                  </a:lnTo>
                  <a:lnTo>
                    <a:pt x="81304" y="145353"/>
                  </a:lnTo>
                  <a:lnTo>
                    <a:pt x="84727" y="145974"/>
                  </a:lnTo>
                  <a:lnTo>
                    <a:pt x="82848" y="145078"/>
                  </a:lnTo>
                  <a:lnTo>
                    <a:pt x="81010" y="143748"/>
                  </a:lnTo>
                  <a:lnTo>
                    <a:pt x="76918" y="144093"/>
                  </a:lnTo>
                  <a:lnTo>
                    <a:pt x="78362" y="135586"/>
                  </a:lnTo>
                  <a:lnTo>
                    <a:pt x="75624" y="141945"/>
                  </a:lnTo>
                  <a:lnTo>
                    <a:pt x="72832" y="145280"/>
                  </a:lnTo>
                  <a:lnTo>
                    <a:pt x="71142" y="146967"/>
                  </a:lnTo>
                  <a:lnTo>
                    <a:pt x="69247" y="147938"/>
                  </a:lnTo>
                  <a:lnTo>
                    <a:pt x="62072" y="148776"/>
                  </a:lnTo>
                  <a:lnTo>
                    <a:pt x="63834" y="145651"/>
                  </a:lnTo>
                  <a:lnTo>
                    <a:pt x="65452" y="141044"/>
                  </a:lnTo>
                  <a:lnTo>
                    <a:pt x="63739" y="142766"/>
                  </a:lnTo>
                  <a:lnTo>
                    <a:pt x="59696" y="145354"/>
                  </a:lnTo>
                  <a:lnTo>
                    <a:pt x="56669" y="146713"/>
                  </a:lnTo>
                  <a:lnTo>
                    <a:pt x="54175" y="147429"/>
                  </a:lnTo>
                  <a:lnTo>
                    <a:pt x="49336" y="147256"/>
                  </a:lnTo>
                  <a:lnTo>
                    <a:pt x="46924" y="145957"/>
                  </a:lnTo>
                  <a:lnTo>
                    <a:pt x="47613" y="142771"/>
                  </a:lnTo>
                  <a:lnTo>
                    <a:pt x="47610" y="138848"/>
                  </a:lnTo>
                  <a:lnTo>
                    <a:pt x="49087" y="137030"/>
                  </a:lnTo>
                  <a:lnTo>
                    <a:pt x="51324" y="134699"/>
                  </a:lnTo>
                  <a:lnTo>
                    <a:pt x="53724" y="131558"/>
                  </a:lnTo>
                  <a:lnTo>
                    <a:pt x="55371" y="128294"/>
                  </a:lnTo>
                  <a:lnTo>
                    <a:pt x="61798" y="126838"/>
                  </a:lnTo>
                  <a:lnTo>
                    <a:pt x="68053" y="126245"/>
                  </a:lnTo>
                  <a:lnTo>
                    <a:pt x="73292" y="124522"/>
                  </a:lnTo>
                  <a:lnTo>
                    <a:pt x="75858" y="124219"/>
                  </a:lnTo>
                  <a:lnTo>
                    <a:pt x="78316" y="125037"/>
                  </a:lnTo>
                  <a:lnTo>
                    <a:pt x="88301" y="126379"/>
                  </a:lnTo>
                  <a:lnTo>
                    <a:pt x="92399" y="127404"/>
                  </a:lnTo>
                  <a:lnTo>
                    <a:pt x="94197" y="128147"/>
                  </a:lnTo>
                  <a:lnTo>
                    <a:pt x="95529" y="128414"/>
                  </a:lnTo>
                  <a:lnTo>
                    <a:pt x="96937" y="127304"/>
                  </a:lnTo>
                  <a:lnTo>
                    <a:pt x="98727" y="126232"/>
                  </a:lnTo>
                  <a:lnTo>
                    <a:pt x="104950" y="126342"/>
                  </a:lnTo>
                  <a:lnTo>
                    <a:pt x="106666" y="126146"/>
                  </a:lnTo>
                  <a:lnTo>
                    <a:pt x="108251" y="125642"/>
                  </a:lnTo>
                  <a:lnTo>
                    <a:pt x="110181" y="124626"/>
                  </a:lnTo>
                  <a:lnTo>
                    <a:pt x="112456" y="123094"/>
                  </a:lnTo>
                  <a:lnTo>
                    <a:pt x="112804" y="122342"/>
                  </a:lnTo>
                  <a:lnTo>
                    <a:pt x="111226" y="122370"/>
                  </a:lnTo>
                  <a:lnTo>
                    <a:pt x="109645" y="122754"/>
                  </a:lnTo>
                  <a:lnTo>
                    <a:pt x="107271" y="123870"/>
                  </a:lnTo>
                  <a:lnTo>
                    <a:pt x="104984" y="124473"/>
                  </a:lnTo>
                  <a:lnTo>
                    <a:pt x="102653" y="124359"/>
                  </a:lnTo>
                  <a:lnTo>
                    <a:pt x="97946" y="123414"/>
                  </a:lnTo>
                  <a:lnTo>
                    <a:pt x="89770" y="123244"/>
                  </a:lnTo>
                  <a:lnTo>
                    <a:pt x="85600" y="122814"/>
                  </a:lnTo>
                  <a:lnTo>
                    <a:pt x="83666" y="122357"/>
                  </a:lnTo>
                  <a:lnTo>
                    <a:pt x="82577" y="121728"/>
                  </a:lnTo>
                  <a:lnTo>
                    <a:pt x="81625" y="120783"/>
                  </a:lnTo>
                  <a:lnTo>
                    <a:pt x="80808" y="119520"/>
                  </a:lnTo>
                  <a:lnTo>
                    <a:pt x="81234" y="118634"/>
                  </a:lnTo>
                  <a:lnTo>
                    <a:pt x="82900" y="118124"/>
                  </a:lnTo>
                  <a:lnTo>
                    <a:pt x="84342" y="118017"/>
                  </a:lnTo>
                  <a:lnTo>
                    <a:pt x="86654" y="118711"/>
                  </a:lnTo>
                  <a:lnTo>
                    <a:pt x="89247" y="119888"/>
                  </a:lnTo>
                  <a:lnTo>
                    <a:pt x="92072" y="120041"/>
                  </a:lnTo>
                  <a:lnTo>
                    <a:pt x="91094" y="118966"/>
                  </a:lnTo>
                  <a:lnTo>
                    <a:pt x="87504" y="116806"/>
                  </a:lnTo>
                  <a:lnTo>
                    <a:pt x="85015" y="114975"/>
                  </a:lnTo>
                  <a:lnTo>
                    <a:pt x="82929" y="112724"/>
                  </a:lnTo>
                  <a:lnTo>
                    <a:pt x="81324" y="110498"/>
                  </a:lnTo>
                  <a:lnTo>
                    <a:pt x="77758" y="107008"/>
                  </a:lnTo>
                  <a:lnTo>
                    <a:pt x="74881" y="103538"/>
                  </a:lnTo>
                  <a:lnTo>
                    <a:pt x="72851" y="102003"/>
                  </a:lnTo>
                  <a:lnTo>
                    <a:pt x="70712" y="101242"/>
                  </a:lnTo>
                  <a:lnTo>
                    <a:pt x="64187" y="100295"/>
                  </a:lnTo>
                  <a:lnTo>
                    <a:pt x="62880" y="99677"/>
                  </a:lnTo>
                  <a:lnTo>
                    <a:pt x="59767" y="96651"/>
                  </a:lnTo>
                  <a:lnTo>
                    <a:pt x="58931" y="91541"/>
                  </a:lnTo>
                  <a:lnTo>
                    <a:pt x="57567" y="88427"/>
                  </a:lnTo>
                  <a:lnTo>
                    <a:pt x="58884" y="84446"/>
                  </a:lnTo>
                  <a:lnTo>
                    <a:pt x="61057" y="82642"/>
                  </a:lnTo>
                  <a:lnTo>
                    <a:pt x="74088" y="84047"/>
                  </a:lnTo>
                  <a:lnTo>
                    <a:pt x="79586" y="83836"/>
                  </a:lnTo>
                  <a:lnTo>
                    <a:pt x="86614" y="84337"/>
                  </a:lnTo>
                  <a:lnTo>
                    <a:pt x="90394" y="85312"/>
                  </a:lnTo>
                  <a:lnTo>
                    <a:pt x="94708" y="87735"/>
                  </a:lnTo>
                  <a:lnTo>
                    <a:pt x="98562" y="90465"/>
                  </a:lnTo>
                  <a:lnTo>
                    <a:pt x="102273" y="92291"/>
                  </a:lnTo>
                  <a:lnTo>
                    <a:pt x="105686" y="94789"/>
                  </a:lnTo>
                  <a:lnTo>
                    <a:pt x="109413" y="98497"/>
                  </a:lnTo>
                  <a:lnTo>
                    <a:pt x="111605" y="100276"/>
                  </a:lnTo>
                  <a:lnTo>
                    <a:pt x="113505" y="101362"/>
                  </a:lnTo>
                  <a:lnTo>
                    <a:pt x="116064" y="102297"/>
                  </a:lnTo>
                  <a:lnTo>
                    <a:pt x="120890" y="103478"/>
                  </a:lnTo>
                  <a:lnTo>
                    <a:pt x="125094" y="103867"/>
                  </a:lnTo>
                  <a:lnTo>
                    <a:pt x="127273" y="103712"/>
                  </a:lnTo>
                  <a:lnTo>
                    <a:pt x="129605" y="102857"/>
                  </a:lnTo>
                  <a:lnTo>
                    <a:pt x="131264" y="101844"/>
                  </a:lnTo>
                  <a:lnTo>
                    <a:pt x="129413" y="101564"/>
                  </a:lnTo>
                  <a:lnTo>
                    <a:pt x="124570" y="101683"/>
                  </a:lnTo>
                  <a:lnTo>
                    <a:pt x="121207" y="101146"/>
                  </a:lnTo>
                  <a:lnTo>
                    <a:pt x="119289" y="99954"/>
                  </a:lnTo>
                  <a:lnTo>
                    <a:pt x="117249" y="98348"/>
                  </a:lnTo>
                  <a:lnTo>
                    <a:pt x="114007" y="95321"/>
                  </a:lnTo>
                  <a:lnTo>
                    <a:pt x="111554" y="93343"/>
                  </a:lnTo>
                  <a:lnTo>
                    <a:pt x="106193" y="90117"/>
                  </a:lnTo>
                  <a:lnTo>
                    <a:pt x="102230" y="86909"/>
                  </a:lnTo>
                  <a:lnTo>
                    <a:pt x="99053" y="83866"/>
                  </a:lnTo>
                  <a:lnTo>
                    <a:pt x="98759" y="82545"/>
                  </a:lnTo>
                  <a:lnTo>
                    <a:pt x="101055" y="81624"/>
                  </a:lnTo>
                  <a:lnTo>
                    <a:pt x="103879" y="80981"/>
                  </a:lnTo>
                  <a:lnTo>
                    <a:pt x="121553" y="78920"/>
                  </a:lnTo>
                  <a:lnTo>
                    <a:pt x="132098" y="76459"/>
                  </a:lnTo>
                  <a:lnTo>
                    <a:pt x="136375" y="73602"/>
                  </a:lnTo>
                  <a:lnTo>
                    <a:pt x="136887" y="72934"/>
                  </a:lnTo>
                  <a:lnTo>
                    <a:pt x="151003" y="68900"/>
                  </a:lnTo>
                  <a:lnTo>
                    <a:pt x="160985" y="67411"/>
                  </a:lnTo>
                  <a:lnTo>
                    <a:pt x="164823" y="67170"/>
                  </a:lnTo>
                  <a:lnTo>
                    <a:pt x="168300" y="66524"/>
                  </a:lnTo>
                  <a:lnTo>
                    <a:pt x="168443" y="66128"/>
                  </a:lnTo>
                  <a:lnTo>
                    <a:pt x="165398" y="65589"/>
                  </a:lnTo>
                  <a:lnTo>
                    <a:pt x="162322" y="65323"/>
                  </a:lnTo>
                  <a:lnTo>
                    <a:pt x="155345" y="65341"/>
                  </a:lnTo>
                  <a:lnTo>
                    <a:pt x="149132" y="64850"/>
                  </a:lnTo>
                  <a:lnTo>
                    <a:pt x="147256" y="63957"/>
                  </a:lnTo>
                  <a:lnTo>
                    <a:pt x="147645" y="62497"/>
                  </a:lnTo>
                  <a:lnTo>
                    <a:pt x="148243" y="61244"/>
                  </a:lnTo>
                  <a:lnTo>
                    <a:pt x="150120" y="59149"/>
                  </a:lnTo>
                  <a:lnTo>
                    <a:pt x="152132" y="57575"/>
                  </a:lnTo>
                  <a:lnTo>
                    <a:pt x="160657" y="53041"/>
                  </a:lnTo>
                  <a:lnTo>
                    <a:pt x="166395" y="51132"/>
                  </a:lnTo>
                  <a:lnTo>
                    <a:pt x="168049" y="49814"/>
                  </a:lnTo>
                  <a:lnTo>
                    <a:pt x="155702" y="52753"/>
                  </a:lnTo>
                  <a:lnTo>
                    <a:pt x="151390" y="54877"/>
                  </a:lnTo>
                  <a:lnTo>
                    <a:pt x="147055" y="58066"/>
                  </a:lnTo>
                  <a:lnTo>
                    <a:pt x="144810" y="59005"/>
                  </a:lnTo>
                  <a:lnTo>
                    <a:pt x="143210" y="58757"/>
                  </a:lnTo>
                  <a:lnTo>
                    <a:pt x="141781" y="59054"/>
                  </a:lnTo>
                  <a:lnTo>
                    <a:pt x="140522" y="59897"/>
                  </a:lnTo>
                  <a:lnTo>
                    <a:pt x="139466" y="61439"/>
                  </a:lnTo>
                  <a:lnTo>
                    <a:pt x="138614" y="63681"/>
                  </a:lnTo>
                  <a:lnTo>
                    <a:pt x="137840" y="65208"/>
                  </a:lnTo>
                  <a:lnTo>
                    <a:pt x="137144" y="66022"/>
                  </a:lnTo>
                  <a:lnTo>
                    <a:pt x="135388" y="67199"/>
                  </a:lnTo>
                  <a:lnTo>
                    <a:pt x="131161" y="69505"/>
                  </a:lnTo>
                  <a:lnTo>
                    <a:pt x="121242" y="72726"/>
                  </a:lnTo>
                  <a:lnTo>
                    <a:pt x="117904" y="73545"/>
                  </a:lnTo>
                  <a:lnTo>
                    <a:pt x="115046" y="73674"/>
                  </a:lnTo>
                  <a:lnTo>
                    <a:pt x="105785" y="75491"/>
                  </a:lnTo>
                  <a:lnTo>
                    <a:pt x="103005" y="75563"/>
                  </a:lnTo>
                  <a:lnTo>
                    <a:pt x="99925" y="75012"/>
                  </a:lnTo>
                  <a:lnTo>
                    <a:pt x="101242" y="73442"/>
                  </a:lnTo>
                  <a:lnTo>
                    <a:pt x="106143" y="70546"/>
                  </a:lnTo>
                  <a:lnTo>
                    <a:pt x="107442" y="69256"/>
                  </a:lnTo>
                  <a:lnTo>
                    <a:pt x="104307" y="69538"/>
                  </a:lnTo>
                  <a:lnTo>
                    <a:pt x="101110" y="70329"/>
                  </a:lnTo>
                  <a:lnTo>
                    <a:pt x="94053" y="70981"/>
                  </a:lnTo>
                  <a:lnTo>
                    <a:pt x="91263" y="72159"/>
                  </a:lnTo>
                  <a:lnTo>
                    <a:pt x="88558" y="74296"/>
                  </a:lnTo>
                  <a:lnTo>
                    <a:pt x="86390" y="75641"/>
                  </a:lnTo>
                  <a:lnTo>
                    <a:pt x="84760" y="76186"/>
                  </a:lnTo>
                  <a:lnTo>
                    <a:pt x="82511" y="76512"/>
                  </a:lnTo>
                  <a:lnTo>
                    <a:pt x="74244" y="76678"/>
                  </a:lnTo>
                  <a:lnTo>
                    <a:pt x="72409" y="76535"/>
                  </a:lnTo>
                  <a:lnTo>
                    <a:pt x="67654" y="74905"/>
                  </a:lnTo>
                  <a:lnTo>
                    <a:pt x="63441" y="75468"/>
                  </a:lnTo>
                  <a:lnTo>
                    <a:pt x="61702" y="75360"/>
                  </a:lnTo>
                  <a:lnTo>
                    <a:pt x="58508" y="74208"/>
                  </a:lnTo>
                  <a:lnTo>
                    <a:pt x="57556" y="73461"/>
                  </a:lnTo>
                  <a:lnTo>
                    <a:pt x="57697" y="72457"/>
                  </a:lnTo>
                  <a:lnTo>
                    <a:pt x="59543" y="70565"/>
                  </a:lnTo>
                  <a:lnTo>
                    <a:pt x="61682" y="68747"/>
                  </a:lnTo>
                  <a:lnTo>
                    <a:pt x="68641" y="64756"/>
                  </a:lnTo>
                  <a:lnTo>
                    <a:pt x="73104" y="62886"/>
                  </a:lnTo>
                  <a:lnTo>
                    <a:pt x="79535" y="61276"/>
                  </a:lnTo>
                  <a:lnTo>
                    <a:pt x="94646" y="59476"/>
                  </a:lnTo>
                  <a:lnTo>
                    <a:pt x="95332" y="58157"/>
                  </a:lnTo>
                  <a:lnTo>
                    <a:pt x="80040" y="59630"/>
                  </a:lnTo>
                  <a:lnTo>
                    <a:pt x="67033" y="61493"/>
                  </a:lnTo>
                  <a:lnTo>
                    <a:pt x="64922" y="62177"/>
                  </a:lnTo>
                  <a:lnTo>
                    <a:pt x="61894" y="64003"/>
                  </a:lnTo>
                  <a:lnTo>
                    <a:pt x="52278" y="70617"/>
                  </a:lnTo>
                  <a:lnTo>
                    <a:pt x="49443" y="72287"/>
                  </a:lnTo>
                  <a:lnTo>
                    <a:pt x="45108" y="72686"/>
                  </a:lnTo>
                  <a:lnTo>
                    <a:pt x="41792" y="72121"/>
                  </a:lnTo>
                  <a:lnTo>
                    <a:pt x="39200" y="71281"/>
                  </a:lnTo>
                  <a:lnTo>
                    <a:pt x="34736" y="69323"/>
                  </a:lnTo>
                  <a:lnTo>
                    <a:pt x="31371" y="68272"/>
                  </a:lnTo>
                  <a:lnTo>
                    <a:pt x="29778" y="67566"/>
                  </a:lnTo>
                  <a:lnTo>
                    <a:pt x="28837" y="66853"/>
                  </a:lnTo>
                  <a:lnTo>
                    <a:pt x="28074" y="66017"/>
                  </a:lnTo>
                  <a:lnTo>
                    <a:pt x="27489" y="65061"/>
                  </a:lnTo>
                  <a:lnTo>
                    <a:pt x="28583" y="64263"/>
                  </a:lnTo>
                  <a:lnTo>
                    <a:pt x="37143" y="62536"/>
                  </a:lnTo>
                  <a:lnTo>
                    <a:pt x="48776" y="62872"/>
                  </a:lnTo>
                  <a:lnTo>
                    <a:pt x="53996" y="62516"/>
                  </a:lnTo>
                  <a:lnTo>
                    <a:pt x="59131" y="61472"/>
                  </a:lnTo>
                  <a:lnTo>
                    <a:pt x="66707" y="58877"/>
                  </a:lnTo>
                  <a:lnTo>
                    <a:pt x="74954" y="55234"/>
                  </a:lnTo>
                  <a:lnTo>
                    <a:pt x="76568" y="54071"/>
                  </a:lnTo>
                  <a:lnTo>
                    <a:pt x="73558" y="53816"/>
                  </a:lnTo>
                  <a:lnTo>
                    <a:pt x="71330" y="54098"/>
                  </a:lnTo>
                  <a:lnTo>
                    <a:pt x="65964" y="55401"/>
                  </a:lnTo>
                  <a:lnTo>
                    <a:pt x="57473" y="58904"/>
                  </a:lnTo>
                  <a:lnTo>
                    <a:pt x="50066" y="60141"/>
                  </a:lnTo>
                  <a:lnTo>
                    <a:pt x="31764" y="60800"/>
                  </a:lnTo>
                  <a:lnTo>
                    <a:pt x="25955" y="61780"/>
                  </a:lnTo>
                  <a:lnTo>
                    <a:pt x="23403" y="61569"/>
                  </a:lnTo>
                  <a:lnTo>
                    <a:pt x="21482" y="60613"/>
                  </a:lnTo>
                  <a:lnTo>
                    <a:pt x="19339" y="58844"/>
                  </a:lnTo>
                  <a:lnTo>
                    <a:pt x="19721" y="57427"/>
                  </a:lnTo>
                  <a:lnTo>
                    <a:pt x="24081" y="55837"/>
                  </a:lnTo>
                  <a:lnTo>
                    <a:pt x="27497" y="55465"/>
                  </a:lnTo>
                  <a:lnTo>
                    <a:pt x="28109" y="55138"/>
                  </a:lnTo>
                  <a:lnTo>
                    <a:pt x="23260" y="53603"/>
                  </a:lnTo>
                  <a:lnTo>
                    <a:pt x="22828" y="52818"/>
                  </a:lnTo>
                  <a:lnTo>
                    <a:pt x="25630" y="51080"/>
                  </a:lnTo>
                  <a:lnTo>
                    <a:pt x="31702" y="48519"/>
                  </a:lnTo>
                  <a:lnTo>
                    <a:pt x="34772" y="47712"/>
                  </a:lnTo>
                  <a:lnTo>
                    <a:pt x="40397" y="47199"/>
                  </a:lnTo>
                  <a:lnTo>
                    <a:pt x="46186" y="47479"/>
                  </a:lnTo>
                  <a:lnTo>
                    <a:pt x="46410" y="46991"/>
                  </a:lnTo>
                  <a:lnTo>
                    <a:pt x="40683" y="46021"/>
                  </a:lnTo>
                  <a:lnTo>
                    <a:pt x="36394" y="45844"/>
                  </a:lnTo>
                  <a:lnTo>
                    <a:pt x="30724" y="46528"/>
                  </a:lnTo>
                  <a:lnTo>
                    <a:pt x="15676" y="50676"/>
                  </a:lnTo>
                  <a:lnTo>
                    <a:pt x="14396" y="50550"/>
                  </a:lnTo>
                  <a:lnTo>
                    <a:pt x="12207" y="49836"/>
                  </a:lnTo>
                  <a:lnTo>
                    <a:pt x="12835" y="48812"/>
                  </a:lnTo>
                  <a:lnTo>
                    <a:pt x="20881" y="44454"/>
                  </a:lnTo>
                  <a:lnTo>
                    <a:pt x="21148" y="43769"/>
                  </a:lnTo>
                  <a:lnTo>
                    <a:pt x="15366" y="43867"/>
                  </a:lnTo>
                  <a:lnTo>
                    <a:pt x="13668" y="43661"/>
                  </a:lnTo>
                  <a:lnTo>
                    <a:pt x="12011" y="43144"/>
                  </a:lnTo>
                  <a:lnTo>
                    <a:pt x="9656" y="43603"/>
                  </a:lnTo>
                  <a:lnTo>
                    <a:pt x="6601" y="45036"/>
                  </a:lnTo>
                  <a:lnTo>
                    <a:pt x="4447" y="45649"/>
                  </a:lnTo>
                  <a:lnTo>
                    <a:pt x="3194" y="45443"/>
                  </a:lnTo>
                  <a:lnTo>
                    <a:pt x="0" y="43745"/>
                  </a:lnTo>
                  <a:lnTo>
                    <a:pt x="414" y="42322"/>
                  </a:lnTo>
                  <a:lnTo>
                    <a:pt x="2955" y="40537"/>
                  </a:lnTo>
                  <a:lnTo>
                    <a:pt x="5275" y="39252"/>
                  </a:lnTo>
                  <a:lnTo>
                    <a:pt x="8427" y="38079"/>
                  </a:lnTo>
                  <a:lnTo>
                    <a:pt x="13557" y="36607"/>
                  </a:lnTo>
                  <a:lnTo>
                    <a:pt x="17272" y="36110"/>
                  </a:lnTo>
                  <a:lnTo>
                    <a:pt x="23286" y="36096"/>
                  </a:lnTo>
                  <a:lnTo>
                    <a:pt x="26152" y="35440"/>
                  </a:lnTo>
                  <a:lnTo>
                    <a:pt x="28703" y="34297"/>
                  </a:lnTo>
                  <a:lnTo>
                    <a:pt x="31895" y="32447"/>
                  </a:lnTo>
                  <a:lnTo>
                    <a:pt x="35397" y="31175"/>
                  </a:lnTo>
                  <a:lnTo>
                    <a:pt x="41116" y="30129"/>
                  </a:lnTo>
                  <a:lnTo>
                    <a:pt x="45934" y="30466"/>
                  </a:lnTo>
                  <a:lnTo>
                    <a:pt x="48597" y="31378"/>
                  </a:lnTo>
                  <a:lnTo>
                    <a:pt x="50712" y="32977"/>
                  </a:lnTo>
                  <a:lnTo>
                    <a:pt x="52983" y="34199"/>
                  </a:lnTo>
                  <a:lnTo>
                    <a:pt x="53198" y="33212"/>
                  </a:lnTo>
                  <a:lnTo>
                    <a:pt x="55074" y="31994"/>
                  </a:lnTo>
                  <a:lnTo>
                    <a:pt x="57427" y="31472"/>
                  </a:lnTo>
                  <a:lnTo>
                    <a:pt x="60258" y="31646"/>
                  </a:lnTo>
                  <a:lnTo>
                    <a:pt x="62747" y="32225"/>
                  </a:lnTo>
                  <a:lnTo>
                    <a:pt x="65966" y="33698"/>
                  </a:lnTo>
                  <a:lnTo>
                    <a:pt x="68569" y="34360"/>
                  </a:lnTo>
                  <a:lnTo>
                    <a:pt x="69791" y="34320"/>
                  </a:lnTo>
                  <a:lnTo>
                    <a:pt x="71322" y="33505"/>
                  </a:lnTo>
                  <a:lnTo>
                    <a:pt x="75391" y="33487"/>
                  </a:lnTo>
                  <a:lnTo>
                    <a:pt x="75307" y="33141"/>
                  </a:lnTo>
                  <a:lnTo>
                    <a:pt x="73979" y="32289"/>
                  </a:lnTo>
                  <a:lnTo>
                    <a:pt x="72373" y="31680"/>
                  </a:lnTo>
                  <a:lnTo>
                    <a:pt x="57952" y="27448"/>
                  </a:lnTo>
                  <a:lnTo>
                    <a:pt x="57554" y="26522"/>
                  </a:lnTo>
                  <a:lnTo>
                    <a:pt x="62415" y="25653"/>
                  </a:lnTo>
                  <a:lnTo>
                    <a:pt x="65453" y="24615"/>
                  </a:lnTo>
                  <a:lnTo>
                    <a:pt x="66879" y="24363"/>
                  </a:lnTo>
                  <a:lnTo>
                    <a:pt x="70440" y="22155"/>
                  </a:lnTo>
                  <a:lnTo>
                    <a:pt x="72766" y="21006"/>
                  </a:lnTo>
                  <a:lnTo>
                    <a:pt x="77072" y="19700"/>
                  </a:lnTo>
                  <a:lnTo>
                    <a:pt x="78799" y="20056"/>
                  </a:lnTo>
                  <a:lnTo>
                    <a:pt x="80972" y="21209"/>
                  </a:lnTo>
                  <a:lnTo>
                    <a:pt x="83076" y="21930"/>
                  </a:lnTo>
                  <a:lnTo>
                    <a:pt x="89259" y="22617"/>
                  </a:lnTo>
                  <a:lnTo>
                    <a:pt x="91904" y="23333"/>
                  </a:lnTo>
                  <a:lnTo>
                    <a:pt x="96616" y="27448"/>
                  </a:lnTo>
                  <a:lnTo>
                    <a:pt x="98496" y="28792"/>
                  </a:lnTo>
                  <a:lnTo>
                    <a:pt x="101175" y="30175"/>
                  </a:lnTo>
                  <a:lnTo>
                    <a:pt x="102771" y="30695"/>
                  </a:lnTo>
                  <a:lnTo>
                    <a:pt x="105924" y="31029"/>
                  </a:lnTo>
                  <a:lnTo>
                    <a:pt x="106248" y="30247"/>
                  </a:lnTo>
                  <a:lnTo>
                    <a:pt x="102505" y="28302"/>
                  </a:lnTo>
                  <a:lnTo>
                    <a:pt x="101479" y="27175"/>
                  </a:lnTo>
                  <a:lnTo>
                    <a:pt x="101920" y="26221"/>
                  </a:lnTo>
                  <a:lnTo>
                    <a:pt x="102718" y="25718"/>
                  </a:lnTo>
                  <a:lnTo>
                    <a:pt x="103870" y="25673"/>
                  </a:lnTo>
                  <a:lnTo>
                    <a:pt x="106826" y="26524"/>
                  </a:lnTo>
                  <a:lnTo>
                    <a:pt x="114685" y="29417"/>
                  </a:lnTo>
                  <a:lnTo>
                    <a:pt x="126433" y="32844"/>
                  </a:lnTo>
                  <a:lnTo>
                    <a:pt x="130936" y="33640"/>
                  </a:lnTo>
                  <a:lnTo>
                    <a:pt x="133715" y="34864"/>
                  </a:lnTo>
                  <a:lnTo>
                    <a:pt x="136248" y="36351"/>
                  </a:lnTo>
                  <a:lnTo>
                    <a:pt x="138746" y="37379"/>
                  </a:lnTo>
                  <a:lnTo>
                    <a:pt x="139209" y="37281"/>
                  </a:lnTo>
                  <a:lnTo>
                    <a:pt x="136885" y="34979"/>
                  </a:lnTo>
                  <a:lnTo>
                    <a:pt x="131203" y="32141"/>
                  </a:lnTo>
                  <a:lnTo>
                    <a:pt x="116005" y="27295"/>
                  </a:lnTo>
                  <a:lnTo>
                    <a:pt x="109994" y="24757"/>
                  </a:lnTo>
                  <a:lnTo>
                    <a:pt x="107086" y="23041"/>
                  </a:lnTo>
                  <a:lnTo>
                    <a:pt x="104884" y="21307"/>
                  </a:lnTo>
                  <a:lnTo>
                    <a:pt x="104841" y="20359"/>
                  </a:lnTo>
                  <a:lnTo>
                    <a:pt x="106913" y="19249"/>
                  </a:lnTo>
                  <a:lnTo>
                    <a:pt x="109703" y="18371"/>
                  </a:lnTo>
                  <a:lnTo>
                    <a:pt x="113171" y="18020"/>
                  </a:lnTo>
                  <a:lnTo>
                    <a:pt x="113587" y="17654"/>
                  </a:lnTo>
                  <a:lnTo>
                    <a:pt x="110437" y="16337"/>
                  </a:lnTo>
                  <a:lnTo>
                    <a:pt x="108575" y="15198"/>
                  </a:lnTo>
                  <a:lnTo>
                    <a:pt x="108640" y="14403"/>
                  </a:lnTo>
                  <a:lnTo>
                    <a:pt x="112404" y="13796"/>
                  </a:lnTo>
                  <a:lnTo>
                    <a:pt x="114740" y="13979"/>
                  </a:lnTo>
                  <a:lnTo>
                    <a:pt x="119177" y="15413"/>
                  </a:lnTo>
                  <a:lnTo>
                    <a:pt x="122883" y="16091"/>
                  </a:lnTo>
                  <a:lnTo>
                    <a:pt x="123483" y="15653"/>
                  </a:lnTo>
                  <a:lnTo>
                    <a:pt x="119657" y="11835"/>
                  </a:lnTo>
                  <a:lnTo>
                    <a:pt x="119300" y="10975"/>
                  </a:lnTo>
                  <a:lnTo>
                    <a:pt x="119867" y="10471"/>
                  </a:lnTo>
                  <a:lnTo>
                    <a:pt x="121207" y="9959"/>
                  </a:lnTo>
                  <a:lnTo>
                    <a:pt x="125216" y="10253"/>
                  </a:lnTo>
                  <a:lnTo>
                    <a:pt x="131817" y="12112"/>
                  </a:lnTo>
                  <a:lnTo>
                    <a:pt x="143635" y="13044"/>
                  </a:lnTo>
                  <a:lnTo>
                    <a:pt x="146886" y="12904"/>
                  </a:lnTo>
                  <a:lnTo>
                    <a:pt x="146397" y="12475"/>
                  </a:lnTo>
                  <a:lnTo>
                    <a:pt x="141680" y="11327"/>
                  </a:lnTo>
                  <a:lnTo>
                    <a:pt x="136743" y="9785"/>
                  </a:lnTo>
                  <a:lnTo>
                    <a:pt x="134565" y="8853"/>
                  </a:lnTo>
                  <a:lnTo>
                    <a:pt x="132969" y="7597"/>
                  </a:lnTo>
                  <a:lnTo>
                    <a:pt x="131075" y="6556"/>
                  </a:lnTo>
                  <a:lnTo>
                    <a:pt x="130918" y="6056"/>
                  </a:lnTo>
                  <a:lnTo>
                    <a:pt x="133968" y="5247"/>
                  </a:lnTo>
                  <a:lnTo>
                    <a:pt x="141983" y="5404"/>
                  </a:lnTo>
                  <a:lnTo>
                    <a:pt x="149427" y="6648"/>
                  </a:lnTo>
                  <a:lnTo>
                    <a:pt x="155744" y="6198"/>
                  </a:lnTo>
                  <a:lnTo>
                    <a:pt x="159726" y="6508"/>
                  </a:lnTo>
                  <a:lnTo>
                    <a:pt x="161298" y="6883"/>
                  </a:lnTo>
                  <a:lnTo>
                    <a:pt x="164179" y="8241"/>
                  </a:lnTo>
                  <a:lnTo>
                    <a:pt x="173319" y="13155"/>
                  </a:lnTo>
                  <a:lnTo>
                    <a:pt x="174289" y="13937"/>
                  </a:lnTo>
                  <a:lnTo>
                    <a:pt x="175328" y="15129"/>
                  </a:lnTo>
                  <a:lnTo>
                    <a:pt x="176436" y="16732"/>
                  </a:lnTo>
                  <a:lnTo>
                    <a:pt x="177993" y="17166"/>
                  </a:lnTo>
                  <a:lnTo>
                    <a:pt x="181003" y="16065"/>
                  </a:lnTo>
                  <a:lnTo>
                    <a:pt x="183032" y="14998"/>
                  </a:lnTo>
                  <a:lnTo>
                    <a:pt x="182155" y="13964"/>
                  </a:lnTo>
                  <a:lnTo>
                    <a:pt x="177112" y="11597"/>
                  </a:lnTo>
                  <a:lnTo>
                    <a:pt x="175967" y="10584"/>
                  </a:lnTo>
                  <a:lnTo>
                    <a:pt x="173444" y="8873"/>
                  </a:lnTo>
                  <a:lnTo>
                    <a:pt x="167784" y="5811"/>
                  </a:lnTo>
                  <a:lnTo>
                    <a:pt x="166276" y="4390"/>
                  </a:lnTo>
                  <a:lnTo>
                    <a:pt x="165326" y="3178"/>
                  </a:lnTo>
                  <a:lnTo>
                    <a:pt x="180996" y="2037"/>
                  </a:lnTo>
                  <a:lnTo>
                    <a:pt x="196107" y="3042"/>
                  </a:lnTo>
                  <a:lnTo>
                    <a:pt x="198565" y="3755"/>
                  </a:lnTo>
                  <a:lnTo>
                    <a:pt x="200176" y="4749"/>
                  </a:lnTo>
                  <a:lnTo>
                    <a:pt x="201758" y="6261"/>
                  </a:lnTo>
                  <a:lnTo>
                    <a:pt x="204181" y="7808"/>
                  </a:lnTo>
                  <a:lnTo>
                    <a:pt x="209077" y="10180"/>
                  </a:lnTo>
                  <a:lnTo>
                    <a:pt x="216042" y="11656"/>
                  </a:lnTo>
                  <a:lnTo>
                    <a:pt x="214710" y="10650"/>
                  </a:lnTo>
                  <a:lnTo>
                    <a:pt x="209501" y="8033"/>
                  </a:lnTo>
                  <a:lnTo>
                    <a:pt x="207148" y="6242"/>
                  </a:lnTo>
                  <a:lnTo>
                    <a:pt x="207161" y="5030"/>
                  </a:lnTo>
                  <a:lnTo>
                    <a:pt x="207580" y="4106"/>
                  </a:lnTo>
                  <a:lnTo>
                    <a:pt x="208405" y="3467"/>
                  </a:lnTo>
                  <a:lnTo>
                    <a:pt x="214304" y="1031"/>
                  </a:lnTo>
                  <a:lnTo>
                    <a:pt x="222735" y="297"/>
                  </a:lnTo>
                  <a:lnTo>
                    <a:pt x="223712" y="434"/>
                  </a:lnTo>
                  <a:lnTo>
                    <a:pt x="230267" y="4174"/>
                  </a:lnTo>
                  <a:lnTo>
                    <a:pt x="233377" y="5705"/>
                  </a:lnTo>
                  <a:lnTo>
                    <a:pt x="235554" y="6319"/>
                  </a:lnTo>
                  <a:lnTo>
                    <a:pt x="235637" y="6052"/>
                  </a:lnTo>
                  <a:lnTo>
                    <a:pt x="232624" y="4329"/>
                  </a:lnTo>
                  <a:lnTo>
                    <a:pt x="230307" y="3393"/>
                  </a:lnTo>
                  <a:lnTo>
                    <a:pt x="230067" y="2806"/>
                  </a:lnTo>
                  <a:lnTo>
                    <a:pt x="233914" y="988"/>
                  </a:lnTo>
                  <a:lnTo>
                    <a:pt x="236347" y="530"/>
                  </a:lnTo>
                  <a:lnTo>
                    <a:pt x="246574" y="0"/>
                  </a:lnTo>
                  <a:lnTo>
                    <a:pt x="247735" y="191"/>
                  </a:lnTo>
                  <a:lnTo>
                    <a:pt x="248706" y="696"/>
                  </a:lnTo>
                  <a:lnTo>
                    <a:pt x="251122" y="26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3236404" y="2222346"/>
              <a:ext cx="50924" cy="57490"/>
            </a:xfrm>
            <a:custGeom>
              <a:avLst/>
              <a:pathLst>
                <a:path w="50924" h="57490">
                  <a:moveTo>
                    <a:pt x="40357" y="7429"/>
                  </a:moveTo>
                  <a:lnTo>
                    <a:pt x="40702" y="7815"/>
                  </a:lnTo>
                  <a:lnTo>
                    <a:pt x="41513" y="9118"/>
                  </a:lnTo>
                  <a:lnTo>
                    <a:pt x="41323" y="11342"/>
                  </a:lnTo>
                  <a:lnTo>
                    <a:pt x="40397" y="14918"/>
                  </a:lnTo>
                  <a:lnTo>
                    <a:pt x="39906" y="17817"/>
                  </a:lnTo>
                  <a:lnTo>
                    <a:pt x="39851" y="20038"/>
                  </a:lnTo>
                  <a:lnTo>
                    <a:pt x="39944" y="21079"/>
                  </a:lnTo>
                  <a:lnTo>
                    <a:pt x="40111" y="21065"/>
                  </a:lnTo>
                  <a:lnTo>
                    <a:pt x="40996" y="21223"/>
                  </a:lnTo>
                  <a:lnTo>
                    <a:pt x="41446" y="21221"/>
                  </a:lnTo>
                  <a:lnTo>
                    <a:pt x="42866" y="21822"/>
                  </a:lnTo>
                  <a:lnTo>
                    <a:pt x="44005" y="22701"/>
                  </a:lnTo>
                  <a:lnTo>
                    <a:pt x="44225" y="23629"/>
                  </a:lnTo>
                  <a:lnTo>
                    <a:pt x="44373" y="24760"/>
                  </a:lnTo>
                  <a:lnTo>
                    <a:pt x="45726" y="26306"/>
                  </a:lnTo>
                  <a:lnTo>
                    <a:pt x="47278" y="27306"/>
                  </a:lnTo>
                  <a:lnTo>
                    <a:pt x="47803" y="26986"/>
                  </a:lnTo>
                  <a:lnTo>
                    <a:pt x="49730" y="23369"/>
                  </a:lnTo>
                  <a:lnTo>
                    <a:pt x="50474" y="23971"/>
                  </a:lnTo>
                  <a:lnTo>
                    <a:pt x="50924" y="25891"/>
                  </a:lnTo>
                  <a:lnTo>
                    <a:pt x="50904" y="26910"/>
                  </a:lnTo>
                  <a:lnTo>
                    <a:pt x="50373" y="30753"/>
                  </a:lnTo>
                  <a:lnTo>
                    <a:pt x="50281" y="32817"/>
                  </a:lnTo>
                  <a:lnTo>
                    <a:pt x="50739" y="34181"/>
                  </a:lnTo>
                  <a:lnTo>
                    <a:pt x="50786" y="35245"/>
                  </a:lnTo>
                  <a:lnTo>
                    <a:pt x="50652" y="36214"/>
                  </a:lnTo>
                  <a:lnTo>
                    <a:pt x="49885" y="36302"/>
                  </a:lnTo>
                  <a:lnTo>
                    <a:pt x="48853" y="35777"/>
                  </a:lnTo>
                  <a:lnTo>
                    <a:pt x="47982" y="34115"/>
                  </a:lnTo>
                  <a:lnTo>
                    <a:pt x="47323" y="34314"/>
                  </a:lnTo>
                  <a:lnTo>
                    <a:pt x="46750" y="34741"/>
                  </a:lnTo>
                  <a:lnTo>
                    <a:pt x="46457" y="36311"/>
                  </a:lnTo>
                  <a:lnTo>
                    <a:pt x="46196" y="38190"/>
                  </a:lnTo>
                  <a:lnTo>
                    <a:pt x="46280" y="39233"/>
                  </a:lnTo>
                  <a:lnTo>
                    <a:pt x="46692" y="40035"/>
                  </a:lnTo>
                  <a:lnTo>
                    <a:pt x="47007" y="41746"/>
                  </a:lnTo>
                  <a:lnTo>
                    <a:pt x="47237" y="43958"/>
                  </a:lnTo>
                  <a:lnTo>
                    <a:pt x="47411" y="44977"/>
                  </a:lnTo>
                  <a:lnTo>
                    <a:pt x="47219" y="45428"/>
                  </a:lnTo>
                  <a:lnTo>
                    <a:pt x="46677" y="45731"/>
                  </a:lnTo>
                  <a:lnTo>
                    <a:pt x="46228" y="45433"/>
                  </a:lnTo>
                  <a:lnTo>
                    <a:pt x="45440" y="42785"/>
                  </a:lnTo>
                  <a:lnTo>
                    <a:pt x="45072" y="41776"/>
                  </a:lnTo>
                  <a:lnTo>
                    <a:pt x="44450" y="41600"/>
                  </a:lnTo>
                  <a:lnTo>
                    <a:pt x="43352" y="42243"/>
                  </a:lnTo>
                  <a:lnTo>
                    <a:pt x="41668" y="43724"/>
                  </a:lnTo>
                  <a:lnTo>
                    <a:pt x="40988" y="43719"/>
                  </a:lnTo>
                  <a:lnTo>
                    <a:pt x="40410" y="43420"/>
                  </a:lnTo>
                  <a:lnTo>
                    <a:pt x="39869" y="42162"/>
                  </a:lnTo>
                  <a:lnTo>
                    <a:pt x="39410" y="39738"/>
                  </a:lnTo>
                  <a:lnTo>
                    <a:pt x="39262" y="38216"/>
                  </a:lnTo>
                  <a:lnTo>
                    <a:pt x="38941" y="38265"/>
                  </a:lnTo>
                  <a:lnTo>
                    <a:pt x="37863" y="37825"/>
                  </a:lnTo>
                  <a:lnTo>
                    <a:pt x="37361" y="38426"/>
                  </a:lnTo>
                  <a:lnTo>
                    <a:pt x="37356" y="40907"/>
                  </a:lnTo>
                  <a:lnTo>
                    <a:pt x="37257" y="43994"/>
                  </a:lnTo>
                  <a:lnTo>
                    <a:pt x="36716" y="45990"/>
                  </a:lnTo>
                  <a:lnTo>
                    <a:pt x="35213" y="49441"/>
                  </a:lnTo>
                  <a:lnTo>
                    <a:pt x="34660" y="50947"/>
                  </a:lnTo>
                  <a:lnTo>
                    <a:pt x="34441" y="52028"/>
                  </a:lnTo>
                  <a:lnTo>
                    <a:pt x="34394" y="52967"/>
                  </a:lnTo>
                  <a:lnTo>
                    <a:pt x="34624" y="54592"/>
                  </a:lnTo>
                  <a:lnTo>
                    <a:pt x="34936" y="56144"/>
                  </a:lnTo>
                  <a:lnTo>
                    <a:pt x="34676" y="57027"/>
                  </a:lnTo>
                  <a:lnTo>
                    <a:pt x="33881" y="57490"/>
                  </a:lnTo>
                  <a:lnTo>
                    <a:pt x="33320" y="56547"/>
                  </a:lnTo>
                  <a:lnTo>
                    <a:pt x="33102" y="54870"/>
                  </a:lnTo>
                  <a:lnTo>
                    <a:pt x="31886" y="52580"/>
                  </a:lnTo>
                  <a:lnTo>
                    <a:pt x="32439" y="50664"/>
                  </a:lnTo>
                  <a:lnTo>
                    <a:pt x="32346" y="50188"/>
                  </a:lnTo>
                  <a:lnTo>
                    <a:pt x="30338" y="49194"/>
                  </a:lnTo>
                  <a:lnTo>
                    <a:pt x="29472" y="47745"/>
                  </a:lnTo>
                  <a:lnTo>
                    <a:pt x="28256" y="45202"/>
                  </a:lnTo>
                  <a:lnTo>
                    <a:pt x="28030" y="44110"/>
                  </a:lnTo>
                  <a:lnTo>
                    <a:pt x="28081" y="40566"/>
                  </a:lnTo>
                  <a:lnTo>
                    <a:pt x="28011" y="39706"/>
                  </a:lnTo>
                  <a:lnTo>
                    <a:pt x="27849" y="39288"/>
                  </a:lnTo>
                  <a:lnTo>
                    <a:pt x="27260" y="39315"/>
                  </a:lnTo>
                  <a:lnTo>
                    <a:pt x="26441" y="40547"/>
                  </a:lnTo>
                  <a:lnTo>
                    <a:pt x="25685" y="42385"/>
                  </a:lnTo>
                  <a:lnTo>
                    <a:pt x="24138" y="44459"/>
                  </a:lnTo>
                  <a:lnTo>
                    <a:pt x="23977" y="44903"/>
                  </a:lnTo>
                  <a:lnTo>
                    <a:pt x="24496" y="46925"/>
                  </a:lnTo>
                  <a:lnTo>
                    <a:pt x="24473" y="47712"/>
                  </a:lnTo>
                  <a:lnTo>
                    <a:pt x="23213" y="50934"/>
                  </a:lnTo>
                  <a:lnTo>
                    <a:pt x="22973" y="51998"/>
                  </a:lnTo>
                  <a:lnTo>
                    <a:pt x="21374" y="54020"/>
                  </a:lnTo>
                  <a:lnTo>
                    <a:pt x="20642" y="54778"/>
                  </a:lnTo>
                  <a:lnTo>
                    <a:pt x="18424" y="53289"/>
                  </a:lnTo>
                  <a:lnTo>
                    <a:pt x="17811" y="53113"/>
                  </a:lnTo>
                  <a:lnTo>
                    <a:pt x="16823" y="54110"/>
                  </a:lnTo>
                  <a:lnTo>
                    <a:pt x="15419" y="55058"/>
                  </a:lnTo>
                  <a:lnTo>
                    <a:pt x="13160" y="56001"/>
                  </a:lnTo>
                  <a:lnTo>
                    <a:pt x="12329" y="55310"/>
                  </a:lnTo>
                  <a:lnTo>
                    <a:pt x="11935" y="54661"/>
                  </a:lnTo>
                  <a:lnTo>
                    <a:pt x="11740" y="53684"/>
                  </a:lnTo>
                  <a:lnTo>
                    <a:pt x="11170" y="51961"/>
                  </a:lnTo>
                  <a:lnTo>
                    <a:pt x="10529" y="50938"/>
                  </a:lnTo>
                  <a:lnTo>
                    <a:pt x="10083" y="49826"/>
                  </a:lnTo>
                  <a:lnTo>
                    <a:pt x="9489" y="48607"/>
                  </a:lnTo>
                  <a:lnTo>
                    <a:pt x="9107" y="47588"/>
                  </a:lnTo>
                  <a:lnTo>
                    <a:pt x="9615" y="44336"/>
                  </a:lnTo>
                  <a:lnTo>
                    <a:pt x="9245" y="43190"/>
                  </a:lnTo>
                  <a:lnTo>
                    <a:pt x="9054" y="41559"/>
                  </a:lnTo>
                  <a:lnTo>
                    <a:pt x="9153" y="40452"/>
                  </a:lnTo>
                  <a:lnTo>
                    <a:pt x="8949" y="40182"/>
                  </a:lnTo>
                  <a:lnTo>
                    <a:pt x="6906" y="39545"/>
                  </a:lnTo>
                  <a:lnTo>
                    <a:pt x="5210" y="39746"/>
                  </a:lnTo>
                  <a:lnTo>
                    <a:pt x="3995" y="40834"/>
                  </a:lnTo>
                  <a:lnTo>
                    <a:pt x="3005" y="42639"/>
                  </a:lnTo>
                  <a:lnTo>
                    <a:pt x="2886" y="43029"/>
                  </a:lnTo>
                  <a:lnTo>
                    <a:pt x="2947" y="43353"/>
                  </a:lnTo>
                  <a:lnTo>
                    <a:pt x="3439" y="45014"/>
                  </a:lnTo>
                  <a:lnTo>
                    <a:pt x="2604" y="46763"/>
                  </a:lnTo>
                  <a:lnTo>
                    <a:pt x="1324" y="48123"/>
                  </a:lnTo>
                  <a:lnTo>
                    <a:pt x="415" y="48262"/>
                  </a:lnTo>
                  <a:lnTo>
                    <a:pt x="16" y="47999"/>
                  </a:lnTo>
                  <a:lnTo>
                    <a:pt x="0" y="46124"/>
                  </a:lnTo>
                  <a:lnTo>
                    <a:pt x="750" y="45433"/>
                  </a:lnTo>
                  <a:lnTo>
                    <a:pt x="1429" y="44212"/>
                  </a:lnTo>
                  <a:lnTo>
                    <a:pt x="1656" y="42491"/>
                  </a:lnTo>
                  <a:lnTo>
                    <a:pt x="1739" y="41280"/>
                  </a:lnTo>
                  <a:lnTo>
                    <a:pt x="1024" y="39816"/>
                  </a:lnTo>
                  <a:lnTo>
                    <a:pt x="1112" y="38918"/>
                  </a:lnTo>
                  <a:lnTo>
                    <a:pt x="1555" y="37219"/>
                  </a:lnTo>
                  <a:lnTo>
                    <a:pt x="1813" y="35714"/>
                  </a:lnTo>
                  <a:lnTo>
                    <a:pt x="2165" y="34412"/>
                  </a:lnTo>
                  <a:lnTo>
                    <a:pt x="3578" y="32284"/>
                  </a:lnTo>
                  <a:lnTo>
                    <a:pt x="4997" y="30146"/>
                  </a:lnTo>
                  <a:lnTo>
                    <a:pt x="5211" y="27875"/>
                  </a:lnTo>
                  <a:lnTo>
                    <a:pt x="5320" y="25109"/>
                  </a:lnTo>
                  <a:lnTo>
                    <a:pt x="5521" y="24445"/>
                  </a:lnTo>
                  <a:lnTo>
                    <a:pt x="7435" y="22790"/>
                  </a:lnTo>
                  <a:lnTo>
                    <a:pt x="7913" y="22135"/>
                  </a:lnTo>
                  <a:lnTo>
                    <a:pt x="8153" y="21198"/>
                  </a:lnTo>
                  <a:lnTo>
                    <a:pt x="9659" y="18097"/>
                  </a:lnTo>
                  <a:lnTo>
                    <a:pt x="11151" y="15024"/>
                  </a:lnTo>
                  <a:lnTo>
                    <a:pt x="11451" y="13993"/>
                  </a:lnTo>
                  <a:lnTo>
                    <a:pt x="11702" y="13389"/>
                  </a:lnTo>
                  <a:lnTo>
                    <a:pt x="11702" y="12888"/>
                  </a:lnTo>
                  <a:lnTo>
                    <a:pt x="11515" y="12502"/>
                  </a:lnTo>
                  <a:lnTo>
                    <a:pt x="10804" y="12245"/>
                  </a:lnTo>
                  <a:lnTo>
                    <a:pt x="10564" y="11269"/>
                  </a:lnTo>
                  <a:lnTo>
                    <a:pt x="11336" y="9526"/>
                  </a:lnTo>
                  <a:lnTo>
                    <a:pt x="12302" y="8459"/>
                  </a:lnTo>
                  <a:lnTo>
                    <a:pt x="13240" y="8444"/>
                  </a:lnTo>
                  <a:lnTo>
                    <a:pt x="13617" y="8935"/>
                  </a:lnTo>
                  <a:lnTo>
                    <a:pt x="13597" y="9512"/>
                  </a:lnTo>
                  <a:lnTo>
                    <a:pt x="14002" y="10132"/>
                  </a:lnTo>
                  <a:lnTo>
                    <a:pt x="14713" y="10337"/>
                  </a:lnTo>
                  <a:lnTo>
                    <a:pt x="15592" y="10121"/>
                  </a:lnTo>
                  <a:lnTo>
                    <a:pt x="16465" y="9469"/>
                  </a:lnTo>
                  <a:lnTo>
                    <a:pt x="17003" y="7918"/>
                  </a:lnTo>
                  <a:lnTo>
                    <a:pt x="17315" y="6745"/>
                  </a:lnTo>
                  <a:lnTo>
                    <a:pt x="18686" y="5404"/>
                  </a:lnTo>
                  <a:lnTo>
                    <a:pt x="19622" y="6080"/>
                  </a:lnTo>
                  <a:lnTo>
                    <a:pt x="22222" y="6257"/>
                  </a:lnTo>
                  <a:lnTo>
                    <a:pt x="24115" y="5893"/>
                  </a:lnTo>
                  <a:lnTo>
                    <a:pt x="25302" y="4984"/>
                  </a:lnTo>
                  <a:lnTo>
                    <a:pt x="26774" y="4984"/>
                  </a:lnTo>
                  <a:lnTo>
                    <a:pt x="27760" y="5497"/>
                  </a:lnTo>
                  <a:lnTo>
                    <a:pt x="27935" y="5422"/>
                  </a:lnTo>
                  <a:lnTo>
                    <a:pt x="28206" y="5302"/>
                  </a:lnTo>
                  <a:lnTo>
                    <a:pt x="28475" y="4814"/>
                  </a:lnTo>
                  <a:lnTo>
                    <a:pt x="29404" y="4479"/>
                  </a:lnTo>
                  <a:lnTo>
                    <a:pt x="29529" y="4073"/>
                  </a:lnTo>
                  <a:lnTo>
                    <a:pt x="29490" y="3656"/>
                  </a:lnTo>
                  <a:lnTo>
                    <a:pt x="29323" y="3442"/>
                  </a:lnTo>
                  <a:lnTo>
                    <a:pt x="28181" y="3659"/>
                  </a:lnTo>
                  <a:lnTo>
                    <a:pt x="27744" y="3337"/>
                  </a:lnTo>
                  <a:lnTo>
                    <a:pt x="27632" y="2595"/>
                  </a:lnTo>
                  <a:lnTo>
                    <a:pt x="27999" y="1308"/>
                  </a:lnTo>
                  <a:lnTo>
                    <a:pt x="28841" y="258"/>
                  </a:lnTo>
                  <a:lnTo>
                    <a:pt x="29554" y="0"/>
                  </a:lnTo>
                  <a:lnTo>
                    <a:pt x="30067" y="281"/>
                  </a:lnTo>
                  <a:lnTo>
                    <a:pt x="31321" y="2233"/>
                  </a:lnTo>
                  <a:lnTo>
                    <a:pt x="31622" y="2292"/>
                  </a:lnTo>
                  <a:lnTo>
                    <a:pt x="31796" y="1942"/>
                  </a:lnTo>
                  <a:lnTo>
                    <a:pt x="32056" y="1745"/>
                  </a:lnTo>
                  <a:lnTo>
                    <a:pt x="32489" y="2128"/>
                  </a:lnTo>
                  <a:lnTo>
                    <a:pt x="32976" y="3337"/>
                  </a:lnTo>
                  <a:lnTo>
                    <a:pt x="33057" y="3523"/>
                  </a:lnTo>
                  <a:lnTo>
                    <a:pt x="35855" y="3100"/>
                  </a:lnTo>
                  <a:lnTo>
                    <a:pt x="36482" y="3100"/>
                  </a:lnTo>
                  <a:lnTo>
                    <a:pt x="38381" y="52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2398147" y="5283383"/>
              <a:ext cx="3859" cy="2233"/>
            </a:xfrm>
            <a:custGeom>
              <a:avLst/>
              <a:pathLst>
                <a:path w="3859" h="2233">
                  <a:moveTo>
                    <a:pt x="3117" y="2172"/>
                  </a:moveTo>
                  <a:lnTo>
                    <a:pt x="2705" y="2233"/>
                  </a:lnTo>
                  <a:lnTo>
                    <a:pt x="1705" y="1685"/>
                  </a:lnTo>
                  <a:lnTo>
                    <a:pt x="206" y="1439"/>
                  </a:lnTo>
                  <a:lnTo>
                    <a:pt x="37" y="1214"/>
                  </a:lnTo>
                  <a:lnTo>
                    <a:pt x="0" y="781"/>
                  </a:lnTo>
                  <a:lnTo>
                    <a:pt x="177" y="337"/>
                  </a:lnTo>
                  <a:lnTo>
                    <a:pt x="995" y="0"/>
                  </a:lnTo>
                  <a:lnTo>
                    <a:pt x="3462" y="291"/>
                  </a:lnTo>
                  <a:lnTo>
                    <a:pt x="3774" y="493"/>
                  </a:lnTo>
                  <a:lnTo>
                    <a:pt x="3859" y="833"/>
                  </a:lnTo>
                  <a:lnTo>
                    <a:pt x="3457" y="18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401397" y="5276558"/>
              <a:ext cx="3418" cy="5898"/>
            </a:xfrm>
            <a:custGeom>
              <a:avLst/>
              <a:pathLst>
                <a:path w="3418" h="5898">
                  <a:moveTo>
                    <a:pt x="3118" y="5664"/>
                  </a:moveTo>
                  <a:lnTo>
                    <a:pt x="2704" y="5898"/>
                  </a:lnTo>
                  <a:lnTo>
                    <a:pt x="2398" y="5344"/>
                  </a:lnTo>
                  <a:lnTo>
                    <a:pt x="1931" y="4951"/>
                  </a:lnTo>
                  <a:lnTo>
                    <a:pt x="39" y="4126"/>
                  </a:lnTo>
                  <a:lnTo>
                    <a:pt x="0" y="3624"/>
                  </a:lnTo>
                  <a:lnTo>
                    <a:pt x="196" y="2911"/>
                  </a:lnTo>
                  <a:lnTo>
                    <a:pt x="575" y="2270"/>
                  </a:lnTo>
                  <a:lnTo>
                    <a:pt x="1301" y="1639"/>
                  </a:lnTo>
                  <a:lnTo>
                    <a:pt x="1886" y="0"/>
                  </a:lnTo>
                  <a:lnTo>
                    <a:pt x="2150" y="124"/>
                  </a:lnTo>
                  <a:lnTo>
                    <a:pt x="2417" y="796"/>
                  </a:lnTo>
                  <a:lnTo>
                    <a:pt x="2873" y="3058"/>
                  </a:lnTo>
                  <a:lnTo>
                    <a:pt x="3418" y="4686"/>
                  </a:lnTo>
                  <a:lnTo>
                    <a:pt x="3363" y="524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2411922" y="5264159"/>
              <a:ext cx="2280" cy="3171"/>
            </a:xfrm>
            <a:custGeom>
              <a:avLst/>
              <a:pathLst>
                <a:path w="2280" h="3171">
                  <a:moveTo>
                    <a:pt x="1868" y="1878"/>
                  </a:moveTo>
                  <a:lnTo>
                    <a:pt x="964" y="3171"/>
                  </a:lnTo>
                  <a:lnTo>
                    <a:pt x="289" y="3084"/>
                  </a:lnTo>
                  <a:lnTo>
                    <a:pt x="73" y="2617"/>
                  </a:lnTo>
                  <a:lnTo>
                    <a:pt x="0" y="2034"/>
                  </a:lnTo>
                  <a:lnTo>
                    <a:pt x="134" y="1405"/>
                  </a:lnTo>
                  <a:lnTo>
                    <a:pt x="419" y="831"/>
                  </a:lnTo>
                  <a:lnTo>
                    <a:pt x="1079" y="115"/>
                  </a:lnTo>
                  <a:lnTo>
                    <a:pt x="1288" y="0"/>
                  </a:lnTo>
                  <a:lnTo>
                    <a:pt x="2280" y="71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2393018" y="5257181"/>
              <a:ext cx="13869" cy="10731"/>
            </a:xfrm>
            <a:custGeom>
              <a:avLst/>
              <a:pathLst>
                <a:path w="13869" h="10731">
                  <a:moveTo>
                    <a:pt x="13869" y="6631"/>
                  </a:moveTo>
                  <a:lnTo>
                    <a:pt x="13534" y="7762"/>
                  </a:lnTo>
                  <a:lnTo>
                    <a:pt x="12818" y="9254"/>
                  </a:lnTo>
                  <a:lnTo>
                    <a:pt x="11854" y="10414"/>
                  </a:lnTo>
                  <a:lnTo>
                    <a:pt x="10920" y="10731"/>
                  </a:lnTo>
                  <a:lnTo>
                    <a:pt x="10243" y="10131"/>
                  </a:lnTo>
                  <a:lnTo>
                    <a:pt x="9901" y="9075"/>
                  </a:lnTo>
                  <a:lnTo>
                    <a:pt x="9744" y="8030"/>
                  </a:lnTo>
                  <a:lnTo>
                    <a:pt x="9514" y="7456"/>
                  </a:lnTo>
                  <a:lnTo>
                    <a:pt x="9159" y="7329"/>
                  </a:lnTo>
                  <a:lnTo>
                    <a:pt x="8699" y="7361"/>
                  </a:lnTo>
                  <a:lnTo>
                    <a:pt x="8132" y="7759"/>
                  </a:lnTo>
                  <a:lnTo>
                    <a:pt x="6925" y="9265"/>
                  </a:lnTo>
                  <a:lnTo>
                    <a:pt x="6409" y="9664"/>
                  </a:lnTo>
                  <a:lnTo>
                    <a:pt x="6059" y="9756"/>
                  </a:lnTo>
                  <a:lnTo>
                    <a:pt x="2627" y="8619"/>
                  </a:lnTo>
                  <a:lnTo>
                    <a:pt x="2292" y="8198"/>
                  </a:lnTo>
                  <a:lnTo>
                    <a:pt x="1887" y="7188"/>
                  </a:lnTo>
                  <a:lnTo>
                    <a:pt x="1442" y="4192"/>
                  </a:lnTo>
                  <a:lnTo>
                    <a:pt x="0" y="1514"/>
                  </a:lnTo>
                  <a:lnTo>
                    <a:pt x="2207" y="0"/>
                  </a:lnTo>
                  <a:lnTo>
                    <a:pt x="4851" y="8"/>
                  </a:lnTo>
                  <a:lnTo>
                    <a:pt x="9956" y="1168"/>
                  </a:lnTo>
                  <a:lnTo>
                    <a:pt x="11992" y="1425"/>
                  </a:lnTo>
                  <a:lnTo>
                    <a:pt x="13558" y="3964"/>
                  </a:lnTo>
                  <a:lnTo>
                    <a:pt x="13806" y="54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2373866" y="5255782"/>
              <a:ext cx="22057" cy="22710"/>
            </a:xfrm>
            <a:custGeom>
              <a:avLst/>
              <a:pathLst>
                <a:path w="22057" h="22710">
                  <a:moveTo>
                    <a:pt x="3236" y="1093"/>
                  </a:moveTo>
                  <a:lnTo>
                    <a:pt x="12345" y="4011"/>
                  </a:lnTo>
                  <a:lnTo>
                    <a:pt x="15153" y="2242"/>
                  </a:lnTo>
                  <a:lnTo>
                    <a:pt x="17373" y="2294"/>
                  </a:lnTo>
                  <a:lnTo>
                    <a:pt x="18034" y="4726"/>
                  </a:lnTo>
                  <a:lnTo>
                    <a:pt x="15782" y="7277"/>
                  </a:lnTo>
                  <a:lnTo>
                    <a:pt x="15610" y="8082"/>
                  </a:lnTo>
                  <a:lnTo>
                    <a:pt x="15925" y="8737"/>
                  </a:lnTo>
                  <a:lnTo>
                    <a:pt x="18239" y="9147"/>
                  </a:lnTo>
                  <a:lnTo>
                    <a:pt x="18826" y="9969"/>
                  </a:lnTo>
                  <a:lnTo>
                    <a:pt x="19364" y="11026"/>
                  </a:lnTo>
                  <a:lnTo>
                    <a:pt x="18909" y="12593"/>
                  </a:lnTo>
                  <a:lnTo>
                    <a:pt x="18866" y="13317"/>
                  </a:lnTo>
                  <a:lnTo>
                    <a:pt x="19106" y="14024"/>
                  </a:lnTo>
                  <a:lnTo>
                    <a:pt x="20841" y="16396"/>
                  </a:lnTo>
                  <a:lnTo>
                    <a:pt x="21553" y="17619"/>
                  </a:lnTo>
                  <a:lnTo>
                    <a:pt x="21912" y="18791"/>
                  </a:lnTo>
                  <a:lnTo>
                    <a:pt x="22057" y="20845"/>
                  </a:lnTo>
                  <a:lnTo>
                    <a:pt x="22025" y="22490"/>
                  </a:lnTo>
                  <a:lnTo>
                    <a:pt x="21635" y="22710"/>
                  </a:lnTo>
                  <a:lnTo>
                    <a:pt x="20790" y="22210"/>
                  </a:lnTo>
                  <a:lnTo>
                    <a:pt x="19966" y="21261"/>
                  </a:lnTo>
                  <a:lnTo>
                    <a:pt x="19243" y="18892"/>
                  </a:lnTo>
                  <a:lnTo>
                    <a:pt x="18735" y="18416"/>
                  </a:lnTo>
                  <a:lnTo>
                    <a:pt x="17274" y="17937"/>
                  </a:lnTo>
                  <a:lnTo>
                    <a:pt x="15827" y="16782"/>
                  </a:lnTo>
                  <a:lnTo>
                    <a:pt x="14698" y="16849"/>
                  </a:lnTo>
                  <a:lnTo>
                    <a:pt x="13660" y="16358"/>
                  </a:lnTo>
                  <a:lnTo>
                    <a:pt x="12728" y="16788"/>
                  </a:lnTo>
                  <a:lnTo>
                    <a:pt x="12398" y="16009"/>
                  </a:lnTo>
                  <a:lnTo>
                    <a:pt x="11999" y="14436"/>
                  </a:lnTo>
                  <a:lnTo>
                    <a:pt x="11990" y="13750"/>
                  </a:lnTo>
                  <a:lnTo>
                    <a:pt x="12479" y="11265"/>
                  </a:lnTo>
                  <a:lnTo>
                    <a:pt x="12467" y="10613"/>
                  </a:lnTo>
                  <a:lnTo>
                    <a:pt x="12210" y="10535"/>
                  </a:lnTo>
                  <a:lnTo>
                    <a:pt x="11125" y="11043"/>
                  </a:lnTo>
                  <a:lnTo>
                    <a:pt x="10687" y="10705"/>
                  </a:lnTo>
                  <a:lnTo>
                    <a:pt x="9506" y="8905"/>
                  </a:lnTo>
                  <a:lnTo>
                    <a:pt x="9031" y="8564"/>
                  </a:lnTo>
                  <a:lnTo>
                    <a:pt x="7845" y="8385"/>
                  </a:lnTo>
                  <a:lnTo>
                    <a:pt x="7174" y="11580"/>
                  </a:lnTo>
                  <a:lnTo>
                    <a:pt x="7139" y="12370"/>
                  </a:lnTo>
                  <a:lnTo>
                    <a:pt x="7823" y="14399"/>
                  </a:lnTo>
                  <a:lnTo>
                    <a:pt x="9165" y="17515"/>
                  </a:lnTo>
                  <a:lnTo>
                    <a:pt x="8484" y="17573"/>
                  </a:lnTo>
                  <a:lnTo>
                    <a:pt x="6542" y="16612"/>
                  </a:lnTo>
                  <a:lnTo>
                    <a:pt x="6044" y="16015"/>
                  </a:lnTo>
                  <a:lnTo>
                    <a:pt x="5442" y="14445"/>
                  </a:lnTo>
                  <a:lnTo>
                    <a:pt x="4289" y="13530"/>
                  </a:lnTo>
                  <a:lnTo>
                    <a:pt x="3884" y="12968"/>
                  </a:lnTo>
                  <a:lnTo>
                    <a:pt x="3766" y="12304"/>
                  </a:lnTo>
                  <a:lnTo>
                    <a:pt x="3754" y="10252"/>
                  </a:lnTo>
                  <a:lnTo>
                    <a:pt x="3499" y="9955"/>
                  </a:lnTo>
                  <a:lnTo>
                    <a:pt x="1861" y="10474"/>
                  </a:lnTo>
                  <a:lnTo>
                    <a:pt x="1524" y="9981"/>
                  </a:lnTo>
                  <a:lnTo>
                    <a:pt x="1387" y="9118"/>
                  </a:lnTo>
                  <a:lnTo>
                    <a:pt x="1149" y="8631"/>
                  </a:lnTo>
                  <a:lnTo>
                    <a:pt x="93" y="7843"/>
                  </a:lnTo>
                  <a:lnTo>
                    <a:pt x="0" y="7349"/>
                  </a:lnTo>
                  <a:lnTo>
                    <a:pt x="470" y="6766"/>
                  </a:lnTo>
                  <a:lnTo>
                    <a:pt x="762" y="5292"/>
                  </a:lnTo>
                  <a:lnTo>
                    <a:pt x="1175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2357409" y="5254379"/>
              <a:ext cx="13105" cy="10119"/>
            </a:xfrm>
            <a:custGeom>
              <a:avLst/>
              <a:pathLst>
                <a:path w="13105" h="10119">
                  <a:moveTo>
                    <a:pt x="5060" y="986"/>
                  </a:moveTo>
                  <a:lnTo>
                    <a:pt x="5587" y="2859"/>
                  </a:lnTo>
                  <a:lnTo>
                    <a:pt x="5783" y="3203"/>
                  </a:lnTo>
                  <a:lnTo>
                    <a:pt x="7180" y="3933"/>
                  </a:lnTo>
                  <a:lnTo>
                    <a:pt x="7811" y="3491"/>
                  </a:lnTo>
                  <a:lnTo>
                    <a:pt x="9333" y="3280"/>
                  </a:lnTo>
                  <a:lnTo>
                    <a:pt x="10247" y="2562"/>
                  </a:lnTo>
                  <a:lnTo>
                    <a:pt x="11578" y="2196"/>
                  </a:lnTo>
                  <a:lnTo>
                    <a:pt x="13105" y="6836"/>
                  </a:lnTo>
                  <a:lnTo>
                    <a:pt x="12937" y="8250"/>
                  </a:lnTo>
                  <a:lnTo>
                    <a:pt x="11730" y="9782"/>
                  </a:lnTo>
                  <a:lnTo>
                    <a:pt x="10919" y="10119"/>
                  </a:lnTo>
                  <a:lnTo>
                    <a:pt x="10148" y="9655"/>
                  </a:lnTo>
                  <a:lnTo>
                    <a:pt x="10202" y="8876"/>
                  </a:lnTo>
                  <a:lnTo>
                    <a:pt x="10062" y="8195"/>
                  </a:lnTo>
                  <a:lnTo>
                    <a:pt x="9535" y="7312"/>
                  </a:lnTo>
                  <a:lnTo>
                    <a:pt x="9042" y="7395"/>
                  </a:lnTo>
                  <a:lnTo>
                    <a:pt x="8246" y="8048"/>
                  </a:lnTo>
                  <a:lnTo>
                    <a:pt x="7866" y="7967"/>
                  </a:lnTo>
                  <a:lnTo>
                    <a:pt x="7060" y="7248"/>
                  </a:lnTo>
                  <a:lnTo>
                    <a:pt x="5647" y="6717"/>
                  </a:lnTo>
                  <a:lnTo>
                    <a:pt x="5367" y="6059"/>
                  </a:lnTo>
                  <a:lnTo>
                    <a:pt x="5336" y="5090"/>
                  </a:lnTo>
                  <a:lnTo>
                    <a:pt x="5070" y="4605"/>
                  </a:lnTo>
                  <a:lnTo>
                    <a:pt x="3597" y="3050"/>
                  </a:lnTo>
                  <a:lnTo>
                    <a:pt x="2655" y="1725"/>
                  </a:lnTo>
                  <a:lnTo>
                    <a:pt x="1857" y="1546"/>
                  </a:lnTo>
                  <a:lnTo>
                    <a:pt x="1565" y="1705"/>
                  </a:lnTo>
                  <a:lnTo>
                    <a:pt x="1270" y="2340"/>
                  </a:lnTo>
                  <a:lnTo>
                    <a:pt x="552" y="2946"/>
                  </a:lnTo>
                  <a:lnTo>
                    <a:pt x="347" y="2845"/>
                  </a:lnTo>
                  <a:lnTo>
                    <a:pt x="117" y="2340"/>
                  </a:lnTo>
                  <a:lnTo>
                    <a:pt x="0" y="1615"/>
                  </a:lnTo>
                  <a:lnTo>
                    <a:pt x="302" y="141"/>
                  </a:lnTo>
                  <a:lnTo>
                    <a:pt x="714" y="0"/>
                  </a:lnTo>
                  <a:lnTo>
                    <a:pt x="2726" y="291"/>
                  </a:lnTo>
                  <a:lnTo>
                    <a:pt x="3958" y="9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2348629" y="5226316"/>
              <a:ext cx="13689" cy="14454"/>
            </a:xfrm>
            <a:custGeom>
              <a:avLst/>
              <a:pathLst>
                <a:path w="13689" h="14454">
                  <a:moveTo>
                    <a:pt x="9311" y="4371"/>
                  </a:moveTo>
                  <a:lnTo>
                    <a:pt x="11829" y="6729"/>
                  </a:lnTo>
                  <a:lnTo>
                    <a:pt x="13496" y="6706"/>
                  </a:lnTo>
                  <a:lnTo>
                    <a:pt x="13485" y="8180"/>
                  </a:lnTo>
                  <a:lnTo>
                    <a:pt x="13689" y="10691"/>
                  </a:lnTo>
                  <a:lnTo>
                    <a:pt x="13426" y="11709"/>
                  </a:lnTo>
                  <a:lnTo>
                    <a:pt x="12803" y="12748"/>
                  </a:lnTo>
                  <a:lnTo>
                    <a:pt x="12410" y="14226"/>
                  </a:lnTo>
                  <a:lnTo>
                    <a:pt x="12118" y="14454"/>
                  </a:lnTo>
                  <a:lnTo>
                    <a:pt x="10285" y="12668"/>
                  </a:lnTo>
                  <a:lnTo>
                    <a:pt x="8370" y="10232"/>
                  </a:lnTo>
                  <a:lnTo>
                    <a:pt x="7407" y="10659"/>
                  </a:lnTo>
                  <a:lnTo>
                    <a:pt x="6130" y="10062"/>
                  </a:lnTo>
                  <a:lnTo>
                    <a:pt x="5101" y="10192"/>
                  </a:lnTo>
                  <a:lnTo>
                    <a:pt x="4461" y="11571"/>
                  </a:lnTo>
                  <a:lnTo>
                    <a:pt x="2974" y="12292"/>
                  </a:lnTo>
                  <a:lnTo>
                    <a:pt x="2703" y="9525"/>
                  </a:lnTo>
                  <a:lnTo>
                    <a:pt x="1350" y="6911"/>
                  </a:lnTo>
                  <a:lnTo>
                    <a:pt x="0" y="4813"/>
                  </a:lnTo>
                  <a:lnTo>
                    <a:pt x="731" y="1595"/>
                  </a:lnTo>
                  <a:lnTo>
                    <a:pt x="1606" y="1076"/>
                  </a:lnTo>
                  <a:lnTo>
                    <a:pt x="2429" y="0"/>
                  </a:lnTo>
                  <a:lnTo>
                    <a:pt x="5738" y="1137"/>
                  </a:lnTo>
                  <a:lnTo>
                    <a:pt x="7452" y="210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2330063" y="5211824"/>
              <a:ext cx="18623" cy="21633"/>
            </a:xfrm>
            <a:custGeom>
              <a:avLst/>
              <a:pathLst>
                <a:path w="18623" h="21633">
                  <a:moveTo>
                    <a:pt x="10472" y="2576"/>
                  </a:moveTo>
                  <a:lnTo>
                    <a:pt x="10778" y="4974"/>
                  </a:lnTo>
                  <a:lnTo>
                    <a:pt x="10937" y="5433"/>
                  </a:lnTo>
                  <a:lnTo>
                    <a:pt x="11765" y="5049"/>
                  </a:lnTo>
                  <a:lnTo>
                    <a:pt x="13171" y="4830"/>
                  </a:lnTo>
                  <a:lnTo>
                    <a:pt x="15479" y="5722"/>
                  </a:lnTo>
                  <a:lnTo>
                    <a:pt x="15741" y="6039"/>
                  </a:lnTo>
                  <a:lnTo>
                    <a:pt x="16721" y="8659"/>
                  </a:lnTo>
                  <a:lnTo>
                    <a:pt x="17473" y="9779"/>
                  </a:lnTo>
                  <a:lnTo>
                    <a:pt x="18623" y="12203"/>
                  </a:lnTo>
                  <a:lnTo>
                    <a:pt x="17478" y="13819"/>
                  </a:lnTo>
                  <a:lnTo>
                    <a:pt x="16800" y="16145"/>
                  </a:lnTo>
                  <a:lnTo>
                    <a:pt x="16764" y="17325"/>
                  </a:lnTo>
                  <a:lnTo>
                    <a:pt x="16316" y="18006"/>
                  </a:lnTo>
                  <a:lnTo>
                    <a:pt x="15613" y="18713"/>
                  </a:lnTo>
                  <a:lnTo>
                    <a:pt x="14564" y="20072"/>
                  </a:lnTo>
                  <a:lnTo>
                    <a:pt x="13273" y="20225"/>
                  </a:lnTo>
                  <a:lnTo>
                    <a:pt x="12000" y="20941"/>
                  </a:lnTo>
                  <a:lnTo>
                    <a:pt x="11413" y="21590"/>
                  </a:lnTo>
                  <a:lnTo>
                    <a:pt x="11065" y="21633"/>
                  </a:lnTo>
                  <a:lnTo>
                    <a:pt x="10653" y="21281"/>
                  </a:lnTo>
                  <a:lnTo>
                    <a:pt x="10212" y="20615"/>
                  </a:lnTo>
                  <a:lnTo>
                    <a:pt x="10070" y="19841"/>
                  </a:lnTo>
                  <a:lnTo>
                    <a:pt x="10943" y="19123"/>
                  </a:lnTo>
                  <a:lnTo>
                    <a:pt x="12079" y="16557"/>
                  </a:lnTo>
                  <a:lnTo>
                    <a:pt x="12283" y="13900"/>
                  </a:lnTo>
                  <a:lnTo>
                    <a:pt x="11057" y="13418"/>
                  </a:lnTo>
                  <a:lnTo>
                    <a:pt x="10325" y="13781"/>
                  </a:lnTo>
                  <a:lnTo>
                    <a:pt x="9779" y="13773"/>
                  </a:lnTo>
                  <a:lnTo>
                    <a:pt x="9152" y="12953"/>
                  </a:lnTo>
                  <a:lnTo>
                    <a:pt x="8771" y="14209"/>
                  </a:lnTo>
                  <a:lnTo>
                    <a:pt x="8629" y="15409"/>
                  </a:lnTo>
                  <a:lnTo>
                    <a:pt x="8795" y="17244"/>
                  </a:lnTo>
                  <a:lnTo>
                    <a:pt x="8683" y="17836"/>
                  </a:lnTo>
                  <a:lnTo>
                    <a:pt x="8238" y="18171"/>
                  </a:lnTo>
                  <a:lnTo>
                    <a:pt x="7208" y="17475"/>
                  </a:lnTo>
                  <a:lnTo>
                    <a:pt x="6140" y="16237"/>
                  </a:lnTo>
                  <a:lnTo>
                    <a:pt x="6055" y="15519"/>
                  </a:lnTo>
                  <a:lnTo>
                    <a:pt x="6274" y="13043"/>
                  </a:lnTo>
                  <a:lnTo>
                    <a:pt x="6251" y="11750"/>
                  </a:lnTo>
                  <a:lnTo>
                    <a:pt x="6030" y="9892"/>
                  </a:lnTo>
                  <a:lnTo>
                    <a:pt x="5912" y="9698"/>
                  </a:lnTo>
                  <a:lnTo>
                    <a:pt x="5511" y="9739"/>
                  </a:lnTo>
                  <a:lnTo>
                    <a:pt x="4252" y="10096"/>
                  </a:lnTo>
                  <a:lnTo>
                    <a:pt x="2995" y="7713"/>
                  </a:lnTo>
                  <a:lnTo>
                    <a:pt x="2316" y="5197"/>
                  </a:lnTo>
                  <a:lnTo>
                    <a:pt x="0" y="4472"/>
                  </a:lnTo>
                  <a:lnTo>
                    <a:pt x="1804" y="958"/>
                  </a:lnTo>
                  <a:lnTo>
                    <a:pt x="4523" y="461"/>
                  </a:lnTo>
                  <a:lnTo>
                    <a:pt x="5445" y="2239"/>
                  </a:lnTo>
                  <a:lnTo>
                    <a:pt x="8472" y="3471"/>
                  </a:lnTo>
                  <a:lnTo>
                    <a:pt x="8290" y="1584"/>
                  </a:lnTo>
                  <a:lnTo>
                    <a:pt x="8341" y="909"/>
                  </a:lnTo>
                  <a:lnTo>
                    <a:pt x="8756" y="69"/>
                  </a:lnTo>
                  <a:lnTo>
                    <a:pt x="8991" y="0"/>
                  </a:lnTo>
                  <a:lnTo>
                    <a:pt x="9349" y="594"/>
                  </a:lnTo>
                  <a:lnTo>
                    <a:pt x="9930" y="845"/>
                  </a:lnTo>
                  <a:lnTo>
                    <a:pt x="10199" y="14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2320223" y="5192306"/>
              <a:ext cx="17905" cy="18453"/>
            </a:xfrm>
            <a:custGeom>
              <a:avLst/>
              <a:pathLst>
                <a:path w="17905" h="18453">
                  <a:moveTo>
                    <a:pt x="3704" y="5569"/>
                  </a:moveTo>
                  <a:lnTo>
                    <a:pt x="3891" y="5837"/>
                  </a:lnTo>
                  <a:lnTo>
                    <a:pt x="4338" y="5774"/>
                  </a:lnTo>
                  <a:lnTo>
                    <a:pt x="4966" y="6253"/>
                  </a:lnTo>
                  <a:lnTo>
                    <a:pt x="7336" y="6838"/>
                  </a:lnTo>
                  <a:lnTo>
                    <a:pt x="9457" y="8224"/>
                  </a:lnTo>
                  <a:lnTo>
                    <a:pt x="10563" y="9519"/>
                  </a:lnTo>
                  <a:lnTo>
                    <a:pt x="12014" y="9926"/>
                  </a:lnTo>
                  <a:lnTo>
                    <a:pt x="13203" y="11577"/>
                  </a:lnTo>
                  <a:lnTo>
                    <a:pt x="13711" y="12001"/>
                  </a:lnTo>
                  <a:lnTo>
                    <a:pt x="14324" y="12128"/>
                  </a:lnTo>
                  <a:lnTo>
                    <a:pt x="15916" y="15181"/>
                  </a:lnTo>
                  <a:lnTo>
                    <a:pt x="16005" y="15530"/>
                  </a:lnTo>
                  <a:lnTo>
                    <a:pt x="17812" y="17937"/>
                  </a:lnTo>
                  <a:lnTo>
                    <a:pt x="17905" y="18320"/>
                  </a:lnTo>
                  <a:lnTo>
                    <a:pt x="16877" y="18453"/>
                  </a:lnTo>
                  <a:lnTo>
                    <a:pt x="14792" y="17334"/>
                  </a:lnTo>
                  <a:lnTo>
                    <a:pt x="13751" y="17273"/>
                  </a:lnTo>
                  <a:lnTo>
                    <a:pt x="12998" y="16930"/>
                  </a:lnTo>
                  <a:lnTo>
                    <a:pt x="12822" y="16733"/>
                  </a:lnTo>
                  <a:lnTo>
                    <a:pt x="12673" y="15337"/>
                  </a:lnTo>
                  <a:lnTo>
                    <a:pt x="12433" y="14650"/>
                  </a:lnTo>
                  <a:lnTo>
                    <a:pt x="10430" y="11430"/>
                  </a:lnTo>
                  <a:lnTo>
                    <a:pt x="9596" y="10726"/>
                  </a:lnTo>
                  <a:lnTo>
                    <a:pt x="8153" y="10102"/>
                  </a:lnTo>
                  <a:lnTo>
                    <a:pt x="6511" y="10538"/>
                  </a:lnTo>
                  <a:lnTo>
                    <a:pt x="5401" y="10122"/>
                  </a:lnTo>
                  <a:lnTo>
                    <a:pt x="5016" y="10272"/>
                  </a:lnTo>
                  <a:lnTo>
                    <a:pt x="3379" y="7713"/>
                  </a:lnTo>
                  <a:lnTo>
                    <a:pt x="1745" y="5554"/>
                  </a:lnTo>
                  <a:lnTo>
                    <a:pt x="1045" y="2980"/>
                  </a:lnTo>
                  <a:lnTo>
                    <a:pt x="5" y="1012"/>
                  </a:lnTo>
                  <a:lnTo>
                    <a:pt x="0" y="438"/>
                  </a:lnTo>
                  <a:lnTo>
                    <a:pt x="477" y="0"/>
                  </a:lnTo>
                  <a:lnTo>
                    <a:pt x="1595" y="1105"/>
                  </a:lnTo>
                  <a:lnTo>
                    <a:pt x="2696" y="3006"/>
                  </a:lnTo>
                  <a:lnTo>
                    <a:pt x="3290" y="372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2351839" y="5184988"/>
              <a:ext cx="37448" cy="71616"/>
            </a:xfrm>
            <a:custGeom>
              <a:avLst/>
              <a:pathLst>
                <a:path w="37448" h="71616">
                  <a:moveTo>
                    <a:pt x="37448" y="4917"/>
                  </a:moveTo>
                  <a:lnTo>
                    <a:pt x="37428" y="13689"/>
                  </a:lnTo>
                  <a:lnTo>
                    <a:pt x="37408" y="22329"/>
                  </a:lnTo>
                  <a:lnTo>
                    <a:pt x="37389" y="30411"/>
                  </a:lnTo>
                  <a:lnTo>
                    <a:pt x="37371" y="38491"/>
                  </a:lnTo>
                  <a:lnTo>
                    <a:pt x="37353" y="46294"/>
                  </a:lnTo>
                  <a:lnTo>
                    <a:pt x="37336" y="54304"/>
                  </a:lnTo>
                  <a:lnTo>
                    <a:pt x="37248" y="63282"/>
                  </a:lnTo>
                  <a:lnTo>
                    <a:pt x="37183" y="69953"/>
                  </a:lnTo>
                  <a:lnTo>
                    <a:pt x="35473" y="69953"/>
                  </a:lnTo>
                  <a:lnTo>
                    <a:pt x="35022" y="70637"/>
                  </a:lnTo>
                  <a:lnTo>
                    <a:pt x="32318" y="71616"/>
                  </a:lnTo>
                  <a:lnTo>
                    <a:pt x="27723" y="70109"/>
                  </a:lnTo>
                  <a:lnTo>
                    <a:pt x="26573" y="68747"/>
                  </a:lnTo>
                  <a:lnTo>
                    <a:pt x="25030" y="65772"/>
                  </a:lnTo>
                  <a:lnTo>
                    <a:pt x="24481" y="66572"/>
                  </a:lnTo>
                  <a:lnTo>
                    <a:pt x="23031" y="67833"/>
                  </a:lnTo>
                  <a:lnTo>
                    <a:pt x="21543" y="68828"/>
                  </a:lnTo>
                  <a:lnTo>
                    <a:pt x="20322" y="68938"/>
                  </a:lnTo>
                  <a:lnTo>
                    <a:pt x="19190" y="67706"/>
                  </a:lnTo>
                  <a:lnTo>
                    <a:pt x="18948" y="67079"/>
                  </a:lnTo>
                  <a:lnTo>
                    <a:pt x="18691" y="66944"/>
                  </a:lnTo>
                  <a:lnTo>
                    <a:pt x="16244" y="68652"/>
                  </a:lnTo>
                  <a:lnTo>
                    <a:pt x="13542" y="66909"/>
                  </a:lnTo>
                  <a:lnTo>
                    <a:pt x="11389" y="65839"/>
                  </a:lnTo>
                  <a:lnTo>
                    <a:pt x="7931" y="65241"/>
                  </a:lnTo>
                  <a:lnTo>
                    <a:pt x="5528" y="63039"/>
                  </a:lnTo>
                  <a:lnTo>
                    <a:pt x="1092" y="63233"/>
                  </a:lnTo>
                  <a:lnTo>
                    <a:pt x="297" y="62506"/>
                  </a:lnTo>
                  <a:lnTo>
                    <a:pt x="0" y="60353"/>
                  </a:lnTo>
                  <a:lnTo>
                    <a:pt x="235" y="59352"/>
                  </a:lnTo>
                  <a:lnTo>
                    <a:pt x="1184" y="58748"/>
                  </a:lnTo>
                  <a:lnTo>
                    <a:pt x="1448" y="57554"/>
                  </a:lnTo>
                  <a:lnTo>
                    <a:pt x="2406" y="57840"/>
                  </a:lnTo>
                  <a:lnTo>
                    <a:pt x="3650" y="59421"/>
                  </a:lnTo>
                  <a:lnTo>
                    <a:pt x="4030" y="59366"/>
                  </a:lnTo>
                  <a:lnTo>
                    <a:pt x="4852" y="57877"/>
                  </a:lnTo>
                  <a:lnTo>
                    <a:pt x="6067" y="56555"/>
                  </a:lnTo>
                  <a:lnTo>
                    <a:pt x="6501" y="56414"/>
                  </a:lnTo>
                  <a:lnTo>
                    <a:pt x="8731" y="58044"/>
                  </a:lnTo>
                  <a:lnTo>
                    <a:pt x="9627" y="57857"/>
                  </a:lnTo>
                  <a:lnTo>
                    <a:pt x="10915" y="57127"/>
                  </a:lnTo>
                  <a:lnTo>
                    <a:pt x="11145" y="56492"/>
                  </a:lnTo>
                  <a:lnTo>
                    <a:pt x="11350" y="55369"/>
                  </a:lnTo>
                  <a:lnTo>
                    <a:pt x="11690" y="54714"/>
                  </a:lnTo>
                  <a:lnTo>
                    <a:pt x="12837" y="54400"/>
                  </a:lnTo>
                  <a:lnTo>
                    <a:pt x="13954" y="55038"/>
                  </a:lnTo>
                  <a:lnTo>
                    <a:pt x="14082" y="56985"/>
                  </a:lnTo>
                  <a:lnTo>
                    <a:pt x="13928" y="59075"/>
                  </a:lnTo>
                  <a:lnTo>
                    <a:pt x="15383" y="59634"/>
                  </a:lnTo>
                  <a:lnTo>
                    <a:pt x="17144" y="59571"/>
                  </a:lnTo>
                  <a:lnTo>
                    <a:pt x="18358" y="60347"/>
                  </a:lnTo>
                  <a:lnTo>
                    <a:pt x="18510" y="59077"/>
                  </a:lnTo>
                  <a:lnTo>
                    <a:pt x="16572" y="55759"/>
                  </a:lnTo>
                  <a:lnTo>
                    <a:pt x="15758" y="53696"/>
                  </a:lnTo>
                  <a:lnTo>
                    <a:pt x="14666" y="52481"/>
                  </a:lnTo>
                  <a:lnTo>
                    <a:pt x="13261" y="51860"/>
                  </a:lnTo>
                  <a:lnTo>
                    <a:pt x="12089" y="47994"/>
                  </a:lnTo>
                  <a:lnTo>
                    <a:pt x="12161" y="44606"/>
                  </a:lnTo>
                  <a:lnTo>
                    <a:pt x="12036" y="41308"/>
                  </a:lnTo>
                  <a:lnTo>
                    <a:pt x="14571" y="39495"/>
                  </a:lnTo>
                  <a:lnTo>
                    <a:pt x="13991" y="36676"/>
                  </a:lnTo>
                  <a:lnTo>
                    <a:pt x="14864" y="34538"/>
                  </a:lnTo>
                  <a:lnTo>
                    <a:pt x="15857" y="33718"/>
                  </a:lnTo>
                  <a:lnTo>
                    <a:pt x="16858" y="41582"/>
                  </a:lnTo>
                  <a:lnTo>
                    <a:pt x="17578" y="44337"/>
                  </a:lnTo>
                  <a:lnTo>
                    <a:pt x="16660" y="44897"/>
                  </a:lnTo>
                  <a:lnTo>
                    <a:pt x="14738" y="44895"/>
                  </a:lnTo>
                  <a:lnTo>
                    <a:pt x="15811" y="48753"/>
                  </a:lnTo>
                  <a:lnTo>
                    <a:pt x="17575" y="50068"/>
                  </a:lnTo>
                  <a:lnTo>
                    <a:pt x="19095" y="52928"/>
                  </a:lnTo>
                  <a:lnTo>
                    <a:pt x="19126" y="55003"/>
                  </a:lnTo>
                  <a:lnTo>
                    <a:pt x="19971" y="55938"/>
                  </a:lnTo>
                  <a:lnTo>
                    <a:pt x="22002" y="55998"/>
                  </a:lnTo>
                  <a:lnTo>
                    <a:pt x="23400" y="55589"/>
                  </a:lnTo>
                  <a:lnTo>
                    <a:pt x="24058" y="54209"/>
                  </a:lnTo>
                  <a:lnTo>
                    <a:pt x="24821" y="53768"/>
                  </a:lnTo>
                  <a:lnTo>
                    <a:pt x="26186" y="55488"/>
                  </a:lnTo>
                  <a:lnTo>
                    <a:pt x="28484" y="56760"/>
                  </a:lnTo>
                  <a:lnTo>
                    <a:pt x="29103" y="57661"/>
                  </a:lnTo>
                  <a:lnTo>
                    <a:pt x="29554" y="59155"/>
                  </a:lnTo>
                  <a:lnTo>
                    <a:pt x="29584" y="60766"/>
                  </a:lnTo>
                  <a:lnTo>
                    <a:pt x="29702" y="61617"/>
                  </a:lnTo>
                  <a:lnTo>
                    <a:pt x="30370" y="61201"/>
                  </a:lnTo>
                  <a:lnTo>
                    <a:pt x="31324" y="59011"/>
                  </a:lnTo>
                  <a:lnTo>
                    <a:pt x="31793" y="58252"/>
                  </a:lnTo>
                  <a:lnTo>
                    <a:pt x="32368" y="57880"/>
                  </a:lnTo>
                  <a:lnTo>
                    <a:pt x="32732" y="57389"/>
                  </a:lnTo>
                  <a:lnTo>
                    <a:pt x="32742" y="56749"/>
                  </a:lnTo>
                  <a:lnTo>
                    <a:pt x="31024" y="55202"/>
                  </a:lnTo>
                  <a:lnTo>
                    <a:pt x="22025" y="47953"/>
                  </a:lnTo>
                  <a:lnTo>
                    <a:pt x="20918" y="45059"/>
                  </a:lnTo>
                  <a:lnTo>
                    <a:pt x="20174" y="41423"/>
                  </a:lnTo>
                  <a:lnTo>
                    <a:pt x="20200" y="37672"/>
                  </a:lnTo>
                  <a:lnTo>
                    <a:pt x="20855" y="36509"/>
                  </a:lnTo>
                  <a:lnTo>
                    <a:pt x="22461" y="35026"/>
                  </a:lnTo>
                  <a:lnTo>
                    <a:pt x="25413" y="32936"/>
                  </a:lnTo>
                  <a:lnTo>
                    <a:pt x="28817" y="29938"/>
                  </a:lnTo>
                  <a:lnTo>
                    <a:pt x="29243" y="29364"/>
                  </a:lnTo>
                  <a:lnTo>
                    <a:pt x="29203" y="27482"/>
                  </a:lnTo>
                  <a:lnTo>
                    <a:pt x="28776" y="26216"/>
                  </a:lnTo>
                  <a:lnTo>
                    <a:pt x="27425" y="25286"/>
                  </a:lnTo>
                  <a:lnTo>
                    <a:pt x="26012" y="25053"/>
                  </a:lnTo>
                  <a:lnTo>
                    <a:pt x="24665" y="25145"/>
                  </a:lnTo>
                  <a:lnTo>
                    <a:pt x="23319" y="25537"/>
                  </a:lnTo>
                  <a:lnTo>
                    <a:pt x="20863" y="27537"/>
                  </a:lnTo>
                  <a:lnTo>
                    <a:pt x="19473" y="27413"/>
                  </a:lnTo>
                  <a:lnTo>
                    <a:pt x="18150" y="26340"/>
                  </a:lnTo>
                  <a:lnTo>
                    <a:pt x="17170" y="24187"/>
                  </a:lnTo>
                  <a:lnTo>
                    <a:pt x="16663" y="21276"/>
                  </a:lnTo>
                  <a:lnTo>
                    <a:pt x="16667" y="19417"/>
                  </a:lnTo>
                  <a:lnTo>
                    <a:pt x="16855" y="17709"/>
                  </a:lnTo>
                  <a:lnTo>
                    <a:pt x="17454" y="15963"/>
                  </a:lnTo>
                  <a:lnTo>
                    <a:pt x="18256" y="15201"/>
                  </a:lnTo>
                  <a:lnTo>
                    <a:pt x="18979" y="15302"/>
                  </a:lnTo>
                  <a:lnTo>
                    <a:pt x="19659" y="14892"/>
                  </a:lnTo>
                  <a:lnTo>
                    <a:pt x="20063" y="14292"/>
                  </a:lnTo>
                  <a:lnTo>
                    <a:pt x="20407" y="13490"/>
                  </a:lnTo>
                  <a:lnTo>
                    <a:pt x="20305" y="12797"/>
                  </a:lnTo>
                  <a:lnTo>
                    <a:pt x="20042" y="12197"/>
                  </a:lnTo>
                  <a:lnTo>
                    <a:pt x="18947" y="10962"/>
                  </a:lnTo>
                  <a:lnTo>
                    <a:pt x="18513" y="9773"/>
                  </a:lnTo>
                  <a:lnTo>
                    <a:pt x="17573" y="7851"/>
                  </a:lnTo>
                  <a:lnTo>
                    <a:pt x="18087" y="7315"/>
                  </a:lnTo>
                  <a:lnTo>
                    <a:pt x="19736" y="7015"/>
                  </a:lnTo>
                  <a:lnTo>
                    <a:pt x="20888" y="8342"/>
                  </a:lnTo>
                  <a:lnTo>
                    <a:pt x="21963" y="9900"/>
                  </a:lnTo>
                  <a:lnTo>
                    <a:pt x="22623" y="9894"/>
                  </a:lnTo>
                  <a:lnTo>
                    <a:pt x="23216" y="9242"/>
                  </a:lnTo>
                  <a:lnTo>
                    <a:pt x="24575" y="7243"/>
                  </a:lnTo>
                  <a:lnTo>
                    <a:pt x="25713" y="4729"/>
                  </a:lnTo>
                  <a:lnTo>
                    <a:pt x="26751" y="1864"/>
                  </a:lnTo>
                  <a:lnTo>
                    <a:pt x="27586" y="152"/>
                  </a:lnTo>
                  <a:lnTo>
                    <a:pt x="28543" y="0"/>
                  </a:lnTo>
                  <a:lnTo>
                    <a:pt x="31348" y="5358"/>
                  </a:lnTo>
                  <a:lnTo>
                    <a:pt x="32338" y="5557"/>
                  </a:lnTo>
                  <a:lnTo>
                    <a:pt x="35632" y="2674"/>
                  </a:lnTo>
                  <a:lnTo>
                    <a:pt x="35999" y="2830"/>
                  </a:lnTo>
                  <a:lnTo>
                    <a:pt x="37115" y="429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2322909" y="5162491"/>
              <a:ext cx="4087" cy="6417"/>
            </a:xfrm>
            <a:custGeom>
              <a:avLst/>
              <a:pathLst>
                <a:path w="4087" h="6417">
                  <a:moveTo>
                    <a:pt x="3783" y="6091"/>
                  </a:moveTo>
                  <a:lnTo>
                    <a:pt x="3444" y="6417"/>
                  </a:lnTo>
                  <a:lnTo>
                    <a:pt x="2183" y="5728"/>
                  </a:lnTo>
                  <a:lnTo>
                    <a:pt x="1552" y="5113"/>
                  </a:lnTo>
                  <a:lnTo>
                    <a:pt x="587" y="3552"/>
                  </a:lnTo>
                  <a:lnTo>
                    <a:pt x="434" y="1942"/>
                  </a:lnTo>
                  <a:lnTo>
                    <a:pt x="0" y="23"/>
                  </a:lnTo>
                  <a:lnTo>
                    <a:pt x="279" y="0"/>
                  </a:lnTo>
                  <a:lnTo>
                    <a:pt x="1286" y="761"/>
                  </a:lnTo>
                  <a:lnTo>
                    <a:pt x="1700" y="1338"/>
                  </a:lnTo>
                  <a:lnTo>
                    <a:pt x="2252" y="2562"/>
                  </a:lnTo>
                  <a:lnTo>
                    <a:pt x="3883" y="4314"/>
                  </a:lnTo>
                  <a:lnTo>
                    <a:pt x="4087" y="4833"/>
                  </a:lnTo>
                  <a:lnTo>
                    <a:pt x="4048" y="550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2315756" y="5159692"/>
              <a:ext cx="6512" cy="19178"/>
            </a:xfrm>
            <a:custGeom>
              <a:avLst/>
              <a:pathLst>
                <a:path w="6512" h="19178">
                  <a:moveTo>
                    <a:pt x="3207" y="0"/>
                  </a:moveTo>
                  <a:lnTo>
                    <a:pt x="3693" y="5748"/>
                  </a:lnTo>
                  <a:lnTo>
                    <a:pt x="4040" y="6550"/>
                  </a:lnTo>
                  <a:lnTo>
                    <a:pt x="5199" y="6974"/>
                  </a:lnTo>
                  <a:lnTo>
                    <a:pt x="6456" y="9897"/>
                  </a:lnTo>
                  <a:lnTo>
                    <a:pt x="6512" y="10691"/>
                  </a:lnTo>
                  <a:lnTo>
                    <a:pt x="4989" y="15657"/>
                  </a:lnTo>
                  <a:lnTo>
                    <a:pt x="4665" y="19178"/>
                  </a:lnTo>
                  <a:lnTo>
                    <a:pt x="2879" y="18926"/>
                  </a:lnTo>
                  <a:lnTo>
                    <a:pt x="2130" y="15426"/>
                  </a:lnTo>
                  <a:lnTo>
                    <a:pt x="1001" y="12047"/>
                  </a:lnTo>
                  <a:lnTo>
                    <a:pt x="621" y="8088"/>
                  </a:lnTo>
                  <a:lnTo>
                    <a:pt x="0" y="4689"/>
                  </a:lnTo>
                  <a:lnTo>
                    <a:pt x="1104" y="2764"/>
                  </a:lnTo>
                  <a:lnTo>
                    <a:pt x="2159" y="3194"/>
                  </a:lnTo>
                  <a:lnTo>
                    <a:pt x="2222" y="5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2313545" y="5147192"/>
              <a:ext cx="8418" cy="12359"/>
            </a:xfrm>
            <a:custGeom>
              <a:avLst/>
              <a:pathLst>
                <a:path w="8418" h="12359">
                  <a:moveTo>
                    <a:pt x="8418" y="2066"/>
                  </a:moveTo>
                  <a:lnTo>
                    <a:pt x="8393" y="4541"/>
                  </a:lnTo>
                  <a:lnTo>
                    <a:pt x="8033" y="5329"/>
                  </a:lnTo>
                  <a:lnTo>
                    <a:pt x="7718" y="5572"/>
                  </a:lnTo>
                  <a:lnTo>
                    <a:pt x="6919" y="4819"/>
                  </a:lnTo>
                  <a:lnTo>
                    <a:pt x="6462" y="4735"/>
                  </a:lnTo>
                  <a:lnTo>
                    <a:pt x="5708" y="6045"/>
                  </a:lnTo>
                  <a:lnTo>
                    <a:pt x="5072" y="6709"/>
                  </a:lnTo>
                  <a:lnTo>
                    <a:pt x="4126" y="6535"/>
                  </a:lnTo>
                  <a:lnTo>
                    <a:pt x="2869" y="5650"/>
                  </a:lnTo>
                  <a:lnTo>
                    <a:pt x="1746" y="9372"/>
                  </a:lnTo>
                  <a:lnTo>
                    <a:pt x="1221" y="10624"/>
                  </a:lnTo>
                  <a:lnTo>
                    <a:pt x="124" y="12359"/>
                  </a:lnTo>
                  <a:lnTo>
                    <a:pt x="0" y="10321"/>
                  </a:lnTo>
                  <a:lnTo>
                    <a:pt x="699" y="7280"/>
                  </a:lnTo>
                  <a:lnTo>
                    <a:pt x="1022" y="5205"/>
                  </a:lnTo>
                  <a:lnTo>
                    <a:pt x="1662" y="2118"/>
                  </a:lnTo>
                  <a:lnTo>
                    <a:pt x="2949" y="3280"/>
                  </a:lnTo>
                  <a:lnTo>
                    <a:pt x="4753" y="2138"/>
                  </a:lnTo>
                  <a:lnTo>
                    <a:pt x="6397" y="14"/>
                  </a:lnTo>
                  <a:lnTo>
                    <a:pt x="7817" y="0"/>
                  </a:lnTo>
                  <a:lnTo>
                    <a:pt x="8284" y="113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2311531" y="5125722"/>
              <a:ext cx="4111" cy="8622"/>
            </a:xfrm>
            <a:custGeom>
              <a:avLst/>
              <a:pathLst>
                <a:path w="4111" h="8622">
                  <a:moveTo>
                    <a:pt x="1991" y="5892"/>
                  </a:moveTo>
                  <a:lnTo>
                    <a:pt x="1668" y="8622"/>
                  </a:lnTo>
                  <a:lnTo>
                    <a:pt x="749" y="8385"/>
                  </a:lnTo>
                  <a:lnTo>
                    <a:pt x="441" y="7698"/>
                  </a:lnTo>
                  <a:lnTo>
                    <a:pt x="281" y="5967"/>
                  </a:lnTo>
                  <a:lnTo>
                    <a:pt x="0" y="5130"/>
                  </a:lnTo>
                  <a:lnTo>
                    <a:pt x="394" y="3396"/>
                  </a:lnTo>
                  <a:lnTo>
                    <a:pt x="654" y="1471"/>
                  </a:lnTo>
                  <a:lnTo>
                    <a:pt x="565" y="0"/>
                  </a:lnTo>
                  <a:lnTo>
                    <a:pt x="1972" y="101"/>
                  </a:lnTo>
                  <a:lnTo>
                    <a:pt x="3647" y="479"/>
                  </a:lnTo>
                  <a:lnTo>
                    <a:pt x="4111" y="883"/>
                  </a:lnTo>
                  <a:lnTo>
                    <a:pt x="3599" y="2181"/>
                  </a:lnTo>
                  <a:lnTo>
                    <a:pt x="3111" y="2957"/>
                  </a:lnTo>
                  <a:lnTo>
                    <a:pt x="2101" y="343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2311852" y="5111871"/>
              <a:ext cx="6932" cy="10769"/>
            </a:xfrm>
            <a:custGeom>
              <a:avLst/>
              <a:pathLst>
                <a:path w="6932" h="10769">
                  <a:moveTo>
                    <a:pt x="4477" y="8400"/>
                  </a:moveTo>
                  <a:lnTo>
                    <a:pt x="2256" y="10769"/>
                  </a:lnTo>
                  <a:lnTo>
                    <a:pt x="1604" y="9788"/>
                  </a:lnTo>
                  <a:lnTo>
                    <a:pt x="0" y="9796"/>
                  </a:lnTo>
                  <a:lnTo>
                    <a:pt x="420" y="7234"/>
                  </a:lnTo>
                  <a:lnTo>
                    <a:pt x="582" y="5344"/>
                  </a:lnTo>
                  <a:lnTo>
                    <a:pt x="822" y="4614"/>
                  </a:lnTo>
                  <a:lnTo>
                    <a:pt x="911" y="2980"/>
                  </a:lnTo>
                  <a:lnTo>
                    <a:pt x="1390" y="0"/>
                  </a:lnTo>
                  <a:lnTo>
                    <a:pt x="2719" y="992"/>
                  </a:lnTo>
                  <a:lnTo>
                    <a:pt x="3708" y="1284"/>
                  </a:lnTo>
                  <a:lnTo>
                    <a:pt x="5051" y="2270"/>
                  </a:lnTo>
                  <a:lnTo>
                    <a:pt x="6508" y="2899"/>
                  </a:lnTo>
                  <a:lnTo>
                    <a:pt x="6932" y="5479"/>
                  </a:lnTo>
                  <a:lnTo>
                    <a:pt x="5515" y="66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2309672" y="5075264"/>
              <a:ext cx="6069" cy="13525"/>
            </a:xfrm>
            <a:custGeom>
              <a:avLst/>
              <a:pathLst>
                <a:path w="6069" h="13525">
                  <a:moveTo>
                    <a:pt x="6069" y="1878"/>
                  </a:moveTo>
                  <a:lnTo>
                    <a:pt x="5973" y="4227"/>
                  </a:lnTo>
                  <a:lnTo>
                    <a:pt x="4297" y="8746"/>
                  </a:lnTo>
                  <a:lnTo>
                    <a:pt x="2852" y="11412"/>
                  </a:lnTo>
                  <a:lnTo>
                    <a:pt x="1533" y="13525"/>
                  </a:lnTo>
                  <a:lnTo>
                    <a:pt x="690" y="13504"/>
                  </a:lnTo>
                  <a:lnTo>
                    <a:pt x="0" y="12483"/>
                  </a:lnTo>
                  <a:lnTo>
                    <a:pt x="775" y="10812"/>
                  </a:lnTo>
                  <a:lnTo>
                    <a:pt x="1743" y="9144"/>
                  </a:lnTo>
                  <a:lnTo>
                    <a:pt x="1437" y="6991"/>
                  </a:lnTo>
                  <a:lnTo>
                    <a:pt x="1147" y="6368"/>
                  </a:lnTo>
                  <a:lnTo>
                    <a:pt x="737" y="6140"/>
                  </a:lnTo>
                  <a:lnTo>
                    <a:pt x="37" y="5012"/>
                  </a:lnTo>
                  <a:lnTo>
                    <a:pt x="250" y="3338"/>
                  </a:lnTo>
                  <a:lnTo>
                    <a:pt x="659" y="2539"/>
                  </a:lnTo>
                  <a:lnTo>
                    <a:pt x="1202" y="1927"/>
                  </a:lnTo>
                  <a:lnTo>
                    <a:pt x="1711" y="2291"/>
                  </a:lnTo>
                  <a:lnTo>
                    <a:pt x="3905" y="1113"/>
                  </a:lnTo>
                  <a:lnTo>
                    <a:pt x="4598" y="167"/>
                  </a:lnTo>
                  <a:lnTo>
                    <a:pt x="593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2310478" y="5073259"/>
              <a:ext cx="12619" cy="38832"/>
            </a:xfrm>
            <a:custGeom>
              <a:avLst/>
              <a:pathLst>
                <a:path w="12619" h="38832">
                  <a:moveTo>
                    <a:pt x="12422" y="13083"/>
                  </a:moveTo>
                  <a:lnTo>
                    <a:pt x="12528" y="17417"/>
                  </a:lnTo>
                  <a:lnTo>
                    <a:pt x="12337" y="21772"/>
                  </a:lnTo>
                  <a:lnTo>
                    <a:pt x="11900" y="27122"/>
                  </a:lnTo>
                  <a:lnTo>
                    <a:pt x="11972" y="28204"/>
                  </a:lnTo>
                  <a:lnTo>
                    <a:pt x="12482" y="28469"/>
                  </a:lnTo>
                  <a:lnTo>
                    <a:pt x="12619" y="29136"/>
                  </a:lnTo>
                  <a:lnTo>
                    <a:pt x="12469" y="31946"/>
                  </a:lnTo>
                  <a:lnTo>
                    <a:pt x="12195" y="34111"/>
                  </a:lnTo>
                  <a:lnTo>
                    <a:pt x="11668" y="35874"/>
                  </a:lnTo>
                  <a:lnTo>
                    <a:pt x="11358" y="37989"/>
                  </a:lnTo>
                  <a:lnTo>
                    <a:pt x="11075" y="38459"/>
                  </a:lnTo>
                  <a:lnTo>
                    <a:pt x="9842" y="38832"/>
                  </a:lnTo>
                  <a:lnTo>
                    <a:pt x="9165" y="38601"/>
                  </a:lnTo>
                  <a:lnTo>
                    <a:pt x="8621" y="36186"/>
                  </a:lnTo>
                  <a:lnTo>
                    <a:pt x="8464" y="34702"/>
                  </a:lnTo>
                  <a:lnTo>
                    <a:pt x="8496" y="32763"/>
                  </a:lnTo>
                  <a:lnTo>
                    <a:pt x="7831" y="30163"/>
                  </a:lnTo>
                  <a:lnTo>
                    <a:pt x="7811" y="29168"/>
                  </a:lnTo>
                  <a:lnTo>
                    <a:pt x="8071" y="27454"/>
                  </a:lnTo>
                  <a:lnTo>
                    <a:pt x="8608" y="26599"/>
                  </a:lnTo>
                  <a:lnTo>
                    <a:pt x="8690" y="23962"/>
                  </a:lnTo>
                  <a:lnTo>
                    <a:pt x="8960" y="23171"/>
                  </a:lnTo>
                  <a:lnTo>
                    <a:pt x="9573" y="22080"/>
                  </a:lnTo>
                  <a:lnTo>
                    <a:pt x="9666" y="21627"/>
                  </a:lnTo>
                  <a:lnTo>
                    <a:pt x="9610" y="21238"/>
                  </a:lnTo>
                  <a:lnTo>
                    <a:pt x="9382" y="21197"/>
                  </a:lnTo>
                  <a:lnTo>
                    <a:pt x="6926" y="24464"/>
                  </a:lnTo>
                  <a:lnTo>
                    <a:pt x="6686" y="25385"/>
                  </a:lnTo>
                  <a:lnTo>
                    <a:pt x="6578" y="26611"/>
                  </a:lnTo>
                  <a:lnTo>
                    <a:pt x="6547" y="30928"/>
                  </a:lnTo>
                  <a:lnTo>
                    <a:pt x="6115" y="33424"/>
                  </a:lnTo>
                  <a:lnTo>
                    <a:pt x="5724" y="33900"/>
                  </a:lnTo>
                  <a:lnTo>
                    <a:pt x="4578" y="34007"/>
                  </a:lnTo>
                  <a:lnTo>
                    <a:pt x="3066" y="33756"/>
                  </a:lnTo>
                  <a:lnTo>
                    <a:pt x="1350" y="31465"/>
                  </a:lnTo>
                  <a:lnTo>
                    <a:pt x="230" y="32096"/>
                  </a:lnTo>
                  <a:lnTo>
                    <a:pt x="0" y="29312"/>
                  </a:lnTo>
                  <a:lnTo>
                    <a:pt x="560" y="27084"/>
                  </a:lnTo>
                  <a:lnTo>
                    <a:pt x="2646" y="27278"/>
                  </a:lnTo>
                  <a:lnTo>
                    <a:pt x="3000" y="23313"/>
                  </a:lnTo>
                  <a:lnTo>
                    <a:pt x="2338" y="22381"/>
                  </a:lnTo>
                  <a:lnTo>
                    <a:pt x="1604" y="20782"/>
                  </a:lnTo>
                  <a:lnTo>
                    <a:pt x="1165" y="19319"/>
                  </a:lnTo>
                  <a:lnTo>
                    <a:pt x="1555" y="18231"/>
                  </a:lnTo>
                  <a:lnTo>
                    <a:pt x="2764" y="16653"/>
                  </a:lnTo>
                  <a:lnTo>
                    <a:pt x="3412" y="16482"/>
                  </a:lnTo>
                  <a:lnTo>
                    <a:pt x="4011" y="17365"/>
                  </a:lnTo>
                  <a:lnTo>
                    <a:pt x="5496" y="16699"/>
                  </a:lnTo>
                  <a:lnTo>
                    <a:pt x="5409" y="14191"/>
                  </a:lnTo>
                  <a:lnTo>
                    <a:pt x="4087" y="13089"/>
                  </a:lnTo>
                  <a:lnTo>
                    <a:pt x="4381" y="11184"/>
                  </a:lnTo>
                  <a:lnTo>
                    <a:pt x="6052" y="9366"/>
                  </a:lnTo>
                  <a:lnTo>
                    <a:pt x="7050" y="7537"/>
                  </a:lnTo>
                  <a:lnTo>
                    <a:pt x="7096" y="5448"/>
                  </a:lnTo>
                  <a:lnTo>
                    <a:pt x="6692" y="3361"/>
                  </a:lnTo>
                  <a:lnTo>
                    <a:pt x="6819" y="2548"/>
                  </a:lnTo>
                  <a:lnTo>
                    <a:pt x="7652" y="830"/>
                  </a:lnTo>
                  <a:lnTo>
                    <a:pt x="8819" y="0"/>
                  </a:lnTo>
                  <a:lnTo>
                    <a:pt x="9350" y="112"/>
                  </a:lnTo>
                  <a:lnTo>
                    <a:pt x="10430" y="1324"/>
                  </a:lnTo>
                  <a:lnTo>
                    <a:pt x="11395" y="1468"/>
                  </a:lnTo>
                  <a:lnTo>
                    <a:pt x="11628" y="1826"/>
                  </a:lnTo>
                  <a:lnTo>
                    <a:pt x="11803" y="31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309561" y="5053007"/>
              <a:ext cx="5625" cy="22011"/>
            </a:xfrm>
            <a:custGeom>
              <a:avLst/>
              <a:pathLst>
                <a:path w="5625" h="22011">
                  <a:moveTo>
                    <a:pt x="1597" y="21977"/>
                  </a:moveTo>
                  <a:lnTo>
                    <a:pt x="318" y="22011"/>
                  </a:lnTo>
                  <a:lnTo>
                    <a:pt x="0" y="16742"/>
                  </a:lnTo>
                  <a:lnTo>
                    <a:pt x="1504" y="9133"/>
                  </a:lnTo>
                  <a:lnTo>
                    <a:pt x="1611" y="6233"/>
                  </a:lnTo>
                  <a:lnTo>
                    <a:pt x="1106" y="4048"/>
                  </a:lnTo>
                  <a:lnTo>
                    <a:pt x="902" y="2250"/>
                  </a:lnTo>
                  <a:lnTo>
                    <a:pt x="1024" y="1512"/>
                  </a:lnTo>
                  <a:lnTo>
                    <a:pt x="2946" y="0"/>
                  </a:lnTo>
                  <a:lnTo>
                    <a:pt x="3549" y="1604"/>
                  </a:lnTo>
                  <a:lnTo>
                    <a:pt x="4263" y="5872"/>
                  </a:lnTo>
                  <a:lnTo>
                    <a:pt x="5625" y="11981"/>
                  </a:lnTo>
                  <a:lnTo>
                    <a:pt x="5591" y="17815"/>
                  </a:lnTo>
                  <a:lnTo>
                    <a:pt x="4835" y="19255"/>
                  </a:lnTo>
                  <a:lnTo>
                    <a:pt x="2463" y="2072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314144" y="5047677"/>
              <a:ext cx="7721" cy="23258"/>
            </a:xfrm>
            <a:custGeom>
              <a:avLst/>
              <a:pathLst>
                <a:path w="7721" h="23258">
                  <a:moveTo>
                    <a:pt x="7721" y="22239"/>
                  </a:moveTo>
                  <a:lnTo>
                    <a:pt x="7505" y="22940"/>
                  </a:lnTo>
                  <a:lnTo>
                    <a:pt x="6105" y="22510"/>
                  </a:lnTo>
                  <a:lnTo>
                    <a:pt x="3681" y="23258"/>
                  </a:lnTo>
                  <a:lnTo>
                    <a:pt x="2662" y="20577"/>
                  </a:lnTo>
                  <a:lnTo>
                    <a:pt x="2215" y="16312"/>
                  </a:lnTo>
                  <a:lnTo>
                    <a:pt x="1911" y="15429"/>
                  </a:lnTo>
                  <a:lnTo>
                    <a:pt x="1309" y="12999"/>
                  </a:lnTo>
                  <a:lnTo>
                    <a:pt x="1008" y="11404"/>
                  </a:lnTo>
                  <a:lnTo>
                    <a:pt x="390" y="8934"/>
                  </a:lnTo>
                  <a:lnTo>
                    <a:pt x="151" y="6325"/>
                  </a:lnTo>
                  <a:lnTo>
                    <a:pt x="0" y="5537"/>
                  </a:lnTo>
                  <a:lnTo>
                    <a:pt x="556" y="3996"/>
                  </a:lnTo>
                  <a:lnTo>
                    <a:pt x="3090" y="2467"/>
                  </a:lnTo>
                  <a:lnTo>
                    <a:pt x="3992" y="0"/>
                  </a:lnTo>
                  <a:lnTo>
                    <a:pt x="4767" y="325"/>
                  </a:lnTo>
                  <a:lnTo>
                    <a:pt x="4554" y="5361"/>
                  </a:lnTo>
                  <a:lnTo>
                    <a:pt x="5019" y="7058"/>
                  </a:lnTo>
                  <a:lnTo>
                    <a:pt x="5881" y="8466"/>
                  </a:lnTo>
                  <a:lnTo>
                    <a:pt x="6041" y="9046"/>
                  </a:lnTo>
                  <a:lnTo>
                    <a:pt x="6187" y="10829"/>
                  </a:lnTo>
                  <a:lnTo>
                    <a:pt x="6619" y="13591"/>
                  </a:lnTo>
                  <a:lnTo>
                    <a:pt x="7178" y="14884"/>
                  </a:lnTo>
                  <a:lnTo>
                    <a:pt x="7322" y="15689"/>
                  </a:lnTo>
                  <a:lnTo>
                    <a:pt x="7348" y="16361"/>
                  </a:lnTo>
                  <a:lnTo>
                    <a:pt x="7143" y="1731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313988" y="5043282"/>
              <a:ext cx="3917" cy="4729"/>
            </a:xfrm>
            <a:custGeom>
              <a:avLst/>
              <a:pathLst>
                <a:path w="3917" h="4729">
                  <a:moveTo>
                    <a:pt x="1689" y="4345"/>
                  </a:moveTo>
                  <a:lnTo>
                    <a:pt x="853" y="4729"/>
                  </a:lnTo>
                  <a:lnTo>
                    <a:pt x="757" y="3765"/>
                  </a:lnTo>
                  <a:lnTo>
                    <a:pt x="0" y="2164"/>
                  </a:lnTo>
                  <a:lnTo>
                    <a:pt x="657" y="1105"/>
                  </a:lnTo>
                  <a:lnTo>
                    <a:pt x="1943" y="0"/>
                  </a:lnTo>
                  <a:lnTo>
                    <a:pt x="2919" y="121"/>
                  </a:lnTo>
                  <a:lnTo>
                    <a:pt x="3799" y="960"/>
                  </a:lnTo>
                  <a:lnTo>
                    <a:pt x="3917" y="1950"/>
                  </a:lnTo>
                  <a:lnTo>
                    <a:pt x="2381" y="3246"/>
                  </a:lnTo>
                  <a:lnTo>
                    <a:pt x="2004" y="39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2320474" y="4968879"/>
              <a:ext cx="5230" cy="17273"/>
            </a:xfrm>
            <a:custGeom>
              <a:avLst/>
              <a:pathLst>
                <a:path w="5230" h="17273">
                  <a:moveTo>
                    <a:pt x="4280" y="15331"/>
                  </a:moveTo>
                  <a:lnTo>
                    <a:pt x="3649" y="16641"/>
                  </a:lnTo>
                  <a:lnTo>
                    <a:pt x="2547" y="17273"/>
                  </a:lnTo>
                  <a:lnTo>
                    <a:pt x="1456" y="16246"/>
                  </a:lnTo>
                  <a:lnTo>
                    <a:pt x="137" y="16722"/>
                  </a:lnTo>
                  <a:lnTo>
                    <a:pt x="0" y="14477"/>
                  </a:lnTo>
                  <a:lnTo>
                    <a:pt x="493" y="12627"/>
                  </a:lnTo>
                  <a:lnTo>
                    <a:pt x="1492" y="10428"/>
                  </a:lnTo>
                  <a:lnTo>
                    <a:pt x="2216" y="7482"/>
                  </a:lnTo>
                  <a:lnTo>
                    <a:pt x="2129" y="3324"/>
                  </a:lnTo>
                  <a:lnTo>
                    <a:pt x="2723" y="2372"/>
                  </a:lnTo>
                  <a:lnTo>
                    <a:pt x="3042" y="903"/>
                  </a:lnTo>
                  <a:lnTo>
                    <a:pt x="4307" y="0"/>
                  </a:lnTo>
                  <a:lnTo>
                    <a:pt x="4592" y="3090"/>
                  </a:lnTo>
                  <a:lnTo>
                    <a:pt x="4251" y="8610"/>
                  </a:lnTo>
                  <a:lnTo>
                    <a:pt x="5107" y="11874"/>
                  </a:lnTo>
                  <a:lnTo>
                    <a:pt x="5230" y="12962"/>
                  </a:lnTo>
                  <a:lnTo>
                    <a:pt x="5064" y="1421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2315338" y="4957723"/>
              <a:ext cx="1248" cy="3292"/>
            </a:xfrm>
            <a:custGeom>
              <a:avLst/>
              <a:pathLst>
                <a:path w="1248" h="3292">
                  <a:moveTo>
                    <a:pt x="1131" y="2807"/>
                  </a:moveTo>
                  <a:lnTo>
                    <a:pt x="847" y="3292"/>
                  </a:lnTo>
                  <a:lnTo>
                    <a:pt x="492" y="3151"/>
                  </a:lnTo>
                  <a:lnTo>
                    <a:pt x="203" y="2210"/>
                  </a:lnTo>
                  <a:lnTo>
                    <a:pt x="0" y="605"/>
                  </a:lnTo>
                  <a:lnTo>
                    <a:pt x="394" y="0"/>
                  </a:lnTo>
                  <a:lnTo>
                    <a:pt x="711" y="0"/>
                  </a:lnTo>
                  <a:lnTo>
                    <a:pt x="1064" y="851"/>
                  </a:lnTo>
                  <a:lnTo>
                    <a:pt x="1248" y="222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2330369" y="4950310"/>
              <a:ext cx="2292" cy="8530"/>
            </a:xfrm>
            <a:custGeom>
              <a:avLst/>
              <a:pathLst>
                <a:path w="2292" h="8530">
                  <a:moveTo>
                    <a:pt x="2115" y="8192"/>
                  </a:moveTo>
                  <a:lnTo>
                    <a:pt x="1744" y="8530"/>
                  </a:lnTo>
                  <a:lnTo>
                    <a:pt x="1406" y="8478"/>
                  </a:lnTo>
                  <a:lnTo>
                    <a:pt x="1064" y="7465"/>
                  </a:lnTo>
                  <a:lnTo>
                    <a:pt x="949" y="6129"/>
                  </a:lnTo>
                  <a:lnTo>
                    <a:pt x="207" y="4132"/>
                  </a:lnTo>
                  <a:lnTo>
                    <a:pt x="0" y="3188"/>
                  </a:lnTo>
                  <a:lnTo>
                    <a:pt x="16" y="2060"/>
                  </a:lnTo>
                  <a:lnTo>
                    <a:pt x="442" y="441"/>
                  </a:lnTo>
                  <a:lnTo>
                    <a:pt x="1073" y="0"/>
                  </a:lnTo>
                  <a:lnTo>
                    <a:pt x="1498" y="60"/>
                  </a:lnTo>
                  <a:lnTo>
                    <a:pt x="2012" y="1967"/>
                  </a:lnTo>
                  <a:lnTo>
                    <a:pt x="2160" y="4034"/>
                  </a:lnTo>
                  <a:lnTo>
                    <a:pt x="2292" y="61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2334609" y="4944126"/>
              <a:ext cx="7733" cy="15513"/>
            </a:xfrm>
            <a:custGeom>
              <a:avLst/>
              <a:pathLst>
                <a:path w="7733" h="15513">
                  <a:moveTo>
                    <a:pt x="5211" y="13152"/>
                  </a:moveTo>
                  <a:lnTo>
                    <a:pt x="2459" y="15513"/>
                  </a:lnTo>
                  <a:lnTo>
                    <a:pt x="1079" y="14722"/>
                  </a:lnTo>
                  <a:lnTo>
                    <a:pt x="545" y="12982"/>
                  </a:lnTo>
                  <a:lnTo>
                    <a:pt x="283" y="11519"/>
                  </a:lnTo>
                  <a:lnTo>
                    <a:pt x="0" y="9043"/>
                  </a:lnTo>
                  <a:lnTo>
                    <a:pt x="470" y="7716"/>
                  </a:lnTo>
                  <a:lnTo>
                    <a:pt x="1477" y="5803"/>
                  </a:lnTo>
                  <a:lnTo>
                    <a:pt x="1851" y="4568"/>
                  </a:lnTo>
                  <a:lnTo>
                    <a:pt x="2033" y="3110"/>
                  </a:lnTo>
                  <a:lnTo>
                    <a:pt x="1969" y="1748"/>
                  </a:lnTo>
                  <a:lnTo>
                    <a:pt x="2101" y="453"/>
                  </a:lnTo>
                  <a:lnTo>
                    <a:pt x="2695" y="0"/>
                  </a:lnTo>
                  <a:lnTo>
                    <a:pt x="4731" y="1451"/>
                  </a:lnTo>
                  <a:lnTo>
                    <a:pt x="6843" y="3627"/>
                  </a:lnTo>
                  <a:lnTo>
                    <a:pt x="7593" y="5130"/>
                  </a:lnTo>
                  <a:lnTo>
                    <a:pt x="7733" y="6325"/>
                  </a:lnTo>
                  <a:lnTo>
                    <a:pt x="6810" y="8968"/>
                  </a:lnTo>
                  <a:lnTo>
                    <a:pt x="6221" y="1114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321293" y="4938213"/>
              <a:ext cx="10385" cy="35756"/>
            </a:xfrm>
            <a:custGeom>
              <a:avLst/>
              <a:pathLst>
                <a:path w="10385" h="35756">
                  <a:moveTo>
                    <a:pt x="10020" y="7673"/>
                  </a:moveTo>
                  <a:lnTo>
                    <a:pt x="9461" y="8942"/>
                  </a:lnTo>
                  <a:lnTo>
                    <a:pt x="8578" y="9167"/>
                  </a:lnTo>
                  <a:lnTo>
                    <a:pt x="7204" y="10636"/>
                  </a:lnTo>
                  <a:lnTo>
                    <a:pt x="7060" y="11911"/>
                  </a:lnTo>
                  <a:lnTo>
                    <a:pt x="6991" y="13475"/>
                  </a:lnTo>
                  <a:lnTo>
                    <a:pt x="7939" y="15360"/>
                  </a:lnTo>
                  <a:lnTo>
                    <a:pt x="8407" y="17550"/>
                  </a:lnTo>
                  <a:lnTo>
                    <a:pt x="8969" y="20831"/>
                  </a:lnTo>
                  <a:lnTo>
                    <a:pt x="9375" y="23962"/>
                  </a:lnTo>
                  <a:lnTo>
                    <a:pt x="9338" y="24932"/>
                  </a:lnTo>
                  <a:lnTo>
                    <a:pt x="9439" y="26556"/>
                  </a:lnTo>
                  <a:lnTo>
                    <a:pt x="10113" y="29081"/>
                  </a:lnTo>
                  <a:lnTo>
                    <a:pt x="10175" y="30221"/>
                  </a:lnTo>
                  <a:lnTo>
                    <a:pt x="10101" y="31352"/>
                  </a:lnTo>
                  <a:lnTo>
                    <a:pt x="9830" y="33447"/>
                  </a:lnTo>
                  <a:lnTo>
                    <a:pt x="9615" y="33736"/>
                  </a:lnTo>
                  <a:lnTo>
                    <a:pt x="8946" y="33941"/>
                  </a:lnTo>
                  <a:lnTo>
                    <a:pt x="8894" y="35213"/>
                  </a:lnTo>
                  <a:lnTo>
                    <a:pt x="8730" y="35629"/>
                  </a:lnTo>
                  <a:lnTo>
                    <a:pt x="6830" y="35756"/>
                  </a:lnTo>
                  <a:lnTo>
                    <a:pt x="5890" y="35178"/>
                  </a:lnTo>
                  <a:lnTo>
                    <a:pt x="6001" y="31346"/>
                  </a:lnTo>
                  <a:lnTo>
                    <a:pt x="4798" y="29843"/>
                  </a:lnTo>
                  <a:lnTo>
                    <a:pt x="3972" y="27306"/>
                  </a:lnTo>
                  <a:lnTo>
                    <a:pt x="3041" y="22929"/>
                  </a:lnTo>
                  <a:lnTo>
                    <a:pt x="2260" y="21581"/>
                  </a:lnTo>
                  <a:lnTo>
                    <a:pt x="1350" y="18121"/>
                  </a:lnTo>
                  <a:lnTo>
                    <a:pt x="0" y="15161"/>
                  </a:lnTo>
                  <a:lnTo>
                    <a:pt x="1558" y="13288"/>
                  </a:lnTo>
                  <a:lnTo>
                    <a:pt x="1316" y="10007"/>
                  </a:lnTo>
                  <a:lnTo>
                    <a:pt x="2226" y="8882"/>
                  </a:lnTo>
                  <a:lnTo>
                    <a:pt x="3594" y="7707"/>
                  </a:lnTo>
                  <a:lnTo>
                    <a:pt x="4602" y="8631"/>
                  </a:lnTo>
                  <a:lnTo>
                    <a:pt x="5506" y="8304"/>
                  </a:lnTo>
                  <a:lnTo>
                    <a:pt x="5911" y="7520"/>
                  </a:lnTo>
                  <a:lnTo>
                    <a:pt x="5787" y="4166"/>
                  </a:lnTo>
                  <a:lnTo>
                    <a:pt x="6074" y="1523"/>
                  </a:lnTo>
                  <a:lnTo>
                    <a:pt x="7072" y="158"/>
                  </a:lnTo>
                  <a:lnTo>
                    <a:pt x="8148" y="0"/>
                  </a:lnTo>
                  <a:lnTo>
                    <a:pt x="8553" y="1491"/>
                  </a:lnTo>
                  <a:lnTo>
                    <a:pt x="9084" y="2957"/>
                  </a:lnTo>
                  <a:lnTo>
                    <a:pt x="10385" y="4115"/>
                  </a:lnTo>
                  <a:lnTo>
                    <a:pt x="10379" y="562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326684" y="4927839"/>
              <a:ext cx="4012" cy="4083"/>
            </a:xfrm>
            <a:custGeom>
              <a:avLst/>
              <a:pathLst>
                <a:path w="4012" h="4083">
                  <a:moveTo>
                    <a:pt x="3773" y="1284"/>
                  </a:moveTo>
                  <a:lnTo>
                    <a:pt x="4012" y="2738"/>
                  </a:lnTo>
                  <a:lnTo>
                    <a:pt x="3512" y="2937"/>
                  </a:lnTo>
                  <a:lnTo>
                    <a:pt x="2711" y="2706"/>
                  </a:lnTo>
                  <a:lnTo>
                    <a:pt x="2324" y="3855"/>
                  </a:lnTo>
                  <a:lnTo>
                    <a:pt x="2126" y="4083"/>
                  </a:lnTo>
                  <a:lnTo>
                    <a:pt x="286" y="3064"/>
                  </a:lnTo>
                  <a:lnTo>
                    <a:pt x="0" y="2611"/>
                  </a:lnTo>
                  <a:lnTo>
                    <a:pt x="34" y="1099"/>
                  </a:lnTo>
                  <a:lnTo>
                    <a:pt x="1996" y="966"/>
                  </a:lnTo>
                  <a:lnTo>
                    <a:pt x="3248" y="0"/>
                  </a:lnTo>
                  <a:lnTo>
                    <a:pt x="3424" y="15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318739" y="4920515"/>
              <a:ext cx="2019" cy="2643"/>
            </a:xfrm>
            <a:custGeom>
              <a:avLst/>
              <a:pathLst>
                <a:path w="2019" h="2643">
                  <a:moveTo>
                    <a:pt x="1975" y="2123"/>
                  </a:moveTo>
                  <a:lnTo>
                    <a:pt x="366" y="2643"/>
                  </a:lnTo>
                  <a:lnTo>
                    <a:pt x="0" y="1760"/>
                  </a:lnTo>
                  <a:lnTo>
                    <a:pt x="7" y="1015"/>
                  </a:lnTo>
                  <a:lnTo>
                    <a:pt x="283" y="398"/>
                  </a:lnTo>
                  <a:lnTo>
                    <a:pt x="1109" y="0"/>
                  </a:lnTo>
                  <a:lnTo>
                    <a:pt x="1649" y="504"/>
                  </a:lnTo>
                  <a:lnTo>
                    <a:pt x="1930" y="1226"/>
                  </a:lnTo>
                  <a:lnTo>
                    <a:pt x="2019" y="18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323909" y="4869087"/>
              <a:ext cx="10951" cy="46583"/>
            </a:xfrm>
            <a:custGeom>
              <a:avLst/>
              <a:pathLst>
                <a:path w="10951" h="46583">
                  <a:moveTo>
                    <a:pt x="6971" y="45812"/>
                  </a:moveTo>
                  <a:lnTo>
                    <a:pt x="6117" y="46430"/>
                  </a:lnTo>
                  <a:lnTo>
                    <a:pt x="5321" y="46583"/>
                  </a:lnTo>
                  <a:lnTo>
                    <a:pt x="4512" y="46129"/>
                  </a:lnTo>
                  <a:lnTo>
                    <a:pt x="3099" y="46167"/>
                  </a:lnTo>
                  <a:lnTo>
                    <a:pt x="1689" y="45013"/>
                  </a:lnTo>
                  <a:lnTo>
                    <a:pt x="368" y="43379"/>
                  </a:lnTo>
                  <a:lnTo>
                    <a:pt x="0" y="42436"/>
                  </a:lnTo>
                  <a:lnTo>
                    <a:pt x="161" y="41080"/>
                  </a:lnTo>
                  <a:lnTo>
                    <a:pt x="1112" y="37940"/>
                  </a:lnTo>
                  <a:lnTo>
                    <a:pt x="2019" y="32007"/>
                  </a:lnTo>
                  <a:lnTo>
                    <a:pt x="2623" y="23492"/>
                  </a:lnTo>
                  <a:lnTo>
                    <a:pt x="2140" y="20265"/>
                  </a:lnTo>
                  <a:lnTo>
                    <a:pt x="2200" y="18926"/>
                  </a:lnTo>
                  <a:lnTo>
                    <a:pt x="2421" y="17316"/>
                  </a:lnTo>
                  <a:lnTo>
                    <a:pt x="2532" y="15660"/>
                  </a:lnTo>
                  <a:lnTo>
                    <a:pt x="2464" y="13989"/>
                  </a:lnTo>
                  <a:lnTo>
                    <a:pt x="2579" y="12437"/>
                  </a:lnTo>
                  <a:lnTo>
                    <a:pt x="3577" y="9170"/>
                  </a:lnTo>
                  <a:lnTo>
                    <a:pt x="3724" y="7704"/>
                  </a:lnTo>
                  <a:lnTo>
                    <a:pt x="3753" y="6111"/>
                  </a:lnTo>
                  <a:lnTo>
                    <a:pt x="4185" y="2819"/>
                  </a:lnTo>
                  <a:lnTo>
                    <a:pt x="4052" y="1728"/>
                  </a:lnTo>
                  <a:lnTo>
                    <a:pt x="3682" y="805"/>
                  </a:lnTo>
                  <a:lnTo>
                    <a:pt x="3982" y="0"/>
                  </a:lnTo>
                  <a:lnTo>
                    <a:pt x="7453" y="2415"/>
                  </a:lnTo>
                  <a:lnTo>
                    <a:pt x="9760" y="2977"/>
                  </a:lnTo>
                  <a:lnTo>
                    <a:pt x="9883" y="5476"/>
                  </a:lnTo>
                  <a:lnTo>
                    <a:pt x="10328" y="7436"/>
                  </a:lnTo>
                  <a:lnTo>
                    <a:pt x="10593" y="10945"/>
                  </a:lnTo>
                  <a:lnTo>
                    <a:pt x="10951" y="11741"/>
                  </a:lnTo>
                  <a:lnTo>
                    <a:pt x="10765" y="14252"/>
                  </a:lnTo>
                  <a:lnTo>
                    <a:pt x="9703" y="15334"/>
                  </a:lnTo>
                  <a:lnTo>
                    <a:pt x="9797" y="17642"/>
                  </a:lnTo>
                  <a:lnTo>
                    <a:pt x="10407" y="19821"/>
                  </a:lnTo>
                  <a:lnTo>
                    <a:pt x="9516" y="20597"/>
                  </a:lnTo>
                  <a:lnTo>
                    <a:pt x="8555" y="21059"/>
                  </a:lnTo>
                  <a:lnTo>
                    <a:pt x="8333" y="21665"/>
                  </a:lnTo>
                  <a:lnTo>
                    <a:pt x="7637" y="22138"/>
                  </a:lnTo>
                  <a:lnTo>
                    <a:pt x="6791" y="23350"/>
                  </a:lnTo>
                  <a:lnTo>
                    <a:pt x="7046" y="24418"/>
                  </a:lnTo>
                  <a:lnTo>
                    <a:pt x="8111" y="26856"/>
                  </a:lnTo>
                  <a:lnTo>
                    <a:pt x="9301" y="28547"/>
                  </a:lnTo>
                  <a:lnTo>
                    <a:pt x="9954" y="31075"/>
                  </a:lnTo>
                  <a:lnTo>
                    <a:pt x="10799" y="33715"/>
                  </a:lnTo>
                  <a:lnTo>
                    <a:pt x="10386" y="35392"/>
                  </a:lnTo>
                  <a:lnTo>
                    <a:pt x="9612" y="37770"/>
                  </a:lnTo>
                  <a:lnTo>
                    <a:pt x="8377" y="39348"/>
                  </a:lnTo>
                  <a:lnTo>
                    <a:pt x="7241" y="40292"/>
                  </a:lnTo>
                  <a:lnTo>
                    <a:pt x="7374" y="4420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271650" y="4626185"/>
              <a:ext cx="2503" cy="2735"/>
            </a:xfrm>
            <a:custGeom>
              <a:avLst/>
              <a:pathLst>
                <a:path w="2503" h="2735">
                  <a:moveTo>
                    <a:pt x="2104" y="2106"/>
                  </a:moveTo>
                  <a:lnTo>
                    <a:pt x="69" y="2735"/>
                  </a:lnTo>
                  <a:lnTo>
                    <a:pt x="0" y="2556"/>
                  </a:lnTo>
                  <a:lnTo>
                    <a:pt x="115" y="2037"/>
                  </a:lnTo>
                  <a:lnTo>
                    <a:pt x="582" y="1134"/>
                  </a:lnTo>
                  <a:lnTo>
                    <a:pt x="1271" y="0"/>
                  </a:lnTo>
                  <a:lnTo>
                    <a:pt x="1480" y="86"/>
                  </a:lnTo>
                  <a:lnTo>
                    <a:pt x="1717" y="291"/>
                  </a:lnTo>
                  <a:lnTo>
                    <a:pt x="2325" y="1033"/>
                  </a:lnTo>
                  <a:lnTo>
                    <a:pt x="2503" y="1540"/>
                  </a:lnTo>
                  <a:lnTo>
                    <a:pt x="2438" y="19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1925937" y="4433914"/>
              <a:ext cx="2399" cy="3041"/>
            </a:xfrm>
            <a:custGeom>
              <a:avLst/>
              <a:pathLst>
                <a:path w="2399" h="3041">
                  <a:moveTo>
                    <a:pt x="1750" y="2129"/>
                  </a:moveTo>
                  <a:lnTo>
                    <a:pt x="0" y="3041"/>
                  </a:lnTo>
                  <a:lnTo>
                    <a:pt x="56" y="1413"/>
                  </a:lnTo>
                  <a:lnTo>
                    <a:pt x="495" y="0"/>
                  </a:lnTo>
                  <a:lnTo>
                    <a:pt x="1790" y="813"/>
                  </a:lnTo>
                  <a:lnTo>
                    <a:pt x="2399" y="9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2308911" y="4151357"/>
              <a:ext cx="98784" cy="1074915"/>
            </a:xfrm>
            <a:custGeom>
              <a:avLst/>
              <a:pathLst>
                <a:path w="98784" h="1074915">
                  <a:moveTo>
                    <a:pt x="96671" y="157071"/>
                  </a:moveTo>
                  <a:lnTo>
                    <a:pt x="98784" y="162381"/>
                  </a:lnTo>
                  <a:lnTo>
                    <a:pt x="97865" y="169583"/>
                  </a:lnTo>
                  <a:lnTo>
                    <a:pt x="96396" y="181074"/>
                  </a:lnTo>
                  <a:lnTo>
                    <a:pt x="95260" y="189959"/>
                  </a:lnTo>
                  <a:lnTo>
                    <a:pt x="95073" y="191145"/>
                  </a:lnTo>
                  <a:lnTo>
                    <a:pt x="94839" y="192888"/>
                  </a:lnTo>
                  <a:lnTo>
                    <a:pt x="92391" y="195404"/>
                  </a:lnTo>
                  <a:lnTo>
                    <a:pt x="88820" y="199080"/>
                  </a:lnTo>
                  <a:lnTo>
                    <a:pt x="86991" y="200999"/>
                  </a:lnTo>
                  <a:lnTo>
                    <a:pt x="84686" y="203472"/>
                  </a:lnTo>
                  <a:lnTo>
                    <a:pt x="84127" y="205492"/>
                  </a:lnTo>
                  <a:lnTo>
                    <a:pt x="83462" y="206583"/>
                  </a:lnTo>
                  <a:lnTo>
                    <a:pt x="82730" y="207997"/>
                  </a:lnTo>
                  <a:lnTo>
                    <a:pt x="82451" y="209529"/>
                  </a:lnTo>
                  <a:lnTo>
                    <a:pt x="81768" y="210499"/>
                  </a:lnTo>
                  <a:lnTo>
                    <a:pt x="81147" y="213973"/>
                  </a:lnTo>
                  <a:lnTo>
                    <a:pt x="81147" y="216642"/>
                  </a:lnTo>
                  <a:lnTo>
                    <a:pt x="81544" y="218460"/>
                  </a:lnTo>
                  <a:lnTo>
                    <a:pt x="82233" y="219228"/>
                  </a:lnTo>
                  <a:lnTo>
                    <a:pt x="82451" y="221407"/>
                  </a:lnTo>
                  <a:lnTo>
                    <a:pt x="82668" y="222945"/>
                  </a:lnTo>
                  <a:lnTo>
                    <a:pt x="83165" y="224154"/>
                  </a:lnTo>
                  <a:lnTo>
                    <a:pt x="83041" y="225123"/>
                  </a:lnTo>
                  <a:lnTo>
                    <a:pt x="82638" y="225851"/>
                  </a:lnTo>
                  <a:lnTo>
                    <a:pt x="81892" y="226255"/>
                  </a:lnTo>
                  <a:lnTo>
                    <a:pt x="81387" y="228433"/>
                  </a:lnTo>
                  <a:lnTo>
                    <a:pt x="80805" y="233850"/>
                  </a:lnTo>
                  <a:lnTo>
                    <a:pt x="80712" y="235789"/>
                  </a:lnTo>
                  <a:lnTo>
                    <a:pt x="81375" y="240691"/>
                  </a:lnTo>
                  <a:lnTo>
                    <a:pt x="81728" y="243335"/>
                  </a:lnTo>
                  <a:lnTo>
                    <a:pt x="82683" y="252921"/>
                  </a:lnTo>
                  <a:lnTo>
                    <a:pt x="82822" y="255529"/>
                  </a:lnTo>
                  <a:lnTo>
                    <a:pt x="81512" y="259171"/>
                  </a:lnTo>
                  <a:lnTo>
                    <a:pt x="80990" y="261387"/>
                  </a:lnTo>
                  <a:lnTo>
                    <a:pt x="80804" y="263341"/>
                  </a:lnTo>
                  <a:lnTo>
                    <a:pt x="80811" y="264888"/>
                  </a:lnTo>
                  <a:lnTo>
                    <a:pt x="80929" y="266304"/>
                  </a:lnTo>
                  <a:lnTo>
                    <a:pt x="82020" y="270795"/>
                  </a:lnTo>
                  <a:lnTo>
                    <a:pt x="83289" y="274817"/>
                  </a:lnTo>
                  <a:lnTo>
                    <a:pt x="83910" y="276918"/>
                  </a:lnTo>
                  <a:lnTo>
                    <a:pt x="83910" y="279746"/>
                  </a:lnTo>
                  <a:lnTo>
                    <a:pt x="83600" y="281362"/>
                  </a:lnTo>
                  <a:lnTo>
                    <a:pt x="82925" y="281959"/>
                  </a:lnTo>
                  <a:lnTo>
                    <a:pt x="81427" y="283058"/>
                  </a:lnTo>
                  <a:lnTo>
                    <a:pt x="80805" y="284674"/>
                  </a:lnTo>
                  <a:lnTo>
                    <a:pt x="80123" y="284920"/>
                  </a:lnTo>
                  <a:lnTo>
                    <a:pt x="79471" y="283624"/>
                  </a:lnTo>
                  <a:lnTo>
                    <a:pt x="78787" y="283947"/>
                  </a:lnTo>
                  <a:lnTo>
                    <a:pt x="77918" y="285079"/>
                  </a:lnTo>
                  <a:lnTo>
                    <a:pt x="77592" y="287826"/>
                  </a:lnTo>
                  <a:lnTo>
                    <a:pt x="76832" y="292509"/>
                  </a:lnTo>
                  <a:lnTo>
                    <a:pt x="76180" y="293805"/>
                  </a:lnTo>
                  <a:lnTo>
                    <a:pt x="75694" y="297380"/>
                  </a:lnTo>
                  <a:lnTo>
                    <a:pt x="74827" y="302508"/>
                  </a:lnTo>
                  <a:lnTo>
                    <a:pt x="74410" y="305598"/>
                  </a:lnTo>
                  <a:lnTo>
                    <a:pt x="74193" y="307861"/>
                  </a:lnTo>
                  <a:lnTo>
                    <a:pt x="73320" y="309306"/>
                  </a:lnTo>
                  <a:lnTo>
                    <a:pt x="72304" y="312178"/>
                  </a:lnTo>
                  <a:lnTo>
                    <a:pt x="71522" y="314971"/>
                  </a:lnTo>
                  <a:lnTo>
                    <a:pt x="71212" y="315779"/>
                  </a:lnTo>
                  <a:lnTo>
                    <a:pt x="70622" y="316021"/>
                  </a:lnTo>
                  <a:lnTo>
                    <a:pt x="70187" y="318526"/>
                  </a:lnTo>
                  <a:lnTo>
                    <a:pt x="68713" y="322306"/>
                  </a:lnTo>
                  <a:lnTo>
                    <a:pt x="68362" y="326692"/>
                  </a:lnTo>
                  <a:lnTo>
                    <a:pt x="67828" y="329030"/>
                  </a:lnTo>
                  <a:lnTo>
                    <a:pt x="67734" y="333249"/>
                  </a:lnTo>
                  <a:lnTo>
                    <a:pt x="66920" y="340979"/>
                  </a:lnTo>
                  <a:lnTo>
                    <a:pt x="66772" y="342685"/>
                  </a:lnTo>
                  <a:lnTo>
                    <a:pt x="65949" y="344032"/>
                  </a:lnTo>
                  <a:lnTo>
                    <a:pt x="64868" y="347022"/>
                  </a:lnTo>
                  <a:lnTo>
                    <a:pt x="64513" y="349209"/>
                  </a:lnTo>
                  <a:lnTo>
                    <a:pt x="65015" y="355751"/>
                  </a:lnTo>
                  <a:lnTo>
                    <a:pt x="65639" y="362362"/>
                  </a:lnTo>
                  <a:lnTo>
                    <a:pt x="65679" y="365461"/>
                  </a:lnTo>
                  <a:lnTo>
                    <a:pt x="65437" y="369668"/>
                  </a:lnTo>
                  <a:lnTo>
                    <a:pt x="65272" y="371498"/>
                  </a:lnTo>
                  <a:lnTo>
                    <a:pt x="65686" y="372254"/>
                  </a:lnTo>
                  <a:lnTo>
                    <a:pt x="66369" y="372739"/>
                  </a:lnTo>
                  <a:lnTo>
                    <a:pt x="66586" y="374355"/>
                  </a:lnTo>
                  <a:lnTo>
                    <a:pt x="66089" y="375486"/>
                  </a:lnTo>
                  <a:lnTo>
                    <a:pt x="65872" y="377506"/>
                  </a:lnTo>
                  <a:lnTo>
                    <a:pt x="65313" y="379768"/>
                  </a:lnTo>
                  <a:lnTo>
                    <a:pt x="63659" y="380657"/>
                  </a:lnTo>
                  <a:lnTo>
                    <a:pt x="63078" y="379849"/>
                  </a:lnTo>
                  <a:lnTo>
                    <a:pt x="62892" y="380576"/>
                  </a:lnTo>
                  <a:lnTo>
                    <a:pt x="62985" y="382192"/>
                  </a:lnTo>
                  <a:lnTo>
                    <a:pt x="62615" y="384097"/>
                  </a:lnTo>
                  <a:lnTo>
                    <a:pt x="61759" y="389196"/>
                  </a:lnTo>
                  <a:lnTo>
                    <a:pt x="61193" y="393827"/>
                  </a:lnTo>
                  <a:lnTo>
                    <a:pt x="60864" y="395847"/>
                  </a:lnTo>
                  <a:lnTo>
                    <a:pt x="60997" y="397544"/>
                  </a:lnTo>
                  <a:lnTo>
                    <a:pt x="61277" y="398513"/>
                  </a:lnTo>
                  <a:lnTo>
                    <a:pt x="61308" y="399402"/>
                  </a:lnTo>
                  <a:lnTo>
                    <a:pt x="60837" y="400519"/>
                  </a:lnTo>
                  <a:lnTo>
                    <a:pt x="60407" y="402311"/>
                  </a:lnTo>
                  <a:lnTo>
                    <a:pt x="59942" y="402553"/>
                  </a:lnTo>
                  <a:lnTo>
                    <a:pt x="59446" y="402066"/>
                  </a:lnTo>
                  <a:lnTo>
                    <a:pt x="58918" y="403119"/>
                  </a:lnTo>
                  <a:lnTo>
                    <a:pt x="58810" y="405318"/>
                  </a:lnTo>
                  <a:lnTo>
                    <a:pt x="58519" y="408111"/>
                  </a:lnTo>
                  <a:lnTo>
                    <a:pt x="58386" y="411378"/>
                  </a:lnTo>
                  <a:lnTo>
                    <a:pt x="58172" y="415559"/>
                  </a:lnTo>
                  <a:lnTo>
                    <a:pt x="58849" y="418424"/>
                  </a:lnTo>
                  <a:lnTo>
                    <a:pt x="59706" y="423610"/>
                  </a:lnTo>
                  <a:lnTo>
                    <a:pt x="60345" y="424848"/>
                  </a:lnTo>
                  <a:lnTo>
                    <a:pt x="61060" y="424767"/>
                  </a:lnTo>
                  <a:lnTo>
                    <a:pt x="61618" y="425817"/>
                  </a:lnTo>
                  <a:lnTo>
                    <a:pt x="61929" y="427032"/>
                  </a:lnTo>
                  <a:lnTo>
                    <a:pt x="61514" y="429199"/>
                  </a:lnTo>
                  <a:lnTo>
                    <a:pt x="60780" y="429534"/>
                  </a:lnTo>
                  <a:lnTo>
                    <a:pt x="60687" y="430749"/>
                  </a:lnTo>
                  <a:lnTo>
                    <a:pt x="60904" y="433496"/>
                  </a:lnTo>
                  <a:lnTo>
                    <a:pt x="61184" y="436162"/>
                  </a:lnTo>
                  <a:lnTo>
                    <a:pt x="61890" y="437441"/>
                  </a:lnTo>
                  <a:lnTo>
                    <a:pt x="62208" y="441007"/>
                  </a:lnTo>
                  <a:lnTo>
                    <a:pt x="62892" y="442219"/>
                  </a:lnTo>
                  <a:lnTo>
                    <a:pt x="62808" y="446782"/>
                  </a:lnTo>
                  <a:lnTo>
                    <a:pt x="63499" y="452140"/>
                  </a:lnTo>
                  <a:lnTo>
                    <a:pt x="64227" y="453693"/>
                  </a:lnTo>
                  <a:lnTo>
                    <a:pt x="64568" y="454420"/>
                  </a:lnTo>
                  <a:lnTo>
                    <a:pt x="64339" y="456757"/>
                  </a:lnTo>
                  <a:lnTo>
                    <a:pt x="63761" y="458621"/>
                  </a:lnTo>
                  <a:lnTo>
                    <a:pt x="63637" y="461611"/>
                  </a:lnTo>
                  <a:lnTo>
                    <a:pt x="63854" y="463793"/>
                  </a:lnTo>
                  <a:lnTo>
                    <a:pt x="64593" y="465853"/>
                  </a:lnTo>
                  <a:lnTo>
                    <a:pt x="65169" y="466087"/>
                  </a:lnTo>
                  <a:lnTo>
                    <a:pt x="65996" y="465247"/>
                  </a:lnTo>
                  <a:lnTo>
                    <a:pt x="66866" y="466216"/>
                  </a:lnTo>
                  <a:lnTo>
                    <a:pt x="66990" y="467994"/>
                  </a:lnTo>
                  <a:lnTo>
                    <a:pt x="67114" y="469610"/>
                  </a:lnTo>
                  <a:lnTo>
                    <a:pt x="66649" y="471711"/>
                  </a:lnTo>
                  <a:lnTo>
                    <a:pt x="66151" y="475589"/>
                  </a:lnTo>
                  <a:lnTo>
                    <a:pt x="66018" y="479441"/>
                  </a:lnTo>
                  <a:lnTo>
                    <a:pt x="66163" y="485305"/>
                  </a:lnTo>
                  <a:lnTo>
                    <a:pt x="66390" y="489850"/>
                  </a:lnTo>
                  <a:lnTo>
                    <a:pt x="66437" y="492713"/>
                  </a:lnTo>
                  <a:lnTo>
                    <a:pt x="66493" y="494008"/>
                  </a:lnTo>
                  <a:lnTo>
                    <a:pt x="66183" y="494897"/>
                  </a:lnTo>
                  <a:lnTo>
                    <a:pt x="65427" y="495356"/>
                  </a:lnTo>
                  <a:lnTo>
                    <a:pt x="64786" y="495543"/>
                  </a:lnTo>
                  <a:lnTo>
                    <a:pt x="64227" y="496268"/>
                  </a:lnTo>
                  <a:lnTo>
                    <a:pt x="64102" y="497722"/>
                  </a:lnTo>
                  <a:lnTo>
                    <a:pt x="63666" y="500146"/>
                  </a:lnTo>
                  <a:lnTo>
                    <a:pt x="63214" y="501944"/>
                  </a:lnTo>
                  <a:lnTo>
                    <a:pt x="62425" y="504555"/>
                  </a:lnTo>
                  <a:lnTo>
                    <a:pt x="61926" y="507256"/>
                  </a:lnTo>
                  <a:lnTo>
                    <a:pt x="61525" y="509034"/>
                  </a:lnTo>
                  <a:lnTo>
                    <a:pt x="61561" y="510266"/>
                  </a:lnTo>
                  <a:lnTo>
                    <a:pt x="61274" y="512644"/>
                  </a:lnTo>
                  <a:lnTo>
                    <a:pt x="60978" y="514617"/>
                  </a:lnTo>
                  <a:lnTo>
                    <a:pt x="60353" y="521269"/>
                  </a:lnTo>
                  <a:lnTo>
                    <a:pt x="59519" y="522651"/>
                  </a:lnTo>
                  <a:lnTo>
                    <a:pt x="58855" y="523335"/>
                  </a:lnTo>
                  <a:lnTo>
                    <a:pt x="58513" y="524224"/>
                  </a:lnTo>
                  <a:lnTo>
                    <a:pt x="58773" y="526027"/>
                  </a:lnTo>
                  <a:lnTo>
                    <a:pt x="59476" y="526567"/>
                  </a:lnTo>
                  <a:lnTo>
                    <a:pt x="59724" y="528021"/>
                  </a:lnTo>
                  <a:lnTo>
                    <a:pt x="59631" y="530284"/>
                  </a:lnTo>
                  <a:lnTo>
                    <a:pt x="60097" y="532384"/>
                  </a:lnTo>
                  <a:lnTo>
                    <a:pt x="60051" y="534930"/>
                  </a:lnTo>
                  <a:lnTo>
                    <a:pt x="60501" y="539737"/>
                  </a:lnTo>
                  <a:lnTo>
                    <a:pt x="60097" y="542888"/>
                  </a:lnTo>
                  <a:lnTo>
                    <a:pt x="60234" y="545606"/>
                  </a:lnTo>
                  <a:lnTo>
                    <a:pt x="60221" y="548302"/>
                  </a:lnTo>
                  <a:lnTo>
                    <a:pt x="59631" y="550399"/>
                  </a:lnTo>
                  <a:lnTo>
                    <a:pt x="58420" y="550803"/>
                  </a:lnTo>
                  <a:lnTo>
                    <a:pt x="57756" y="552740"/>
                  </a:lnTo>
                  <a:lnTo>
                    <a:pt x="56620" y="554846"/>
                  </a:lnTo>
                  <a:lnTo>
                    <a:pt x="56496" y="556543"/>
                  </a:lnTo>
                  <a:lnTo>
                    <a:pt x="56309" y="558078"/>
                  </a:lnTo>
                  <a:lnTo>
                    <a:pt x="55844" y="558644"/>
                  </a:lnTo>
                  <a:lnTo>
                    <a:pt x="55130" y="558644"/>
                  </a:lnTo>
                  <a:lnTo>
                    <a:pt x="54540" y="558886"/>
                  </a:lnTo>
                  <a:lnTo>
                    <a:pt x="53713" y="560877"/>
                  </a:lnTo>
                  <a:lnTo>
                    <a:pt x="52832" y="561954"/>
                  </a:lnTo>
                  <a:lnTo>
                    <a:pt x="52631" y="563558"/>
                  </a:lnTo>
                  <a:lnTo>
                    <a:pt x="52708" y="565509"/>
                  </a:lnTo>
                  <a:lnTo>
                    <a:pt x="52242" y="566721"/>
                  </a:lnTo>
                  <a:lnTo>
                    <a:pt x="51652" y="568983"/>
                  </a:lnTo>
                  <a:lnTo>
                    <a:pt x="51280" y="571407"/>
                  </a:lnTo>
                  <a:lnTo>
                    <a:pt x="51652" y="573669"/>
                  </a:lnTo>
                  <a:lnTo>
                    <a:pt x="52056" y="577709"/>
                  </a:lnTo>
                  <a:lnTo>
                    <a:pt x="52118" y="579406"/>
                  </a:lnTo>
                  <a:lnTo>
                    <a:pt x="51606" y="582748"/>
                  </a:lnTo>
                  <a:lnTo>
                    <a:pt x="51187" y="584900"/>
                  </a:lnTo>
                  <a:lnTo>
                    <a:pt x="51590" y="587647"/>
                  </a:lnTo>
                  <a:lnTo>
                    <a:pt x="51931" y="589180"/>
                  </a:lnTo>
                  <a:lnTo>
                    <a:pt x="51613" y="592550"/>
                  </a:lnTo>
                  <a:lnTo>
                    <a:pt x="51342" y="594674"/>
                  </a:lnTo>
                  <a:lnTo>
                    <a:pt x="51559" y="598552"/>
                  </a:lnTo>
                  <a:lnTo>
                    <a:pt x="52370" y="602915"/>
                  </a:lnTo>
                  <a:lnTo>
                    <a:pt x="53142" y="606794"/>
                  </a:lnTo>
                  <a:lnTo>
                    <a:pt x="53256" y="611307"/>
                  </a:lnTo>
                  <a:lnTo>
                    <a:pt x="53457" y="614879"/>
                  </a:lnTo>
                  <a:lnTo>
                    <a:pt x="53826" y="618752"/>
                  </a:lnTo>
                  <a:lnTo>
                    <a:pt x="54602" y="620287"/>
                  </a:lnTo>
                  <a:lnTo>
                    <a:pt x="55192" y="621580"/>
                  </a:lnTo>
                  <a:lnTo>
                    <a:pt x="55067" y="623438"/>
                  </a:lnTo>
                  <a:lnTo>
                    <a:pt x="54633" y="625701"/>
                  </a:lnTo>
                  <a:lnTo>
                    <a:pt x="54012" y="627397"/>
                  </a:lnTo>
                  <a:lnTo>
                    <a:pt x="52473" y="627960"/>
                  </a:lnTo>
                  <a:lnTo>
                    <a:pt x="51222" y="629492"/>
                  </a:lnTo>
                  <a:lnTo>
                    <a:pt x="50217" y="630557"/>
                  </a:lnTo>
                  <a:lnTo>
                    <a:pt x="49452" y="631841"/>
                  </a:lnTo>
                  <a:lnTo>
                    <a:pt x="48902" y="633206"/>
                  </a:lnTo>
                  <a:lnTo>
                    <a:pt x="48630" y="634701"/>
                  </a:lnTo>
                  <a:lnTo>
                    <a:pt x="48814" y="641211"/>
                  </a:lnTo>
                  <a:lnTo>
                    <a:pt x="48693" y="643612"/>
                  </a:lnTo>
                  <a:lnTo>
                    <a:pt x="48178" y="647014"/>
                  </a:lnTo>
                  <a:lnTo>
                    <a:pt x="47696" y="649758"/>
                  </a:lnTo>
                  <a:lnTo>
                    <a:pt x="47492" y="650584"/>
                  </a:lnTo>
                  <a:lnTo>
                    <a:pt x="47430" y="651795"/>
                  </a:lnTo>
                  <a:lnTo>
                    <a:pt x="47336" y="652927"/>
                  </a:lnTo>
                  <a:lnTo>
                    <a:pt x="46796" y="653183"/>
                  </a:lnTo>
                  <a:lnTo>
                    <a:pt x="46032" y="652684"/>
                  </a:lnTo>
                  <a:lnTo>
                    <a:pt x="45598" y="653007"/>
                  </a:lnTo>
                  <a:lnTo>
                    <a:pt x="45287" y="653896"/>
                  </a:lnTo>
                  <a:lnTo>
                    <a:pt x="45549" y="656017"/>
                  </a:lnTo>
                  <a:lnTo>
                    <a:pt x="45831" y="659748"/>
                  </a:lnTo>
                  <a:lnTo>
                    <a:pt x="46219" y="661330"/>
                  </a:lnTo>
                  <a:lnTo>
                    <a:pt x="46114" y="662582"/>
                  </a:lnTo>
                  <a:lnTo>
                    <a:pt x="45970" y="665289"/>
                  </a:lnTo>
                  <a:lnTo>
                    <a:pt x="45464" y="667479"/>
                  </a:lnTo>
                  <a:lnTo>
                    <a:pt x="44790" y="667470"/>
                  </a:lnTo>
                  <a:lnTo>
                    <a:pt x="44356" y="668359"/>
                  </a:lnTo>
                  <a:lnTo>
                    <a:pt x="44170" y="669894"/>
                  </a:lnTo>
                  <a:lnTo>
                    <a:pt x="44371" y="671894"/>
                  </a:lnTo>
                  <a:lnTo>
                    <a:pt x="45256" y="673530"/>
                  </a:lnTo>
                  <a:lnTo>
                    <a:pt x="45567" y="674581"/>
                  </a:lnTo>
                  <a:lnTo>
                    <a:pt x="45411" y="675954"/>
                  </a:lnTo>
                  <a:lnTo>
                    <a:pt x="44728" y="676520"/>
                  </a:lnTo>
                  <a:lnTo>
                    <a:pt x="44325" y="677651"/>
                  </a:lnTo>
                  <a:lnTo>
                    <a:pt x="43940" y="680170"/>
                  </a:lnTo>
                  <a:lnTo>
                    <a:pt x="43426" y="683012"/>
                  </a:lnTo>
                  <a:lnTo>
                    <a:pt x="42877" y="685113"/>
                  </a:lnTo>
                  <a:lnTo>
                    <a:pt x="42773" y="687993"/>
                  </a:lnTo>
                  <a:lnTo>
                    <a:pt x="43548" y="691060"/>
                  </a:lnTo>
                  <a:lnTo>
                    <a:pt x="43461" y="694064"/>
                  </a:lnTo>
                  <a:lnTo>
                    <a:pt x="43406" y="702863"/>
                  </a:lnTo>
                  <a:lnTo>
                    <a:pt x="43331" y="705847"/>
                  </a:lnTo>
                  <a:lnTo>
                    <a:pt x="43570" y="710787"/>
                  </a:lnTo>
                  <a:lnTo>
                    <a:pt x="43269" y="712149"/>
                  </a:lnTo>
                  <a:lnTo>
                    <a:pt x="43114" y="713442"/>
                  </a:lnTo>
                  <a:lnTo>
                    <a:pt x="43873" y="717034"/>
                  </a:lnTo>
                  <a:lnTo>
                    <a:pt x="44718" y="722843"/>
                  </a:lnTo>
                  <a:lnTo>
                    <a:pt x="44946" y="725154"/>
                  </a:lnTo>
                  <a:lnTo>
                    <a:pt x="44821" y="726770"/>
                  </a:lnTo>
                  <a:lnTo>
                    <a:pt x="43688" y="728141"/>
                  </a:lnTo>
                  <a:lnTo>
                    <a:pt x="42742" y="728709"/>
                  </a:lnTo>
                  <a:lnTo>
                    <a:pt x="42183" y="727740"/>
                  </a:lnTo>
                  <a:lnTo>
                    <a:pt x="41810" y="728144"/>
                  </a:lnTo>
                  <a:lnTo>
                    <a:pt x="41375" y="729841"/>
                  </a:lnTo>
                  <a:lnTo>
                    <a:pt x="40878" y="731214"/>
                  </a:lnTo>
                  <a:lnTo>
                    <a:pt x="40692" y="732588"/>
                  </a:lnTo>
                  <a:lnTo>
                    <a:pt x="41220" y="734365"/>
                  </a:lnTo>
                  <a:lnTo>
                    <a:pt x="41500" y="737756"/>
                  </a:lnTo>
                  <a:lnTo>
                    <a:pt x="40910" y="739210"/>
                  </a:lnTo>
                  <a:lnTo>
                    <a:pt x="40475" y="740826"/>
                  </a:lnTo>
                  <a:lnTo>
                    <a:pt x="40630" y="742927"/>
                  </a:lnTo>
                  <a:lnTo>
                    <a:pt x="40816" y="746725"/>
                  </a:lnTo>
                  <a:lnTo>
                    <a:pt x="40444" y="753027"/>
                  </a:lnTo>
                  <a:lnTo>
                    <a:pt x="40944" y="755260"/>
                  </a:lnTo>
                  <a:lnTo>
                    <a:pt x="41486" y="756334"/>
                  </a:lnTo>
                  <a:lnTo>
                    <a:pt x="43258" y="757615"/>
                  </a:lnTo>
                  <a:lnTo>
                    <a:pt x="44588" y="758250"/>
                  </a:lnTo>
                  <a:lnTo>
                    <a:pt x="44938" y="760333"/>
                  </a:lnTo>
                  <a:lnTo>
                    <a:pt x="44788" y="762027"/>
                  </a:lnTo>
                  <a:lnTo>
                    <a:pt x="44148" y="762864"/>
                  </a:lnTo>
                  <a:lnTo>
                    <a:pt x="43186" y="763591"/>
                  </a:lnTo>
                  <a:lnTo>
                    <a:pt x="43186" y="766327"/>
                  </a:lnTo>
                  <a:lnTo>
                    <a:pt x="44010" y="768898"/>
                  </a:lnTo>
                  <a:lnTo>
                    <a:pt x="44938" y="770759"/>
                  </a:lnTo>
                  <a:lnTo>
                    <a:pt x="45141" y="772433"/>
                  </a:lnTo>
                  <a:lnTo>
                    <a:pt x="45089" y="774144"/>
                  </a:lnTo>
                  <a:lnTo>
                    <a:pt x="44438" y="775578"/>
                  </a:lnTo>
                  <a:lnTo>
                    <a:pt x="45332" y="778686"/>
                  </a:lnTo>
                  <a:lnTo>
                    <a:pt x="45740" y="780790"/>
                  </a:lnTo>
                  <a:lnTo>
                    <a:pt x="45330" y="782411"/>
                  </a:lnTo>
                  <a:lnTo>
                    <a:pt x="44750" y="784841"/>
                  </a:lnTo>
                  <a:lnTo>
                    <a:pt x="44238" y="786004"/>
                  </a:lnTo>
                  <a:lnTo>
                    <a:pt x="44240" y="787326"/>
                  </a:lnTo>
                  <a:lnTo>
                    <a:pt x="44028" y="790004"/>
                  </a:lnTo>
                  <a:lnTo>
                    <a:pt x="43980" y="792627"/>
                  </a:lnTo>
                  <a:lnTo>
                    <a:pt x="44150" y="794191"/>
                  </a:lnTo>
                  <a:lnTo>
                    <a:pt x="49763" y="795426"/>
                  </a:lnTo>
                  <a:lnTo>
                    <a:pt x="51048" y="795908"/>
                  </a:lnTo>
                  <a:lnTo>
                    <a:pt x="51749" y="797469"/>
                  </a:lnTo>
                  <a:lnTo>
                    <a:pt x="51648" y="799425"/>
                  </a:lnTo>
                  <a:lnTo>
                    <a:pt x="50947" y="801509"/>
                  </a:lnTo>
                  <a:lnTo>
                    <a:pt x="50497" y="805419"/>
                  </a:lnTo>
                  <a:lnTo>
                    <a:pt x="49395" y="806071"/>
                  </a:lnTo>
                  <a:lnTo>
                    <a:pt x="48293" y="805026"/>
                  </a:lnTo>
                  <a:lnTo>
                    <a:pt x="47099" y="805387"/>
                  </a:lnTo>
                  <a:lnTo>
                    <a:pt x="46062" y="805635"/>
                  </a:lnTo>
                  <a:lnTo>
                    <a:pt x="44573" y="805753"/>
                  </a:lnTo>
                  <a:lnTo>
                    <a:pt x="42595" y="806258"/>
                  </a:lnTo>
                  <a:lnTo>
                    <a:pt x="41383" y="805678"/>
                  </a:lnTo>
                  <a:lnTo>
                    <a:pt x="41283" y="807113"/>
                  </a:lnTo>
                  <a:lnTo>
                    <a:pt x="41633" y="809588"/>
                  </a:lnTo>
                  <a:lnTo>
                    <a:pt x="44238" y="810370"/>
                  </a:lnTo>
                  <a:lnTo>
                    <a:pt x="46691" y="811805"/>
                  </a:lnTo>
                  <a:lnTo>
                    <a:pt x="47429" y="814425"/>
                  </a:lnTo>
                  <a:lnTo>
                    <a:pt x="48427" y="817391"/>
                  </a:lnTo>
                  <a:lnTo>
                    <a:pt x="49445" y="819229"/>
                  </a:lnTo>
                  <a:lnTo>
                    <a:pt x="49496" y="822228"/>
                  </a:lnTo>
                  <a:lnTo>
                    <a:pt x="47893" y="825353"/>
                  </a:lnTo>
                  <a:lnTo>
                    <a:pt x="47692" y="827569"/>
                  </a:lnTo>
                  <a:lnTo>
                    <a:pt x="45589" y="828221"/>
                  </a:lnTo>
                  <a:lnTo>
                    <a:pt x="44989" y="829525"/>
                  </a:lnTo>
                  <a:lnTo>
                    <a:pt x="44688" y="833825"/>
                  </a:lnTo>
                  <a:lnTo>
                    <a:pt x="44938" y="837213"/>
                  </a:lnTo>
                  <a:lnTo>
                    <a:pt x="45740" y="838384"/>
                  </a:lnTo>
                  <a:lnTo>
                    <a:pt x="46291" y="840601"/>
                  </a:lnTo>
                  <a:lnTo>
                    <a:pt x="45690" y="843206"/>
                  </a:lnTo>
                  <a:lnTo>
                    <a:pt x="44273" y="845004"/>
                  </a:lnTo>
                  <a:lnTo>
                    <a:pt x="43518" y="846712"/>
                  </a:lnTo>
                  <a:lnTo>
                    <a:pt x="43990" y="848077"/>
                  </a:lnTo>
                  <a:lnTo>
                    <a:pt x="44632" y="850242"/>
                  </a:lnTo>
                  <a:lnTo>
                    <a:pt x="44808" y="851419"/>
                  </a:lnTo>
                  <a:lnTo>
                    <a:pt x="45158" y="854610"/>
                  </a:lnTo>
                  <a:lnTo>
                    <a:pt x="45568" y="859060"/>
                  </a:lnTo>
                  <a:lnTo>
                    <a:pt x="45517" y="861216"/>
                  </a:lnTo>
                  <a:lnTo>
                    <a:pt x="45142" y="862826"/>
                  </a:lnTo>
                  <a:lnTo>
                    <a:pt x="43737" y="865359"/>
                  </a:lnTo>
                  <a:lnTo>
                    <a:pt x="42785" y="866531"/>
                  </a:lnTo>
                  <a:lnTo>
                    <a:pt x="42599" y="869650"/>
                  </a:lnTo>
                  <a:lnTo>
                    <a:pt x="42527" y="871991"/>
                  </a:lnTo>
                  <a:lnTo>
                    <a:pt x="42626" y="874103"/>
                  </a:lnTo>
                  <a:lnTo>
                    <a:pt x="43236" y="875782"/>
                  </a:lnTo>
                  <a:lnTo>
                    <a:pt x="43186" y="877476"/>
                  </a:lnTo>
                  <a:lnTo>
                    <a:pt x="42351" y="877837"/>
                  </a:lnTo>
                  <a:lnTo>
                    <a:pt x="41633" y="878651"/>
                  </a:lnTo>
                  <a:lnTo>
                    <a:pt x="40932" y="881646"/>
                  </a:lnTo>
                  <a:lnTo>
                    <a:pt x="38894" y="884705"/>
                  </a:lnTo>
                  <a:lnTo>
                    <a:pt x="38178" y="886075"/>
                  </a:lnTo>
                  <a:lnTo>
                    <a:pt x="38229" y="888422"/>
                  </a:lnTo>
                  <a:lnTo>
                    <a:pt x="37422" y="891775"/>
                  </a:lnTo>
                  <a:lnTo>
                    <a:pt x="36745" y="894689"/>
                  </a:lnTo>
                  <a:lnTo>
                    <a:pt x="36226" y="897413"/>
                  </a:lnTo>
                  <a:lnTo>
                    <a:pt x="36326" y="900279"/>
                  </a:lnTo>
                  <a:lnTo>
                    <a:pt x="37475" y="901537"/>
                  </a:lnTo>
                  <a:lnTo>
                    <a:pt x="38378" y="904319"/>
                  </a:lnTo>
                  <a:lnTo>
                    <a:pt x="38779" y="907836"/>
                  </a:lnTo>
                  <a:lnTo>
                    <a:pt x="38079" y="911876"/>
                  </a:lnTo>
                  <a:lnTo>
                    <a:pt x="36450" y="913400"/>
                  </a:lnTo>
                  <a:lnTo>
                    <a:pt x="35488" y="915114"/>
                  </a:lnTo>
                  <a:lnTo>
                    <a:pt x="35198" y="916412"/>
                  </a:lnTo>
                  <a:lnTo>
                    <a:pt x="35453" y="920643"/>
                  </a:lnTo>
                  <a:lnTo>
                    <a:pt x="35387" y="922628"/>
                  </a:lnTo>
                  <a:lnTo>
                    <a:pt x="35130" y="924495"/>
                  </a:lnTo>
                  <a:lnTo>
                    <a:pt x="34711" y="925935"/>
                  </a:lnTo>
                  <a:lnTo>
                    <a:pt x="33835" y="927551"/>
                  </a:lnTo>
                  <a:lnTo>
                    <a:pt x="32279" y="928959"/>
                  </a:lnTo>
                  <a:lnTo>
                    <a:pt x="30959" y="929929"/>
                  </a:lnTo>
                  <a:lnTo>
                    <a:pt x="30369" y="931040"/>
                  </a:lnTo>
                  <a:lnTo>
                    <a:pt x="29677" y="933478"/>
                  </a:lnTo>
                  <a:lnTo>
                    <a:pt x="29061" y="936170"/>
                  </a:lnTo>
                  <a:lnTo>
                    <a:pt x="29215" y="939500"/>
                  </a:lnTo>
                  <a:lnTo>
                    <a:pt x="25510" y="939890"/>
                  </a:lnTo>
                  <a:lnTo>
                    <a:pt x="25259" y="942366"/>
                  </a:lnTo>
                  <a:lnTo>
                    <a:pt x="24458" y="944322"/>
                  </a:lnTo>
                  <a:lnTo>
                    <a:pt x="24208" y="947840"/>
                  </a:lnTo>
                  <a:lnTo>
                    <a:pt x="25022" y="951242"/>
                  </a:lnTo>
                  <a:lnTo>
                    <a:pt x="25410" y="954093"/>
                  </a:lnTo>
                  <a:lnTo>
                    <a:pt x="24745" y="957533"/>
                  </a:lnTo>
                  <a:lnTo>
                    <a:pt x="24986" y="961059"/>
                  </a:lnTo>
                  <a:lnTo>
                    <a:pt x="25059" y="963867"/>
                  </a:lnTo>
                  <a:lnTo>
                    <a:pt x="26361" y="966995"/>
                  </a:lnTo>
                  <a:lnTo>
                    <a:pt x="27212" y="970859"/>
                  </a:lnTo>
                  <a:lnTo>
                    <a:pt x="27638" y="974128"/>
                  </a:lnTo>
                  <a:lnTo>
                    <a:pt x="27894" y="976668"/>
                  </a:lnTo>
                  <a:lnTo>
                    <a:pt x="28235" y="978211"/>
                  </a:lnTo>
                  <a:lnTo>
                    <a:pt x="28770" y="979963"/>
                  </a:lnTo>
                  <a:lnTo>
                    <a:pt x="29015" y="981980"/>
                  </a:lnTo>
                  <a:lnTo>
                    <a:pt x="29816" y="982632"/>
                  </a:lnTo>
                  <a:lnTo>
                    <a:pt x="31256" y="980745"/>
                  </a:lnTo>
                  <a:lnTo>
                    <a:pt x="32274" y="979464"/>
                  </a:lnTo>
                  <a:lnTo>
                    <a:pt x="32981" y="979008"/>
                  </a:lnTo>
                  <a:lnTo>
                    <a:pt x="35062" y="979302"/>
                  </a:lnTo>
                  <a:lnTo>
                    <a:pt x="36318" y="978116"/>
                  </a:lnTo>
                  <a:lnTo>
                    <a:pt x="36881" y="978240"/>
                  </a:lnTo>
                  <a:lnTo>
                    <a:pt x="37649" y="978907"/>
                  </a:lnTo>
                  <a:lnTo>
                    <a:pt x="38243" y="980312"/>
                  </a:lnTo>
                  <a:lnTo>
                    <a:pt x="38693" y="983495"/>
                  </a:lnTo>
                  <a:lnTo>
                    <a:pt x="38969" y="987062"/>
                  </a:lnTo>
                  <a:lnTo>
                    <a:pt x="38616" y="990700"/>
                  </a:lnTo>
                  <a:lnTo>
                    <a:pt x="38028" y="991491"/>
                  </a:lnTo>
                  <a:lnTo>
                    <a:pt x="37828" y="992533"/>
                  </a:lnTo>
                  <a:lnTo>
                    <a:pt x="38028" y="994749"/>
                  </a:lnTo>
                  <a:lnTo>
                    <a:pt x="38679" y="996313"/>
                  </a:lnTo>
                  <a:lnTo>
                    <a:pt x="38664" y="998546"/>
                  </a:lnTo>
                  <a:lnTo>
                    <a:pt x="37946" y="1003611"/>
                  </a:lnTo>
                  <a:lnTo>
                    <a:pt x="37477" y="1005694"/>
                  </a:lnTo>
                  <a:lnTo>
                    <a:pt x="38308" y="1008043"/>
                  </a:lnTo>
                  <a:lnTo>
                    <a:pt x="39052" y="1010135"/>
                  </a:lnTo>
                  <a:lnTo>
                    <a:pt x="40551" y="1011699"/>
                  </a:lnTo>
                  <a:lnTo>
                    <a:pt x="41784" y="1013904"/>
                  </a:lnTo>
                  <a:lnTo>
                    <a:pt x="42635" y="1015728"/>
                  </a:lnTo>
                  <a:lnTo>
                    <a:pt x="42435" y="1018204"/>
                  </a:lnTo>
                  <a:lnTo>
                    <a:pt x="43030" y="1018954"/>
                  </a:lnTo>
                  <a:lnTo>
                    <a:pt x="45325" y="1019006"/>
                  </a:lnTo>
                  <a:lnTo>
                    <a:pt x="48753" y="1019084"/>
                  </a:lnTo>
                  <a:lnTo>
                    <a:pt x="54108" y="1019208"/>
                  </a:lnTo>
                  <a:lnTo>
                    <a:pt x="59335" y="1019329"/>
                  </a:lnTo>
                  <a:lnTo>
                    <a:pt x="65269" y="1019505"/>
                  </a:lnTo>
                  <a:lnTo>
                    <a:pt x="68081" y="1021490"/>
                  </a:lnTo>
                  <a:lnTo>
                    <a:pt x="70627" y="1023285"/>
                  </a:lnTo>
                  <a:lnTo>
                    <a:pt x="73832" y="1023285"/>
                  </a:lnTo>
                  <a:lnTo>
                    <a:pt x="77030" y="1025412"/>
                  </a:lnTo>
                  <a:lnTo>
                    <a:pt x="79407" y="1026812"/>
                  </a:lnTo>
                  <a:lnTo>
                    <a:pt x="80831" y="1027340"/>
                  </a:lnTo>
                  <a:lnTo>
                    <a:pt x="82294" y="1027844"/>
                  </a:lnTo>
                  <a:lnTo>
                    <a:pt x="82494" y="1029801"/>
                  </a:lnTo>
                  <a:lnTo>
                    <a:pt x="76091" y="1027025"/>
                  </a:lnTo>
                  <a:lnTo>
                    <a:pt x="74654" y="1025510"/>
                  </a:lnTo>
                  <a:lnTo>
                    <a:pt x="73436" y="1025334"/>
                  </a:lnTo>
                  <a:lnTo>
                    <a:pt x="71099" y="1027224"/>
                  </a:lnTo>
                  <a:lnTo>
                    <a:pt x="69807" y="1031720"/>
                  </a:lnTo>
                  <a:lnTo>
                    <a:pt x="69129" y="1032995"/>
                  </a:lnTo>
                  <a:lnTo>
                    <a:pt x="67505" y="1034202"/>
                  </a:lnTo>
                  <a:lnTo>
                    <a:pt x="65871" y="1034438"/>
                  </a:lnTo>
                  <a:lnTo>
                    <a:pt x="60378" y="1038790"/>
                  </a:lnTo>
                  <a:lnTo>
                    <a:pt x="58425" y="1039162"/>
                  </a:lnTo>
                  <a:lnTo>
                    <a:pt x="57092" y="1040316"/>
                  </a:lnTo>
                  <a:lnTo>
                    <a:pt x="55789" y="1041978"/>
                  </a:lnTo>
                  <a:lnTo>
                    <a:pt x="55290" y="1045548"/>
                  </a:lnTo>
                  <a:lnTo>
                    <a:pt x="55493" y="1047721"/>
                  </a:lnTo>
                  <a:lnTo>
                    <a:pt x="54007" y="1055518"/>
                  </a:lnTo>
                  <a:lnTo>
                    <a:pt x="53640" y="1059852"/>
                  </a:lnTo>
                  <a:lnTo>
                    <a:pt x="53631" y="1062060"/>
                  </a:lnTo>
                  <a:lnTo>
                    <a:pt x="54055" y="1065667"/>
                  </a:lnTo>
                  <a:lnTo>
                    <a:pt x="53509" y="1071839"/>
                  </a:lnTo>
                  <a:lnTo>
                    <a:pt x="52522" y="1073190"/>
                  </a:lnTo>
                  <a:lnTo>
                    <a:pt x="50081" y="1074915"/>
                  </a:lnTo>
                  <a:lnTo>
                    <a:pt x="48422" y="1073660"/>
                  </a:lnTo>
                  <a:lnTo>
                    <a:pt x="45584" y="1072543"/>
                  </a:lnTo>
                  <a:lnTo>
                    <a:pt x="43562" y="1070165"/>
                  </a:lnTo>
                  <a:lnTo>
                    <a:pt x="40961" y="1068486"/>
                  </a:lnTo>
                  <a:lnTo>
                    <a:pt x="40126" y="1067496"/>
                  </a:lnTo>
                  <a:lnTo>
                    <a:pt x="37828" y="1062735"/>
                  </a:lnTo>
                  <a:lnTo>
                    <a:pt x="37584" y="1061156"/>
                  </a:lnTo>
                  <a:lnTo>
                    <a:pt x="37418" y="1059160"/>
                  </a:lnTo>
                  <a:lnTo>
                    <a:pt x="38631" y="1056309"/>
                  </a:lnTo>
                  <a:lnTo>
                    <a:pt x="39283" y="1056101"/>
                  </a:lnTo>
                  <a:lnTo>
                    <a:pt x="41185" y="1056187"/>
                  </a:lnTo>
                  <a:lnTo>
                    <a:pt x="42769" y="1055729"/>
                  </a:lnTo>
                  <a:lnTo>
                    <a:pt x="43779" y="1057255"/>
                  </a:lnTo>
                  <a:lnTo>
                    <a:pt x="44057" y="1060582"/>
                  </a:lnTo>
                  <a:lnTo>
                    <a:pt x="43613" y="1062357"/>
                  </a:lnTo>
                  <a:lnTo>
                    <a:pt x="43211" y="1063453"/>
                  </a:lnTo>
                  <a:lnTo>
                    <a:pt x="43337" y="1064282"/>
                  </a:lnTo>
                  <a:lnTo>
                    <a:pt x="44475" y="1063130"/>
                  </a:lnTo>
                  <a:lnTo>
                    <a:pt x="45053" y="1055685"/>
                  </a:lnTo>
                  <a:lnTo>
                    <a:pt x="48916" y="1051974"/>
                  </a:lnTo>
                  <a:lnTo>
                    <a:pt x="50181" y="1049807"/>
                  </a:lnTo>
                  <a:lnTo>
                    <a:pt x="51416" y="1046463"/>
                  </a:lnTo>
                  <a:lnTo>
                    <a:pt x="51608" y="1045505"/>
                  </a:lnTo>
                  <a:lnTo>
                    <a:pt x="51701" y="1044249"/>
                  </a:lnTo>
                  <a:lnTo>
                    <a:pt x="50883" y="1043216"/>
                  </a:lnTo>
                  <a:lnTo>
                    <a:pt x="49059" y="1041846"/>
                  </a:lnTo>
                  <a:lnTo>
                    <a:pt x="43265" y="1048864"/>
                  </a:lnTo>
                  <a:lnTo>
                    <a:pt x="40641" y="1050713"/>
                  </a:lnTo>
                  <a:lnTo>
                    <a:pt x="38950" y="1052722"/>
                  </a:lnTo>
                  <a:lnTo>
                    <a:pt x="36903" y="1056332"/>
                  </a:lnTo>
                  <a:lnTo>
                    <a:pt x="36513" y="1057399"/>
                  </a:lnTo>
                  <a:lnTo>
                    <a:pt x="36079" y="1059794"/>
                  </a:lnTo>
                  <a:lnTo>
                    <a:pt x="35873" y="1062426"/>
                  </a:lnTo>
                  <a:lnTo>
                    <a:pt x="33854" y="1061223"/>
                  </a:lnTo>
                  <a:lnTo>
                    <a:pt x="30770" y="1057402"/>
                  </a:lnTo>
                  <a:lnTo>
                    <a:pt x="30152" y="1056005"/>
                  </a:lnTo>
                  <a:lnTo>
                    <a:pt x="30771" y="1054049"/>
                  </a:lnTo>
                  <a:lnTo>
                    <a:pt x="31711" y="1052416"/>
                  </a:lnTo>
                  <a:lnTo>
                    <a:pt x="31774" y="1046936"/>
                  </a:lnTo>
                  <a:lnTo>
                    <a:pt x="32010" y="1045017"/>
                  </a:lnTo>
                  <a:lnTo>
                    <a:pt x="32660" y="1043479"/>
                  </a:lnTo>
                  <a:lnTo>
                    <a:pt x="33844" y="1041788"/>
                  </a:lnTo>
                  <a:lnTo>
                    <a:pt x="34431" y="1041396"/>
                  </a:lnTo>
                  <a:lnTo>
                    <a:pt x="34929" y="1042129"/>
                  </a:lnTo>
                  <a:lnTo>
                    <a:pt x="34991" y="1043421"/>
                  </a:lnTo>
                  <a:lnTo>
                    <a:pt x="36957" y="1043329"/>
                  </a:lnTo>
                  <a:lnTo>
                    <a:pt x="40772" y="1038470"/>
                  </a:lnTo>
                  <a:lnTo>
                    <a:pt x="42342" y="1038354"/>
                  </a:lnTo>
                  <a:lnTo>
                    <a:pt x="44411" y="1039439"/>
                  </a:lnTo>
                  <a:lnTo>
                    <a:pt x="46749" y="1038787"/>
                  </a:lnTo>
                  <a:lnTo>
                    <a:pt x="47170" y="1038291"/>
                  </a:lnTo>
                  <a:lnTo>
                    <a:pt x="47656" y="1037151"/>
                  </a:lnTo>
                  <a:lnTo>
                    <a:pt x="45914" y="1035812"/>
                  </a:lnTo>
                  <a:lnTo>
                    <a:pt x="44243" y="1035131"/>
                  </a:lnTo>
                  <a:lnTo>
                    <a:pt x="39544" y="1034658"/>
                  </a:lnTo>
                  <a:lnTo>
                    <a:pt x="38526" y="1035177"/>
                  </a:lnTo>
                  <a:lnTo>
                    <a:pt x="37137" y="1037754"/>
                  </a:lnTo>
                  <a:lnTo>
                    <a:pt x="36676" y="1037110"/>
                  </a:lnTo>
                  <a:lnTo>
                    <a:pt x="36379" y="1035812"/>
                  </a:lnTo>
                  <a:lnTo>
                    <a:pt x="34784" y="1034897"/>
                  </a:lnTo>
                  <a:lnTo>
                    <a:pt x="34020" y="1035088"/>
                  </a:lnTo>
                  <a:lnTo>
                    <a:pt x="33289" y="1036325"/>
                  </a:lnTo>
                  <a:lnTo>
                    <a:pt x="33408" y="1038250"/>
                  </a:lnTo>
                  <a:lnTo>
                    <a:pt x="33001" y="1040313"/>
                  </a:lnTo>
                  <a:lnTo>
                    <a:pt x="31525" y="1042359"/>
                  </a:lnTo>
                  <a:lnTo>
                    <a:pt x="30521" y="1045614"/>
                  </a:lnTo>
                  <a:lnTo>
                    <a:pt x="30568" y="1048145"/>
                  </a:lnTo>
                  <a:lnTo>
                    <a:pt x="30490" y="1049464"/>
                  </a:lnTo>
                  <a:lnTo>
                    <a:pt x="30121" y="1050159"/>
                  </a:lnTo>
                  <a:lnTo>
                    <a:pt x="29361" y="1050996"/>
                  </a:lnTo>
                  <a:lnTo>
                    <a:pt x="26911" y="1050428"/>
                  </a:lnTo>
                  <a:lnTo>
                    <a:pt x="25529" y="1047773"/>
                  </a:lnTo>
                  <a:lnTo>
                    <a:pt x="24988" y="1045961"/>
                  </a:lnTo>
                  <a:lnTo>
                    <a:pt x="23425" y="1043996"/>
                  </a:lnTo>
                  <a:lnTo>
                    <a:pt x="26823" y="1041551"/>
                  </a:lnTo>
                  <a:lnTo>
                    <a:pt x="28017" y="1040158"/>
                  </a:lnTo>
                  <a:lnTo>
                    <a:pt x="29107" y="1037050"/>
                  </a:lnTo>
                  <a:lnTo>
                    <a:pt x="29920" y="1035073"/>
                  </a:lnTo>
                  <a:lnTo>
                    <a:pt x="29344" y="1033682"/>
                  </a:lnTo>
                  <a:lnTo>
                    <a:pt x="28664" y="1033679"/>
                  </a:lnTo>
                  <a:lnTo>
                    <a:pt x="28728" y="1035890"/>
                  </a:lnTo>
                  <a:lnTo>
                    <a:pt x="27979" y="1037702"/>
                  </a:lnTo>
                  <a:lnTo>
                    <a:pt x="26412" y="1036848"/>
                  </a:lnTo>
                  <a:lnTo>
                    <a:pt x="24100" y="1039526"/>
                  </a:lnTo>
                  <a:lnTo>
                    <a:pt x="22679" y="1038810"/>
                  </a:lnTo>
                  <a:lnTo>
                    <a:pt x="20365" y="1039598"/>
                  </a:lnTo>
                  <a:lnTo>
                    <a:pt x="19232" y="1038155"/>
                  </a:lnTo>
                  <a:lnTo>
                    <a:pt x="18989" y="1036320"/>
                  </a:lnTo>
                  <a:lnTo>
                    <a:pt x="19397" y="1034409"/>
                  </a:lnTo>
                  <a:lnTo>
                    <a:pt x="18972" y="1031169"/>
                  </a:lnTo>
                  <a:lnTo>
                    <a:pt x="18334" y="1030381"/>
                  </a:lnTo>
                  <a:lnTo>
                    <a:pt x="17683" y="1030566"/>
                  </a:lnTo>
                  <a:lnTo>
                    <a:pt x="17391" y="1028635"/>
                  </a:lnTo>
                  <a:lnTo>
                    <a:pt x="16688" y="1025242"/>
                  </a:lnTo>
                  <a:lnTo>
                    <a:pt x="16376" y="1024324"/>
                  </a:lnTo>
                  <a:lnTo>
                    <a:pt x="16039" y="1022746"/>
                  </a:lnTo>
                  <a:lnTo>
                    <a:pt x="16387" y="1022362"/>
                  </a:lnTo>
                  <a:lnTo>
                    <a:pt x="17182" y="1022815"/>
                  </a:lnTo>
                  <a:lnTo>
                    <a:pt x="17879" y="1023836"/>
                  </a:lnTo>
                  <a:lnTo>
                    <a:pt x="18939" y="1023966"/>
                  </a:lnTo>
                  <a:lnTo>
                    <a:pt x="21275" y="1026177"/>
                  </a:lnTo>
                  <a:lnTo>
                    <a:pt x="22245" y="1025646"/>
                  </a:lnTo>
                  <a:lnTo>
                    <a:pt x="22771" y="1025138"/>
                  </a:lnTo>
                  <a:lnTo>
                    <a:pt x="22968" y="1023303"/>
                  </a:lnTo>
                  <a:lnTo>
                    <a:pt x="22980" y="1021560"/>
                  </a:lnTo>
                  <a:lnTo>
                    <a:pt x="23381" y="1021560"/>
                  </a:lnTo>
                  <a:lnTo>
                    <a:pt x="24708" y="1023787"/>
                  </a:lnTo>
                  <a:lnTo>
                    <a:pt x="25551" y="1023577"/>
                  </a:lnTo>
                  <a:lnTo>
                    <a:pt x="27041" y="1024165"/>
                  </a:lnTo>
                  <a:lnTo>
                    <a:pt x="27794" y="1023926"/>
                  </a:lnTo>
                  <a:lnTo>
                    <a:pt x="29192" y="1023095"/>
                  </a:lnTo>
                  <a:lnTo>
                    <a:pt x="31391" y="1020648"/>
                  </a:lnTo>
                  <a:lnTo>
                    <a:pt x="32532" y="1018114"/>
                  </a:lnTo>
                  <a:lnTo>
                    <a:pt x="33079" y="1017771"/>
                  </a:lnTo>
                  <a:lnTo>
                    <a:pt x="33756" y="1018097"/>
                  </a:lnTo>
                  <a:lnTo>
                    <a:pt x="34210" y="1018824"/>
                  </a:lnTo>
                  <a:lnTo>
                    <a:pt x="34217" y="1020584"/>
                  </a:lnTo>
                  <a:lnTo>
                    <a:pt x="34731" y="1022215"/>
                  </a:lnTo>
                  <a:lnTo>
                    <a:pt x="35430" y="1023551"/>
                  </a:lnTo>
                  <a:lnTo>
                    <a:pt x="35625" y="1025175"/>
                  </a:lnTo>
                  <a:lnTo>
                    <a:pt x="35481" y="1026774"/>
                  </a:lnTo>
                  <a:lnTo>
                    <a:pt x="34231" y="1029022"/>
                  </a:lnTo>
                  <a:lnTo>
                    <a:pt x="33999" y="1029804"/>
                  </a:lnTo>
                  <a:lnTo>
                    <a:pt x="34419" y="1030629"/>
                  </a:lnTo>
                  <a:lnTo>
                    <a:pt x="34936" y="1030243"/>
                  </a:lnTo>
                  <a:lnTo>
                    <a:pt x="35649" y="1029132"/>
                  </a:lnTo>
                  <a:lnTo>
                    <a:pt x="36055" y="1027605"/>
                  </a:lnTo>
                  <a:lnTo>
                    <a:pt x="36164" y="1026812"/>
                  </a:lnTo>
                  <a:lnTo>
                    <a:pt x="36209" y="1025677"/>
                  </a:lnTo>
                  <a:lnTo>
                    <a:pt x="36155" y="1024295"/>
                  </a:lnTo>
                  <a:lnTo>
                    <a:pt x="35139" y="1020356"/>
                  </a:lnTo>
                  <a:lnTo>
                    <a:pt x="35012" y="1019468"/>
                  </a:lnTo>
                  <a:lnTo>
                    <a:pt x="35014" y="1017681"/>
                  </a:lnTo>
                  <a:lnTo>
                    <a:pt x="36170" y="1016039"/>
                  </a:lnTo>
                  <a:lnTo>
                    <a:pt x="36496" y="1014758"/>
                  </a:lnTo>
                  <a:lnTo>
                    <a:pt x="36547" y="1012279"/>
                  </a:lnTo>
                  <a:lnTo>
                    <a:pt x="35946" y="1010580"/>
                  </a:lnTo>
                  <a:lnTo>
                    <a:pt x="33463" y="1006652"/>
                  </a:lnTo>
                  <a:lnTo>
                    <a:pt x="29312" y="1002713"/>
                  </a:lnTo>
                  <a:lnTo>
                    <a:pt x="28835" y="1003126"/>
                  </a:lnTo>
                  <a:lnTo>
                    <a:pt x="28514" y="1003839"/>
                  </a:lnTo>
                  <a:lnTo>
                    <a:pt x="28896" y="1004358"/>
                  </a:lnTo>
                  <a:lnTo>
                    <a:pt x="29446" y="1004621"/>
                  </a:lnTo>
                  <a:lnTo>
                    <a:pt x="33143" y="1007864"/>
                  </a:lnTo>
                  <a:lnTo>
                    <a:pt x="34106" y="1009746"/>
                  </a:lnTo>
                  <a:lnTo>
                    <a:pt x="34736" y="1010251"/>
                  </a:lnTo>
                  <a:lnTo>
                    <a:pt x="35483" y="1011500"/>
                  </a:lnTo>
                  <a:lnTo>
                    <a:pt x="35293" y="1013327"/>
                  </a:lnTo>
                  <a:lnTo>
                    <a:pt x="31565" y="1015122"/>
                  </a:lnTo>
                  <a:lnTo>
                    <a:pt x="28609" y="1018986"/>
                  </a:lnTo>
                  <a:lnTo>
                    <a:pt x="26399" y="1021332"/>
                  </a:lnTo>
                  <a:lnTo>
                    <a:pt x="24867" y="1020475"/>
                  </a:lnTo>
                  <a:lnTo>
                    <a:pt x="24139" y="1018091"/>
                  </a:lnTo>
                  <a:lnTo>
                    <a:pt x="23367" y="1015015"/>
                  </a:lnTo>
                  <a:lnTo>
                    <a:pt x="22205" y="1013220"/>
                  </a:lnTo>
                  <a:lnTo>
                    <a:pt x="21546" y="1013388"/>
                  </a:lnTo>
                  <a:lnTo>
                    <a:pt x="21013" y="1013056"/>
                  </a:lnTo>
                  <a:lnTo>
                    <a:pt x="20595" y="1012106"/>
                  </a:lnTo>
                  <a:lnTo>
                    <a:pt x="19700" y="1012894"/>
                  </a:lnTo>
                  <a:lnTo>
                    <a:pt x="17733" y="1010756"/>
                  </a:lnTo>
                  <a:lnTo>
                    <a:pt x="17162" y="1009824"/>
                  </a:lnTo>
                  <a:lnTo>
                    <a:pt x="18606" y="1006814"/>
                  </a:lnTo>
                  <a:lnTo>
                    <a:pt x="20193" y="1007971"/>
                  </a:lnTo>
                  <a:lnTo>
                    <a:pt x="20578" y="999508"/>
                  </a:lnTo>
                  <a:lnTo>
                    <a:pt x="20083" y="997583"/>
                  </a:lnTo>
                  <a:lnTo>
                    <a:pt x="18019" y="995488"/>
                  </a:lnTo>
                  <a:lnTo>
                    <a:pt x="17006" y="995759"/>
                  </a:lnTo>
                  <a:lnTo>
                    <a:pt x="15622" y="995476"/>
                  </a:lnTo>
                  <a:lnTo>
                    <a:pt x="14691" y="994515"/>
                  </a:lnTo>
                  <a:lnTo>
                    <a:pt x="13629" y="994134"/>
                  </a:lnTo>
                  <a:lnTo>
                    <a:pt x="12732" y="993575"/>
                  </a:lnTo>
                  <a:lnTo>
                    <a:pt x="11560" y="992270"/>
                  </a:lnTo>
                  <a:lnTo>
                    <a:pt x="10144" y="991572"/>
                  </a:lnTo>
                  <a:lnTo>
                    <a:pt x="8232" y="986199"/>
                  </a:lnTo>
                  <a:lnTo>
                    <a:pt x="7412" y="983377"/>
                  </a:lnTo>
                  <a:lnTo>
                    <a:pt x="6965" y="980295"/>
                  </a:lnTo>
                  <a:lnTo>
                    <a:pt x="9896" y="980226"/>
                  </a:lnTo>
                  <a:lnTo>
                    <a:pt x="11609" y="979726"/>
                  </a:lnTo>
                  <a:lnTo>
                    <a:pt x="12027" y="978439"/>
                  </a:lnTo>
                  <a:lnTo>
                    <a:pt x="11424" y="975984"/>
                  </a:lnTo>
                  <a:lnTo>
                    <a:pt x="10585" y="974050"/>
                  </a:lnTo>
                  <a:lnTo>
                    <a:pt x="11201" y="972235"/>
                  </a:lnTo>
                  <a:lnTo>
                    <a:pt x="12077" y="970830"/>
                  </a:lnTo>
                  <a:lnTo>
                    <a:pt x="12990" y="971453"/>
                  </a:lnTo>
                  <a:lnTo>
                    <a:pt x="15245" y="974581"/>
                  </a:lnTo>
                  <a:lnTo>
                    <a:pt x="15632" y="976699"/>
                  </a:lnTo>
                  <a:lnTo>
                    <a:pt x="17236" y="983154"/>
                  </a:lnTo>
                  <a:lnTo>
                    <a:pt x="17623" y="983729"/>
                  </a:lnTo>
                  <a:lnTo>
                    <a:pt x="17813" y="984329"/>
                  </a:lnTo>
                  <a:lnTo>
                    <a:pt x="21128" y="987942"/>
                  </a:lnTo>
                  <a:lnTo>
                    <a:pt x="21593" y="987893"/>
                  </a:lnTo>
                  <a:lnTo>
                    <a:pt x="21387" y="984863"/>
                  </a:lnTo>
                  <a:lnTo>
                    <a:pt x="22342" y="980751"/>
                  </a:lnTo>
                  <a:lnTo>
                    <a:pt x="23268" y="979392"/>
                  </a:lnTo>
                  <a:lnTo>
                    <a:pt x="23732" y="979406"/>
                  </a:lnTo>
                  <a:lnTo>
                    <a:pt x="23779" y="978719"/>
                  </a:lnTo>
                  <a:lnTo>
                    <a:pt x="22879" y="977008"/>
                  </a:lnTo>
                  <a:lnTo>
                    <a:pt x="23320" y="974723"/>
                  </a:lnTo>
                  <a:lnTo>
                    <a:pt x="23030" y="974650"/>
                  </a:lnTo>
                  <a:lnTo>
                    <a:pt x="22232" y="976116"/>
                  </a:lnTo>
                  <a:lnTo>
                    <a:pt x="20628" y="983293"/>
                  </a:lnTo>
                  <a:lnTo>
                    <a:pt x="19645" y="984603"/>
                  </a:lnTo>
                  <a:lnTo>
                    <a:pt x="18297" y="981354"/>
                  </a:lnTo>
                  <a:lnTo>
                    <a:pt x="17532" y="979014"/>
                  </a:lnTo>
                  <a:lnTo>
                    <a:pt x="17156" y="978182"/>
                  </a:lnTo>
                  <a:lnTo>
                    <a:pt x="17288" y="974506"/>
                  </a:lnTo>
                  <a:lnTo>
                    <a:pt x="19960" y="975251"/>
                  </a:lnTo>
                  <a:lnTo>
                    <a:pt x="19043" y="974047"/>
                  </a:lnTo>
                  <a:lnTo>
                    <a:pt x="15926" y="971926"/>
                  </a:lnTo>
                  <a:lnTo>
                    <a:pt x="15148" y="970890"/>
                  </a:lnTo>
                  <a:lnTo>
                    <a:pt x="14569" y="970512"/>
                  </a:lnTo>
                  <a:lnTo>
                    <a:pt x="13532" y="968013"/>
                  </a:lnTo>
                  <a:lnTo>
                    <a:pt x="12247" y="965898"/>
                  </a:lnTo>
                  <a:lnTo>
                    <a:pt x="14464" y="962092"/>
                  </a:lnTo>
                  <a:lnTo>
                    <a:pt x="15606" y="959414"/>
                  </a:lnTo>
                  <a:lnTo>
                    <a:pt x="19175" y="960837"/>
                  </a:lnTo>
                  <a:lnTo>
                    <a:pt x="19866" y="960009"/>
                  </a:lnTo>
                  <a:lnTo>
                    <a:pt x="19268" y="958052"/>
                  </a:lnTo>
                  <a:lnTo>
                    <a:pt x="18564" y="958644"/>
                  </a:lnTo>
                  <a:lnTo>
                    <a:pt x="17450" y="957426"/>
                  </a:lnTo>
                  <a:lnTo>
                    <a:pt x="15717" y="953764"/>
                  </a:lnTo>
                  <a:lnTo>
                    <a:pt x="15776" y="951894"/>
                  </a:lnTo>
                  <a:lnTo>
                    <a:pt x="16093" y="948466"/>
                  </a:lnTo>
                  <a:lnTo>
                    <a:pt x="16780" y="947733"/>
                  </a:lnTo>
                  <a:lnTo>
                    <a:pt x="18238" y="947026"/>
                  </a:lnTo>
                  <a:lnTo>
                    <a:pt x="19901" y="948140"/>
                  </a:lnTo>
                  <a:lnTo>
                    <a:pt x="20627" y="949046"/>
                  </a:lnTo>
                  <a:lnTo>
                    <a:pt x="21254" y="948622"/>
                  </a:lnTo>
                  <a:lnTo>
                    <a:pt x="20617" y="946083"/>
                  </a:lnTo>
                  <a:lnTo>
                    <a:pt x="19532" y="945122"/>
                  </a:lnTo>
                  <a:lnTo>
                    <a:pt x="18324" y="943312"/>
                  </a:lnTo>
                  <a:lnTo>
                    <a:pt x="18448" y="941307"/>
                  </a:lnTo>
                  <a:lnTo>
                    <a:pt x="18837" y="939648"/>
                  </a:lnTo>
                  <a:lnTo>
                    <a:pt x="19130" y="937830"/>
                  </a:lnTo>
                  <a:lnTo>
                    <a:pt x="19332" y="935284"/>
                  </a:lnTo>
                  <a:lnTo>
                    <a:pt x="19221" y="933302"/>
                  </a:lnTo>
                  <a:lnTo>
                    <a:pt x="19569" y="932387"/>
                  </a:lnTo>
                  <a:lnTo>
                    <a:pt x="20101" y="931977"/>
                  </a:lnTo>
                  <a:lnTo>
                    <a:pt x="20134" y="931233"/>
                  </a:lnTo>
                  <a:lnTo>
                    <a:pt x="19081" y="931389"/>
                  </a:lnTo>
                  <a:lnTo>
                    <a:pt x="18699" y="933896"/>
                  </a:lnTo>
                  <a:lnTo>
                    <a:pt x="18557" y="936182"/>
                  </a:lnTo>
                  <a:lnTo>
                    <a:pt x="17808" y="938017"/>
                  </a:lnTo>
                  <a:lnTo>
                    <a:pt x="17490" y="940086"/>
                  </a:lnTo>
                  <a:lnTo>
                    <a:pt x="17300" y="942565"/>
                  </a:lnTo>
                  <a:lnTo>
                    <a:pt x="16883" y="945407"/>
                  </a:lnTo>
                  <a:lnTo>
                    <a:pt x="15972" y="944325"/>
                  </a:lnTo>
                  <a:lnTo>
                    <a:pt x="15438" y="943211"/>
                  </a:lnTo>
                  <a:lnTo>
                    <a:pt x="15233" y="942449"/>
                  </a:lnTo>
                  <a:lnTo>
                    <a:pt x="15329" y="940998"/>
                  </a:lnTo>
                  <a:lnTo>
                    <a:pt x="15081" y="932029"/>
                  </a:lnTo>
                  <a:lnTo>
                    <a:pt x="15057" y="924518"/>
                  </a:lnTo>
                  <a:lnTo>
                    <a:pt x="15523" y="918669"/>
                  </a:lnTo>
                  <a:lnTo>
                    <a:pt x="16810" y="916343"/>
                  </a:lnTo>
                  <a:lnTo>
                    <a:pt x="17395" y="915668"/>
                  </a:lnTo>
                  <a:lnTo>
                    <a:pt x="17928" y="915965"/>
                  </a:lnTo>
                  <a:lnTo>
                    <a:pt x="18749" y="915948"/>
                  </a:lnTo>
                  <a:lnTo>
                    <a:pt x="19293" y="915102"/>
                  </a:lnTo>
                  <a:lnTo>
                    <a:pt x="17448" y="913697"/>
                  </a:lnTo>
                  <a:lnTo>
                    <a:pt x="16329" y="914499"/>
                  </a:lnTo>
                  <a:lnTo>
                    <a:pt x="15501" y="915622"/>
                  </a:lnTo>
                  <a:lnTo>
                    <a:pt x="14009" y="914776"/>
                  </a:lnTo>
                  <a:lnTo>
                    <a:pt x="13725" y="911772"/>
                  </a:lnTo>
                  <a:lnTo>
                    <a:pt x="12842" y="909175"/>
                  </a:lnTo>
                  <a:lnTo>
                    <a:pt x="12688" y="905851"/>
                  </a:lnTo>
                  <a:lnTo>
                    <a:pt x="12757" y="901038"/>
                  </a:lnTo>
                  <a:lnTo>
                    <a:pt x="14848" y="901453"/>
                  </a:lnTo>
                  <a:lnTo>
                    <a:pt x="16552" y="902394"/>
                  </a:lnTo>
                  <a:lnTo>
                    <a:pt x="21056" y="902313"/>
                  </a:lnTo>
                  <a:lnTo>
                    <a:pt x="24754" y="906924"/>
                  </a:lnTo>
                  <a:lnTo>
                    <a:pt x="26385" y="906307"/>
                  </a:lnTo>
                  <a:lnTo>
                    <a:pt x="26311" y="905378"/>
                  </a:lnTo>
                  <a:lnTo>
                    <a:pt x="25062" y="904218"/>
                  </a:lnTo>
                  <a:lnTo>
                    <a:pt x="24283" y="901638"/>
                  </a:lnTo>
                  <a:lnTo>
                    <a:pt x="23825" y="900888"/>
                  </a:lnTo>
                  <a:lnTo>
                    <a:pt x="23610" y="899338"/>
                  </a:lnTo>
                  <a:lnTo>
                    <a:pt x="23539" y="897532"/>
                  </a:lnTo>
                  <a:lnTo>
                    <a:pt x="22622" y="890886"/>
                  </a:lnTo>
                  <a:lnTo>
                    <a:pt x="22255" y="891059"/>
                  </a:lnTo>
                  <a:lnTo>
                    <a:pt x="21903" y="893339"/>
                  </a:lnTo>
                  <a:lnTo>
                    <a:pt x="21137" y="897136"/>
                  </a:lnTo>
                  <a:lnTo>
                    <a:pt x="20067" y="898980"/>
                  </a:lnTo>
                  <a:lnTo>
                    <a:pt x="18433" y="899727"/>
                  </a:lnTo>
                  <a:lnTo>
                    <a:pt x="16818" y="900149"/>
                  </a:lnTo>
                  <a:lnTo>
                    <a:pt x="15415" y="899422"/>
                  </a:lnTo>
                  <a:lnTo>
                    <a:pt x="15088" y="897852"/>
                  </a:lnTo>
                  <a:lnTo>
                    <a:pt x="15124" y="896034"/>
                  </a:lnTo>
                  <a:lnTo>
                    <a:pt x="14517" y="895145"/>
                  </a:lnTo>
                  <a:lnTo>
                    <a:pt x="12932" y="894357"/>
                  </a:lnTo>
                  <a:lnTo>
                    <a:pt x="12482" y="893916"/>
                  </a:lnTo>
                  <a:lnTo>
                    <a:pt x="11959" y="892268"/>
                  </a:lnTo>
                  <a:lnTo>
                    <a:pt x="12714" y="889778"/>
                  </a:lnTo>
                  <a:lnTo>
                    <a:pt x="13334" y="888292"/>
                  </a:lnTo>
                  <a:lnTo>
                    <a:pt x="14094" y="888586"/>
                  </a:lnTo>
                  <a:lnTo>
                    <a:pt x="14813" y="889258"/>
                  </a:lnTo>
                  <a:lnTo>
                    <a:pt x="15733" y="891218"/>
                  </a:lnTo>
                  <a:lnTo>
                    <a:pt x="16637" y="891590"/>
                  </a:lnTo>
                  <a:lnTo>
                    <a:pt x="17670" y="890035"/>
                  </a:lnTo>
                  <a:lnTo>
                    <a:pt x="17873" y="888976"/>
                  </a:lnTo>
                  <a:lnTo>
                    <a:pt x="17227" y="888312"/>
                  </a:lnTo>
                  <a:lnTo>
                    <a:pt x="16637" y="888055"/>
                  </a:lnTo>
                  <a:lnTo>
                    <a:pt x="15720" y="887221"/>
                  </a:lnTo>
                  <a:lnTo>
                    <a:pt x="13915" y="884237"/>
                  </a:lnTo>
                  <a:lnTo>
                    <a:pt x="14816" y="881196"/>
                  </a:lnTo>
                  <a:lnTo>
                    <a:pt x="16947" y="877710"/>
                  </a:lnTo>
                  <a:lnTo>
                    <a:pt x="17597" y="876911"/>
                  </a:lnTo>
                  <a:lnTo>
                    <a:pt x="17033" y="873973"/>
                  </a:lnTo>
                  <a:lnTo>
                    <a:pt x="17671" y="870761"/>
                  </a:lnTo>
                  <a:lnTo>
                    <a:pt x="17017" y="868112"/>
                  </a:lnTo>
                  <a:lnTo>
                    <a:pt x="15835" y="865258"/>
                  </a:lnTo>
                  <a:lnTo>
                    <a:pt x="14238" y="864626"/>
                  </a:lnTo>
                  <a:lnTo>
                    <a:pt x="13895" y="865460"/>
                  </a:lnTo>
                  <a:lnTo>
                    <a:pt x="13839" y="866629"/>
                  </a:lnTo>
                  <a:lnTo>
                    <a:pt x="14093" y="867509"/>
                  </a:lnTo>
                  <a:lnTo>
                    <a:pt x="13943" y="868144"/>
                  </a:lnTo>
                  <a:lnTo>
                    <a:pt x="13579" y="868124"/>
                  </a:lnTo>
                  <a:lnTo>
                    <a:pt x="11551" y="867498"/>
                  </a:lnTo>
                  <a:lnTo>
                    <a:pt x="10191" y="865599"/>
                  </a:lnTo>
                  <a:lnTo>
                    <a:pt x="7973" y="863867"/>
                  </a:lnTo>
                  <a:lnTo>
                    <a:pt x="7683" y="862514"/>
                  </a:lnTo>
                  <a:lnTo>
                    <a:pt x="7444" y="860526"/>
                  </a:lnTo>
                  <a:lnTo>
                    <a:pt x="8220" y="857101"/>
                  </a:lnTo>
                  <a:lnTo>
                    <a:pt x="7828" y="857054"/>
                  </a:lnTo>
                  <a:lnTo>
                    <a:pt x="6385" y="859701"/>
                  </a:lnTo>
                  <a:lnTo>
                    <a:pt x="4209" y="861089"/>
                  </a:lnTo>
                  <a:lnTo>
                    <a:pt x="2608" y="861542"/>
                  </a:lnTo>
                  <a:lnTo>
                    <a:pt x="1905" y="862615"/>
                  </a:lnTo>
                  <a:lnTo>
                    <a:pt x="1624" y="863501"/>
                  </a:lnTo>
                  <a:lnTo>
                    <a:pt x="2049" y="864023"/>
                  </a:lnTo>
                  <a:lnTo>
                    <a:pt x="2976" y="864153"/>
                  </a:lnTo>
                  <a:lnTo>
                    <a:pt x="3652" y="867460"/>
                  </a:lnTo>
                  <a:lnTo>
                    <a:pt x="3484" y="868730"/>
                  </a:lnTo>
                  <a:lnTo>
                    <a:pt x="3153" y="869584"/>
                  </a:lnTo>
                  <a:lnTo>
                    <a:pt x="2401" y="869748"/>
                  </a:lnTo>
                  <a:lnTo>
                    <a:pt x="827" y="867463"/>
                  </a:lnTo>
                  <a:lnTo>
                    <a:pt x="0" y="864869"/>
                  </a:lnTo>
                  <a:lnTo>
                    <a:pt x="19" y="862808"/>
                  </a:lnTo>
                  <a:lnTo>
                    <a:pt x="582" y="860004"/>
                  </a:lnTo>
                  <a:lnTo>
                    <a:pt x="3079" y="856241"/>
                  </a:lnTo>
                  <a:lnTo>
                    <a:pt x="3770" y="854648"/>
                  </a:lnTo>
                  <a:lnTo>
                    <a:pt x="5235" y="852882"/>
                  </a:lnTo>
                  <a:lnTo>
                    <a:pt x="7190" y="848900"/>
                  </a:lnTo>
                  <a:lnTo>
                    <a:pt x="8898" y="846686"/>
                  </a:lnTo>
                  <a:lnTo>
                    <a:pt x="8067" y="844854"/>
                  </a:lnTo>
                  <a:lnTo>
                    <a:pt x="7194" y="842101"/>
                  </a:lnTo>
                  <a:lnTo>
                    <a:pt x="7283" y="838272"/>
                  </a:lnTo>
                  <a:lnTo>
                    <a:pt x="10730" y="836757"/>
                  </a:lnTo>
                  <a:lnTo>
                    <a:pt x="12234" y="837380"/>
                  </a:lnTo>
                  <a:lnTo>
                    <a:pt x="14141" y="837262"/>
                  </a:lnTo>
                  <a:lnTo>
                    <a:pt x="15204" y="836344"/>
                  </a:lnTo>
                  <a:lnTo>
                    <a:pt x="15976" y="836148"/>
                  </a:lnTo>
                  <a:lnTo>
                    <a:pt x="17603" y="835089"/>
                  </a:lnTo>
                  <a:lnTo>
                    <a:pt x="18304" y="833600"/>
                  </a:lnTo>
                  <a:lnTo>
                    <a:pt x="18466" y="832463"/>
                  </a:lnTo>
                  <a:lnTo>
                    <a:pt x="18459" y="831470"/>
                  </a:lnTo>
                  <a:lnTo>
                    <a:pt x="18269" y="830250"/>
                  </a:lnTo>
                  <a:lnTo>
                    <a:pt x="18002" y="827081"/>
                  </a:lnTo>
                  <a:lnTo>
                    <a:pt x="18273" y="826022"/>
                  </a:lnTo>
                  <a:lnTo>
                    <a:pt x="18969" y="824761"/>
                  </a:lnTo>
                  <a:lnTo>
                    <a:pt x="19882" y="824369"/>
                  </a:lnTo>
                  <a:lnTo>
                    <a:pt x="20301" y="824467"/>
                  </a:lnTo>
                  <a:lnTo>
                    <a:pt x="21383" y="825624"/>
                  </a:lnTo>
                  <a:lnTo>
                    <a:pt x="21166" y="827266"/>
                  </a:lnTo>
                  <a:lnTo>
                    <a:pt x="20732" y="829243"/>
                  </a:lnTo>
                  <a:lnTo>
                    <a:pt x="19847" y="837100"/>
                  </a:lnTo>
                  <a:lnTo>
                    <a:pt x="19401" y="838875"/>
                  </a:lnTo>
                  <a:lnTo>
                    <a:pt x="18703" y="840413"/>
                  </a:lnTo>
                  <a:lnTo>
                    <a:pt x="19170" y="843619"/>
                  </a:lnTo>
                  <a:lnTo>
                    <a:pt x="18470" y="845864"/>
                  </a:lnTo>
                  <a:lnTo>
                    <a:pt x="15344" y="848253"/>
                  </a:lnTo>
                  <a:lnTo>
                    <a:pt x="14933" y="848392"/>
                  </a:lnTo>
                  <a:lnTo>
                    <a:pt x="15166" y="849246"/>
                  </a:lnTo>
                  <a:lnTo>
                    <a:pt x="16976" y="849044"/>
                  </a:lnTo>
                  <a:lnTo>
                    <a:pt x="18377" y="848539"/>
                  </a:lnTo>
                  <a:lnTo>
                    <a:pt x="19764" y="846522"/>
                  </a:lnTo>
                  <a:lnTo>
                    <a:pt x="20200" y="843443"/>
                  </a:lnTo>
                  <a:lnTo>
                    <a:pt x="20773" y="837444"/>
                  </a:lnTo>
                  <a:lnTo>
                    <a:pt x="21524" y="836595"/>
                  </a:lnTo>
                  <a:lnTo>
                    <a:pt x="22402" y="836405"/>
                  </a:lnTo>
                  <a:lnTo>
                    <a:pt x="22861" y="837819"/>
                  </a:lnTo>
                  <a:lnTo>
                    <a:pt x="22713" y="840984"/>
                  </a:lnTo>
                  <a:lnTo>
                    <a:pt x="22710" y="844046"/>
                  </a:lnTo>
                  <a:lnTo>
                    <a:pt x="21546" y="853118"/>
                  </a:lnTo>
                  <a:lnTo>
                    <a:pt x="20136" y="856763"/>
                  </a:lnTo>
                  <a:lnTo>
                    <a:pt x="19979" y="857721"/>
                  </a:lnTo>
                  <a:lnTo>
                    <a:pt x="20035" y="858858"/>
                  </a:lnTo>
                  <a:lnTo>
                    <a:pt x="21152" y="858694"/>
                  </a:lnTo>
                  <a:lnTo>
                    <a:pt x="22005" y="856737"/>
                  </a:lnTo>
                  <a:lnTo>
                    <a:pt x="22618" y="854238"/>
                  </a:lnTo>
                  <a:lnTo>
                    <a:pt x="23233" y="850758"/>
                  </a:lnTo>
                  <a:lnTo>
                    <a:pt x="23163" y="848236"/>
                  </a:lnTo>
                  <a:lnTo>
                    <a:pt x="23351" y="846675"/>
                  </a:lnTo>
                  <a:lnTo>
                    <a:pt x="23604" y="841570"/>
                  </a:lnTo>
                  <a:lnTo>
                    <a:pt x="24031" y="838987"/>
                  </a:lnTo>
                  <a:lnTo>
                    <a:pt x="24002" y="835375"/>
                  </a:lnTo>
                  <a:lnTo>
                    <a:pt x="23234" y="834013"/>
                  </a:lnTo>
                  <a:lnTo>
                    <a:pt x="22160" y="833187"/>
                  </a:lnTo>
                  <a:lnTo>
                    <a:pt x="21890" y="830974"/>
                  </a:lnTo>
                  <a:lnTo>
                    <a:pt x="22453" y="826602"/>
                  </a:lnTo>
                  <a:lnTo>
                    <a:pt x="24507" y="826715"/>
                  </a:lnTo>
                  <a:lnTo>
                    <a:pt x="26453" y="823731"/>
                  </a:lnTo>
                  <a:lnTo>
                    <a:pt x="27728" y="822649"/>
                  </a:lnTo>
                  <a:lnTo>
                    <a:pt x="28454" y="822874"/>
                  </a:lnTo>
                  <a:lnTo>
                    <a:pt x="30999" y="825751"/>
                  </a:lnTo>
                  <a:lnTo>
                    <a:pt x="31503" y="825786"/>
                  </a:lnTo>
                  <a:lnTo>
                    <a:pt x="31423" y="824750"/>
                  </a:lnTo>
                  <a:lnTo>
                    <a:pt x="31029" y="824020"/>
                  </a:lnTo>
                  <a:lnTo>
                    <a:pt x="30026" y="823050"/>
                  </a:lnTo>
                  <a:lnTo>
                    <a:pt x="28181" y="819960"/>
                  </a:lnTo>
                  <a:lnTo>
                    <a:pt x="25698" y="819457"/>
                  </a:lnTo>
                  <a:lnTo>
                    <a:pt x="26154" y="815443"/>
                  </a:lnTo>
                  <a:lnTo>
                    <a:pt x="26635" y="811776"/>
                  </a:lnTo>
                  <a:lnTo>
                    <a:pt x="27839" y="811268"/>
                  </a:lnTo>
                  <a:lnTo>
                    <a:pt x="29861" y="810062"/>
                  </a:lnTo>
                  <a:lnTo>
                    <a:pt x="33715" y="804565"/>
                  </a:lnTo>
                  <a:lnTo>
                    <a:pt x="34384" y="800421"/>
                  </a:lnTo>
                  <a:lnTo>
                    <a:pt x="34568" y="795766"/>
                  </a:lnTo>
                  <a:lnTo>
                    <a:pt x="32710" y="794554"/>
                  </a:lnTo>
                  <a:lnTo>
                    <a:pt x="30740" y="791510"/>
                  </a:lnTo>
                  <a:lnTo>
                    <a:pt x="29151" y="789888"/>
                  </a:lnTo>
                  <a:lnTo>
                    <a:pt x="27741" y="787854"/>
                  </a:lnTo>
                  <a:lnTo>
                    <a:pt x="28018" y="784812"/>
                  </a:lnTo>
                  <a:lnTo>
                    <a:pt x="28202" y="779855"/>
                  </a:lnTo>
                  <a:lnTo>
                    <a:pt x="29970" y="778793"/>
                  </a:lnTo>
                  <a:lnTo>
                    <a:pt x="30790" y="771983"/>
                  </a:lnTo>
                  <a:lnTo>
                    <a:pt x="29605" y="766771"/>
                  </a:lnTo>
                  <a:lnTo>
                    <a:pt x="29889" y="762884"/>
                  </a:lnTo>
                  <a:lnTo>
                    <a:pt x="31433" y="759566"/>
                  </a:lnTo>
                  <a:lnTo>
                    <a:pt x="31711" y="757269"/>
                  </a:lnTo>
                  <a:lnTo>
                    <a:pt x="32136" y="754744"/>
                  </a:lnTo>
                  <a:lnTo>
                    <a:pt x="33499" y="754487"/>
                  </a:lnTo>
                  <a:lnTo>
                    <a:pt x="33529" y="753113"/>
                  </a:lnTo>
                  <a:lnTo>
                    <a:pt x="33408" y="750609"/>
                  </a:lnTo>
                  <a:lnTo>
                    <a:pt x="32512" y="747648"/>
                  </a:lnTo>
                  <a:lnTo>
                    <a:pt x="32477" y="743545"/>
                  </a:lnTo>
                  <a:lnTo>
                    <a:pt x="33318" y="738700"/>
                  </a:lnTo>
                  <a:lnTo>
                    <a:pt x="34671" y="739037"/>
                  </a:lnTo>
                  <a:lnTo>
                    <a:pt x="34932" y="738832"/>
                  </a:lnTo>
                  <a:lnTo>
                    <a:pt x="33973" y="735901"/>
                  </a:lnTo>
                  <a:lnTo>
                    <a:pt x="33191" y="732674"/>
                  </a:lnTo>
                  <a:lnTo>
                    <a:pt x="33326" y="731387"/>
                  </a:lnTo>
                  <a:lnTo>
                    <a:pt x="34074" y="730288"/>
                  </a:lnTo>
                  <a:lnTo>
                    <a:pt x="34941" y="729676"/>
                  </a:lnTo>
                  <a:lnTo>
                    <a:pt x="35879" y="731330"/>
                  </a:lnTo>
                  <a:lnTo>
                    <a:pt x="37221" y="736593"/>
                  </a:lnTo>
                  <a:lnTo>
                    <a:pt x="37424" y="735243"/>
                  </a:lnTo>
                  <a:lnTo>
                    <a:pt x="36882" y="729878"/>
                  </a:lnTo>
                  <a:lnTo>
                    <a:pt x="36436" y="723207"/>
                  </a:lnTo>
                  <a:lnTo>
                    <a:pt x="35021" y="724084"/>
                  </a:lnTo>
                  <a:lnTo>
                    <a:pt x="33724" y="723613"/>
                  </a:lnTo>
                  <a:lnTo>
                    <a:pt x="33236" y="722577"/>
                  </a:lnTo>
                  <a:lnTo>
                    <a:pt x="32749" y="721077"/>
                  </a:lnTo>
                  <a:lnTo>
                    <a:pt x="33206" y="719245"/>
                  </a:lnTo>
                  <a:lnTo>
                    <a:pt x="33662" y="717880"/>
                  </a:lnTo>
                  <a:lnTo>
                    <a:pt x="34614" y="716163"/>
                  </a:lnTo>
                  <a:lnTo>
                    <a:pt x="36588" y="715560"/>
                  </a:lnTo>
                  <a:lnTo>
                    <a:pt x="38014" y="713404"/>
                  </a:lnTo>
                  <a:lnTo>
                    <a:pt x="38493" y="708969"/>
                  </a:lnTo>
                  <a:lnTo>
                    <a:pt x="38025" y="709407"/>
                  </a:lnTo>
                  <a:lnTo>
                    <a:pt x="37250" y="713309"/>
                  </a:lnTo>
                  <a:lnTo>
                    <a:pt x="35948" y="714630"/>
                  </a:lnTo>
                  <a:lnTo>
                    <a:pt x="35284" y="714437"/>
                  </a:lnTo>
                  <a:lnTo>
                    <a:pt x="34501" y="713707"/>
                  </a:lnTo>
                  <a:lnTo>
                    <a:pt x="32964" y="710308"/>
                  </a:lnTo>
                  <a:lnTo>
                    <a:pt x="32114" y="709517"/>
                  </a:lnTo>
                  <a:lnTo>
                    <a:pt x="31287" y="709433"/>
                  </a:lnTo>
                  <a:lnTo>
                    <a:pt x="30581" y="710293"/>
                  </a:lnTo>
                  <a:lnTo>
                    <a:pt x="28775" y="716284"/>
                  </a:lnTo>
                  <a:lnTo>
                    <a:pt x="28006" y="717297"/>
                  </a:lnTo>
                  <a:lnTo>
                    <a:pt x="24832" y="717776"/>
                  </a:lnTo>
                  <a:lnTo>
                    <a:pt x="23665" y="717083"/>
                  </a:lnTo>
                  <a:lnTo>
                    <a:pt x="22403" y="716163"/>
                  </a:lnTo>
                  <a:lnTo>
                    <a:pt x="22554" y="714685"/>
                  </a:lnTo>
                  <a:lnTo>
                    <a:pt x="22938" y="713113"/>
                  </a:lnTo>
                  <a:lnTo>
                    <a:pt x="23654" y="712305"/>
                  </a:lnTo>
                  <a:lnTo>
                    <a:pt x="23666" y="711401"/>
                  </a:lnTo>
                  <a:lnTo>
                    <a:pt x="22682" y="711173"/>
                  </a:lnTo>
                  <a:lnTo>
                    <a:pt x="21545" y="709514"/>
                  </a:lnTo>
                  <a:lnTo>
                    <a:pt x="21042" y="707413"/>
                  </a:lnTo>
                  <a:lnTo>
                    <a:pt x="20802" y="703659"/>
                  </a:lnTo>
                  <a:lnTo>
                    <a:pt x="19783" y="697718"/>
                  </a:lnTo>
                  <a:lnTo>
                    <a:pt x="19582" y="693464"/>
                  </a:lnTo>
                  <a:lnTo>
                    <a:pt x="20301" y="690428"/>
                  </a:lnTo>
                  <a:lnTo>
                    <a:pt x="21848" y="678517"/>
                  </a:lnTo>
                  <a:lnTo>
                    <a:pt x="22320" y="672445"/>
                  </a:lnTo>
                  <a:lnTo>
                    <a:pt x="23150" y="667107"/>
                  </a:lnTo>
                  <a:lnTo>
                    <a:pt x="23132" y="663586"/>
                  </a:lnTo>
                  <a:lnTo>
                    <a:pt x="25275" y="660369"/>
                  </a:lnTo>
                  <a:lnTo>
                    <a:pt x="26091" y="658444"/>
                  </a:lnTo>
                  <a:lnTo>
                    <a:pt x="27914" y="647605"/>
                  </a:lnTo>
                  <a:lnTo>
                    <a:pt x="28180" y="641756"/>
                  </a:lnTo>
                  <a:lnTo>
                    <a:pt x="25292" y="624015"/>
                  </a:lnTo>
                  <a:lnTo>
                    <a:pt x="24844" y="620628"/>
                  </a:lnTo>
                  <a:lnTo>
                    <a:pt x="24704" y="616415"/>
                  </a:lnTo>
                  <a:lnTo>
                    <a:pt x="25393" y="609420"/>
                  </a:lnTo>
                  <a:lnTo>
                    <a:pt x="25473" y="606768"/>
                  </a:lnTo>
                  <a:lnTo>
                    <a:pt x="24883" y="602933"/>
                  </a:lnTo>
                  <a:lnTo>
                    <a:pt x="23236" y="596668"/>
                  </a:lnTo>
                  <a:lnTo>
                    <a:pt x="23204" y="593474"/>
                  </a:lnTo>
                  <a:lnTo>
                    <a:pt x="23899" y="590184"/>
                  </a:lnTo>
                  <a:lnTo>
                    <a:pt x="23229" y="586104"/>
                  </a:lnTo>
                  <a:lnTo>
                    <a:pt x="23556" y="583576"/>
                  </a:lnTo>
                  <a:lnTo>
                    <a:pt x="23919" y="581596"/>
                  </a:lnTo>
                  <a:lnTo>
                    <a:pt x="26498" y="582655"/>
                  </a:lnTo>
                  <a:lnTo>
                    <a:pt x="27673" y="582156"/>
                  </a:lnTo>
                  <a:lnTo>
                    <a:pt x="28299" y="580958"/>
                  </a:lnTo>
                  <a:lnTo>
                    <a:pt x="28788" y="577608"/>
                  </a:lnTo>
                  <a:lnTo>
                    <a:pt x="29034" y="572368"/>
                  </a:lnTo>
                  <a:lnTo>
                    <a:pt x="29187" y="570114"/>
                  </a:lnTo>
                  <a:lnTo>
                    <a:pt x="29411" y="566819"/>
                  </a:lnTo>
                  <a:lnTo>
                    <a:pt x="30676" y="565491"/>
                  </a:lnTo>
                  <a:lnTo>
                    <a:pt x="31117" y="562369"/>
                  </a:lnTo>
                  <a:lnTo>
                    <a:pt x="32176" y="558015"/>
                  </a:lnTo>
                  <a:lnTo>
                    <a:pt x="33267" y="545843"/>
                  </a:lnTo>
                  <a:lnTo>
                    <a:pt x="34346" y="542842"/>
                  </a:lnTo>
                  <a:lnTo>
                    <a:pt x="35437" y="539376"/>
                  </a:lnTo>
                  <a:lnTo>
                    <a:pt x="35022" y="534237"/>
                  </a:lnTo>
                  <a:lnTo>
                    <a:pt x="35724" y="531862"/>
                  </a:lnTo>
                  <a:lnTo>
                    <a:pt x="36370" y="530136"/>
                  </a:lnTo>
                  <a:lnTo>
                    <a:pt x="36940" y="527000"/>
                  </a:lnTo>
                  <a:lnTo>
                    <a:pt x="37715" y="524033"/>
                  </a:lnTo>
                  <a:lnTo>
                    <a:pt x="39566" y="519771"/>
                  </a:lnTo>
                  <a:lnTo>
                    <a:pt x="40035" y="514571"/>
                  </a:lnTo>
                  <a:lnTo>
                    <a:pt x="41471" y="505577"/>
                  </a:lnTo>
                  <a:lnTo>
                    <a:pt x="41757" y="499805"/>
                  </a:lnTo>
                  <a:lnTo>
                    <a:pt x="42203" y="495904"/>
                  </a:lnTo>
                  <a:lnTo>
                    <a:pt x="42075" y="492265"/>
                  </a:lnTo>
                  <a:lnTo>
                    <a:pt x="42937" y="487842"/>
                  </a:lnTo>
                  <a:lnTo>
                    <a:pt x="43765" y="484116"/>
                  </a:lnTo>
                  <a:lnTo>
                    <a:pt x="44026" y="482047"/>
                  </a:lnTo>
                  <a:lnTo>
                    <a:pt x="45918" y="477116"/>
                  </a:lnTo>
                  <a:lnTo>
                    <a:pt x="46237" y="473174"/>
                  </a:lnTo>
                  <a:lnTo>
                    <a:pt x="45564" y="470507"/>
                  </a:lnTo>
                  <a:lnTo>
                    <a:pt x="45552" y="466372"/>
                  </a:lnTo>
                  <a:lnTo>
                    <a:pt x="45025" y="460641"/>
                  </a:lnTo>
                  <a:lnTo>
                    <a:pt x="46245" y="458497"/>
                  </a:lnTo>
                  <a:lnTo>
                    <a:pt x="46739" y="456930"/>
                  </a:lnTo>
                  <a:lnTo>
                    <a:pt x="48327" y="447771"/>
                  </a:lnTo>
                  <a:lnTo>
                    <a:pt x="48223" y="444176"/>
                  </a:lnTo>
                  <a:lnTo>
                    <a:pt x="48678" y="439712"/>
                  </a:lnTo>
                  <a:lnTo>
                    <a:pt x="47636" y="434425"/>
                  </a:lnTo>
                  <a:lnTo>
                    <a:pt x="47491" y="422545"/>
                  </a:lnTo>
                  <a:lnTo>
                    <a:pt x="46907" y="413400"/>
                  </a:lnTo>
                  <a:lnTo>
                    <a:pt x="45945" y="403742"/>
                  </a:lnTo>
                  <a:lnTo>
                    <a:pt x="46037" y="398337"/>
                  </a:lnTo>
                  <a:lnTo>
                    <a:pt x="45449" y="391620"/>
                  </a:lnTo>
                  <a:lnTo>
                    <a:pt x="45412" y="387741"/>
                  </a:lnTo>
                  <a:lnTo>
                    <a:pt x="45860" y="378946"/>
                  </a:lnTo>
                  <a:lnTo>
                    <a:pt x="48916" y="373408"/>
                  </a:lnTo>
                  <a:lnTo>
                    <a:pt x="49510" y="367210"/>
                  </a:lnTo>
                  <a:lnTo>
                    <a:pt x="49877" y="358833"/>
                  </a:lnTo>
                  <a:lnTo>
                    <a:pt x="49752" y="352730"/>
                  </a:lnTo>
                  <a:lnTo>
                    <a:pt x="49451" y="349988"/>
                  </a:lnTo>
                  <a:lnTo>
                    <a:pt x="47945" y="345492"/>
                  </a:lnTo>
                  <a:lnTo>
                    <a:pt x="47566" y="337462"/>
                  </a:lnTo>
                  <a:lnTo>
                    <a:pt x="47857" y="335358"/>
                  </a:lnTo>
                  <a:lnTo>
                    <a:pt x="49101" y="333096"/>
                  </a:lnTo>
                  <a:lnTo>
                    <a:pt x="49979" y="329956"/>
                  </a:lnTo>
                  <a:lnTo>
                    <a:pt x="50432" y="325082"/>
                  </a:lnTo>
                  <a:lnTo>
                    <a:pt x="51345" y="321250"/>
                  </a:lnTo>
                  <a:lnTo>
                    <a:pt x="51708" y="311979"/>
                  </a:lnTo>
                  <a:lnTo>
                    <a:pt x="52480" y="304603"/>
                  </a:lnTo>
                  <a:lnTo>
                    <a:pt x="52865" y="302029"/>
                  </a:lnTo>
                  <a:lnTo>
                    <a:pt x="54078" y="298794"/>
                  </a:lnTo>
                  <a:lnTo>
                    <a:pt x="54305" y="297931"/>
                  </a:lnTo>
                  <a:lnTo>
                    <a:pt x="54492" y="295464"/>
                  </a:lnTo>
                  <a:lnTo>
                    <a:pt x="54436" y="289635"/>
                  </a:lnTo>
                  <a:lnTo>
                    <a:pt x="54622" y="286077"/>
                  </a:lnTo>
                  <a:lnTo>
                    <a:pt x="55589" y="279076"/>
                  </a:lnTo>
                  <a:lnTo>
                    <a:pt x="55700" y="275836"/>
                  </a:lnTo>
                  <a:lnTo>
                    <a:pt x="56773" y="268627"/>
                  </a:lnTo>
                  <a:lnTo>
                    <a:pt x="57017" y="263451"/>
                  </a:lnTo>
                  <a:lnTo>
                    <a:pt x="57476" y="260721"/>
                  </a:lnTo>
                  <a:lnTo>
                    <a:pt x="57297" y="257648"/>
                  </a:lnTo>
                  <a:lnTo>
                    <a:pt x="57602" y="250771"/>
                  </a:lnTo>
                  <a:lnTo>
                    <a:pt x="56873" y="246884"/>
                  </a:lnTo>
                  <a:lnTo>
                    <a:pt x="56713" y="244610"/>
                  </a:lnTo>
                  <a:lnTo>
                    <a:pt x="57630" y="237561"/>
                  </a:lnTo>
                  <a:lnTo>
                    <a:pt x="58253" y="235844"/>
                  </a:lnTo>
                  <a:lnTo>
                    <a:pt x="59259" y="232563"/>
                  </a:lnTo>
                  <a:lnTo>
                    <a:pt x="59683" y="228880"/>
                  </a:lnTo>
                  <a:lnTo>
                    <a:pt x="59760" y="226540"/>
                  </a:lnTo>
                  <a:lnTo>
                    <a:pt x="58474" y="214894"/>
                  </a:lnTo>
                  <a:lnTo>
                    <a:pt x="58298" y="210929"/>
                  </a:lnTo>
                  <a:lnTo>
                    <a:pt x="58613" y="201689"/>
                  </a:lnTo>
                  <a:lnTo>
                    <a:pt x="59056" y="195721"/>
                  </a:lnTo>
                  <a:lnTo>
                    <a:pt x="58912" y="190960"/>
                  </a:lnTo>
                  <a:lnTo>
                    <a:pt x="59056" y="188513"/>
                  </a:lnTo>
                  <a:lnTo>
                    <a:pt x="59279" y="185440"/>
                  </a:lnTo>
                  <a:lnTo>
                    <a:pt x="60162" y="181712"/>
                  </a:lnTo>
                  <a:lnTo>
                    <a:pt x="60363" y="179063"/>
                  </a:lnTo>
                  <a:lnTo>
                    <a:pt x="60053" y="177957"/>
                  </a:lnTo>
                  <a:lnTo>
                    <a:pt x="59004" y="176607"/>
                  </a:lnTo>
                  <a:lnTo>
                    <a:pt x="58139" y="173225"/>
                  </a:lnTo>
                  <a:lnTo>
                    <a:pt x="58080" y="169889"/>
                  </a:lnTo>
                  <a:lnTo>
                    <a:pt x="58358" y="167462"/>
                  </a:lnTo>
                  <a:lnTo>
                    <a:pt x="58422" y="164026"/>
                  </a:lnTo>
                  <a:lnTo>
                    <a:pt x="59712" y="163350"/>
                  </a:lnTo>
                  <a:lnTo>
                    <a:pt x="60399" y="161443"/>
                  </a:lnTo>
                  <a:lnTo>
                    <a:pt x="61051" y="157868"/>
                  </a:lnTo>
                  <a:lnTo>
                    <a:pt x="61871" y="149222"/>
                  </a:lnTo>
                  <a:lnTo>
                    <a:pt x="62223" y="138499"/>
                  </a:lnTo>
                  <a:lnTo>
                    <a:pt x="62712" y="132041"/>
                  </a:lnTo>
                  <a:lnTo>
                    <a:pt x="63057" y="128849"/>
                  </a:lnTo>
                  <a:lnTo>
                    <a:pt x="63346" y="122178"/>
                  </a:lnTo>
                  <a:lnTo>
                    <a:pt x="63824" y="117812"/>
                  </a:lnTo>
                  <a:lnTo>
                    <a:pt x="63909" y="113786"/>
                  </a:lnTo>
                  <a:lnTo>
                    <a:pt x="63814" y="110725"/>
                  </a:lnTo>
                  <a:lnTo>
                    <a:pt x="62580" y="95128"/>
                  </a:lnTo>
                  <a:lnTo>
                    <a:pt x="62619" y="89397"/>
                  </a:lnTo>
                  <a:lnTo>
                    <a:pt x="63143" y="80483"/>
                  </a:lnTo>
                  <a:lnTo>
                    <a:pt x="63135" y="67933"/>
                  </a:lnTo>
                  <a:lnTo>
                    <a:pt x="63030" y="65002"/>
                  </a:lnTo>
                  <a:lnTo>
                    <a:pt x="62565" y="62257"/>
                  </a:lnTo>
                  <a:lnTo>
                    <a:pt x="62428" y="58532"/>
                  </a:lnTo>
                  <a:lnTo>
                    <a:pt x="61686" y="52051"/>
                  </a:lnTo>
                  <a:lnTo>
                    <a:pt x="61015" y="39048"/>
                  </a:lnTo>
                  <a:lnTo>
                    <a:pt x="61001" y="32183"/>
                  </a:lnTo>
                  <a:lnTo>
                    <a:pt x="60711" y="26357"/>
                  </a:lnTo>
                  <a:lnTo>
                    <a:pt x="60068" y="24807"/>
                  </a:lnTo>
                  <a:lnTo>
                    <a:pt x="60531" y="24452"/>
                  </a:lnTo>
                  <a:lnTo>
                    <a:pt x="61612" y="24210"/>
                  </a:lnTo>
                  <a:lnTo>
                    <a:pt x="62731" y="24204"/>
                  </a:lnTo>
                  <a:lnTo>
                    <a:pt x="64147" y="22972"/>
                  </a:lnTo>
                  <a:lnTo>
                    <a:pt x="65654" y="20684"/>
                  </a:lnTo>
                  <a:lnTo>
                    <a:pt x="66638" y="17357"/>
                  </a:lnTo>
                  <a:lnTo>
                    <a:pt x="67059" y="14307"/>
                  </a:lnTo>
                  <a:lnTo>
                    <a:pt x="67061" y="11640"/>
                  </a:lnTo>
                  <a:lnTo>
                    <a:pt x="66617" y="8247"/>
                  </a:lnTo>
                  <a:lnTo>
                    <a:pt x="66497" y="5843"/>
                  </a:lnTo>
                  <a:lnTo>
                    <a:pt x="67019" y="4694"/>
                  </a:lnTo>
                  <a:lnTo>
                    <a:pt x="68397" y="4247"/>
                  </a:lnTo>
                  <a:lnTo>
                    <a:pt x="69514" y="1985"/>
                  </a:lnTo>
                  <a:lnTo>
                    <a:pt x="70371" y="0"/>
                  </a:lnTo>
                  <a:lnTo>
                    <a:pt x="70552" y="3353"/>
                  </a:lnTo>
                  <a:lnTo>
                    <a:pt x="72108" y="7848"/>
                  </a:lnTo>
                  <a:lnTo>
                    <a:pt x="72614" y="12916"/>
                  </a:lnTo>
                  <a:lnTo>
                    <a:pt x="72967" y="13556"/>
                  </a:lnTo>
                  <a:lnTo>
                    <a:pt x="75106" y="16087"/>
                  </a:lnTo>
                  <a:lnTo>
                    <a:pt x="75146" y="16684"/>
                  </a:lnTo>
                  <a:lnTo>
                    <a:pt x="74832" y="17631"/>
                  </a:lnTo>
                  <a:lnTo>
                    <a:pt x="74521" y="18851"/>
                  </a:lnTo>
                  <a:lnTo>
                    <a:pt x="74738" y="20577"/>
                  </a:lnTo>
                  <a:lnTo>
                    <a:pt x="75125" y="22940"/>
                  </a:lnTo>
                  <a:lnTo>
                    <a:pt x="75254" y="25133"/>
                  </a:lnTo>
                  <a:lnTo>
                    <a:pt x="75490" y="27390"/>
                  </a:lnTo>
                  <a:lnTo>
                    <a:pt x="75726" y="30850"/>
                  </a:lnTo>
                  <a:lnTo>
                    <a:pt x="75869" y="33987"/>
                  </a:lnTo>
                  <a:lnTo>
                    <a:pt x="76413" y="38618"/>
                  </a:lnTo>
                  <a:lnTo>
                    <a:pt x="76524" y="41475"/>
                  </a:lnTo>
                  <a:lnTo>
                    <a:pt x="76533" y="43198"/>
                  </a:lnTo>
                  <a:lnTo>
                    <a:pt x="76957" y="44889"/>
                  </a:lnTo>
                  <a:lnTo>
                    <a:pt x="77786" y="46903"/>
                  </a:lnTo>
                  <a:lnTo>
                    <a:pt x="78909" y="48937"/>
                  </a:lnTo>
                  <a:lnTo>
                    <a:pt x="79799" y="51306"/>
                  </a:lnTo>
                  <a:lnTo>
                    <a:pt x="80482" y="52911"/>
                  </a:lnTo>
                  <a:lnTo>
                    <a:pt x="81307" y="54224"/>
                  </a:lnTo>
                  <a:lnTo>
                    <a:pt x="81942" y="55430"/>
                  </a:lnTo>
                  <a:lnTo>
                    <a:pt x="82190" y="56258"/>
                  </a:lnTo>
                  <a:lnTo>
                    <a:pt x="82272" y="56933"/>
                  </a:lnTo>
                  <a:lnTo>
                    <a:pt x="81998" y="57571"/>
                  </a:lnTo>
                  <a:lnTo>
                    <a:pt x="80996" y="60696"/>
                  </a:lnTo>
                  <a:lnTo>
                    <a:pt x="79599" y="65452"/>
                  </a:lnTo>
                  <a:lnTo>
                    <a:pt x="79623" y="66032"/>
                  </a:lnTo>
                  <a:lnTo>
                    <a:pt x="80962" y="69454"/>
                  </a:lnTo>
                  <a:lnTo>
                    <a:pt x="81177" y="70808"/>
                  </a:lnTo>
                  <a:lnTo>
                    <a:pt x="81162" y="72721"/>
                  </a:lnTo>
                  <a:lnTo>
                    <a:pt x="80713" y="75021"/>
                  </a:lnTo>
                  <a:lnTo>
                    <a:pt x="79268" y="75751"/>
                  </a:lnTo>
                  <a:lnTo>
                    <a:pt x="78946" y="76377"/>
                  </a:lnTo>
                  <a:lnTo>
                    <a:pt x="78906" y="77107"/>
                  </a:lnTo>
                  <a:lnTo>
                    <a:pt x="79239" y="78079"/>
                  </a:lnTo>
                  <a:lnTo>
                    <a:pt x="79187" y="80347"/>
                  </a:lnTo>
                  <a:lnTo>
                    <a:pt x="79709" y="82855"/>
                  </a:lnTo>
                  <a:lnTo>
                    <a:pt x="79440" y="83709"/>
                  </a:lnTo>
                  <a:lnTo>
                    <a:pt x="78907" y="84864"/>
                  </a:lnTo>
                  <a:lnTo>
                    <a:pt x="78892" y="85992"/>
                  </a:lnTo>
                  <a:lnTo>
                    <a:pt x="79067" y="87244"/>
                  </a:lnTo>
                  <a:lnTo>
                    <a:pt x="79627" y="88260"/>
                  </a:lnTo>
                  <a:lnTo>
                    <a:pt x="81853" y="91778"/>
                  </a:lnTo>
                  <a:lnTo>
                    <a:pt x="82029" y="92262"/>
                  </a:lnTo>
                  <a:lnTo>
                    <a:pt x="81994" y="92626"/>
                  </a:lnTo>
                  <a:lnTo>
                    <a:pt x="81133" y="94972"/>
                  </a:lnTo>
                  <a:lnTo>
                    <a:pt x="81044" y="96421"/>
                  </a:lnTo>
                  <a:lnTo>
                    <a:pt x="81068" y="98804"/>
                  </a:lnTo>
                  <a:lnTo>
                    <a:pt x="81189" y="100345"/>
                  </a:lnTo>
                  <a:lnTo>
                    <a:pt x="81467" y="100986"/>
                  </a:lnTo>
                  <a:lnTo>
                    <a:pt x="82583" y="101713"/>
                  </a:lnTo>
                  <a:lnTo>
                    <a:pt x="83964" y="107074"/>
                  </a:lnTo>
                  <a:lnTo>
                    <a:pt x="85291" y="112116"/>
                  </a:lnTo>
                  <a:lnTo>
                    <a:pt x="85274" y="116458"/>
                  </a:lnTo>
                  <a:lnTo>
                    <a:pt x="85412" y="121520"/>
                  </a:lnTo>
                  <a:lnTo>
                    <a:pt x="86255" y="125493"/>
                  </a:lnTo>
                  <a:lnTo>
                    <a:pt x="86373" y="128673"/>
                  </a:lnTo>
                  <a:lnTo>
                    <a:pt x="86657" y="132283"/>
                  </a:lnTo>
                  <a:lnTo>
                    <a:pt x="87661" y="134479"/>
                  </a:lnTo>
                  <a:lnTo>
                    <a:pt x="88052" y="138819"/>
                  </a:lnTo>
                  <a:lnTo>
                    <a:pt x="88154" y="141131"/>
                  </a:lnTo>
                  <a:lnTo>
                    <a:pt x="88092" y="142651"/>
                  </a:lnTo>
                  <a:lnTo>
                    <a:pt x="88872" y="147370"/>
                  </a:lnTo>
                  <a:lnTo>
                    <a:pt x="88962" y="151424"/>
                  </a:lnTo>
                  <a:lnTo>
                    <a:pt x="88778" y="154338"/>
                  </a:lnTo>
                  <a:lnTo>
                    <a:pt x="88787" y="155963"/>
                  </a:lnTo>
                  <a:lnTo>
                    <a:pt x="88898" y="157109"/>
                  </a:lnTo>
                  <a:lnTo>
                    <a:pt x="89567" y="158136"/>
                  </a:lnTo>
                  <a:lnTo>
                    <a:pt x="89863" y="158779"/>
                  </a:lnTo>
                  <a:lnTo>
                    <a:pt x="90852" y="159065"/>
                  </a:lnTo>
                  <a:lnTo>
                    <a:pt x="92299" y="159140"/>
                  </a:lnTo>
                  <a:lnTo>
                    <a:pt x="94770" y="15806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4402219" y="3039019"/>
              <a:ext cx="27003" cy="56718"/>
            </a:xfrm>
            <a:custGeom>
              <a:avLst/>
              <a:pathLst>
                <a:path w="27003" h="56718">
                  <a:moveTo>
                    <a:pt x="25585" y="4308"/>
                  </a:moveTo>
                  <a:lnTo>
                    <a:pt x="26147" y="5619"/>
                  </a:lnTo>
                  <a:lnTo>
                    <a:pt x="26515" y="7518"/>
                  </a:lnTo>
                  <a:lnTo>
                    <a:pt x="26821" y="11023"/>
                  </a:lnTo>
                  <a:lnTo>
                    <a:pt x="27003" y="14250"/>
                  </a:lnTo>
                  <a:lnTo>
                    <a:pt x="25856" y="16301"/>
                  </a:lnTo>
                  <a:lnTo>
                    <a:pt x="24830" y="17133"/>
                  </a:lnTo>
                  <a:lnTo>
                    <a:pt x="22770" y="25014"/>
                  </a:lnTo>
                  <a:lnTo>
                    <a:pt x="22341" y="27501"/>
                  </a:lnTo>
                  <a:lnTo>
                    <a:pt x="21990" y="28540"/>
                  </a:lnTo>
                  <a:lnTo>
                    <a:pt x="21880" y="29625"/>
                  </a:lnTo>
                  <a:lnTo>
                    <a:pt x="21920" y="30707"/>
                  </a:lnTo>
                  <a:lnTo>
                    <a:pt x="21390" y="34499"/>
                  </a:lnTo>
                  <a:lnTo>
                    <a:pt x="20916" y="39156"/>
                  </a:lnTo>
                  <a:lnTo>
                    <a:pt x="20617" y="41067"/>
                  </a:lnTo>
                  <a:lnTo>
                    <a:pt x="20029" y="42533"/>
                  </a:lnTo>
                  <a:lnTo>
                    <a:pt x="19282" y="43273"/>
                  </a:lnTo>
                  <a:lnTo>
                    <a:pt x="18795" y="43384"/>
                  </a:lnTo>
                  <a:lnTo>
                    <a:pt x="18351" y="43791"/>
                  </a:lnTo>
                  <a:lnTo>
                    <a:pt x="17267" y="46330"/>
                  </a:lnTo>
                  <a:lnTo>
                    <a:pt x="16043" y="48239"/>
                  </a:lnTo>
                  <a:lnTo>
                    <a:pt x="16246" y="49113"/>
                  </a:lnTo>
                  <a:lnTo>
                    <a:pt x="16257" y="49943"/>
                  </a:lnTo>
                  <a:lnTo>
                    <a:pt x="15722" y="50868"/>
                  </a:lnTo>
                  <a:lnTo>
                    <a:pt x="15125" y="50696"/>
                  </a:lnTo>
                  <a:lnTo>
                    <a:pt x="13399" y="51446"/>
                  </a:lnTo>
                  <a:lnTo>
                    <a:pt x="12764" y="52876"/>
                  </a:lnTo>
                  <a:lnTo>
                    <a:pt x="12117" y="55511"/>
                  </a:lnTo>
                  <a:lnTo>
                    <a:pt x="11871" y="55866"/>
                  </a:lnTo>
                  <a:lnTo>
                    <a:pt x="10832" y="56480"/>
                  </a:lnTo>
                  <a:lnTo>
                    <a:pt x="10034" y="56718"/>
                  </a:lnTo>
                  <a:lnTo>
                    <a:pt x="8680" y="54861"/>
                  </a:lnTo>
                  <a:lnTo>
                    <a:pt x="8008" y="54315"/>
                  </a:lnTo>
                  <a:lnTo>
                    <a:pt x="6217" y="53560"/>
                  </a:lnTo>
                  <a:lnTo>
                    <a:pt x="4476" y="52300"/>
                  </a:lnTo>
                  <a:lnTo>
                    <a:pt x="3254" y="50872"/>
                  </a:lnTo>
                  <a:lnTo>
                    <a:pt x="748" y="47352"/>
                  </a:lnTo>
                  <a:lnTo>
                    <a:pt x="459" y="40999"/>
                  </a:lnTo>
                  <a:lnTo>
                    <a:pt x="27" y="37569"/>
                  </a:lnTo>
                  <a:lnTo>
                    <a:pt x="0" y="36346"/>
                  </a:lnTo>
                  <a:lnTo>
                    <a:pt x="162" y="25787"/>
                  </a:lnTo>
                  <a:lnTo>
                    <a:pt x="339" y="24633"/>
                  </a:lnTo>
                  <a:lnTo>
                    <a:pt x="657" y="23623"/>
                  </a:lnTo>
                  <a:lnTo>
                    <a:pt x="1764" y="21262"/>
                  </a:lnTo>
                  <a:lnTo>
                    <a:pt x="3033" y="19395"/>
                  </a:lnTo>
                  <a:lnTo>
                    <a:pt x="4851" y="15488"/>
                  </a:lnTo>
                  <a:lnTo>
                    <a:pt x="6171" y="13699"/>
                  </a:lnTo>
                  <a:lnTo>
                    <a:pt x="7279" y="11128"/>
                  </a:lnTo>
                  <a:lnTo>
                    <a:pt x="6630" y="11236"/>
                  </a:lnTo>
                  <a:lnTo>
                    <a:pt x="6152" y="10912"/>
                  </a:lnTo>
                  <a:lnTo>
                    <a:pt x="6623" y="8714"/>
                  </a:lnTo>
                  <a:lnTo>
                    <a:pt x="7129" y="7537"/>
                  </a:lnTo>
                  <a:lnTo>
                    <a:pt x="7712" y="6895"/>
                  </a:lnTo>
                  <a:lnTo>
                    <a:pt x="8885" y="7355"/>
                  </a:lnTo>
                  <a:lnTo>
                    <a:pt x="9970" y="6899"/>
                  </a:lnTo>
                  <a:lnTo>
                    <a:pt x="10772" y="4947"/>
                  </a:lnTo>
                  <a:lnTo>
                    <a:pt x="11533" y="4531"/>
                  </a:lnTo>
                  <a:lnTo>
                    <a:pt x="14428" y="5171"/>
                  </a:lnTo>
                  <a:lnTo>
                    <a:pt x="16435" y="4279"/>
                  </a:lnTo>
                  <a:lnTo>
                    <a:pt x="17441" y="2483"/>
                  </a:lnTo>
                  <a:lnTo>
                    <a:pt x="17915" y="2413"/>
                  </a:lnTo>
                  <a:lnTo>
                    <a:pt x="19398" y="2923"/>
                  </a:lnTo>
                  <a:lnTo>
                    <a:pt x="19947" y="4791"/>
                  </a:lnTo>
                  <a:lnTo>
                    <a:pt x="19898" y="3537"/>
                  </a:lnTo>
                  <a:lnTo>
                    <a:pt x="19961" y="2320"/>
                  </a:lnTo>
                  <a:lnTo>
                    <a:pt x="20234" y="2452"/>
                  </a:lnTo>
                  <a:lnTo>
                    <a:pt x="22171" y="4768"/>
                  </a:lnTo>
                  <a:lnTo>
                    <a:pt x="22178" y="1929"/>
                  </a:lnTo>
                  <a:lnTo>
                    <a:pt x="22287" y="1185"/>
                  </a:lnTo>
                  <a:lnTo>
                    <a:pt x="22893" y="0"/>
                  </a:lnTo>
                  <a:lnTo>
                    <a:pt x="23197" y="20"/>
                  </a:lnTo>
                  <a:lnTo>
                    <a:pt x="23947" y="2312"/>
                  </a:lnTo>
                  <a:lnTo>
                    <a:pt x="24680" y="36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4420717" y="3010787"/>
              <a:ext cx="3121" cy="3706"/>
            </a:xfrm>
            <a:custGeom>
              <a:avLst/>
              <a:pathLst>
                <a:path w="3121" h="3706">
                  <a:moveTo>
                    <a:pt x="1368" y="0"/>
                  </a:moveTo>
                  <a:lnTo>
                    <a:pt x="1790" y="1021"/>
                  </a:lnTo>
                  <a:lnTo>
                    <a:pt x="2917" y="297"/>
                  </a:lnTo>
                  <a:lnTo>
                    <a:pt x="3121" y="1600"/>
                  </a:lnTo>
                  <a:lnTo>
                    <a:pt x="3113" y="2207"/>
                  </a:lnTo>
                  <a:lnTo>
                    <a:pt x="2716" y="3706"/>
                  </a:lnTo>
                  <a:lnTo>
                    <a:pt x="1785" y="2549"/>
                  </a:lnTo>
                  <a:lnTo>
                    <a:pt x="855" y="2819"/>
                  </a:lnTo>
                  <a:lnTo>
                    <a:pt x="185" y="2718"/>
                  </a:lnTo>
                  <a:lnTo>
                    <a:pt x="0" y="2008"/>
                  </a:lnTo>
                  <a:lnTo>
                    <a:pt x="513" y="5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4446384" y="2992553"/>
              <a:ext cx="1392" cy="2710"/>
            </a:xfrm>
            <a:custGeom>
              <a:avLst/>
              <a:pathLst>
                <a:path w="1392" h="2710">
                  <a:moveTo>
                    <a:pt x="1348" y="2086"/>
                  </a:moveTo>
                  <a:lnTo>
                    <a:pt x="233" y="2710"/>
                  </a:lnTo>
                  <a:lnTo>
                    <a:pt x="0" y="2576"/>
                  </a:lnTo>
                  <a:lnTo>
                    <a:pt x="385" y="1048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4448516" y="2990720"/>
              <a:ext cx="1702" cy="5627"/>
            </a:xfrm>
            <a:custGeom>
              <a:avLst/>
              <a:pathLst>
                <a:path w="1702" h="5627">
                  <a:moveTo>
                    <a:pt x="880" y="5035"/>
                  </a:moveTo>
                  <a:lnTo>
                    <a:pt x="663" y="5627"/>
                  </a:lnTo>
                  <a:lnTo>
                    <a:pt x="332" y="4556"/>
                  </a:lnTo>
                  <a:lnTo>
                    <a:pt x="236" y="3024"/>
                  </a:lnTo>
                  <a:lnTo>
                    <a:pt x="0" y="2196"/>
                  </a:lnTo>
                  <a:lnTo>
                    <a:pt x="543" y="1152"/>
                  </a:lnTo>
                  <a:lnTo>
                    <a:pt x="787" y="0"/>
                  </a:lnTo>
                  <a:lnTo>
                    <a:pt x="1434" y="229"/>
                  </a:lnTo>
                  <a:lnTo>
                    <a:pt x="1702" y="580"/>
                  </a:lnTo>
                  <a:lnTo>
                    <a:pt x="1134" y="1776"/>
                  </a:lnTo>
                  <a:lnTo>
                    <a:pt x="999" y="2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4456370" y="2957263"/>
              <a:ext cx="1808" cy="4332"/>
            </a:xfrm>
            <a:custGeom>
              <a:avLst/>
              <a:pathLst>
                <a:path w="1808" h="4332">
                  <a:moveTo>
                    <a:pt x="1713" y="2965"/>
                  </a:moveTo>
                  <a:lnTo>
                    <a:pt x="1808" y="4332"/>
                  </a:lnTo>
                  <a:lnTo>
                    <a:pt x="922" y="2252"/>
                  </a:lnTo>
                  <a:lnTo>
                    <a:pt x="669" y="2132"/>
                  </a:lnTo>
                  <a:lnTo>
                    <a:pt x="246" y="1357"/>
                  </a:lnTo>
                  <a:lnTo>
                    <a:pt x="0" y="50"/>
                  </a:lnTo>
                  <a:lnTo>
                    <a:pt x="687" y="0"/>
                  </a:lnTo>
                  <a:lnTo>
                    <a:pt x="1318" y="15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4509427" y="2908572"/>
              <a:ext cx="1206" cy="3433"/>
            </a:xfrm>
            <a:custGeom>
              <a:avLst/>
              <a:pathLst>
                <a:path w="1206" h="3433">
                  <a:moveTo>
                    <a:pt x="1206" y="1656"/>
                  </a:moveTo>
                  <a:lnTo>
                    <a:pt x="826" y="3433"/>
                  </a:lnTo>
                  <a:lnTo>
                    <a:pt x="156" y="3138"/>
                  </a:lnTo>
                  <a:lnTo>
                    <a:pt x="136" y="1875"/>
                  </a:lnTo>
                  <a:lnTo>
                    <a:pt x="0" y="1504"/>
                  </a:lnTo>
                  <a:lnTo>
                    <a:pt x="184" y="328"/>
                  </a:lnTo>
                  <a:lnTo>
                    <a:pt x="307" y="0"/>
                  </a:lnTo>
                  <a:lnTo>
                    <a:pt x="1066" y="9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4527814" y="2876043"/>
              <a:ext cx="1620" cy="7165"/>
            </a:xfrm>
            <a:custGeom>
              <a:avLst/>
              <a:pathLst>
                <a:path w="1620" h="7165">
                  <a:moveTo>
                    <a:pt x="1418" y="5797"/>
                  </a:moveTo>
                  <a:lnTo>
                    <a:pt x="575" y="7165"/>
                  </a:lnTo>
                  <a:lnTo>
                    <a:pt x="48" y="6514"/>
                  </a:lnTo>
                  <a:lnTo>
                    <a:pt x="38" y="4682"/>
                  </a:lnTo>
                  <a:lnTo>
                    <a:pt x="307" y="3031"/>
                  </a:lnTo>
                  <a:lnTo>
                    <a:pt x="0" y="1841"/>
                  </a:lnTo>
                  <a:lnTo>
                    <a:pt x="301" y="424"/>
                  </a:lnTo>
                  <a:lnTo>
                    <a:pt x="930" y="0"/>
                  </a:lnTo>
                  <a:lnTo>
                    <a:pt x="1152" y="884"/>
                  </a:lnTo>
                  <a:lnTo>
                    <a:pt x="1507" y="1353"/>
                  </a:lnTo>
                  <a:lnTo>
                    <a:pt x="1616" y="1835"/>
                  </a:lnTo>
                  <a:lnTo>
                    <a:pt x="1620" y="2763"/>
                  </a:lnTo>
                  <a:lnTo>
                    <a:pt x="1284" y="4295"/>
                  </a:lnTo>
                  <a:lnTo>
                    <a:pt x="1549" y="51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4544116" y="2800657"/>
              <a:ext cx="1360" cy="4192"/>
            </a:xfrm>
            <a:custGeom>
              <a:avLst/>
              <a:pathLst>
                <a:path w="1360" h="4192">
                  <a:moveTo>
                    <a:pt x="1360" y="3485"/>
                  </a:moveTo>
                  <a:lnTo>
                    <a:pt x="371" y="4192"/>
                  </a:lnTo>
                  <a:lnTo>
                    <a:pt x="0" y="4189"/>
                  </a:lnTo>
                  <a:lnTo>
                    <a:pt x="27" y="2043"/>
                  </a:lnTo>
                  <a:lnTo>
                    <a:pt x="839" y="0"/>
                  </a:lnTo>
                  <a:lnTo>
                    <a:pt x="1167" y="682"/>
                  </a:lnTo>
                  <a:lnTo>
                    <a:pt x="1356" y="17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4554462" y="2754034"/>
              <a:ext cx="1474" cy="3604"/>
            </a:xfrm>
            <a:custGeom>
              <a:avLst/>
              <a:pathLst>
                <a:path w="1474" h="3604">
                  <a:moveTo>
                    <a:pt x="1474" y="3050"/>
                  </a:moveTo>
                  <a:lnTo>
                    <a:pt x="1434" y="3604"/>
                  </a:lnTo>
                  <a:lnTo>
                    <a:pt x="466" y="1680"/>
                  </a:lnTo>
                  <a:lnTo>
                    <a:pt x="0" y="1367"/>
                  </a:lnTo>
                  <a:lnTo>
                    <a:pt x="222" y="279"/>
                  </a:lnTo>
                  <a:lnTo>
                    <a:pt x="873" y="0"/>
                  </a:lnTo>
                  <a:lnTo>
                    <a:pt x="1389" y="24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4557746" y="2748922"/>
              <a:ext cx="818" cy="3224"/>
            </a:xfrm>
            <a:custGeom>
              <a:avLst/>
              <a:pathLst>
                <a:path w="818" h="3224">
                  <a:moveTo>
                    <a:pt x="818" y="1856"/>
                  </a:moveTo>
                  <a:lnTo>
                    <a:pt x="706" y="3224"/>
                  </a:lnTo>
                  <a:lnTo>
                    <a:pt x="405" y="3029"/>
                  </a:lnTo>
                  <a:lnTo>
                    <a:pt x="0" y="598"/>
                  </a:lnTo>
                  <a:lnTo>
                    <a:pt x="217" y="0"/>
                  </a:lnTo>
                  <a:lnTo>
                    <a:pt x="791" y="1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4553630" y="2743370"/>
              <a:ext cx="4006" cy="5888"/>
            </a:xfrm>
            <a:custGeom>
              <a:avLst/>
              <a:pathLst>
                <a:path w="4006" h="5888">
                  <a:moveTo>
                    <a:pt x="3707" y="5309"/>
                  </a:moveTo>
                  <a:lnTo>
                    <a:pt x="3544" y="5888"/>
                  </a:lnTo>
                  <a:lnTo>
                    <a:pt x="2139" y="4191"/>
                  </a:lnTo>
                  <a:lnTo>
                    <a:pt x="619" y="3834"/>
                  </a:lnTo>
                  <a:lnTo>
                    <a:pt x="95" y="2343"/>
                  </a:lnTo>
                  <a:lnTo>
                    <a:pt x="0" y="0"/>
                  </a:lnTo>
                  <a:lnTo>
                    <a:pt x="1602" y="99"/>
                  </a:lnTo>
                  <a:lnTo>
                    <a:pt x="3577" y="2218"/>
                  </a:lnTo>
                  <a:lnTo>
                    <a:pt x="4006" y="33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4545020" y="2694252"/>
              <a:ext cx="7398" cy="10094"/>
            </a:xfrm>
            <a:custGeom>
              <a:avLst/>
              <a:pathLst>
                <a:path w="7398" h="10094">
                  <a:moveTo>
                    <a:pt x="7398" y="9251"/>
                  </a:moveTo>
                  <a:lnTo>
                    <a:pt x="6465" y="10094"/>
                  </a:lnTo>
                  <a:lnTo>
                    <a:pt x="3506" y="7557"/>
                  </a:lnTo>
                  <a:lnTo>
                    <a:pt x="1422" y="4775"/>
                  </a:lnTo>
                  <a:lnTo>
                    <a:pt x="178" y="1396"/>
                  </a:lnTo>
                  <a:lnTo>
                    <a:pt x="0" y="0"/>
                  </a:lnTo>
                  <a:lnTo>
                    <a:pt x="1451" y="236"/>
                  </a:lnTo>
                  <a:lnTo>
                    <a:pt x="2873" y="1445"/>
                  </a:lnTo>
                  <a:lnTo>
                    <a:pt x="3187" y="3301"/>
                  </a:lnTo>
                  <a:lnTo>
                    <a:pt x="3760" y="3884"/>
                  </a:lnTo>
                  <a:lnTo>
                    <a:pt x="4149" y="4966"/>
                  </a:lnTo>
                  <a:lnTo>
                    <a:pt x="6781" y="7482"/>
                  </a:lnTo>
                  <a:lnTo>
                    <a:pt x="7182" y="82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4004456" y="2051553"/>
              <a:ext cx="694329" cy="983743"/>
            </a:xfrm>
            <a:custGeom>
              <a:avLst/>
              <a:pathLst>
                <a:path w="694329" h="983743">
                  <a:moveTo>
                    <a:pt x="646348" y="325636"/>
                  </a:moveTo>
                  <a:lnTo>
                    <a:pt x="646022" y="324599"/>
                  </a:lnTo>
                  <a:lnTo>
                    <a:pt x="645477" y="324268"/>
                  </a:lnTo>
                  <a:lnTo>
                    <a:pt x="644461" y="322816"/>
                  </a:lnTo>
                  <a:lnTo>
                    <a:pt x="643721" y="321217"/>
                  </a:lnTo>
                  <a:lnTo>
                    <a:pt x="643165" y="319448"/>
                  </a:lnTo>
                  <a:lnTo>
                    <a:pt x="643190" y="315672"/>
                  </a:lnTo>
                  <a:lnTo>
                    <a:pt x="643093" y="315105"/>
                  </a:lnTo>
                  <a:lnTo>
                    <a:pt x="642082" y="314332"/>
                  </a:lnTo>
                  <a:lnTo>
                    <a:pt x="641781" y="313208"/>
                  </a:lnTo>
                  <a:lnTo>
                    <a:pt x="641302" y="312671"/>
                  </a:lnTo>
                  <a:lnTo>
                    <a:pt x="640617" y="313013"/>
                  </a:lnTo>
                  <a:lnTo>
                    <a:pt x="640103" y="312651"/>
                  </a:lnTo>
                  <a:lnTo>
                    <a:pt x="639697" y="312036"/>
                  </a:lnTo>
                  <a:lnTo>
                    <a:pt x="639209" y="311963"/>
                  </a:lnTo>
                  <a:lnTo>
                    <a:pt x="638786" y="312939"/>
                  </a:lnTo>
                  <a:lnTo>
                    <a:pt x="638564" y="315033"/>
                  </a:lnTo>
                  <a:lnTo>
                    <a:pt x="637857" y="318510"/>
                  </a:lnTo>
                  <a:lnTo>
                    <a:pt x="637791" y="320611"/>
                  </a:lnTo>
                  <a:lnTo>
                    <a:pt x="637485" y="323615"/>
                  </a:lnTo>
                  <a:lnTo>
                    <a:pt x="637182" y="327421"/>
                  </a:lnTo>
                  <a:lnTo>
                    <a:pt x="636933" y="328215"/>
                  </a:lnTo>
                  <a:lnTo>
                    <a:pt x="636139" y="328329"/>
                  </a:lnTo>
                  <a:lnTo>
                    <a:pt x="635866" y="328577"/>
                  </a:lnTo>
                  <a:lnTo>
                    <a:pt x="635454" y="329871"/>
                  </a:lnTo>
                  <a:lnTo>
                    <a:pt x="634956" y="330090"/>
                  </a:lnTo>
                  <a:lnTo>
                    <a:pt x="634515" y="329333"/>
                  </a:lnTo>
                  <a:lnTo>
                    <a:pt x="633819" y="328577"/>
                  </a:lnTo>
                  <a:lnTo>
                    <a:pt x="633163" y="328479"/>
                  </a:lnTo>
                  <a:lnTo>
                    <a:pt x="632571" y="329236"/>
                  </a:lnTo>
                  <a:lnTo>
                    <a:pt x="631876" y="330882"/>
                  </a:lnTo>
                  <a:lnTo>
                    <a:pt x="631482" y="332217"/>
                  </a:lnTo>
                  <a:lnTo>
                    <a:pt x="631341" y="333462"/>
                  </a:lnTo>
                  <a:lnTo>
                    <a:pt x="631229" y="335002"/>
                  </a:lnTo>
                  <a:lnTo>
                    <a:pt x="630527" y="336478"/>
                  </a:lnTo>
                  <a:lnTo>
                    <a:pt x="629886" y="337250"/>
                  </a:lnTo>
                  <a:lnTo>
                    <a:pt x="628562" y="339424"/>
                  </a:lnTo>
                  <a:lnTo>
                    <a:pt x="628139" y="340327"/>
                  </a:lnTo>
                  <a:lnTo>
                    <a:pt x="627190" y="340339"/>
                  </a:lnTo>
                  <a:lnTo>
                    <a:pt x="626159" y="340255"/>
                  </a:lnTo>
                  <a:lnTo>
                    <a:pt x="624770" y="340841"/>
                  </a:lnTo>
                  <a:lnTo>
                    <a:pt x="622505" y="341139"/>
                  </a:lnTo>
                  <a:lnTo>
                    <a:pt x="621149" y="340699"/>
                  </a:lnTo>
                  <a:lnTo>
                    <a:pt x="619472" y="341114"/>
                  </a:lnTo>
                  <a:lnTo>
                    <a:pt x="618167" y="341826"/>
                  </a:lnTo>
                  <a:lnTo>
                    <a:pt x="617979" y="342887"/>
                  </a:lnTo>
                  <a:lnTo>
                    <a:pt x="618027" y="344456"/>
                  </a:lnTo>
                  <a:lnTo>
                    <a:pt x="618290" y="345482"/>
                  </a:lnTo>
                  <a:lnTo>
                    <a:pt x="618609" y="346168"/>
                  </a:lnTo>
                  <a:lnTo>
                    <a:pt x="619151" y="348279"/>
                  </a:lnTo>
                  <a:lnTo>
                    <a:pt x="619717" y="350320"/>
                  </a:lnTo>
                  <a:lnTo>
                    <a:pt x="620581" y="351640"/>
                  </a:lnTo>
                  <a:lnTo>
                    <a:pt x="620938" y="353057"/>
                  </a:lnTo>
                  <a:lnTo>
                    <a:pt x="620957" y="354376"/>
                  </a:lnTo>
                  <a:lnTo>
                    <a:pt x="620548" y="356038"/>
                  </a:lnTo>
                  <a:lnTo>
                    <a:pt x="619928" y="358211"/>
                  </a:lnTo>
                  <a:lnTo>
                    <a:pt x="619350" y="359548"/>
                  </a:lnTo>
                  <a:lnTo>
                    <a:pt x="618916" y="359504"/>
                  </a:lnTo>
                  <a:lnTo>
                    <a:pt x="618252" y="358725"/>
                  </a:lnTo>
                  <a:lnTo>
                    <a:pt x="617802" y="357748"/>
                  </a:lnTo>
                  <a:lnTo>
                    <a:pt x="616729" y="357380"/>
                  </a:lnTo>
                  <a:lnTo>
                    <a:pt x="614107" y="358005"/>
                  </a:lnTo>
                  <a:lnTo>
                    <a:pt x="612795" y="357569"/>
                  </a:lnTo>
                  <a:lnTo>
                    <a:pt x="612169" y="356771"/>
                  </a:lnTo>
                  <a:lnTo>
                    <a:pt x="611071" y="356710"/>
                  </a:lnTo>
                  <a:lnTo>
                    <a:pt x="609373" y="355646"/>
                  </a:lnTo>
                  <a:lnTo>
                    <a:pt x="608338" y="355305"/>
                  </a:lnTo>
                  <a:lnTo>
                    <a:pt x="607850" y="354620"/>
                  </a:lnTo>
                  <a:lnTo>
                    <a:pt x="607756" y="353057"/>
                  </a:lnTo>
                  <a:lnTo>
                    <a:pt x="607267" y="351982"/>
                  </a:lnTo>
                  <a:lnTo>
                    <a:pt x="606994" y="350695"/>
                  </a:lnTo>
                  <a:lnTo>
                    <a:pt x="606376" y="349079"/>
                  </a:lnTo>
                  <a:lnTo>
                    <a:pt x="605784" y="348268"/>
                  </a:lnTo>
                  <a:lnTo>
                    <a:pt x="605202" y="347926"/>
                  </a:lnTo>
                  <a:lnTo>
                    <a:pt x="604563" y="348903"/>
                  </a:lnTo>
                  <a:lnTo>
                    <a:pt x="603887" y="349783"/>
                  </a:lnTo>
                  <a:lnTo>
                    <a:pt x="603380" y="349587"/>
                  </a:lnTo>
                  <a:lnTo>
                    <a:pt x="603136" y="349832"/>
                  </a:lnTo>
                  <a:lnTo>
                    <a:pt x="602857" y="350561"/>
                  </a:lnTo>
                  <a:lnTo>
                    <a:pt x="601770" y="352066"/>
                  </a:lnTo>
                  <a:lnTo>
                    <a:pt x="601509" y="353444"/>
                  </a:lnTo>
                  <a:lnTo>
                    <a:pt x="601076" y="356363"/>
                  </a:lnTo>
                  <a:lnTo>
                    <a:pt x="600774" y="359364"/>
                  </a:lnTo>
                  <a:lnTo>
                    <a:pt x="600511" y="360426"/>
                  </a:lnTo>
                  <a:lnTo>
                    <a:pt x="600069" y="360609"/>
                  </a:lnTo>
                  <a:lnTo>
                    <a:pt x="599619" y="361511"/>
                  </a:lnTo>
                  <a:lnTo>
                    <a:pt x="598675" y="364337"/>
                  </a:lnTo>
                  <a:lnTo>
                    <a:pt x="597822" y="366934"/>
                  </a:lnTo>
                  <a:lnTo>
                    <a:pt x="596584" y="368693"/>
                  </a:lnTo>
                  <a:lnTo>
                    <a:pt x="596000" y="370306"/>
                  </a:lnTo>
                  <a:lnTo>
                    <a:pt x="595701" y="371772"/>
                  </a:lnTo>
                  <a:lnTo>
                    <a:pt x="594818" y="373824"/>
                  </a:lnTo>
                  <a:lnTo>
                    <a:pt x="593522" y="374190"/>
                  </a:lnTo>
                  <a:lnTo>
                    <a:pt x="592489" y="374787"/>
                  </a:lnTo>
                  <a:lnTo>
                    <a:pt x="591857" y="374945"/>
                  </a:lnTo>
                  <a:lnTo>
                    <a:pt x="591403" y="375773"/>
                  </a:lnTo>
                  <a:lnTo>
                    <a:pt x="591072" y="377037"/>
                  </a:lnTo>
                  <a:lnTo>
                    <a:pt x="590912" y="377538"/>
                  </a:lnTo>
                  <a:lnTo>
                    <a:pt x="590330" y="377538"/>
                  </a:lnTo>
                  <a:lnTo>
                    <a:pt x="589748" y="378613"/>
                  </a:lnTo>
                  <a:lnTo>
                    <a:pt x="588321" y="381055"/>
                  </a:lnTo>
                  <a:lnTo>
                    <a:pt x="587158" y="381507"/>
                  </a:lnTo>
                  <a:lnTo>
                    <a:pt x="585698" y="383139"/>
                  </a:lnTo>
                  <a:lnTo>
                    <a:pt x="584415" y="384378"/>
                  </a:lnTo>
                  <a:lnTo>
                    <a:pt x="583882" y="385075"/>
                  </a:lnTo>
                  <a:lnTo>
                    <a:pt x="583739" y="385844"/>
                  </a:lnTo>
                  <a:lnTo>
                    <a:pt x="583551" y="386822"/>
                  </a:lnTo>
                  <a:lnTo>
                    <a:pt x="582931" y="387017"/>
                  </a:lnTo>
                  <a:lnTo>
                    <a:pt x="582330" y="386968"/>
                  </a:lnTo>
                  <a:lnTo>
                    <a:pt x="580998" y="389216"/>
                  </a:lnTo>
                  <a:lnTo>
                    <a:pt x="580321" y="391122"/>
                  </a:lnTo>
                  <a:lnTo>
                    <a:pt x="577694" y="395188"/>
                  </a:lnTo>
                  <a:lnTo>
                    <a:pt x="576622" y="397475"/>
                  </a:lnTo>
                  <a:lnTo>
                    <a:pt x="576343" y="400435"/>
                  </a:lnTo>
                  <a:lnTo>
                    <a:pt x="576206" y="400213"/>
                  </a:lnTo>
                  <a:lnTo>
                    <a:pt x="575269" y="402796"/>
                  </a:lnTo>
                  <a:lnTo>
                    <a:pt x="573432" y="405253"/>
                  </a:lnTo>
                  <a:lnTo>
                    <a:pt x="569508" y="405802"/>
                  </a:lnTo>
                  <a:lnTo>
                    <a:pt x="568267" y="404054"/>
                  </a:lnTo>
                  <a:lnTo>
                    <a:pt x="567817" y="405259"/>
                  </a:lnTo>
                  <a:lnTo>
                    <a:pt x="567470" y="406875"/>
                  </a:lnTo>
                  <a:lnTo>
                    <a:pt x="566441" y="407414"/>
                  </a:lnTo>
                  <a:lnTo>
                    <a:pt x="564829" y="407560"/>
                  </a:lnTo>
                  <a:lnTo>
                    <a:pt x="563930" y="408625"/>
                  </a:lnTo>
                  <a:lnTo>
                    <a:pt x="563449" y="409815"/>
                  </a:lnTo>
                  <a:lnTo>
                    <a:pt x="561242" y="410202"/>
                  </a:lnTo>
                  <a:lnTo>
                    <a:pt x="560432" y="411786"/>
                  </a:lnTo>
                  <a:lnTo>
                    <a:pt x="559059" y="412350"/>
                  </a:lnTo>
                  <a:lnTo>
                    <a:pt x="553323" y="419286"/>
                  </a:lnTo>
                  <a:lnTo>
                    <a:pt x="552076" y="422205"/>
                  </a:lnTo>
                  <a:lnTo>
                    <a:pt x="550893" y="425615"/>
                  </a:lnTo>
                  <a:lnTo>
                    <a:pt x="550062" y="427332"/>
                  </a:lnTo>
                  <a:lnTo>
                    <a:pt x="549320" y="428533"/>
                  </a:lnTo>
                  <a:lnTo>
                    <a:pt x="548642" y="429025"/>
                  </a:lnTo>
                  <a:lnTo>
                    <a:pt x="547980" y="430208"/>
                  </a:lnTo>
                  <a:lnTo>
                    <a:pt x="547308" y="430358"/>
                  </a:lnTo>
                  <a:lnTo>
                    <a:pt x="546623" y="429818"/>
                  </a:lnTo>
                  <a:lnTo>
                    <a:pt x="545856" y="430003"/>
                  </a:lnTo>
                  <a:lnTo>
                    <a:pt x="545351" y="431439"/>
                  </a:lnTo>
                  <a:lnTo>
                    <a:pt x="545778" y="433301"/>
                  </a:lnTo>
                  <a:lnTo>
                    <a:pt x="545545" y="434090"/>
                  </a:lnTo>
                  <a:lnTo>
                    <a:pt x="544038" y="435105"/>
                  </a:lnTo>
                  <a:lnTo>
                    <a:pt x="541800" y="435771"/>
                  </a:lnTo>
                  <a:lnTo>
                    <a:pt x="540849" y="436991"/>
                  </a:lnTo>
                  <a:lnTo>
                    <a:pt x="540520" y="437683"/>
                  </a:lnTo>
                  <a:lnTo>
                    <a:pt x="540023" y="438034"/>
                  </a:lnTo>
                  <a:lnTo>
                    <a:pt x="539547" y="435621"/>
                  </a:lnTo>
                  <a:lnTo>
                    <a:pt x="539377" y="432444"/>
                  </a:lnTo>
                  <a:lnTo>
                    <a:pt x="540303" y="431680"/>
                  </a:lnTo>
                  <a:lnTo>
                    <a:pt x="541155" y="431278"/>
                  </a:lnTo>
                  <a:lnTo>
                    <a:pt x="545885" y="426892"/>
                  </a:lnTo>
                  <a:lnTo>
                    <a:pt x="545292" y="423598"/>
                  </a:lnTo>
                  <a:lnTo>
                    <a:pt x="545711" y="422163"/>
                  </a:lnTo>
                  <a:lnTo>
                    <a:pt x="546770" y="419834"/>
                  </a:lnTo>
                  <a:lnTo>
                    <a:pt x="547459" y="418683"/>
                  </a:lnTo>
                  <a:lnTo>
                    <a:pt x="547084" y="418260"/>
                  </a:lnTo>
                  <a:lnTo>
                    <a:pt x="543985" y="419028"/>
                  </a:lnTo>
                  <a:lnTo>
                    <a:pt x="542204" y="418970"/>
                  </a:lnTo>
                  <a:lnTo>
                    <a:pt x="541293" y="418735"/>
                  </a:lnTo>
                  <a:lnTo>
                    <a:pt x="541569" y="416742"/>
                  </a:lnTo>
                  <a:lnTo>
                    <a:pt x="541416" y="414755"/>
                  </a:lnTo>
                  <a:lnTo>
                    <a:pt x="541202" y="414009"/>
                  </a:lnTo>
                  <a:lnTo>
                    <a:pt x="542780" y="411747"/>
                  </a:lnTo>
                  <a:lnTo>
                    <a:pt x="543497" y="411189"/>
                  </a:lnTo>
                  <a:lnTo>
                    <a:pt x="544042" y="411223"/>
                  </a:lnTo>
                  <a:lnTo>
                    <a:pt x="544005" y="409855"/>
                  </a:lnTo>
                  <a:lnTo>
                    <a:pt x="543550" y="407798"/>
                  </a:lnTo>
                  <a:lnTo>
                    <a:pt x="544040" y="405140"/>
                  </a:lnTo>
                  <a:lnTo>
                    <a:pt x="547260" y="402017"/>
                  </a:lnTo>
                  <a:lnTo>
                    <a:pt x="548032" y="399184"/>
                  </a:lnTo>
                  <a:lnTo>
                    <a:pt x="549325" y="396541"/>
                  </a:lnTo>
                  <a:lnTo>
                    <a:pt x="551689" y="389969"/>
                  </a:lnTo>
                  <a:lnTo>
                    <a:pt x="551829" y="388852"/>
                  </a:lnTo>
                  <a:lnTo>
                    <a:pt x="552517" y="385775"/>
                  </a:lnTo>
                  <a:lnTo>
                    <a:pt x="552643" y="384544"/>
                  </a:lnTo>
                  <a:lnTo>
                    <a:pt x="551550" y="382745"/>
                  </a:lnTo>
                  <a:lnTo>
                    <a:pt x="551115" y="380220"/>
                  </a:lnTo>
                  <a:lnTo>
                    <a:pt x="547917" y="375672"/>
                  </a:lnTo>
                  <a:lnTo>
                    <a:pt x="547645" y="371766"/>
                  </a:lnTo>
                  <a:lnTo>
                    <a:pt x="547347" y="371937"/>
                  </a:lnTo>
                  <a:lnTo>
                    <a:pt x="546859" y="374674"/>
                  </a:lnTo>
                  <a:lnTo>
                    <a:pt x="546447" y="375552"/>
                  </a:lnTo>
                  <a:lnTo>
                    <a:pt x="544966" y="375633"/>
                  </a:lnTo>
                  <a:lnTo>
                    <a:pt x="544264" y="374599"/>
                  </a:lnTo>
                  <a:lnTo>
                    <a:pt x="540147" y="373923"/>
                  </a:lnTo>
                  <a:lnTo>
                    <a:pt x="539141" y="375686"/>
                  </a:lnTo>
                  <a:lnTo>
                    <a:pt x="538198" y="378419"/>
                  </a:lnTo>
                  <a:lnTo>
                    <a:pt x="537282" y="380370"/>
                  </a:lnTo>
                  <a:lnTo>
                    <a:pt x="536363" y="381371"/>
                  </a:lnTo>
                  <a:lnTo>
                    <a:pt x="535561" y="383149"/>
                  </a:lnTo>
                  <a:lnTo>
                    <a:pt x="532250" y="393730"/>
                  </a:lnTo>
                  <a:lnTo>
                    <a:pt x="530999" y="394531"/>
                  </a:lnTo>
                  <a:lnTo>
                    <a:pt x="525111" y="400926"/>
                  </a:lnTo>
                  <a:lnTo>
                    <a:pt x="522166" y="403432"/>
                  </a:lnTo>
                  <a:lnTo>
                    <a:pt x="519895" y="407869"/>
                  </a:lnTo>
                  <a:lnTo>
                    <a:pt x="519115" y="410554"/>
                  </a:lnTo>
                  <a:lnTo>
                    <a:pt x="518422" y="413530"/>
                  </a:lnTo>
                  <a:lnTo>
                    <a:pt x="518005" y="418046"/>
                  </a:lnTo>
                  <a:lnTo>
                    <a:pt x="515910" y="423533"/>
                  </a:lnTo>
                  <a:lnTo>
                    <a:pt x="515192" y="424709"/>
                  </a:lnTo>
                  <a:lnTo>
                    <a:pt x="514458" y="425187"/>
                  </a:lnTo>
                  <a:lnTo>
                    <a:pt x="513484" y="425018"/>
                  </a:lnTo>
                  <a:lnTo>
                    <a:pt x="512643" y="425362"/>
                  </a:lnTo>
                  <a:lnTo>
                    <a:pt x="511211" y="424878"/>
                  </a:lnTo>
                  <a:lnTo>
                    <a:pt x="509458" y="426617"/>
                  </a:lnTo>
                  <a:lnTo>
                    <a:pt x="507481" y="428122"/>
                  </a:lnTo>
                  <a:lnTo>
                    <a:pt x="505778" y="424340"/>
                  </a:lnTo>
                  <a:lnTo>
                    <a:pt x="504563" y="423404"/>
                  </a:lnTo>
                  <a:lnTo>
                    <a:pt x="502574" y="424452"/>
                  </a:lnTo>
                  <a:lnTo>
                    <a:pt x="501654" y="426130"/>
                  </a:lnTo>
                  <a:lnTo>
                    <a:pt x="499746" y="434451"/>
                  </a:lnTo>
                  <a:lnTo>
                    <a:pt x="499032" y="439221"/>
                  </a:lnTo>
                  <a:lnTo>
                    <a:pt x="499077" y="441181"/>
                  </a:lnTo>
                  <a:lnTo>
                    <a:pt x="500193" y="447118"/>
                  </a:lnTo>
                  <a:lnTo>
                    <a:pt x="501449" y="450444"/>
                  </a:lnTo>
                  <a:lnTo>
                    <a:pt x="504268" y="454234"/>
                  </a:lnTo>
                  <a:lnTo>
                    <a:pt x="510268" y="456848"/>
                  </a:lnTo>
                  <a:lnTo>
                    <a:pt x="511674" y="455919"/>
                  </a:lnTo>
                  <a:lnTo>
                    <a:pt x="513183" y="455910"/>
                  </a:lnTo>
                  <a:lnTo>
                    <a:pt x="514773" y="458389"/>
                  </a:lnTo>
                  <a:lnTo>
                    <a:pt x="515767" y="462490"/>
                  </a:lnTo>
                  <a:lnTo>
                    <a:pt x="515859" y="465292"/>
                  </a:lnTo>
                  <a:lnTo>
                    <a:pt x="515891" y="466257"/>
                  </a:lnTo>
                  <a:lnTo>
                    <a:pt x="516253" y="467082"/>
                  </a:lnTo>
                  <a:lnTo>
                    <a:pt x="516467" y="468496"/>
                  </a:lnTo>
                  <a:lnTo>
                    <a:pt x="515834" y="469669"/>
                  </a:lnTo>
                  <a:lnTo>
                    <a:pt x="515350" y="470251"/>
                  </a:lnTo>
                  <a:lnTo>
                    <a:pt x="514942" y="474602"/>
                  </a:lnTo>
                  <a:lnTo>
                    <a:pt x="514916" y="479417"/>
                  </a:lnTo>
                  <a:lnTo>
                    <a:pt x="515433" y="481014"/>
                  </a:lnTo>
                  <a:lnTo>
                    <a:pt x="516724" y="483258"/>
                  </a:lnTo>
                  <a:lnTo>
                    <a:pt x="518718" y="485116"/>
                  </a:lnTo>
                  <a:lnTo>
                    <a:pt x="520563" y="485516"/>
                  </a:lnTo>
                  <a:lnTo>
                    <a:pt x="524091" y="484620"/>
                  </a:lnTo>
                  <a:lnTo>
                    <a:pt x="525532" y="481715"/>
                  </a:lnTo>
                  <a:lnTo>
                    <a:pt x="525447" y="480462"/>
                  </a:lnTo>
                  <a:lnTo>
                    <a:pt x="525480" y="478835"/>
                  </a:lnTo>
                  <a:lnTo>
                    <a:pt x="528579" y="474575"/>
                  </a:lnTo>
                  <a:lnTo>
                    <a:pt x="530347" y="470802"/>
                  </a:lnTo>
                  <a:lnTo>
                    <a:pt x="530070" y="469803"/>
                  </a:lnTo>
                  <a:lnTo>
                    <a:pt x="529730" y="469138"/>
                  </a:lnTo>
                  <a:lnTo>
                    <a:pt x="530042" y="468752"/>
                  </a:lnTo>
                  <a:lnTo>
                    <a:pt x="531012" y="468487"/>
                  </a:lnTo>
                  <a:lnTo>
                    <a:pt x="535326" y="464560"/>
                  </a:lnTo>
                  <a:lnTo>
                    <a:pt x="538722" y="467773"/>
                  </a:lnTo>
                  <a:lnTo>
                    <a:pt x="540658" y="471468"/>
                  </a:lnTo>
                  <a:lnTo>
                    <a:pt x="542572" y="472094"/>
                  </a:lnTo>
                  <a:lnTo>
                    <a:pt x="543903" y="473983"/>
                  </a:lnTo>
                  <a:lnTo>
                    <a:pt x="545435" y="475599"/>
                  </a:lnTo>
                  <a:lnTo>
                    <a:pt x="547436" y="475709"/>
                  </a:lnTo>
                  <a:lnTo>
                    <a:pt x="549121" y="476044"/>
                  </a:lnTo>
                  <a:lnTo>
                    <a:pt x="549636" y="474553"/>
                  </a:lnTo>
                  <a:lnTo>
                    <a:pt x="550164" y="473573"/>
                  </a:lnTo>
                  <a:lnTo>
                    <a:pt x="550765" y="473768"/>
                  </a:lnTo>
                  <a:lnTo>
                    <a:pt x="551441" y="475723"/>
                  </a:lnTo>
                  <a:lnTo>
                    <a:pt x="553355" y="477227"/>
                  </a:lnTo>
                  <a:lnTo>
                    <a:pt x="555122" y="477147"/>
                  </a:lnTo>
                  <a:lnTo>
                    <a:pt x="556360" y="476602"/>
                  </a:lnTo>
                  <a:lnTo>
                    <a:pt x="557094" y="477299"/>
                  </a:lnTo>
                  <a:lnTo>
                    <a:pt x="556031" y="479808"/>
                  </a:lnTo>
                  <a:lnTo>
                    <a:pt x="556190" y="483851"/>
                  </a:lnTo>
                  <a:lnTo>
                    <a:pt x="555374" y="485129"/>
                  </a:lnTo>
                  <a:lnTo>
                    <a:pt x="554593" y="487189"/>
                  </a:lnTo>
                  <a:lnTo>
                    <a:pt x="555055" y="488544"/>
                  </a:lnTo>
                  <a:lnTo>
                    <a:pt x="555464" y="489124"/>
                  </a:lnTo>
                  <a:lnTo>
                    <a:pt x="555422" y="490773"/>
                  </a:lnTo>
                  <a:lnTo>
                    <a:pt x="554710" y="491710"/>
                  </a:lnTo>
                  <a:lnTo>
                    <a:pt x="553392" y="494160"/>
                  </a:lnTo>
                  <a:lnTo>
                    <a:pt x="552634" y="494112"/>
                  </a:lnTo>
                  <a:lnTo>
                    <a:pt x="552272" y="493639"/>
                  </a:lnTo>
                  <a:lnTo>
                    <a:pt x="552016" y="492761"/>
                  </a:lnTo>
                  <a:lnTo>
                    <a:pt x="551828" y="491353"/>
                  </a:lnTo>
                  <a:lnTo>
                    <a:pt x="551365" y="490424"/>
                  </a:lnTo>
                  <a:lnTo>
                    <a:pt x="550083" y="490066"/>
                  </a:lnTo>
                  <a:lnTo>
                    <a:pt x="548756" y="490400"/>
                  </a:lnTo>
                  <a:lnTo>
                    <a:pt x="545769" y="494037"/>
                  </a:lnTo>
                  <a:lnTo>
                    <a:pt x="542856" y="496933"/>
                  </a:lnTo>
                  <a:lnTo>
                    <a:pt x="539801" y="499235"/>
                  </a:lnTo>
                  <a:lnTo>
                    <a:pt x="538776" y="500686"/>
                  </a:lnTo>
                  <a:lnTo>
                    <a:pt x="538051" y="501082"/>
                  </a:lnTo>
                  <a:lnTo>
                    <a:pt x="536786" y="499983"/>
                  </a:lnTo>
                  <a:lnTo>
                    <a:pt x="536017" y="500052"/>
                  </a:lnTo>
                  <a:lnTo>
                    <a:pt x="535856" y="500808"/>
                  </a:lnTo>
                  <a:lnTo>
                    <a:pt x="536832" y="502827"/>
                  </a:lnTo>
                  <a:lnTo>
                    <a:pt x="537086" y="504411"/>
                  </a:lnTo>
                  <a:lnTo>
                    <a:pt x="536982" y="505627"/>
                  </a:lnTo>
                  <a:lnTo>
                    <a:pt x="536428" y="506161"/>
                  </a:lnTo>
                  <a:lnTo>
                    <a:pt x="535623" y="505268"/>
                  </a:lnTo>
                  <a:lnTo>
                    <a:pt x="534889" y="506539"/>
                  </a:lnTo>
                  <a:lnTo>
                    <a:pt x="534557" y="508683"/>
                  </a:lnTo>
                  <a:lnTo>
                    <a:pt x="534542" y="513776"/>
                  </a:lnTo>
                  <a:lnTo>
                    <a:pt x="534053" y="514912"/>
                  </a:lnTo>
                  <a:lnTo>
                    <a:pt x="532707" y="515540"/>
                  </a:lnTo>
                  <a:lnTo>
                    <a:pt x="531273" y="517160"/>
                  </a:lnTo>
                  <a:lnTo>
                    <a:pt x="530764" y="516411"/>
                  </a:lnTo>
                  <a:lnTo>
                    <a:pt x="530560" y="515498"/>
                  </a:lnTo>
                  <a:lnTo>
                    <a:pt x="530710" y="513153"/>
                  </a:lnTo>
                  <a:lnTo>
                    <a:pt x="530531" y="512009"/>
                  </a:lnTo>
                  <a:lnTo>
                    <a:pt x="529877" y="512068"/>
                  </a:lnTo>
                  <a:lnTo>
                    <a:pt x="528891" y="512769"/>
                  </a:lnTo>
                  <a:lnTo>
                    <a:pt x="528138" y="514310"/>
                  </a:lnTo>
                  <a:lnTo>
                    <a:pt x="527879" y="515238"/>
                  </a:lnTo>
                  <a:lnTo>
                    <a:pt x="528870" y="518235"/>
                  </a:lnTo>
                  <a:lnTo>
                    <a:pt x="529816" y="518538"/>
                  </a:lnTo>
                  <a:lnTo>
                    <a:pt x="530043" y="519211"/>
                  </a:lnTo>
                  <a:lnTo>
                    <a:pt x="529297" y="520674"/>
                  </a:lnTo>
                  <a:lnTo>
                    <a:pt x="527431" y="522855"/>
                  </a:lnTo>
                  <a:lnTo>
                    <a:pt x="527121" y="524680"/>
                  </a:lnTo>
                  <a:lnTo>
                    <a:pt x="526568" y="526427"/>
                  </a:lnTo>
                  <a:lnTo>
                    <a:pt x="525807" y="527816"/>
                  </a:lnTo>
                  <a:lnTo>
                    <a:pt x="525290" y="529281"/>
                  </a:lnTo>
                  <a:lnTo>
                    <a:pt x="524658" y="530047"/>
                  </a:lnTo>
                  <a:lnTo>
                    <a:pt x="523627" y="530904"/>
                  </a:lnTo>
                  <a:lnTo>
                    <a:pt x="522363" y="534416"/>
                  </a:lnTo>
                  <a:lnTo>
                    <a:pt x="521432" y="537704"/>
                  </a:lnTo>
                  <a:lnTo>
                    <a:pt x="520333" y="539394"/>
                  </a:lnTo>
                  <a:lnTo>
                    <a:pt x="519461" y="544937"/>
                  </a:lnTo>
                  <a:lnTo>
                    <a:pt x="517905" y="547952"/>
                  </a:lnTo>
                  <a:lnTo>
                    <a:pt x="517332" y="552767"/>
                  </a:lnTo>
                  <a:lnTo>
                    <a:pt x="517736" y="555734"/>
                  </a:lnTo>
                  <a:lnTo>
                    <a:pt x="519444" y="555705"/>
                  </a:lnTo>
                  <a:lnTo>
                    <a:pt x="520300" y="556746"/>
                  </a:lnTo>
                  <a:lnTo>
                    <a:pt x="522073" y="560645"/>
                  </a:lnTo>
                  <a:lnTo>
                    <a:pt x="524195" y="563187"/>
                  </a:lnTo>
                  <a:lnTo>
                    <a:pt x="526397" y="564617"/>
                  </a:lnTo>
                  <a:lnTo>
                    <a:pt x="529097" y="568226"/>
                  </a:lnTo>
                  <a:lnTo>
                    <a:pt x="529838" y="569752"/>
                  </a:lnTo>
                  <a:lnTo>
                    <a:pt x="530474" y="572856"/>
                  </a:lnTo>
                  <a:lnTo>
                    <a:pt x="531643" y="581800"/>
                  </a:lnTo>
                  <a:lnTo>
                    <a:pt x="532485" y="586228"/>
                  </a:lnTo>
                  <a:lnTo>
                    <a:pt x="532542" y="588541"/>
                  </a:lnTo>
                  <a:lnTo>
                    <a:pt x="533800" y="592904"/>
                  </a:lnTo>
                  <a:lnTo>
                    <a:pt x="535150" y="600406"/>
                  </a:lnTo>
                  <a:lnTo>
                    <a:pt x="536701" y="606911"/>
                  </a:lnTo>
                  <a:lnTo>
                    <a:pt x="537000" y="612031"/>
                  </a:lnTo>
                  <a:lnTo>
                    <a:pt x="536496" y="614369"/>
                  </a:lnTo>
                  <a:lnTo>
                    <a:pt x="536498" y="617404"/>
                  </a:lnTo>
                  <a:lnTo>
                    <a:pt x="538051" y="620192"/>
                  </a:lnTo>
                  <a:lnTo>
                    <a:pt x="541496" y="623434"/>
                  </a:lnTo>
                  <a:lnTo>
                    <a:pt x="542045" y="624388"/>
                  </a:lnTo>
                  <a:lnTo>
                    <a:pt x="542718" y="625957"/>
                  </a:lnTo>
                  <a:lnTo>
                    <a:pt x="542752" y="630853"/>
                  </a:lnTo>
                  <a:lnTo>
                    <a:pt x="543284" y="632417"/>
                  </a:lnTo>
                  <a:lnTo>
                    <a:pt x="543735" y="633369"/>
                  </a:lnTo>
                  <a:lnTo>
                    <a:pt x="545821" y="635440"/>
                  </a:lnTo>
                  <a:lnTo>
                    <a:pt x="546694" y="637158"/>
                  </a:lnTo>
                  <a:lnTo>
                    <a:pt x="547618" y="639909"/>
                  </a:lnTo>
                  <a:lnTo>
                    <a:pt x="547889" y="642371"/>
                  </a:lnTo>
                  <a:lnTo>
                    <a:pt x="548002" y="645707"/>
                  </a:lnTo>
                  <a:lnTo>
                    <a:pt x="546836" y="645826"/>
                  </a:lnTo>
                  <a:lnTo>
                    <a:pt x="545896" y="645453"/>
                  </a:lnTo>
                  <a:lnTo>
                    <a:pt x="542162" y="641120"/>
                  </a:lnTo>
                  <a:lnTo>
                    <a:pt x="541190" y="641005"/>
                  </a:lnTo>
                  <a:lnTo>
                    <a:pt x="539821" y="641606"/>
                  </a:lnTo>
                  <a:lnTo>
                    <a:pt x="537865" y="640807"/>
                  </a:lnTo>
                  <a:lnTo>
                    <a:pt x="535800" y="636009"/>
                  </a:lnTo>
                  <a:lnTo>
                    <a:pt x="534310" y="634552"/>
                  </a:lnTo>
                  <a:lnTo>
                    <a:pt x="532716" y="633819"/>
                  </a:lnTo>
                  <a:lnTo>
                    <a:pt x="528900" y="637947"/>
                  </a:lnTo>
                  <a:lnTo>
                    <a:pt x="527931" y="637657"/>
                  </a:lnTo>
                  <a:lnTo>
                    <a:pt x="527649" y="638122"/>
                  </a:lnTo>
                  <a:lnTo>
                    <a:pt x="527218" y="638830"/>
                  </a:lnTo>
                  <a:lnTo>
                    <a:pt x="528985" y="639715"/>
                  </a:lnTo>
                  <a:lnTo>
                    <a:pt x="530755" y="638363"/>
                  </a:lnTo>
                  <a:lnTo>
                    <a:pt x="532455" y="636362"/>
                  </a:lnTo>
                  <a:lnTo>
                    <a:pt x="534935" y="637428"/>
                  </a:lnTo>
                  <a:lnTo>
                    <a:pt x="535352" y="639227"/>
                  </a:lnTo>
                  <a:lnTo>
                    <a:pt x="535755" y="642273"/>
                  </a:lnTo>
                  <a:lnTo>
                    <a:pt x="537455" y="644329"/>
                  </a:lnTo>
                  <a:lnTo>
                    <a:pt x="538794" y="645238"/>
                  </a:lnTo>
                  <a:lnTo>
                    <a:pt x="540492" y="647937"/>
                  </a:lnTo>
                  <a:lnTo>
                    <a:pt x="542151" y="652155"/>
                  </a:lnTo>
                  <a:lnTo>
                    <a:pt x="545667" y="657049"/>
                  </a:lnTo>
                  <a:lnTo>
                    <a:pt x="547090" y="661683"/>
                  </a:lnTo>
                  <a:lnTo>
                    <a:pt x="547641" y="664676"/>
                  </a:lnTo>
                  <a:lnTo>
                    <a:pt x="548134" y="668949"/>
                  </a:lnTo>
                  <a:lnTo>
                    <a:pt x="546902" y="670327"/>
                  </a:lnTo>
                  <a:lnTo>
                    <a:pt x="545832" y="670522"/>
                  </a:lnTo>
                  <a:lnTo>
                    <a:pt x="544155" y="671196"/>
                  </a:lnTo>
                  <a:lnTo>
                    <a:pt x="542922" y="672708"/>
                  </a:lnTo>
                  <a:lnTo>
                    <a:pt x="541685" y="675370"/>
                  </a:lnTo>
                  <a:lnTo>
                    <a:pt x="538139" y="679550"/>
                  </a:lnTo>
                  <a:lnTo>
                    <a:pt x="537464" y="682165"/>
                  </a:lnTo>
                  <a:lnTo>
                    <a:pt x="537001" y="684444"/>
                  </a:lnTo>
                  <a:lnTo>
                    <a:pt x="536138" y="685566"/>
                  </a:lnTo>
                  <a:lnTo>
                    <a:pt x="533963" y="684496"/>
                  </a:lnTo>
                  <a:lnTo>
                    <a:pt x="531917" y="684585"/>
                  </a:lnTo>
                  <a:lnTo>
                    <a:pt x="529597" y="687667"/>
                  </a:lnTo>
                  <a:lnTo>
                    <a:pt x="529020" y="688915"/>
                  </a:lnTo>
                  <a:lnTo>
                    <a:pt x="529404" y="688671"/>
                  </a:lnTo>
                  <a:lnTo>
                    <a:pt x="529768" y="688273"/>
                  </a:lnTo>
                  <a:lnTo>
                    <a:pt x="530813" y="688735"/>
                  </a:lnTo>
                  <a:lnTo>
                    <a:pt x="532425" y="687090"/>
                  </a:lnTo>
                  <a:lnTo>
                    <a:pt x="534002" y="692111"/>
                  </a:lnTo>
                  <a:lnTo>
                    <a:pt x="537081" y="691299"/>
                  </a:lnTo>
                  <a:lnTo>
                    <a:pt x="539975" y="687129"/>
                  </a:lnTo>
                  <a:lnTo>
                    <a:pt x="541095" y="687059"/>
                  </a:lnTo>
                  <a:lnTo>
                    <a:pt x="542033" y="687702"/>
                  </a:lnTo>
                  <a:lnTo>
                    <a:pt x="543079" y="689348"/>
                  </a:lnTo>
                  <a:lnTo>
                    <a:pt x="545863" y="696663"/>
                  </a:lnTo>
                  <a:lnTo>
                    <a:pt x="547389" y="697459"/>
                  </a:lnTo>
                  <a:lnTo>
                    <a:pt x="548888" y="699175"/>
                  </a:lnTo>
                  <a:lnTo>
                    <a:pt x="549717" y="699364"/>
                  </a:lnTo>
                  <a:lnTo>
                    <a:pt x="550462" y="699876"/>
                  </a:lnTo>
                  <a:lnTo>
                    <a:pt x="548450" y="702555"/>
                  </a:lnTo>
                  <a:lnTo>
                    <a:pt x="545848" y="708344"/>
                  </a:lnTo>
                  <a:lnTo>
                    <a:pt x="544690" y="709726"/>
                  </a:lnTo>
                  <a:lnTo>
                    <a:pt x="543914" y="711276"/>
                  </a:lnTo>
                  <a:lnTo>
                    <a:pt x="546005" y="710495"/>
                  </a:lnTo>
                  <a:lnTo>
                    <a:pt x="547498" y="707728"/>
                  </a:lnTo>
                  <a:lnTo>
                    <a:pt x="548249" y="707044"/>
                  </a:lnTo>
                  <a:lnTo>
                    <a:pt x="548853" y="707690"/>
                  </a:lnTo>
                  <a:lnTo>
                    <a:pt x="549161" y="711097"/>
                  </a:lnTo>
                  <a:lnTo>
                    <a:pt x="548587" y="721605"/>
                  </a:lnTo>
                  <a:lnTo>
                    <a:pt x="547857" y="721785"/>
                  </a:lnTo>
                  <a:lnTo>
                    <a:pt x="547145" y="718926"/>
                  </a:lnTo>
                  <a:lnTo>
                    <a:pt x="546312" y="718020"/>
                  </a:lnTo>
                  <a:lnTo>
                    <a:pt x="545614" y="718617"/>
                  </a:lnTo>
                  <a:lnTo>
                    <a:pt x="544225" y="718600"/>
                  </a:lnTo>
                  <a:lnTo>
                    <a:pt x="543696" y="719887"/>
                  </a:lnTo>
                  <a:lnTo>
                    <a:pt x="543248" y="721713"/>
                  </a:lnTo>
                  <a:lnTo>
                    <a:pt x="544080" y="722094"/>
                  </a:lnTo>
                  <a:lnTo>
                    <a:pt x="545716" y="725281"/>
                  </a:lnTo>
                  <a:lnTo>
                    <a:pt x="545883" y="726980"/>
                  </a:lnTo>
                  <a:lnTo>
                    <a:pt x="545444" y="728079"/>
                  </a:lnTo>
                  <a:lnTo>
                    <a:pt x="544297" y="727607"/>
                  </a:lnTo>
                  <a:lnTo>
                    <a:pt x="545688" y="729985"/>
                  </a:lnTo>
                  <a:lnTo>
                    <a:pt x="545320" y="732452"/>
                  </a:lnTo>
                  <a:lnTo>
                    <a:pt x="544869" y="733430"/>
                  </a:lnTo>
                  <a:lnTo>
                    <a:pt x="544060" y="734055"/>
                  </a:lnTo>
                  <a:lnTo>
                    <a:pt x="543561" y="736191"/>
                  </a:lnTo>
                  <a:lnTo>
                    <a:pt x="544275" y="739746"/>
                  </a:lnTo>
                  <a:lnTo>
                    <a:pt x="545002" y="744311"/>
                  </a:lnTo>
                  <a:lnTo>
                    <a:pt x="545091" y="746511"/>
                  </a:lnTo>
                  <a:lnTo>
                    <a:pt x="543956" y="745562"/>
                  </a:lnTo>
                  <a:lnTo>
                    <a:pt x="542192" y="748351"/>
                  </a:lnTo>
                  <a:lnTo>
                    <a:pt x="541257" y="748580"/>
                  </a:lnTo>
                  <a:lnTo>
                    <a:pt x="540627" y="744914"/>
                  </a:lnTo>
                  <a:lnTo>
                    <a:pt x="539820" y="745491"/>
                  </a:lnTo>
                  <a:lnTo>
                    <a:pt x="539283" y="746559"/>
                  </a:lnTo>
                  <a:lnTo>
                    <a:pt x="538568" y="750496"/>
                  </a:lnTo>
                  <a:lnTo>
                    <a:pt x="537695" y="754050"/>
                  </a:lnTo>
                  <a:lnTo>
                    <a:pt x="536944" y="755028"/>
                  </a:lnTo>
                  <a:lnTo>
                    <a:pt x="536041" y="754748"/>
                  </a:lnTo>
                  <a:lnTo>
                    <a:pt x="535300" y="754849"/>
                  </a:lnTo>
                  <a:lnTo>
                    <a:pt x="535479" y="755810"/>
                  </a:lnTo>
                  <a:lnTo>
                    <a:pt x="536269" y="756982"/>
                  </a:lnTo>
                  <a:lnTo>
                    <a:pt x="536269" y="758351"/>
                  </a:lnTo>
                  <a:lnTo>
                    <a:pt x="534590" y="762691"/>
                  </a:lnTo>
                  <a:lnTo>
                    <a:pt x="534319" y="764366"/>
                  </a:lnTo>
                  <a:lnTo>
                    <a:pt x="534359" y="765797"/>
                  </a:lnTo>
                  <a:lnTo>
                    <a:pt x="533481" y="767532"/>
                  </a:lnTo>
                  <a:lnTo>
                    <a:pt x="533953" y="770446"/>
                  </a:lnTo>
                  <a:lnTo>
                    <a:pt x="533708" y="772506"/>
                  </a:lnTo>
                  <a:lnTo>
                    <a:pt x="532940" y="775285"/>
                  </a:lnTo>
                  <a:lnTo>
                    <a:pt x="532131" y="777121"/>
                  </a:lnTo>
                  <a:lnTo>
                    <a:pt x="531177" y="780097"/>
                  </a:lnTo>
                  <a:lnTo>
                    <a:pt x="529975" y="781824"/>
                  </a:lnTo>
                  <a:lnTo>
                    <a:pt x="528383" y="788057"/>
                  </a:lnTo>
                  <a:lnTo>
                    <a:pt x="527916" y="791174"/>
                  </a:lnTo>
                  <a:lnTo>
                    <a:pt x="527794" y="794397"/>
                  </a:lnTo>
                  <a:lnTo>
                    <a:pt x="527298" y="795512"/>
                  </a:lnTo>
                  <a:lnTo>
                    <a:pt x="526444" y="796915"/>
                  </a:lnTo>
                  <a:lnTo>
                    <a:pt x="525472" y="796203"/>
                  </a:lnTo>
                  <a:lnTo>
                    <a:pt x="525441" y="794059"/>
                  </a:lnTo>
                  <a:lnTo>
                    <a:pt x="525020" y="793873"/>
                  </a:lnTo>
                  <a:lnTo>
                    <a:pt x="524780" y="792467"/>
                  </a:lnTo>
                  <a:lnTo>
                    <a:pt x="524710" y="790673"/>
                  </a:lnTo>
                  <a:lnTo>
                    <a:pt x="524814" y="789232"/>
                  </a:lnTo>
                  <a:lnTo>
                    <a:pt x="524410" y="789672"/>
                  </a:lnTo>
                  <a:lnTo>
                    <a:pt x="524160" y="791350"/>
                  </a:lnTo>
                  <a:lnTo>
                    <a:pt x="523522" y="792710"/>
                  </a:lnTo>
                  <a:lnTo>
                    <a:pt x="522853" y="792161"/>
                  </a:lnTo>
                  <a:lnTo>
                    <a:pt x="522133" y="791047"/>
                  </a:lnTo>
                  <a:lnTo>
                    <a:pt x="522153" y="792657"/>
                  </a:lnTo>
                  <a:lnTo>
                    <a:pt x="522536" y="794270"/>
                  </a:lnTo>
                  <a:lnTo>
                    <a:pt x="522701" y="795886"/>
                  </a:lnTo>
                  <a:lnTo>
                    <a:pt x="523698" y="796234"/>
                  </a:lnTo>
                  <a:lnTo>
                    <a:pt x="524366" y="798089"/>
                  </a:lnTo>
                  <a:lnTo>
                    <a:pt x="524892" y="800939"/>
                  </a:lnTo>
                  <a:lnTo>
                    <a:pt x="524996" y="802004"/>
                  </a:lnTo>
                  <a:lnTo>
                    <a:pt x="525407" y="803280"/>
                  </a:lnTo>
                  <a:lnTo>
                    <a:pt x="525459" y="804367"/>
                  </a:lnTo>
                  <a:lnTo>
                    <a:pt x="524508" y="805373"/>
                  </a:lnTo>
                  <a:lnTo>
                    <a:pt x="523320" y="807255"/>
                  </a:lnTo>
                  <a:lnTo>
                    <a:pt x="521894" y="810479"/>
                  </a:lnTo>
                  <a:lnTo>
                    <a:pt x="520713" y="812626"/>
                  </a:lnTo>
                  <a:lnTo>
                    <a:pt x="519653" y="812644"/>
                  </a:lnTo>
                  <a:lnTo>
                    <a:pt x="519009" y="812393"/>
                  </a:lnTo>
                  <a:lnTo>
                    <a:pt x="518090" y="811157"/>
                  </a:lnTo>
                  <a:lnTo>
                    <a:pt x="517038" y="810643"/>
                  </a:lnTo>
                  <a:lnTo>
                    <a:pt x="518449" y="814986"/>
                  </a:lnTo>
                  <a:lnTo>
                    <a:pt x="519225" y="815757"/>
                  </a:lnTo>
                  <a:lnTo>
                    <a:pt x="520198" y="815591"/>
                  </a:lnTo>
                  <a:lnTo>
                    <a:pt x="521142" y="813970"/>
                  </a:lnTo>
                  <a:lnTo>
                    <a:pt x="522480" y="814136"/>
                  </a:lnTo>
                  <a:lnTo>
                    <a:pt x="522815" y="816644"/>
                  </a:lnTo>
                  <a:lnTo>
                    <a:pt x="522459" y="819475"/>
                  </a:lnTo>
                  <a:lnTo>
                    <a:pt x="521732" y="823145"/>
                  </a:lnTo>
                  <a:lnTo>
                    <a:pt x="521580" y="826320"/>
                  </a:lnTo>
                  <a:lnTo>
                    <a:pt x="522485" y="830864"/>
                  </a:lnTo>
                  <a:lnTo>
                    <a:pt x="522522" y="832232"/>
                  </a:lnTo>
                  <a:lnTo>
                    <a:pt x="522185" y="832916"/>
                  </a:lnTo>
                  <a:lnTo>
                    <a:pt x="521123" y="831716"/>
                  </a:lnTo>
                  <a:lnTo>
                    <a:pt x="520244" y="830209"/>
                  </a:lnTo>
                  <a:lnTo>
                    <a:pt x="519357" y="830603"/>
                  </a:lnTo>
                  <a:lnTo>
                    <a:pt x="518441" y="829961"/>
                  </a:lnTo>
                  <a:lnTo>
                    <a:pt x="517499" y="830499"/>
                  </a:lnTo>
                  <a:lnTo>
                    <a:pt x="517115" y="831548"/>
                  </a:lnTo>
                  <a:lnTo>
                    <a:pt x="517377" y="833280"/>
                  </a:lnTo>
                  <a:lnTo>
                    <a:pt x="518220" y="834718"/>
                  </a:lnTo>
                  <a:lnTo>
                    <a:pt x="518697" y="836929"/>
                  </a:lnTo>
                  <a:lnTo>
                    <a:pt x="518129" y="837705"/>
                  </a:lnTo>
                  <a:lnTo>
                    <a:pt x="515734" y="837188"/>
                  </a:lnTo>
                  <a:lnTo>
                    <a:pt x="515199" y="837607"/>
                  </a:lnTo>
                  <a:lnTo>
                    <a:pt x="514483" y="840044"/>
                  </a:lnTo>
                  <a:lnTo>
                    <a:pt x="514951" y="843649"/>
                  </a:lnTo>
                  <a:lnTo>
                    <a:pt x="514422" y="845891"/>
                  </a:lnTo>
                  <a:lnTo>
                    <a:pt x="513434" y="846417"/>
                  </a:lnTo>
                  <a:lnTo>
                    <a:pt x="512133" y="848229"/>
                  </a:lnTo>
                  <a:lnTo>
                    <a:pt x="511331" y="848650"/>
                  </a:lnTo>
                  <a:lnTo>
                    <a:pt x="511369" y="849432"/>
                  </a:lnTo>
                  <a:lnTo>
                    <a:pt x="511954" y="850223"/>
                  </a:lnTo>
                  <a:lnTo>
                    <a:pt x="512265" y="851292"/>
                  </a:lnTo>
                  <a:lnTo>
                    <a:pt x="511560" y="854977"/>
                  </a:lnTo>
                  <a:lnTo>
                    <a:pt x="510462" y="856190"/>
                  </a:lnTo>
                  <a:lnTo>
                    <a:pt x="508777" y="855589"/>
                  </a:lnTo>
                  <a:lnTo>
                    <a:pt x="507452" y="856415"/>
                  </a:lnTo>
                  <a:lnTo>
                    <a:pt x="506308" y="854847"/>
                  </a:lnTo>
                  <a:lnTo>
                    <a:pt x="505088" y="854812"/>
                  </a:lnTo>
                  <a:lnTo>
                    <a:pt x="504256" y="856795"/>
                  </a:lnTo>
                  <a:lnTo>
                    <a:pt x="504166" y="859098"/>
                  </a:lnTo>
                  <a:lnTo>
                    <a:pt x="503361" y="859327"/>
                  </a:lnTo>
                  <a:lnTo>
                    <a:pt x="502928" y="859161"/>
                  </a:lnTo>
                  <a:lnTo>
                    <a:pt x="502312" y="859324"/>
                  </a:lnTo>
                  <a:lnTo>
                    <a:pt x="502375" y="860561"/>
                  </a:lnTo>
                  <a:lnTo>
                    <a:pt x="502725" y="861641"/>
                  </a:lnTo>
                  <a:lnTo>
                    <a:pt x="504374" y="862122"/>
                  </a:lnTo>
                  <a:lnTo>
                    <a:pt x="504673" y="863673"/>
                  </a:lnTo>
                  <a:lnTo>
                    <a:pt x="504735" y="866068"/>
                  </a:lnTo>
                  <a:lnTo>
                    <a:pt x="503010" y="870194"/>
                  </a:lnTo>
                  <a:lnTo>
                    <a:pt x="502276" y="872976"/>
                  </a:lnTo>
                  <a:lnTo>
                    <a:pt x="501166" y="872903"/>
                  </a:lnTo>
                  <a:lnTo>
                    <a:pt x="500327" y="875135"/>
                  </a:lnTo>
                  <a:lnTo>
                    <a:pt x="499877" y="878164"/>
                  </a:lnTo>
                  <a:lnTo>
                    <a:pt x="499320" y="877566"/>
                  </a:lnTo>
                  <a:lnTo>
                    <a:pt x="498040" y="878051"/>
                  </a:lnTo>
                  <a:lnTo>
                    <a:pt x="497661" y="879495"/>
                  </a:lnTo>
                  <a:lnTo>
                    <a:pt x="497962" y="880092"/>
                  </a:lnTo>
                  <a:lnTo>
                    <a:pt x="497992" y="881134"/>
                  </a:lnTo>
                  <a:lnTo>
                    <a:pt x="497478" y="884539"/>
                  </a:lnTo>
                  <a:lnTo>
                    <a:pt x="496918" y="885495"/>
                  </a:lnTo>
                  <a:lnTo>
                    <a:pt x="496680" y="884103"/>
                  </a:lnTo>
                  <a:lnTo>
                    <a:pt x="496499" y="881945"/>
                  </a:lnTo>
                  <a:lnTo>
                    <a:pt x="496046" y="881780"/>
                  </a:lnTo>
                  <a:lnTo>
                    <a:pt x="495298" y="883770"/>
                  </a:lnTo>
                  <a:lnTo>
                    <a:pt x="494425" y="885195"/>
                  </a:lnTo>
                  <a:lnTo>
                    <a:pt x="493680" y="885787"/>
                  </a:lnTo>
                  <a:lnTo>
                    <a:pt x="493116" y="884467"/>
                  </a:lnTo>
                  <a:lnTo>
                    <a:pt x="491728" y="883780"/>
                  </a:lnTo>
                  <a:lnTo>
                    <a:pt x="491164" y="889501"/>
                  </a:lnTo>
                  <a:lnTo>
                    <a:pt x="490013" y="891586"/>
                  </a:lnTo>
                  <a:lnTo>
                    <a:pt x="489474" y="892236"/>
                  </a:lnTo>
                  <a:lnTo>
                    <a:pt x="488535" y="892433"/>
                  </a:lnTo>
                  <a:lnTo>
                    <a:pt x="489136" y="893215"/>
                  </a:lnTo>
                  <a:lnTo>
                    <a:pt x="489323" y="894681"/>
                  </a:lnTo>
                  <a:lnTo>
                    <a:pt x="488986" y="896146"/>
                  </a:lnTo>
                  <a:lnTo>
                    <a:pt x="488047" y="896439"/>
                  </a:lnTo>
                  <a:lnTo>
                    <a:pt x="487500" y="897579"/>
                  </a:lnTo>
                  <a:lnTo>
                    <a:pt x="487291" y="902694"/>
                  </a:lnTo>
                  <a:lnTo>
                    <a:pt x="486733" y="904487"/>
                  </a:lnTo>
                  <a:lnTo>
                    <a:pt x="485311" y="904630"/>
                  </a:lnTo>
                  <a:lnTo>
                    <a:pt x="484248" y="903440"/>
                  </a:lnTo>
                  <a:lnTo>
                    <a:pt x="483910" y="904379"/>
                  </a:lnTo>
                  <a:lnTo>
                    <a:pt x="483731" y="905293"/>
                  </a:lnTo>
                  <a:lnTo>
                    <a:pt x="483175" y="906214"/>
                  </a:lnTo>
                  <a:lnTo>
                    <a:pt x="482099" y="906461"/>
                  </a:lnTo>
                  <a:lnTo>
                    <a:pt x="479709" y="908752"/>
                  </a:lnTo>
                  <a:lnTo>
                    <a:pt x="478615" y="908092"/>
                  </a:lnTo>
                  <a:lnTo>
                    <a:pt x="477305" y="907220"/>
                  </a:lnTo>
                  <a:lnTo>
                    <a:pt x="476404" y="908068"/>
                  </a:lnTo>
                  <a:lnTo>
                    <a:pt x="476104" y="909827"/>
                  </a:lnTo>
                  <a:lnTo>
                    <a:pt x="475691" y="911197"/>
                  </a:lnTo>
                  <a:lnTo>
                    <a:pt x="474376" y="911197"/>
                  </a:lnTo>
                  <a:lnTo>
                    <a:pt x="473325" y="909508"/>
                  </a:lnTo>
                  <a:lnTo>
                    <a:pt x="472256" y="908288"/>
                  </a:lnTo>
                  <a:lnTo>
                    <a:pt x="471071" y="909340"/>
                  </a:lnTo>
                  <a:lnTo>
                    <a:pt x="470170" y="911489"/>
                  </a:lnTo>
                  <a:lnTo>
                    <a:pt x="469061" y="912208"/>
                  </a:lnTo>
                  <a:lnTo>
                    <a:pt x="468856" y="913541"/>
                  </a:lnTo>
                  <a:lnTo>
                    <a:pt x="468372" y="914212"/>
                  </a:lnTo>
                  <a:lnTo>
                    <a:pt x="467198" y="913931"/>
                  </a:lnTo>
                  <a:lnTo>
                    <a:pt x="466752" y="910609"/>
                  </a:lnTo>
                  <a:lnTo>
                    <a:pt x="466077" y="910120"/>
                  </a:lnTo>
                  <a:lnTo>
                    <a:pt x="465408" y="911800"/>
                  </a:lnTo>
                  <a:lnTo>
                    <a:pt x="465172" y="913111"/>
                  </a:lnTo>
                  <a:lnTo>
                    <a:pt x="464859" y="914099"/>
                  </a:lnTo>
                  <a:lnTo>
                    <a:pt x="464970" y="916809"/>
                  </a:lnTo>
                  <a:lnTo>
                    <a:pt x="464311" y="916864"/>
                  </a:lnTo>
                  <a:lnTo>
                    <a:pt x="463447" y="915203"/>
                  </a:lnTo>
                  <a:lnTo>
                    <a:pt x="462545" y="914909"/>
                  </a:lnTo>
                  <a:lnTo>
                    <a:pt x="461698" y="916453"/>
                  </a:lnTo>
                  <a:lnTo>
                    <a:pt x="461268" y="916069"/>
                  </a:lnTo>
                  <a:lnTo>
                    <a:pt x="460814" y="915743"/>
                  </a:lnTo>
                  <a:lnTo>
                    <a:pt x="460072" y="915743"/>
                  </a:lnTo>
                  <a:lnTo>
                    <a:pt x="459788" y="916148"/>
                  </a:lnTo>
                  <a:lnTo>
                    <a:pt x="459249" y="916394"/>
                  </a:lnTo>
                  <a:lnTo>
                    <a:pt x="458852" y="917311"/>
                  </a:lnTo>
                  <a:lnTo>
                    <a:pt x="457895" y="916746"/>
                  </a:lnTo>
                  <a:lnTo>
                    <a:pt x="456727" y="914495"/>
                  </a:lnTo>
                  <a:lnTo>
                    <a:pt x="455889" y="910759"/>
                  </a:lnTo>
                  <a:lnTo>
                    <a:pt x="454829" y="908750"/>
                  </a:lnTo>
                  <a:lnTo>
                    <a:pt x="454358" y="906983"/>
                  </a:lnTo>
                  <a:lnTo>
                    <a:pt x="454173" y="903808"/>
                  </a:lnTo>
                  <a:lnTo>
                    <a:pt x="453979" y="902297"/>
                  </a:lnTo>
                  <a:lnTo>
                    <a:pt x="454046" y="900615"/>
                  </a:lnTo>
                  <a:lnTo>
                    <a:pt x="454368" y="899121"/>
                  </a:lnTo>
                  <a:lnTo>
                    <a:pt x="453223" y="899872"/>
                  </a:lnTo>
                  <a:lnTo>
                    <a:pt x="452378" y="901261"/>
                  </a:lnTo>
                  <a:lnTo>
                    <a:pt x="452549" y="903016"/>
                  </a:lnTo>
                  <a:lnTo>
                    <a:pt x="452339" y="904645"/>
                  </a:lnTo>
                  <a:lnTo>
                    <a:pt x="451081" y="905489"/>
                  </a:lnTo>
                  <a:lnTo>
                    <a:pt x="451157" y="906174"/>
                  </a:lnTo>
                  <a:lnTo>
                    <a:pt x="451237" y="906890"/>
                  </a:lnTo>
                  <a:lnTo>
                    <a:pt x="452227" y="909112"/>
                  </a:lnTo>
                  <a:lnTo>
                    <a:pt x="452429" y="910982"/>
                  </a:lnTo>
                  <a:lnTo>
                    <a:pt x="452826" y="911979"/>
                  </a:lnTo>
                  <a:lnTo>
                    <a:pt x="453601" y="914884"/>
                  </a:lnTo>
                  <a:lnTo>
                    <a:pt x="453584" y="920496"/>
                  </a:lnTo>
                  <a:lnTo>
                    <a:pt x="454008" y="922081"/>
                  </a:lnTo>
                  <a:lnTo>
                    <a:pt x="453867" y="923654"/>
                  </a:lnTo>
                  <a:lnTo>
                    <a:pt x="453530" y="925815"/>
                  </a:lnTo>
                  <a:lnTo>
                    <a:pt x="453306" y="925170"/>
                  </a:lnTo>
                  <a:lnTo>
                    <a:pt x="452933" y="925300"/>
                  </a:lnTo>
                  <a:lnTo>
                    <a:pt x="452784" y="926011"/>
                  </a:lnTo>
                  <a:lnTo>
                    <a:pt x="452697" y="926692"/>
                  </a:lnTo>
                  <a:lnTo>
                    <a:pt x="452042" y="927167"/>
                  </a:lnTo>
                  <a:lnTo>
                    <a:pt x="451493" y="927567"/>
                  </a:lnTo>
                  <a:lnTo>
                    <a:pt x="451043" y="928141"/>
                  </a:lnTo>
                  <a:lnTo>
                    <a:pt x="450347" y="929815"/>
                  </a:lnTo>
                  <a:lnTo>
                    <a:pt x="449014" y="930222"/>
                  </a:lnTo>
                  <a:lnTo>
                    <a:pt x="448329" y="926293"/>
                  </a:lnTo>
                  <a:lnTo>
                    <a:pt x="447415" y="928912"/>
                  </a:lnTo>
                  <a:lnTo>
                    <a:pt x="447137" y="934263"/>
                  </a:lnTo>
                  <a:lnTo>
                    <a:pt x="446798" y="935176"/>
                  </a:lnTo>
                  <a:lnTo>
                    <a:pt x="446229" y="935941"/>
                  </a:lnTo>
                  <a:lnTo>
                    <a:pt x="445148" y="934074"/>
                  </a:lnTo>
                  <a:lnTo>
                    <a:pt x="444203" y="935323"/>
                  </a:lnTo>
                  <a:lnTo>
                    <a:pt x="443469" y="936590"/>
                  </a:lnTo>
                  <a:lnTo>
                    <a:pt x="443166" y="937760"/>
                  </a:lnTo>
                  <a:lnTo>
                    <a:pt x="442624" y="939031"/>
                  </a:lnTo>
                  <a:lnTo>
                    <a:pt x="441584" y="937807"/>
                  </a:lnTo>
                  <a:lnTo>
                    <a:pt x="440750" y="935965"/>
                  </a:lnTo>
                  <a:lnTo>
                    <a:pt x="440956" y="934585"/>
                  </a:lnTo>
                  <a:lnTo>
                    <a:pt x="440841" y="933676"/>
                  </a:lnTo>
                  <a:lnTo>
                    <a:pt x="440464" y="932989"/>
                  </a:lnTo>
                  <a:lnTo>
                    <a:pt x="440050" y="933087"/>
                  </a:lnTo>
                  <a:lnTo>
                    <a:pt x="440252" y="934876"/>
                  </a:lnTo>
                  <a:lnTo>
                    <a:pt x="440392" y="938311"/>
                  </a:lnTo>
                  <a:lnTo>
                    <a:pt x="440014" y="939306"/>
                  </a:lnTo>
                  <a:lnTo>
                    <a:pt x="439429" y="940070"/>
                  </a:lnTo>
                  <a:lnTo>
                    <a:pt x="438162" y="939437"/>
                  </a:lnTo>
                  <a:lnTo>
                    <a:pt x="437297" y="938156"/>
                  </a:lnTo>
                  <a:lnTo>
                    <a:pt x="436252" y="937076"/>
                  </a:lnTo>
                  <a:lnTo>
                    <a:pt x="435329" y="936880"/>
                  </a:lnTo>
                  <a:lnTo>
                    <a:pt x="435131" y="939049"/>
                  </a:lnTo>
                  <a:lnTo>
                    <a:pt x="434529" y="940796"/>
                  </a:lnTo>
                  <a:lnTo>
                    <a:pt x="433974" y="941014"/>
                  </a:lnTo>
                  <a:lnTo>
                    <a:pt x="433422" y="940734"/>
                  </a:lnTo>
                  <a:lnTo>
                    <a:pt x="432695" y="942626"/>
                  </a:lnTo>
                  <a:lnTo>
                    <a:pt x="432351" y="944006"/>
                  </a:lnTo>
                  <a:lnTo>
                    <a:pt x="431455" y="945466"/>
                  </a:lnTo>
                  <a:lnTo>
                    <a:pt x="429066" y="946175"/>
                  </a:lnTo>
                  <a:lnTo>
                    <a:pt x="428234" y="947622"/>
                  </a:lnTo>
                  <a:lnTo>
                    <a:pt x="427116" y="947393"/>
                  </a:lnTo>
                  <a:lnTo>
                    <a:pt x="426248" y="947738"/>
                  </a:lnTo>
                  <a:lnTo>
                    <a:pt x="425753" y="947664"/>
                  </a:lnTo>
                  <a:lnTo>
                    <a:pt x="425305" y="946888"/>
                  </a:lnTo>
                  <a:lnTo>
                    <a:pt x="424802" y="946866"/>
                  </a:lnTo>
                  <a:lnTo>
                    <a:pt x="424574" y="949273"/>
                  </a:lnTo>
                  <a:lnTo>
                    <a:pt x="423225" y="950287"/>
                  </a:lnTo>
                  <a:lnTo>
                    <a:pt x="422011" y="950565"/>
                  </a:lnTo>
                  <a:lnTo>
                    <a:pt x="420660" y="953740"/>
                  </a:lnTo>
                  <a:lnTo>
                    <a:pt x="419696" y="955662"/>
                  </a:lnTo>
                  <a:lnTo>
                    <a:pt x="418982" y="955858"/>
                  </a:lnTo>
                  <a:lnTo>
                    <a:pt x="418456" y="955174"/>
                  </a:lnTo>
                  <a:lnTo>
                    <a:pt x="418190" y="952327"/>
                  </a:lnTo>
                  <a:lnTo>
                    <a:pt x="417921" y="951995"/>
                  </a:lnTo>
                  <a:lnTo>
                    <a:pt x="417768" y="954667"/>
                  </a:lnTo>
                  <a:lnTo>
                    <a:pt x="417509" y="956894"/>
                  </a:lnTo>
                  <a:lnTo>
                    <a:pt x="417015" y="958106"/>
                  </a:lnTo>
                  <a:lnTo>
                    <a:pt x="415453" y="960874"/>
                  </a:lnTo>
                  <a:lnTo>
                    <a:pt x="415004" y="963623"/>
                  </a:lnTo>
                  <a:lnTo>
                    <a:pt x="415303" y="966165"/>
                  </a:lnTo>
                  <a:lnTo>
                    <a:pt x="417405" y="966786"/>
                  </a:lnTo>
                  <a:lnTo>
                    <a:pt x="417666" y="968177"/>
                  </a:lnTo>
                  <a:lnTo>
                    <a:pt x="417462" y="969314"/>
                  </a:lnTo>
                  <a:lnTo>
                    <a:pt x="416959" y="970263"/>
                  </a:lnTo>
                  <a:lnTo>
                    <a:pt x="416810" y="971688"/>
                  </a:lnTo>
                  <a:lnTo>
                    <a:pt x="419064" y="976222"/>
                  </a:lnTo>
                  <a:lnTo>
                    <a:pt x="419132" y="977943"/>
                  </a:lnTo>
                  <a:lnTo>
                    <a:pt x="418784" y="978923"/>
                  </a:lnTo>
                  <a:lnTo>
                    <a:pt x="418359" y="981034"/>
                  </a:lnTo>
                  <a:lnTo>
                    <a:pt x="417170" y="982824"/>
                  </a:lnTo>
                  <a:lnTo>
                    <a:pt x="414653" y="983743"/>
                  </a:lnTo>
                  <a:lnTo>
                    <a:pt x="412556" y="982815"/>
                  </a:lnTo>
                  <a:lnTo>
                    <a:pt x="411921" y="980778"/>
                  </a:lnTo>
                  <a:lnTo>
                    <a:pt x="411959" y="979328"/>
                  </a:lnTo>
                  <a:lnTo>
                    <a:pt x="412479" y="979749"/>
                  </a:lnTo>
                  <a:lnTo>
                    <a:pt x="413072" y="979620"/>
                  </a:lnTo>
                  <a:lnTo>
                    <a:pt x="412896" y="978294"/>
                  </a:lnTo>
                  <a:lnTo>
                    <a:pt x="412646" y="977519"/>
                  </a:lnTo>
                  <a:lnTo>
                    <a:pt x="411677" y="976339"/>
                  </a:lnTo>
                  <a:lnTo>
                    <a:pt x="410893" y="973160"/>
                  </a:lnTo>
                  <a:lnTo>
                    <a:pt x="411044" y="970512"/>
                  </a:lnTo>
                  <a:lnTo>
                    <a:pt x="410613" y="968467"/>
                  </a:lnTo>
                  <a:lnTo>
                    <a:pt x="410147" y="966751"/>
                  </a:lnTo>
                  <a:lnTo>
                    <a:pt x="409675" y="965721"/>
                  </a:lnTo>
                  <a:lnTo>
                    <a:pt x="409424" y="964443"/>
                  </a:lnTo>
                  <a:lnTo>
                    <a:pt x="409899" y="960429"/>
                  </a:lnTo>
                  <a:lnTo>
                    <a:pt x="409635" y="958097"/>
                  </a:lnTo>
                  <a:lnTo>
                    <a:pt x="410531" y="955239"/>
                  </a:lnTo>
                  <a:lnTo>
                    <a:pt x="410752" y="952015"/>
                  </a:lnTo>
                  <a:lnTo>
                    <a:pt x="412359" y="950863"/>
                  </a:lnTo>
                  <a:lnTo>
                    <a:pt x="412469" y="947787"/>
                  </a:lnTo>
                  <a:lnTo>
                    <a:pt x="411320" y="947697"/>
                  </a:lnTo>
                  <a:lnTo>
                    <a:pt x="410523" y="945438"/>
                  </a:lnTo>
                  <a:lnTo>
                    <a:pt x="410341" y="946386"/>
                  </a:lnTo>
                  <a:lnTo>
                    <a:pt x="409700" y="946485"/>
                  </a:lnTo>
                  <a:lnTo>
                    <a:pt x="408648" y="942131"/>
                  </a:lnTo>
                  <a:lnTo>
                    <a:pt x="408331" y="941581"/>
                  </a:lnTo>
                  <a:lnTo>
                    <a:pt x="407821" y="941497"/>
                  </a:lnTo>
                  <a:lnTo>
                    <a:pt x="408077" y="946091"/>
                  </a:lnTo>
                  <a:lnTo>
                    <a:pt x="406845" y="947818"/>
                  </a:lnTo>
                  <a:lnTo>
                    <a:pt x="405836" y="948573"/>
                  </a:lnTo>
                  <a:lnTo>
                    <a:pt x="404402" y="948885"/>
                  </a:lnTo>
                  <a:lnTo>
                    <a:pt x="403587" y="949413"/>
                  </a:lnTo>
                  <a:lnTo>
                    <a:pt x="402826" y="948977"/>
                  </a:lnTo>
                  <a:lnTo>
                    <a:pt x="403014" y="947586"/>
                  </a:lnTo>
                  <a:lnTo>
                    <a:pt x="403415" y="945924"/>
                  </a:lnTo>
                  <a:lnTo>
                    <a:pt x="403055" y="944539"/>
                  </a:lnTo>
                  <a:lnTo>
                    <a:pt x="402247" y="943474"/>
                  </a:lnTo>
                  <a:lnTo>
                    <a:pt x="401011" y="943536"/>
                  </a:lnTo>
                  <a:lnTo>
                    <a:pt x="400155" y="943239"/>
                  </a:lnTo>
                  <a:lnTo>
                    <a:pt x="399307" y="943357"/>
                  </a:lnTo>
                  <a:lnTo>
                    <a:pt x="398992" y="942742"/>
                  </a:lnTo>
                  <a:lnTo>
                    <a:pt x="398204" y="940574"/>
                  </a:lnTo>
                  <a:lnTo>
                    <a:pt x="397537" y="939220"/>
                  </a:lnTo>
                  <a:lnTo>
                    <a:pt x="397236" y="937876"/>
                  </a:lnTo>
                  <a:lnTo>
                    <a:pt x="397537" y="936312"/>
                  </a:lnTo>
                  <a:lnTo>
                    <a:pt x="397286" y="935362"/>
                  </a:lnTo>
                  <a:lnTo>
                    <a:pt x="395993" y="935256"/>
                  </a:lnTo>
                  <a:lnTo>
                    <a:pt x="396005" y="937496"/>
                  </a:lnTo>
                  <a:lnTo>
                    <a:pt x="396138" y="940138"/>
                  </a:lnTo>
                  <a:lnTo>
                    <a:pt x="396513" y="942148"/>
                  </a:lnTo>
                  <a:lnTo>
                    <a:pt x="396246" y="943269"/>
                  </a:lnTo>
                  <a:lnTo>
                    <a:pt x="395590" y="944041"/>
                  </a:lnTo>
                  <a:lnTo>
                    <a:pt x="394891" y="941917"/>
                  </a:lnTo>
                  <a:lnTo>
                    <a:pt x="394571" y="941393"/>
                  </a:lnTo>
                  <a:lnTo>
                    <a:pt x="394232" y="941494"/>
                  </a:lnTo>
                  <a:lnTo>
                    <a:pt x="393975" y="943610"/>
                  </a:lnTo>
                  <a:lnTo>
                    <a:pt x="393341" y="945487"/>
                  </a:lnTo>
                  <a:lnTo>
                    <a:pt x="392198" y="945286"/>
                  </a:lnTo>
                  <a:lnTo>
                    <a:pt x="391309" y="946445"/>
                  </a:lnTo>
                  <a:lnTo>
                    <a:pt x="390234" y="946977"/>
                  </a:lnTo>
                  <a:lnTo>
                    <a:pt x="389504" y="945428"/>
                  </a:lnTo>
                  <a:lnTo>
                    <a:pt x="388296" y="942923"/>
                  </a:lnTo>
                  <a:lnTo>
                    <a:pt x="387811" y="942631"/>
                  </a:lnTo>
                  <a:lnTo>
                    <a:pt x="386468" y="943846"/>
                  </a:lnTo>
                  <a:lnTo>
                    <a:pt x="384541" y="944306"/>
                  </a:lnTo>
                  <a:lnTo>
                    <a:pt x="384111" y="943008"/>
                  </a:lnTo>
                  <a:lnTo>
                    <a:pt x="383176" y="943995"/>
                  </a:lnTo>
                  <a:lnTo>
                    <a:pt x="382278" y="940988"/>
                  </a:lnTo>
                  <a:lnTo>
                    <a:pt x="381216" y="940797"/>
                  </a:lnTo>
                  <a:lnTo>
                    <a:pt x="379888" y="938519"/>
                  </a:lnTo>
                  <a:lnTo>
                    <a:pt x="379414" y="937317"/>
                  </a:lnTo>
                  <a:lnTo>
                    <a:pt x="379262" y="935587"/>
                  </a:lnTo>
                  <a:lnTo>
                    <a:pt x="378859" y="934686"/>
                  </a:lnTo>
                  <a:lnTo>
                    <a:pt x="378339" y="934798"/>
                  </a:lnTo>
                  <a:lnTo>
                    <a:pt x="377764" y="933878"/>
                  </a:lnTo>
                  <a:lnTo>
                    <a:pt x="376851" y="932970"/>
                  </a:lnTo>
                  <a:lnTo>
                    <a:pt x="376117" y="932428"/>
                  </a:lnTo>
                  <a:lnTo>
                    <a:pt x="375755" y="932846"/>
                  </a:lnTo>
                  <a:lnTo>
                    <a:pt x="375368" y="933061"/>
                  </a:lnTo>
                  <a:lnTo>
                    <a:pt x="375302" y="931900"/>
                  </a:lnTo>
                  <a:lnTo>
                    <a:pt x="375328" y="928405"/>
                  </a:lnTo>
                  <a:lnTo>
                    <a:pt x="375262" y="925303"/>
                  </a:lnTo>
                  <a:lnTo>
                    <a:pt x="375061" y="923909"/>
                  </a:lnTo>
                  <a:lnTo>
                    <a:pt x="374569" y="922849"/>
                  </a:lnTo>
                  <a:lnTo>
                    <a:pt x="374120" y="922341"/>
                  </a:lnTo>
                  <a:lnTo>
                    <a:pt x="373923" y="920754"/>
                  </a:lnTo>
                  <a:lnTo>
                    <a:pt x="374083" y="917623"/>
                  </a:lnTo>
                  <a:lnTo>
                    <a:pt x="374447" y="915499"/>
                  </a:lnTo>
                  <a:lnTo>
                    <a:pt x="375022" y="915121"/>
                  </a:lnTo>
                  <a:lnTo>
                    <a:pt x="375800" y="913593"/>
                  </a:lnTo>
                  <a:lnTo>
                    <a:pt x="376195" y="911430"/>
                  </a:lnTo>
                  <a:lnTo>
                    <a:pt x="376694" y="909422"/>
                  </a:lnTo>
                  <a:lnTo>
                    <a:pt x="374919" y="906604"/>
                  </a:lnTo>
                  <a:lnTo>
                    <a:pt x="373986" y="905597"/>
                  </a:lnTo>
                  <a:lnTo>
                    <a:pt x="372953" y="906024"/>
                  </a:lnTo>
                  <a:lnTo>
                    <a:pt x="371672" y="906923"/>
                  </a:lnTo>
                  <a:lnTo>
                    <a:pt x="371001" y="907100"/>
                  </a:lnTo>
                  <a:lnTo>
                    <a:pt x="370665" y="906747"/>
                  </a:lnTo>
                  <a:lnTo>
                    <a:pt x="369922" y="904215"/>
                  </a:lnTo>
                  <a:lnTo>
                    <a:pt x="369519" y="903773"/>
                  </a:lnTo>
                  <a:lnTo>
                    <a:pt x="368611" y="903612"/>
                  </a:lnTo>
                  <a:lnTo>
                    <a:pt x="367844" y="903635"/>
                  </a:lnTo>
                  <a:lnTo>
                    <a:pt x="367405" y="904737"/>
                  </a:lnTo>
                  <a:lnTo>
                    <a:pt x="366728" y="905106"/>
                  </a:lnTo>
                  <a:lnTo>
                    <a:pt x="366050" y="905170"/>
                  </a:lnTo>
                  <a:lnTo>
                    <a:pt x="365361" y="903795"/>
                  </a:lnTo>
                  <a:lnTo>
                    <a:pt x="364327" y="902004"/>
                  </a:lnTo>
                  <a:lnTo>
                    <a:pt x="362702" y="900742"/>
                  </a:lnTo>
                  <a:lnTo>
                    <a:pt x="362506" y="899285"/>
                  </a:lnTo>
                  <a:lnTo>
                    <a:pt x="362093" y="897545"/>
                  </a:lnTo>
                  <a:lnTo>
                    <a:pt x="361476" y="895934"/>
                  </a:lnTo>
                  <a:lnTo>
                    <a:pt x="360458" y="893798"/>
                  </a:lnTo>
                  <a:lnTo>
                    <a:pt x="359605" y="892688"/>
                  </a:lnTo>
                  <a:lnTo>
                    <a:pt x="359189" y="893370"/>
                  </a:lnTo>
                  <a:lnTo>
                    <a:pt x="358625" y="894584"/>
                  </a:lnTo>
                  <a:lnTo>
                    <a:pt x="356429" y="897146"/>
                  </a:lnTo>
                  <a:lnTo>
                    <a:pt x="355457" y="898145"/>
                  </a:lnTo>
                  <a:lnTo>
                    <a:pt x="354942" y="898859"/>
                  </a:lnTo>
                  <a:lnTo>
                    <a:pt x="354508" y="899928"/>
                  </a:lnTo>
                  <a:lnTo>
                    <a:pt x="354374" y="902570"/>
                  </a:lnTo>
                  <a:lnTo>
                    <a:pt x="354158" y="905515"/>
                  </a:lnTo>
                  <a:lnTo>
                    <a:pt x="353526" y="907011"/>
                  </a:lnTo>
                  <a:lnTo>
                    <a:pt x="352927" y="908142"/>
                  </a:lnTo>
                  <a:lnTo>
                    <a:pt x="352296" y="908260"/>
                  </a:lnTo>
                  <a:lnTo>
                    <a:pt x="351680" y="908207"/>
                  </a:lnTo>
                  <a:lnTo>
                    <a:pt x="351105" y="908677"/>
                  </a:lnTo>
                  <a:lnTo>
                    <a:pt x="349344" y="911634"/>
                  </a:lnTo>
                  <a:lnTo>
                    <a:pt x="348510" y="911399"/>
                  </a:lnTo>
                  <a:lnTo>
                    <a:pt x="347828" y="909729"/>
                  </a:lnTo>
                  <a:lnTo>
                    <a:pt x="347535" y="908520"/>
                  </a:lnTo>
                  <a:lnTo>
                    <a:pt x="346747" y="908794"/>
                  </a:lnTo>
                  <a:lnTo>
                    <a:pt x="345734" y="910208"/>
                  </a:lnTo>
                  <a:lnTo>
                    <a:pt x="345266" y="912748"/>
                  </a:lnTo>
                  <a:lnTo>
                    <a:pt x="345018" y="915118"/>
                  </a:lnTo>
                  <a:lnTo>
                    <a:pt x="344797" y="916171"/>
                  </a:lnTo>
                  <a:lnTo>
                    <a:pt x="344458" y="916479"/>
                  </a:lnTo>
                  <a:lnTo>
                    <a:pt x="344157" y="916534"/>
                  </a:lnTo>
                  <a:lnTo>
                    <a:pt x="341004" y="909684"/>
                  </a:lnTo>
                  <a:lnTo>
                    <a:pt x="340810" y="909329"/>
                  </a:lnTo>
                  <a:lnTo>
                    <a:pt x="340247" y="910736"/>
                  </a:lnTo>
                  <a:lnTo>
                    <a:pt x="339733" y="914366"/>
                  </a:lnTo>
                  <a:lnTo>
                    <a:pt x="339365" y="915063"/>
                  </a:lnTo>
                  <a:lnTo>
                    <a:pt x="339115" y="914785"/>
                  </a:lnTo>
                  <a:lnTo>
                    <a:pt x="337810" y="910137"/>
                  </a:lnTo>
                  <a:lnTo>
                    <a:pt x="337476" y="909692"/>
                  </a:lnTo>
                  <a:lnTo>
                    <a:pt x="337180" y="909850"/>
                  </a:lnTo>
                  <a:lnTo>
                    <a:pt x="336791" y="911354"/>
                  </a:lnTo>
                  <a:lnTo>
                    <a:pt x="335962" y="913570"/>
                  </a:lnTo>
                  <a:lnTo>
                    <a:pt x="335329" y="914916"/>
                  </a:lnTo>
                  <a:lnTo>
                    <a:pt x="335315" y="916415"/>
                  </a:lnTo>
                  <a:lnTo>
                    <a:pt x="334628" y="917737"/>
                  </a:lnTo>
                  <a:lnTo>
                    <a:pt x="333828" y="919053"/>
                  </a:lnTo>
                  <a:lnTo>
                    <a:pt x="333562" y="919193"/>
                  </a:lnTo>
                  <a:lnTo>
                    <a:pt x="333030" y="918663"/>
                  </a:lnTo>
                  <a:lnTo>
                    <a:pt x="332339" y="916913"/>
                  </a:lnTo>
                  <a:lnTo>
                    <a:pt x="331837" y="915088"/>
                  </a:lnTo>
                  <a:lnTo>
                    <a:pt x="330599" y="913276"/>
                  </a:lnTo>
                  <a:lnTo>
                    <a:pt x="329208" y="911742"/>
                  </a:lnTo>
                  <a:lnTo>
                    <a:pt x="328284" y="910541"/>
                  </a:lnTo>
                  <a:lnTo>
                    <a:pt x="327759" y="910249"/>
                  </a:lnTo>
                  <a:lnTo>
                    <a:pt x="327271" y="910784"/>
                  </a:lnTo>
                  <a:lnTo>
                    <a:pt x="327027" y="911517"/>
                  </a:lnTo>
                  <a:lnTo>
                    <a:pt x="326678" y="913330"/>
                  </a:lnTo>
                  <a:lnTo>
                    <a:pt x="325843" y="916304"/>
                  </a:lnTo>
                  <a:lnTo>
                    <a:pt x="325103" y="918667"/>
                  </a:lnTo>
                  <a:lnTo>
                    <a:pt x="324410" y="920185"/>
                  </a:lnTo>
                  <a:lnTo>
                    <a:pt x="323858" y="921233"/>
                  </a:lnTo>
                  <a:lnTo>
                    <a:pt x="323450" y="920256"/>
                  </a:lnTo>
                  <a:lnTo>
                    <a:pt x="322689" y="919460"/>
                  </a:lnTo>
                  <a:lnTo>
                    <a:pt x="321791" y="919454"/>
                  </a:lnTo>
                  <a:lnTo>
                    <a:pt x="320615" y="920959"/>
                  </a:lnTo>
                  <a:lnTo>
                    <a:pt x="319686" y="917949"/>
                  </a:lnTo>
                  <a:lnTo>
                    <a:pt x="319445" y="917803"/>
                  </a:lnTo>
                  <a:lnTo>
                    <a:pt x="319090" y="918060"/>
                  </a:lnTo>
                  <a:lnTo>
                    <a:pt x="318681" y="918777"/>
                  </a:lnTo>
                  <a:lnTo>
                    <a:pt x="318394" y="920458"/>
                  </a:lnTo>
                  <a:lnTo>
                    <a:pt x="318095" y="922762"/>
                  </a:lnTo>
                  <a:lnTo>
                    <a:pt x="317504" y="924271"/>
                  </a:lnTo>
                  <a:lnTo>
                    <a:pt x="317012" y="924942"/>
                  </a:lnTo>
                  <a:lnTo>
                    <a:pt x="317157" y="926237"/>
                  </a:lnTo>
                  <a:lnTo>
                    <a:pt x="317436" y="927639"/>
                  </a:lnTo>
                  <a:lnTo>
                    <a:pt x="317418" y="928865"/>
                  </a:lnTo>
                  <a:lnTo>
                    <a:pt x="317594" y="930805"/>
                  </a:lnTo>
                  <a:lnTo>
                    <a:pt x="317902" y="932742"/>
                  </a:lnTo>
                  <a:lnTo>
                    <a:pt x="319000" y="935911"/>
                  </a:lnTo>
                  <a:lnTo>
                    <a:pt x="319419" y="937564"/>
                  </a:lnTo>
                  <a:lnTo>
                    <a:pt x="319504" y="938998"/>
                  </a:lnTo>
                  <a:lnTo>
                    <a:pt x="319541" y="944087"/>
                  </a:lnTo>
                  <a:lnTo>
                    <a:pt x="319498" y="946212"/>
                  </a:lnTo>
                  <a:lnTo>
                    <a:pt x="319280" y="950314"/>
                  </a:lnTo>
                  <a:lnTo>
                    <a:pt x="319265" y="952681"/>
                  </a:lnTo>
                  <a:lnTo>
                    <a:pt x="319721" y="953745"/>
                  </a:lnTo>
                  <a:lnTo>
                    <a:pt x="320164" y="955014"/>
                  </a:lnTo>
                  <a:lnTo>
                    <a:pt x="320147" y="955705"/>
                  </a:lnTo>
                  <a:lnTo>
                    <a:pt x="319953" y="955954"/>
                  </a:lnTo>
                  <a:lnTo>
                    <a:pt x="319324" y="957365"/>
                  </a:lnTo>
                  <a:lnTo>
                    <a:pt x="319059" y="957550"/>
                  </a:lnTo>
                  <a:lnTo>
                    <a:pt x="318648" y="956974"/>
                  </a:lnTo>
                  <a:lnTo>
                    <a:pt x="318115" y="956537"/>
                  </a:lnTo>
                  <a:lnTo>
                    <a:pt x="317686" y="955972"/>
                  </a:lnTo>
                  <a:lnTo>
                    <a:pt x="317215" y="955064"/>
                  </a:lnTo>
                  <a:lnTo>
                    <a:pt x="316093" y="955167"/>
                  </a:lnTo>
                  <a:lnTo>
                    <a:pt x="314252" y="956546"/>
                  </a:lnTo>
                  <a:lnTo>
                    <a:pt x="313870" y="956156"/>
                  </a:lnTo>
                  <a:lnTo>
                    <a:pt x="313604" y="955376"/>
                  </a:lnTo>
                  <a:lnTo>
                    <a:pt x="313461" y="953766"/>
                  </a:lnTo>
                  <a:lnTo>
                    <a:pt x="313553" y="951868"/>
                  </a:lnTo>
                  <a:lnTo>
                    <a:pt x="313390" y="950661"/>
                  </a:lnTo>
                  <a:lnTo>
                    <a:pt x="313048" y="949945"/>
                  </a:lnTo>
                  <a:lnTo>
                    <a:pt x="313289" y="946560"/>
                  </a:lnTo>
                  <a:lnTo>
                    <a:pt x="312633" y="945218"/>
                  </a:lnTo>
                  <a:lnTo>
                    <a:pt x="312728" y="944800"/>
                  </a:lnTo>
                  <a:lnTo>
                    <a:pt x="312511" y="941151"/>
                  </a:lnTo>
                  <a:lnTo>
                    <a:pt x="312542" y="940252"/>
                  </a:lnTo>
                  <a:lnTo>
                    <a:pt x="312427" y="939940"/>
                  </a:lnTo>
                  <a:lnTo>
                    <a:pt x="311962" y="939652"/>
                  </a:lnTo>
                  <a:lnTo>
                    <a:pt x="311276" y="940228"/>
                  </a:lnTo>
                  <a:lnTo>
                    <a:pt x="309184" y="942627"/>
                  </a:lnTo>
                  <a:lnTo>
                    <a:pt x="307390" y="947067"/>
                  </a:lnTo>
                  <a:lnTo>
                    <a:pt x="306566" y="948046"/>
                  </a:lnTo>
                  <a:lnTo>
                    <a:pt x="305734" y="948450"/>
                  </a:lnTo>
                  <a:lnTo>
                    <a:pt x="304762" y="947683"/>
                  </a:lnTo>
                  <a:lnTo>
                    <a:pt x="303681" y="947182"/>
                  </a:lnTo>
                  <a:lnTo>
                    <a:pt x="302139" y="948306"/>
                  </a:lnTo>
                  <a:lnTo>
                    <a:pt x="301377" y="947788"/>
                  </a:lnTo>
                  <a:lnTo>
                    <a:pt x="301027" y="946882"/>
                  </a:lnTo>
                  <a:lnTo>
                    <a:pt x="300714" y="945501"/>
                  </a:lnTo>
                  <a:lnTo>
                    <a:pt x="300901" y="943754"/>
                  </a:lnTo>
                  <a:lnTo>
                    <a:pt x="300785" y="942465"/>
                  </a:lnTo>
                  <a:lnTo>
                    <a:pt x="300168" y="941812"/>
                  </a:lnTo>
                  <a:lnTo>
                    <a:pt x="299453" y="941255"/>
                  </a:lnTo>
                  <a:lnTo>
                    <a:pt x="299027" y="939567"/>
                  </a:lnTo>
                  <a:lnTo>
                    <a:pt x="298855" y="937733"/>
                  </a:lnTo>
                  <a:lnTo>
                    <a:pt x="299024" y="935345"/>
                  </a:lnTo>
                  <a:lnTo>
                    <a:pt x="299108" y="932783"/>
                  </a:lnTo>
                  <a:lnTo>
                    <a:pt x="298766" y="931610"/>
                  </a:lnTo>
                  <a:lnTo>
                    <a:pt x="297718" y="930969"/>
                  </a:lnTo>
                  <a:lnTo>
                    <a:pt x="295075" y="929803"/>
                  </a:lnTo>
                  <a:lnTo>
                    <a:pt x="292759" y="929164"/>
                  </a:lnTo>
                  <a:lnTo>
                    <a:pt x="291787" y="929464"/>
                  </a:lnTo>
                  <a:lnTo>
                    <a:pt x="290995" y="929183"/>
                  </a:lnTo>
                  <a:lnTo>
                    <a:pt x="290536" y="928715"/>
                  </a:lnTo>
                  <a:lnTo>
                    <a:pt x="290314" y="927907"/>
                  </a:lnTo>
                  <a:lnTo>
                    <a:pt x="290302" y="926750"/>
                  </a:lnTo>
                  <a:lnTo>
                    <a:pt x="290677" y="924088"/>
                  </a:lnTo>
                  <a:lnTo>
                    <a:pt x="291105" y="921494"/>
                  </a:lnTo>
                  <a:lnTo>
                    <a:pt x="292180" y="917721"/>
                  </a:lnTo>
                  <a:lnTo>
                    <a:pt x="292242" y="915107"/>
                  </a:lnTo>
                  <a:lnTo>
                    <a:pt x="292186" y="912088"/>
                  </a:lnTo>
                  <a:lnTo>
                    <a:pt x="292719" y="908057"/>
                  </a:lnTo>
                  <a:lnTo>
                    <a:pt x="293646" y="905037"/>
                  </a:lnTo>
                  <a:lnTo>
                    <a:pt x="294104" y="904096"/>
                  </a:lnTo>
                  <a:lnTo>
                    <a:pt x="293992" y="902753"/>
                  </a:lnTo>
                  <a:lnTo>
                    <a:pt x="293620" y="901522"/>
                  </a:lnTo>
                  <a:lnTo>
                    <a:pt x="293092" y="900843"/>
                  </a:lnTo>
                  <a:lnTo>
                    <a:pt x="292215" y="900055"/>
                  </a:lnTo>
                  <a:lnTo>
                    <a:pt x="290847" y="899836"/>
                  </a:lnTo>
                  <a:lnTo>
                    <a:pt x="288970" y="899031"/>
                  </a:lnTo>
                  <a:lnTo>
                    <a:pt x="286798" y="897237"/>
                  </a:lnTo>
                  <a:lnTo>
                    <a:pt x="287045" y="893803"/>
                  </a:lnTo>
                  <a:lnTo>
                    <a:pt x="287012" y="891651"/>
                  </a:lnTo>
                  <a:lnTo>
                    <a:pt x="286743" y="889885"/>
                  </a:lnTo>
                  <a:lnTo>
                    <a:pt x="286298" y="888631"/>
                  </a:lnTo>
                  <a:lnTo>
                    <a:pt x="286049" y="887511"/>
                  </a:lnTo>
                  <a:lnTo>
                    <a:pt x="286440" y="884439"/>
                  </a:lnTo>
                  <a:lnTo>
                    <a:pt x="285934" y="881086"/>
                  </a:lnTo>
                  <a:lnTo>
                    <a:pt x="285336" y="879749"/>
                  </a:lnTo>
                  <a:lnTo>
                    <a:pt x="284721" y="878014"/>
                  </a:lnTo>
                  <a:lnTo>
                    <a:pt x="284674" y="876145"/>
                  </a:lnTo>
                  <a:lnTo>
                    <a:pt x="284956" y="874402"/>
                  </a:lnTo>
                  <a:lnTo>
                    <a:pt x="286460" y="870663"/>
                  </a:lnTo>
                  <a:lnTo>
                    <a:pt x="286472" y="869759"/>
                  </a:lnTo>
                  <a:lnTo>
                    <a:pt x="286101" y="869832"/>
                  </a:lnTo>
                  <a:lnTo>
                    <a:pt x="285669" y="869910"/>
                  </a:lnTo>
                  <a:lnTo>
                    <a:pt x="283614" y="871276"/>
                  </a:lnTo>
                  <a:lnTo>
                    <a:pt x="283396" y="870419"/>
                  </a:lnTo>
                  <a:lnTo>
                    <a:pt x="282661" y="869922"/>
                  </a:lnTo>
                  <a:lnTo>
                    <a:pt x="281160" y="869822"/>
                  </a:lnTo>
                  <a:lnTo>
                    <a:pt x="279403" y="870070"/>
                  </a:lnTo>
                  <a:lnTo>
                    <a:pt x="277181" y="871406"/>
                  </a:lnTo>
                  <a:lnTo>
                    <a:pt x="275146" y="873745"/>
                  </a:lnTo>
                  <a:lnTo>
                    <a:pt x="274215" y="875352"/>
                  </a:lnTo>
                  <a:lnTo>
                    <a:pt x="273424" y="876351"/>
                  </a:lnTo>
                  <a:lnTo>
                    <a:pt x="272784" y="876674"/>
                  </a:lnTo>
                  <a:lnTo>
                    <a:pt x="272045" y="875969"/>
                  </a:lnTo>
                  <a:lnTo>
                    <a:pt x="272087" y="873680"/>
                  </a:lnTo>
                  <a:lnTo>
                    <a:pt x="273476" y="869474"/>
                  </a:lnTo>
                  <a:lnTo>
                    <a:pt x="273676" y="866580"/>
                  </a:lnTo>
                  <a:lnTo>
                    <a:pt x="273250" y="864098"/>
                  </a:lnTo>
                  <a:lnTo>
                    <a:pt x="273204" y="862112"/>
                  </a:lnTo>
                  <a:lnTo>
                    <a:pt x="272716" y="860842"/>
                  </a:lnTo>
                  <a:lnTo>
                    <a:pt x="272030" y="860224"/>
                  </a:lnTo>
                  <a:lnTo>
                    <a:pt x="271669" y="858810"/>
                  </a:lnTo>
                  <a:lnTo>
                    <a:pt x="271646" y="854688"/>
                  </a:lnTo>
                  <a:lnTo>
                    <a:pt x="272258" y="850445"/>
                  </a:lnTo>
                  <a:lnTo>
                    <a:pt x="273250" y="849106"/>
                  </a:lnTo>
                  <a:lnTo>
                    <a:pt x="273853" y="848460"/>
                  </a:lnTo>
                  <a:lnTo>
                    <a:pt x="274013" y="847636"/>
                  </a:lnTo>
                  <a:lnTo>
                    <a:pt x="273705" y="844666"/>
                  </a:lnTo>
                  <a:lnTo>
                    <a:pt x="273753" y="842776"/>
                  </a:lnTo>
                  <a:lnTo>
                    <a:pt x="274348" y="839120"/>
                  </a:lnTo>
                  <a:lnTo>
                    <a:pt x="274940" y="836349"/>
                  </a:lnTo>
                  <a:lnTo>
                    <a:pt x="276058" y="836813"/>
                  </a:lnTo>
                  <a:lnTo>
                    <a:pt x="276558" y="836128"/>
                  </a:lnTo>
                  <a:lnTo>
                    <a:pt x="277111" y="835147"/>
                  </a:lnTo>
                  <a:lnTo>
                    <a:pt x="277717" y="833479"/>
                  </a:lnTo>
                  <a:lnTo>
                    <a:pt x="278121" y="831506"/>
                  </a:lnTo>
                  <a:lnTo>
                    <a:pt x="278612" y="826915"/>
                  </a:lnTo>
                  <a:lnTo>
                    <a:pt x="278949" y="826223"/>
                  </a:lnTo>
                  <a:lnTo>
                    <a:pt x="280357" y="826982"/>
                  </a:lnTo>
                  <a:lnTo>
                    <a:pt x="280780" y="826452"/>
                  </a:lnTo>
                  <a:lnTo>
                    <a:pt x="281551" y="823757"/>
                  </a:lnTo>
                  <a:lnTo>
                    <a:pt x="282276" y="820480"/>
                  </a:lnTo>
                  <a:lnTo>
                    <a:pt x="283330" y="819465"/>
                  </a:lnTo>
                  <a:lnTo>
                    <a:pt x="284091" y="819362"/>
                  </a:lnTo>
                  <a:lnTo>
                    <a:pt x="284442" y="818273"/>
                  </a:lnTo>
                  <a:lnTo>
                    <a:pt x="284424" y="816671"/>
                  </a:lnTo>
                  <a:lnTo>
                    <a:pt x="283701" y="814132"/>
                  </a:lnTo>
                  <a:lnTo>
                    <a:pt x="283395" y="812102"/>
                  </a:lnTo>
                  <a:lnTo>
                    <a:pt x="283484" y="810871"/>
                  </a:lnTo>
                  <a:lnTo>
                    <a:pt x="284520" y="810121"/>
                  </a:lnTo>
                  <a:lnTo>
                    <a:pt x="284774" y="808646"/>
                  </a:lnTo>
                  <a:lnTo>
                    <a:pt x="284619" y="805420"/>
                  </a:lnTo>
                  <a:lnTo>
                    <a:pt x="285046" y="801545"/>
                  </a:lnTo>
                  <a:lnTo>
                    <a:pt x="285300" y="797003"/>
                  </a:lnTo>
                  <a:lnTo>
                    <a:pt x="285385" y="793612"/>
                  </a:lnTo>
                  <a:lnTo>
                    <a:pt x="285375" y="791024"/>
                  </a:lnTo>
                  <a:lnTo>
                    <a:pt x="285273" y="788316"/>
                  </a:lnTo>
                  <a:lnTo>
                    <a:pt x="285126" y="783365"/>
                  </a:lnTo>
                  <a:lnTo>
                    <a:pt x="284652" y="779060"/>
                  </a:lnTo>
                  <a:lnTo>
                    <a:pt x="284739" y="777444"/>
                  </a:lnTo>
                  <a:lnTo>
                    <a:pt x="284674" y="772225"/>
                  </a:lnTo>
                  <a:lnTo>
                    <a:pt x="284384" y="767777"/>
                  </a:lnTo>
                  <a:lnTo>
                    <a:pt x="283801" y="766998"/>
                  </a:lnTo>
                  <a:lnTo>
                    <a:pt x="282718" y="765555"/>
                  </a:lnTo>
                  <a:lnTo>
                    <a:pt x="282128" y="765272"/>
                  </a:lnTo>
                  <a:lnTo>
                    <a:pt x="281633" y="765797"/>
                  </a:lnTo>
                  <a:lnTo>
                    <a:pt x="281445" y="767345"/>
                  </a:lnTo>
                  <a:lnTo>
                    <a:pt x="280969" y="768793"/>
                  </a:lnTo>
                  <a:lnTo>
                    <a:pt x="280383" y="768438"/>
                  </a:lnTo>
                  <a:lnTo>
                    <a:pt x="280103" y="766991"/>
                  </a:lnTo>
                  <a:lnTo>
                    <a:pt x="279726" y="765096"/>
                  </a:lnTo>
                  <a:lnTo>
                    <a:pt x="278471" y="756102"/>
                  </a:lnTo>
                  <a:lnTo>
                    <a:pt x="278333" y="753512"/>
                  </a:lnTo>
                  <a:lnTo>
                    <a:pt x="278113" y="750939"/>
                  </a:lnTo>
                  <a:lnTo>
                    <a:pt x="277689" y="749651"/>
                  </a:lnTo>
                  <a:lnTo>
                    <a:pt x="277242" y="748893"/>
                  </a:lnTo>
                  <a:lnTo>
                    <a:pt x="276241" y="745870"/>
                  </a:lnTo>
                  <a:lnTo>
                    <a:pt x="275713" y="744609"/>
                  </a:lnTo>
                  <a:lnTo>
                    <a:pt x="275456" y="744400"/>
                  </a:lnTo>
                  <a:lnTo>
                    <a:pt x="274906" y="744614"/>
                  </a:lnTo>
                  <a:lnTo>
                    <a:pt x="274367" y="744620"/>
                  </a:lnTo>
                  <a:lnTo>
                    <a:pt x="273924" y="743113"/>
                  </a:lnTo>
                  <a:lnTo>
                    <a:pt x="273522" y="741275"/>
                  </a:lnTo>
                  <a:lnTo>
                    <a:pt x="273116" y="740369"/>
                  </a:lnTo>
                  <a:lnTo>
                    <a:pt x="272438" y="739865"/>
                  </a:lnTo>
                  <a:lnTo>
                    <a:pt x="271742" y="740067"/>
                  </a:lnTo>
                  <a:lnTo>
                    <a:pt x="271336" y="741659"/>
                  </a:lnTo>
                  <a:lnTo>
                    <a:pt x="271059" y="742566"/>
                  </a:lnTo>
                  <a:lnTo>
                    <a:pt x="270533" y="744686"/>
                  </a:lnTo>
                  <a:lnTo>
                    <a:pt x="269682" y="747623"/>
                  </a:lnTo>
                  <a:lnTo>
                    <a:pt x="269296" y="748703"/>
                  </a:lnTo>
                  <a:lnTo>
                    <a:pt x="268921" y="748146"/>
                  </a:lnTo>
                  <a:lnTo>
                    <a:pt x="267282" y="745087"/>
                  </a:lnTo>
                  <a:lnTo>
                    <a:pt x="266490" y="744242"/>
                  </a:lnTo>
                  <a:lnTo>
                    <a:pt x="265417" y="745165"/>
                  </a:lnTo>
                  <a:lnTo>
                    <a:pt x="263738" y="744435"/>
                  </a:lnTo>
                  <a:lnTo>
                    <a:pt x="263088" y="744298"/>
                  </a:lnTo>
                  <a:lnTo>
                    <a:pt x="261692" y="741854"/>
                  </a:lnTo>
                  <a:lnTo>
                    <a:pt x="261122" y="741554"/>
                  </a:lnTo>
                  <a:lnTo>
                    <a:pt x="259136" y="743146"/>
                  </a:lnTo>
                  <a:lnTo>
                    <a:pt x="258697" y="744272"/>
                  </a:lnTo>
                  <a:lnTo>
                    <a:pt x="258439" y="744291"/>
                  </a:lnTo>
                  <a:lnTo>
                    <a:pt x="257910" y="743722"/>
                  </a:lnTo>
                  <a:lnTo>
                    <a:pt x="257475" y="742968"/>
                  </a:lnTo>
                  <a:lnTo>
                    <a:pt x="257446" y="742491"/>
                  </a:lnTo>
                  <a:lnTo>
                    <a:pt x="257982" y="741298"/>
                  </a:lnTo>
                  <a:lnTo>
                    <a:pt x="258025" y="740463"/>
                  </a:lnTo>
                  <a:lnTo>
                    <a:pt x="257996" y="739619"/>
                  </a:lnTo>
                  <a:lnTo>
                    <a:pt x="258771" y="737221"/>
                  </a:lnTo>
                  <a:lnTo>
                    <a:pt x="260875" y="732578"/>
                  </a:lnTo>
                  <a:lnTo>
                    <a:pt x="260524" y="730630"/>
                  </a:lnTo>
                  <a:lnTo>
                    <a:pt x="259697" y="726796"/>
                  </a:lnTo>
                  <a:lnTo>
                    <a:pt x="259583" y="724937"/>
                  </a:lnTo>
                  <a:lnTo>
                    <a:pt x="259227" y="724097"/>
                  </a:lnTo>
                  <a:lnTo>
                    <a:pt x="258217" y="724784"/>
                  </a:lnTo>
                  <a:lnTo>
                    <a:pt x="256121" y="728262"/>
                  </a:lnTo>
                  <a:lnTo>
                    <a:pt x="255836" y="727881"/>
                  </a:lnTo>
                  <a:lnTo>
                    <a:pt x="255884" y="726674"/>
                  </a:lnTo>
                  <a:lnTo>
                    <a:pt x="255668" y="723169"/>
                  </a:lnTo>
                  <a:lnTo>
                    <a:pt x="256332" y="722117"/>
                  </a:lnTo>
                  <a:lnTo>
                    <a:pt x="257350" y="720830"/>
                  </a:lnTo>
                  <a:lnTo>
                    <a:pt x="258137" y="719395"/>
                  </a:lnTo>
                  <a:lnTo>
                    <a:pt x="258320" y="718235"/>
                  </a:lnTo>
                  <a:lnTo>
                    <a:pt x="258108" y="717883"/>
                  </a:lnTo>
                  <a:lnTo>
                    <a:pt x="256947" y="718331"/>
                  </a:lnTo>
                  <a:lnTo>
                    <a:pt x="256490" y="717544"/>
                  </a:lnTo>
                  <a:lnTo>
                    <a:pt x="255738" y="714325"/>
                  </a:lnTo>
                  <a:lnTo>
                    <a:pt x="255182" y="713062"/>
                  </a:lnTo>
                  <a:lnTo>
                    <a:pt x="254680" y="712381"/>
                  </a:lnTo>
                  <a:lnTo>
                    <a:pt x="252973" y="714043"/>
                  </a:lnTo>
                  <a:lnTo>
                    <a:pt x="250989" y="716321"/>
                  </a:lnTo>
                  <a:lnTo>
                    <a:pt x="248780" y="719497"/>
                  </a:lnTo>
                  <a:lnTo>
                    <a:pt x="248794" y="721127"/>
                  </a:lnTo>
                  <a:lnTo>
                    <a:pt x="248530" y="721546"/>
                  </a:lnTo>
                  <a:lnTo>
                    <a:pt x="248107" y="722572"/>
                  </a:lnTo>
                  <a:lnTo>
                    <a:pt x="247695" y="723990"/>
                  </a:lnTo>
                  <a:lnTo>
                    <a:pt x="247343" y="724489"/>
                  </a:lnTo>
                  <a:lnTo>
                    <a:pt x="246933" y="724534"/>
                  </a:lnTo>
                  <a:lnTo>
                    <a:pt x="246093" y="724130"/>
                  </a:lnTo>
                  <a:lnTo>
                    <a:pt x="244567" y="722520"/>
                  </a:lnTo>
                  <a:lnTo>
                    <a:pt x="242910" y="721187"/>
                  </a:lnTo>
                  <a:lnTo>
                    <a:pt x="242554" y="721338"/>
                  </a:lnTo>
                  <a:lnTo>
                    <a:pt x="240305" y="720397"/>
                  </a:lnTo>
                  <a:lnTo>
                    <a:pt x="240233" y="719647"/>
                  </a:lnTo>
                  <a:lnTo>
                    <a:pt x="239896" y="718160"/>
                  </a:lnTo>
                  <a:lnTo>
                    <a:pt x="239256" y="716818"/>
                  </a:lnTo>
                  <a:lnTo>
                    <a:pt x="238643" y="716363"/>
                  </a:lnTo>
                  <a:lnTo>
                    <a:pt x="236883" y="719206"/>
                  </a:lnTo>
                  <a:lnTo>
                    <a:pt x="234898" y="721321"/>
                  </a:lnTo>
                  <a:lnTo>
                    <a:pt x="233764" y="723824"/>
                  </a:lnTo>
                  <a:lnTo>
                    <a:pt x="232834" y="726307"/>
                  </a:lnTo>
                  <a:lnTo>
                    <a:pt x="231768" y="726791"/>
                  </a:lnTo>
                  <a:lnTo>
                    <a:pt x="231718" y="728327"/>
                  </a:lnTo>
                  <a:lnTo>
                    <a:pt x="231268" y="729708"/>
                  </a:lnTo>
                  <a:lnTo>
                    <a:pt x="230458" y="731409"/>
                  </a:lnTo>
                  <a:lnTo>
                    <a:pt x="228851" y="733579"/>
                  </a:lnTo>
                  <a:lnTo>
                    <a:pt x="227763" y="734748"/>
                  </a:lnTo>
                  <a:lnTo>
                    <a:pt x="224306" y="735817"/>
                  </a:lnTo>
                  <a:lnTo>
                    <a:pt x="223073" y="736543"/>
                  </a:lnTo>
                  <a:lnTo>
                    <a:pt x="222558" y="737685"/>
                  </a:lnTo>
                  <a:lnTo>
                    <a:pt x="222004" y="740584"/>
                  </a:lnTo>
                  <a:lnTo>
                    <a:pt x="221566" y="743256"/>
                  </a:lnTo>
                  <a:lnTo>
                    <a:pt x="220609" y="745462"/>
                  </a:lnTo>
                  <a:lnTo>
                    <a:pt x="218870" y="748403"/>
                  </a:lnTo>
                  <a:lnTo>
                    <a:pt x="216827" y="750796"/>
                  </a:lnTo>
                  <a:lnTo>
                    <a:pt x="216267" y="752385"/>
                  </a:lnTo>
                  <a:lnTo>
                    <a:pt x="216163" y="753326"/>
                  </a:lnTo>
                  <a:lnTo>
                    <a:pt x="216415" y="753670"/>
                  </a:lnTo>
                  <a:lnTo>
                    <a:pt x="216664" y="754383"/>
                  </a:lnTo>
                  <a:lnTo>
                    <a:pt x="216667" y="755470"/>
                  </a:lnTo>
                  <a:lnTo>
                    <a:pt x="216401" y="756653"/>
                  </a:lnTo>
                  <a:lnTo>
                    <a:pt x="215065" y="758713"/>
                  </a:lnTo>
                  <a:lnTo>
                    <a:pt x="214315" y="759696"/>
                  </a:lnTo>
                  <a:lnTo>
                    <a:pt x="213567" y="760326"/>
                  </a:lnTo>
                  <a:lnTo>
                    <a:pt x="212729" y="760440"/>
                  </a:lnTo>
                  <a:lnTo>
                    <a:pt x="211924" y="760160"/>
                  </a:lnTo>
                  <a:lnTo>
                    <a:pt x="211701" y="759827"/>
                  </a:lnTo>
                  <a:lnTo>
                    <a:pt x="211381" y="760257"/>
                  </a:lnTo>
                  <a:lnTo>
                    <a:pt x="210647" y="760691"/>
                  </a:lnTo>
                  <a:lnTo>
                    <a:pt x="210007" y="760828"/>
                  </a:lnTo>
                  <a:lnTo>
                    <a:pt x="208603" y="763111"/>
                  </a:lnTo>
                  <a:lnTo>
                    <a:pt x="207828" y="763131"/>
                  </a:lnTo>
                  <a:lnTo>
                    <a:pt x="206866" y="762636"/>
                  </a:lnTo>
                  <a:lnTo>
                    <a:pt x="205593" y="762241"/>
                  </a:lnTo>
                  <a:lnTo>
                    <a:pt x="204677" y="762236"/>
                  </a:lnTo>
                  <a:lnTo>
                    <a:pt x="204648" y="761027"/>
                  </a:lnTo>
                  <a:lnTo>
                    <a:pt x="204790" y="757412"/>
                  </a:lnTo>
                  <a:lnTo>
                    <a:pt x="204378" y="756570"/>
                  </a:lnTo>
                  <a:lnTo>
                    <a:pt x="203104" y="755682"/>
                  </a:lnTo>
                  <a:lnTo>
                    <a:pt x="201675" y="754504"/>
                  </a:lnTo>
                  <a:lnTo>
                    <a:pt x="200986" y="753252"/>
                  </a:lnTo>
                  <a:lnTo>
                    <a:pt x="200602" y="752828"/>
                  </a:lnTo>
                  <a:lnTo>
                    <a:pt x="200066" y="753038"/>
                  </a:lnTo>
                  <a:lnTo>
                    <a:pt x="199204" y="754353"/>
                  </a:lnTo>
                  <a:lnTo>
                    <a:pt x="198384" y="755898"/>
                  </a:lnTo>
                  <a:lnTo>
                    <a:pt x="197738" y="756028"/>
                  </a:lnTo>
                  <a:lnTo>
                    <a:pt x="197075" y="755304"/>
                  </a:lnTo>
                  <a:lnTo>
                    <a:pt x="196441" y="754360"/>
                  </a:lnTo>
                  <a:lnTo>
                    <a:pt x="194273" y="753024"/>
                  </a:lnTo>
                  <a:lnTo>
                    <a:pt x="193301" y="752822"/>
                  </a:lnTo>
                  <a:lnTo>
                    <a:pt x="191566" y="753050"/>
                  </a:lnTo>
                  <a:lnTo>
                    <a:pt x="190151" y="752773"/>
                  </a:lnTo>
                  <a:lnTo>
                    <a:pt x="189928" y="752366"/>
                  </a:lnTo>
                  <a:lnTo>
                    <a:pt x="189936" y="751623"/>
                  </a:lnTo>
                  <a:lnTo>
                    <a:pt x="190145" y="750174"/>
                  </a:lnTo>
                  <a:lnTo>
                    <a:pt x="190268" y="748746"/>
                  </a:lnTo>
                  <a:lnTo>
                    <a:pt x="190100" y="747935"/>
                  </a:lnTo>
                  <a:lnTo>
                    <a:pt x="188653" y="746937"/>
                  </a:lnTo>
                  <a:lnTo>
                    <a:pt x="187332" y="746218"/>
                  </a:lnTo>
                  <a:lnTo>
                    <a:pt x="185931" y="745948"/>
                  </a:lnTo>
                  <a:lnTo>
                    <a:pt x="184986" y="746452"/>
                  </a:lnTo>
                  <a:lnTo>
                    <a:pt x="184067" y="747570"/>
                  </a:lnTo>
                  <a:lnTo>
                    <a:pt x="183305" y="749583"/>
                  </a:lnTo>
                  <a:lnTo>
                    <a:pt x="182202" y="750466"/>
                  </a:lnTo>
                  <a:lnTo>
                    <a:pt x="180887" y="751969"/>
                  </a:lnTo>
                  <a:lnTo>
                    <a:pt x="180249" y="753372"/>
                  </a:lnTo>
                  <a:lnTo>
                    <a:pt x="179286" y="756380"/>
                  </a:lnTo>
                  <a:lnTo>
                    <a:pt x="177887" y="760074"/>
                  </a:lnTo>
                  <a:lnTo>
                    <a:pt x="176612" y="763675"/>
                  </a:lnTo>
                  <a:lnTo>
                    <a:pt x="175953" y="767182"/>
                  </a:lnTo>
                  <a:lnTo>
                    <a:pt x="175080" y="769390"/>
                  </a:lnTo>
                  <a:lnTo>
                    <a:pt x="174195" y="770981"/>
                  </a:lnTo>
                  <a:lnTo>
                    <a:pt x="173557" y="775353"/>
                  </a:lnTo>
                  <a:lnTo>
                    <a:pt x="172889" y="773971"/>
                  </a:lnTo>
                  <a:lnTo>
                    <a:pt x="172120" y="771990"/>
                  </a:lnTo>
                  <a:lnTo>
                    <a:pt x="171940" y="769272"/>
                  </a:lnTo>
                  <a:lnTo>
                    <a:pt x="172859" y="762017"/>
                  </a:lnTo>
                  <a:lnTo>
                    <a:pt x="173074" y="759025"/>
                  </a:lnTo>
                  <a:lnTo>
                    <a:pt x="172844" y="757883"/>
                  </a:lnTo>
                  <a:lnTo>
                    <a:pt x="172561" y="754939"/>
                  </a:lnTo>
                  <a:lnTo>
                    <a:pt x="172023" y="753970"/>
                  </a:lnTo>
                  <a:lnTo>
                    <a:pt x="170488" y="752430"/>
                  </a:lnTo>
                  <a:lnTo>
                    <a:pt x="169998" y="752385"/>
                  </a:lnTo>
                  <a:lnTo>
                    <a:pt x="169472" y="753448"/>
                  </a:lnTo>
                  <a:lnTo>
                    <a:pt x="168955" y="754125"/>
                  </a:lnTo>
                  <a:lnTo>
                    <a:pt x="168272" y="754799"/>
                  </a:lnTo>
                  <a:lnTo>
                    <a:pt x="166560" y="756064"/>
                  </a:lnTo>
                  <a:lnTo>
                    <a:pt x="165037" y="756653"/>
                  </a:lnTo>
                  <a:lnTo>
                    <a:pt x="164673" y="757123"/>
                  </a:lnTo>
                  <a:lnTo>
                    <a:pt x="164558" y="757964"/>
                  </a:lnTo>
                  <a:lnTo>
                    <a:pt x="164681" y="758967"/>
                  </a:lnTo>
                  <a:lnTo>
                    <a:pt x="163700" y="758589"/>
                  </a:lnTo>
                  <a:lnTo>
                    <a:pt x="162679" y="758370"/>
                  </a:lnTo>
                  <a:lnTo>
                    <a:pt x="161854" y="758510"/>
                  </a:lnTo>
                  <a:lnTo>
                    <a:pt x="159832" y="760421"/>
                  </a:lnTo>
                  <a:lnTo>
                    <a:pt x="159149" y="760605"/>
                  </a:lnTo>
                  <a:lnTo>
                    <a:pt x="158385" y="760408"/>
                  </a:lnTo>
                  <a:lnTo>
                    <a:pt x="157350" y="760349"/>
                  </a:lnTo>
                  <a:lnTo>
                    <a:pt x="155381" y="760405"/>
                  </a:lnTo>
                  <a:lnTo>
                    <a:pt x="153685" y="759921"/>
                  </a:lnTo>
                  <a:lnTo>
                    <a:pt x="152308" y="757251"/>
                  </a:lnTo>
                  <a:lnTo>
                    <a:pt x="151328" y="756076"/>
                  </a:lnTo>
                  <a:lnTo>
                    <a:pt x="150290" y="755168"/>
                  </a:lnTo>
                  <a:lnTo>
                    <a:pt x="149245" y="754491"/>
                  </a:lnTo>
                  <a:lnTo>
                    <a:pt x="148896" y="753056"/>
                  </a:lnTo>
                  <a:lnTo>
                    <a:pt x="148565" y="752339"/>
                  </a:lnTo>
                  <a:lnTo>
                    <a:pt x="147701" y="752099"/>
                  </a:lnTo>
                  <a:lnTo>
                    <a:pt x="147021" y="752626"/>
                  </a:lnTo>
                  <a:lnTo>
                    <a:pt x="146594" y="756221"/>
                  </a:lnTo>
                  <a:lnTo>
                    <a:pt x="146231" y="756930"/>
                  </a:lnTo>
                  <a:lnTo>
                    <a:pt x="145365" y="757251"/>
                  </a:lnTo>
                  <a:lnTo>
                    <a:pt x="144456" y="756340"/>
                  </a:lnTo>
                  <a:lnTo>
                    <a:pt x="143199" y="754491"/>
                  </a:lnTo>
                  <a:lnTo>
                    <a:pt x="142702" y="752434"/>
                  </a:lnTo>
                  <a:lnTo>
                    <a:pt x="142280" y="751764"/>
                  </a:lnTo>
                  <a:lnTo>
                    <a:pt x="141618" y="752673"/>
                  </a:lnTo>
                  <a:lnTo>
                    <a:pt x="141581" y="755304"/>
                  </a:lnTo>
                  <a:lnTo>
                    <a:pt x="141453" y="757073"/>
                  </a:lnTo>
                  <a:lnTo>
                    <a:pt x="140662" y="757791"/>
                  </a:lnTo>
                  <a:lnTo>
                    <a:pt x="140203" y="757264"/>
                  </a:lnTo>
                  <a:lnTo>
                    <a:pt x="139835" y="755448"/>
                  </a:lnTo>
                  <a:lnTo>
                    <a:pt x="138910" y="751144"/>
                  </a:lnTo>
                  <a:lnTo>
                    <a:pt x="137993" y="748623"/>
                  </a:lnTo>
                  <a:lnTo>
                    <a:pt x="137071" y="746945"/>
                  </a:lnTo>
                  <a:lnTo>
                    <a:pt x="134032" y="746987"/>
                  </a:lnTo>
                  <a:lnTo>
                    <a:pt x="131777" y="746497"/>
                  </a:lnTo>
                  <a:lnTo>
                    <a:pt x="130759" y="745807"/>
                  </a:lnTo>
                  <a:lnTo>
                    <a:pt x="130374" y="744143"/>
                  </a:lnTo>
                  <a:lnTo>
                    <a:pt x="130748" y="740834"/>
                  </a:lnTo>
                  <a:lnTo>
                    <a:pt x="131187" y="738245"/>
                  </a:lnTo>
                  <a:lnTo>
                    <a:pt x="131175" y="737644"/>
                  </a:lnTo>
                  <a:lnTo>
                    <a:pt x="130804" y="737336"/>
                  </a:lnTo>
                  <a:lnTo>
                    <a:pt x="130154" y="737128"/>
                  </a:lnTo>
                  <a:lnTo>
                    <a:pt x="127723" y="738785"/>
                  </a:lnTo>
                  <a:lnTo>
                    <a:pt x="127062" y="738590"/>
                  </a:lnTo>
                  <a:lnTo>
                    <a:pt x="126636" y="738027"/>
                  </a:lnTo>
                  <a:lnTo>
                    <a:pt x="126124" y="737545"/>
                  </a:lnTo>
                  <a:lnTo>
                    <a:pt x="125698" y="736778"/>
                  </a:lnTo>
                  <a:lnTo>
                    <a:pt x="125401" y="735654"/>
                  </a:lnTo>
                  <a:lnTo>
                    <a:pt x="123298" y="732895"/>
                  </a:lnTo>
                  <a:lnTo>
                    <a:pt x="122677" y="731389"/>
                  </a:lnTo>
                  <a:lnTo>
                    <a:pt x="121557" y="729491"/>
                  </a:lnTo>
                  <a:lnTo>
                    <a:pt x="120610" y="728202"/>
                  </a:lnTo>
                  <a:lnTo>
                    <a:pt x="120007" y="724520"/>
                  </a:lnTo>
                  <a:lnTo>
                    <a:pt x="119465" y="720976"/>
                  </a:lnTo>
                  <a:lnTo>
                    <a:pt x="119164" y="719095"/>
                  </a:lnTo>
                  <a:lnTo>
                    <a:pt x="118263" y="718093"/>
                  </a:lnTo>
                  <a:lnTo>
                    <a:pt x="117286" y="717336"/>
                  </a:lnTo>
                  <a:lnTo>
                    <a:pt x="115633" y="718874"/>
                  </a:lnTo>
                  <a:lnTo>
                    <a:pt x="114278" y="720051"/>
                  </a:lnTo>
                  <a:lnTo>
                    <a:pt x="113284" y="720169"/>
                  </a:lnTo>
                  <a:lnTo>
                    <a:pt x="111843" y="716542"/>
                  </a:lnTo>
                  <a:lnTo>
                    <a:pt x="110691" y="712618"/>
                  </a:lnTo>
                  <a:lnTo>
                    <a:pt x="109328" y="709207"/>
                  </a:lnTo>
                  <a:lnTo>
                    <a:pt x="108423" y="707491"/>
                  </a:lnTo>
                  <a:lnTo>
                    <a:pt x="106816" y="707331"/>
                  </a:lnTo>
                  <a:lnTo>
                    <a:pt x="105003" y="705401"/>
                  </a:lnTo>
                  <a:lnTo>
                    <a:pt x="102579" y="701033"/>
                  </a:lnTo>
                  <a:lnTo>
                    <a:pt x="100827" y="697774"/>
                  </a:lnTo>
                  <a:lnTo>
                    <a:pt x="97808" y="694158"/>
                  </a:lnTo>
                  <a:lnTo>
                    <a:pt x="97108" y="692642"/>
                  </a:lnTo>
                  <a:lnTo>
                    <a:pt x="96839" y="691348"/>
                  </a:lnTo>
                  <a:lnTo>
                    <a:pt x="96426" y="688804"/>
                  </a:lnTo>
                  <a:lnTo>
                    <a:pt x="95795" y="686390"/>
                  </a:lnTo>
                  <a:lnTo>
                    <a:pt x="93654" y="685337"/>
                  </a:lnTo>
                  <a:lnTo>
                    <a:pt x="91236" y="684595"/>
                  </a:lnTo>
                  <a:lnTo>
                    <a:pt x="88684" y="686070"/>
                  </a:lnTo>
                  <a:lnTo>
                    <a:pt x="86843" y="693288"/>
                  </a:lnTo>
                  <a:lnTo>
                    <a:pt x="85958" y="694867"/>
                  </a:lnTo>
                  <a:lnTo>
                    <a:pt x="85200" y="694958"/>
                  </a:lnTo>
                  <a:lnTo>
                    <a:pt x="84578" y="693121"/>
                  </a:lnTo>
                  <a:lnTo>
                    <a:pt x="84063" y="691185"/>
                  </a:lnTo>
                  <a:lnTo>
                    <a:pt x="83782" y="689039"/>
                  </a:lnTo>
                  <a:lnTo>
                    <a:pt x="82511" y="687459"/>
                  </a:lnTo>
                  <a:lnTo>
                    <a:pt x="81071" y="685396"/>
                  </a:lnTo>
                  <a:lnTo>
                    <a:pt x="80337" y="683787"/>
                  </a:lnTo>
                  <a:lnTo>
                    <a:pt x="79505" y="682782"/>
                  </a:lnTo>
                  <a:lnTo>
                    <a:pt x="78735" y="682349"/>
                  </a:lnTo>
                  <a:lnTo>
                    <a:pt x="77242" y="680991"/>
                  </a:lnTo>
                  <a:lnTo>
                    <a:pt x="75554" y="679459"/>
                  </a:lnTo>
                  <a:lnTo>
                    <a:pt x="74763" y="679249"/>
                  </a:lnTo>
                  <a:lnTo>
                    <a:pt x="74706" y="678159"/>
                  </a:lnTo>
                  <a:lnTo>
                    <a:pt x="74943" y="675842"/>
                  </a:lnTo>
                  <a:lnTo>
                    <a:pt x="74798" y="673611"/>
                  </a:lnTo>
                  <a:lnTo>
                    <a:pt x="74288" y="672706"/>
                  </a:lnTo>
                  <a:lnTo>
                    <a:pt x="73516" y="672940"/>
                  </a:lnTo>
                  <a:lnTo>
                    <a:pt x="71734" y="669783"/>
                  </a:lnTo>
                  <a:lnTo>
                    <a:pt x="71644" y="669623"/>
                  </a:lnTo>
                  <a:lnTo>
                    <a:pt x="71136" y="668724"/>
                  </a:lnTo>
                  <a:lnTo>
                    <a:pt x="70259" y="667434"/>
                  </a:lnTo>
                  <a:lnTo>
                    <a:pt x="68779" y="667524"/>
                  </a:lnTo>
                  <a:lnTo>
                    <a:pt x="67657" y="668001"/>
                  </a:lnTo>
                  <a:lnTo>
                    <a:pt x="66836" y="666682"/>
                  </a:lnTo>
                  <a:lnTo>
                    <a:pt x="65647" y="664599"/>
                  </a:lnTo>
                  <a:lnTo>
                    <a:pt x="65433" y="664134"/>
                  </a:lnTo>
                  <a:lnTo>
                    <a:pt x="65083" y="663373"/>
                  </a:lnTo>
                  <a:lnTo>
                    <a:pt x="63877" y="659353"/>
                  </a:lnTo>
                  <a:lnTo>
                    <a:pt x="62452" y="654599"/>
                  </a:lnTo>
                  <a:lnTo>
                    <a:pt x="61733" y="653902"/>
                  </a:lnTo>
                  <a:lnTo>
                    <a:pt x="61362" y="654260"/>
                  </a:lnTo>
                  <a:lnTo>
                    <a:pt x="60940" y="656786"/>
                  </a:lnTo>
                  <a:lnTo>
                    <a:pt x="60623" y="656532"/>
                  </a:lnTo>
                  <a:lnTo>
                    <a:pt x="60095" y="656705"/>
                  </a:lnTo>
                  <a:lnTo>
                    <a:pt x="59470" y="657587"/>
                  </a:lnTo>
                  <a:lnTo>
                    <a:pt x="58869" y="657819"/>
                  </a:lnTo>
                  <a:lnTo>
                    <a:pt x="58486" y="657558"/>
                  </a:lnTo>
                  <a:lnTo>
                    <a:pt x="58324" y="656929"/>
                  </a:lnTo>
                  <a:lnTo>
                    <a:pt x="58495" y="653596"/>
                  </a:lnTo>
                  <a:lnTo>
                    <a:pt x="58133" y="652554"/>
                  </a:lnTo>
                  <a:lnTo>
                    <a:pt x="58455" y="650236"/>
                  </a:lnTo>
                  <a:lnTo>
                    <a:pt x="58998" y="648233"/>
                  </a:lnTo>
                  <a:lnTo>
                    <a:pt x="58441" y="646747"/>
                  </a:lnTo>
                  <a:lnTo>
                    <a:pt x="57755" y="644619"/>
                  </a:lnTo>
                  <a:lnTo>
                    <a:pt x="57682" y="642694"/>
                  </a:lnTo>
                  <a:lnTo>
                    <a:pt x="58053" y="640267"/>
                  </a:lnTo>
                  <a:lnTo>
                    <a:pt x="58232" y="638190"/>
                  </a:lnTo>
                  <a:lnTo>
                    <a:pt x="58120" y="637426"/>
                  </a:lnTo>
                  <a:lnTo>
                    <a:pt x="57576" y="636266"/>
                  </a:lnTo>
                  <a:lnTo>
                    <a:pt x="55512" y="630572"/>
                  </a:lnTo>
                  <a:lnTo>
                    <a:pt x="55401" y="629967"/>
                  </a:lnTo>
                  <a:lnTo>
                    <a:pt x="55050" y="628073"/>
                  </a:lnTo>
                  <a:lnTo>
                    <a:pt x="54892" y="625206"/>
                  </a:lnTo>
                  <a:lnTo>
                    <a:pt x="54621" y="623157"/>
                  </a:lnTo>
                  <a:lnTo>
                    <a:pt x="54305" y="621586"/>
                  </a:lnTo>
                  <a:lnTo>
                    <a:pt x="54328" y="620851"/>
                  </a:lnTo>
                  <a:lnTo>
                    <a:pt x="54564" y="620467"/>
                  </a:lnTo>
                  <a:lnTo>
                    <a:pt x="55858" y="620081"/>
                  </a:lnTo>
                  <a:lnTo>
                    <a:pt x="57052" y="619840"/>
                  </a:lnTo>
                  <a:lnTo>
                    <a:pt x="57839" y="619306"/>
                  </a:lnTo>
                  <a:lnTo>
                    <a:pt x="58246" y="620447"/>
                  </a:lnTo>
                  <a:lnTo>
                    <a:pt x="58437" y="622194"/>
                  </a:lnTo>
                  <a:lnTo>
                    <a:pt x="58639" y="623116"/>
                  </a:lnTo>
                  <a:lnTo>
                    <a:pt x="59395" y="624774"/>
                  </a:lnTo>
                  <a:lnTo>
                    <a:pt x="60315" y="626363"/>
                  </a:lnTo>
                  <a:lnTo>
                    <a:pt x="61209" y="626158"/>
                  </a:lnTo>
                  <a:lnTo>
                    <a:pt x="61997" y="625477"/>
                  </a:lnTo>
                  <a:lnTo>
                    <a:pt x="62682" y="622888"/>
                  </a:lnTo>
                  <a:lnTo>
                    <a:pt x="63165" y="622255"/>
                  </a:lnTo>
                  <a:lnTo>
                    <a:pt x="63726" y="622141"/>
                  </a:lnTo>
                  <a:lnTo>
                    <a:pt x="63723" y="621949"/>
                  </a:lnTo>
                  <a:lnTo>
                    <a:pt x="63694" y="620281"/>
                  </a:lnTo>
                  <a:lnTo>
                    <a:pt x="63892" y="616172"/>
                  </a:lnTo>
                  <a:lnTo>
                    <a:pt x="63824" y="614526"/>
                  </a:lnTo>
                  <a:lnTo>
                    <a:pt x="63570" y="613041"/>
                  </a:lnTo>
                  <a:lnTo>
                    <a:pt x="63616" y="611392"/>
                  </a:lnTo>
                  <a:lnTo>
                    <a:pt x="63532" y="608993"/>
                  </a:lnTo>
                  <a:lnTo>
                    <a:pt x="62888" y="607355"/>
                  </a:lnTo>
                  <a:lnTo>
                    <a:pt x="62469" y="606729"/>
                  </a:lnTo>
                  <a:lnTo>
                    <a:pt x="62403" y="605846"/>
                  </a:lnTo>
                  <a:lnTo>
                    <a:pt x="62617" y="604204"/>
                  </a:lnTo>
                  <a:lnTo>
                    <a:pt x="62771" y="602318"/>
                  </a:lnTo>
                  <a:lnTo>
                    <a:pt x="62549" y="600929"/>
                  </a:lnTo>
                  <a:lnTo>
                    <a:pt x="62513" y="600712"/>
                  </a:lnTo>
                  <a:lnTo>
                    <a:pt x="61991" y="600000"/>
                  </a:lnTo>
                  <a:lnTo>
                    <a:pt x="61379" y="598786"/>
                  </a:lnTo>
                  <a:lnTo>
                    <a:pt x="60650" y="597159"/>
                  </a:lnTo>
                  <a:lnTo>
                    <a:pt x="60290" y="595970"/>
                  </a:lnTo>
                  <a:lnTo>
                    <a:pt x="59703" y="594660"/>
                  </a:lnTo>
                  <a:lnTo>
                    <a:pt x="58986" y="592632"/>
                  </a:lnTo>
                  <a:lnTo>
                    <a:pt x="58850" y="588181"/>
                  </a:lnTo>
                  <a:lnTo>
                    <a:pt x="58781" y="583499"/>
                  </a:lnTo>
                  <a:lnTo>
                    <a:pt x="58530" y="581171"/>
                  </a:lnTo>
                  <a:lnTo>
                    <a:pt x="58132" y="577454"/>
                  </a:lnTo>
                  <a:lnTo>
                    <a:pt x="58190" y="576207"/>
                  </a:lnTo>
                  <a:lnTo>
                    <a:pt x="58431" y="575258"/>
                  </a:lnTo>
                  <a:lnTo>
                    <a:pt x="60461" y="572266"/>
                  </a:lnTo>
                  <a:lnTo>
                    <a:pt x="60902" y="571105"/>
                  </a:lnTo>
                  <a:lnTo>
                    <a:pt x="60974" y="570222"/>
                  </a:lnTo>
                  <a:lnTo>
                    <a:pt x="60896" y="568907"/>
                  </a:lnTo>
                  <a:lnTo>
                    <a:pt x="60514" y="567449"/>
                  </a:lnTo>
                  <a:lnTo>
                    <a:pt x="59701" y="566315"/>
                  </a:lnTo>
                  <a:lnTo>
                    <a:pt x="58546" y="564466"/>
                  </a:lnTo>
                  <a:lnTo>
                    <a:pt x="57498" y="562538"/>
                  </a:lnTo>
                  <a:lnTo>
                    <a:pt x="55737" y="561362"/>
                  </a:lnTo>
                  <a:lnTo>
                    <a:pt x="53593" y="559931"/>
                  </a:lnTo>
                  <a:lnTo>
                    <a:pt x="53083" y="558527"/>
                  </a:lnTo>
                  <a:lnTo>
                    <a:pt x="52562" y="555102"/>
                  </a:lnTo>
                  <a:lnTo>
                    <a:pt x="51680" y="549882"/>
                  </a:lnTo>
                  <a:lnTo>
                    <a:pt x="50741" y="544314"/>
                  </a:lnTo>
                  <a:lnTo>
                    <a:pt x="50019" y="540883"/>
                  </a:lnTo>
                  <a:lnTo>
                    <a:pt x="49985" y="539231"/>
                  </a:lnTo>
                  <a:lnTo>
                    <a:pt x="50419" y="535020"/>
                  </a:lnTo>
                  <a:lnTo>
                    <a:pt x="50365" y="534123"/>
                  </a:lnTo>
                  <a:lnTo>
                    <a:pt x="49988" y="533814"/>
                  </a:lnTo>
                  <a:lnTo>
                    <a:pt x="49266" y="534364"/>
                  </a:lnTo>
                  <a:lnTo>
                    <a:pt x="48687" y="535032"/>
                  </a:lnTo>
                  <a:lnTo>
                    <a:pt x="48195" y="534684"/>
                  </a:lnTo>
                  <a:lnTo>
                    <a:pt x="47733" y="533983"/>
                  </a:lnTo>
                  <a:lnTo>
                    <a:pt x="47603" y="533647"/>
                  </a:lnTo>
                  <a:lnTo>
                    <a:pt x="46747" y="534100"/>
                  </a:lnTo>
                  <a:lnTo>
                    <a:pt x="45027" y="534358"/>
                  </a:lnTo>
                  <a:lnTo>
                    <a:pt x="44430" y="534311"/>
                  </a:lnTo>
                  <a:lnTo>
                    <a:pt x="43595" y="534247"/>
                  </a:lnTo>
                  <a:lnTo>
                    <a:pt x="41873" y="533285"/>
                  </a:lnTo>
                  <a:lnTo>
                    <a:pt x="39547" y="531988"/>
                  </a:lnTo>
                  <a:lnTo>
                    <a:pt x="37150" y="530178"/>
                  </a:lnTo>
                  <a:lnTo>
                    <a:pt x="35878" y="528747"/>
                  </a:lnTo>
                  <a:lnTo>
                    <a:pt x="35431" y="528246"/>
                  </a:lnTo>
                  <a:lnTo>
                    <a:pt x="34344" y="526747"/>
                  </a:lnTo>
                  <a:lnTo>
                    <a:pt x="33568" y="525459"/>
                  </a:lnTo>
                  <a:lnTo>
                    <a:pt x="33429" y="522088"/>
                  </a:lnTo>
                  <a:lnTo>
                    <a:pt x="32870" y="522350"/>
                  </a:lnTo>
                  <a:lnTo>
                    <a:pt x="31550" y="523563"/>
                  </a:lnTo>
                  <a:lnTo>
                    <a:pt x="30027" y="524338"/>
                  </a:lnTo>
                  <a:lnTo>
                    <a:pt x="29189" y="524349"/>
                  </a:lnTo>
                  <a:lnTo>
                    <a:pt x="28848" y="523804"/>
                  </a:lnTo>
                  <a:lnTo>
                    <a:pt x="28343" y="520252"/>
                  </a:lnTo>
                  <a:lnTo>
                    <a:pt x="27975" y="519253"/>
                  </a:lnTo>
                  <a:lnTo>
                    <a:pt x="27288" y="518859"/>
                  </a:lnTo>
                  <a:lnTo>
                    <a:pt x="26546" y="518232"/>
                  </a:lnTo>
                  <a:lnTo>
                    <a:pt x="26174" y="517304"/>
                  </a:lnTo>
                  <a:lnTo>
                    <a:pt x="26089" y="516137"/>
                  </a:lnTo>
                  <a:lnTo>
                    <a:pt x="26421" y="514794"/>
                  </a:lnTo>
                  <a:lnTo>
                    <a:pt x="26813" y="513762"/>
                  </a:lnTo>
                  <a:lnTo>
                    <a:pt x="26879" y="507451"/>
                  </a:lnTo>
                  <a:lnTo>
                    <a:pt x="26623" y="505215"/>
                  </a:lnTo>
                  <a:lnTo>
                    <a:pt x="26409" y="503339"/>
                  </a:lnTo>
                  <a:lnTo>
                    <a:pt x="25863" y="501000"/>
                  </a:lnTo>
                  <a:lnTo>
                    <a:pt x="25355" y="499553"/>
                  </a:lnTo>
                  <a:lnTo>
                    <a:pt x="24582" y="498217"/>
                  </a:lnTo>
                  <a:lnTo>
                    <a:pt x="23390" y="496826"/>
                  </a:lnTo>
                  <a:lnTo>
                    <a:pt x="22329" y="496314"/>
                  </a:lnTo>
                  <a:lnTo>
                    <a:pt x="21040" y="497327"/>
                  </a:lnTo>
                  <a:lnTo>
                    <a:pt x="20631" y="496937"/>
                  </a:lnTo>
                  <a:lnTo>
                    <a:pt x="20093" y="492639"/>
                  </a:lnTo>
                  <a:lnTo>
                    <a:pt x="19751" y="491759"/>
                  </a:lnTo>
                  <a:lnTo>
                    <a:pt x="17463" y="489993"/>
                  </a:lnTo>
                  <a:lnTo>
                    <a:pt x="16426" y="489582"/>
                  </a:lnTo>
                  <a:lnTo>
                    <a:pt x="15236" y="490137"/>
                  </a:lnTo>
                  <a:lnTo>
                    <a:pt x="14556" y="490608"/>
                  </a:lnTo>
                  <a:lnTo>
                    <a:pt x="14011" y="489820"/>
                  </a:lnTo>
                  <a:lnTo>
                    <a:pt x="13157" y="488826"/>
                  </a:lnTo>
                  <a:lnTo>
                    <a:pt x="12319" y="488146"/>
                  </a:lnTo>
                  <a:lnTo>
                    <a:pt x="11278" y="488119"/>
                  </a:lnTo>
                  <a:lnTo>
                    <a:pt x="10606" y="488547"/>
                  </a:lnTo>
                  <a:lnTo>
                    <a:pt x="10437" y="488296"/>
                  </a:lnTo>
                  <a:lnTo>
                    <a:pt x="10113" y="487511"/>
                  </a:lnTo>
                  <a:lnTo>
                    <a:pt x="8730" y="485143"/>
                  </a:lnTo>
                  <a:lnTo>
                    <a:pt x="8685" y="484542"/>
                  </a:lnTo>
                  <a:lnTo>
                    <a:pt x="10806" y="482210"/>
                  </a:lnTo>
                  <a:lnTo>
                    <a:pt x="12055" y="481321"/>
                  </a:lnTo>
                  <a:lnTo>
                    <a:pt x="12710" y="480612"/>
                  </a:lnTo>
                  <a:lnTo>
                    <a:pt x="12850" y="480762"/>
                  </a:lnTo>
                  <a:lnTo>
                    <a:pt x="13172" y="481839"/>
                  </a:lnTo>
                  <a:lnTo>
                    <a:pt x="14000" y="482552"/>
                  </a:lnTo>
                  <a:lnTo>
                    <a:pt x="14580" y="482357"/>
                  </a:lnTo>
                  <a:lnTo>
                    <a:pt x="14885" y="481815"/>
                  </a:lnTo>
                  <a:lnTo>
                    <a:pt x="15909" y="480528"/>
                  </a:lnTo>
                  <a:lnTo>
                    <a:pt x="16711" y="479036"/>
                  </a:lnTo>
                  <a:lnTo>
                    <a:pt x="17162" y="477805"/>
                  </a:lnTo>
                  <a:lnTo>
                    <a:pt x="16921" y="475867"/>
                  </a:lnTo>
                  <a:lnTo>
                    <a:pt x="15660" y="473530"/>
                  </a:lnTo>
                  <a:lnTo>
                    <a:pt x="14858" y="472276"/>
                  </a:lnTo>
                  <a:lnTo>
                    <a:pt x="14613" y="471431"/>
                  </a:lnTo>
                  <a:lnTo>
                    <a:pt x="14818" y="468893"/>
                  </a:lnTo>
                  <a:lnTo>
                    <a:pt x="15113" y="466375"/>
                  </a:lnTo>
                  <a:lnTo>
                    <a:pt x="14920" y="465416"/>
                  </a:lnTo>
                  <a:lnTo>
                    <a:pt x="14682" y="464596"/>
                  </a:lnTo>
                  <a:lnTo>
                    <a:pt x="14574" y="461846"/>
                  </a:lnTo>
                  <a:lnTo>
                    <a:pt x="14025" y="458528"/>
                  </a:lnTo>
                  <a:lnTo>
                    <a:pt x="13425" y="456591"/>
                  </a:lnTo>
                  <a:lnTo>
                    <a:pt x="13260" y="453983"/>
                  </a:lnTo>
                  <a:lnTo>
                    <a:pt x="13226" y="451534"/>
                  </a:lnTo>
                  <a:lnTo>
                    <a:pt x="13951" y="447706"/>
                  </a:lnTo>
                  <a:lnTo>
                    <a:pt x="13683" y="446052"/>
                  </a:lnTo>
                  <a:lnTo>
                    <a:pt x="12919" y="444583"/>
                  </a:lnTo>
                  <a:lnTo>
                    <a:pt x="10296" y="441924"/>
                  </a:lnTo>
                  <a:lnTo>
                    <a:pt x="7609" y="440158"/>
                  </a:lnTo>
                  <a:lnTo>
                    <a:pt x="6585" y="440224"/>
                  </a:lnTo>
                  <a:lnTo>
                    <a:pt x="5950" y="440116"/>
                  </a:lnTo>
                  <a:lnTo>
                    <a:pt x="5200" y="441673"/>
                  </a:lnTo>
                  <a:lnTo>
                    <a:pt x="4749" y="443701"/>
                  </a:lnTo>
                  <a:lnTo>
                    <a:pt x="4118" y="443883"/>
                  </a:lnTo>
                  <a:lnTo>
                    <a:pt x="2973" y="443020"/>
                  </a:lnTo>
                  <a:lnTo>
                    <a:pt x="2206" y="441720"/>
                  </a:lnTo>
                  <a:lnTo>
                    <a:pt x="1666" y="439000"/>
                  </a:lnTo>
                  <a:lnTo>
                    <a:pt x="1243" y="435505"/>
                  </a:lnTo>
                  <a:lnTo>
                    <a:pt x="1008" y="434409"/>
                  </a:lnTo>
                  <a:lnTo>
                    <a:pt x="1130" y="433466"/>
                  </a:lnTo>
                  <a:lnTo>
                    <a:pt x="1392" y="432625"/>
                  </a:lnTo>
                  <a:lnTo>
                    <a:pt x="2125" y="431838"/>
                  </a:lnTo>
                  <a:lnTo>
                    <a:pt x="2247" y="431030"/>
                  </a:lnTo>
                  <a:lnTo>
                    <a:pt x="2137" y="430041"/>
                  </a:lnTo>
                  <a:lnTo>
                    <a:pt x="1549" y="428788"/>
                  </a:lnTo>
                  <a:lnTo>
                    <a:pt x="943" y="427015"/>
                  </a:lnTo>
                  <a:lnTo>
                    <a:pt x="0" y="423331"/>
                  </a:lnTo>
                  <a:lnTo>
                    <a:pt x="179" y="421303"/>
                  </a:lnTo>
                  <a:lnTo>
                    <a:pt x="329" y="418383"/>
                  </a:lnTo>
                  <a:lnTo>
                    <a:pt x="276" y="416840"/>
                  </a:lnTo>
                  <a:lnTo>
                    <a:pt x="1231" y="416445"/>
                  </a:lnTo>
                  <a:lnTo>
                    <a:pt x="2448" y="415656"/>
                  </a:lnTo>
                  <a:lnTo>
                    <a:pt x="3014" y="414345"/>
                  </a:lnTo>
                  <a:lnTo>
                    <a:pt x="3404" y="413009"/>
                  </a:lnTo>
                  <a:lnTo>
                    <a:pt x="3489" y="412183"/>
                  </a:lnTo>
                  <a:lnTo>
                    <a:pt x="3124" y="408990"/>
                  </a:lnTo>
                  <a:lnTo>
                    <a:pt x="2639" y="407563"/>
                  </a:lnTo>
                  <a:lnTo>
                    <a:pt x="2589" y="406460"/>
                  </a:lnTo>
                  <a:lnTo>
                    <a:pt x="2826" y="405618"/>
                  </a:lnTo>
                  <a:lnTo>
                    <a:pt x="3148" y="404162"/>
                  </a:lnTo>
                  <a:lnTo>
                    <a:pt x="3763" y="401181"/>
                  </a:lnTo>
                  <a:lnTo>
                    <a:pt x="4363" y="399281"/>
                  </a:lnTo>
                  <a:lnTo>
                    <a:pt x="4691" y="398801"/>
                  </a:lnTo>
                  <a:lnTo>
                    <a:pt x="5426" y="398359"/>
                  </a:lnTo>
                  <a:lnTo>
                    <a:pt x="7214" y="397835"/>
                  </a:lnTo>
                  <a:lnTo>
                    <a:pt x="9136" y="396501"/>
                  </a:lnTo>
                  <a:lnTo>
                    <a:pt x="11420" y="392513"/>
                  </a:lnTo>
                  <a:lnTo>
                    <a:pt x="12179" y="391377"/>
                  </a:lnTo>
                  <a:lnTo>
                    <a:pt x="13177" y="390807"/>
                  </a:lnTo>
                  <a:lnTo>
                    <a:pt x="13889" y="390848"/>
                  </a:lnTo>
                  <a:lnTo>
                    <a:pt x="14018" y="390361"/>
                  </a:lnTo>
                  <a:lnTo>
                    <a:pt x="13557" y="387893"/>
                  </a:lnTo>
                  <a:lnTo>
                    <a:pt x="13669" y="386998"/>
                  </a:lnTo>
                  <a:lnTo>
                    <a:pt x="13942" y="386294"/>
                  </a:lnTo>
                  <a:lnTo>
                    <a:pt x="14288" y="385972"/>
                  </a:lnTo>
                  <a:lnTo>
                    <a:pt x="15865" y="387272"/>
                  </a:lnTo>
                  <a:lnTo>
                    <a:pt x="17078" y="387137"/>
                  </a:lnTo>
                  <a:lnTo>
                    <a:pt x="18551" y="386363"/>
                  </a:lnTo>
                  <a:lnTo>
                    <a:pt x="21728" y="382012"/>
                  </a:lnTo>
                  <a:lnTo>
                    <a:pt x="22123" y="382081"/>
                  </a:lnTo>
                  <a:lnTo>
                    <a:pt x="22440" y="382668"/>
                  </a:lnTo>
                  <a:lnTo>
                    <a:pt x="22825" y="385290"/>
                  </a:lnTo>
                  <a:lnTo>
                    <a:pt x="23263" y="390826"/>
                  </a:lnTo>
                  <a:lnTo>
                    <a:pt x="23503" y="391519"/>
                  </a:lnTo>
                  <a:lnTo>
                    <a:pt x="25716" y="391595"/>
                  </a:lnTo>
                  <a:lnTo>
                    <a:pt x="27218" y="389579"/>
                  </a:lnTo>
                  <a:lnTo>
                    <a:pt x="27877" y="389103"/>
                  </a:lnTo>
                  <a:lnTo>
                    <a:pt x="28948" y="389431"/>
                  </a:lnTo>
                  <a:lnTo>
                    <a:pt x="29509" y="388487"/>
                  </a:lnTo>
                  <a:lnTo>
                    <a:pt x="30103" y="387826"/>
                  </a:lnTo>
                  <a:lnTo>
                    <a:pt x="30787" y="390146"/>
                  </a:lnTo>
                  <a:lnTo>
                    <a:pt x="31671" y="389037"/>
                  </a:lnTo>
                  <a:lnTo>
                    <a:pt x="32622" y="387272"/>
                  </a:lnTo>
                  <a:lnTo>
                    <a:pt x="33084" y="385449"/>
                  </a:lnTo>
                  <a:lnTo>
                    <a:pt x="33732" y="383479"/>
                  </a:lnTo>
                  <a:lnTo>
                    <a:pt x="34234" y="380983"/>
                  </a:lnTo>
                  <a:lnTo>
                    <a:pt x="34435" y="378623"/>
                  </a:lnTo>
                  <a:lnTo>
                    <a:pt x="34677" y="377517"/>
                  </a:lnTo>
                  <a:lnTo>
                    <a:pt x="35214" y="376380"/>
                  </a:lnTo>
                  <a:lnTo>
                    <a:pt x="36527" y="371528"/>
                  </a:lnTo>
                  <a:lnTo>
                    <a:pt x="37477" y="370292"/>
                  </a:lnTo>
                  <a:lnTo>
                    <a:pt x="38373" y="369849"/>
                  </a:lnTo>
                  <a:lnTo>
                    <a:pt x="40592" y="370688"/>
                  </a:lnTo>
                  <a:lnTo>
                    <a:pt x="41750" y="370582"/>
                  </a:lnTo>
                  <a:lnTo>
                    <a:pt x="45131" y="371219"/>
                  </a:lnTo>
                  <a:lnTo>
                    <a:pt x="46693" y="370287"/>
                  </a:lnTo>
                  <a:lnTo>
                    <a:pt x="47782" y="369363"/>
                  </a:lnTo>
                  <a:lnTo>
                    <a:pt x="49386" y="369508"/>
                  </a:lnTo>
                  <a:lnTo>
                    <a:pt x="51282" y="368771"/>
                  </a:lnTo>
                  <a:lnTo>
                    <a:pt x="53813" y="362690"/>
                  </a:lnTo>
                  <a:lnTo>
                    <a:pt x="53841" y="361397"/>
                  </a:lnTo>
                  <a:lnTo>
                    <a:pt x="53996" y="360025"/>
                  </a:lnTo>
                  <a:lnTo>
                    <a:pt x="54909" y="358668"/>
                  </a:lnTo>
                  <a:lnTo>
                    <a:pt x="56048" y="357426"/>
                  </a:lnTo>
                  <a:lnTo>
                    <a:pt x="58313" y="354457"/>
                  </a:lnTo>
                  <a:lnTo>
                    <a:pt x="62921" y="349756"/>
                  </a:lnTo>
                  <a:lnTo>
                    <a:pt x="64569" y="347875"/>
                  </a:lnTo>
                  <a:lnTo>
                    <a:pt x="65260" y="347926"/>
                  </a:lnTo>
                  <a:lnTo>
                    <a:pt x="66958" y="346746"/>
                  </a:lnTo>
                  <a:lnTo>
                    <a:pt x="69935" y="344445"/>
                  </a:lnTo>
                  <a:lnTo>
                    <a:pt x="70779" y="341582"/>
                  </a:lnTo>
                  <a:lnTo>
                    <a:pt x="71566" y="341014"/>
                  </a:lnTo>
                  <a:lnTo>
                    <a:pt x="75046" y="340499"/>
                  </a:lnTo>
                  <a:lnTo>
                    <a:pt x="75262" y="340173"/>
                  </a:lnTo>
                  <a:lnTo>
                    <a:pt x="75387" y="339689"/>
                  </a:lnTo>
                  <a:lnTo>
                    <a:pt x="75194" y="337620"/>
                  </a:lnTo>
                  <a:lnTo>
                    <a:pt x="74969" y="335841"/>
                  </a:lnTo>
                  <a:lnTo>
                    <a:pt x="75237" y="335316"/>
                  </a:lnTo>
                  <a:lnTo>
                    <a:pt x="75533" y="334501"/>
                  </a:lnTo>
                  <a:lnTo>
                    <a:pt x="75488" y="333355"/>
                  </a:lnTo>
                  <a:lnTo>
                    <a:pt x="74928" y="329655"/>
                  </a:lnTo>
                  <a:lnTo>
                    <a:pt x="74627" y="326140"/>
                  </a:lnTo>
                  <a:lnTo>
                    <a:pt x="74430" y="322973"/>
                  </a:lnTo>
                  <a:lnTo>
                    <a:pt x="74465" y="321791"/>
                  </a:lnTo>
                  <a:lnTo>
                    <a:pt x="74888" y="319754"/>
                  </a:lnTo>
                  <a:lnTo>
                    <a:pt x="75433" y="317898"/>
                  </a:lnTo>
                  <a:lnTo>
                    <a:pt x="77406" y="316170"/>
                  </a:lnTo>
                  <a:lnTo>
                    <a:pt x="78712" y="315646"/>
                  </a:lnTo>
                  <a:lnTo>
                    <a:pt x="78766" y="314516"/>
                  </a:lnTo>
                  <a:lnTo>
                    <a:pt x="77709" y="313812"/>
                  </a:lnTo>
                  <a:lnTo>
                    <a:pt x="76945" y="312683"/>
                  </a:lnTo>
                  <a:lnTo>
                    <a:pt x="76807" y="312038"/>
                  </a:lnTo>
                  <a:lnTo>
                    <a:pt x="76844" y="311305"/>
                  </a:lnTo>
                  <a:lnTo>
                    <a:pt x="77023" y="310634"/>
                  </a:lnTo>
                  <a:lnTo>
                    <a:pt x="78349" y="309373"/>
                  </a:lnTo>
                  <a:lnTo>
                    <a:pt x="79597" y="308117"/>
                  </a:lnTo>
                  <a:lnTo>
                    <a:pt x="81121" y="308879"/>
                  </a:lnTo>
                  <a:lnTo>
                    <a:pt x="81423" y="308393"/>
                  </a:lnTo>
                  <a:lnTo>
                    <a:pt x="81514" y="307133"/>
                  </a:lnTo>
                  <a:lnTo>
                    <a:pt x="81188" y="305870"/>
                  </a:lnTo>
                  <a:lnTo>
                    <a:pt x="80878" y="303803"/>
                  </a:lnTo>
                  <a:lnTo>
                    <a:pt x="80174" y="302746"/>
                  </a:lnTo>
                  <a:lnTo>
                    <a:pt x="80148" y="301478"/>
                  </a:lnTo>
                  <a:lnTo>
                    <a:pt x="80583" y="299289"/>
                  </a:lnTo>
                  <a:lnTo>
                    <a:pt x="79981" y="295237"/>
                  </a:lnTo>
                  <a:lnTo>
                    <a:pt x="79330" y="291664"/>
                  </a:lnTo>
                  <a:lnTo>
                    <a:pt x="78224" y="285547"/>
                  </a:lnTo>
                  <a:lnTo>
                    <a:pt x="77492" y="283784"/>
                  </a:lnTo>
                  <a:lnTo>
                    <a:pt x="77086" y="280965"/>
                  </a:lnTo>
                  <a:lnTo>
                    <a:pt x="76626" y="279485"/>
                  </a:lnTo>
                  <a:lnTo>
                    <a:pt x="76668" y="277297"/>
                  </a:lnTo>
                  <a:lnTo>
                    <a:pt x="76740" y="275761"/>
                  </a:lnTo>
                  <a:lnTo>
                    <a:pt x="76621" y="272711"/>
                  </a:lnTo>
                  <a:lnTo>
                    <a:pt x="76410" y="269405"/>
                  </a:lnTo>
                  <a:lnTo>
                    <a:pt x="76623" y="266048"/>
                  </a:lnTo>
                  <a:lnTo>
                    <a:pt x="77031" y="263837"/>
                  </a:lnTo>
                  <a:lnTo>
                    <a:pt x="76923" y="262992"/>
                  </a:lnTo>
                  <a:lnTo>
                    <a:pt x="77140" y="262357"/>
                  </a:lnTo>
                  <a:lnTo>
                    <a:pt x="77763" y="262145"/>
                  </a:lnTo>
                  <a:lnTo>
                    <a:pt x="78059" y="261242"/>
                  </a:lnTo>
                  <a:lnTo>
                    <a:pt x="77763" y="260312"/>
                  </a:lnTo>
                  <a:lnTo>
                    <a:pt x="76689" y="259597"/>
                  </a:lnTo>
                  <a:lnTo>
                    <a:pt x="75488" y="258480"/>
                  </a:lnTo>
                  <a:lnTo>
                    <a:pt x="74043" y="258608"/>
                  </a:lnTo>
                  <a:lnTo>
                    <a:pt x="72559" y="258802"/>
                  </a:lnTo>
                  <a:lnTo>
                    <a:pt x="71821" y="257975"/>
                  </a:lnTo>
                  <a:lnTo>
                    <a:pt x="71175" y="256922"/>
                  </a:lnTo>
                  <a:lnTo>
                    <a:pt x="71136" y="256244"/>
                  </a:lnTo>
                  <a:lnTo>
                    <a:pt x="72026" y="254462"/>
                  </a:lnTo>
                  <a:lnTo>
                    <a:pt x="73263" y="252619"/>
                  </a:lnTo>
                  <a:lnTo>
                    <a:pt x="75183" y="251806"/>
                  </a:lnTo>
                  <a:lnTo>
                    <a:pt x="77303" y="250591"/>
                  </a:lnTo>
                  <a:lnTo>
                    <a:pt x="78373" y="249708"/>
                  </a:lnTo>
                  <a:lnTo>
                    <a:pt x="79799" y="249071"/>
                  </a:lnTo>
                  <a:lnTo>
                    <a:pt x="81449" y="248804"/>
                  </a:lnTo>
                  <a:lnTo>
                    <a:pt x="82281" y="248989"/>
                  </a:lnTo>
                  <a:lnTo>
                    <a:pt x="84405" y="247812"/>
                  </a:lnTo>
                  <a:lnTo>
                    <a:pt x="87748" y="245535"/>
                  </a:lnTo>
                  <a:lnTo>
                    <a:pt x="90783" y="243625"/>
                  </a:lnTo>
                  <a:lnTo>
                    <a:pt x="91805" y="242486"/>
                  </a:lnTo>
                  <a:lnTo>
                    <a:pt x="92564" y="243625"/>
                  </a:lnTo>
                  <a:lnTo>
                    <a:pt x="92914" y="246131"/>
                  </a:lnTo>
                  <a:lnTo>
                    <a:pt x="93797" y="247429"/>
                  </a:lnTo>
                  <a:lnTo>
                    <a:pt x="94677" y="248057"/>
                  </a:lnTo>
                  <a:lnTo>
                    <a:pt x="95180" y="248027"/>
                  </a:lnTo>
                  <a:lnTo>
                    <a:pt x="96696" y="247051"/>
                  </a:lnTo>
                  <a:lnTo>
                    <a:pt x="98330" y="246336"/>
                  </a:lnTo>
                  <a:lnTo>
                    <a:pt x="98975" y="246727"/>
                  </a:lnTo>
                  <a:lnTo>
                    <a:pt x="99807" y="248010"/>
                  </a:lnTo>
                  <a:lnTo>
                    <a:pt x="100738" y="249158"/>
                  </a:lnTo>
                  <a:lnTo>
                    <a:pt x="101224" y="249102"/>
                  </a:lnTo>
                  <a:lnTo>
                    <a:pt x="101650" y="248217"/>
                  </a:lnTo>
                  <a:lnTo>
                    <a:pt x="102081" y="246428"/>
                  </a:lnTo>
                  <a:lnTo>
                    <a:pt x="102355" y="244149"/>
                  </a:lnTo>
                  <a:lnTo>
                    <a:pt x="102408" y="241746"/>
                  </a:lnTo>
                  <a:lnTo>
                    <a:pt x="102247" y="240273"/>
                  </a:lnTo>
                  <a:lnTo>
                    <a:pt x="101917" y="239732"/>
                  </a:lnTo>
                  <a:lnTo>
                    <a:pt x="100431" y="238863"/>
                  </a:lnTo>
                  <a:lnTo>
                    <a:pt x="99012" y="237447"/>
                  </a:lnTo>
                  <a:lnTo>
                    <a:pt x="98847" y="236152"/>
                  </a:lnTo>
                  <a:lnTo>
                    <a:pt x="98882" y="235230"/>
                  </a:lnTo>
                  <a:lnTo>
                    <a:pt x="99256" y="232967"/>
                  </a:lnTo>
                  <a:lnTo>
                    <a:pt x="100181" y="228818"/>
                  </a:lnTo>
                  <a:lnTo>
                    <a:pt x="101113" y="223089"/>
                  </a:lnTo>
                  <a:lnTo>
                    <a:pt x="101605" y="218572"/>
                  </a:lnTo>
                  <a:lnTo>
                    <a:pt x="103162" y="211835"/>
                  </a:lnTo>
                  <a:lnTo>
                    <a:pt x="104387" y="204808"/>
                  </a:lnTo>
                  <a:lnTo>
                    <a:pt x="106373" y="194716"/>
                  </a:lnTo>
                  <a:lnTo>
                    <a:pt x="106704" y="192722"/>
                  </a:lnTo>
                  <a:lnTo>
                    <a:pt x="106886" y="189532"/>
                  </a:lnTo>
                  <a:lnTo>
                    <a:pt x="106993" y="188217"/>
                  </a:lnTo>
                  <a:lnTo>
                    <a:pt x="107683" y="187525"/>
                  </a:lnTo>
                  <a:lnTo>
                    <a:pt x="108850" y="188199"/>
                  </a:lnTo>
                  <a:lnTo>
                    <a:pt x="111694" y="190501"/>
                  </a:lnTo>
                  <a:lnTo>
                    <a:pt x="113858" y="192435"/>
                  </a:lnTo>
                  <a:lnTo>
                    <a:pt x="114765" y="193090"/>
                  </a:lnTo>
                  <a:lnTo>
                    <a:pt x="116112" y="193775"/>
                  </a:lnTo>
                  <a:lnTo>
                    <a:pt x="118195" y="194583"/>
                  </a:lnTo>
                  <a:lnTo>
                    <a:pt x="119399" y="194344"/>
                  </a:lnTo>
                  <a:lnTo>
                    <a:pt x="120456" y="193867"/>
                  </a:lnTo>
                  <a:lnTo>
                    <a:pt x="121861" y="193826"/>
                  </a:lnTo>
                  <a:lnTo>
                    <a:pt x="124059" y="194427"/>
                  </a:lnTo>
                  <a:lnTo>
                    <a:pt x="124739" y="194452"/>
                  </a:lnTo>
                  <a:lnTo>
                    <a:pt x="125583" y="194528"/>
                  </a:lnTo>
                  <a:lnTo>
                    <a:pt x="126184" y="195504"/>
                  </a:lnTo>
                  <a:lnTo>
                    <a:pt x="126484" y="197720"/>
                  </a:lnTo>
                  <a:lnTo>
                    <a:pt x="126940" y="198714"/>
                  </a:lnTo>
                  <a:lnTo>
                    <a:pt x="127758" y="198346"/>
                  </a:lnTo>
                  <a:lnTo>
                    <a:pt x="129507" y="196394"/>
                  </a:lnTo>
                  <a:lnTo>
                    <a:pt x="130624" y="194857"/>
                  </a:lnTo>
                  <a:lnTo>
                    <a:pt x="132020" y="192637"/>
                  </a:lnTo>
                  <a:lnTo>
                    <a:pt x="133404" y="192331"/>
                  </a:lnTo>
                  <a:lnTo>
                    <a:pt x="134873" y="191835"/>
                  </a:lnTo>
                  <a:lnTo>
                    <a:pt x="135383" y="190734"/>
                  </a:lnTo>
                  <a:lnTo>
                    <a:pt x="135923" y="188142"/>
                  </a:lnTo>
                  <a:lnTo>
                    <a:pt x="136825" y="186187"/>
                  </a:lnTo>
                  <a:lnTo>
                    <a:pt x="136975" y="183713"/>
                  </a:lnTo>
                  <a:lnTo>
                    <a:pt x="136656" y="181969"/>
                  </a:lnTo>
                  <a:lnTo>
                    <a:pt x="136030" y="179125"/>
                  </a:lnTo>
                  <a:lnTo>
                    <a:pt x="136049" y="177209"/>
                  </a:lnTo>
                  <a:lnTo>
                    <a:pt x="135746" y="171654"/>
                  </a:lnTo>
                  <a:lnTo>
                    <a:pt x="135341" y="166656"/>
                  </a:lnTo>
                  <a:lnTo>
                    <a:pt x="135754" y="162630"/>
                  </a:lnTo>
                  <a:lnTo>
                    <a:pt x="136481" y="158134"/>
                  </a:lnTo>
                  <a:lnTo>
                    <a:pt x="136767" y="156759"/>
                  </a:lnTo>
                  <a:lnTo>
                    <a:pt x="137229" y="154949"/>
                  </a:lnTo>
                  <a:lnTo>
                    <a:pt x="137878" y="152784"/>
                  </a:lnTo>
                  <a:lnTo>
                    <a:pt x="138792" y="152105"/>
                  </a:lnTo>
                  <a:lnTo>
                    <a:pt x="141362" y="151642"/>
                  </a:lnTo>
                  <a:lnTo>
                    <a:pt x="143740" y="150731"/>
                  </a:lnTo>
                  <a:lnTo>
                    <a:pt x="144955" y="149795"/>
                  </a:lnTo>
                  <a:lnTo>
                    <a:pt x="146212" y="149229"/>
                  </a:lnTo>
                  <a:lnTo>
                    <a:pt x="146963" y="148543"/>
                  </a:lnTo>
                  <a:lnTo>
                    <a:pt x="148261" y="145383"/>
                  </a:lnTo>
                  <a:lnTo>
                    <a:pt x="148877" y="143562"/>
                  </a:lnTo>
                  <a:lnTo>
                    <a:pt x="149329" y="138729"/>
                  </a:lnTo>
                  <a:lnTo>
                    <a:pt x="148998" y="136405"/>
                  </a:lnTo>
                  <a:lnTo>
                    <a:pt x="149276" y="134352"/>
                  </a:lnTo>
                  <a:lnTo>
                    <a:pt x="149903" y="133145"/>
                  </a:lnTo>
                  <a:lnTo>
                    <a:pt x="150784" y="131937"/>
                  </a:lnTo>
                  <a:lnTo>
                    <a:pt x="151375" y="131731"/>
                  </a:lnTo>
                  <a:lnTo>
                    <a:pt x="152631" y="131366"/>
                  </a:lnTo>
                  <a:lnTo>
                    <a:pt x="154691" y="131485"/>
                  </a:lnTo>
                  <a:lnTo>
                    <a:pt x="155746" y="132079"/>
                  </a:lnTo>
                  <a:lnTo>
                    <a:pt x="156811" y="132350"/>
                  </a:lnTo>
                  <a:lnTo>
                    <a:pt x="157487" y="131911"/>
                  </a:lnTo>
                  <a:lnTo>
                    <a:pt x="157937" y="130996"/>
                  </a:lnTo>
                  <a:lnTo>
                    <a:pt x="158627" y="130702"/>
                  </a:lnTo>
                  <a:lnTo>
                    <a:pt x="159669" y="130263"/>
                  </a:lnTo>
                  <a:lnTo>
                    <a:pt x="160738" y="129714"/>
                  </a:lnTo>
                  <a:lnTo>
                    <a:pt x="161326" y="129818"/>
                  </a:lnTo>
                  <a:lnTo>
                    <a:pt x="161450" y="131177"/>
                  </a:lnTo>
                  <a:lnTo>
                    <a:pt x="161349" y="132242"/>
                  </a:lnTo>
                  <a:lnTo>
                    <a:pt x="161558" y="133670"/>
                  </a:lnTo>
                  <a:lnTo>
                    <a:pt x="161983" y="134609"/>
                  </a:lnTo>
                  <a:lnTo>
                    <a:pt x="161844" y="135632"/>
                  </a:lnTo>
                  <a:lnTo>
                    <a:pt x="161242" y="136224"/>
                  </a:lnTo>
                  <a:lnTo>
                    <a:pt x="160649" y="137020"/>
                  </a:lnTo>
                  <a:lnTo>
                    <a:pt x="160518" y="138111"/>
                  </a:lnTo>
                  <a:lnTo>
                    <a:pt x="161268" y="139467"/>
                  </a:lnTo>
                  <a:lnTo>
                    <a:pt x="161525" y="140770"/>
                  </a:lnTo>
                  <a:lnTo>
                    <a:pt x="162779" y="141549"/>
                  </a:lnTo>
                  <a:lnTo>
                    <a:pt x="163752" y="142426"/>
                  </a:lnTo>
                  <a:lnTo>
                    <a:pt x="164117" y="143266"/>
                  </a:lnTo>
                  <a:lnTo>
                    <a:pt x="164005" y="144216"/>
                  </a:lnTo>
                  <a:lnTo>
                    <a:pt x="163556" y="145238"/>
                  </a:lnTo>
                  <a:lnTo>
                    <a:pt x="163120" y="146335"/>
                  </a:lnTo>
                  <a:lnTo>
                    <a:pt x="163064" y="146993"/>
                  </a:lnTo>
                  <a:lnTo>
                    <a:pt x="163204" y="147759"/>
                  </a:lnTo>
                  <a:lnTo>
                    <a:pt x="164146" y="148270"/>
                  </a:lnTo>
                  <a:lnTo>
                    <a:pt x="165231" y="149120"/>
                  </a:lnTo>
                  <a:lnTo>
                    <a:pt x="166955" y="150213"/>
                  </a:lnTo>
                  <a:lnTo>
                    <a:pt x="168136" y="152242"/>
                  </a:lnTo>
                  <a:lnTo>
                    <a:pt x="169307" y="152802"/>
                  </a:lnTo>
                  <a:lnTo>
                    <a:pt x="169871" y="154783"/>
                  </a:lnTo>
                  <a:lnTo>
                    <a:pt x="169975" y="157657"/>
                  </a:lnTo>
                  <a:lnTo>
                    <a:pt x="171178" y="159123"/>
                  </a:lnTo>
                  <a:lnTo>
                    <a:pt x="172954" y="161157"/>
                  </a:lnTo>
                  <a:lnTo>
                    <a:pt x="173857" y="161532"/>
                  </a:lnTo>
                  <a:lnTo>
                    <a:pt x="174462" y="162687"/>
                  </a:lnTo>
                  <a:lnTo>
                    <a:pt x="175332" y="164088"/>
                  </a:lnTo>
                  <a:lnTo>
                    <a:pt x="176103" y="164526"/>
                  </a:lnTo>
                  <a:lnTo>
                    <a:pt x="177019" y="164727"/>
                  </a:lnTo>
                  <a:lnTo>
                    <a:pt x="178536" y="163428"/>
                  </a:lnTo>
                  <a:lnTo>
                    <a:pt x="180232" y="163304"/>
                  </a:lnTo>
                  <a:lnTo>
                    <a:pt x="181160" y="164046"/>
                  </a:lnTo>
                  <a:lnTo>
                    <a:pt x="182041" y="166849"/>
                  </a:lnTo>
                  <a:lnTo>
                    <a:pt x="182662" y="167734"/>
                  </a:lnTo>
                  <a:lnTo>
                    <a:pt x="183030" y="168521"/>
                  </a:lnTo>
                  <a:lnTo>
                    <a:pt x="183626" y="169274"/>
                  </a:lnTo>
                  <a:lnTo>
                    <a:pt x="184231" y="169384"/>
                  </a:lnTo>
                  <a:lnTo>
                    <a:pt x="185129" y="168762"/>
                  </a:lnTo>
                  <a:lnTo>
                    <a:pt x="185677" y="167522"/>
                  </a:lnTo>
                  <a:lnTo>
                    <a:pt x="186463" y="167777"/>
                  </a:lnTo>
                  <a:lnTo>
                    <a:pt x="186758" y="168581"/>
                  </a:lnTo>
                  <a:lnTo>
                    <a:pt x="186902" y="169967"/>
                  </a:lnTo>
                  <a:lnTo>
                    <a:pt x="187318" y="171685"/>
                  </a:lnTo>
                  <a:lnTo>
                    <a:pt x="188315" y="172965"/>
                  </a:lnTo>
                  <a:lnTo>
                    <a:pt x="189703" y="173731"/>
                  </a:lnTo>
                  <a:lnTo>
                    <a:pt x="189901" y="174352"/>
                  </a:lnTo>
                  <a:lnTo>
                    <a:pt x="190091" y="176072"/>
                  </a:lnTo>
                  <a:lnTo>
                    <a:pt x="190468" y="177263"/>
                  </a:lnTo>
                  <a:lnTo>
                    <a:pt x="190974" y="178816"/>
                  </a:lnTo>
                  <a:lnTo>
                    <a:pt x="191454" y="181651"/>
                  </a:lnTo>
                  <a:lnTo>
                    <a:pt x="191556" y="183996"/>
                  </a:lnTo>
                  <a:lnTo>
                    <a:pt x="191780" y="185286"/>
                  </a:lnTo>
                  <a:lnTo>
                    <a:pt x="192425" y="187388"/>
                  </a:lnTo>
                  <a:lnTo>
                    <a:pt x="193451" y="190748"/>
                  </a:lnTo>
                  <a:lnTo>
                    <a:pt x="194271" y="193598"/>
                  </a:lnTo>
                  <a:lnTo>
                    <a:pt x="195219" y="194150"/>
                  </a:lnTo>
                  <a:lnTo>
                    <a:pt x="196024" y="195056"/>
                  </a:lnTo>
                  <a:lnTo>
                    <a:pt x="196486" y="197161"/>
                  </a:lnTo>
                  <a:lnTo>
                    <a:pt x="197339" y="201128"/>
                  </a:lnTo>
                  <a:lnTo>
                    <a:pt x="197477" y="203726"/>
                  </a:lnTo>
                  <a:lnTo>
                    <a:pt x="197550" y="205657"/>
                  </a:lnTo>
                  <a:lnTo>
                    <a:pt x="197830" y="206534"/>
                  </a:lnTo>
                  <a:lnTo>
                    <a:pt x="197886" y="207629"/>
                  </a:lnTo>
                  <a:lnTo>
                    <a:pt x="197178" y="211796"/>
                  </a:lnTo>
                  <a:lnTo>
                    <a:pt x="196573" y="213679"/>
                  </a:lnTo>
                  <a:lnTo>
                    <a:pt x="196497" y="215263"/>
                  </a:lnTo>
                  <a:lnTo>
                    <a:pt x="196906" y="218022"/>
                  </a:lnTo>
                  <a:lnTo>
                    <a:pt x="197465" y="220159"/>
                  </a:lnTo>
                  <a:lnTo>
                    <a:pt x="197521" y="222203"/>
                  </a:lnTo>
                  <a:lnTo>
                    <a:pt x="197044" y="223702"/>
                  </a:lnTo>
                  <a:lnTo>
                    <a:pt x="196219" y="225576"/>
                  </a:lnTo>
                  <a:lnTo>
                    <a:pt x="195826" y="226647"/>
                  </a:lnTo>
                  <a:lnTo>
                    <a:pt x="195184" y="227589"/>
                  </a:lnTo>
                  <a:lnTo>
                    <a:pt x="194204" y="231215"/>
                  </a:lnTo>
                  <a:lnTo>
                    <a:pt x="193762" y="235223"/>
                  </a:lnTo>
                  <a:lnTo>
                    <a:pt x="193661" y="237289"/>
                  </a:lnTo>
                  <a:lnTo>
                    <a:pt x="194031" y="238784"/>
                  </a:lnTo>
                  <a:lnTo>
                    <a:pt x="194658" y="240430"/>
                  </a:lnTo>
                  <a:lnTo>
                    <a:pt x="194812" y="241857"/>
                  </a:lnTo>
                  <a:lnTo>
                    <a:pt x="195835" y="245041"/>
                  </a:lnTo>
                  <a:lnTo>
                    <a:pt x="196107" y="247015"/>
                  </a:lnTo>
                  <a:lnTo>
                    <a:pt x="196524" y="247079"/>
                  </a:lnTo>
                  <a:lnTo>
                    <a:pt x="196975" y="246430"/>
                  </a:lnTo>
                  <a:lnTo>
                    <a:pt x="198069" y="246385"/>
                  </a:lnTo>
                  <a:lnTo>
                    <a:pt x="199065" y="247079"/>
                  </a:lnTo>
                  <a:lnTo>
                    <a:pt x="200020" y="248539"/>
                  </a:lnTo>
                  <a:lnTo>
                    <a:pt x="201045" y="249320"/>
                  </a:lnTo>
                  <a:lnTo>
                    <a:pt x="202509" y="249123"/>
                  </a:lnTo>
                  <a:lnTo>
                    <a:pt x="203293" y="249907"/>
                  </a:lnTo>
                  <a:lnTo>
                    <a:pt x="204137" y="250549"/>
                  </a:lnTo>
                  <a:lnTo>
                    <a:pt x="205879" y="250772"/>
                  </a:lnTo>
                  <a:lnTo>
                    <a:pt x="207186" y="250761"/>
                  </a:lnTo>
                  <a:lnTo>
                    <a:pt x="209195" y="250786"/>
                  </a:lnTo>
                  <a:lnTo>
                    <a:pt x="210817" y="251768"/>
                  </a:lnTo>
                  <a:lnTo>
                    <a:pt x="213670" y="252546"/>
                  </a:lnTo>
                  <a:lnTo>
                    <a:pt x="215430" y="252485"/>
                  </a:lnTo>
                  <a:lnTo>
                    <a:pt x="217804" y="251754"/>
                  </a:lnTo>
                  <a:lnTo>
                    <a:pt x="219259" y="252214"/>
                  </a:lnTo>
                  <a:lnTo>
                    <a:pt x="223555" y="253308"/>
                  </a:lnTo>
                  <a:lnTo>
                    <a:pt x="226074" y="254450"/>
                  </a:lnTo>
                  <a:lnTo>
                    <a:pt x="227666" y="255736"/>
                  </a:lnTo>
                  <a:lnTo>
                    <a:pt x="228789" y="257776"/>
                  </a:lnTo>
                  <a:lnTo>
                    <a:pt x="230071" y="260959"/>
                  </a:lnTo>
                  <a:lnTo>
                    <a:pt x="231090" y="262415"/>
                  </a:lnTo>
                  <a:lnTo>
                    <a:pt x="233831" y="263295"/>
                  </a:lnTo>
                  <a:lnTo>
                    <a:pt x="235710" y="267008"/>
                  </a:lnTo>
                  <a:lnTo>
                    <a:pt x="237181" y="268397"/>
                  </a:lnTo>
                  <a:lnTo>
                    <a:pt x="239653" y="271992"/>
                  </a:lnTo>
                  <a:lnTo>
                    <a:pt x="241402" y="273396"/>
                  </a:lnTo>
                  <a:lnTo>
                    <a:pt x="243489" y="274693"/>
                  </a:lnTo>
                  <a:lnTo>
                    <a:pt x="246901" y="274142"/>
                  </a:lnTo>
                  <a:lnTo>
                    <a:pt x="247088" y="274631"/>
                  </a:lnTo>
                  <a:lnTo>
                    <a:pt x="246825" y="276585"/>
                  </a:lnTo>
                  <a:lnTo>
                    <a:pt x="246620" y="279260"/>
                  </a:lnTo>
                  <a:lnTo>
                    <a:pt x="246620" y="281196"/>
                  </a:lnTo>
                  <a:lnTo>
                    <a:pt x="246971" y="282183"/>
                  </a:lnTo>
                  <a:lnTo>
                    <a:pt x="248275" y="282767"/>
                  </a:lnTo>
                  <a:lnTo>
                    <a:pt x="248891" y="283719"/>
                  </a:lnTo>
                  <a:lnTo>
                    <a:pt x="249364" y="285543"/>
                  </a:lnTo>
                  <a:lnTo>
                    <a:pt x="249637" y="286684"/>
                  </a:lnTo>
                  <a:lnTo>
                    <a:pt x="250728" y="292285"/>
                  </a:lnTo>
                  <a:lnTo>
                    <a:pt x="252484" y="300570"/>
                  </a:lnTo>
                  <a:lnTo>
                    <a:pt x="252684" y="303753"/>
                  </a:lnTo>
                  <a:lnTo>
                    <a:pt x="253285" y="305806"/>
                  </a:lnTo>
                  <a:lnTo>
                    <a:pt x="255190" y="309067"/>
                  </a:lnTo>
                  <a:lnTo>
                    <a:pt x="256192" y="311479"/>
                  </a:lnTo>
                  <a:lnTo>
                    <a:pt x="257680" y="314014"/>
                  </a:lnTo>
                  <a:lnTo>
                    <a:pt x="258168" y="316360"/>
                  </a:lnTo>
                  <a:lnTo>
                    <a:pt x="258280" y="319390"/>
                  </a:lnTo>
                  <a:lnTo>
                    <a:pt x="258656" y="320171"/>
                  </a:lnTo>
                  <a:lnTo>
                    <a:pt x="261379" y="319477"/>
                  </a:lnTo>
                  <a:lnTo>
                    <a:pt x="263738" y="318992"/>
                  </a:lnTo>
                  <a:lnTo>
                    <a:pt x="267969" y="318119"/>
                  </a:lnTo>
                  <a:lnTo>
                    <a:pt x="273798" y="319701"/>
                  </a:lnTo>
                  <a:lnTo>
                    <a:pt x="279808" y="321230"/>
                  </a:lnTo>
                  <a:lnTo>
                    <a:pt x="285124" y="322583"/>
                  </a:lnTo>
                  <a:lnTo>
                    <a:pt x="287742" y="323248"/>
                  </a:lnTo>
                  <a:lnTo>
                    <a:pt x="293658" y="324667"/>
                  </a:lnTo>
                  <a:lnTo>
                    <a:pt x="296946" y="322857"/>
                  </a:lnTo>
                  <a:lnTo>
                    <a:pt x="299516" y="321442"/>
                  </a:lnTo>
                  <a:lnTo>
                    <a:pt x="300681" y="321637"/>
                  </a:lnTo>
                  <a:lnTo>
                    <a:pt x="305594" y="323231"/>
                  </a:lnTo>
                  <a:lnTo>
                    <a:pt x="308473" y="324088"/>
                  </a:lnTo>
                  <a:lnTo>
                    <a:pt x="312100" y="325166"/>
                  </a:lnTo>
                  <a:lnTo>
                    <a:pt x="314619" y="325563"/>
                  </a:lnTo>
                  <a:lnTo>
                    <a:pt x="316680" y="325537"/>
                  </a:lnTo>
                  <a:lnTo>
                    <a:pt x="317632" y="325987"/>
                  </a:lnTo>
                  <a:lnTo>
                    <a:pt x="318550" y="326681"/>
                  </a:lnTo>
                  <a:lnTo>
                    <a:pt x="319162" y="327692"/>
                  </a:lnTo>
                  <a:lnTo>
                    <a:pt x="321047" y="332819"/>
                  </a:lnTo>
                  <a:lnTo>
                    <a:pt x="322104" y="335078"/>
                  </a:lnTo>
                  <a:lnTo>
                    <a:pt x="324190" y="336785"/>
                  </a:lnTo>
                  <a:lnTo>
                    <a:pt x="328943" y="338736"/>
                  </a:lnTo>
                  <a:lnTo>
                    <a:pt x="331573" y="339920"/>
                  </a:lnTo>
                  <a:lnTo>
                    <a:pt x="334594" y="341281"/>
                  </a:lnTo>
                  <a:lnTo>
                    <a:pt x="336581" y="343331"/>
                  </a:lnTo>
                  <a:lnTo>
                    <a:pt x="338873" y="345716"/>
                  </a:lnTo>
                  <a:lnTo>
                    <a:pt x="341842" y="348805"/>
                  </a:lnTo>
                  <a:lnTo>
                    <a:pt x="345091" y="347456"/>
                  </a:lnTo>
                  <a:lnTo>
                    <a:pt x="348588" y="346003"/>
                  </a:lnTo>
                  <a:lnTo>
                    <a:pt x="350780" y="345091"/>
                  </a:lnTo>
                  <a:lnTo>
                    <a:pt x="350780" y="351542"/>
                  </a:lnTo>
                  <a:lnTo>
                    <a:pt x="353907" y="352060"/>
                  </a:lnTo>
                  <a:lnTo>
                    <a:pt x="354892" y="351984"/>
                  </a:lnTo>
                  <a:lnTo>
                    <a:pt x="356274" y="353409"/>
                  </a:lnTo>
                  <a:lnTo>
                    <a:pt x="357052" y="352806"/>
                  </a:lnTo>
                  <a:lnTo>
                    <a:pt x="357789" y="351407"/>
                  </a:lnTo>
                  <a:lnTo>
                    <a:pt x="358716" y="349198"/>
                  </a:lnTo>
                  <a:lnTo>
                    <a:pt x="360047" y="348227"/>
                  </a:lnTo>
                  <a:lnTo>
                    <a:pt x="362350" y="345749"/>
                  </a:lnTo>
                  <a:lnTo>
                    <a:pt x="362910" y="345148"/>
                  </a:lnTo>
                  <a:lnTo>
                    <a:pt x="366329" y="341634"/>
                  </a:lnTo>
                  <a:lnTo>
                    <a:pt x="371435" y="337303"/>
                  </a:lnTo>
                  <a:lnTo>
                    <a:pt x="373724" y="335205"/>
                  </a:lnTo>
                  <a:lnTo>
                    <a:pt x="374409" y="334739"/>
                  </a:lnTo>
                  <a:lnTo>
                    <a:pt x="375704" y="333668"/>
                  </a:lnTo>
                  <a:lnTo>
                    <a:pt x="376577" y="332925"/>
                  </a:lnTo>
                  <a:lnTo>
                    <a:pt x="378122" y="332330"/>
                  </a:lnTo>
                  <a:lnTo>
                    <a:pt x="380219" y="331956"/>
                  </a:lnTo>
                  <a:lnTo>
                    <a:pt x="382509" y="331136"/>
                  </a:lnTo>
                  <a:lnTo>
                    <a:pt x="387691" y="329608"/>
                  </a:lnTo>
                  <a:lnTo>
                    <a:pt x="388341" y="329464"/>
                  </a:lnTo>
                  <a:lnTo>
                    <a:pt x="391252" y="328834"/>
                  </a:lnTo>
                  <a:lnTo>
                    <a:pt x="392488" y="328239"/>
                  </a:lnTo>
                  <a:lnTo>
                    <a:pt x="394337" y="328551"/>
                  </a:lnTo>
                  <a:lnTo>
                    <a:pt x="396750" y="328772"/>
                  </a:lnTo>
                  <a:lnTo>
                    <a:pt x="398349" y="329161"/>
                  </a:lnTo>
                  <a:lnTo>
                    <a:pt x="400475" y="328855"/>
                  </a:lnTo>
                  <a:lnTo>
                    <a:pt x="403394" y="328438"/>
                  </a:lnTo>
                  <a:lnTo>
                    <a:pt x="405759" y="328503"/>
                  </a:lnTo>
                  <a:lnTo>
                    <a:pt x="406932" y="327984"/>
                  </a:lnTo>
                  <a:lnTo>
                    <a:pt x="408662" y="326371"/>
                  </a:lnTo>
                  <a:lnTo>
                    <a:pt x="409826" y="325092"/>
                  </a:lnTo>
                  <a:lnTo>
                    <a:pt x="411651" y="323543"/>
                  </a:lnTo>
                  <a:lnTo>
                    <a:pt x="413914" y="321937"/>
                  </a:lnTo>
                  <a:lnTo>
                    <a:pt x="415491" y="320477"/>
                  </a:lnTo>
                  <a:lnTo>
                    <a:pt x="416535" y="319510"/>
                  </a:lnTo>
                  <a:lnTo>
                    <a:pt x="417802" y="318595"/>
                  </a:lnTo>
                  <a:lnTo>
                    <a:pt x="418133" y="317417"/>
                  </a:lnTo>
                  <a:lnTo>
                    <a:pt x="418498" y="316513"/>
                  </a:lnTo>
                  <a:lnTo>
                    <a:pt x="419170" y="315003"/>
                  </a:lnTo>
                  <a:lnTo>
                    <a:pt x="420381" y="312188"/>
                  </a:lnTo>
                  <a:lnTo>
                    <a:pt x="421301" y="309725"/>
                  </a:lnTo>
                  <a:lnTo>
                    <a:pt x="421755" y="308634"/>
                  </a:lnTo>
                  <a:lnTo>
                    <a:pt x="422789" y="306173"/>
                  </a:lnTo>
                  <a:lnTo>
                    <a:pt x="423626" y="304317"/>
                  </a:lnTo>
                  <a:lnTo>
                    <a:pt x="424693" y="301820"/>
                  </a:lnTo>
                  <a:lnTo>
                    <a:pt x="425593" y="301012"/>
                  </a:lnTo>
                  <a:lnTo>
                    <a:pt x="426732" y="300325"/>
                  </a:lnTo>
                  <a:lnTo>
                    <a:pt x="429733" y="297875"/>
                  </a:lnTo>
                  <a:lnTo>
                    <a:pt x="430328" y="297347"/>
                  </a:lnTo>
                  <a:lnTo>
                    <a:pt x="430826" y="297243"/>
                  </a:lnTo>
                  <a:lnTo>
                    <a:pt x="431887" y="295266"/>
                  </a:lnTo>
                  <a:lnTo>
                    <a:pt x="432783" y="293554"/>
                  </a:lnTo>
                  <a:lnTo>
                    <a:pt x="433367" y="292270"/>
                  </a:lnTo>
                  <a:lnTo>
                    <a:pt x="434582" y="291809"/>
                  </a:lnTo>
                  <a:lnTo>
                    <a:pt x="435207" y="290886"/>
                  </a:lnTo>
                  <a:lnTo>
                    <a:pt x="435317" y="289674"/>
                  </a:lnTo>
                  <a:lnTo>
                    <a:pt x="435191" y="287827"/>
                  </a:lnTo>
                  <a:lnTo>
                    <a:pt x="434606" y="285937"/>
                  </a:lnTo>
                  <a:lnTo>
                    <a:pt x="434114" y="284289"/>
                  </a:lnTo>
                  <a:lnTo>
                    <a:pt x="432375" y="281144"/>
                  </a:lnTo>
                  <a:lnTo>
                    <a:pt x="431454" y="279193"/>
                  </a:lnTo>
                  <a:lnTo>
                    <a:pt x="430512" y="276688"/>
                  </a:lnTo>
                  <a:lnTo>
                    <a:pt x="430132" y="274332"/>
                  </a:lnTo>
                  <a:lnTo>
                    <a:pt x="429489" y="272833"/>
                  </a:lnTo>
                  <a:lnTo>
                    <a:pt x="429178" y="271506"/>
                  </a:lnTo>
                  <a:lnTo>
                    <a:pt x="429277" y="269972"/>
                  </a:lnTo>
                  <a:lnTo>
                    <a:pt x="430168" y="267242"/>
                  </a:lnTo>
                  <a:lnTo>
                    <a:pt x="430456" y="265521"/>
                  </a:lnTo>
                  <a:lnTo>
                    <a:pt x="430827" y="262475"/>
                  </a:lnTo>
                  <a:lnTo>
                    <a:pt x="431665" y="257917"/>
                  </a:lnTo>
                  <a:lnTo>
                    <a:pt x="432349" y="255789"/>
                  </a:lnTo>
                  <a:lnTo>
                    <a:pt x="433139" y="253710"/>
                  </a:lnTo>
                  <a:lnTo>
                    <a:pt x="434808" y="250917"/>
                  </a:lnTo>
                  <a:lnTo>
                    <a:pt x="436336" y="250397"/>
                  </a:lnTo>
                  <a:lnTo>
                    <a:pt x="437248" y="250950"/>
                  </a:lnTo>
                  <a:lnTo>
                    <a:pt x="439283" y="250947"/>
                  </a:lnTo>
                  <a:lnTo>
                    <a:pt x="440637" y="251090"/>
                  </a:lnTo>
                  <a:lnTo>
                    <a:pt x="441636" y="252487"/>
                  </a:lnTo>
                  <a:lnTo>
                    <a:pt x="442743" y="255242"/>
                  </a:lnTo>
                  <a:lnTo>
                    <a:pt x="443991" y="256254"/>
                  </a:lnTo>
                  <a:lnTo>
                    <a:pt x="447882" y="258414"/>
                  </a:lnTo>
                  <a:lnTo>
                    <a:pt x="449548" y="258872"/>
                  </a:lnTo>
                  <a:lnTo>
                    <a:pt x="450739" y="258966"/>
                  </a:lnTo>
                  <a:lnTo>
                    <a:pt x="452496" y="259682"/>
                  </a:lnTo>
                  <a:lnTo>
                    <a:pt x="453089" y="259832"/>
                  </a:lnTo>
                  <a:lnTo>
                    <a:pt x="453987" y="260324"/>
                  </a:lnTo>
                  <a:lnTo>
                    <a:pt x="454732" y="259799"/>
                  </a:lnTo>
                  <a:lnTo>
                    <a:pt x="455862" y="257953"/>
                  </a:lnTo>
                  <a:lnTo>
                    <a:pt x="457281" y="255877"/>
                  </a:lnTo>
                  <a:lnTo>
                    <a:pt x="457892" y="255401"/>
                  </a:lnTo>
                  <a:lnTo>
                    <a:pt x="459021" y="254507"/>
                  </a:lnTo>
                  <a:lnTo>
                    <a:pt x="459588" y="253662"/>
                  </a:lnTo>
                  <a:lnTo>
                    <a:pt x="460578" y="251337"/>
                  </a:lnTo>
                  <a:lnTo>
                    <a:pt x="461868" y="249533"/>
                  </a:lnTo>
                  <a:lnTo>
                    <a:pt x="463436" y="246823"/>
                  </a:lnTo>
                  <a:lnTo>
                    <a:pt x="464210" y="244780"/>
                  </a:lnTo>
                  <a:lnTo>
                    <a:pt x="464380" y="243463"/>
                  </a:lnTo>
                  <a:lnTo>
                    <a:pt x="464550" y="242036"/>
                  </a:lnTo>
                  <a:lnTo>
                    <a:pt x="465038" y="241286"/>
                  </a:lnTo>
                  <a:lnTo>
                    <a:pt x="465993" y="240598"/>
                  </a:lnTo>
                  <a:lnTo>
                    <a:pt x="467066" y="240410"/>
                  </a:lnTo>
                  <a:lnTo>
                    <a:pt x="469115" y="241632"/>
                  </a:lnTo>
                  <a:lnTo>
                    <a:pt x="471879" y="241279"/>
                  </a:lnTo>
                  <a:lnTo>
                    <a:pt x="472502" y="241103"/>
                  </a:lnTo>
                  <a:lnTo>
                    <a:pt x="475023" y="240400"/>
                  </a:lnTo>
                  <a:lnTo>
                    <a:pt x="476158" y="239823"/>
                  </a:lnTo>
                  <a:lnTo>
                    <a:pt x="477766" y="239269"/>
                  </a:lnTo>
                  <a:lnTo>
                    <a:pt x="478994" y="237006"/>
                  </a:lnTo>
                  <a:lnTo>
                    <a:pt x="480640" y="234307"/>
                  </a:lnTo>
                  <a:lnTo>
                    <a:pt x="481837" y="232806"/>
                  </a:lnTo>
                  <a:lnTo>
                    <a:pt x="482635" y="232518"/>
                  </a:lnTo>
                  <a:lnTo>
                    <a:pt x="483632" y="230962"/>
                  </a:lnTo>
                  <a:lnTo>
                    <a:pt x="484120" y="229289"/>
                  </a:lnTo>
                  <a:lnTo>
                    <a:pt x="483989" y="227819"/>
                  </a:lnTo>
                  <a:lnTo>
                    <a:pt x="483806" y="226602"/>
                  </a:lnTo>
                  <a:lnTo>
                    <a:pt x="484392" y="224353"/>
                  </a:lnTo>
                  <a:lnTo>
                    <a:pt x="485449" y="220407"/>
                  </a:lnTo>
                  <a:lnTo>
                    <a:pt x="486439" y="218569"/>
                  </a:lnTo>
                  <a:lnTo>
                    <a:pt x="487255" y="217083"/>
                  </a:lnTo>
                  <a:lnTo>
                    <a:pt x="487776" y="214698"/>
                  </a:lnTo>
                  <a:lnTo>
                    <a:pt x="488421" y="214009"/>
                  </a:lnTo>
                  <a:lnTo>
                    <a:pt x="489210" y="213747"/>
                  </a:lnTo>
                  <a:lnTo>
                    <a:pt x="490325" y="212131"/>
                  </a:lnTo>
                  <a:lnTo>
                    <a:pt x="491143" y="211797"/>
                  </a:lnTo>
                  <a:lnTo>
                    <a:pt x="492503" y="212571"/>
                  </a:lnTo>
                  <a:lnTo>
                    <a:pt x="494514" y="212769"/>
                  </a:lnTo>
                  <a:lnTo>
                    <a:pt x="495798" y="212852"/>
                  </a:lnTo>
                  <a:lnTo>
                    <a:pt x="496529" y="212564"/>
                  </a:lnTo>
                  <a:lnTo>
                    <a:pt x="496796" y="211698"/>
                  </a:lnTo>
                  <a:lnTo>
                    <a:pt x="496790" y="210358"/>
                  </a:lnTo>
                  <a:lnTo>
                    <a:pt x="497197" y="207375"/>
                  </a:lnTo>
                  <a:lnTo>
                    <a:pt x="497349" y="206391"/>
                  </a:lnTo>
                  <a:lnTo>
                    <a:pt x="497718" y="205938"/>
                  </a:lnTo>
                  <a:lnTo>
                    <a:pt x="498953" y="205878"/>
                  </a:lnTo>
                  <a:lnTo>
                    <a:pt x="499789" y="206950"/>
                  </a:lnTo>
                  <a:lnTo>
                    <a:pt x="500364" y="207834"/>
                  </a:lnTo>
                  <a:lnTo>
                    <a:pt x="501160" y="207949"/>
                  </a:lnTo>
                  <a:lnTo>
                    <a:pt x="501981" y="207372"/>
                  </a:lnTo>
                  <a:lnTo>
                    <a:pt x="503082" y="204960"/>
                  </a:lnTo>
                  <a:lnTo>
                    <a:pt x="504908" y="203563"/>
                  </a:lnTo>
                  <a:lnTo>
                    <a:pt x="505880" y="203210"/>
                  </a:lnTo>
                  <a:lnTo>
                    <a:pt x="507604" y="202073"/>
                  </a:lnTo>
                  <a:lnTo>
                    <a:pt x="508691" y="202483"/>
                  </a:lnTo>
                  <a:lnTo>
                    <a:pt x="510690" y="202816"/>
                  </a:lnTo>
                  <a:lnTo>
                    <a:pt x="511465" y="202527"/>
                  </a:lnTo>
                  <a:lnTo>
                    <a:pt x="512308" y="202816"/>
                  </a:lnTo>
                  <a:lnTo>
                    <a:pt x="513073" y="201185"/>
                  </a:lnTo>
                  <a:lnTo>
                    <a:pt x="513682" y="200797"/>
                  </a:lnTo>
                  <a:lnTo>
                    <a:pt x="514967" y="201546"/>
                  </a:lnTo>
                  <a:lnTo>
                    <a:pt x="515778" y="202807"/>
                  </a:lnTo>
                  <a:lnTo>
                    <a:pt x="517295" y="204389"/>
                  </a:lnTo>
                  <a:lnTo>
                    <a:pt x="519222" y="205123"/>
                  </a:lnTo>
                  <a:lnTo>
                    <a:pt x="520837" y="204744"/>
                  </a:lnTo>
                  <a:lnTo>
                    <a:pt x="522497" y="205414"/>
                  </a:lnTo>
                  <a:lnTo>
                    <a:pt x="523478" y="205354"/>
                  </a:lnTo>
                  <a:lnTo>
                    <a:pt x="523942" y="204728"/>
                  </a:lnTo>
                  <a:lnTo>
                    <a:pt x="525301" y="203399"/>
                  </a:lnTo>
                  <a:lnTo>
                    <a:pt x="525627" y="201605"/>
                  </a:lnTo>
                  <a:lnTo>
                    <a:pt x="525494" y="199874"/>
                  </a:lnTo>
                  <a:lnTo>
                    <a:pt x="525650" y="197913"/>
                  </a:lnTo>
                  <a:lnTo>
                    <a:pt x="525250" y="196472"/>
                  </a:lnTo>
                  <a:lnTo>
                    <a:pt x="524408" y="194338"/>
                  </a:lnTo>
                  <a:lnTo>
                    <a:pt x="524083" y="192914"/>
                  </a:lnTo>
                  <a:lnTo>
                    <a:pt x="524053" y="191051"/>
                  </a:lnTo>
                  <a:lnTo>
                    <a:pt x="523529" y="189279"/>
                  </a:lnTo>
                  <a:lnTo>
                    <a:pt x="522270" y="187138"/>
                  </a:lnTo>
                  <a:lnTo>
                    <a:pt x="521438" y="186150"/>
                  </a:lnTo>
                  <a:lnTo>
                    <a:pt x="519731" y="182458"/>
                  </a:lnTo>
                  <a:lnTo>
                    <a:pt x="519156" y="181592"/>
                  </a:lnTo>
                  <a:lnTo>
                    <a:pt x="518958" y="180984"/>
                  </a:lnTo>
                  <a:lnTo>
                    <a:pt x="518757" y="179745"/>
                  </a:lnTo>
                  <a:lnTo>
                    <a:pt x="518126" y="179156"/>
                  </a:lnTo>
                  <a:lnTo>
                    <a:pt x="517298" y="178193"/>
                  </a:lnTo>
                  <a:lnTo>
                    <a:pt x="516850" y="177209"/>
                  </a:lnTo>
                  <a:lnTo>
                    <a:pt x="516559" y="175502"/>
                  </a:lnTo>
                  <a:lnTo>
                    <a:pt x="516384" y="174382"/>
                  </a:lnTo>
                  <a:lnTo>
                    <a:pt x="515654" y="173460"/>
                  </a:lnTo>
                  <a:lnTo>
                    <a:pt x="514922" y="172941"/>
                  </a:lnTo>
                  <a:lnTo>
                    <a:pt x="514095" y="172286"/>
                  </a:lnTo>
                  <a:lnTo>
                    <a:pt x="512728" y="171325"/>
                  </a:lnTo>
                  <a:lnTo>
                    <a:pt x="511940" y="169414"/>
                  </a:lnTo>
                  <a:lnTo>
                    <a:pt x="510546" y="165839"/>
                  </a:lnTo>
                  <a:lnTo>
                    <a:pt x="509759" y="164636"/>
                  </a:lnTo>
                  <a:lnTo>
                    <a:pt x="506820" y="164177"/>
                  </a:lnTo>
                  <a:lnTo>
                    <a:pt x="505769" y="163308"/>
                  </a:lnTo>
                  <a:lnTo>
                    <a:pt x="504574" y="163603"/>
                  </a:lnTo>
                  <a:lnTo>
                    <a:pt x="503862" y="164174"/>
                  </a:lnTo>
                  <a:lnTo>
                    <a:pt x="502287" y="164167"/>
                  </a:lnTo>
                  <a:lnTo>
                    <a:pt x="501468" y="164520"/>
                  </a:lnTo>
                  <a:lnTo>
                    <a:pt x="500427" y="166872"/>
                  </a:lnTo>
                  <a:lnTo>
                    <a:pt x="499050" y="169934"/>
                  </a:lnTo>
                  <a:lnTo>
                    <a:pt x="497911" y="171805"/>
                  </a:lnTo>
                  <a:lnTo>
                    <a:pt x="497104" y="173744"/>
                  </a:lnTo>
                  <a:lnTo>
                    <a:pt x="496726" y="174440"/>
                  </a:lnTo>
                  <a:lnTo>
                    <a:pt x="495990" y="174021"/>
                  </a:lnTo>
                  <a:lnTo>
                    <a:pt x="494981" y="171837"/>
                  </a:lnTo>
                  <a:lnTo>
                    <a:pt x="493535" y="169883"/>
                  </a:lnTo>
                  <a:lnTo>
                    <a:pt x="492194" y="168992"/>
                  </a:lnTo>
                  <a:lnTo>
                    <a:pt x="491621" y="168504"/>
                  </a:lnTo>
                  <a:lnTo>
                    <a:pt x="490024" y="168011"/>
                  </a:lnTo>
                  <a:lnTo>
                    <a:pt x="488791" y="168166"/>
                  </a:lnTo>
                  <a:lnTo>
                    <a:pt x="487219" y="168904"/>
                  </a:lnTo>
                  <a:lnTo>
                    <a:pt x="485683" y="168771"/>
                  </a:lnTo>
                  <a:lnTo>
                    <a:pt x="484990" y="168304"/>
                  </a:lnTo>
                  <a:lnTo>
                    <a:pt x="484013" y="168353"/>
                  </a:lnTo>
                  <a:lnTo>
                    <a:pt x="482237" y="170381"/>
                  </a:lnTo>
                  <a:lnTo>
                    <a:pt x="481318" y="172693"/>
                  </a:lnTo>
                  <a:lnTo>
                    <a:pt x="480232" y="173414"/>
                  </a:lnTo>
                  <a:lnTo>
                    <a:pt x="479250" y="171898"/>
                  </a:lnTo>
                  <a:lnTo>
                    <a:pt x="478114" y="170104"/>
                  </a:lnTo>
                  <a:lnTo>
                    <a:pt x="477032" y="167862"/>
                  </a:lnTo>
                  <a:lnTo>
                    <a:pt x="476364" y="165787"/>
                  </a:lnTo>
                  <a:lnTo>
                    <a:pt x="475995" y="160296"/>
                  </a:lnTo>
                  <a:lnTo>
                    <a:pt x="477294" y="158660"/>
                  </a:lnTo>
                  <a:lnTo>
                    <a:pt x="478953" y="156827"/>
                  </a:lnTo>
                  <a:lnTo>
                    <a:pt x="479078" y="153929"/>
                  </a:lnTo>
                  <a:lnTo>
                    <a:pt x="479022" y="150697"/>
                  </a:lnTo>
                  <a:lnTo>
                    <a:pt x="479349" y="147105"/>
                  </a:lnTo>
                  <a:lnTo>
                    <a:pt x="480863" y="143793"/>
                  </a:lnTo>
                  <a:lnTo>
                    <a:pt x="481677" y="141047"/>
                  </a:lnTo>
                  <a:lnTo>
                    <a:pt x="481778" y="139340"/>
                  </a:lnTo>
                  <a:lnTo>
                    <a:pt x="482503" y="136501"/>
                  </a:lnTo>
                  <a:lnTo>
                    <a:pt x="483201" y="133507"/>
                  </a:lnTo>
                  <a:lnTo>
                    <a:pt x="484151" y="129580"/>
                  </a:lnTo>
                  <a:lnTo>
                    <a:pt x="485954" y="122611"/>
                  </a:lnTo>
                  <a:lnTo>
                    <a:pt x="488085" y="114378"/>
                  </a:lnTo>
                  <a:lnTo>
                    <a:pt x="489147" y="110272"/>
                  </a:lnTo>
                  <a:lnTo>
                    <a:pt x="491482" y="112812"/>
                  </a:lnTo>
                  <a:lnTo>
                    <a:pt x="492989" y="114137"/>
                  </a:lnTo>
                  <a:lnTo>
                    <a:pt x="495532" y="116150"/>
                  </a:lnTo>
                  <a:lnTo>
                    <a:pt x="498161" y="116606"/>
                  </a:lnTo>
                  <a:lnTo>
                    <a:pt x="500674" y="118780"/>
                  </a:lnTo>
                  <a:lnTo>
                    <a:pt x="501971" y="119439"/>
                  </a:lnTo>
                  <a:lnTo>
                    <a:pt x="502661" y="119441"/>
                  </a:lnTo>
                  <a:lnTo>
                    <a:pt x="506218" y="114143"/>
                  </a:lnTo>
                  <a:lnTo>
                    <a:pt x="509226" y="109660"/>
                  </a:lnTo>
                  <a:lnTo>
                    <a:pt x="512683" y="106163"/>
                  </a:lnTo>
                  <a:lnTo>
                    <a:pt x="515221" y="105689"/>
                  </a:lnTo>
                  <a:lnTo>
                    <a:pt x="517129" y="104669"/>
                  </a:lnTo>
                  <a:lnTo>
                    <a:pt x="518405" y="103102"/>
                  </a:lnTo>
                  <a:lnTo>
                    <a:pt x="519157" y="100486"/>
                  </a:lnTo>
                  <a:lnTo>
                    <a:pt x="519386" y="96822"/>
                  </a:lnTo>
                  <a:lnTo>
                    <a:pt x="518878" y="94607"/>
                  </a:lnTo>
                  <a:lnTo>
                    <a:pt x="517633" y="93841"/>
                  </a:lnTo>
                  <a:lnTo>
                    <a:pt x="517313" y="93067"/>
                  </a:lnTo>
                  <a:lnTo>
                    <a:pt x="517915" y="92284"/>
                  </a:lnTo>
                  <a:lnTo>
                    <a:pt x="518359" y="90757"/>
                  </a:lnTo>
                  <a:lnTo>
                    <a:pt x="518641" y="88488"/>
                  </a:lnTo>
                  <a:lnTo>
                    <a:pt x="519361" y="86334"/>
                  </a:lnTo>
                  <a:lnTo>
                    <a:pt x="520515" y="84296"/>
                  </a:lnTo>
                  <a:lnTo>
                    <a:pt x="521152" y="82038"/>
                  </a:lnTo>
                  <a:lnTo>
                    <a:pt x="521272" y="79560"/>
                  </a:lnTo>
                  <a:lnTo>
                    <a:pt x="521966" y="77088"/>
                  </a:lnTo>
                  <a:lnTo>
                    <a:pt x="523232" y="74625"/>
                  </a:lnTo>
                  <a:lnTo>
                    <a:pt x="523925" y="72333"/>
                  </a:lnTo>
                  <a:lnTo>
                    <a:pt x="524046" y="70212"/>
                  </a:lnTo>
                  <a:lnTo>
                    <a:pt x="524688" y="67625"/>
                  </a:lnTo>
                  <a:lnTo>
                    <a:pt x="526435" y="63042"/>
                  </a:lnTo>
                  <a:lnTo>
                    <a:pt x="527569" y="57766"/>
                  </a:lnTo>
                  <a:lnTo>
                    <a:pt x="529501" y="54152"/>
                  </a:lnTo>
                  <a:lnTo>
                    <a:pt x="532607" y="50442"/>
                  </a:lnTo>
                  <a:lnTo>
                    <a:pt x="534548" y="46763"/>
                  </a:lnTo>
                  <a:lnTo>
                    <a:pt x="535324" y="43114"/>
                  </a:lnTo>
                  <a:lnTo>
                    <a:pt x="535264" y="39895"/>
                  </a:lnTo>
                  <a:lnTo>
                    <a:pt x="534366" y="37105"/>
                  </a:lnTo>
                  <a:lnTo>
                    <a:pt x="534195" y="34268"/>
                  </a:lnTo>
                  <a:lnTo>
                    <a:pt x="534750" y="31381"/>
                  </a:lnTo>
                  <a:lnTo>
                    <a:pt x="534260" y="29222"/>
                  </a:lnTo>
                  <a:lnTo>
                    <a:pt x="532727" y="27793"/>
                  </a:lnTo>
                  <a:lnTo>
                    <a:pt x="530898" y="27439"/>
                  </a:lnTo>
                  <a:lnTo>
                    <a:pt x="528771" y="28163"/>
                  </a:lnTo>
                  <a:lnTo>
                    <a:pt x="527577" y="27264"/>
                  </a:lnTo>
                  <a:lnTo>
                    <a:pt x="527313" y="24744"/>
                  </a:lnTo>
                  <a:lnTo>
                    <a:pt x="527883" y="22705"/>
                  </a:lnTo>
                  <a:lnTo>
                    <a:pt x="529287" y="21148"/>
                  </a:lnTo>
                  <a:lnTo>
                    <a:pt x="531593" y="17361"/>
                  </a:lnTo>
                  <a:lnTo>
                    <a:pt x="534805" y="11340"/>
                  </a:lnTo>
                  <a:lnTo>
                    <a:pt x="538000" y="8009"/>
                  </a:lnTo>
                  <a:lnTo>
                    <a:pt x="542769" y="7049"/>
                  </a:lnTo>
                  <a:lnTo>
                    <a:pt x="546613" y="5083"/>
                  </a:lnTo>
                  <a:lnTo>
                    <a:pt x="550530" y="3077"/>
                  </a:lnTo>
                  <a:lnTo>
                    <a:pt x="553356" y="2086"/>
                  </a:lnTo>
                  <a:lnTo>
                    <a:pt x="553838" y="2751"/>
                  </a:lnTo>
                  <a:lnTo>
                    <a:pt x="555378" y="2914"/>
                  </a:lnTo>
                  <a:lnTo>
                    <a:pt x="557977" y="2573"/>
                  </a:lnTo>
                  <a:lnTo>
                    <a:pt x="560395" y="1711"/>
                  </a:lnTo>
                  <a:lnTo>
                    <a:pt x="562626" y="325"/>
                  </a:lnTo>
                  <a:lnTo>
                    <a:pt x="564391" y="0"/>
                  </a:lnTo>
                  <a:lnTo>
                    <a:pt x="565691" y="734"/>
                  </a:lnTo>
                  <a:lnTo>
                    <a:pt x="566434" y="773"/>
                  </a:lnTo>
                  <a:lnTo>
                    <a:pt x="566948" y="861"/>
                  </a:lnTo>
                  <a:lnTo>
                    <a:pt x="567232" y="855"/>
                  </a:lnTo>
                  <a:lnTo>
                    <a:pt x="567778" y="268"/>
                  </a:lnTo>
                  <a:lnTo>
                    <a:pt x="569289" y="1318"/>
                  </a:lnTo>
                  <a:lnTo>
                    <a:pt x="572171" y="4432"/>
                  </a:lnTo>
                  <a:lnTo>
                    <a:pt x="573984" y="5818"/>
                  </a:lnTo>
                  <a:lnTo>
                    <a:pt x="574729" y="5481"/>
                  </a:lnTo>
                  <a:lnTo>
                    <a:pt x="575541" y="6345"/>
                  </a:lnTo>
                  <a:lnTo>
                    <a:pt x="576423" y="8411"/>
                  </a:lnTo>
                  <a:lnTo>
                    <a:pt x="577522" y="9632"/>
                  </a:lnTo>
                  <a:lnTo>
                    <a:pt x="579497" y="10193"/>
                  </a:lnTo>
                  <a:lnTo>
                    <a:pt x="581456" y="12463"/>
                  </a:lnTo>
                  <a:lnTo>
                    <a:pt x="582248" y="12584"/>
                  </a:lnTo>
                  <a:lnTo>
                    <a:pt x="582527" y="11316"/>
                  </a:lnTo>
                  <a:lnTo>
                    <a:pt x="583256" y="10587"/>
                  </a:lnTo>
                  <a:lnTo>
                    <a:pt x="584438" y="10399"/>
                  </a:lnTo>
                  <a:lnTo>
                    <a:pt x="586149" y="11518"/>
                  </a:lnTo>
                  <a:lnTo>
                    <a:pt x="588384" y="13943"/>
                  </a:lnTo>
                  <a:lnTo>
                    <a:pt x="589787" y="15011"/>
                  </a:lnTo>
                  <a:lnTo>
                    <a:pt x="590355" y="14719"/>
                  </a:lnTo>
                  <a:lnTo>
                    <a:pt x="590957" y="15168"/>
                  </a:lnTo>
                  <a:lnTo>
                    <a:pt x="591441" y="16308"/>
                  </a:lnTo>
                  <a:lnTo>
                    <a:pt x="591482" y="17709"/>
                  </a:lnTo>
                  <a:lnTo>
                    <a:pt x="591317" y="18462"/>
                  </a:lnTo>
                  <a:lnTo>
                    <a:pt x="591855" y="19646"/>
                  </a:lnTo>
                  <a:lnTo>
                    <a:pt x="592476" y="19646"/>
                  </a:lnTo>
                  <a:lnTo>
                    <a:pt x="593487" y="20213"/>
                  </a:lnTo>
                  <a:lnTo>
                    <a:pt x="594279" y="22307"/>
                  </a:lnTo>
                  <a:lnTo>
                    <a:pt x="594991" y="23277"/>
                  </a:lnTo>
                  <a:lnTo>
                    <a:pt x="595489" y="24116"/>
                  </a:lnTo>
                  <a:lnTo>
                    <a:pt x="595579" y="24813"/>
                  </a:lnTo>
                  <a:lnTo>
                    <a:pt x="595625" y="25519"/>
                  </a:lnTo>
                  <a:lnTo>
                    <a:pt x="595477" y="26066"/>
                  </a:lnTo>
                  <a:lnTo>
                    <a:pt x="595206" y="26966"/>
                  </a:lnTo>
                  <a:lnTo>
                    <a:pt x="595124" y="27935"/>
                  </a:lnTo>
                  <a:lnTo>
                    <a:pt x="595464" y="29025"/>
                  </a:lnTo>
                  <a:lnTo>
                    <a:pt x="596721" y="29814"/>
                  </a:lnTo>
                  <a:lnTo>
                    <a:pt x="597150" y="30626"/>
                  </a:lnTo>
                  <a:lnTo>
                    <a:pt x="597247" y="31669"/>
                  </a:lnTo>
                  <a:lnTo>
                    <a:pt x="597640" y="32822"/>
                  </a:lnTo>
                  <a:lnTo>
                    <a:pt x="598495" y="34154"/>
                  </a:lnTo>
                  <a:lnTo>
                    <a:pt x="598822" y="35269"/>
                  </a:lnTo>
                  <a:lnTo>
                    <a:pt x="598624" y="36167"/>
                  </a:lnTo>
                  <a:lnTo>
                    <a:pt x="598875" y="36917"/>
                  </a:lnTo>
                  <a:lnTo>
                    <a:pt x="599297" y="37500"/>
                  </a:lnTo>
                  <a:lnTo>
                    <a:pt x="599388" y="39628"/>
                  </a:lnTo>
                  <a:lnTo>
                    <a:pt x="599426" y="40855"/>
                  </a:lnTo>
                  <a:lnTo>
                    <a:pt x="600116" y="42230"/>
                  </a:lnTo>
                  <a:lnTo>
                    <a:pt x="600257" y="45042"/>
                  </a:lnTo>
                  <a:lnTo>
                    <a:pt x="600740" y="48158"/>
                  </a:lnTo>
                  <a:lnTo>
                    <a:pt x="602366" y="52429"/>
                  </a:lnTo>
                  <a:lnTo>
                    <a:pt x="602900" y="54742"/>
                  </a:lnTo>
                  <a:lnTo>
                    <a:pt x="602762" y="57493"/>
                  </a:lnTo>
                  <a:lnTo>
                    <a:pt x="602995" y="58782"/>
                  </a:lnTo>
                  <a:lnTo>
                    <a:pt x="603737" y="59409"/>
                  </a:lnTo>
                  <a:lnTo>
                    <a:pt x="604089" y="60574"/>
                  </a:lnTo>
                  <a:lnTo>
                    <a:pt x="604047" y="62276"/>
                  </a:lnTo>
                  <a:lnTo>
                    <a:pt x="604337" y="63334"/>
                  </a:lnTo>
                  <a:lnTo>
                    <a:pt x="604569" y="64459"/>
                  </a:lnTo>
                  <a:lnTo>
                    <a:pt x="604410" y="66211"/>
                  </a:lnTo>
                  <a:lnTo>
                    <a:pt x="604644" y="67792"/>
                  </a:lnTo>
                  <a:lnTo>
                    <a:pt x="605022" y="68715"/>
                  </a:lnTo>
                  <a:lnTo>
                    <a:pt x="605293" y="70424"/>
                  </a:lnTo>
                  <a:lnTo>
                    <a:pt x="605444" y="72556"/>
                  </a:lnTo>
                  <a:lnTo>
                    <a:pt x="606530" y="75932"/>
                  </a:lnTo>
                  <a:lnTo>
                    <a:pt x="608549" y="80555"/>
                  </a:lnTo>
                  <a:lnTo>
                    <a:pt x="609784" y="84145"/>
                  </a:lnTo>
                  <a:lnTo>
                    <a:pt x="610237" y="86705"/>
                  </a:lnTo>
                  <a:lnTo>
                    <a:pt x="610240" y="88810"/>
                  </a:lnTo>
                  <a:lnTo>
                    <a:pt x="609797" y="90462"/>
                  </a:lnTo>
                  <a:lnTo>
                    <a:pt x="609773" y="91664"/>
                  </a:lnTo>
                  <a:lnTo>
                    <a:pt x="610168" y="92415"/>
                  </a:lnTo>
                  <a:lnTo>
                    <a:pt x="610286" y="93434"/>
                  </a:lnTo>
                  <a:lnTo>
                    <a:pt x="610127" y="94718"/>
                  </a:lnTo>
                  <a:lnTo>
                    <a:pt x="610787" y="96242"/>
                  </a:lnTo>
                  <a:lnTo>
                    <a:pt x="613000" y="98889"/>
                  </a:lnTo>
                  <a:lnTo>
                    <a:pt x="612115" y="102946"/>
                  </a:lnTo>
                  <a:lnTo>
                    <a:pt x="611882" y="105802"/>
                  </a:lnTo>
                  <a:lnTo>
                    <a:pt x="612003" y="108804"/>
                  </a:lnTo>
                  <a:lnTo>
                    <a:pt x="612552" y="110921"/>
                  </a:lnTo>
                  <a:lnTo>
                    <a:pt x="613528" y="112150"/>
                  </a:lnTo>
                  <a:lnTo>
                    <a:pt x="614135" y="113434"/>
                  </a:lnTo>
                  <a:lnTo>
                    <a:pt x="614373" y="114770"/>
                  </a:lnTo>
                  <a:lnTo>
                    <a:pt x="615544" y="116231"/>
                  </a:lnTo>
                  <a:lnTo>
                    <a:pt x="617649" y="117812"/>
                  </a:lnTo>
                  <a:lnTo>
                    <a:pt x="620346" y="118087"/>
                  </a:lnTo>
                  <a:lnTo>
                    <a:pt x="623635" y="117054"/>
                  </a:lnTo>
                  <a:lnTo>
                    <a:pt x="625647" y="116880"/>
                  </a:lnTo>
                  <a:lnTo>
                    <a:pt x="626386" y="117565"/>
                  </a:lnTo>
                  <a:lnTo>
                    <a:pt x="626636" y="118603"/>
                  </a:lnTo>
                  <a:lnTo>
                    <a:pt x="626400" y="119995"/>
                  </a:lnTo>
                  <a:lnTo>
                    <a:pt x="626957" y="120910"/>
                  </a:lnTo>
                  <a:lnTo>
                    <a:pt x="628308" y="121348"/>
                  </a:lnTo>
                  <a:lnTo>
                    <a:pt x="629239" y="122225"/>
                  </a:lnTo>
                  <a:lnTo>
                    <a:pt x="629748" y="123543"/>
                  </a:lnTo>
                  <a:lnTo>
                    <a:pt x="630373" y="123915"/>
                  </a:lnTo>
                  <a:lnTo>
                    <a:pt x="631111" y="123344"/>
                  </a:lnTo>
                  <a:lnTo>
                    <a:pt x="631830" y="123424"/>
                  </a:lnTo>
                  <a:lnTo>
                    <a:pt x="632527" y="124157"/>
                  </a:lnTo>
                  <a:lnTo>
                    <a:pt x="632984" y="123906"/>
                  </a:lnTo>
                  <a:lnTo>
                    <a:pt x="633377" y="123106"/>
                  </a:lnTo>
                  <a:lnTo>
                    <a:pt x="634013" y="123106"/>
                  </a:lnTo>
                  <a:lnTo>
                    <a:pt x="634665" y="123124"/>
                  </a:lnTo>
                  <a:lnTo>
                    <a:pt x="635069" y="125056"/>
                  </a:lnTo>
                  <a:lnTo>
                    <a:pt x="635724" y="126143"/>
                  </a:lnTo>
                  <a:lnTo>
                    <a:pt x="636629" y="126384"/>
                  </a:lnTo>
                  <a:lnTo>
                    <a:pt x="638009" y="128737"/>
                  </a:lnTo>
                  <a:lnTo>
                    <a:pt x="640786" y="135433"/>
                  </a:lnTo>
                  <a:lnTo>
                    <a:pt x="642590" y="137815"/>
                  </a:lnTo>
                  <a:lnTo>
                    <a:pt x="644398" y="138563"/>
                  </a:lnTo>
                  <a:lnTo>
                    <a:pt x="646645" y="138715"/>
                  </a:lnTo>
                  <a:lnTo>
                    <a:pt x="647373" y="141315"/>
                  </a:lnTo>
                  <a:lnTo>
                    <a:pt x="646787" y="144066"/>
                  </a:lnTo>
                  <a:lnTo>
                    <a:pt x="646634" y="146360"/>
                  </a:lnTo>
                  <a:lnTo>
                    <a:pt x="647146" y="147182"/>
                  </a:lnTo>
                  <a:lnTo>
                    <a:pt x="647849" y="149879"/>
                  </a:lnTo>
                  <a:lnTo>
                    <a:pt x="648845" y="151446"/>
                  </a:lnTo>
                  <a:lnTo>
                    <a:pt x="649034" y="152685"/>
                  </a:lnTo>
                  <a:lnTo>
                    <a:pt x="649497" y="154072"/>
                  </a:lnTo>
                  <a:lnTo>
                    <a:pt x="649303" y="156640"/>
                  </a:lnTo>
                  <a:lnTo>
                    <a:pt x="648450" y="160391"/>
                  </a:lnTo>
                  <a:lnTo>
                    <a:pt x="648683" y="163594"/>
                  </a:lnTo>
                  <a:lnTo>
                    <a:pt x="650001" y="166247"/>
                  </a:lnTo>
                  <a:lnTo>
                    <a:pt x="650759" y="168804"/>
                  </a:lnTo>
                  <a:lnTo>
                    <a:pt x="650957" y="171260"/>
                  </a:lnTo>
                  <a:lnTo>
                    <a:pt x="651287" y="172752"/>
                  </a:lnTo>
                  <a:lnTo>
                    <a:pt x="651751" y="173280"/>
                  </a:lnTo>
                  <a:lnTo>
                    <a:pt x="653104" y="173097"/>
                  </a:lnTo>
                  <a:lnTo>
                    <a:pt x="655346" y="172205"/>
                  </a:lnTo>
                  <a:lnTo>
                    <a:pt x="656992" y="172359"/>
                  </a:lnTo>
                  <a:lnTo>
                    <a:pt x="658042" y="173558"/>
                  </a:lnTo>
                  <a:lnTo>
                    <a:pt x="660636" y="173603"/>
                  </a:lnTo>
                  <a:lnTo>
                    <a:pt x="664776" y="172496"/>
                  </a:lnTo>
                  <a:lnTo>
                    <a:pt x="667392" y="172156"/>
                  </a:lnTo>
                  <a:lnTo>
                    <a:pt x="668483" y="172584"/>
                  </a:lnTo>
                  <a:lnTo>
                    <a:pt x="669456" y="171003"/>
                  </a:lnTo>
                  <a:lnTo>
                    <a:pt x="670308" y="167410"/>
                  </a:lnTo>
                  <a:lnTo>
                    <a:pt x="671106" y="165721"/>
                  </a:lnTo>
                  <a:lnTo>
                    <a:pt x="671851" y="165933"/>
                  </a:lnTo>
                  <a:lnTo>
                    <a:pt x="673036" y="164780"/>
                  </a:lnTo>
                  <a:lnTo>
                    <a:pt x="674659" y="162260"/>
                  </a:lnTo>
                  <a:lnTo>
                    <a:pt x="676066" y="161040"/>
                  </a:lnTo>
                  <a:lnTo>
                    <a:pt x="677850" y="161163"/>
                  </a:lnTo>
                  <a:lnTo>
                    <a:pt x="679749" y="161291"/>
                  </a:lnTo>
                  <a:lnTo>
                    <a:pt x="680940" y="160232"/>
                  </a:lnTo>
                  <a:lnTo>
                    <a:pt x="682059" y="158025"/>
                  </a:lnTo>
                  <a:lnTo>
                    <a:pt x="683994" y="156074"/>
                  </a:lnTo>
                  <a:lnTo>
                    <a:pt x="688124" y="153528"/>
                  </a:lnTo>
                  <a:lnTo>
                    <a:pt x="689117" y="153128"/>
                  </a:lnTo>
                  <a:lnTo>
                    <a:pt x="689590" y="153264"/>
                  </a:lnTo>
                  <a:lnTo>
                    <a:pt x="690966" y="153663"/>
                  </a:lnTo>
                  <a:lnTo>
                    <a:pt x="692186" y="154656"/>
                  </a:lnTo>
                  <a:lnTo>
                    <a:pt x="693340" y="156660"/>
                  </a:lnTo>
                  <a:lnTo>
                    <a:pt x="693517" y="157944"/>
                  </a:lnTo>
                  <a:lnTo>
                    <a:pt x="693387" y="159632"/>
                  </a:lnTo>
                  <a:lnTo>
                    <a:pt x="693136" y="160612"/>
                  </a:lnTo>
                  <a:lnTo>
                    <a:pt x="692660" y="161713"/>
                  </a:lnTo>
                  <a:lnTo>
                    <a:pt x="692213" y="163497"/>
                  </a:lnTo>
                  <a:lnTo>
                    <a:pt x="692501" y="164896"/>
                  </a:lnTo>
                  <a:lnTo>
                    <a:pt x="693170" y="167878"/>
                  </a:lnTo>
                  <a:lnTo>
                    <a:pt x="693719" y="170031"/>
                  </a:lnTo>
                  <a:lnTo>
                    <a:pt x="694329" y="172571"/>
                  </a:lnTo>
                  <a:lnTo>
                    <a:pt x="694054" y="173486"/>
                  </a:lnTo>
                  <a:lnTo>
                    <a:pt x="693687" y="175248"/>
                  </a:lnTo>
                  <a:lnTo>
                    <a:pt x="692556" y="178232"/>
                  </a:lnTo>
                  <a:lnTo>
                    <a:pt x="691940" y="179376"/>
                  </a:lnTo>
                  <a:lnTo>
                    <a:pt x="691276" y="180492"/>
                  </a:lnTo>
                  <a:lnTo>
                    <a:pt x="690130" y="180762"/>
                  </a:lnTo>
                  <a:lnTo>
                    <a:pt x="689641" y="181021"/>
                  </a:lnTo>
                  <a:lnTo>
                    <a:pt x="689088" y="181491"/>
                  </a:lnTo>
                  <a:lnTo>
                    <a:pt x="688739" y="182550"/>
                  </a:lnTo>
                  <a:lnTo>
                    <a:pt x="688343" y="183292"/>
                  </a:lnTo>
                  <a:lnTo>
                    <a:pt x="687690" y="184782"/>
                  </a:lnTo>
                  <a:lnTo>
                    <a:pt x="687637" y="186066"/>
                  </a:lnTo>
                  <a:lnTo>
                    <a:pt x="687935" y="187972"/>
                  </a:lnTo>
                  <a:lnTo>
                    <a:pt x="688081" y="189927"/>
                  </a:lnTo>
                  <a:lnTo>
                    <a:pt x="687341" y="191673"/>
                  </a:lnTo>
                  <a:lnTo>
                    <a:pt x="686767" y="194358"/>
                  </a:lnTo>
                  <a:lnTo>
                    <a:pt x="686597" y="195166"/>
                  </a:lnTo>
                  <a:lnTo>
                    <a:pt x="686308" y="197199"/>
                  </a:lnTo>
                  <a:lnTo>
                    <a:pt x="686224" y="197903"/>
                  </a:lnTo>
                  <a:lnTo>
                    <a:pt x="686043" y="202187"/>
                  </a:lnTo>
                  <a:lnTo>
                    <a:pt x="685304" y="205110"/>
                  </a:lnTo>
                  <a:lnTo>
                    <a:pt x="684271" y="208512"/>
                  </a:lnTo>
                  <a:lnTo>
                    <a:pt x="684500" y="210538"/>
                  </a:lnTo>
                  <a:lnTo>
                    <a:pt x="684681" y="212418"/>
                  </a:lnTo>
                  <a:lnTo>
                    <a:pt x="684427" y="213331"/>
                  </a:lnTo>
                  <a:lnTo>
                    <a:pt x="684364" y="214128"/>
                  </a:lnTo>
                  <a:lnTo>
                    <a:pt x="684211" y="215940"/>
                  </a:lnTo>
                  <a:lnTo>
                    <a:pt x="683887" y="216634"/>
                  </a:lnTo>
                  <a:lnTo>
                    <a:pt x="682949" y="217766"/>
                  </a:lnTo>
                  <a:lnTo>
                    <a:pt x="682387" y="219131"/>
                  </a:lnTo>
                  <a:lnTo>
                    <a:pt x="682506" y="221203"/>
                  </a:lnTo>
                  <a:lnTo>
                    <a:pt x="682217" y="222997"/>
                  </a:lnTo>
                  <a:lnTo>
                    <a:pt x="681787" y="224584"/>
                  </a:lnTo>
                  <a:lnTo>
                    <a:pt x="681335" y="225615"/>
                  </a:lnTo>
                  <a:lnTo>
                    <a:pt x="680689" y="226281"/>
                  </a:lnTo>
                  <a:lnTo>
                    <a:pt x="680257" y="226842"/>
                  </a:lnTo>
                  <a:lnTo>
                    <a:pt x="679934" y="228862"/>
                  </a:lnTo>
                  <a:lnTo>
                    <a:pt x="679833" y="230421"/>
                  </a:lnTo>
                  <a:lnTo>
                    <a:pt x="679531" y="231975"/>
                  </a:lnTo>
                  <a:lnTo>
                    <a:pt x="679718" y="233567"/>
                  </a:lnTo>
                  <a:lnTo>
                    <a:pt x="679386" y="234942"/>
                  </a:lnTo>
                  <a:lnTo>
                    <a:pt x="678467" y="235901"/>
                  </a:lnTo>
                  <a:lnTo>
                    <a:pt x="677946" y="236467"/>
                  </a:lnTo>
                  <a:lnTo>
                    <a:pt x="677462" y="236698"/>
                  </a:lnTo>
                  <a:lnTo>
                    <a:pt x="676543" y="238188"/>
                  </a:lnTo>
                  <a:lnTo>
                    <a:pt x="675718" y="243312"/>
                  </a:lnTo>
                  <a:lnTo>
                    <a:pt x="675531" y="246295"/>
                  </a:lnTo>
                  <a:lnTo>
                    <a:pt x="675719" y="248947"/>
                  </a:lnTo>
                  <a:lnTo>
                    <a:pt x="674564" y="250607"/>
                  </a:lnTo>
                  <a:lnTo>
                    <a:pt x="673704" y="251925"/>
                  </a:lnTo>
                  <a:lnTo>
                    <a:pt x="673168" y="251449"/>
                  </a:lnTo>
                  <a:lnTo>
                    <a:pt x="672599" y="251003"/>
                  </a:lnTo>
                  <a:lnTo>
                    <a:pt x="671287" y="250429"/>
                  </a:lnTo>
                  <a:lnTo>
                    <a:pt x="670633" y="250041"/>
                  </a:lnTo>
                  <a:lnTo>
                    <a:pt x="669310" y="249181"/>
                  </a:lnTo>
                  <a:lnTo>
                    <a:pt x="667197" y="248083"/>
                  </a:lnTo>
                  <a:lnTo>
                    <a:pt x="665134" y="246803"/>
                  </a:lnTo>
                  <a:lnTo>
                    <a:pt x="663840" y="246132"/>
                  </a:lnTo>
                  <a:lnTo>
                    <a:pt x="662820" y="245600"/>
                  </a:lnTo>
                  <a:lnTo>
                    <a:pt x="662045" y="244721"/>
                  </a:lnTo>
                  <a:lnTo>
                    <a:pt x="661393" y="243151"/>
                  </a:lnTo>
                  <a:lnTo>
                    <a:pt x="660746" y="243789"/>
                  </a:lnTo>
                  <a:lnTo>
                    <a:pt x="660146" y="245640"/>
                  </a:lnTo>
                  <a:lnTo>
                    <a:pt x="659146" y="246741"/>
                  </a:lnTo>
                  <a:lnTo>
                    <a:pt x="658691" y="248774"/>
                  </a:lnTo>
                  <a:lnTo>
                    <a:pt x="658291" y="250338"/>
                  </a:lnTo>
                  <a:lnTo>
                    <a:pt x="657255" y="252422"/>
                  </a:lnTo>
                  <a:lnTo>
                    <a:pt x="656794" y="253282"/>
                  </a:lnTo>
                  <a:lnTo>
                    <a:pt x="654766" y="254697"/>
                  </a:lnTo>
                  <a:lnTo>
                    <a:pt x="654308" y="255169"/>
                  </a:lnTo>
                  <a:lnTo>
                    <a:pt x="652654" y="255469"/>
                  </a:lnTo>
                  <a:lnTo>
                    <a:pt x="652095" y="256094"/>
                  </a:lnTo>
                  <a:lnTo>
                    <a:pt x="651511" y="257410"/>
                  </a:lnTo>
                  <a:lnTo>
                    <a:pt x="651354" y="258721"/>
                  </a:lnTo>
                  <a:lnTo>
                    <a:pt x="651764" y="260102"/>
                  </a:lnTo>
                  <a:lnTo>
                    <a:pt x="652408" y="262866"/>
                  </a:lnTo>
                  <a:lnTo>
                    <a:pt x="652707" y="264758"/>
                  </a:lnTo>
                  <a:lnTo>
                    <a:pt x="653148" y="268495"/>
                  </a:lnTo>
                  <a:lnTo>
                    <a:pt x="654618" y="280244"/>
                  </a:lnTo>
                  <a:lnTo>
                    <a:pt x="654141" y="282272"/>
                  </a:lnTo>
                  <a:lnTo>
                    <a:pt x="653698" y="291083"/>
                  </a:lnTo>
                  <a:lnTo>
                    <a:pt x="653804" y="292675"/>
                  </a:lnTo>
                  <a:lnTo>
                    <a:pt x="653765" y="295151"/>
                  </a:lnTo>
                  <a:lnTo>
                    <a:pt x="653791" y="296969"/>
                  </a:lnTo>
                  <a:lnTo>
                    <a:pt x="654095" y="297416"/>
                  </a:lnTo>
                  <a:lnTo>
                    <a:pt x="654490" y="298048"/>
                  </a:lnTo>
                  <a:lnTo>
                    <a:pt x="654693" y="299111"/>
                  </a:lnTo>
                  <a:lnTo>
                    <a:pt x="654642" y="300736"/>
                  </a:lnTo>
                  <a:lnTo>
                    <a:pt x="654438" y="301931"/>
                  </a:lnTo>
                  <a:lnTo>
                    <a:pt x="654126" y="304291"/>
                  </a:lnTo>
                  <a:lnTo>
                    <a:pt x="653713" y="307706"/>
                  </a:lnTo>
                  <a:lnTo>
                    <a:pt x="653259" y="309024"/>
                  </a:lnTo>
                  <a:lnTo>
                    <a:pt x="652957" y="310062"/>
                  </a:lnTo>
                  <a:lnTo>
                    <a:pt x="652698" y="310782"/>
                  </a:lnTo>
                  <a:lnTo>
                    <a:pt x="652668" y="313199"/>
                  </a:lnTo>
                  <a:lnTo>
                    <a:pt x="652498" y="314796"/>
                  </a:lnTo>
                  <a:lnTo>
                    <a:pt x="651783" y="315362"/>
                  </a:lnTo>
                  <a:lnTo>
                    <a:pt x="651071" y="316288"/>
                  </a:lnTo>
                  <a:lnTo>
                    <a:pt x="650227" y="315946"/>
                  </a:lnTo>
                  <a:lnTo>
                    <a:pt x="649486" y="316138"/>
                  </a:lnTo>
                  <a:lnTo>
                    <a:pt x="648568" y="316759"/>
                  </a:lnTo>
                  <a:lnTo>
                    <a:pt x="646919" y="317474"/>
                  </a:lnTo>
                  <a:lnTo>
                    <a:pt x="645962" y="318435"/>
                  </a:lnTo>
                  <a:lnTo>
                    <a:pt x="645505" y="319135"/>
                  </a:lnTo>
                  <a:lnTo>
                    <a:pt x="645188" y="319973"/>
                  </a:lnTo>
                  <a:lnTo>
                    <a:pt x="645133" y="320777"/>
                  </a:lnTo>
                  <a:lnTo>
                    <a:pt x="645352" y="321200"/>
                  </a:lnTo>
                  <a:lnTo>
                    <a:pt x="646276" y="321531"/>
                  </a:lnTo>
                  <a:lnTo>
                    <a:pt x="646911" y="323041"/>
                  </a:lnTo>
                  <a:lnTo>
                    <a:pt x="647001" y="3246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3131747" y="3481975"/>
              <a:ext cx="1813" cy="1729"/>
            </a:xfrm>
            <a:custGeom>
              <a:avLst/>
              <a:pathLst>
                <a:path w="1813" h="1729">
                  <a:moveTo>
                    <a:pt x="1813" y="558"/>
                  </a:moveTo>
                  <a:lnTo>
                    <a:pt x="1503" y="1729"/>
                  </a:lnTo>
                  <a:lnTo>
                    <a:pt x="0" y="97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3070914" y="3317184"/>
              <a:ext cx="69242" cy="188308"/>
            </a:xfrm>
            <a:custGeom>
              <a:avLst/>
              <a:pathLst>
                <a:path w="69242" h="188308">
                  <a:moveTo>
                    <a:pt x="34975" y="8807"/>
                  </a:moveTo>
                  <a:lnTo>
                    <a:pt x="35682" y="10770"/>
                  </a:lnTo>
                  <a:lnTo>
                    <a:pt x="36579" y="12116"/>
                  </a:lnTo>
                  <a:lnTo>
                    <a:pt x="37941" y="11949"/>
                  </a:lnTo>
                  <a:lnTo>
                    <a:pt x="38929" y="12748"/>
                  </a:lnTo>
                  <a:lnTo>
                    <a:pt x="39786" y="14256"/>
                  </a:lnTo>
                  <a:lnTo>
                    <a:pt x="40360" y="17603"/>
                  </a:lnTo>
                  <a:lnTo>
                    <a:pt x="40987" y="20022"/>
                  </a:lnTo>
                  <a:lnTo>
                    <a:pt x="41261" y="23461"/>
                  </a:lnTo>
                  <a:lnTo>
                    <a:pt x="42251" y="25268"/>
                  </a:lnTo>
                  <a:lnTo>
                    <a:pt x="43027" y="26089"/>
                  </a:lnTo>
                  <a:lnTo>
                    <a:pt x="44079" y="28589"/>
                  </a:lnTo>
                  <a:lnTo>
                    <a:pt x="45169" y="29859"/>
                  </a:lnTo>
                  <a:lnTo>
                    <a:pt x="46295" y="29566"/>
                  </a:lnTo>
                  <a:lnTo>
                    <a:pt x="46821" y="30873"/>
                  </a:lnTo>
                  <a:lnTo>
                    <a:pt x="47662" y="31796"/>
                  </a:lnTo>
                  <a:lnTo>
                    <a:pt x="48503" y="31864"/>
                  </a:lnTo>
                  <a:lnTo>
                    <a:pt x="49241" y="28982"/>
                  </a:lnTo>
                  <a:lnTo>
                    <a:pt x="50218" y="27845"/>
                  </a:lnTo>
                  <a:lnTo>
                    <a:pt x="52690" y="25543"/>
                  </a:lnTo>
                  <a:lnTo>
                    <a:pt x="53665" y="24500"/>
                  </a:lnTo>
                  <a:lnTo>
                    <a:pt x="54653" y="23842"/>
                  </a:lnTo>
                  <a:lnTo>
                    <a:pt x="57031" y="23631"/>
                  </a:lnTo>
                  <a:lnTo>
                    <a:pt x="59244" y="24341"/>
                  </a:lnTo>
                  <a:lnTo>
                    <a:pt x="60341" y="24875"/>
                  </a:lnTo>
                  <a:lnTo>
                    <a:pt x="61092" y="24484"/>
                  </a:lnTo>
                  <a:lnTo>
                    <a:pt x="61806" y="25852"/>
                  </a:lnTo>
                  <a:lnTo>
                    <a:pt x="62543" y="28720"/>
                  </a:lnTo>
                  <a:lnTo>
                    <a:pt x="63146" y="29642"/>
                  </a:lnTo>
                  <a:lnTo>
                    <a:pt x="63764" y="30634"/>
                  </a:lnTo>
                  <a:lnTo>
                    <a:pt x="64219" y="32897"/>
                  </a:lnTo>
                  <a:lnTo>
                    <a:pt x="64756" y="35147"/>
                  </a:lnTo>
                  <a:lnTo>
                    <a:pt x="65048" y="36142"/>
                  </a:lnTo>
                  <a:lnTo>
                    <a:pt x="65711" y="38361"/>
                  </a:lnTo>
                  <a:lnTo>
                    <a:pt x="66281" y="38394"/>
                  </a:lnTo>
                  <a:lnTo>
                    <a:pt x="66842" y="37436"/>
                  </a:lnTo>
                  <a:lnTo>
                    <a:pt x="67084" y="36721"/>
                  </a:lnTo>
                  <a:lnTo>
                    <a:pt x="67195" y="38187"/>
                  </a:lnTo>
                  <a:lnTo>
                    <a:pt x="66972" y="40562"/>
                  </a:lnTo>
                  <a:lnTo>
                    <a:pt x="67017" y="42030"/>
                  </a:lnTo>
                  <a:lnTo>
                    <a:pt x="67330" y="42593"/>
                  </a:lnTo>
                  <a:lnTo>
                    <a:pt x="67160" y="44485"/>
                  </a:lnTo>
                  <a:lnTo>
                    <a:pt x="66507" y="47705"/>
                  </a:lnTo>
                  <a:lnTo>
                    <a:pt x="66504" y="49611"/>
                  </a:lnTo>
                  <a:lnTo>
                    <a:pt x="67152" y="50203"/>
                  </a:lnTo>
                  <a:lnTo>
                    <a:pt x="67614" y="52227"/>
                  </a:lnTo>
                  <a:lnTo>
                    <a:pt x="67890" y="55684"/>
                  </a:lnTo>
                  <a:lnTo>
                    <a:pt x="68168" y="56841"/>
                  </a:lnTo>
                  <a:lnTo>
                    <a:pt x="68195" y="57552"/>
                  </a:lnTo>
                  <a:lnTo>
                    <a:pt x="68662" y="65925"/>
                  </a:lnTo>
                  <a:lnTo>
                    <a:pt x="69242" y="74325"/>
                  </a:lnTo>
                  <a:lnTo>
                    <a:pt x="68874" y="75422"/>
                  </a:lnTo>
                  <a:lnTo>
                    <a:pt x="68368" y="75742"/>
                  </a:lnTo>
                  <a:lnTo>
                    <a:pt x="68040" y="76133"/>
                  </a:lnTo>
                  <a:lnTo>
                    <a:pt x="67946" y="76915"/>
                  </a:lnTo>
                  <a:lnTo>
                    <a:pt x="68162" y="78064"/>
                  </a:lnTo>
                  <a:lnTo>
                    <a:pt x="68021" y="79114"/>
                  </a:lnTo>
                  <a:lnTo>
                    <a:pt x="67391" y="79837"/>
                  </a:lnTo>
                  <a:lnTo>
                    <a:pt x="66018" y="82505"/>
                  </a:lnTo>
                  <a:lnTo>
                    <a:pt x="65923" y="83566"/>
                  </a:lnTo>
                  <a:lnTo>
                    <a:pt x="65560" y="85840"/>
                  </a:lnTo>
                  <a:lnTo>
                    <a:pt x="65256" y="87228"/>
                  </a:lnTo>
                  <a:lnTo>
                    <a:pt x="64808" y="89801"/>
                  </a:lnTo>
                  <a:lnTo>
                    <a:pt x="64095" y="96611"/>
                  </a:lnTo>
                  <a:lnTo>
                    <a:pt x="63831" y="102252"/>
                  </a:lnTo>
                  <a:lnTo>
                    <a:pt x="63792" y="103988"/>
                  </a:lnTo>
                  <a:lnTo>
                    <a:pt x="63515" y="105203"/>
                  </a:lnTo>
                  <a:lnTo>
                    <a:pt x="63203" y="106952"/>
                  </a:lnTo>
                  <a:lnTo>
                    <a:pt x="61713" y="111787"/>
                  </a:lnTo>
                  <a:lnTo>
                    <a:pt x="60953" y="115739"/>
                  </a:lnTo>
                  <a:lnTo>
                    <a:pt x="61051" y="117456"/>
                  </a:lnTo>
                  <a:lnTo>
                    <a:pt x="61086" y="119180"/>
                  </a:lnTo>
                  <a:lnTo>
                    <a:pt x="60861" y="120423"/>
                  </a:lnTo>
                  <a:lnTo>
                    <a:pt x="60902" y="123764"/>
                  </a:lnTo>
                  <a:lnTo>
                    <a:pt x="61087" y="126558"/>
                  </a:lnTo>
                  <a:lnTo>
                    <a:pt x="61353" y="129301"/>
                  </a:lnTo>
                  <a:lnTo>
                    <a:pt x="62432" y="137061"/>
                  </a:lnTo>
                  <a:lnTo>
                    <a:pt x="62993" y="141770"/>
                  </a:lnTo>
                  <a:lnTo>
                    <a:pt x="63343" y="145568"/>
                  </a:lnTo>
                  <a:lnTo>
                    <a:pt x="63650" y="148121"/>
                  </a:lnTo>
                  <a:lnTo>
                    <a:pt x="63939" y="149157"/>
                  </a:lnTo>
                  <a:lnTo>
                    <a:pt x="64059" y="150140"/>
                  </a:lnTo>
                  <a:lnTo>
                    <a:pt x="65661" y="150844"/>
                  </a:lnTo>
                  <a:lnTo>
                    <a:pt x="65974" y="151408"/>
                  </a:lnTo>
                  <a:lnTo>
                    <a:pt x="66413" y="156360"/>
                  </a:lnTo>
                  <a:lnTo>
                    <a:pt x="66334" y="158593"/>
                  </a:lnTo>
                  <a:lnTo>
                    <a:pt x="66020" y="159442"/>
                  </a:lnTo>
                  <a:lnTo>
                    <a:pt x="66030" y="161336"/>
                  </a:lnTo>
                  <a:lnTo>
                    <a:pt x="65956" y="163688"/>
                  </a:lnTo>
                  <a:lnTo>
                    <a:pt x="65724" y="164619"/>
                  </a:lnTo>
                  <a:lnTo>
                    <a:pt x="64826" y="164737"/>
                  </a:lnTo>
                  <a:lnTo>
                    <a:pt x="64217" y="165629"/>
                  </a:lnTo>
                  <a:lnTo>
                    <a:pt x="63413" y="165275"/>
                  </a:lnTo>
                  <a:lnTo>
                    <a:pt x="63337" y="164692"/>
                  </a:lnTo>
                  <a:lnTo>
                    <a:pt x="62904" y="164480"/>
                  </a:lnTo>
                  <a:lnTo>
                    <a:pt x="61715" y="163141"/>
                  </a:lnTo>
                  <a:lnTo>
                    <a:pt x="61911" y="158849"/>
                  </a:lnTo>
                  <a:lnTo>
                    <a:pt x="61360" y="158665"/>
                  </a:lnTo>
                  <a:lnTo>
                    <a:pt x="60933" y="159230"/>
                  </a:lnTo>
                  <a:lnTo>
                    <a:pt x="60088" y="164389"/>
                  </a:lnTo>
                  <a:lnTo>
                    <a:pt x="59684" y="165279"/>
                  </a:lnTo>
                  <a:lnTo>
                    <a:pt x="53744" y="162619"/>
                  </a:lnTo>
                  <a:lnTo>
                    <a:pt x="52455" y="160478"/>
                  </a:lnTo>
                  <a:lnTo>
                    <a:pt x="50911" y="159989"/>
                  </a:lnTo>
                  <a:lnTo>
                    <a:pt x="48218" y="160234"/>
                  </a:lnTo>
                  <a:lnTo>
                    <a:pt x="45997" y="160870"/>
                  </a:lnTo>
                  <a:lnTo>
                    <a:pt x="45361" y="162170"/>
                  </a:lnTo>
                  <a:lnTo>
                    <a:pt x="50967" y="161410"/>
                  </a:lnTo>
                  <a:lnTo>
                    <a:pt x="51570" y="161557"/>
                  </a:lnTo>
                  <a:lnTo>
                    <a:pt x="51853" y="162340"/>
                  </a:lnTo>
                  <a:lnTo>
                    <a:pt x="44763" y="164041"/>
                  </a:lnTo>
                  <a:lnTo>
                    <a:pt x="42059" y="165053"/>
                  </a:lnTo>
                  <a:lnTo>
                    <a:pt x="41259" y="164774"/>
                  </a:lnTo>
                  <a:lnTo>
                    <a:pt x="40651" y="163124"/>
                  </a:lnTo>
                  <a:lnTo>
                    <a:pt x="37713" y="162928"/>
                  </a:lnTo>
                  <a:lnTo>
                    <a:pt x="37110" y="163467"/>
                  </a:lnTo>
                  <a:lnTo>
                    <a:pt x="36746" y="164685"/>
                  </a:lnTo>
                  <a:lnTo>
                    <a:pt x="37902" y="164421"/>
                  </a:lnTo>
                  <a:lnTo>
                    <a:pt x="39729" y="164349"/>
                  </a:lnTo>
                  <a:lnTo>
                    <a:pt x="40218" y="165279"/>
                  </a:lnTo>
                  <a:lnTo>
                    <a:pt x="34507" y="166497"/>
                  </a:lnTo>
                  <a:lnTo>
                    <a:pt x="30543" y="168817"/>
                  </a:lnTo>
                  <a:lnTo>
                    <a:pt x="28863" y="170534"/>
                  </a:lnTo>
                  <a:lnTo>
                    <a:pt x="23336" y="176180"/>
                  </a:lnTo>
                  <a:lnTo>
                    <a:pt x="19967" y="178848"/>
                  </a:lnTo>
                  <a:lnTo>
                    <a:pt x="19084" y="179827"/>
                  </a:lnTo>
                  <a:lnTo>
                    <a:pt x="17551" y="182593"/>
                  </a:lnTo>
                  <a:lnTo>
                    <a:pt x="15581" y="184329"/>
                  </a:lnTo>
                  <a:lnTo>
                    <a:pt x="13370" y="187578"/>
                  </a:lnTo>
                  <a:lnTo>
                    <a:pt x="12020" y="188308"/>
                  </a:lnTo>
                  <a:lnTo>
                    <a:pt x="11718" y="187271"/>
                  </a:lnTo>
                  <a:lnTo>
                    <a:pt x="11683" y="181778"/>
                  </a:lnTo>
                  <a:lnTo>
                    <a:pt x="11495" y="174414"/>
                  </a:lnTo>
                  <a:lnTo>
                    <a:pt x="11565" y="171600"/>
                  </a:lnTo>
                  <a:lnTo>
                    <a:pt x="11744" y="168950"/>
                  </a:lnTo>
                  <a:lnTo>
                    <a:pt x="11749" y="166757"/>
                  </a:lnTo>
                  <a:lnTo>
                    <a:pt x="12420" y="165934"/>
                  </a:lnTo>
                  <a:lnTo>
                    <a:pt x="12598" y="165010"/>
                  </a:lnTo>
                  <a:lnTo>
                    <a:pt x="12699" y="162154"/>
                  </a:lnTo>
                  <a:lnTo>
                    <a:pt x="13328" y="159551"/>
                  </a:lnTo>
                  <a:lnTo>
                    <a:pt x="13338" y="155019"/>
                  </a:lnTo>
                  <a:lnTo>
                    <a:pt x="13525" y="154073"/>
                  </a:lnTo>
                  <a:lnTo>
                    <a:pt x="13668" y="152871"/>
                  </a:lnTo>
                  <a:lnTo>
                    <a:pt x="13397" y="149895"/>
                  </a:lnTo>
                  <a:lnTo>
                    <a:pt x="13049" y="144280"/>
                  </a:lnTo>
                  <a:lnTo>
                    <a:pt x="12878" y="143914"/>
                  </a:lnTo>
                  <a:lnTo>
                    <a:pt x="12726" y="144156"/>
                  </a:lnTo>
                  <a:lnTo>
                    <a:pt x="12373" y="144259"/>
                  </a:lnTo>
                  <a:lnTo>
                    <a:pt x="10985" y="142318"/>
                  </a:lnTo>
                  <a:lnTo>
                    <a:pt x="9915" y="141984"/>
                  </a:lnTo>
                  <a:lnTo>
                    <a:pt x="9164" y="140327"/>
                  </a:lnTo>
                  <a:lnTo>
                    <a:pt x="9114" y="138441"/>
                  </a:lnTo>
                  <a:lnTo>
                    <a:pt x="8747" y="137335"/>
                  </a:lnTo>
                  <a:lnTo>
                    <a:pt x="8494" y="135155"/>
                  </a:lnTo>
                  <a:lnTo>
                    <a:pt x="8118" y="132651"/>
                  </a:lnTo>
                  <a:lnTo>
                    <a:pt x="7062" y="131136"/>
                  </a:lnTo>
                  <a:lnTo>
                    <a:pt x="6070" y="130774"/>
                  </a:lnTo>
                  <a:lnTo>
                    <a:pt x="5366" y="131095"/>
                  </a:lnTo>
                  <a:lnTo>
                    <a:pt x="4538" y="131001"/>
                  </a:lnTo>
                  <a:lnTo>
                    <a:pt x="3593" y="130164"/>
                  </a:lnTo>
                  <a:lnTo>
                    <a:pt x="2937" y="129212"/>
                  </a:lnTo>
                  <a:lnTo>
                    <a:pt x="2319" y="127382"/>
                  </a:lnTo>
                  <a:lnTo>
                    <a:pt x="1744" y="125925"/>
                  </a:lnTo>
                  <a:lnTo>
                    <a:pt x="1285" y="126105"/>
                  </a:lnTo>
                  <a:lnTo>
                    <a:pt x="726" y="125760"/>
                  </a:lnTo>
                  <a:lnTo>
                    <a:pt x="177" y="125097"/>
                  </a:lnTo>
                  <a:lnTo>
                    <a:pt x="0" y="124586"/>
                  </a:lnTo>
                  <a:lnTo>
                    <a:pt x="2297" y="118756"/>
                  </a:lnTo>
                  <a:lnTo>
                    <a:pt x="3077" y="115906"/>
                  </a:lnTo>
                  <a:lnTo>
                    <a:pt x="3162" y="114167"/>
                  </a:lnTo>
                  <a:lnTo>
                    <a:pt x="3168" y="112406"/>
                  </a:lnTo>
                  <a:lnTo>
                    <a:pt x="3420" y="110605"/>
                  </a:lnTo>
                  <a:lnTo>
                    <a:pt x="3485" y="107855"/>
                  </a:lnTo>
                  <a:lnTo>
                    <a:pt x="2212" y="97873"/>
                  </a:lnTo>
                  <a:lnTo>
                    <a:pt x="1889" y="94783"/>
                  </a:lnTo>
                  <a:lnTo>
                    <a:pt x="1547" y="93878"/>
                  </a:lnTo>
                  <a:lnTo>
                    <a:pt x="1330" y="93539"/>
                  </a:lnTo>
                  <a:lnTo>
                    <a:pt x="1971" y="92258"/>
                  </a:lnTo>
                  <a:lnTo>
                    <a:pt x="2859" y="92591"/>
                  </a:lnTo>
                  <a:lnTo>
                    <a:pt x="4220" y="93591"/>
                  </a:lnTo>
                  <a:lnTo>
                    <a:pt x="4515" y="92601"/>
                  </a:lnTo>
                  <a:lnTo>
                    <a:pt x="5543" y="87563"/>
                  </a:lnTo>
                  <a:lnTo>
                    <a:pt x="5515" y="85693"/>
                  </a:lnTo>
                  <a:lnTo>
                    <a:pt x="5413" y="84402"/>
                  </a:lnTo>
                  <a:lnTo>
                    <a:pt x="6015" y="80954"/>
                  </a:lnTo>
                  <a:lnTo>
                    <a:pt x="6493" y="79615"/>
                  </a:lnTo>
                  <a:lnTo>
                    <a:pt x="6741" y="78173"/>
                  </a:lnTo>
                  <a:lnTo>
                    <a:pt x="6663" y="76211"/>
                  </a:lnTo>
                  <a:lnTo>
                    <a:pt x="6302" y="75478"/>
                  </a:lnTo>
                  <a:lnTo>
                    <a:pt x="5825" y="75614"/>
                  </a:lnTo>
                  <a:lnTo>
                    <a:pt x="5256" y="75132"/>
                  </a:lnTo>
                  <a:lnTo>
                    <a:pt x="4388" y="74002"/>
                  </a:lnTo>
                  <a:lnTo>
                    <a:pt x="3945" y="72996"/>
                  </a:lnTo>
                  <a:lnTo>
                    <a:pt x="4081" y="68440"/>
                  </a:lnTo>
                  <a:lnTo>
                    <a:pt x="4162" y="67029"/>
                  </a:lnTo>
                  <a:lnTo>
                    <a:pt x="4469" y="66214"/>
                  </a:lnTo>
                  <a:lnTo>
                    <a:pt x="4948" y="65994"/>
                  </a:lnTo>
                  <a:lnTo>
                    <a:pt x="6295" y="65857"/>
                  </a:lnTo>
                  <a:lnTo>
                    <a:pt x="7386" y="66377"/>
                  </a:lnTo>
                  <a:lnTo>
                    <a:pt x="8344" y="66678"/>
                  </a:lnTo>
                  <a:lnTo>
                    <a:pt x="8857" y="66674"/>
                  </a:lnTo>
                  <a:lnTo>
                    <a:pt x="9267" y="68024"/>
                  </a:lnTo>
                  <a:lnTo>
                    <a:pt x="9817" y="69405"/>
                  </a:lnTo>
                  <a:lnTo>
                    <a:pt x="10304" y="69395"/>
                  </a:lnTo>
                  <a:lnTo>
                    <a:pt x="10473" y="68368"/>
                  </a:lnTo>
                  <a:lnTo>
                    <a:pt x="10362" y="63872"/>
                  </a:lnTo>
                  <a:lnTo>
                    <a:pt x="10038" y="61493"/>
                  </a:lnTo>
                  <a:lnTo>
                    <a:pt x="9306" y="59200"/>
                  </a:lnTo>
                  <a:lnTo>
                    <a:pt x="7410" y="57244"/>
                  </a:lnTo>
                  <a:lnTo>
                    <a:pt x="7364" y="54507"/>
                  </a:lnTo>
                  <a:lnTo>
                    <a:pt x="7555" y="51542"/>
                  </a:lnTo>
                  <a:lnTo>
                    <a:pt x="7965" y="50439"/>
                  </a:lnTo>
                  <a:lnTo>
                    <a:pt x="9374" y="48555"/>
                  </a:lnTo>
                  <a:lnTo>
                    <a:pt x="9127" y="47545"/>
                  </a:lnTo>
                  <a:lnTo>
                    <a:pt x="8677" y="46464"/>
                  </a:lnTo>
                  <a:lnTo>
                    <a:pt x="7784" y="45373"/>
                  </a:lnTo>
                  <a:lnTo>
                    <a:pt x="7989" y="41823"/>
                  </a:lnTo>
                  <a:lnTo>
                    <a:pt x="8032" y="38656"/>
                  </a:lnTo>
                  <a:lnTo>
                    <a:pt x="7277" y="39011"/>
                  </a:lnTo>
                  <a:lnTo>
                    <a:pt x="6501" y="39194"/>
                  </a:lnTo>
                  <a:lnTo>
                    <a:pt x="5846" y="38218"/>
                  </a:lnTo>
                  <a:lnTo>
                    <a:pt x="5298" y="36297"/>
                  </a:lnTo>
                  <a:lnTo>
                    <a:pt x="5195" y="31004"/>
                  </a:lnTo>
                  <a:lnTo>
                    <a:pt x="5197" y="24890"/>
                  </a:lnTo>
                  <a:lnTo>
                    <a:pt x="5091" y="22187"/>
                  </a:lnTo>
                  <a:lnTo>
                    <a:pt x="5302" y="20743"/>
                  </a:lnTo>
                  <a:lnTo>
                    <a:pt x="5969" y="19413"/>
                  </a:lnTo>
                  <a:lnTo>
                    <a:pt x="6700" y="17693"/>
                  </a:lnTo>
                  <a:lnTo>
                    <a:pt x="6960" y="16593"/>
                  </a:lnTo>
                  <a:lnTo>
                    <a:pt x="7297" y="16565"/>
                  </a:lnTo>
                  <a:lnTo>
                    <a:pt x="8170" y="15907"/>
                  </a:lnTo>
                  <a:lnTo>
                    <a:pt x="8963" y="14405"/>
                  </a:lnTo>
                  <a:lnTo>
                    <a:pt x="9703" y="11281"/>
                  </a:lnTo>
                  <a:lnTo>
                    <a:pt x="10701" y="8765"/>
                  </a:lnTo>
                  <a:lnTo>
                    <a:pt x="11826" y="8948"/>
                  </a:lnTo>
                  <a:lnTo>
                    <a:pt x="12158" y="8488"/>
                  </a:lnTo>
                  <a:lnTo>
                    <a:pt x="12554" y="8400"/>
                  </a:lnTo>
                  <a:lnTo>
                    <a:pt x="13024" y="10050"/>
                  </a:lnTo>
                  <a:lnTo>
                    <a:pt x="13499" y="11310"/>
                  </a:lnTo>
                  <a:lnTo>
                    <a:pt x="13836" y="11344"/>
                  </a:lnTo>
                  <a:lnTo>
                    <a:pt x="14085" y="13731"/>
                  </a:lnTo>
                  <a:lnTo>
                    <a:pt x="16138" y="14726"/>
                  </a:lnTo>
                  <a:lnTo>
                    <a:pt x="17018" y="15381"/>
                  </a:lnTo>
                  <a:lnTo>
                    <a:pt x="17757" y="17117"/>
                  </a:lnTo>
                  <a:lnTo>
                    <a:pt x="18015" y="17162"/>
                  </a:lnTo>
                  <a:lnTo>
                    <a:pt x="18328" y="16795"/>
                  </a:lnTo>
                  <a:lnTo>
                    <a:pt x="18570" y="16188"/>
                  </a:lnTo>
                  <a:lnTo>
                    <a:pt x="18620" y="15523"/>
                  </a:lnTo>
                  <a:lnTo>
                    <a:pt x="18302" y="13953"/>
                  </a:lnTo>
                  <a:lnTo>
                    <a:pt x="18442" y="12543"/>
                  </a:lnTo>
                  <a:lnTo>
                    <a:pt x="18773" y="11280"/>
                  </a:lnTo>
                  <a:lnTo>
                    <a:pt x="19301" y="11199"/>
                  </a:lnTo>
                  <a:lnTo>
                    <a:pt x="20098" y="10847"/>
                  </a:lnTo>
                  <a:lnTo>
                    <a:pt x="21011" y="10842"/>
                  </a:lnTo>
                  <a:lnTo>
                    <a:pt x="21692" y="11069"/>
                  </a:lnTo>
                  <a:lnTo>
                    <a:pt x="21964" y="9806"/>
                  </a:lnTo>
                  <a:lnTo>
                    <a:pt x="21706" y="6266"/>
                  </a:lnTo>
                  <a:lnTo>
                    <a:pt x="21773" y="4315"/>
                  </a:lnTo>
                  <a:lnTo>
                    <a:pt x="21884" y="2667"/>
                  </a:lnTo>
                  <a:lnTo>
                    <a:pt x="22136" y="1998"/>
                  </a:lnTo>
                  <a:lnTo>
                    <a:pt x="23153" y="4067"/>
                  </a:lnTo>
                  <a:lnTo>
                    <a:pt x="24084" y="4811"/>
                  </a:lnTo>
                  <a:lnTo>
                    <a:pt x="24750" y="4873"/>
                  </a:lnTo>
                  <a:lnTo>
                    <a:pt x="24937" y="4482"/>
                  </a:lnTo>
                  <a:lnTo>
                    <a:pt x="24652" y="2226"/>
                  </a:lnTo>
                  <a:lnTo>
                    <a:pt x="24728" y="1545"/>
                  </a:lnTo>
                  <a:lnTo>
                    <a:pt x="24975" y="1151"/>
                  </a:lnTo>
                  <a:lnTo>
                    <a:pt x="25412" y="923"/>
                  </a:lnTo>
                  <a:lnTo>
                    <a:pt x="26599" y="0"/>
                  </a:lnTo>
                  <a:lnTo>
                    <a:pt x="26723" y="181"/>
                  </a:lnTo>
                  <a:lnTo>
                    <a:pt x="26945" y="3739"/>
                  </a:lnTo>
                  <a:lnTo>
                    <a:pt x="26842" y="4904"/>
                  </a:lnTo>
                  <a:lnTo>
                    <a:pt x="27091" y="7322"/>
                  </a:lnTo>
                  <a:lnTo>
                    <a:pt x="27399" y="9567"/>
                  </a:lnTo>
                  <a:lnTo>
                    <a:pt x="27377" y="10479"/>
                  </a:lnTo>
                  <a:lnTo>
                    <a:pt x="27123" y="11870"/>
                  </a:lnTo>
                  <a:lnTo>
                    <a:pt x="26824" y="13145"/>
                  </a:lnTo>
                  <a:lnTo>
                    <a:pt x="26857" y="13665"/>
                  </a:lnTo>
                  <a:lnTo>
                    <a:pt x="27329" y="14536"/>
                  </a:lnTo>
                  <a:lnTo>
                    <a:pt x="28233" y="15429"/>
                  </a:lnTo>
                  <a:lnTo>
                    <a:pt x="29172" y="15638"/>
                  </a:lnTo>
                  <a:lnTo>
                    <a:pt x="29693" y="14330"/>
                  </a:lnTo>
                  <a:lnTo>
                    <a:pt x="30238" y="13266"/>
                  </a:lnTo>
                  <a:lnTo>
                    <a:pt x="30614" y="12317"/>
                  </a:lnTo>
                  <a:lnTo>
                    <a:pt x="30743" y="10913"/>
                  </a:lnTo>
                  <a:lnTo>
                    <a:pt x="31337" y="9884"/>
                  </a:lnTo>
                  <a:lnTo>
                    <a:pt x="33036" y="8594"/>
                  </a:lnTo>
                  <a:lnTo>
                    <a:pt x="34599" y="8395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3265506" y="3247612"/>
              <a:ext cx="86875" cy="336926"/>
            </a:xfrm>
            <a:custGeom>
              <a:avLst/>
              <a:pathLst>
                <a:path w="86875" h="336926">
                  <a:moveTo>
                    <a:pt x="78889" y="164137"/>
                  </a:moveTo>
                  <a:lnTo>
                    <a:pt x="77742" y="169031"/>
                  </a:lnTo>
                  <a:lnTo>
                    <a:pt x="76230" y="171825"/>
                  </a:lnTo>
                  <a:lnTo>
                    <a:pt x="75785" y="173522"/>
                  </a:lnTo>
                  <a:lnTo>
                    <a:pt x="75548" y="175627"/>
                  </a:lnTo>
                  <a:lnTo>
                    <a:pt x="75222" y="177735"/>
                  </a:lnTo>
                  <a:lnTo>
                    <a:pt x="74418" y="182276"/>
                  </a:lnTo>
                  <a:lnTo>
                    <a:pt x="73830" y="185984"/>
                  </a:lnTo>
                  <a:lnTo>
                    <a:pt x="73241" y="187140"/>
                  </a:lnTo>
                  <a:lnTo>
                    <a:pt x="71869" y="192742"/>
                  </a:lnTo>
                  <a:lnTo>
                    <a:pt x="70943" y="198356"/>
                  </a:lnTo>
                  <a:lnTo>
                    <a:pt x="70758" y="199815"/>
                  </a:lnTo>
                  <a:lnTo>
                    <a:pt x="70477" y="200895"/>
                  </a:lnTo>
                  <a:lnTo>
                    <a:pt x="70025" y="201768"/>
                  </a:lnTo>
                  <a:lnTo>
                    <a:pt x="68434" y="203513"/>
                  </a:lnTo>
                  <a:lnTo>
                    <a:pt x="67897" y="204378"/>
                  </a:lnTo>
                  <a:lnTo>
                    <a:pt x="67476" y="205416"/>
                  </a:lnTo>
                  <a:lnTo>
                    <a:pt x="67087" y="206600"/>
                  </a:lnTo>
                  <a:lnTo>
                    <a:pt x="66978" y="208019"/>
                  </a:lnTo>
                  <a:lnTo>
                    <a:pt x="67349" y="210029"/>
                  </a:lnTo>
                  <a:lnTo>
                    <a:pt x="67795" y="211619"/>
                  </a:lnTo>
                  <a:lnTo>
                    <a:pt x="68242" y="211717"/>
                  </a:lnTo>
                  <a:lnTo>
                    <a:pt x="68637" y="211645"/>
                  </a:lnTo>
                  <a:lnTo>
                    <a:pt x="68882" y="212591"/>
                  </a:lnTo>
                  <a:lnTo>
                    <a:pt x="69087" y="213148"/>
                  </a:lnTo>
                  <a:lnTo>
                    <a:pt x="69087" y="224070"/>
                  </a:lnTo>
                  <a:lnTo>
                    <a:pt x="68709" y="225721"/>
                  </a:lnTo>
                  <a:lnTo>
                    <a:pt x="68718" y="226457"/>
                  </a:lnTo>
                  <a:lnTo>
                    <a:pt x="68533" y="228338"/>
                  </a:lnTo>
                  <a:lnTo>
                    <a:pt x="68475" y="230440"/>
                  </a:lnTo>
                  <a:lnTo>
                    <a:pt x="68595" y="231274"/>
                  </a:lnTo>
                  <a:lnTo>
                    <a:pt x="68915" y="231951"/>
                  </a:lnTo>
                  <a:lnTo>
                    <a:pt x="69356" y="233421"/>
                  </a:lnTo>
                  <a:lnTo>
                    <a:pt x="69596" y="236776"/>
                  </a:lnTo>
                  <a:lnTo>
                    <a:pt x="70133" y="248594"/>
                  </a:lnTo>
                  <a:lnTo>
                    <a:pt x="70386" y="250461"/>
                  </a:lnTo>
                  <a:lnTo>
                    <a:pt x="70830" y="251769"/>
                  </a:lnTo>
                  <a:lnTo>
                    <a:pt x="72229" y="254318"/>
                  </a:lnTo>
                  <a:lnTo>
                    <a:pt x="73696" y="257666"/>
                  </a:lnTo>
                  <a:lnTo>
                    <a:pt x="74159" y="259844"/>
                  </a:lnTo>
                  <a:lnTo>
                    <a:pt x="74431" y="263416"/>
                  </a:lnTo>
                  <a:lnTo>
                    <a:pt x="74992" y="266218"/>
                  </a:lnTo>
                  <a:lnTo>
                    <a:pt x="74980" y="267170"/>
                  </a:lnTo>
                  <a:lnTo>
                    <a:pt x="74748" y="267538"/>
                  </a:lnTo>
                  <a:lnTo>
                    <a:pt x="74203" y="267583"/>
                  </a:lnTo>
                  <a:lnTo>
                    <a:pt x="73833" y="267778"/>
                  </a:lnTo>
                  <a:lnTo>
                    <a:pt x="74143" y="269821"/>
                  </a:lnTo>
                  <a:lnTo>
                    <a:pt x="74899" y="273376"/>
                  </a:lnTo>
                  <a:lnTo>
                    <a:pt x="76161" y="277062"/>
                  </a:lnTo>
                  <a:lnTo>
                    <a:pt x="77527" y="281052"/>
                  </a:lnTo>
                  <a:lnTo>
                    <a:pt x="78643" y="284311"/>
                  </a:lnTo>
                  <a:lnTo>
                    <a:pt x="80033" y="288080"/>
                  </a:lnTo>
                  <a:lnTo>
                    <a:pt x="81120" y="291023"/>
                  </a:lnTo>
                  <a:lnTo>
                    <a:pt x="82238" y="294051"/>
                  </a:lnTo>
                  <a:lnTo>
                    <a:pt x="83082" y="294764"/>
                  </a:lnTo>
                  <a:lnTo>
                    <a:pt x="83713" y="294978"/>
                  </a:lnTo>
                  <a:lnTo>
                    <a:pt x="83983" y="295571"/>
                  </a:lnTo>
                  <a:lnTo>
                    <a:pt x="84316" y="296962"/>
                  </a:lnTo>
                  <a:lnTo>
                    <a:pt x="84886" y="298500"/>
                  </a:lnTo>
                  <a:lnTo>
                    <a:pt x="85514" y="300511"/>
                  </a:lnTo>
                  <a:lnTo>
                    <a:pt x="85729" y="302564"/>
                  </a:lnTo>
                  <a:lnTo>
                    <a:pt x="85466" y="304518"/>
                  </a:lnTo>
                  <a:lnTo>
                    <a:pt x="85725" y="307320"/>
                  </a:lnTo>
                  <a:lnTo>
                    <a:pt x="85741" y="307561"/>
                  </a:lnTo>
                  <a:lnTo>
                    <a:pt x="85949" y="308664"/>
                  </a:lnTo>
                  <a:lnTo>
                    <a:pt x="85877" y="309653"/>
                  </a:lnTo>
                  <a:lnTo>
                    <a:pt x="86005" y="313368"/>
                  </a:lnTo>
                  <a:lnTo>
                    <a:pt x="86339" y="316610"/>
                  </a:lnTo>
                  <a:lnTo>
                    <a:pt x="86875" y="319379"/>
                  </a:lnTo>
                  <a:lnTo>
                    <a:pt x="86867" y="319604"/>
                  </a:lnTo>
                  <a:lnTo>
                    <a:pt x="86798" y="321308"/>
                  </a:lnTo>
                  <a:lnTo>
                    <a:pt x="86107" y="322400"/>
                  </a:lnTo>
                  <a:lnTo>
                    <a:pt x="85702" y="324204"/>
                  </a:lnTo>
                  <a:lnTo>
                    <a:pt x="85583" y="326718"/>
                  </a:lnTo>
                  <a:lnTo>
                    <a:pt x="85791" y="329780"/>
                  </a:lnTo>
                  <a:lnTo>
                    <a:pt x="86325" y="333389"/>
                  </a:lnTo>
                  <a:lnTo>
                    <a:pt x="86339" y="335508"/>
                  </a:lnTo>
                  <a:lnTo>
                    <a:pt x="86150" y="335807"/>
                  </a:lnTo>
                  <a:lnTo>
                    <a:pt x="85819" y="336482"/>
                  </a:lnTo>
                  <a:lnTo>
                    <a:pt x="85467" y="336926"/>
                  </a:lnTo>
                  <a:lnTo>
                    <a:pt x="84511" y="334451"/>
                  </a:lnTo>
                  <a:lnTo>
                    <a:pt x="83449" y="332778"/>
                  </a:lnTo>
                  <a:lnTo>
                    <a:pt x="81859" y="329871"/>
                  </a:lnTo>
                  <a:lnTo>
                    <a:pt x="80254" y="328825"/>
                  </a:lnTo>
                  <a:lnTo>
                    <a:pt x="78178" y="328637"/>
                  </a:lnTo>
                  <a:lnTo>
                    <a:pt x="77284" y="328992"/>
                  </a:lnTo>
                  <a:lnTo>
                    <a:pt x="76644" y="327899"/>
                  </a:lnTo>
                  <a:lnTo>
                    <a:pt x="75748" y="326636"/>
                  </a:lnTo>
                  <a:lnTo>
                    <a:pt x="75255" y="326307"/>
                  </a:lnTo>
                  <a:lnTo>
                    <a:pt x="74568" y="327290"/>
                  </a:lnTo>
                  <a:lnTo>
                    <a:pt x="74094" y="327333"/>
                  </a:lnTo>
                  <a:lnTo>
                    <a:pt x="73511" y="326952"/>
                  </a:lnTo>
                  <a:lnTo>
                    <a:pt x="72330" y="326995"/>
                  </a:lnTo>
                  <a:lnTo>
                    <a:pt x="72220" y="325310"/>
                  </a:lnTo>
                  <a:lnTo>
                    <a:pt x="72018" y="324981"/>
                  </a:lnTo>
                  <a:lnTo>
                    <a:pt x="70745" y="325137"/>
                  </a:lnTo>
                  <a:lnTo>
                    <a:pt x="70352" y="323742"/>
                  </a:lnTo>
                  <a:lnTo>
                    <a:pt x="70182" y="323898"/>
                  </a:lnTo>
                  <a:lnTo>
                    <a:pt x="69680" y="323456"/>
                  </a:lnTo>
                  <a:lnTo>
                    <a:pt x="68656" y="321475"/>
                  </a:lnTo>
                  <a:lnTo>
                    <a:pt x="67579" y="322787"/>
                  </a:lnTo>
                  <a:lnTo>
                    <a:pt x="65341" y="322621"/>
                  </a:lnTo>
                  <a:lnTo>
                    <a:pt x="62472" y="322664"/>
                  </a:lnTo>
                  <a:lnTo>
                    <a:pt x="59501" y="322707"/>
                  </a:lnTo>
                  <a:lnTo>
                    <a:pt x="56785" y="322645"/>
                  </a:lnTo>
                  <a:lnTo>
                    <a:pt x="54060" y="322585"/>
                  </a:lnTo>
                  <a:lnTo>
                    <a:pt x="53792" y="320734"/>
                  </a:lnTo>
                  <a:lnTo>
                    <a:pt x="53228" y="319781"/>
                  </a:lnTo>
                  <a:lnTo>
                    <a:pt x="52212" y="319693"/>
                  </a:lnTo>
                  <a:lnTo>
                    <a:pt x="49222" y="320067"/>
                  </a:lnTo>
                  <a:lnTo>
                    <a:pt x="46931" y="319771"/>
                  </a:lnTo>
                  <a:lnTo>
                    <a:pt x="46200" y="319527"/>
                  </a:lnTo>
                  <a:lnTo>
                    <a:pt x="45387" y="319045"/>
                  </a:lnTo>
                  <a:lnTo>
                    <a:pt x="43474" y="318613"/>
                  </a:lnTo>
                  <a:lnTo>
                    <a:pt x="41113" y="318956"/>
                  </a:lnTo>
                  <a:lnTo>
                    <a:pt x="40576" y="318864"/>
                  </a:lnTo>
                  <a:lnTo>
                    <a:pt x="38687" y="318933"/>
                  </a:lnTo>
                  <a:lnTo>
                    <a:pt x="34363" y="318429"/>
                  </a:lnTo>
                  <a:lnTo>
                    <a:pt x="31972" y="318503"/>
                  </a:lnTo>
                  <a:lnTo>
                    <a:pt x="32028" y="319634"/>
                  </a:lnTo>
                  <a:lnTo>
                    <a:pt x="31876" y="320449"/>
                  </a:lnTo>
                  <a:lnTo>
                    <a:pt x="31748" y="322412"/>
                  </a:lnTo>
                  <a:lnTo>
                    <a:pt x="29112" y="322410"/>
                  </a:lnTo>
                  <a:lnTo>
                    <a:pt x="25641" y="322407"/>
                  </a:lnTo>
                  <a:lnTo>
                    <a:pt x="22363" y="322406"/>
                  </a:lnTo>
                  <a:lnTo>
                    <a:pt x="20147" y="322403"/>
                  </a:lnTo>
                  <a:lnTo>
                    <a:pt x="16432" y="322402"/>
                  </a:lnTo>
                  <a:lnTo>
                    <a:pt x="15185" y="321057"/>
                  </a:lnTo>
                  <a:lnTo>
                    <a:pt x="14808" y="320197"/>
                  </a:lnTo>
                  <a:lnTo>
                    <a:pt x="14734" y="319219"/>
                  </a:lnTo>
                  <a:lnTo>
                    <a:pt x="14686" y="318559"/>
                  </a:lnTo>
                  <a:lnTo>
                    <a:pt x="14398" y="318363"/>
                  </a:lnTo>
                  <a:lnTo>
                    <a:pt x="14636" y="311424"/>
                  </a:lnTo>
                  <a:lnTo>
                    <a:pt x="15156" y="305642"/>
                  </a:lnTo>
                  <a:lnTo>
                    <a:pt x="15359" y="300276"/>
                  </a:lnTo>
                  <a:lnTo>
                    <a:pt x="16075" y="295474"/>
                  </a:lnTo>
                  <a:lnTo>
                    <a:pt x="15695" y="290729"/>
                  </a:lnTo>
                  <a:lnTo>
                    <a:pt x="15254" y="288657"/>
                  </a:lnTo>
                  <a:lnTo>
                    <a:pt x="12936" y="281924"/>
                  </a:lnTo>
                  <a:lnTo>
                    <a:pt x="14000" y="279376"/>
                  </a:lnTo>
                  <a:lnTo>
                    <a:pt x="12599" y="279733"/>
                  </a:lnTo>
                  <a:lnTo>
                    <a:pt x="12299" y="277230"/>
                  </a:lnTo>
                  <a:lnTo>
                    <a:pt x="11620" y="274228"/>
                  </a:lnTo>
                  <a:lnTo>
                    <a:pt x="12036" y="273748"/>
                  </a:lnTo>
                  <a:lnTo>
                    <a:pt x="12437" y="272102"/>
                  </a:lnTo>
                  <a:lnTo>
                    <a:pt x="13704" y="272607"/>
                  </a:lnTo>
                  <a:lnTo>
                    <a:pt x="13664" y="271803"/>
                  </a:lnTo>
                  <a:lnTo>
                    <a:pt x="12571" y="269285"/>
                  </a:lnTo>
                  <a:lnTo>
                    <a:pt x="12677" y="268014"/>
                  </a:lnTo>
                  <a:lnTo>
                    <a:pt x="13127" y="266594"/>
                  </a:lnTo>
                  <a:lnTo>
                    <a:pt x="12907" y="265996"/>
                  </a:lnTo>
                  <a:lnTo>
                    <a:pt x="12122" y="267466"/>
                  </a:lnTo>
                  <a:lnTo>
                    <a:pt x="11557" y="267421"/>
                  </a:lnTo>
                  <a:lnTo>
                    <a:pt x="11117" y="266469"/>
                  </a:lnTo>
                  <a:lnTo>
                    <a:pt x="10797" y="266307"/>
                  </a:lnTo>
                  <a:lnTo>
                    <a:pt x="10991" y="268239"/>
                  </a:lnTo>
                  <a:lnTo>
                    <a:pt x="10551" y="269959"/>
                  </a:lnTo>
                  <a:lnTo>
                    <a:pt x="10134" y="270556"/>
                  </a:lnTo>
                  <a:lnTo>
                    <a:pt x="9419" y="270455"/>
                  </a:lnTo>
                  <a:lnTo>
                    <a:pt x="8835" y="270023"/>
                  </a:lnTo>
                  <a:lnTo>
                    <a:pt x="8681" y="269060"/>
                  </a:lnTo>
                  <a:lnTo>
                    <a:pt x="8134" y="268324"/>
                  </a:lnTo>
                  <a:lnTo>
                    <a:pt x="6598" y="267048"/>
                  </a:lnTo>
                  <a:lnTo>
                    <a:pt x="5306" y="265554"/>
                  </a:lnTo>
                  <a:lnTo>
                    <a:pt x="5044" y="261452"/>
                  </a:lnTo>
                  <a:lnTo>
                    <a:pt x="4533" y="259685"/>
                  </a:lnTo>
                  <a:lnTo>
                    <a:pt x="4323" y="257688"/>
                  </a:lnTo>
                  <a:lnTo>
                    <a:pt x="4201" y="255402"/>
                  </a:lnTo>
                  <a:lnTo>
                    <a:pt x="4376" y="251898"/>
                  </a:lnTo>
                  <a:lnTo>
                    <a:pt x="4049" y="251337"/>
                  </a:lnTo>
                  <a:lnTo>
                    <a:pt x="3674" y="251145"/>
                  </a:lnTo>
                  <a:lnTo>
                    <a:pt x="3114" y="251316"/>
                  </a:lnTo>
                  <a:lnTo>
                    <a:pt x="2601" y="251122"/>
                  </a:lnTo>
                  <a:lnTo>
                    <a:pt x="1988" y="249181"/>
                  </a:lnTo>
                  <a:lnTo>
                    <a:pt x="1448" y="248434"/>
                  </a:lnTo>
                  <a:lnTo>
                    <a:pt x="1780" y="252002"/>
                  </a:lnTo>
                  <a:lnTo>
                    <a:pt x="1401" y="253003"/>
                  </a:lnTo>
                  <a:lnTo>
                    <a:pt x="472" y="252712"/>
                  </a:lnTo>
                  <a:lnTo>
                    <a:pt x="76" y="251363"/>
                  </a:lnTo>
                  <a:lnTo>
                    <a:pt x="0" y="250358"/>
                  </a:lnTo>
                  <a:lnTo>
                    <a:pt x="428" y="246037"/>
                  </a:lnTo>
                  <a:lnTo>
                    <a:pt x="261" y="245945"/>
                  </a:lnTo>
                  <a:lnTo>
                    <a:pt x="594" y="243652"/>
                  </a:lnTo>
                  <a:lnTo>
                    <a:pt x="1223" y="240869"/>
                  </a:lnTo>
                  <a:lnTo>
                    <a:pt x="2075" y="237327"/>
                  </a:lnTo>
                  <a:lnTo>
                    <a:pt x="3045" y="232877"/>
                  </a:lnTo>
                  <a:lnTo>
                    <a:pt x="3706" y="225008"/>
                  </a:lnTo>
                  <a:lnTo>
                    <a:pt x="4156" y="220105"/>
                  </a:lnTo>
                  <a:lnTo>
                    <a:pt x="4567" y="215634"/>
                  </a:lnTo>
                  <a:lnTo>
                    <a:pt x="5272" y="211594"/>
                  </a:lnTo>
                  <a:lnTo>
                    <a:pt x="5988" y="208894"/>
                  </a:lnTo>
                  <a:lnTo>
                    <a:pt x="8016" y="203663"/>
                  </a:lnTo>
                  <a:lnTo>
                    <a:pt x="9544" y="199718"/>
                  </a:lnTo>
                  <a:lnTo>
                    <a:pt x="10326" y="198130"/>
                  </a:lnTo>
                  <a:lnTo>
                    <a:pt x="10871" y="196792"/>
                  </a:lnTo>
                  <a:lnTo>
                    <a:pt x="11823" y="195263"/>
                  </a:lnTo>
                  <a:lnTo>
                    <a:pt x="12799" y="193443"/>
                  </a:lnTo>
                  <a:lnTo>
                    <a:pt x="13544" y="189956"/>
                  </a:lnTo>
                  <a:lnTo>
                    <a:pt x="14161" y="186701"/>
                  </a:lnTo>
                  <a:lnTo>
                    <a:pt x="14624" y="185998"/>
                  </a:lnTo>
                  <a:lnTo>
                    <a:pt x="15232" y="185427"/>
                  </a:lnTo>
                  <a:lnTo>
                    <a:pt x="17101" y="181937"/>
                  </a:lnTo>
                  <a:lnTo>
                    <a:pt x="18290" y="179719"/>
                  </a:lnTo>
                  <a:lnTo>
                    <a:pt x="18565" y="180820"/>
                  </a:lnTo>
                  <a:lnTo>
                    <a:pt x="18767" y="182191"/>
                  </a:lnTo>
                  <a:lnTo>
                    <a:pt x="18993" y="182817"/>
                  </a:lnTo>
                  <a:lnTo>
                    <a:pt x="19988" y="183255"/>
                  </a:lnTo>
                  <a:lnTo>
                    <a:pt x="21352" y="183227"/>
                  </a:lnTo>
                  <a:lnTo>
                    <a:pt x="22137" y="182827"/>
                  </a:lnTo>
                  <a:lnTo>
                    <a:pt x="22554" y="181668"/>
                  </a:lnTo>
                  <a:lnTo>
                    <a:pt x="22978" y="178507"/>
                  </a:lnTo>
                  <a:lnTo>
                    <a:pt x="23225" y="177908"/>
                  </a:lnTo>
                  <a:lnTo>
                    <a:pt x="23544" y="177750"/>
                  </a:lnTo>
                  <a:lnTo>
                    <a:pt x="25036" y="179960"/>
                  </a:lnTo>
                  <a:lnTo>
                    <a:pt x="26272" y="183107"/>
                  </a:lnTo>
                  <a:lnTo>
                    <a:pt x="27495" y="186216"/>
                  </a:lnTo>
                  <a:lnTo>
                    <a:pt x="28114" y="187323"/>
                  </a:lnTo>
                  <a:lnTo>
                    <a:pt x="28385" y="188541"/>
                  </a:lnTo>
                  <a:lnTo>
                    <a:pt x="28920" y="194225"/>
                  </a:lnTo>
                  <a:lnTo>
                    <a:pt x="29224" y="195638"/>
                  </a:lnTo>
                  <a:lnTo>
                    <a:pt x="29757" y="196222"/>
                  </a:lnTo>
                  <a:lnTo>
                    <a:pt x="30710" y="195850"/>
                  </a:lnTo>
                  <a:lnTo>
                    <a:pt x="31702" y="194841"/>
                  </a:lnTo>
                  <a:lnTo>
                    <a:pt x="32578" y="193386"/>
                  </a:lnTo>
                  <a:lnTo>
                    <a:pt x="33438" y="191510"/>
                  </a:lnTo>
                  <a:lnTo>
                    <a:pt x="34024" y="189807"/>
                  </a:lnTo>
                  <a:lnTo>
                    <a:pt x="34280" y="188559"/>
                  </a:lnTo>
                  <a:lnTo>
                    <a:pt x="34409" y="183909"/>
                  </a:lnTo>
                  <a:lnTo>
                    <a:pt x="34603" y="182898"/>
                  </a:lnTo>
                  <a:lnTo>
                    <a:pt x="35482" y="181045"/>
                  </a:lnTo>
                  <a:lnTo>
                    <a:pt x="36952" y="177953"/>
                  </a:lnTo>
                  <a:lnTo>
                    <a:pt x="37797" y="176174"/>
                  </a:lnTo>
                  <a:lnTo>
                    <a:pt x="37722" y="175536"/>
                  </a:lnTo>
                  <a:lnTo>
                    <a:pt x="37197" y="173646"/>
                  </a:lnTo>
                  <a:lnTo>
                    <a:pt x="36730" y="171569"/>
                  </a:lnTo>
                  <a:lnTo>
                    <a:pt x="37204" y="169417"/>
                  </a:lnTo>
                  <a:lnTo>
                    <a:pt x="37695" y="167773"/>
                  </a:lnTo>
                  <a:lnTo>
                    <a:pt x="39553" y="162187"/>
                  </a:lnTo>
                  <a:lnTo>
                    <a:pt x="39560" y="160348"/>
                  </a:lnTo>
                  <a:lnTo>
                    <a:pt x="39657" y="158109"/>
                  </a:lnTo>
                  <a:lnTo>
                    <a:pt x="41142" y="151764"/>
                  </a:lnTo>
                  <a:lnTo>
                    <a:pt x="41996" y="143346"/>
                  </a:lnTo>
                  <a:lnTo>
                    <a:pt x="42021" y="141722"/>
                  </a:lnTo>
                  <a:lnTo>
                    <a:pt x="42906" y="137662"/>
                  </a:lnTo>
                  <a:lnTo>
                    <a:pt x="43953" y="132467"/>
                  </a:lnTo>
                  <a:lnTo>
                    <a:pt x="45988" y="131623"/>
                  </a:lnTo>
                  <a:lnTo>
                    <a:pt x="46770" y="130333"/>
                  </a:lnTo>
                  <a:lnTo>
                    <a:pt x="47674" y="128031"/>
                  </a:lnTo>
                  <a:lnTo>
                    <a:pt x="48254" y="125897"/>
                  </a:lnTo>
                  <a:lnTo>
                    <a:pt x="48530" y="123866"/>
                  </a:lnTo>
                  <a:lnTo>
                    <a:pt x="48733" y="119941"/>
                  </a:lnTo>
                  <a:lnTo>
                    <a:pt x="49091" y="115470"/>
                  </a:lnTo>
                  <a:lnTo>
                    <a:pt x="49315" y="111547"/>
                  </a:lnTo>
                  <a:lnTo>
                    <a:pt x="49926" y="107920"/>
                  </a:lnTo>
                  <a:lnTo>
                    <a:pt x="50947" y="106086"/>
                  </a:lnTo>
                  <a:lnTo>
                    <a:pt x="52719" y="104570"/>
                  </a:lnTo>
                  <a:lnTo>
                    <a:pt x="52983" y="103857"/>
                  </a:lnTo>
                  <a:lnTo>
                    <a:pt x="53238" y="101452"/>
                  </a:lnTo>
                  <a:lnTo>
                    <a:pt x="53438" y="96462"/>
                  </a:lnTo>
                  <a:lnTo>
                    <a:pt x="53494" y="93451"/>
                  </a:lnTo>
                  <a:lnTo>
                    <a:pt x="53563" y="92147"/>
                  </a:lnTo>
                  <a:lnTo>
                    <a:pt x="53792" y="89898"/>
                  </a:lnTo>
                  <a:lnTo>
                    <a:pt x="55434" y="85901"/>
                  </a:lnTo>
                  <a:lnTo>
                    <a:pt x="56160" y="79642"/>
                  </a:lnTo>
                  <a:lnTo>
                    <a:pt x="56806" y="73087"/>
                  </a:lnTo>
                  <a:lnTo>
                    <a:pt x="58674" y="65166"/>
                  </a:lnTo>
                  <a:lnTo>
                    <a:pt x="60857" y="57278"/>
                  </a:lnTo>
                  <a:lnTo>
                    <a:pt x="61871" y="55157"/>
                  </a:lnTo>
                  <a:lnTo>
                    <a:pt x="62726" y="54178"/>
                  </a:lnTo>
                  <a:lnTo>
                    <a:pt x="63709" y="54074"/>
                  </a:lnTo>
                  <a:lnTo>
                    <a:pt x="64380" y="53494"/>
                  </a:lnTo>
                  <a:lnTo>
                    <a:pt x="66732" y="49563"/>
                  </a:lnTo>
                  <a:lnTo>
                    <a:pt x="67715" y="48235"/>
                  </a:lnTo>
                  <a:lnTo>
                    <a:pt x="68438" y="46871"/>
                  </a:lnTo>
                  <a:lnTo>
                    <a:pt x="68616" y="45685"/>
                  </a:lnTo>
                  <a:lnTo>
                    <a:pt x="68687" y="43949"/>
                  </a:lnTo>
                  <a:lnTo>
                    <a:pt x="68462" y="39885"/>
                  </a:lnTo>
                  <a:lnTo>
                    <a:pt x="68865" y="36897"/>
                  </a:lnTo>
                  <a:lnTo>
                    <a:pt x="69101" y="32264"/>
                  </a:lnTo>
                  <a:lnTo>
                    <a:pt x="69203" y="28657"/>
                  </a:lnTo>
                  <a:lnTo>
                    <a:pt x="69119" y="27407"/>
                  </a:lnTo>
                  <a:lnTo>
                    <a:pt x="68748" y="25680"/>
                  </a:lnTo>
                  <a:lnTo>
                    <a:pt x="68679" y="25307"/>
                  </a:lnTo>
                  <a:lnTo>
                    <a:pt x="67975" y="23056"/>
                  </a:lnTo>
                  <a:lnTo>
                    <a:pt x="66799" y="21700"/>
                  </a:lnTo>
                  <a:lnTo>
                    <a:pt x="65180" y="21335"/>
                  </a:lnTo>
                  <a:lnTo>
                    <a:pt x="64324" y="20528"/>
                  </a:lnTo>
                  <a:lnTo>
                    <a:pt x="64181" y="18654"/>
                  </a:lnTo>
                  <a:lnTo>
                    <a:pt x="64099" y="17564"/>
                  </a:lnTo>
                  <a:lnTo>
                    <a:pt x="64016" y="16383"/>
                  </a:lnTo>
                  <a:lnTo>
                    <a:pt x="63899" y="13761"/>
                  </a:lnTo>
                  <a:lnTo>
                    <a:pt x="62808" y="0"/>
                  </a:lnTo>
                  <a:lnTo>
                    <a:pt x="64862" y="34"/>
                  </a:lnTo>
                  <a:lnTo>
                    <a:pt x="67325" y="1676"/>
                  </a:lnTo>
                  <a:lnTo>
                    <a:pt x="67944" y="2918"/>
                  </a:lnTo>
                  <a:lnTo>
                    <a:pt x="68268" y="7632"/>
                  </a:lnTo>
                  <a:lnTo>
                    <a:pt x="69159" y="10300"/>
                  </a:lnTo>
                  <a:lnTo>
                    <a:pt x="70726" y="12496"/>
                  </a:lnTo>
                  <a:lnTo>
                    <a:pt x="71701" y="17032"/>
                  </a:lnTo>
                  <a:lnTo>
                    <a:pt x="72082" y="23909"/>
                  </a:lnTo>
                  <a:lnTo>
                    <a:pt x="72946" y="28016"/>
                  </a:lnTo>
                  <a:lnTo>
                    <a:pt x="73140" y="28667"/>
                  </a:lnTo>
                  <a:lnTo>
                    <a:pt x="74117" y="34613"/>
                  </a:lnTo>
                  <a:lnTo>
                    <a:pt x="74360" y="36434"/>
                  </a:lnTo>
                  <a:lnTo>
                    <a:pt x="74433" y="40013"/>
                  </a:lnTo>
                  <a:lnTo>
                    <a:pt x="74323" y="42430"/>
                  </a:lnTo>
                  <a:lnTo>
                    <a:pt x="74822" y="45424"/>
                  </a:lnTo>
                  <a:lnTo>
                    <a:pt x="74067" y="50527"/>
                  </a:lnTo>
                  <a:lnTo>
                    <a:pt x="73843" y="53661"/>
                  </a:lnTo>
                  <a:lnTo>
                    <a:pt x="73777" y="58059"/>
                  </a:lnTo>
                  <a:lnTo>
                    <a:pt x="74217" y="65818"/>
                  </a:lnTo>
                  <a:lnTo>
                    <a:pt x="74939" y="71805"/>
                  </a:lnTo>
                  <a:lnTo>
                    <a:pt x="75720" y="76650"/>
                  </a:lnTo>
                  <a:lnTo>
                    <a:pt x="76572" y="80407"/>
                  </a:lnTo>
                  <a:lnTo>
                    <a:pt x="77978" y="84558"/>
                  </a:lnTo>
                  <a:lnTo>
                    <a:pt x="79478" y="88352"/>
                  </a:lnTo>
                  <a:lnTo>
                    <a:pt x="80874" y="90736"/>
                  </a:lnTo>
                  <a:lnTo>
                    <a:pt x="79580" y="92140"/>
                  </a:lnTo>
                  <a:lnTo>
                    <a:pt x="77071" y="92317"/>
                  </a:lnTo>
                  <a:lnTo>
                    <a:pt x="75631" y="91514"/>
                  </a:lnTo>
                  <a:lnTo>
                    <a:pt x="74944" y="91473"/>
                  </a:lnTo>
                  <a:lnTo>
                    <a:pt x="74250" y="91972"/>
                  </a:lnTo>
                  <a:lnTo>
                    <a:pt x="71573" y="92689"/>
                  </a:lnTo>
                  <a:lnTo>
                    <a:pt x="68872" y="92353"/>
                  </a:lnTo>
                  <a:lnTo>
                    <a:pt x="66366" y="91408"/>
                  </a:lnTo>
                  <a:lnTo>
                    <a:pt x="64844" y="91565"/>
                  </a:lnTo>
                  <a:lnTo>
                    <a:pt x="63669" y="93868"/>
                  </a:lnTo>
                  <a:lnTo>
                    <a:pt x="62717" y="97338"/>
                  </a:lnTo>
                  <a:lnTo>
                    <a:pt x="61824" y="100081"/>
                  </a:lnTo>
                  <a:lnTo>
                    <a:pt x="62138" y="103120"/>
                  </a:lnTo>
                  <a:lnTo>
                    <a:pt x="62810" y="104803"/>
                  </a:lnTo>
                  <a:lnTo>
                    <a:pt x="64102" y="108504"/>
                  </a:lnTo>
                  <a:lnTo>
                    <a:pt x="65262" y="112093"/>
                  </a:lnTo>
                  <a:lnTo>
                    <a:pt x="65856" y="114502"/>
                  </a:lnTo>
                  <a:lnTo>
                    <a:pt x="68170" y="119770"/>
                  </a:lnTo>
                  <a:lnTo>
                    <a:pt x="70403" y="124485"/>
                  </a:lnTo>
                  <a:lnTo>
                    <a:pt x="70840" y="125268"/>
                  </a:lnTo>
                  <a:lnTo>
                    <a:pt x="71465" y="126121"/>
                  </a:lnTo>
                  <a:lnTo>
                    <a:pt x="71856" y="126466"/>
                  </a:lnTo>
                  <a:lnTo>
                    <a:pt x="73074" y="129165"/>
                  </a:lnTo>
                  <a:lnTo>
                    <a:pt x="74757" y="133596"/>
                  </a:lnTo>
                  <a:lnTo>
                    <a:pt x="76303" y="140539"/>
                  </a:lnTo>
                  <a:lnTo>
                    <a:pt x="77401" y="147587"/>
                  </a:lnTo>
                  <a:lnTo>
                    <a:pt x="78467" y="154442"/>
                  </a:lnTo>
                  <a:lnTo>
                    <a:pt x="78939" y="155598"/>
                  </a:lnTo>
                  <a:lnTo>
                    <a:pt x="79681" y="156332"/>
                  </a:lnTo>
                  <a:lnTo>
                    <a:pt x="79772" y="157806"/>
                  </a:lnTo>
                  <a:lnTo>
                    <a:pt x="79713" y="159978"/>
                  </a:lnTo>
                  <a:lnTo>
                    <a:pt x="79483" y="161755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3307303" y="3477102"/>
              <a:ext cx="216439" cy="554514"/>
            </a:xfrm>
            <a:custGeom>
              <a:avLst/>
              <a:pathLst>
                <a:path w="216439" h="554514">
                  <a:moveTo>
                    <a:pt x="172485" y="5996"/>
                  </a:moveTo>
                  <a:lnTo>
                    <a:pt x="172893" y="8063"/>
                  </a:lnTo>
                  <a:lnTo>
                    <a:pt x="173481" y="10180"/>
                  </a:lnTo>
                  <a:lnTo>
                    <a:pt x="175447" y="13773"/>
                  </a:lnTo>
                  <a:lnTo>
                    <a:pt x="176072" y="15772"/>
                  </a:lnTo>
                  <a:lnTo>
                    <a:pt x="176551" y="17992"/>
                  </a:lnTo>
                  <a:lnTo>
                    <a:pt x="176854" y="19721"/>
                  </a:lnTo>
                  <a:lnTo>
                    <a:pt x="177462" y="21108"/>
                  </a:lnTo>
                  <a:lnTo>
                    <a:pt x="178313" y="21990"/>
                  </a:lnTo>
                  <a:lnTo>
                    <a:pt x="179041" y="23049"/>
                  </a:lnTo>
                  <a:lnTo>
                    <a:pt x="179486" y="24605"/>
                  </a:lnTo>
                  <a:lnTo>
                    <a:pt x="180153" y="26219"/>
                  </a:lnTo>
                  <a:lnTo>
                    <a:pt x="181442" y="28422"/>
                  </a:lnTo>
                  <a:lnTo>
                    <a:pt x="182068" y="28472"/>
                  </a:lnTo>
                  <a:lnTo>
                    <a:pt x="182792" y="28782"/>
                  </a:lnTo>
                  <a:lnTo>
                    <a:pt x="183430" y="29355"/>
                  </a:lnTo>
                  <a:lnTo>
                    <a:pt x="184115" y="29192"/>
                  </a:lnTo>
                  <a:lnTo>
                    <a:pt x="185220" y="27754"/>
                  </a:lnTo>
                  <a:lnTo>
                    <a:pt x="186523" y="25341"/>
                  </a:lnTo>
                  <a:lnTo>
                    <a:pt x="187516" y="23849"/>
                  </a:lnTo>
                  <a:lnTo>
                    <a:pt x="189927" y="24379"/>
                  </a:lnTo>
                  <a:lnTo>
                    <a:pt x="191268" y="25594"/>
                  </a:lnTo>
                  <a:lnTo>
                    <a:pt x="192336" y="27301"/>
                  </a:lnTo>
                  <a:lnTo>
                    <a:pt x="193170" y="27191"/>
                  </a:lnTo>
                  <a:lnTo>
                    <a:pt x="194986" y="24044"/>
                  </a:lnTo>
                  <a:lnTo>
                    <a:pt x="195949" y="20692"/>
                  </a:lnTo>
                  <a:lnTo>
                    <a:pt x="196885" y="19977"/>
                  </a:lnTo>
                  <a:lnTo>
                    <a:pt x="198302" y="21428"/>
                  </a:lnTo>
                  <a:lnTo>
                    <a:pt x="199472" y="24559"/>
                  </a:lnTo>
                  <a:lnTo>
                    <a:pt x="200498" y="29104"/>
                  </a:lnTo>
                  <a:lnTo>
                    <a:pt x="201222" y="30837"/>
                  </a:lnTo>
                  <a:lnTo>
                    <a:pt x="202214" y="33522"/>
                  </a:lnTo>
                  <a:lnTo>
                    <a:pt x="204185" y="39305"/>
                  </a:lnTo>
                  <a:lnTo>
                    <a:pt x="206749" y="42202"/>
                  </a:lnTo>
                  <a:lnTo>
                    <a:pt x="207743" y="43626"/>
                  </a:lnTo>
                  <a:lnTo>
                    <a:pt x="208068" y="45059"/>
                  </a:lnTo>
                  <a:lnTo>
                    <a:pt x="208257" y="46958"/>
                  </a:lnTo>
                  <a:lnTo>
                    <a:pt x="208323" y="49031"/>
                  </a:lnTo>
                  <a:lnTo>
                    <a:pt x="208634" y="49875"/>
                  </a:lnTo>
                  <a:lnTo>
                    <a:pt x="209326" y="49582"/>
                  </a:lnTo>
                  <a:lnTo>
                    <a:pt x="209919" y="49288"/>
                  </a:lnTo>
                  <a:lnTo>
                    <a:pt x="210570" y="49875"/>
                  </a:lnTo>
                  <a:lnTo>
                    <a:pt x="211021" y="51384"/>
                  </a:lnTo>
                  <a:lnTo>
                    <a:pt x="211248" y="52560"/>
                  </a:lnTo>
                  <a:lnTo>
                    <a:pt x="211494" y="53820"/>
                  </a:lnTo>
                  <a:lnTo>
                    <a:pt x="212138" y="54619"/>
                  </a:lnTo>
                  <a:lnTo>
                    <a:pt x="212264" y="56236"/>
                  </a:lnTo>
                  <a:lnTo>
                    <a:pt x="211823" y="58210"/>
                  </a:lnTo>
                  <a:lnTo>
                    <a:pt x="211372" y="59969"/>
                  </a:lnTo>
                  <a:lnTo>
                    <a:pt x="210821" y="63492"/>
                  </a:lnTo>
                  <a:lnTo>
                    <a:pt x="210533" y="67085"/>
                  </a:lnTo>
                  <a:lnTo>
                    <a:pt x="210903" y="68280"/>
                  </a:lnTo>
                  <a:lnTo>
                    <a:pt x="211299" y="69278"/>
                  </a:lnTo>
                  <a:lnTo>
                    <a:pt x="211509" y="70285"/>
                  </a:lnTo>
                  <a:lnTo>
                    <a:pt x="211632" y="71463"/>
                  </a:lnTo>
                  <a:lnTo>
                    <a:pt x="211586" y="72840"/>
                  </a:lnTo>
                  <a:lnTo>
                    <a:pt x="210710" y="77836"/>
                  </a:lnTo>
                  <a:lnTo>
                    <a:pt x="210260" y="82200"/>
                  </a:lnTo>
                  <a:lnTo>
                    <a:pt x="210245" y="84413"/>
                  </a:lnTo>
                  <a:lnTo>
                    <a:pt x="211397" y="86037"/>
                  </a:lnTo>
                  <a:lnTo>
                    <a:pt x="212894" y="85953"/>
                  </a:lnTo>
                  <a:lnTo>
                    <a:pt x="213368" y="86954"/>
                  </a:lnTo>
                  <a:lnTo>
                    <a:pt x="213841" y="88546"/>
                  </a:lnTo>
                  <a:lnTo>
                    <a:pt x="214259" y="89357"/>
                  </a:lnTo>
                  <a:lnTo>
                    <a:pt x="214889" y="89333"/>
                  </a:lnTo>
                  <a:lnTo>
                    <a:pt x="215330" y="89889"/>
                  </a:lnTo>
                  <a:lnTo>
                    <a:pt x="215500" y="91006"/>
                  </a:lnTo>
                  <a:lnTo>
                    <a:pt x="216010" y="92215"/>
                  </a:lnTo>
                  <a:lnTo>
                    <a:pt x="216439" y="93546"/>
                  </a:lnTo>
                  <a:lnTo>
                    <a:pt x="216234" y="95255"/>
                  </a:lnTo>
                  <a:lnTo>
                    <a:pt x="216197" y="96552"/>
                  </a:lnTo>
                  <a:lnTo>
                    <a:pt x="215130" y="100173"/>
                  </a:lnTo>
                  <a:lnTo>
                    <a:pt x="212675" y="107242"/>
                  </a:lnTo>
                  <a:lnTo>
                    <a:pt x="207397" y="120361"/>
                  </a:lnTo>
                  <a:lnTo>
                    <a:pt x="205618" y="121943"/>
                  </a:lnTo>
                  <a:lnTo>
                    <a:pt x="204698" y="124381"/>
                  </a:lnTo>
                  <a:lnTo>
                    <a:pt x="204048" y="128202"/>
                  </a:lnTo>
                  <a:lnTo>
                    <a:pt x="202509" y="131451"/>
                  </a:lnTo>
                  <a:lnTo>
                    <a:pt x="201323" y="132760"/>
                  </a:lnTo>
                  <a:lnTo>
                    <a:pt x="201195" y="133539"/>
                  </a:lnTo>
                  <a:lnTo>
                    <a:pt x="201106" y="137053"/>
                  </a:lnTo>
                  <a:lnTo>
                    <a:pt x="201227" y="142222"/>
                  </a:lnTo>
                  <a:lnTo>
                    <a:pt x="200671" y="144588"/>
                  </a:lnTo>
                  <a:lnTo>
                    <a:pt x="199867" y="149177"/>
                  </a:lnTo>
                  <a:lnTo>
                    <a:pt x="199449" y="152052"/>
                  </a:lnTo>
                  <a:lnTo>
                    <a:pt x="199129" y="152617"/>
                  </a:lnTo>
                  <a:lnTo>
                    <a:pt x="198765" y="154061"/>
                  </a:lnTo>
                  <a:lnTo>
                    <a:pt x="198540" y="158746"/>
                  </a:lnTo>
                  <a:lnTo>
                    <a:pt x="198387" y="160323"/>
                  </a:lnTo>
                  <a:lnTo>
                    <a:pt x="197806" y="170019"/>
                  </a:lnTo>
                  <a:lnTo>
                    <a:pt x="197973" y="172784"/>
                  </a:lnTo>
                  <a:lnTo>
                    <a:pt x="197522" y="177395"/>
                  </a:lnTo>
                  <a:lnTo>
                    <a:pt x="197502" y="180107"/>
                  </a:lnTo>
                  <a:lnTo>
                    <a:pt x="197316" y="183180"/>
                  </a:lnTo>
                  <a:lnTo>
                    <a:pt x="196997" y="185847"/>
                  </a:lnTo>
                  <a:lnTo>
                    <a:pt x="197021" y="190103"/>
                  </a:lnTo>
                  <a:lnTo>
                    <a:pt x="197202" y="197058"/>
                  </a:lnTo>
                  <a:lnTo>
                    <a:pt x="197167" y="197978"/>
                  </a:lnTo>
                  <a:lnTo>
                    <a:pt x="196723" y="198624"/>
                  </a:lnTo>
                  <a:lnTo>
                    <a:pt x="195930" y="200347"/>
                  </a:lnTo>
                  <a:lnTo>
                    <a:pt x="195180" y="201510"/>
                  </a:lnTo>
                  <a:lnTo>
                    <a:pt x="194609" y="201810"/>
                  </a:lnTo>
                  <a:lnTo>
                    <a:pt x="193661" y="204883"/>
                  </a:lnTo>
                  <a:lnTo>
                    <a:pt x="192848" y="207789"/>
                  </a:lnTo>
                  <a:lnTo>
                    <a:pt x="192243" y="210629"/>
                  </a:lnTo>
                  <a:lnTo>
                    <a:pt x="192085" y="211936"/>
                  </a:lnTo>
                  <a:lnTo>
                    <a:pt x="192213" y="215609"/>
                  </a:lnTo>
                  <a:lnTo>
                    <a:pt x="192297" y="219961"/>
                  </a:lnTo>
                  <a:lnTo>
                    <a:pt x="192110" y="221831"/>
                  </a:lnTo>
                  <a:lnTo>
                    <a:pt x="191825" y="222956"/>
                  </a:lnTo>
                  <a:lnTo>
                    <a:pt x="190497" y="225308"/>
                  </a:lnTo>
                  <a:lnTo>
                    <a:pt x="189625" y="227008"/>
                  </a:lnTo>
                  <a:lnTo>
                    <a:pt x="189212" y="227894"/>
                  </a:lnTo>
                  <a:lnTo>
                    <a:pt x="188999" y="229264"/>
                  </a:lnTo>
                  <a:lnTo>
                    <a:pt x="189383" y="232482"/>
                  </a:lnTo>
                  <a:lnTo>
                    <a:pt x="189412" y="234831"/>
                  </a:lnTo>
                  <a:lnTo>
                    <a:pt x="189728" y="236219"/>
                  </a:lnTo>
                  <a:lnTo>
                    <a:pt x="190779" y="237347"/>
                  </a:lnTo>
                  <a:lnTo>
                    <a:pt x="190777" y="238472"/>
                  </a:lnTo>
                  <a:lnTo>
                    <a:pt x="190804" y="239693"/>
                  </a:lnTo>
                  <a:lnTo>
                    <a:pt x="191351" y="241205"/>
                  </a:lnTo>
                  <a:lnTo>
                    <a:pt x="192356" y="244293"/>
                  </a:lnTo>
                  <a:lnTo>
                    <a:pt x="193164" y="247196"/>
                  </a:lnTo>
                  <a:lnTo>
                    <a:pt x="193183" y="249712"/>
                  </a:lnTo>
                  <a:lnTo>
                    <a:pt x="193027" y="253925"/>
                  </a:lnTo>
                  <a:lnTo>
                    <a:pt x="193001" y="256349"/>
                  </a:lnTo>
                  <a:lnTo>
                    <a:pt x="193082" y="259670"/>
                  </a:lnTo>
                  <a:lnTo>
                    <a:pt x="193078" y="265854"/>
                  </a:lnTo>
                  <a:lnTo>
                    <a:pt x="193021" y="270252"/>
                  </a:lnTo>
                  <a:lnTo>
                    <a:pt x="193151" y="272529"/>
                  </a:lnTo>
                  <a:lnTo>
                    <a:pt x="194379" y="277983"/>
                  </a:lnTo>
                  <a:lnTo>
                    <a:pt x="194922" y="284019"/>
                  </a:lnTo>
                  <a:lnTo>
                    <a:pt x="195195" y="288440"/>
                  </a:lnTo>
                  <a:lnTo>
                    <a:pt x="195206" y="289840"/>
                  </a:lnTo>
                  <a:lnTo>
                    <a:pt x="194790" y="294927"/>
                  </a:lnTo>
                  <a:lnTo>
                    <a:pt x="194314" y="299856"/>
                  </a:lnTo>
                  <a:lnTo>
                    <a:pt x="194289" y="301723"/>
                  </a:lnTo>
                  <a:lnTo>
                    <a:pt x="194508" y="304213"/>
                  </a:lnTo>
                  <a:lnTo>
                    <a:pt x="195387" y="309918"/>
                  </a:lnTo>
                  <a:lnTo>
                    <a:pt x="196026" y="314068"/>
                  </a:lnTo>
                  <a:lnTo>
                    <a:pt x="196336" y="316561"/>
                  </a:lnTo>
                  <a:lnTo>
                    <a:pt x="196775" y="319481"/>
                  </a:lnTo>
                  <a:lnTo>
                    <a:pt x="197363" y="323942"/>
                  </a:lnTo>
                  <a:lnTo>
                    <a:pt x="197509" y="326066"/>
                  </a:lnTo>
                  <a:lnTo>
                    <a:pt x="197388" y="327642"/>
                  </a:lnTo>
                  <a:lnTo>
                    <a:pt x="196189" y="333240"/>
                  </a:lnTo>
                  <a:lnTo>
                    <a:pt x="196067" y="335000"/>
                  </a:lnTo>
                  <a:lnTo>
                    <a:pt x="196365" y="339346"/>
                  </a:lnTo>
                  <a:lnTo>
                    <a:pt x="196757" y="343536"/>
                  </a:lnTo>
                  <a:lnTo>
                    <a:pt x="197323" y="345917"/>
                  </a:lnTo>
                  <a:lnTo>
                    <a:pt x="198675" y="352490"/>
                  </a:lnTo>
                  <a:lnTo>
                    <a:pt x="199679" y="354706"/>
                  </a:lnTo>
                  <a:lnTo>
                    <a:pt x="201538" y="357993"/>
                  </a:lnTo>
                  <a:lnTo>
                    <a:pt x="203178" y="361300"/>
                  </a:lnTo>
                  <a:lnTo>
                    <a:pt x="203809" y="363014"/>
                  </a:lnTo>
                  <a:lnTo>
                    <a:pt x="204387" y="364930"/>
                  </a:lnTo>
                  <a:lnTo>
                    <a:pt x="205528" y="369830"/>
                  </a:lnTo>
                  <a:lnTo>
                    <a:pt x="206224" y="373818"/>
                  </a:lnTo>
                  <a:lnTo>
                    <a:pt x="206590" y="377422"/>
                  </a:lnTo>
                  <a:lnTo>
                    <a:pt x="207486" y="382342"/>
                  </a:lnTo>
                  <a:lnTo>
                    <a:pt x="208318" y="386916"/>
                  </a:lnTo>
                  <a:lnTo>
                    <a:pt x="209396" y="392500"/>
                  </a:lnTo>
                  <a:lnTo>
                    <a:pt x="210158" y="396444"/>
                  </a:lnTo>
                  <a:lnTo>
                    <a:pt x="210501" y="399082"/>
                  </a:lnTo>
                  <a:lnTo>
                    <a:pt x="208534" y="399861"/>
                  </a:lnTo>
                  <a:lnTo>
                    <a:pt x="205691" y="400989"/>
                  </a:lnTo>
                  <a:lnTo>
                    <a:pt x="202555" y="402233"/>
                  </a:lnTo>
                  <a:lnTo>
                    <a:pt x="199317" y="403517"/>
                  </a:lnTo>
                  <a:lnTo>
                    <a:pt x="196110" y="404793"/>
                  </a:lnTo>
                  <a:lnTo>
                    <a:pt x="193064" y="406002"/>
                  </a:lnTo>
                  <a:lnTo>
                    <a:pt x="190301" y="407098"/>
                  </a:lnTo>
                  <a:lnTo>
                    <a:pt x="189459" y="407704"/>
                  </a:lnTo>
                  <a:lnTo>
                    <a:pt x="189872" y="410800"/>
                  </a:lnTo>
                  <a:lnTo>
                    <a:pt x="189682" y="414061"/>
                  </a:lnTo>
                  <a:lnTo>
                    <a:pt x="189134" y="416580"/>
                  </a:lnTo>
                  <a:lnTo>
                    <a:pt x="188272" y="419688"/>
                  </a:lnTo>
                  <a:lnTo>
                    <a:pt x="187877" y="420918"/>
                  </a:lnTo>
                  <a:lnTo>
                    <a:pt x="186996" y="423342"/>
                  </a:lnTo>
                  <a:lnTo>
                    <a:pt x="186261" y="425044"/>
                  </a:lnTo>
                  <a:lnTo>
                    <a:pt x="184760" y="427915"/>
                  </a:lnTo>
                  <a:lnTo>
                    <a:pt x="183810" y="429551"/>
                  </a:lnTo>
                  <a:lnTo>
                    <a:pt x="183805" y="431035"/>
                  </a:lnTo>
                  <a:lnTo>
                    <a:pt x="185398" y="437980"/>
                  </a:lnTo>
                  <a:lnTo>
                    <a:pt x="186121" y="442967"/>
                  </a:lnTo>
                  <a:lnTo>
                    <a:pt x="186415" y="447471"/>
                  </a:lnTo>
                  <a:lnTo>
                    <a:pt x="186402" y="450057"/>
                  </a:lnTo>
                  <a:lnTo>
                    <a:pt x="186341" y="455378"/>
                  </a:lnTo>
                  <a:lnTo>
                    <a:pt x="186269" y="461706"/>
                  </a:lnTo>
                  <a:lnTo>
                    <a:pt x="186158" y="464199"/>
                  </a:lnTo>
                  <a:lnTo>
                    <a:pt x="186591" y="468715"/>
                  </a:lnTo>
                  <a:lnTo>
                    <a:pt x="186515" y="472233"/>
                  </a:lnTo>
                  <a:lnTo>
                    <a:pt x="185441" y="476166"/>
                  </a:lnTo>
                  <a:lnTo>
                    <a:pt x="185142" y="480033"/>
                  </a:lnTo>
                  <a:lnTo>
                    <a:pt x="184601" y="485244"/>
                  </a:lnTo>
                  <a:lnTo>
                    <a:pt x="183850" y="492479"/>
                  </a:lnTo>
                  <a:lnTo>
                    <a:pt x="183317" y="496279"/>
                  </a:lnTo>
                  <a:lnTo>
                    <a:pt x="183614" y="498752"/>
                  </a:lnTo>
                  <a:lnTo>
                    <a:pt x="183883" y="500411"/>
                  </a:lnTo>
                  <a:lnTo>
                    <a:pt x="184164" y="502642"/>
                  </a:lnTo>
                  <a:lnTo>
                    <a:pt x="184740" y="506004"/>
                  </a:lnTo>
                  <a:lnTo>
                    <a:pt x="185411" y="507986"/>
                  </a:lnTo>
                  <a:lnTo>
                    <a:pt x="185785" y="508840"/>
                  </a:lnTo>
                  <a:lnTo>
                    <a:pt x="187998" y="513071"/>
                  </a:lnTo>
                  <a:lnTo>
                    <a:pt x="188913" y="515117"/>
                  </a:lnTo>
                  <a:lnTo>
                    <a:pt x="190314" y="519174"/>
                  </a:lnTo>
                  <a:lnTo>
                    <a:pt x="191347" y="521863"/>
                  </a:lnTo>
                  <a:lnTo>
                    <a:pt x="192787" y="522495"/>
                  </a:lnTo>
                  <a:lnTo>
                    <a:pt x="194519" y="523517"/>
                  </a:lnTo>
                  <a:lnTo>
                    <a:pt x="195471" y="524299"/>
                  </a:lnTo>
                  <a:lnTo>
                    <a:pt x="196130" y="523921"/>
                  </a:lnTo>
                  <a:lnTo>
                    <a:pt x="196349" y="522966"/>
                  </a:lnTo>
                  <a:lnTo>
                    <a:pt x="196319" y="520940"/>
                  </a:lnTo>
                  <a:lnTo>
                    <a:pt x="196203" y="519442"/>
                  </a:lnTo>
                  <a:lnTo>
                    <a:pt x="196387" y="518300"/>
                  </a:lnTo>
                  <a:lnTo>
                    <a:pt x="196972" y="517538"/>
                  </a:lnTo>
                  <a:lnTo>
                    <a:pt x="198474" y="517417"/>
                  </a:lnTo>
                  <a:lnTo>
                    <a:pt x="199128" y="516404"/>
                  </a:lnTo>
                  <a:lnTo>
                    <a:pt x="199645" y="516150"/>
                  </a:lnTo>
                  <a:lnTo>
                    <a:pt x="199647" y="520602"/>
                  </a:lnTo>
                  <a:lnTo>
                    <a:pt x="199649" y="524870"/>
                  </a:lnTo>
                  <a:lnTo>
                    <a:pt x="199650" y="530050"/>
                  </a:lnTo>
                  <a:lnTo>
                    <a:pt x="199653" y="535994"/>
                  </a:lnTo>
                  <a:lnTo>
                    <a:pt x="199656" y="540871"/>
                  </a:lnTo>
                  <a:lnTo>
                    <a:pt x="199658" y="546054"/>
                  </a:lnTo>
                  <a:lnTo>
                    <a:pt x="199660" y="552030"/>
                  </a:lnTo>
                  <a:lnTo>
                    <a:pt x="199647" y="552711"/>
                  </a:lnTo>
                  <a:lnTo>
                    <a:pt x="199419" y="554050"/>
                  </a:lnTo>
                  <a:lnTo>
                    <a:pt x="198822" y="554514"/>
                  </a:lnTo>
                  <a:lnTo>
                    <a:pt x="198017" y="553349"/>
                  </a:lnTo>
                  <a:lnTo>
                    <a:pt x="197970" y="552125"/>
                  </a:lnTo>
                  <a:lnTo>
                    <a:pt x="197773" y="549926"/>
                  </a:lnTo>
                  <a:lnTo>
                    <a:pt x="197397" y="548804"/>
                  </a:lnTo>
                  <a:lnTo>
                    <a:pt x="196909" y="548460"/>
                  </a:lnTo>
                  <a:lnTo>
                    <a:pt x="196083" y="549023"/>
                  </a:lnTo>
                  <a:lnTo>
                    <a:pt x="194952" y="550645"/>
                  </a:lnTo>
                  <a:lnTo>
                    <a:pt x="193497" y="552062"/>
                  </a:lnTo>
                  <a:lnTo>
                    <a:pt x="192908" y="552875"/>
                  </a:lnTo>
                  <a:lnTo>
                    <a:pt x="191883" y="552780"/>
                  </a:lnTo>
                  <a:lnTo>
                    <a:pt x="190778" y="552004"/>
                  </a:lnTo>
                  <a:lnTo>
                    <a:pt x="189961" y="550180"/>
                  </a:lnTo>
                  <a:lnTo>
                    <a:pt x="189727" y="547448"/>
                  </a:lnTo>
                  <a:lnTo>
                    <a:pt x="189012" y="544634"/>
                  </a:lnTo>
                  <a:lnTo>
                    <a:pt x="188040" y="540571"/>
                  </a:lnTo>
                  <a:lnTo>
                    <a:pt x="187551" y="538903"/>
                  </a:lnTo>
                  <a:lnTo>
                    <a:pt x="186902" y="537007"/>
                  </a:lnTo>
                  <a:lnTo>
                    <a:pt x="186249" y="536794"/>
                  </a:lnTo>
                  <a:lnTo>
                    <a:pt x="185516" y="536263"/>
                  </a:lnTo>
                  <a:lnTo>
                    <a:pt x="185066" y="533487"/>
                  </a:lnTo>
                  <a:lnTo>
                    <a:pt x="184648" y="529975"/>
                  </a:lnTo>
                  <a:lnTo>
                    <a:pt x="184387" y="528619"/>
                  </a:lnTo>
                  <a:lnTo>
                    <a:pt x="183949" y="526864"/>
                  </a:lnTo>
                  <a:lnTo>
                    <a:pt x="183322" y="525799"/>
                  </a:lnTo>
                  <a:lnTo>
                    <a:pt x="181955" y="524397"/>
                  </a:lnTo>
                  <a:lnTo>
                    <a:pt x="180042" y="522435"/>
                  </a:lnTo>
                  <a:lnTo>
                    <a:pt x="177641" y="519973"/>
                  </a:lnTo>
                  <a:lnTo>
                    <a:pt x="176499" y="519855"/>
                  </a:lnTo>
                  <a:lnTo>
                    <a:pt x="175222" y="519439"/>
                  </a:lnTo>
                  <a:lnTo>
                    <a:pt x="174421" y="518265"/>
                  </a:lnTo>
                  <a:lnTo>
                    <a:pt x="173962" y="517327"/>
                  </a:lnTo>
                  <a:lnTo>
                    <a:pt x="173435" y="513910"/>
                  </a:lnTo>
                  <a:lnTo>
                    <a:pt x="172716" y="509917"/>
                  </a:lnTo>
                  <a:lnTo>
                    <a:pt x="170609" y="505158"/>
                  </a:lnTo>
                  <a:lnTo>
                    <a:pt x="170135" y="499886"/>
                  </a:lnTo>
                  <a:lnTo>
                    <a:pt x="169713" y="499122"/>
                  </a:lnTo>
                  <a:lnTo>
                    <a:pt x="168988" y="499552"/>
                  </a:lnTo>
                  <a:lnTo>
                    <a:pt x="168428" y="500207"/>
                  </a:lnTo>
                  <a:lnTo>
                    <a:pt x="168208" y="501621"/>
                  </a:lnTo>
                  <a:lnTo>
                    <a:pt x="167642" y="506373"/>
                  </a:lnTo>
                  <a:lnTo>
                    <a:pt x="167333" y="508566"/>
                  </a:lnTo>
                  <a:lnTo>
                    <a:pt x="167120" y="509172"/>
                  </a:lnTo>
                  <a:lnTo>
                    <a:pt x="166661" y="509888"/>
                  </a:lnTo>
                  <a:lnTo>
                    <a:pt x="165907" y="510529"/>
                  </a:lnTo>
                  <a:lnTo>
                    <a:pt x="164835" y="510846"/>
                  </a:lnTo>
                  <a:lnTo>
                    <a:pt x="163322" y="510731"/>
                  </a:lnTo>
                  <a:lnTo>
                    <a:pt x="161429" y="510015"/>
                  </a:lnTo>
                  <a:lnTo>
                    <a:pt x="160406" y="509484"/>
                  </a:lnTo>
                  <a:lnTo>
                    <a:pt x="157644" y="508696"/>
                  </a:lnTo>
                  <a:lnTo>
                    <a:pt x="156845" y="508309"/>
                  </a:lnTo>
                  <a:lnTo>
                    <a:pt x="155716" y="507279"/>
                  </a:lnTo>
                  <a:lnTo>
                    <a:pt x="154902" y="506240"/>
                  </a:lnTo>
                  <a:lnTo>
                    <a:pt x="152221" y="503995"/>
                  </a:lnTo>
                  <a:lnTo>
                    <a:pt x="151007" y="504270"/>
                  </a:lnTo>
                  <a:lnTo>
                    <a:pt x="150417" y="502685"/>
                  </a:lnTo>
                  <a:lnTo>
                    <a:pt x="149888" y="501909"/>
                  </a:lnTo>
                  <a:lnTo>
                    <a:pt x="149162" y="500417"/>
                  </a:lnTo>
                  <a:lnTo>
                    <a:pt x="148836" y="498363"/>
                  </a:lnTo>
                  <a:lnTo>
                    <a:pt x="148403" y="493974"/>
                  </a:lnTo>
                  <a:lnTo>
                    <a:pt x="148508" y="491625"/>
                  </a:lnTo>
                  <a:lnTo>
                    <a:pt x="148820" y="489007"/>
                  </a:lnTo>
                  <a:lnTo>
                    <a:pt x="148473" y="488283"/>
                  </a:lnTo>
                  <a:lnTo>
                    <a:pt x="147988" y="488283"/>
                  </a:lnTo>
                  <a:lnTo>
                    <a:pt x="147293" y="489186"/>
                  </a:lnTo>
                  <a:lnTo>
                    <a:pt x="146057" y="489691"/>
                  </a:lnTo>
                  <a:lnTo>
                    <a:pt x="143796" y="490845"/>
                  </a:lnTo>
                  <a:lnTo>
                    <a:pt x="142995" y="491498"/>
                  </a:lnTo>
                  <a:lnTo>
                    <a:pt x="142107" y="491988"/>
                  </a:lnTo>
                  <a:lnTo>
                    <a:pt x="141427" y="492435"/>
                  </a:lnTo>
                  <a:lnTo>
                    <a:pt x="139727" y="494963"/>
                  </a:lnTo>
                  <a:lnTo>
                    <a:pt x="139137" y="495235"/>
                  </a:lnTo>
                  <a:lnTo>
                    <a:pt x="138130" y="494331"/>
                  </a:lnTo>
                  <a:lnTo>
                    <a:pt x="137644" y="492978"/>
                  </a:lnTo>
                  <a:lnTo>
                    <a:pt x="138130" y="491443"/>
                  </a:lnTo>
                  <a:lnTo>
                    <a:pt x="138339" y="489547"/>
                  </a:lnTo>
                  <a:lnTo>
                    <a:pt x="137992" y="485845"/>
                  </a:lnTo>
                  <a:lnTo>
                    <a:pt x="137472" y="484128"/>
                  </a:lnTo>
                  <a:lnTo>
                    <a:pt x="135964" y="482893"/>
                  </a:lnTo>
                  <a:lnTo>
                    <a:pt x="135389" y="482774"/>
                  </a:lnTo>
                  <a:lnTo>
                    <a:pt x="135146" y="480697"/>
                  </a:lnTo>
                  <a:lnTo>
                    <a:pt x="134729" y="478801"/>
                  </a:lnTo>
                  <a:lnTo>
                    <a:pt x="133870" y="478434"/>
                  </a:lnTo>
                  <a:lnTo>
                    <a:pt x="133458" y="478218"/>
                  </a:lnTo>
                  <a:lnTo>
                    <a:pt x="133029" y="478801"/>
                  </a:lnTo>
                  <a:lnTo>
                    <a:pt x="132786" y="480336"/>
                  </a:lnTo>
                  <a:lnTo>
                    <a:pt x="132716" y="481510"/>
                  </a:lnTo>
                  <a:lnTo>
                    <a:pt x="131952" y="482411"/>
                  </a:lnTo>
                  <a:lnTo>
                    <a:pt x="130391" y="482232"/>
                  </a:lnTo>
                  <a:lnTo>
                    <a:pt x="128842" y="481375"/>
                  </a:lnTo>
                  <a:lnTo>
                    <a:pt x="127752" y="481101"/>
                  </a:lnTo>
                  <a:lnTo>
                    <a:pt x="127028" y="481311"/>
                  </a:lnTo>
                  <a:lnTo>
                    <a:pt x="124263" y="484217"/>
                  </a:lnTo>
                  <a:lnTo>
                    <a:pt x="123349" y="484604"/>
                  </a:lnTo>
                  <a:lnTo>
                    <a:pt x="120380" y="484379"/>
                  </a:lnTo>
                  <a:lnTo>
                    <a:pt x="118696" y="483773"/>
                  </a:lnTo>
                  <a:lnTo>
                    <a:pt x="117499" y="483657"/>
                  </a:lnTo>
                  <a:lnTo>
                    <a:pt x="116648" y="484569"/>
                  </a:lnTo>
                  <a:lnTo>
                    <a:pt x="115590" y="486719"/>
                  </a:lnTo>
                  <a:lnTo>
                    <a:pt x="114704" y="487876"/>
                  </a:lnTo>
                  <a:lnTo>
                    <a:pt x="114294" y="487743"/>
                  </a:lnTo>
                  <a:lnTo>
                    <a:pt x="114042" y="486843"/>
                  </a:lnTo>
                  <a:lnTo>
                    <a:pt x="113696" y="485611"/>
                  </a:lnTo>
                  <a:lnTo>
                    <a:pt x="113588" y="482382"/>
                  </a:lnTo>
                  <a:lnTo>
                    <a:pt x="113148" y="478824"/>
                  </a:lnTo>
                  <a:lnTo>
                    <a:pt x="113439" y="476968"/>
                  </a:lnTo>
                  <a:lnTo>
                    <a:pt x="114313" y="475624"/>
                  </a:lnTo>
                  <a:lnTo>
                    <a:pt x="114614" y="472885"/>
                  </a:lnTo>
                  <a:lnTo>
                    <a:pt x="114344" y="468756"/>
                  </a:lnTo>
                  <a:lnTo>
                    <a:pt x="114326" y="465853"/>
                  </a:lnTo>
                  <a:lnTo>
                    <a:pt x="114562" y="464179"/>
                  </a:lnTo>
                  <a:lnTo>
                    <a:pt x="114245" y="460113"/>
                  </a:lnTo>
                  <a:lnTo>
                    <a:pt x="113373" y="453658"/>
                  </a:lnTo>
                  <a:lnTo>
                    <a:pt x="112140" y="448403"/>
                  </a:lnTo>
                  <a:lnTo>
                    <a:pt x="110544" y="444349"/>
                  </a:lnTo>
                  <a:lnTo>
                    <a:pt x="109500" y="440468"/>
                  </a:lnTo>
                  <a:lnTo>
                    <a:pt x="109006" y="436760"/>
                  </a:lnTo>
                  <a:lnTo>
                    <a:pt x="109192" y="427886"/>
                  </a:lnTo>
                  <a:lnTo>
                    <a:pt x="109673" y="420058"/>
                  </a:lnTo>
                  <a:lnTo>
                    <a:pt x="110053" y="413848"/>
                  </a:lnTo>
                  <a:lnTo>
                    <a:pt x="109946" y="403439"/>
                  </a:lnTo>
                  <a:lnTo>
                    <a:pt x="108867" y="396667"/>
                  </a:lnTo>
                  <a:lnTo>
                    <a:pt x="108630" y="389383"/>
                  </a:lnTo>
                  <a:lnTo>
                    <a:pt x="109238" y="381589"/>
                  </a:lnTo>
                  <a:lnTo>
                    <a:pt x="109329" y="376251"/>
                  </a:lnTo>
                  <a:lnTo>
                    <a:pt x="108925" y="373521"/>
                  </a:lnTo>
                  <a:lnTo>
                    <a:pt x="108648" y="373108"/>
                  </a:lnTo>
                  <a:lnTo>
                    <a:pt x="108301" y="372837"/>
                  </a:lnTo>
                  <a:lnTo>
                    <a:pt x="105573" y="372577"/>
                  </a:lnTo>
                  <a:lnTo>
                    <a:pt x="101934" y="372231"/>
                  </a:lnTo>
                  <a:lnTo>
                    <a:pt x="98761" y="372127"/>
                  </a:lnTo>
                  <a:lnTo>
                    <a:pt x="95319" y="372017"/>
                  </a:lnTo>
                  <a:lnTo>
                    <a:pt x="94758" y="371033"/>
                  </a:lnTo>
                  <a:lnTo>
                    <a:pt x="94502" y="369213"/>
                  </a:lnTo>
                  <a:lnTo>
                    <a:pt x="94514" y="367409"/>
                  </a:lnTo>
                  <a:lnTo>
                    <a:pt x="95216" y="361895"/>
                  </a:lnTo>
                  <a:lnTo>
                    <a:pt x="95117" y="361444"/>
                  </a:lnTo>
                  <a:lnTo>
                    <a:pt x="93893" y="361323"/>
                  </a:lnTo>
                  <a:lnTo>
                    <a:pt x="90575" y="362223"/>
                  </a:lnTo>
                  <a:lnTo>
                    <a:pt x="88388" y="363115"/>
                  </a:lnTo>
                  <a:lnTo>
                    <a:pt x="87000" y="363407"/>
                  </a:lnTo>
                  <a:lnTo>
                    <a:pt x="84560" y="364907"/>
                  </a:lnTo>
                  <a:lnTo>
                    <a:pt x="83053" y="368078"/>
                  </a:lnTo>
                  <a:lnTo>
                    <a:pt x="82555" y="372069"/>
                  </a:lnTo>
                  <a:lnTo>
                    <a:pt x="82596" y="375356"/>
                  </a:lnTo>
                  <a:lnTo>
                    <a:pt x="82511" y="377763"/>
                  </a:lnTo>
                  <a:lnTo>
                    <a:pt x="81823" y="380279"/>
                  </a:lnTo>
                  <a:lnTo>
                    <a:pt x="81282" y="383168"/>
                  </a:lnTo>
                  <a:lnTo>
                    <a:pt x="81262" y="384688"/>
                  </a:lnTo>
                  <a:lnTo>
                    <a:pt x="80932" y="392373"/>
                  </a:lnTo>
                  <a:lnTo>
                    <a:pt x="78682" y="393403"/>
                  </a:lnTo>
                  <a:lnTo>
                    <a:pt x="76430" y="393403"/>
                  </a:lnTo>
                  <a:lnTo>
                    <a:pt x="75907" y="393305"/>
                  </a:lnTo>
                  <a:lnTo>
                    <a:pt x="73126" y="391470"/>
                  </a:lnTo>
                  <a:lnTo>
                    <a:pt x="72096" y="391467"/>
                  </a:lnTo>
                  <a:lnTo>
                    <a:pt x="71210" y="392430"/>
                  </a:lnTo>
                  <a:lnTo>
                    <a:pt x="69508" y="393368"/>
                  </a:lnTo>
                  <a:lnTo>
                    <a:pt x="67881" y="394064"/>
                  </a:lnTo>
                  <a:lnTo>
                    <a:pt x="66242" y="396338"/>
                  </a:lnTo>
                  <a:lnTo>
                    <a:pt x="65806" y="396540"/>
                  </a:lnTo>
                  <a:lnTo>
                    <a:pt x="64719" y="395359"/>
                  </a:lnTo>
                  <a:lnTo>
                    <a:pt x="63194" y="395469"/>
                  </a:lnTo>
                  <a:lnTo>
                    <a:pt x="61656" y="396040"/>
                  </a:lnTo>
                  <a:lnTo>
                    <a:pt x="60932" y="396286"/>
                  </a:lnTo>
                  <a:lnTo>
                    <a:pt x="60437" y="395602"/>
                  </a:lnTo>
                  <a:lnTo>
                    <a:pt x="59021" y="389871"/>
                  </a:lnTo>
                  <a:lnTo>
                    <a:pt x="57133" y="382230"/>
                  </a:lnTo>
                  <a:lnTo>
                    <a:pt x="56111" y="377442"/>
                  </a:lnTo>
                  <a:lnTo>
                    <a:pt x="55731" y="376193"/>
                  </a:lnTo>
                  <a:lnTo>
                    <a:pt x="55075" y="374539"/>
                  </a:lnTo>
                  <a:lnTo>
                    <a:pt x="54177" y="371417"/>
                  </a:lnTo>
                  <a:lnTo>
                    <a:pt x="53806" y="368451"/>
                  </a:lnTo>
                  <a:lnTo>
                    <a:pt x="53962" y="365646"/>
                  </a:lnTo>
                  <a:lnTo>
                    <a:pt x="53436" y="361860"/>
                  </a:lnTo>
                  <a:lnTo>
                    <a:pt x="52228" y="357090"/>
                  </a:lnTo>
                  <a:lnTo>
                    <a:pt x="51432" y="352536"/>
                  </a:lnTo>
                  <a:lnTo>
                    <a:pt x="51050" y="348199"/>
                  </a:lnTo>
                  <a:lnTo>
                    <a:pt x="50955" y="344485"/>
                  </a:lnTo>
                  <a:lnTo>
                    <a:pt x="51146" y="341395"/>
                  </a:lnTo>
                  <a:lnTo>
                    <a:pt x="50913" y="339115"/>
                  </a:lnTo>
                  <a:lnTo>
                    <a:pt x="50257" y="337646"/>
                  </a:lnTo>
                  <a:lnTo>
                    <a:pt x="49899" y="335785"/>
                  </a:lnTo>
                  <a:lnTo>
                    <a:pt x="49640" y="335009"/>
                  </a:lnTo>
                  <a:lnTo>
                    <a:pt x="49094" y="333252"/>
                  </a:lnTo>
                  <a:lnTo>
                    <a:pt x="47894" y="331312"/>
                  </a:lnTo>
                  <a:lnTo>
                    <a:pt x="46575" y="330291"/>
                  </a:lnTo>
                  <a:lnTo>
                    <a:pt x="43678" y="330271"/>
                  </a:lnTo>
                  <a:lnTo>
                    <a:pt x="39894" y="330239"/>
                  </a:lnTo>
                  <a:lnTo>
                    <a:pt x="36466" y="330386"/>
                  </a:lnTo>
                  <a:lnTo>
                    <a:pt x="32654" y="330553"/>
                  </a:lnTo>
                  <a:lnTo>
                    <a:pt x="28794" y="330718"/>
                  </a:lnTo>
                  <a:lnTo>
                    <a:pt x="27755" y="330978"/>
                  </a:lnTo>
                  <a:lnTo>
                    <a:pt x="24811" y="331090"/>
                  </a:lnTo>
                  <a:lnTo>
                    <a:pt x="22451" y="330597"/>
                  </a:lnTo>
                  <a:lnTo>
                    <a:pt x="21576" y="330276"/>
                  </a:lnTo>
                  <a:lnTo>
                    <a:pt x="20040" y="330043"/>
                  </a:lnTo>
                  <a:lnTo>
                    <a:pt x="17610" y="329982"/>
                  </a:lnTo>
                  <a:lnTo>
                    <a:pt x="16299" y="330175"/>
                  </a:lnTo>
                  <a:lnTo>
                    <a:pt x="13147" y="330178"/>
                  </a:lnTo>
                  <a:lnTo>
                    <a:pt x="12863" y="330225"/>
                  </a:lnTo>
                  <a:lnTo>
                    <a:pt x="12365" y="330770"/>
                  </a:lnTo>
                  <a:lnTo>
                    <a:pt x="11022" y="330014"/>
                  </a:lnTo>
                  <a:lnTo>
                    <a:pt x="9703" y="330268"/>
                  </a:lnTo>
                  <a:lnTo>
                    <a:pt x="8966" y="329419"/>
                  </a:lnTo>
                  <a:lnTo>
                    <a:pt x="7348" y="329950"/>
                  </a:lnTo>
                  <a:lnTo>
                    <a:pt x="6562" y="330649"/>
                  </a:lnTo>
                  <a:lnTo>
                    <a:pt x="5302" y="333104"/>
                  </a:lnTo>
                  <a:lnTo>
                    <a:pt x="3416" y="334386"/>
                  </a:lnTo>
                  <a:lnTo>
                    <a:pt x="2716" y="334276"/>
                  </a:lnTo>
                  <a:lnTo>
                    <a:pt x="2248" y="333858"/>
                  </a:lnTo>
                  <a:lnTo>
                    <a:pt x="1151" y="331168"/>
                  </a:lnTo>
                  <a:lnTo>
                    <a:pt x="303" y="328568"/>
                  </a:lnTo>
                  <a:lnTo>
                    <a:pt x="0" y="327131"/>
                  </a:lnTo>
                  <a:lnTo>
                    <a:pt x="472" y="326770"/>
                  </a:lnTo>
                  <a:lnTo>
                    <a:pt x="1957" y="326216"/>
                  </a:lnTo>
                  <a:lnTo>
                    <a:pt x="3076" y="325951"/>
                  </a:lnTo>
                  <a:lnTo>
                    <a:pt x="3293" y="325273"/>
                  </a:lnTo>
                  <a:lnTo>
                    <a:pt x="3466" y="317259"/>
                  </a:lnTo>
                  <a:lnTo>
                    <a:pt x="3505" y="309113"/>
                  </a:lnTo>
                  <a:lnTo>
                    <a:pt x="3108" y="308043"/>
                  </a:lnTo>
                  <a:lnTo>
                    <a:pt x="2720" y="307390"/>
                  </a:lnTo>
                  <a:lnTo>
                    <a:pt x="2700" y="306825"/>
                  </a:lnTo>
                  <a:lnTo>
                    <a:pt x="3282" y="305803"/>
                  </a:lnTo>
                  <a:lnTo>
                    <a:pt x="4086" y="304611"/>
                  </a:lnTo>
                  <a:lnTo>
                    <a:pt x="4343" y="304075"/>
                  </a:lnTo>
                  <a:lnTo>
                    <a:pt x="5236" y="301916"/>
                  </a:lnTo>
                  <a:lnTo>
                    <a:pt x="6995" y="296930"/>
                  </a:lnTo>
                  <a:lnTo>
                    <a:pt x="8332" y="295709"/>
                  </a:lnTo>
                  <a:lnTo>
                    <a:pt x="9580" y="294402"/>
                  </a:lnTo>
                  <a:lnTo>
                    <a:pt x="9755" y="293920"/>
                  </a:lnTo>
                  <a:lnTo>
                    <a:pt x="9921" y="292951"/>
                  </a:lnTo>
                  <a:lnTo>
                    <a:pt x="10480" y="293020"/>
                  </a:lnTo>
                  <a:lnTo>
                    <a:pt x="10659" y="293493"/>
                  </a:lnTo>
                  <a:lnTo>
                    <a:pt x="10932" y="294543"/>
                  </a:lnTo>
                  <a:lnTo>
                    <a:pt x="11423" y="296021"/>
                  </a:lnTo>
                  <a:lnTo>
                    <a:pt x="12304" y="297775"/>
                  </a:lnTo>
                  <a:lnTo>
                    <a:pt x="13196" y="299671"/>
                  </a:lnTo>
                  <a:lnTo>
                    <a:pt x="13640" y="299908"/>
                  </a:lnTo>
                  <a:lnTo>
                    <a:pt x="14361" y="298950"/>
                  </a:lnTo>
                  <a:lnTo>
                    <a:pt x="15193" y="297524"/>
                  </a:lnTo>
                  <a:lnTo>
                    <a:pt x="16418" y="296483"/>
                  </a:lnTo>
                  <a:lnTo>
                    <a:pt x="16711" y="295513"/>
                  </a:lnTo>
                  <a:lnTo>
                    <a:pt x="16871" y="293435"/>
                  </a:lnTo>
                  <a:lnTo>
                    <a:pt x="16964" y="291216"/>
                  </a:lnTo>
                  <a:lnTo>
                    <a:pt x="17071" y="288593"/>
                  </a:lnTo>
                  <a:lnTo>
                    <a:pt x="17321" y="288238"/>
                  </a:lnTo>
                  <a:lnTo>
                    <a:pt x="17763" y="287984"/>
                  </a:lnTo>
                  <a:lnTo>
                    <a:pt x="18575" y="288723"/>
                  </a:lnTo>
                  <a:lnTo>
                    <a:pt x="18948" y="289485"/>
                  </a:lnTo>
                  <a:lnTo>
                    <a:pt x="19613" y="289485"/>
                  </a:lnTo>
                  <a:lnTo>
                    <a:pt x="20039" y="288792"/>
                  </a:lnTo>
                  <a:lnTo>
                    <a:pt x="20816" y="287500"/>
                  </a:lnTo>
                  <a:lnTo>
                    <a:pt x="21804" y="286983"/>
                  </a:lnTo>
                  <a:lnTo>
                    <a:pt x="22862" y="285745"/>
                  </a:lnTo>
                  <a:lnTo>
                    <a:pt x="23875" y="284149"/>
                  </a:lnTo>
                  <a:lnTo>
                    <a:pt x="24353" y="284011"/>
                  </a:lnTo>
                  <a:lnTo>
                    <a:pt x="24860" y="286089"/>
                  </a:lnTo>
                  <a:lnTo>
                    <a:pt x="25312" y="287546"/>
                  </a:lnTo>
                  <a:lnTo>
                    <a:pt x="25392" y="288446"/>
                  </a:lnTo>
                  <a:lnTo>
                    <a:pt x="24939" y="290177"/>
                  </a:lnTo>
                  <a:lnTo>
                    <a:pt x="24434" y="292466"/>
                  </a:lnTo>
                  <a:lnTo>
                    <a:pt x="24860" y="295305"/>
                  </a:lnTo>
                  <a:lnTo>
                    <a:pt x="24962" y="298064"/>
                  </a:lnTo>
                  <a:lnTo>
                    <a:pt x="24948" y="299726"/>
                  </a:lnTo>
                  <a:lnTo>
                    <a:pt x="25291" y="300401"/>
                  </a:lnTo>
                  <a:lnTo>
                    <a:pt x="25526" y="300722"/>
                  </a:lnTo>
                  <a:lnTo>
                    <a:pt x="25893" y="300329"/>
                  </a:lnTo>
                  <a:lnTo>
                    <a:pt x="26616" y="300450"/>
                  </a:lnTo>
                  <a:lnTo>
                    <a:pt x="27483" y="301316"/>
                  </a:lnTo>
                  <a:lnTo>
                    <a:pt x="28323" y="301218"/>
                  </a:lnTo>
                  <a:lnTo>
                    <a:pt x="29133" y="300153"/>
                  </a:lnTo>
                  <a:lnTo>
                    <a:pt x="30641" y="296012"/>
                  </a:lnTo>
                  <a:lnTo>
                    <a:pt x="32846" y="288787"/>
                  </a:lnTo>
                  <a:lnTo>
                    <a:pt x="34674" y="284253"/>
                  </a:lnTo>
                  <a:lnTo>
                    <a:pt x="36121" y="282401"/>
                  </a:lnTo>
                  <a:lnTo>
                    <a:pt x="37101" y="280239"/>
                  </a:lnTo>
                  <a:lnTo>
                    <a:pt x="37612" y="277763"/>
                  </a:lnTo>
                  <a:lnTo>
                    <a:pt x="38454" y="276078"/>
                  </a:lnTo>
                  <a:lnTo>
                    <a:pt x="40208" y="274736"/>
                  </a:lnTo>
                  <a:lnTo>
                    <a:pt x="41547" y="273221"/>
                  </a:lnTo>
                  <a:lnTo>
                    <a:pt x="42882" y="268255"/>
                  </a:lnTo>
                  <a:lnTo>
                    <a:pt x="44662" y="259330"/>
                  </a:lnTo>
                  <a:lnTo>
                    <a:pt x="45160" y="251360"/>
                  </a:lnTo>
                  <a:lnTo>
                    <a:pt x="45463" y="246509"/>
                  </a:lnTo>
                  <a:lnTo>
                    <a:pt x="45287" y="229798"/>
                  </a:lnTo>
                  <a:lnTo>
                    <a:pt x="45171" y="224313"/>
                  </a:lnTo>
                  <a:lnTo>
                    <a:pt x="45440" y="221320"/>
                  </a:lnTo>
                  <a:lnTo>
                    <a:pt x="46106" y="219263"/>
                  </a:lnTo>
                  <a:lnTo>
                    <a:pt x="47919" y="214908"/>
                  </a:lnTo>
                  <a:lnTo>
                    <a:pt x="49135" y="211342"/>
                  </a:lnTo>
                  <a:lnTo>
                    <a:pt x="50063" y="207169"/>
                  </a:lnTo>
                  <a:lnTo>
                    <a:pt x="51853" y="197638"/>
                  </a:lnTo>
                  <a:lnTo>
                    <a:pt x="52637" y="194567"/>
                  </a:lnTo>
                  <a:lnTo>
                    <a:pt x="52986" y="193191"/>
                  </a:lnTo>
                  <a:lnTo>
                    <a:pt x="54063" y="190651"/>
                  </a:lnTo>
                  <a:lnTo>
                    <a:pt x="55573" y="188421"/>
                  </a:lnTo>
                  <a:lnTo>
                    <a:pt x="57516" y="186505"/>
                  </a:lnTo>
                  <a:lnTo>
                    <a:pt x="60515" y="179868"/>
                  </a:lnTo>
                  <a:lnTo>
                    <a:pt x="62899" y="173190"/>
                  </a:lnTo>
                  <a:lnTo>
                    <a:pt x="62573" y="165168"/>
                  </a:lnTo>
                  <a:lnTo>
                    <a:pt x="63130" y="158515"/>
                  </a:lnTo>
                  <a:lnTo>
                    <a:pt x="64431" y="150049"/>
                  </a:lnTo>
                  <a:lnTo>
                    <a:pt x="64856" y="141090"/>
                  </a:lnTo>
                  <a:lnTo>
                    <a:pt x="64408" y="131647"/>
                  </a:lnTo>
                  <a:lnTo>
                    <a:pt x="64598" y="123929"/>
                  </a:lnTo>
                  <a:lnTo>
                    <a:pt x="65839" y="114945"/>
                  </a:lnTo>
                  <a:lnTo>
                    <a:pt x="66362" y="111614"/>
                  </a:lnTo>
                  <a:lnTo>
                    <a:pt x="66533" y="106161"/>
                  </a:lnTo>
                  <a:lnTo>
                    <a:pt x="66525" y="97477"/>
                  </a:lnTo>
                  <a:lnTo>
                    <a:pt x="68109" y="85608"/>
                  </a:lnTo>
                  <a:lnTo>
                    <a:pt x="69606" y="78502"/>
                  </a:lnTo>
                  <a:lnTo>
                    <a:pt x="71281" y="70554"/>
                  </a:lnTo>
                  <a:lnTo>
                    <a:pt x="71918" y="65749"/>
                  </a:lnTo>
                  <a:lnTo>
                    <a:pt x="72771" y="59336"/>
                  </a:lnTo>
                  <a:lnTo>
                    <a:pt x="72637" y="54183"/>
                  </a:lnTo>
                  <a:lnTo>
                    <a:pt x="72481" y="48265"/>
                  </a:lnTo>
                  <a:lnTo>
                    <a:pt x="72902" y="40122"/>
                  </a:lnTo>
                  <a:lnTo>
                    <a:pt x="72745" y="35326"/>
                  </a:lnTo>
                  <a:lnTo>
                    <a:pt x="72150" y="31160"/>
                  </a:lnTo>
                  <a:lnTo>
                    <a:pt x="72453" y="28540"/>
                  </a:lnTo>
                  <a:lnTo>
                    <a:pt x="73654" y="27465"/>
                  </a:lnTo>
                  <a:lnTo>
                    <a:pt x="75151" y="23304"/>
                  </a:lnTo>
                  <a:lnTo>
                    <a:pt x="77840" y="12431"/>
                  </a:lnTo>
                  <a:lnTo>
                    <a:pt x="80734" y="7131"/>
                  </a:lnTo>
                  <a:lnTo>
                    <a:pt x="82750" y="5455"/>
                  </a:lnTo>
                  <a:lnTo>
                    <a:pt x="84852" y="5635"/>
                  </a:lnTo>
                  <a:lnTo>
                    <a:pt x="86220" y="6583"/>
                  </a:lnTo>
                  <a:lnTo>
                    <a:pt x="86855" y="8297"/>
                  </a:lnTo>
                  <a:lnTo>
                    <a:pt x="88443" y="10855"/>
                  </a:lnTo>
                  <a:lnTo>
                    <a:pt x="90987" y="14256"/>
                  </a:lnTo>
                  <a:lnTo>
                    <a:pt x="92886" y="18495"/>
                  </a:lnTo>
                  <a:lnTo>
                    <a:pt x="93942" y="22769"/>
                  </a:lnTo>
                  <a:lnTo>
                    <a:pt x="94754" y="25099"/>
                  </a:lnTo>
                  <a:lnTo>
                    <a:pt x="95769" y="25898"/>
                  </a:lnTo>
                  <a:lnTo>
                    <a:pt x="97421" y="25553"/>
                  </a:lnTo>
                  <a:lnTo>
                    <a:pt x="99270" y="26563"/>
                  </a:lnTo>
                  <a:lnTo>
                    <a:pt x="101198" y="28956"/>
                  </a:lnTo>
                  <a:lnTo>
                    <a:pt x="102382" y="29841"/>
                  </a:lnTo>
                  <a:lnTo>
                    <a:pt x="102820" y="29224"/>
                  </a:lnTo>
                  <a:lnTo>
                    <a:pt x="103749" y="29570"/>
                  </a:lnTo>
                  <a:lnTo>
                    <a:pt x="105877" y="31537"/>
                  </a:lnTo>
                  <a:lnTo>
                    <a:pt x="107574" y="30456"/>
                  </a:lnTo>
                  <a:lnTo>
                    <a:pt x="110085" y="31268"/>
                  </a:lnTo>
                  <a:lnTo>
                    <a:pt x="115922" y="34783"/>
                  </a:lnTo>
                  <a:lnTo>
                    <a:pt x="116234" y="34187"/>
                  </a:lnTo>
                  <a:lnTo>
                    <a:pt x="116372" y="34050"/>
                  </a:lnTo>
                  <a:lnTo>
                    <a:pt x="116870" y="32635"/>
                  </a:lnTo>
                  <a:lnTo>
                    <a:pt x="118136" y="25605"/>
                  </a:lnTo>
                  <a:lnTo>
                    <a:pt x="119210" y="21286"/>
                  </a:lnTo>
                  <a:lnTo>
                    <a:pt x="119710" y="19662"/>
                  </a:lnTo>
                  <a:lnTo>
                    <a:pt x="120945" y="17381"/>
                  </a:lnTo>
                  <a:lnTo>
                    <a:pt x="122402" y="16791"/>
                  </a:lnTo>
                  <a:lnTo>
                    <a:pt x="123799" y="16996"/>
                  </a:lnTo>
                  <a:lnTo>
                    <a:pt x="124968" y="17999"/>
                  </a:lnTo>
                  <a:lnTo>
                    <a:pt x="126036" y="19165"/>
                  </a:lnTo>
                  <a:lnTo>
                    <a:pt x="127221" y="19176"/>
                  </a:lnTo>
                  <a:lnTo>
                    <a:pt x="128429" y="18049"/>
                  </a:lnTo>
                  <a:lnTo>
                    <a:pt x="130226" y="15995"/>
                  </a:lnTo>
                  <a:lnTo>
                    <a:pt x="132118" y="14649"/>
                  </a:lnTo>
                  <a:lnTo>
                    <a:pt x="133744" y="13174"/>
                  </a:lnTo>
                  <a:lnTo>
                    <a:pt x="136425" y="10586"/>
                  </a:lnTo>
                  <a:lnTo>
                    <a:pt x="137470" y="9395"/>
                  </a:lnTo>
                  <a:lnTo>
                    <a:pt x="138802" y="8928"/>
                  </a:lnTo>
                  <a:lnTo>
                    <a:pt x="142532" y="11288"/>
                  </a:lnTo>
                  <a:lnTo>
                    <a:pt x="144949" y="9726"/>
                  </a:lnTo>
                  <a:lnTo>
                    <a:pt x="145935" y="10184"/>
                  </a:lnTo>
                  <a:lnTo>
                    <a:pt x="148025" y="8496"/>
                  </a:lnTo>
                  <a:lnTo>
                    <a:pt x="148409" y="7369"/>
                  </a:lnTo>
                  <a:lnTo>
                    <a:pt x="149738" y="1660"/>
                  </a:lnTo>
                  <a:lnTo>
                    <a:pt x="151157" y="0"/>
                  </a:lnTo>
                  <a:lnTo>
                    <a:pt x="153300" y="839"/>
                  </a:lnTo>
                  <a:lnTo>
                    <a:pt x="154505" y="1725"/>
                  </a:lnTo>
                  <a:lnTo>
                    <a:pt x="158520" y="4165"/>
                  </a:lnTo>
                  <a:lnTo>
                    <a:pt x="163733" y="6704"/>
                  </a:lnTo>
                  <a:lnTo>
                    <a:pt x="165266" y="7097"/>
                  </a:lnTo>
                  <a:lnTo>
                    <a:pt x="165885" y="7378"/>
                  </a:lnTo>
                  <a:lnTo>
                    <a:pt x="166430" y="6986"/>
                  </a:lnTo>
                  <a:lnTo>
                    <a:pt x="168139" y="3774"/>
                  </a:lnTo>
                  <a:lnTo>
                    <a:pt x="168721" y="3319"/>
                  </a:lnTo>
                  <a:lnTo>
                    <a:pt x="169210" y="3376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3295000" y="3525114"/>
              <a:ext cx="85074" cy="256828"/>
            </a:xfrm>
            <a:custGeom>
              <a:avLst/>
              <a:pathLst>
                <a:path w="85074" h="256828">
                  <a:moveTo>
                    <a:pt x="84940" y="6172"/>
                  </a:moveTo>
                  <a:lnTo>
                    <a:pt x="85074" y="11324"/>
                  </a:lnTo>
                  <a:lnTo>
                    <a:pt x="84222" y="17738"/>
                  </a:lnTo>
                  <a:lnTo>
                    <a:pt x="83584" y="22542"/>
                  </a:lnTo>
                  <a:lnTo>
                    <a:pt x="81910" y="30491"/>
                  </a:lnTo>
                  <a:lnTo>
                    <a:pt x="80413" y="37597"/>
                  </a:lnTo>
                  <a:lnTo>
                    <a:pt x="78829" y="49465"/>
                  </a:lnTo>
                  <a:lnTo>
                    <a:pt x="78837" y="58150"/>
                  </a:lnTo>
                  <a:lnTo>
                    <a:pt x="78666" y="63602"/>
                  </a:lnTo>
                  <a:lnTo>
                    <a:pt x="78143" y="66934"/>
                  </a:lnTo>
                  <a:lnTo>
                    <a:pt x="76902" y="75918"/>
                  </a:lnTo>
                  <a:lnTo>
                    <a:pt x="76712" y="83636"/>
                  </a:lnTo>
                  <a:lnTo>
                    <a:pt x="77160" y="93079"/>
                  </a:lnTo>
                  <a:lnTo>
                    <a:pt x="76734" y="102038"/>
                  </a:lnTo>
                  <a:lnTo>
                    <a:pt x="75433" y="110504"/>
                  </a:lnTo>
                  <a:lnTo>
                    <a:pt x="74877" y="117157"/>
                  </a:lnTo>
                  <a:lnTo>
                    <a:pt x="75203" y="125179"/>
                  </a:lnTo>
                  <a:lnTo>
                    <a:pt x="72819" y="131856"/>
                  </a:lnTo>
                  <a:lnTo>
                    <a:pt x="69820" y="138493"/>
                  </a:lnTo>
                  <a:lnTo>
                    <a:pt x="67876" y="140409"/>
                  </a:lnTo>
                  <a:lnTo>
                    <a:pt x="66367" y="142640"/>
                  </a:lnTo>
                  <a:lnTo>
                    <a:pt x="65290" y="145179"/>
                  </a:lnTo>
                  <a:lnTo>
                    <a:pt x="64941" y="146556"/>
                  </a:lnTo>
                  <a:lnTo>
                    <a:pt x="64157" y="149626"/>
                  </a:lnTo>
                  <a:lnTo>
                    <a:pt x="62367" y="159157"/>
                  </a:lnTo>
                  <a:lnTo>
                    <a:pt x="61439" y="163330"/>
                  </a:lnTo>
                  <a:lnTo>
                    <a:pt x="60222" y="166897"/>
                  </a:lnTo>
                  <a:lnTo>
                    <a:pt x="58409" y="171251"/>
                  </a:lnTo>
                  <a:lnTo>
                    <a:pt x="57744" y="173309"/>
                  </a:lnTo>
                  <a:lnTo>
                    <a:pt x="57474" y="176301"/>
                  </a:lnTo>
                  <a:lnTo>
                    <a:pt x="57591" y="181787"/>
                  </a:lnTo>
                  <a:lnTo>
                    <a:pt x="57767" y="198498"/>
                  </a:lnTo>
                  <a:lnTo>
                    <a:pt x="57463" y="203348"/>
                  </a:lnTo>
                  <a:lnTo>
                    <a:pt x="56965" y="211318"/>
                  </a:lnTo>
                  <a:lnTo>
                    <a:pt x="55185" y="220244"/>
                  </a:lnTo>
                  <a:lnTo>
                    <a:pt x="53850" y="225210"/>
                  </a:lnTo>
                  <a:lnTo>
                    <a:pt x="52512" y="226725"/>
                  </a:lnTo>
                  <a:lnTo>
                    <a:pt x="50758" y="228067"/>
                  </a:lnTo>
                  <a:lnTo>
                    <a:pt x="49916" y="229752"/>
                  </a:lnTo>
                  <a:lnTo>
                    <a:pt x="49405" y="232228"/>
                  </a:lnTo>
                  <a:lnTo>
                    <a:pt x="48424" y="234389"/>
                  </a:lnTo>
                  <a:lnTo>
                    <a:pt x="46977" y="236242"/>
                  </a:lnTo>
                  <a:lnTo>
                    <a:pt x="45150" y="240775"/>
                  </a:lnTo>
                  <a:lnTo>
                    <a:pt x="42945" y="248001"/>
                  </a:lnTo>
                  <a:lnTo>
                    <a:pt x="41437" y="252142"/>
                  </a:lnTo>
                  <a:lnTo>
                    <a:pt x="40626" y="253207"/>
                  </a:lnTo>
                  <a:lnTo>
                    <a:pt x="39787" y="253305"/>
                  </a:lnTo>
                  <a:lnTo>
                    <a:pt x="38920" y="252439"/>
                  </a:lnTo>
                  <a:lnTo>
                    <a:pt x="38197" y="252318"/>
                  </a:lnTo>
                  <a:lnTo>
                    <a:pt x="37830" y="252710"/>
                  </a:lnTo>
                  <a:lnTo>
                    <a:pt x="37595" y="252390"/>
                  </a:lnTo>
                  <a:lnTo>
                    <a:pt x="37252" y="251715"/>
                  </a:lnTo>
                  <a:lnTo>
                    <a:pt x="37265" y="250053"/>
                  </a:lnTo>
                  <a:lnTo>
                    <a:pt x="37163" y="247294"/>
                  </a:lnTo>
                  <a:lnTo>
                    <a:pt x="36737" y="244454"/>
                  </a:lnTo>
                  <a:lnTo>
                    <a:pt x="37243" y="242166"/>
                  </a:lnTo>
                  <a:lnTo>
                    <a:pt x="37695" y="240435"/>
                  </a:lnTo>
                  <a:lnTo>
                    <a:pt x="37616" y="239534"/>
                  </a:lnTo>
                  <a:lnTo>
                    <a:pt x="37163" y="238077"/>
                  </a:lnTo>
                  <a:lnTo>
                    <a:pt x="36656" y="235999"/>
                  </a:lnTo>
                  <a:lnTo>
                    <a:pt x="36178" y="236138"/>
                  </a:lnTo>
                  <a:lnTo>
                    <a:pt x="35166" y="237734"/>
                  </a:lnTo>
                  <a:lnTo>
                    <a:pt x="34108" y="238972"/>
                  </a:lnTo>
                  <a:lnTo>
                    <a:pt x="33120" y="239488"/>
                  </a:lnTo>
                  <a:lnTo>
                    <a:pt x="32343" y="240781"/>
                  </a:lnTo>
                  <a:lnTo>
                    <a:pt x="31917" y="241474"/>
                  </a:lnTo>
                  <a:lnTo>
                    <a:pt x="31251" y="241474"/>
                  </a:lnTo>
                  <a:lnTo>
                    <a:pt x="30879" y="240712"/>
                  </a:lnTo>
                  <a:lnTo>
                    <a:pt x="30067" y="239973"/>
                  </a:lnTo>
                  <a:lnTo>
                    <a:pt x="29625" y="240227"/>
                  </a:lnTo>
                  <a:lnTo>
                    <a:pt x="29375" y="240582"/>
                  </a:lnTo>
                  <a:lnTo>
                    <a:pt x="29268" y="243205"/>
                  </a:lnTo>
                  <a:lnTo>
                    <a:pt x="29174" y="245424"/>
                  </a:lnTo>
                  <a:lnTo>
                    <a:pt x="29015" y="247502"/>
                  </a:lnTo>
                  <a:lnTo>
                    <a:pt x="28722" y="248471"/>
                  </a:lnTo>
                  <a:lnTo>
                    <a:pt x="27497" y="249513"/>
                  </a:lnTo>
                  <a:lnTo>
                    <a:pt x="26665" y="250938"/>
                  </a:lnTo>
                  <a:lnTo>
                    <a:pt x="25944" y="251896"/>
                  </a:lnTo>
                  <a:lnTo>
                    <a:pt x="25499" y="251660"/>
                  </a:lnTo>
                  <a:lnTo>
                    <a:pt x="24608" y="249764"/>
                  </a:lnTo>
                  <a:lnTo>
                    <a:pt x="23726" y="248010"/>
                  </a:lnTo>
                  <a:lnTo>
                    <a:pt x="23236" y="246532"/>
                  </a:lnTo>
                  <a:lnTo>
                    <a:pt x="22962" y="245482"/>
                  </a:lnTo>
                  <a:lnTo>
                    <a:pt x="22784" y="245008"/>
                  </a:lnTo>
                  <a:lnTo>
                    <a:pt x="22225" y="244939"/>
                  </a:lnTo>
                  <a:lnTo>
                    <a:pt x="22058" y="245909"/>
                  </a:lnTo>
                  <a:lnTo>
                    <a:pt x="21778" y="245450"/>
                  </a:lnTo>
                  <a:lnTo>
                    <a:pt x="20907" y="243456"/>
                  </a:lnTo>
                  <a:lnTo>
                    <a:pt x="19882" y="240305"/>
                  </a:lnTo>
                  <a:lnTo>
                    <a:pt x="19508" y="239826"/>
                  </a:lnTo>
                  <a:lnTo>
                    <a:pt x="18941" y="239875"/>
                  </a:lnTo>
                  <a:lnTo>
                    <a:pt x="18046" y="241032"/>
                  </a:lnTo>
                  <a:lnTo>
                    <a:pt x="17164" y="242847"/>
                  </a:lnTo>
                  <a:lnTo>
                    <a:pt x="15571" y="244512"/>
                  </a:lnTo>
                  <a:lnTo>
                    <a:pt x="14244" y="245447"/>
                  </a:lnTo>
                  <a:lnTo>
                    <a:pt x="14124" y="246587"/>
                  </a:lnTo>
                  <a:lnTo>
                    <a:pt x="13813" y="248549"/>
                  </a:lnTo>
                  <a:lnTo>
                    <a:pt x="13373" y="249773"/>
                  </a:lnTo>
                  <a:lnTo>
                    <a:pt x="12197" y="250159"/>
                  </a:lnTo>
                  <a:lnTo>
                    <a:pt x="11774" y="251905"/>
                  </a:lnTo>
                  <a:lnTo>
                    <a:pt x="10757" y="255287"/>
                  </a:lnTo>
                  <a:lnTo>
                    <a:pt x="10085" y="256828"/>
                  </a:lnTo>
                  <a:lnTo>
                    <a:pt x="9908" y="256170"/>
                  </a:lnTo>
                  <a:lnTo>
                    <a:pt x="9500" y="255353"/>
                  </a:lnTo>
                  <a:lnTo>
                    <a:pt x="8665" y="252733"/>
                  </a:lnTo>
                  <a:lnTo>
                    <a:pt x="7841" y="249475"/>
                  </a:lnTo>
                  <a:lnTo>
                    <a:pt x="7620" y="247989"/>
                  </a:lnTo>
                  <a:lnTo>
                    <a:pt x="7388" y="247144"/>
                  </a:lnTo>
                  <a:lnTo>
                    <a:pt x="7351" y="243871"/>
                  </a:lnTo>
                  <a:lnTo>
                    <a:pt x="6108" y="239985"/>
                  </a:lnTo>
                  <a:lnTo>
                    <a:pt x="2994" y="233070"/>
                  </a:lnTo>
                  <a:lnTo>
                    <a:pt x="2660" y="231010"/>
                  </a:lnTo>
                  <a:lnTo>
                    <a:pt x="0" y="224679"/>
                  </a:lnTo>
                  <a:lnTo>
                    <a:pt x="679" y="220120"/>
                  </a:lnTo>
                  <a:lnTo>
                    <a:pt x="1184" y="218016"/>
                  </a:lnTo>
                  <a:lnTo>
                    <a:pt x="1795" y="216547"/>
                  </a:lnTo>
                  <a:lnTo>
                    <a:pt x="4248" y="212978"/>
                  </a:lnTo>
                  <a:lnTo>
                    <a:pt x="4617" y="213116"/>
                  </a:lnTo>
                  <a:lnTo>
                    <a:pt x="6308" y="217756"/>
                  </a:lnTo>
                  <a:lnTo>
                    <a:pt x="6849" y="218126"/>
                  </a:lnTo>
                  <a:lnTo>
                    <a:pt x="7452" y="217999"/>
                  </a:lnTo>
                  <a:lnTo>
                    <a:pt x="8163" y="218189"/>
                  </a:lnTo>
                  <a:lnTo>
                    <a:pt x="8513" y="217280"/>
                  </a:lnTo>
                  <a:lnTo>
                    <a:pt x="8568" y="216083"/>
                  </a:lnTo>
                  <a:lnTo>
                    <a:pt x="8054" y="214744"/>
                  </a:lnTo>
                  <a:lnTo>
                    <a:pt x="7979" y="213307"/>
                  </a:lnTo>
                  <a:lnTo>
                    <a:pt x="8341" y="211746"/>
                  </a:lnTo>
                  <a:lnTo>
                    <a:pt x="8546" y="210020"/>
                  </a:lnTo>
                  <a:lnTo>
                    <a:pt x="9074" y="207974"/>
                  </a:lnTo>
                  <a:lnTo>
                    <a:pt x="9129" y="207016"/>
                  </a:lnTo>
                  <a:lnTo>
                    <a:pt x="8572" y="205971"/>
                  </a:lnTo>
                  <a:lnTo>
                    <a:pt x="7428" y="204373"/>
                  </a:lnTo>
                  <a:lnTo>
                    <a:pt x="6645" y="202832"/>
                  </a:lnTo>
                  <a:lnTo>
                    <a:pt x="6346" y="201354"/>
                  </a:lnTo>
                  <a:lnTo>
                    <a:pt x="6561" y="199467"/>
                  </a:lnTo>
                  <a:lnTo>
                    <a:pt x="7191" y="197935"/>
                  </a:lnTo>
                  <a:lnTo>
                    <a:pt x="7153" y="197104"/>
                  </a:lnTo>
                  <a:lnTo>
                    <a:pt x="6599" y="195727"/>
                  </a:lnTo>
                  <a:lnTo>
                    <a:pt x="6194" y="194253"/>
                  </a:lnTo>
                  <a:lnTo>
                    <a:pt x="5778" y="193329"/>
                  </a:lnTo>
                  <a:lnTo>
                    <a:pt x="4628" y="192778"/>
                  </a:lnTo>
                  <a:lnTo>
                    <a:pt x="4848" y="190796"/>
                  </a:lnTo>
                  <a:lnTo>
                    <a:pt x="5272" y="187881"/>
                  </a:lnTo>
                  <a:lnTo>
                    <a:pt x="5373" y="185648"/>
                  </a:lnTo>
                  <a:lnTo>
                    <a:pt x="5053" y="179787"/>
                  </a:lnTo>
                  <a:lnTo>
                    <a:pt x="5082" y="178719"/>
                  </a:lnTo>
                  <a:lnTo>
                    <a:pt x="5397" y="178177"/>
                  </a:lnTo>
                  <a:lnTo>
                    <a:pt x="6083" y="178826"/>
                  </a:lnTo>
                  <a:lnTo>
                    <a:pt x="6774" y="179718"/>
                  </a:lnTo>
                  <a:lnTo>
                    <a:pt x="8655" y="178439"/>
                  </a:lnTo>
                  <a:lnTo>
                    <a:pt x="9312" y="178243"/>
                  </a:lnTo>
                  <a:lnTo>
                    <a:pt x="9857" y="179366"/>
                  </a:lnTo>
                  <a:lnTo>
                    <a:pt x="10609" y="180246"/>
                  </a:lnTo>
                  <a:lnTo>
                    <a:pt x="14946" y="177805"/>
                  </a:lnTo>
                  <a:lnTo>
                    <a:pt x="15030" y="175311"/>
                  </a:lnTo>
                  <a:lnTo>
                    <a:pt x="15278" y="173055"/>
                  </a:lnTo>
                  <a:lnTo>
                    <a:pt x="15311" y="171364"/>
                  </a:lnTo>
                  <a:lnTo>
                    <a:pt x="15130" y="170279"/>
                  </a:lnTo>
                  <a:lnTo>
                    <a:pt x="14916" y="169459"/>
                  </a:lnTo>
                  <a:lnTo>
                    <a:pt x="14787" y="167768"/>
                  </a:lnTo>
                  <a:lnTo>
                    <a:pt x="14784" y="165953"/>
                  </a:lnTo>
                  <a:lnTo>
                    <a:pt x="15199" y="165099"/>
                  </a:lnTo>
                  <a:lnTo>
                    <a:pt x="16581" y="162938"/>
                  </a:lnTo>
                  <a:lnTo>
                    <a:pt x="17013" y="163018"/>
                  </a:lnTo>
                  <a:lnTo>
                    <a:pt x="17981" y="164196"/>
                  </a:lnTo>
                  <a:lnTo>
                    <a:pt x="18888" y="166040"/>
                  </a:lnTo>
                  <a:lnTo>
                    <a:pt x="19693" y="169924"/>
                  </a:lnTo>
                  <a:lnTo>
                    <a:pt x="20251" y="173263"/>
                  </a:lnTo>
                  <a:lnTo>
                    <a:pt x="21141" y="177314"/>
                  </a:lnTo>
                  <a:lnTo>
                    <a:pt x="23033" y="178962"/>
                  </a:lnTo>
                  <a:lnTo>
                    <a:pt x="25290" y="180015"/>
                  </a:lnTo>
                  <a:lnTo>
                    <a:pt x="26512" y="179738"/>
                  </a:lnTo>
                  <a:lnTo>
                    <a:pt x="28256" y="176287"/>
                  </a:lnTo>
                  <a:lnTo>
                    <a:pt x="29244" y="173594"/>
                  </a:lnTo>
                  <a:lnTo>
                    <a:pt x="29565" y="172146"/>
                  </a:lnTo>
                  <a:lnTo>
                    <a:pt x="30139" y="172893"/>
                  </a:lnTo>
                  <a:lnTo>
                    <a:pt x="30789" y="176437"/>
                  </a:lnTo>
                  <a:lnTo>
                    <a:pt x="31208" y="177810"/>
                  </a:lnTo>
                  <a:lnTo>
                    <a:pt x="31312" y="179120"/>
                  </a:lnTo>
                  <a:lnTo>
                    <a:pt x="31019" y="180757"/>
                  </a:lnTo>
                  <a:lnTo>
                    <a:pt x="31304" y="181807"/>
                  </a:lnTo>
                  <a:lnTo>
                    <a:pt x="32518" y="182551"/>
                  </a:lnTo>
                  <a:lnTo>
                    <a:pt x="33580" y="181850"/>
                  </a:lnTo>
                  <a:lnTo>
                    <a:pt x="34061" y="180405"/>
                  </a:lnTo>
                  <a:lnTo>
                    <a:pt x="34857" y="178520"/>
                  </a:lnTo>
                  <a:lnTo>
                    <a:pt x="34863" y="176936"/>
                  </a:lnTo>
                  <a:lnTo>
                    <a:pt x="34437" y="175900"/>
                  </a:lnTo>
                  <a:lnTo>
                    <a:pt x="34437" y="174483"/>
                  </a:lnTo>
                  <a:lnTo>
                    <a:pt x="34879" y="173369"/>
                  </a:lnTo>
                  <a:lnTo>
                    <a:pt x="35309" y="170322"/>
                  </a:lnTo>
                  <a:lnTo>
                    <a:pt x="35443" y="168097"/>
                  </a:lnTo>
                  <a:lnTo>
                    <a:pt x="35862" y="166680"/>
                  </a:lnTo>
                  <a:lnTo>
                    <a:pt x="36660" y="165696"/>
                  </a:lnTo>
                  <a:lnTo>
                    <a:pt x="36948" y="164805"/>
                  </a:lnTo>
                  <a:lnTo>
                    <a:pt x="37394" y="159530"/>
                  </a:lnTo>
                  <a:lnTo>
                    <a:pt x="37163" y="157622"/>
                  </a:lnTo>
                  <a:lnTo>
                    <a:pt x="37163" y="156038"/>
                  </a:lnTo>
                  <a:lnTo>
                    <a:pt x="37667" y="154021"/>
                  </a:lnTo>
                  <a:lnTo>
                    <a:pt x="37761" y="150714"/>
                  </a:lnTo>
                  <a:lnTo>
                    <a:pt x="37549" y="145295"/>
                  </a:lnTo>
                  <a:lnTo>
                    <a:pt x="37403" y="141575"/>
                  </a:lnTo>
                  <a:lnTo>
                    <a:pt x="37251" y="137680"/>
                  </a:lnTo>
                  <a:lnTo>
                    <a:pt x="37640" y="132560"/>
                  </a:lnTo>
                  <a:lnTo>
                    <a:pt x="38045" y="127228"/>
                  </a:lnTo>
                  <a:lnTo>
                    <a:pt x="37972" y="125900"/>
                  </a:lnTo>
                  <a:lnTo>
                    <a:pt x="37410" y="124282"/>
                  </a:lnTo>
                  <a:lnTo>
                    <a:pt x="36718" y="122801"/>
                  </a:lnTo>
                  <a:lnTo>
                    <a:pt x="34935" y="121583"/>
                  </a:lnTo>
                  <a:lnTo>
                    <a:pt x="34272" y="119650"/>
                  </a:lnTo>
                  <a:lnTo>
                    <a:pt x="33755" y="117595"/>
                  </a:lnTo>
                  <a:lnTo>
                    <a:pt x="33376" y="116938"/>
                  </a:lnTo>
                  <a:lnTo>
                    <a:pt x="31430" y="116124"/>
                  </a:lnTo>
                  <a:lnTo>
                    <a:pt x="30999" y="114964"/>
                  </a:lnTo>
                  <a:lnTo>
                    <a:pt x="31174" y="111639"/>
                  </a:lnTo>
                  <a:lnTo>
                    <a:pt x="31346" y="106731"/>
                  </a:lnTo>
                  <a:lnTo>
                    <a:pt x="31277" y="103317"/>
                  </a:lnTo>
                  <a:lnTo>
                    <a:pt x="31624" y="100564"/>
                  </a:lnTo>
                  <a:lnTo>
                    <a:pt x="32015" y="98501"/>
                  </a:lnTo>
                  <a:lnTo>
                    <a:pt x="32875" y="96317"/>
                  </a:lnTo>
                  <a:lnTo>
                    <a:pt x="33332" y="93738"/>
                  </a:lnTo>
                  <a:lnTo>
                    <a:pt x="33581" y="93101"/>
                  </a:lnTo>
                  <a:lnTo>
                    <a:pt x="35210" y="92671"/>
                  </a:lnTo>
                  <a:lnTo>
                    <a:pt x="35802" y="91597"/>
                  </a:lnTo>
                  <a:lnTo>
                    <a:pt x="36269" y="90511"/>
                  </a:lnTo>
                  <a:lnTo>
                    <a:pt x="36466" y="89045"/>
                  </a:lnTo>
                  <a:lnTo>
                    <a:pt x="37023" y="86625"/>
                  </a:lnTo>
                  <a:lnTo>
                    <a:pt x="37521" y="84978"/>
                  </a:lnTo>
                  <a:lnTo>
                    <a:pt x="37575" y="83865"/>
                  </a:lnTo>
                  <a:lnTo>
                    <a:pt x="37469" y="82318"/>
                  </a:lnTo>
                  <a:lnTo>
                    <a:pt x="36976" y="79276"/>
                  </a:lnTo>
                  <a:lnTo>
                    <a:pt x="36386" y="76740"/>
                  </a:lnTo>
                  <a:lnTo>
                    <a:pt x="36029" y="75836"/>
                  </a:lnTo>
                  <a:lnTo>
                    <a:pt x="35310" y="69876"/>
                  </a:lnTo>
                  <a:lnTo>
                    <a:pt x="34641" y="68467"/>
                  </a:lnTo>
                  <a:lnTo>
                    <a:pt x="33340" y="67708"/>
                  </a:lnTo>
                  <a:lnTo>
                    <a:pt x="30900" y="67033"/>
                  </a:lnTo>
                  <a:lnTo>
                    <a:pt x="29422" y="68111"/>
                  </a:lnTo>
                  <a:lnTo>
                    <a:pt x="27175" y="70111"/>
                  </a:lnTo>
                  <a:lnTo>
                    <a:pt x="25461" y="71494"/>
                  </a:lnTo>
                  <a:lnTo>
                    <a:pt x="24345" y="72285"/>
                  </a:lnTo>
                  <a:lnTo>
                    <a:pt x="23688" y="72066"/>
                  </a:lnTo>
                  <a:lnTo>
                    <a:pt x="23391" y="71155"/>
                  </a:lnTo>
                  <a:lnTo>
                    <a:pt x="23825" y="70382"/>
                  </a:lnTo>
                  <a:lnTo>
                    <a:pt x="24041" y="68571"/>
                  </a:lnTo>
                  <a:lnTo>
                    <a:pt x="23762" y="65974"/>
                  </a:lnTo>
                  <a:lnTo>
                    <a:pt x="23328" y="63596"/>
                  </a:lnTo>
                  <a:lnTo>
                    <a:pt x="23080" y="60256"/>
                  </a:lnTo>
                  <a:lnTo>
                    <a:pt x="23187" y="56105"/>
                  </a:lnTo>
                  <a:lnTo>
                    <a:pt x="23611" y="52210"/>
                  </a:lnTo>
                  <a:lnTo>
                    <a:pt x="24510" y="47148"/>
                  </a:lnTo>
                  <a:lnTo>
                    <a:pt x="24566" y="45083"/>
                  </a:lnTo>
                  <a:lnTo>
                    <a:pt x="27290" y="45144"/>
                  </a:lnTo>
                  <a:lnTo>
                    <a:pt x="30007" y="45206"/>
                  </a:lnTo>
                  <a:lnTo>
                    <a:pt x="32978" y="45163"/>
                  </a:lnTo>
                  <a:lnTo>
                    <a:pt x="35847" y="45120"/>
                  </a:lnTo>
                  <a:lnTo>
                    <a:pt x="38085" y="45285"/>
                  </a:lnTo>
                  <a:lnTo>
                    <a:pt x="39161" y="43974"/>
                  </a:lnTo>
                  <a:lnTo>
                    <a:pt x="40186" y="45955"/>
                  </a:lnTo>
                  <a:lnTo>
                    <a:pt x="40687" y="46396"/>
                  </a:lnTo>
                  <a:lnTo>
                    <a:pt x="40858" y="46241"/>
                  </a:lnTo>
                  <a:lnTo>
                    <a:pt x="41251" y="47636"/>
                  </a:lnTo>
                  <a:lnTo>
                    <a:pt x="42524" y="47480"/>
                  </a:lnTo>
                  <a:lnTo>
                    <a:pt x="42726" y="47809"/>
                  </a:lnTo>
                  <a:lnTo>
                    <a:pt x="42835" y="49494"/>
                  </a:lnTo>
                  <a:lnTo>
                    <a:pt x="44016" y="49451"/>
                  </a:lnTo>
                  <a:lnTo>
                    <a:pt x="44600" y="49832"/>
                  </a:lnTo>
                  <a:lnTo>
                    <a:pt x="45074" y="49788"/>
                  </a:lnTo>
                  <a:lnTo>
                    <a:pt x="45761" y="48806"/>
                  </a:lnTo>
                  <a:lnTo>
                    <a:pt x="46254" y="49135"/>
                  </a:lnTo>
                  <a:lnTo>
                    <a:pt x="47150" y="50397"/>
                  </a:lnTo>
                  <a:lnTo>
                    <a:pt x="47790" y="51491"/>
                  </a:lnTo>
                  <a:lnTo>
                    <a:pt x="48684" y="51136"/>
                  </a:lnTo>
                  <a:lnTo>
                    <a:pt x="50760" y="51324"/>
                  </a:lnTo>
                  <a:lnTo>
                    <a:pt x="52364" y="52370"/>
                  </a:lnTo>
                  <a:lnTo>
                    <a:pt x="53955" y="55277"/>
                  </a:lnTo>
                  <a:lnTo>
                    <a:pt x="55017" y="56949"/>
                  </a:lnTo>
                  <a:lnTo>
                    <a:pt x="55973" y="59425"/>
                  </a:lnTo>
                  <a:lnTo>
                    <a:pt x="56324" y="58981"/>
                  </a:lnTo>
                  <a:lnTo>
                    <a:pt x="56656" y="58305"/>
                  </a:lnTo>
                  <a:lnTo>
                    <a:pt x="56844" y="58007"/>
                  </a:lnTo>
                  <a:lnTo>
                    <a:pt x="56831" y="55887"/>
                  </a:lnTo>
                  <a:lnTo>
                    <a:pt x="56297" y="52279"/>
                  </a:lnTo>
                  <a:lnTo>
                    <a:pt x="56089" y="49217"/>
                  </a:lnTo>
                  <a:lnTo>
                    <a:pt x="56208" y="46702"/>
                  </a:lnTo>
                  <a:lnTo>
                    <a:pt x="56613" y="44899"/>
                  </a:lnTo>
                  <a:lnTo>
                    <a:pt x="57304" y="43807"/>
                  </a:lnTo>
                  <a:lnTo>
                    <a:pt x="57372" y="42103"/>
                  </a:lnTo>
                  <a:lnTo>
                    <a:pt x="57381" y="41877"/>
                  </a:lnTo>
                  <a:lnTo>
                    <a:pt x="58157" y="37838"/>
                  </a:lnTo>
                  <a:lnTo>
                    <a:pt x="58928" y="33819"/>
                  </a:lnTo>
                  <a:lnTo>
                    <a:pt x="59855" y="29143"/>
                  </a:lnTo>
                  <a:lnTo>
                    <a:pt x="60619" y="25281"/>
                  </a:lnTo>
                  <a:lnTo>
                    <a:pt x="60517" y="23366"/>
                  </a:lnTo>
                  <a:lnTo>
                    <a:pt x="60593" y="20509"/>
                  </a:lnTo>
                  <a:lnTo>
                    <a:pt x="60750" y="17325"/>
                  </a:lnTo>
                  <a:lnTo>
                    <a:pt x="60712" y="15429"/>
                  </a:lnTo>
                  <a:lnTo>
                    <a:pt x="60934" y="14138"/>
                  </a:lnTo>
                  <a:lnTo>
                    <a:pt x="61465" y="9389"/>
                  </a:lnTo>
                  <a:lnTo>
                    <a:pt x="61776" y="6625"/>
                  </a:lnTo>
                  <a:lnTo>
                    <a:pt x="62234" y="5375"/>
                  </a:lnTo>
                  <a:lnTo>
                    <a:pt x="62945" y="4494"/>
                  </a:lnTo>
                  <a:lnTo>
                    <a:pt x="63978" y="4462"/>
                  </a:lnTo>
                  <a:lnTo>
                    <a:pt x="66683" y="3859"/>
                  </a:lnTo>
                  <a:lnTo>
                    <a:pt x="69206" y="2625"/>
                  </a:lnTo>
                  <a:lnTo>
                    <a:pt x="70043" y="2071"/>
                  </a:lnTo>
                  <a:lnTo>
                    <a:pt x="71628" y="79"/>
                  </a:lnTo>
                  <a:lnTo>
                    <a:pt x="72236" y="0"/>
                  </a:lnTo>
                  <a:lnTo>
                    <a:pt x="72760" y="758"/>
                  </a:lnTo>
                  <a:lnTo>
                    <a:pt x="75814" y="3047"/>
                  </a:lnTo>
                  <a:lnTo>
                    <a:pt x="76651" y="3943"/>
                  </a:lnTo>
                  <a:lnTo>
                    <a:pt x="76955" y="3809"/>
                  </a:lnTo>
                  <a:lnTo>
                    <a:pt x="77418" y="4005"/>
                  </a:lnTo>
                  <a:lnTo>
                    <a:pt x="78131" y="4032"/>
                  </a:lnTo>
                  <a:lnTo>
                    <a:pt x="78830" y="3752"/>
                  </a:lnTo>
                  <a:lnTo>
                    <a:pt x="79274" y="4025"/>
                  </a:lnTo>
                  <a:lnTo>
                    <a:pt x="79837" y="5540"/>
                  </a:lnTo>
                  <a:lnTo>
                    <a:pt x="80212" y="5374"/>
                  </a:lnTo>
                  <a:lnTo>
                    <a:pt x="80702" y="4273"/>
                  </a:lnTo>
                  <a:lnTo>
                    <a:pt x="81622" y="3146"/>
                  </a:lnTo>
                  <a:lnTo>
                    <a:pt x="83397" y="1900"/>
                  </a:lnTo>
                  <a:lnTo>
                    <a:pt x="83685" y="2458"/>
                  </a:lnTo>
                  <a:lnTo>
                    <a:pt x="84298" y="5233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1353527" y="4260109"/>
              <a:ext cx="1199" cy="1864"/>
            </a:xfrm>
            <a:custGeom>
              <a:avLst/>
              <a:pathLst>
                <a:path w="1199" h="1864">
                  <a:moveTo>
                    <a:pt x="1157" y="1855"/>
                  </a:moveTo>
                  <a:lnTo>
                    <a:pt x="793" y="1864"/>
                  </a:lnTo>
                  <a:lnTo>
                    <a:pt x="333" y="1644"/>
                  </a:lnTo>
                  <a:lnTo>
                    <a:pt x="32" y="1526"/>
                  </a:lnTo>
                  <a:lnTo>
                    <a:pt x="0" y="1261"/>
                  </a:lnTo>
                  <a:lnTo>
                    <a:pt x="118" y="415"/>
                  </a:lnTo>
                  <a:lnTo>
                    <a:pt x="362" y="0"/>
                  </a:lnTo>
                  <a:lnTo>
                    <a:pt x="841" y="60"/>
                  </a:lnTo>
                  <a:lnTo>
                    <a:pt x="1169" y="640"/>
                  </a:lnTo>
                  <a:lnTo>
                    <a:pt x="1199" y="160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280500" y="3555873"/>
              <a:ext cx="1094" cy="3742"/>
            </a:xfrm>
            <a:custGeom>
              <a:avLst/>
              <a:pathLst>
                <a:path w="1094" h="3742">
                  <a:moveTo>
                    <a:pt x="1094" y="3090"/>
                  </a:moveTo>
                  <a:lnTo>
                    <a:pt x="786" y="3742"/>
                  </a:lnTo>
                  <a:lnTo>
                    <a:pt x="200" y="2572"/>
                  </a:lnTo>
                  <a:lnTo>
                    <a:pt x="0" y="1097"/>
                  </a:lnTo>
                  <a:lnTo>
                    <a:pt x="359" y="0"/>
                  </a:lnTo>
                  <a:lnTo>
                    <a:pt x="822" y="359"/>
                  </a:lnTo>
                  <a:lnTo>
                    <a:pt x="1032" y="12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271242" y="3266646"/>
              <a:ext cx="137962" cy="492591"/>
            </a:xfrm>
            <a:custGeom>
              <a:avLst/>
              <a:pathLst>
                <a:path w="137962" h="492591">
                  <a:moveTo>
                    <a:pt x="87501" y="16915"/>
                  </a:moveTo>
                  <a:lnTo>
                    <a:pt x="87094" y="17274"/>
                  </a:lnTo>
                  <a:lnTo>
                    <a:pt x="86588" y="18049"/>
                  </a:lnTo>
                  <a:lnTo>
                    <a:pt x="85045" y="19511"/>
                  </a:lnTo>
                  <a:lnTo>
                    <a:pt x="82962" y="20906"/>
                  </a:lnTo>
                  <a:lnTo>
                    <a:pt x="80252" y="22692"/>
                  </a:lnTo>
                  <a:lnTo>
                    <a:pt x="79637" y="24597"/>
                  </a:lnTo>
                  <a:lnTo>
                    <a:pt x="76955" y="36579"/>
                  </a:lnTo>
                  <a:lnTo>
                    <a:pt x="74711" y="39008"/>
                  </a:lnTo>
                  <a:lnTo>
                    <a:pt x="73894" y="40791"/>
                  </a:lnTo>
                  <a:lnTo>
                    <a:pt x="73278" y="43059"/>
                  </a:lnTo>
                  <a:lnTo>
                    <a:pt x="71940" y="47235"/>
                  </a:lnTo>
                  <a:lnTo>
                    <a:pt x="71383" y="50445"/>
                  </a:lnTo>
                  <a:lnTo>
                    <a:pt x="69905" y="57417"/>
                  </a:lnTo>
                  <a:lnTo>
                    <a:pt x="69098" y="66149"/>
                  </a:lnTo>
                  <a:lnTo>
                    <a:pt x="68791" y="71054"/>
                  </a:lnTo>
                  <a:lnTo>
                    <a:pt x="68347" y="78163"/>
                  </a:lnTo>
                  <a:lnTo>
                    <a:pt x="67694" y="81737"/>
                  </a:lnTo>
                  <a:lnTo>
                    <a:pt x="66817" y="85093"/>
                  </a:lnTo>
                  <a:lnTo>
                    <a:pt x="65874" y="88374"/>
                  </a:lnTo>
                  <a:lnTo>
                    <a:pt x="65064" y="91967"/>
                  </a:lnTo>
                  <a:lnTo>
                    <a:pt x="64375" y="94779"/>
                  </a:lnTo>
                  <a:lnTo>
                    <a:pt x="64263" y="95745"/>
                  </a:lnTo>
                  <a:lnTo>
                    <a:pt x="64598" y="96520"/>
                  </a:lnTo>
                  <a:lnTo>
                    <a:pt x="66228" y="95745"/>
                  </a:lnTo>
                  <a:lnTo>
                    <a:pt x="66869" y="94898"/>
                  </a:lnTo>
                  <a:lnTo>
                    <a:pt x="67758" y="93812"/>
                  </a:lnTo>
                  <a:lnTo>
                    <a:pt x="68316" y="94392"/>
                  </a:lnTo>
                  <a:lnTo>
                    <a:pt x="68873" y="97488"/>
                  </a:lnTo>
                  <a:lnTo>
                    <a:pt x="69506" y="97875"/>
                  </a:lnTo>
                  <a:lnTo>
                    <a:pt x="70101" y="97488"/>
                  </a:lnTo>
                  <a:lnTo>
                    <a:pt x="70733" y="98262"/>
                  </a:lnTo>
                  <a:lnTo>
                    <a:pt x="71538" y="105965"/>
                  </a:lnTo>
                  <a:lnTo>
                    <a:pt x="72220" y="112486"/>
                  </a:lnTo>
                  <a:lnTo>
                    <a:pt x="73807" y="116561"/>
                  </a:lnTo>
                  <a:lnTo>
                    <a:pt x="75046" y="119744"/>
                  </a:lnTo>
                  <a:lnTo>
                    <a:pt x="75344" y="122549"/>
                  </a:lnTo>
                  <a:lnTo>
                    <a:pt x="75641" y="126516"/>
                  </a:lnTo>
                  <a:lnTo>
                    <a:pt x="75716" y="128451"/>
                  </a:lnTo>
                  <a:lnTo>
                    <a:pt x="75329" y="129621"/>
                  </a:lnTo>
                  <a:lnTo>
                    <a:pt x="74712" y="132032"/>
                  </a:lnTo>
                  <a:lnTo>
                    <a:pt x="74558" y="136649"/>
                  </a:lnTo>
                  <a:lnTo>
                    <a:pt x="74452" y="138183"/>
                  </a:lnTo>
                  <a:lnTo>
                    <a:pt x="74338" y="142460"/>
                  </a:lnTo>
                  <a:lnTo>
                    <a:pt x="74417" y="145088"/>
                  </a:lnTo>
                  <a:lnTo>
                    <a:pt x="74746" y="147139"/>
                  </a:lnTo>
                  <a:lnTo>
                    <a:pt x="75295" y="148315"/>
                  </a:lnTo>
                  <a:lnTo>
                    <a:pt x="76412" y="148922"/>
                  </a:lnTo>
                  <a:lnTo>
                    <a:pt x="77418" y="149639"/>
                  </a:lnTo>
                  <a:lnTo>
                    <a:pt x="77997" y="153201"/>
                  </a:lnTo>
                  <a:lnTo>
                    <a:pt x="78819" y="157718"/>
                  </a:lnTo>
                  <a:lnTo>
                    <a:pt x="79701" y="159616"/>
                  </a:lnTo>
                  <a:lnTo>
                    <a:pt x="80995" y="160866"/>
                  </a:lnTo>
                  <a:lnTo>
                    <a:pt x="81920" y="160408"/>
                  </a:lnTo>
                  <a:lnTo>
                    <a:pt x="84081" y="159608"/>
                  </a:lnTo>
                  <a:lnTo>
                    <a:pt x="85941" y="159801"/>
                  </a:lnTo>
                  <a:lnTo>
                    <a:pt x="88659" y="161017"/>
                  </a:lnTo>
                  <a:lnTo>
                    <a:pt x="89672" y="160973"/>
                  </a:lnTo>
                  <a:lnTo>
                    <a:pt x="90981" y="160745"/>
                  </a:lnTo>
                  <a:lnTo>
                    <a:pt x="93282" y="158287"/>
                  </a:lnTo>
                  <a:lnTo>
                    <a:pt x="94117" y="157920"/>
                  </a:lnTo>
                  <a:lnTo>
                    <a:pt x="95049" y="158134"/>
                  </a:lnTo>
                  <a:lnTo>
                    <a:pt x="96406" y="159383"/>
                  </a:lnTo>
                  <a:lnTo>
                    <a:pt x="97143" y="160369"/>
                  </a:lnTo>
                  <a:lnTo>
                    <a:pt x="98087" y="161390"/>
                  </a:lnTo>
                  <a:lnTo>
                    <a:pt x="99466" y="162118"/>
                  </a:lnTo>
                  <a:lnTo>
                    <a:pt x="100351" y="161997"/>
                  </a:lnTo>
                  <a:lnTo>
                    <a:pt x="101020" y="161951"/>
                  </a:lnTo>
                  <a:lnTo>
                    <a:pt x="101408" y="162414"/>
                  </a:lnTo>
                  <a:lnTo>
                    <a:pt x="103575" y="169438"/>
                  </a:lnTo>
                  <a:lnTo>
                    <a:pt x="105452" y="175521"/>
                  </a:lnTo>
                  <a:lnTo>
                    <a:pt x="107088" y="180630"/>
                  </a:lnTo>
                  <a:lnTo>
                    <a:pt x="108855" y="186143"/>
                  </a:lnTo>
                  <a:lnTo>
                    <a:pt x="108992" y="186466"/>
                  </a:lnTo>
                  <a:lnTo>
                    <a:pt x="109788" y="185756"/>
                  </a:lnTo>
                  <a:lnTo>
                    <a:pt x="110313" y="186063"/>
                  </a:lnTo>
                  <a:lnTo>
                    <a:pt x="110798" y="187183"/>
                  </a:lnTo>
                  <a:lnTo>
                    <a:pt x="111634" y="186721"/>
                  </a:lnTo>
                  <a:lnTo>
                    <a:pt x="112822" y="184681"/>
                  </a:lnTo>
                  <a:lnTo>
                    <a:pt x="114556" y="184273"/>
                  </a:lnTo>
                  <a:lnTo>
                    <a:pt x="116835" y="185496"/>
                  </a:lnTo>
                  <a:lnTo>
                    <a:pt x="119841" y="185503"/>
                  </a:lnTo>
                  <a:lnTo>
                    <a:pt x="123574" y="184293"/>
                  </a:lnTo>
                  <a:lnTo>
                    <a:pt x="125893" y="182980"/>
                  </a:lnTo>
                  <a:lnTo>
                    <a:pt x="126797" y="181563"/>
                  </a:lnTo>
                  <a:lnTo>
                    <a:pt x="128297" y="181709"/>
                  </a:lnTo>
                  <a:lnTo>
                    <a:pt x="130103" y="182984"/>
                  </a:lnTo>
                  <a:lnTo>
                    <a:pt x="131081" y="184802"/>
                  </a:lnTo>
                  <a:lnTo>
                    <a:pt x="131199" y="186590"/>
                  </a:lnTo>
                  <a:lnTo>
                    <a:pt x="131565" y="189375"/>
                  </a:lnTo>
                  <a:lnTo>
                    <a:pt x="131173" y="192198"/>
                  </a:lnTo>
                  <a:lnTo>
                    <a:pt x="130022" y="195061"/>
                  </a:lnTo>
                  <a:lnTo>
                    <a:pt x="129385" y="198717"/>
                  </a:lnTo>
                  <a:lnTo>
                    <a:pt x="129260" y="203166"/>
                  </a:lnTo>
                  <a:lnTo>
                    <a:pt x="128666" y="206455"/>
                  </a:lnTo>
                  <a:lnTo>
                    <a:pt x="127601" y="208583"/>
                  </a:lnTo>
                  <a:lnTo>
                    <a:pt x="127187" y="211686"/>
                  </a:lnTo>
                  <a:lnTo>
                    <a:pt x="127422" y="215762"/>
                  </a:lnTo>
                  <a:lnTo>
                    <a:pt x="127307" y="221723"/>
                  </a:lnTo>
                  <a:lnTo>
                    <a:pt x="126842" y="229563"/>
                  </a:lnTo>
                  <a:lnTo>
                    <a:pt x="126842" y="234249"/>
                  </a:lnTo>
                  <a:lnTo>
                    <a:pt x="127307" y="235780"/>
                  </a:lnTo>
                  <a:lnTo>
                    <a:pt x="127522" y="237978"/>
                  </a:lnTo>
                  <a:lnTo>
                    <a:pt x="127485" y="240839"/>
                  </a:lnTo>
                  <a:lnTo>
                    <a:pt x="127660" y="243369"/>
                  </a:lnTo>
                  <a:lnTo>
                    <a:pt x="128238" y="246671"/>
                  </a:lnTo>
                  <a:lnTo>
                    <a:pt x="129041" y="253238"/>
                  </a:lnTo>
                  <a:lnTo>
                    <a:pt x="129712" y="256059"/>
                  </a:lnTo>
                  <a:lnTo>
                    <a:pt x="130296" y="257092"/>
                  </a:lnTo>
                  <a:lnTo>
                    <a:pt x="130891" y="258355"/>
                  </a:lnTo>
                  <a:lnTo>
                    <a:pt x="132605" y="265072"/>
                  </a:lnTo>
                  <a:lnTo>
                    <a:pt x="133021" y="266488"/>
                  </a:lnTo>
                  <a:lnTo>
                    <a:pt x="132895" y="267726"/>
                  </a:lnTo>
                  <a:lnTo>
                    <a:pt x="132735" y="268652"/>
                  </a:lnTo>
                  <a:lnTo>
                    <a:pt x="132538" y="269242"/>
                  </a:lnTo>
                  <a:lnTo>
                    <a:pt x="130708" y="273243"/>
                  </a:lnTo>
                  <a:lnTo>
                    <a:pt x="127075" y="281943"/>
                  </a:lnTo>
                  <a:lnTo>
                    <a:pt x="126774" y="283051"/>
                  </a:lnTo>
                  <a:lnTo>
                    <a:pt x="126799" y="284875"/>
                  </a:lnTo>
                  <a:lnTo>
                    <a:pt x="127850" y="283702"/>
                  </a:lnTo>
                  <a:lnTo>
                    <a:pt x="128977" y="284680"/>
                  </a:lnTo>
                  <a:lnTo>
                    <a:pt x="129528" y="284875"/>
                  </a:lnTo>
                  <a:lnTo>
                    <a:pt x="129778" y="285592"/>
                  </a:lnTo>
                  <a:lnTo>
                    <a:pt x="130104" y="287938"/>
                  </a:lnTo>
                  <a:lnTo>
                    <a:pt x="130479" y="288328"/>
                  </a:lnTo>
                  <a:lnTo>
                    <a:pt x="131030" y="289306"/>
                  </a:lnTo>
                  <a:lnTo>
                    <a:pt x="132107" y="291780"/>
                  </a:lnTo>
                  <a:lnTo>
                    <a:pt x="133008" y="294388"/>
                  </a:lnTo>
                  <a:lnTo>
                    <a:pt x="133684" y="295636"/>
                  </a:lnTo>
                  <a:lnTo>
                    <a:pt x="134160" y="296797"/>
                  </a:lnTo>
                  <a:lnTo>
                    <a:pt x="134310" y="298492"/>
                  </a:lnTo>
                  <a:lnTo>
                    <a:pt x="134110" y="300185"/>
                  </a:lnTo>
                  <a:lnTo>
                    <a:pt x="134675" y="304112"/>
                  </a:lnTo>
                  <a:lnTo>
                    <a:pt x="135061" y="305333"/>
                  </a:lnTo>
                  <a:lnTo>
                    <a:pt x="135261" y="306831"/>
                  </a:lnTo>
                  <a:lnTo>
                    <a:pt x="135061" y="308330"/>
                  </a:lnTo>
                  <a:lnTo>
                    <a:pt x="135537" y="310088"/>
                  </a:lnTo>
                  <a:lnTo>
                    <a:pt x="136055" y="313550"/>
                  </a:lnTo>
                  <a:lnTo>
                    <a:pt x="136689" y="317776"/>
                  </a:lnTo>
                  <a:lnTo>
                    <a:pt x="136763" y="320122"/>
                  </a:lnTo>
                  <a:lnTo>
                    <a:pt x="137027" y="321203"/>
                  </a:lnTo>
                  <a:lnTo>
                    <a:pt x="137336" y="324341"/>
                  </a:lnTo>
                  <a:lnTo>
                    <a:pt x="137866" y="327288"/>
                  </a:lnTo>
                  <a:lnTo>
                    <a:pt x="137740" y="329308"/>
                  </a:lnTo>
                  <a:lnTo>
                    <a:pt x="137962" y="331284"/>
                  </a:lnTo>
                  <a:lnTo>
                    <a:pt x="135813" y="332604"/>
                  </a:lnTo>
                  <a:lnTo>
                    <a:pt x="135620" y="332396"/>
                  </a:lnTo>
                  <a:lnTo>
                    <a:pt x="135490" y="331669"/>
                  </a:lnTo>
                  <a:lnTo>
                    <a:pt x="135551" y="326037"/>
                  </a:lnTo>
                  <a:lnTo>
                    <a:pt x="135530" y="319685"/>
                  </a:lnTo>
                  <a:lnTo>
                    <a:pt x="135200" y="317083"/>
                  </a:lnTo>
                  <a:lnTo>
                    <a:pt x="134217" y="312911"/>
                  </a:lnTo>
                  <a:lnTo>
                    <a:pt x="132913" y="307377"/>
                  </a:lnTo>
                  <a:lnTo>
                    <a:pt x="132557" y="305789"/>
                  </a:lnTo>
                  <a:lnTo>
                    <a:pt x="132007" y="304877"/>
                  </a:lnTo>
                  <a:lnTo>
                    <a:pt x="131356" y="304746"/>
                  </a:lnTo>
                  <a:lnTo>
                    <a:pt x="130880" y="305137"/>
                  </a:lnTo>
                  <a:lnTo>
                    <a:pt x="130240" y="306168"/>
                  </a:lnTo>
                  <a:lnTo>
                    <a:pt x="129636" y="307289"/>
                  </a:lnTo>
                  <a:lnTo>
                    <a:pt x="128470" y="310627"/>
                  </a:lnTo>
                  <a:lnTo>
                    <a:pt x="127298" y="314528"/>
                  </a:lnTo>
                  <a:lnTo>
                    <a:pt x="126612" y="315399"/>
                  </a:lnTo>
                  <a:lnTo>
                    <a:pt x="125922" y="315757"/>
                  </a:lnTo>
                  <a:lnTo>
                    <a:pt x="125315" y="315638"/>
                  </a:lnTo>
                  <a:lnTo>
                    <a:pt x="124825" y="314589"/>
                  </a:lnTo>
                  <a:lnTo>
                    <a:pt x="124323" y="312459"/>
                  </a:lnTo>
                  <a:lnTo>
                    <a:pt x="123719" y="309633"/>
                  </a:lnTo>
                  <a:lnTo>
                    <a:pt x="122998" y="308709"/>
                  </a:lnTo>
                  <a:lnTo>
                    <a:pt x="122719" y="309578"/>
                  </a:lnTo>
                  <a:lnTo>
                    <a:pt x="122479" y="311240"/>
                  </a:lnTo>
                  <a:lnTo>
                    <a:pt x="122292" y="312890"/>
                  </a:lnTo>
                  <a:lnTo>
                    <a:pt x="122776" y="314987"/>
                  </a:lnTo>
                  <a:lnTo>
                    <a:pt x="123193" y="316604"/>
                  </a:lnTo>
                  <a:lnTo>
                    <a:pt x="122478" y="316549"/>
                  </a:lnTo>
                  <a:lnTo>
                    <a:pt x="120163" y="316552"/>
                  </a:lnTo>
                  <a:lnTo>
                    <a:pt x="117494" y="316555"/>
                  </a:lnTo>
                  <a:lnTo>
                    <a:pt x="114829" y="316558"/>
                  </a:lnTo>
                  <a:lnTo>
                    <a:pt x="112432" y="316561"/>
                  </a:lnTo>
                  <a:lnTo>
                    <a:pt x="110212" y="316562"/>
                  </a:lnTo>
                  <a:lnTo>
                    <a:pt x="109365" y="316428"/>
                  </a:lnTo>
                  <a:lnTo>
                    <a:pt x="108504" y="315479"/>
                  </a:lnTo>
                  <a:lnTo>
                    <a:pt x="107678" y="315026"/>
                  </a:lnTo>
                  <a:lnTo>
                    <a:pt x="107243" y="315099"/>
                  </a:lnTo>
                  <a:lnTo>
                    <a:pt x="106461" y="316024"/>
                  </a:lnTo>
                  <a:lnTo>
                    <a:pt x="105444" y="316160"/>
                  </a:lnTo>
                  <a:lnTo>
                    <a:pt x="104759" y="317037"/>
                  </a:lnTo>
                  <a:lnTo>
                    <a:pt x="104207" y="316932"/>
                  </a:lnTo>
                  <a:lnTo>
                    <a:pt x="104197" y="321803"/>
                  </a:lnTo>
                  <a:lnTo>
                    <a:pt x="104182" y="328750"/>
                  </a:lnTo>
                  <a:lnTo>
                    <a:pt x="104166" y="336116"/>
                  </a:lnTo>
                  <a:lnTo>
                    <a:pt x="104780" y="335557"/>
                  </a:lnTo>
                  <a:lnTo>
                    <a:pt x="105311" y="335611"/>
                  </a:lnTo>
                  <a:lnTo>
                    <a:pt x="105701" y="336129"/>
                  </a:lnTo>
                  <a:lnTo>
                    <a:pt x="106792" y="335710"/>
                  </a:lnTo>
                  <a:lnTo>
                    <a:pt x="107398" y="335931"/>
                  </a:lnTo>
                  <a:lnTo>
                    <a:pt x="107971" y="336117"/>
                  </a:lnTo>
                  <a:lnTo>
                    <a:pt x="108502" y="336143"/>
                  </a:lnTo>
                  <a:lnTo>
                    <a:pt x="108829" y="336727"/>
                  </a:lnTo>
                  <a:lnTo>
                    <a:pt x="109269" y="336622"/>
                  </a:lnTo>
                  <a:lnTo>
                    <a:pt x="109739" y="335983"/>
                  </a:lnTo>
                  <a:lnTo>
                    <a:pt x="110302" y="336382"/>
                  </a:lnTo>
                  <a:lnTo>
                    <a:pt x="110905" y="337420"/>
                  </a:lnTo>
                  <a:lnTo>
                    <a:pt x="111294" y="338964"/>
                  </a:lnTo>
                  <a:lnTo>
                    <a:pt x="111642" y="340880"/>
                  </a:lnTo>
                  <a:lnTo>
                    <a:pt x="111989" y="341891"/>
                  </a:lnTo>
                  <a:lnTo>
                    <a:pt x="111969" y="343726"/>
                  </a:lnTo>
                  <a:lnTo>
                    <a:pt x="111958" y="345164"/>
                  </a:lnTo>
                  <a:lnTo>
                    <a:pt x="111836" y="346360"/>
                  </a:lnTo>
                  <a:lnTo>
                    <a:pt x="111989" y="347133"/>
                  </a:lnTo>
                  <a:lnTo>
                    <a:pt x="112102" y="347957"/>
                  </a:lnTo>
                  <a:lnTo>
                    <a:pt x="112071" y="348437"/>
                  </a:lnTo>
                  <a:lnTo>
                    <a:pt x="111866" y="348649"/>
                  </a:lnTo>
                  <a:lnTo>
                    <a:pt x="111427" y="348810"/>
                  </a:lnTo>
                  <a:lnTo>
                    <a:pt x="110956" y="348942"/>
                  </a:lnTo>
                  <a:lnTo>
                    <a:pt x="110629" y="348889"/>
                  </a:lnTo>
                  <a:lnTo>
                    <a:pt x="110374" y="348144"/>
                  </a:lnTo>
                  <a:lnTo>
                    <a:pt x="110128" y="348064"/>
                  </a:lnTo>
                  <a:lnTo>
                    <a:pt x="109770" y="348170"/>
                  </a:lnTo>
                  <a:lnTo>
                    <a:pt x="109392" y="347717"/>
                  </a:lnTo>
                  <a:lnTo>
                    <a:pt x="109065" y="346787"/>
                  </a:lnTo>
                  <a:lnTo>
                    <a:pt x="108482" y="345855"/>
                  </a:lnTo>
                  <a:lnTo>
                    <a:pt x="107858" y="346254"/>
                  </a:lnTo>
                  <a:lnTo>
                    <a:pt x="107429" y="346733"/>
                  </a:lnTo>
                  <a:lnTo>
                    <a:pt x="106989" y="347319"/>
                  </a:lnTo>
                  <a:lnTo>
                    <a:pt x="106590" y="347931"/>
                  </a:lnTo>
                  <a:lnTo>
                    <a:pt x="106191" y="347771"/>
                  </a:lnTo>
                  <a:lnTo>
                    <a:pt x="105680" y="348222"/>
                  </a:lnTo>
                  <a:lnTo>
                    <a:pt x="105250" y="348915"/>
                  </a:lnTo>
                  <a:lnTo>
                    <a:pt x="104678" y="349473"/>
                  </a:lnTo>
                  <a:lnTo>
                    <a:pt x="104054" y="349739"/>
                  </a:lnTo>
                  <a:lnTo>
                    <a:pt x="103338" y="350007"/>
                  </a:lnTo>
                  <a:lnTo>
                    <a:pt x="102653" y="350112"/>
                  </a:lnTo>
                  <a:lnTo>
                    <a:pt x="101875" y="350326"/>
                  </a:lnTo>
                  <a:lnTo>
                    <a:pt x="101830" y="354204"/>
                  </a:lnTo>
                  <a:lnTo>
                    <a:pt x="101741" y="361828"/>
                  </a:lnTo>
                  <a:lnTo>
                    <a:pt x="101682" y="366875"/>
                  </a:lnTo>
                  <a:lnTo>
                    <a:pt x="101687" y="371527"/>
                  </a:lnTo>
                  <a:lnTo>
                    <a:pt x="101987" y="373221"/>
                  </a:lnTo>
                  <a:lnTo>
                    <a:pt x="103365" y="376805"/>
                  </a:lnTo>
                  <a:lnTo>
                    <a:pt x="104441" y="378692"/>
                  </a:lnTo>
                  <a:lnTo>
                    <a:pt x="105355" y="380796"/>
                  </a:lnTo>
                  <a:lnTo>
                    <a:pt x="106263" y="381679"/>
                  </a:lnTo>
                  <a:lnTo>
                    <a:pt x="106644" y="382472"/>
                  </a:lnTo>
                  <a:lnTo>
                    <a:pt x="106894" y="383773"/>
                  </a:lnTo>
                  <a:lnTo>
                    <a:pt x="107020" y="385141"/>
                  </a:lnTo>
                  <a:lnTo>
                    <a:pt x="107120" y="386316"/>
                  </a:lnTo>
                  <a:lnTo>
                    <a:pt x="107020" y="387554"/>
                  </a:lnTo>
                  <a:lnTo>
                    <a:pt x="106795" y="388725"/>
                  </a:lnTo>
                  <a:lnTo>
                    <a:pt x="106894" y="389963"/>
                  </a:lnTo>
                  <a:lnTo>
                    <a:pt x="107220" y="390941"/>
                  </a:lnTo>
                  <a:lnTo>
                    <a:pt x="107320" y="392179"/>
                  </a:lnTo>
                  <a:lnTo>
                    <a:pt x="107545" y="393351"/>
                  </a:lnTo>
                  <a:lnTo>
                    <a:pt x="107671" y="394525"/>
                  </a:lnTo>
                  <a:lnTo>
                    <a:pt x="107946" y="395371"/>
                  </a:lnTo>
                  <a:lnTo>
                    <a:pt x="108297" y="395960"/>
                  </a:lnTo>
                  <a:lnTo>
                    <a:pt x="108747" y="396935"/>
                  </a:lnTo>
                  <a:lnTo>
                    <a:pt x="108797" y="397847"/>
                  </a:lnTo>
                  <a:lnTo>
                    <a:pt x="108747" y="398891"/>
                  </a:lnTo>
                  <a:lnTo>
                    <a:pt x="108743" y="399679"/>
                  </a:lnTo>
                  <a:lnTo>
                    <a:pt x="109171" y="401471"/>
                  </a:lnTo>
                  <a:lnTo>
                    <a:pt x="109298" y="402732"/>
                  </a:lnTo>
                  <a:lnTo>
                    <a:pt x="109098" y="404233"/>
                  </a:lnTo>
                  <a:lnTo>
                    <a:pt x="108904" y="409433"/>
                  </a:lnTo>
                  <a:lnTo>
                    <a:pt x="108408" y="415351"/>
                  </a:lnTo>
                  <a:lnTo>
                    <a:pt x="108092" y="419870"/>
                  </a:lnTo>
                  <a:lnTo>
                    <a:pt x="107576" y="427237"/>
                  </a:lnTo>
                  <a:lnTo>
                    <a:pt x="106976" y="435808"/>
                  </a:lnTo>
                  <a:lnTo>
                    <a:pt x="106246" y="446251"/>
                  </a:lnTo>
                  <a:lnTo>
                    <a:pt x="105524" y="456564"/>
                  </a:lnTo>
                  <a:lnTo>
                    <a:pt x="104825" y="466548"/>
                  </a:lnTo>
                  <a:lnTo>
                    <a:pt x="104194" y="475569"/>
                  </a:lnTo>
                  <a:lnTo>
                    <a:pt x="103498" y="485519"/>
                  </a:lnTo>
                  <a:lnTo>
                    <a:pt x="103076" y="491547"/>
                  </a:lnTo>
                  <a:lnTo>
                    <a:pt x="102874" y="492591"/>
                  </a:lnTo>
                  <a:lnTo>
                    <a:pt x="102292" y="490407"/>
                  </a:lnTo>
                  <a:lnTo>
                    <a:pt x="101411" y="488344"/>
                  </a:lnTo>
                  <a:lnTo>
                    <a:pt x="100585" y="487103"/>
                  </a:lnTo>
                  <a:lnTo>
                    <a:pt x="100235" y="485475"/>
                  </a:lnTo>
                  <a:lnTo>
                    <a:pt x="99759" y="482154"/>
                  </a:lnTo>
                  <a:lnTo>
                    <a:pt x="99099" y="481017"/>
                  </a:lnTo>
                  <a:lnTo>
                    <a:pt x="98632" y="480134"/>
                  </a:lnTo>
                  <a:lnTo>
                    <a:pt x="98182" y="480264"/>
                  </a:lnTo>
                  <a:lnTo>
                    <a:pt x="97706" y="481176"/>
                  </a:lnTo>
                  <a:lnTo>
                    <a:pt x="96971" y="481759"/>
                  </a:lnTo>
                  <a:lnTo>
                    <a:pt x="96473" y="481672"/>
                  </a:lnTo>
                  <a:lnTo>
                    <a:pt x="94468" y="479384"/>
                  </a:lnTo>
                  <a:lnTo>
                    <a:pt x="94140" y="479164"/>
                  </a:lnTo>
                  <a:lnTo>
                    <a:pt x="95428" y="473936"/>
                  </a:lnTo>
                  <a:lnTo>
                    <a:pt x="97730" y="464589"/>
                  </a:lnTo>
                  <a:lnTo>
                    <a:pt x="99193" y="458650"/>
                  </a:lnTo>
                  <a:lnTo>
                    <a:pt x="100817" y="452054"/>
                  </a:lnTo>
                  <a:lnTo>
                    <a:pt x="101647" y="448689"/>
                  </a:lnTo>
                  <a:lnTo>
                    <a:pt x="101756" y="448115"/>
                  </a:lnTo>
                  <a:lnTo>
                    <a:pt x="101752" y="447255"/>
                  </a:lnTo>
                  <a:lnTo>
                    <a:pt x="101399" y="445971"/>
                  </a:lnTo>
                  <a:lnTo>
                    <a:pt x="100617" y="445428"/>
                  </a:lnTo>
                  <a:lnTo>
                    <a:pt x="99712" y="444444"/>
                  </a:lnTo>
                  <a:lnTo>
                    <a:pt x="99142" y="442848"/>
                  </a:lnTo>
                  <a:lnTo>
                    <a:pt x="98352" y="442162"/>
                  </a:lnTo>
                  <a:lnTo>
                    <a:pt x="97738" y="441022"/>
                  </a:lnTo>
                  <a:lnTo>
                    <a:pt x="96619" y="439911"/>
                  </a:lnTo>
                  <a:lnTo>
                    <a:pt x="95948" y="438881"/>
                  </a:lnTo>
                  <a:lnTo>
                    <a:pt x="95129" y="438511"/>
                  </a:lnTo>
                  <a:lnTo>
                    <a:pt x="94478" y="436627"/>
                  </a:lnTo>
                  <a:lnTo>
                    <a:pt x="92102" y="432980"/>
                  </a:lnTo>
                  <a:lnTo>
                    <a:pt x="91489" y="432633"/>
                  </a:lnTo>
                  <a:lnTo>
                    <a:pt x="90822" y="433193"/>
                  </a:lnTo>
                  <a:lnTo>
                    <a:pt x="89845" y="433773"/>
                  </a:lnTo>
                  <a:lnTo>
                    <a:pt x="88902" y="435773"/>
                  </a:lnTo>
                  <a:lnTo>
                    <a:pt x="87724" y="436416"/>
                  </a:lnTo>
                  <a:lnTo>
                    <a:pt x="86624" y="436393"/>
                  </a:lnTo>
                  <a:lnTo>
                    <a:pt x="86051" y="435202"/>
                  </a:lnTo>
                  <a:lnTo>
                    <a:pt x="85499" y="434772"/>
                  </a:lnTo>
                  <a:lnTo>
                    <a:pt x="84779" y="433147"/>
                  </a:lnTo>
                  <a:lnTo>
                    <a:pt x="83507" y="431903"/>
                  </a:lnTo>
                  <a:lnTo>
                    <a:pt x="82587" y="431035"/>
                  </a:lnTo>
                  <a:lnTo>
                    <a:pt x="82017" y="431436"/>
                  </a:lnTo>
                  <a:lnTo>
                    <a:pt x="81284" y="433251"/>
                  </a:lnTo>
                  <a:lnTo>
                    <a:pt x="80543" y="435051"/>
                  </a:lnTo>
                  <a:lnTo>
                    <a:pt x="79955" y="436171"/>
                  </a:lnTo>
                  <a:lnTo>
                    <a:pt x="79166" y="436113"/>
                  </a:lnTo>
                  <a:lnTo>
                    <a:pt x="78223" y="437770"/>
                  </a:lnTo>
                  <a:lnTo>
                    <a:pt x="77296" y="438356"/>
                  </a:lnTo>
                  <a:lnTo>
                    <a:pt x="76362" y="438615"/>
                  </a:lnTo>
                  <a:lnTo>
                    <a:pt x="75284" y="439195"/>
                  </a:lnTo>
                  <a:lnTo>
                    <a:pt x="74091" y="438194"/>
                  </a:lnTo>
                  <a:lnTo>
                    <a:pt x="73114" y="437311"/>
                  </a:lnTo>
                  <a:lnTo>
                    <a:pt x="72675" y="436913"/>
                  </a:lnTo>
                  <a:lnTo>
                    <a:pt x="72280" y="437190"/>
                  </a:lnTo>
                  <a:lnTo>
                    <a:pt x="71667" y="438110"/>
                  </a:lnTo>
                  <a:lnTo>
                    <a:pt x="70565" y="438503"/>
                  </a:lnTo>
                  <a:lnTo>
                    <a:pt x="69703" y="438592"/>
                  </a:lnTo>
                  <a:lnTo>
                    <a:pt x="69090" y="438165"/>
                  </a:lnTo>
                  <a:lnTo>
                    <a:pt x="68539" y="436561"/>
                  </a:lnTo>
                  <a:lnTo>
                    <a:pt x="67647" y="435741"/>
                  </a:lnTo>
                  <a:lnTo>
                    <a:pt x="66667" y="434743"/>
                  </a:lnTo>
                  <a:lnTo>
                    <a:pt x="66461" y="432679"/>
                  </a:lnTo>
                  <a:lnTo>
                    <a:pt x="66602" y="431141"/>
                  </a:lnTo>
                  <a:lnTo>
                    <a:pt x="66985" y="428917"/>
                  </a:lnTo>
                  <a:lnTo>
                    <a:pt x="66772" y="426620"/>
                  </a:lnTo>
                  <a:lnTo>
                    <a:pt x="66360" y="422987"/>
                  </a:lnTo>
                  <a:lnTo>
                    <a:pt x="66184" y="421506"/>
                  </a:lnTo>
                  <a:lnTo>
                    <a:pt x="65878" y="420248"/>
                  </a:lnTo>
                  <a:lnTo>
                    <a:pt x="65395" y="419792"/>
                  </a:lnTo>
                  <a:lnTo>
                    <a:pt x="64452" y="420136"/>
                  </a:lnTo>
                  <a:lnTo>
                    <a:pt x="63421" y="418762"/>
                  </a:lnTo>
                  <a:lnTo>
                    <a:pt x="62785" y="417452"/>
                  </a:lnTo>
                  <a:lnTo>
                    <a:pt x="62457" y="415850"/>
                  </a:lnTo>
                  <a:lnTo>
                    <a:pt x="62808" y="412829"/>
                  </a:lnTo>
                  <a:lnTo>
                    <a:pt x="62501" y="410261"/>
                  </a:lnTo>
                  <a:lnTo>
                    <a:pt x="61886" y="408832"/>
                  </a:lnTo>
                  <a:lnTo>
                    <a:pt x="61491" y="406322"/>
                  </a:lnTo>
                  <a:lnTo>
                    <a:pt x="60878" y="404325"/>
                  </a:lnTo>
                  <a:lnTo>
                    <a:pt x="60066" y="403301"/>
                  </a:lnTo>
                  <a:lnTo>
                    <a:pt x="59255" y="403413"/>
                  </a:lnTo>
                  <a:lnTo>
                    <a:pt x="58619" y="402784"/>
                  </a:lnTo>
                  <a:lnTo>
                    <a:pt x="57895" y="400672"/>
                  </a:lnTo>
                  <a:lnTo>
                    <a:pt x="57215" y="399873"/>
                  </a:lnTo>
                  <a:lnTo>
                    <a:pt x="56448" y="397818"/>
                  </a:lnTo>
                  <a:lnTo>
                    <a:pt x="55013" y="396906"/>
                  </a:lnTo>
                  <a:lnTo>
                    <a:pt x="54268" y="396104"/>
                  </a:lnTo>
                  <a:lnTo>
                    <a:pt x="53842" y="394840"/>
                  </a:lnTo>
                  <a:lnTo>
                    <a:pt x="53268" y="392566"/>
                  </a:lnTo>
                  <a:lnTo>
                    <a:pt x="53334" y="391311"/>
                  </a:lnTo>
                  <a:lnTo>
                    <a:pt x="53056" y="390076"/>
                  </a:lnTo>
                  <a:lnTo>
                    <a:pt x="52808" y="387854"/>
                  </a:lnTo>
                  <a:lnTo>
                    <a:pt x="52321" y="384581"/>
                  </a:lnTo>
                  <a:lnTo>
                    <a:pt x="51783" y="382720"/>
                  </a:lnTo>
                  <a:lnTo>
                    <a:pt x="51230" y="381315"/>
                  </a:lnTo>
                  <a:lnTo>
                    <a:pt x="50762" y="380126"/>
                  </a:lnTo>
                  <a:lnTo>
                    <a:pt x="50067" y="378357"/>
                  </a:lnTo>
                  <a:lnTo>
                    <a:pt x="49212" y="377330"/>
                  </a:lnTo>
                  <a:lnTo>
                    <a:pt x="48488" y="376248"/>
                  </a:lnTo>
                  <a:lnTo>
                    <a:pt x="48203" y="374649"/>
                  </a:lnTo>
                  <a:lnTo>
                    <a:pt x="47961" y="373336"/>
                  </a:lnTo>
                  <a:lnTo>
                    <a:pt x="47555" y="373431"/>
                  </a:lnTo>
                  <a:lnTo>
                    <a:pt x="46973" y="373316"/>
                  </a:lnTo>
                  <a:lnTo>
                    <a:pt x="46331" y="372984"/>
                  </a:lnTo>
                  <a:lnTo>
                    <a:pt x="45654" y="372029"/>
                  </a:lnTo>
                  <a:lnTo>
                    <a:pt x="45089" y="370872"/>
                  </a:lnTo>
                  <a:lnTo>
                    <a:pt x="44139" y="368915"/>
                  </a:lnTo>
                  <a:lnTo>
                    <a:pt x="43620" y="368657"/>
                  </a:lnTo>
                  <a:lnTo>
                    <a:pt x="43160" y="368657"/>
                  </a:lnTo>
                  <a:lnTo>
                    <a:pt x="42480" y="370572"/>
                  </a:lnTo>
                  <a:lnTo>
                    <a:pt x="40442" y="368559"/>
                  </a:lnTo>
                  <a:lnTo>
                    <a:pt x="38700" y="365565"/>
                  </a:lnTo>
                  <a:lnTo>
                    <a:pt x="36891" y="364786"/>
                  </a:lnTo>
                  <a:lnTo>
                    <a:pt x="35720" y="362962"/>
                  </a:lnTo>
                  <a:lnTo>
                    <a:pt x="34640" y="360103"/>
                  </a:lnTo>
                  <a:lnTo>
                    <a:pt x="34057" y="358172"/>
                  </a:lnTo>
                  <a:lnTo>
                    <a:pt x="33583" y="357213"/>
                  </a:lnTo>
                  <a:lnTo>
                    <a:pt x="31282" y="354439"/>
                  </a:lnTo>
                  <a:lnTo>
                    <a:pt x="30823" y="354171"/>
                  </a:lnTo>
                  <a:lnTo>
                    <a:pt x="29947" y="355457"/>
                  </a:lnTo>
                  <a:lnTo>
                    <a:pt x="29661" y="356229"/>
                  </a:lnTo>
                  <a:lnTo>
                    <a:pt x="29608" y="358443"/>
                  </a:lnTo>
                  <a:lnTo>
                    <a:pt x="29503" y="359704"/>
                  </a:lnTo>
                  <a:lnTo>
                    <a:pt x="28738" y="360466"/>
                  </a:lnTo>
                  <a:lnTo>
                    <a:pt x="27507" y="360303"/>
                  </a:lnTo>
                  <a:lnTo>
                    <a:pt x="26650" y="359499"/>
                  </a:lnTo>
                  <a:lnTo>
                    <a:pt x="26077" y="359383"/>
                  </a:lnTo>
                  <a:lnTo>
                    <a:pt x="25960" y="360012"/>
                  </a:lnTo>
                  <a:lnTo>
                    <a:pt x="25637" y="360283"/>
                  </a:lnTo>
                  <a:lnTo>
                    <a:pt x="24937" y="360103"/>
                  </a:lnTo>
                  <a:lnTo>
                    <a:pt x="23906" y="359489"/>
                  </a:lnTo>
                  <a:lnTo>
                    <a:pt x="22972" y="358670"/>
                  </a:lnTo>
                  <a:lnTo>
                    <a:pt x="21703" y="356931"/>
                  </a:lnTo>
                  <a:lnTo>
                    <a:pt x="21117" y="357148"/>
                  </a:lnTo>
                  <a:lnTo>
                    <a:pt x="19676" y="356774"/>
                  </a:lnTo>
                  <a:lnTo>
                    <a:pt x="18499" y="355784"/>
                  </a:lnTo>
                  <a:lnTo>
                    <a:pt x="18199" y="354869"/>
                  </a:lnTo>
                  <a:lnTo>
                    <a:pt x="17689" y="348615"/>
                  </a:lnTo>
                  <a:lnTo>
                    <a:pt x="17533" y="348182"/>
                  </a:lnTo>
                  <a:lnTo>
                    <a:pt x="17025" y="347911"/>
                  </a:lnTo>
                  <a:lnTo>
                    <a:pt x="16171" y="347049"/>
                  </a:lnTo>
                  <a:lnTo>
                    <a:pt x="15634" y="346041"/>
                  </a:lnTo>
                  <a:lnTo>
                    <a:pt x="15355" y="344309"/>
                  </a:lnTo>
                  <a:lnTo>
                    <a:pt x="15018" y="342666"/>
                  </a:lnTo>
                  <a:lnTo>
                    <a:pt x="13579" y="343034"/>
                  </a:lnTo>
                  <a:lnTo>
                    <a:pt x="11223" y="340867"/>
                  </a:lnTo>
                  <a:lnTo>
                    <a:pt x="9592" y="338804"/>
                  </a:lnTo>
                  <a:lnTo>
                    <a:pt x="8100" y="336512"/>
                  </a:lnTo>
                  <a:lnTo>
                    <a:pt x="5835" y="331999"/>
                  </a:lnTo>
                  <a:lnTo>
                    <a:pt x="4971" y="330881"/>
                  </a:lnTo>
                  <a:lnTo>
                    <a:pt x="3903" y="329499"/>
                  </a:lnTo>
                  <a:lnTo>
                    <a:pt x="3274" y="327275"/>
                  </a:lnTo>
                  <a:lnTo>
                    <a:pt x="2232" y="325030"/>
                  </a:lnTo>
                  <a:lnTo>
                    <a:pt x="1882" y="324419"/>
                  </a:lnTo>
                  <a:lnTo>
                    <a:pt x="1555" y="322389"/>
                  </a:lnTo>
                  <a:lnTo>
                    <a:pt x="0" y="319445"/>
                  </a:lnTo>
                  <a:lnTo>
                    <a:pt x="769" y="315648"/>
                  </a:lnTo>
                  <a:lnTo>
                    <a:pt x="2639" y="312795"/>
                  </a:lnTo>
                  <a:lnTo>
                    <a:pt x="5093" y="315010"/>
                  </a:lnTo>
                  <a:lnTo>
                    <a:pt x="5393" y="310582"/>
                  </a:lnTo>
                  <a:lnTo>
                    <a:pt x="4506" y="306663"/>
                  </a:lnTo>
                  <a:lnTo>
                    <a:pt x="4637" y="299260"/>
                  </a:lnTo>
                  <a:lnTo>
                    <a:pt x="4925" y="297787"/>
                  </a:lnTo>
                  <a:lnTo>
                    <a:pt x="5572" y="295806"/>
                  </a:lnTo>
                  <a:lnTo>
                    <a:pt x="6415" y="294435"/>
                  </a:lnTo>
                  <a:lnTo>
                    <a:pt x="6910" y="294038"/>
                  </a:lnTo>
                  <a:lnTo>
                    <a:pt x="7750" y="294717"/>
                  </a:lnTo>
                  <a:lnTo>
                    <a:pt x="8281" y="293241"/>
                  </a:lnTo>
                  <a:lnTo>
                    <a:pt x="10281" y="293900"/>
                  </a:lnTo>
                  <a:lnTo>
                    <a:pt x="10887" y="293281"/>
                  </a:lnTo>
                  <a:lnTo>
                    <a:pt x="11301" y="292278"/>
                  </a:lnTo>
                  <a:lnTo>
                    <a:pt x="11789" y="291512"/>
                  </a:lnTo>
                  <a:lnTo>
                    <a:pt x="12413" y="289732"/>
                  </a:lnTo>
                  <a:lnTo>
                    <a:pt x="12770" y="287676"/>
                  </a:lnTo>
                  <a:lnTo>
                    <a:pt x="13069" y="286876"/>
                  </a:lnTo>
                  <a:lnTo>
                    <a:pt x="13761" y="287158"/>
                  </a:lnTo>
                  <a:lnTo>
                    <a:pt x="13824" y="286270"/>
                  </a:lnTo>
                  <a:lnTo>
                    <a:pt x="14180" y="285061"/>
                  </a:lnTo>
                  <a:lnTo>
                    <a:pt x="15391" y="282356"/>
                  </a:lnTo>
                  <a:lnTo>
                    <a:pt x="15379" y="281160"/>
                  </a:lnTo>
                  <a:lnTo>
                    <a:pt x="15039" y="278553"/>
                  </a:lnTo>
                  <a:lnTo>
                    <a:pt x="15122" y="277596"/>
                  </a:lnTo>
                  <a:lnTo>
                    <a:pt x="15822" y="277264"/>
                  </a:lnTo>
                  <a:lnTo>
                    <a:pt x="16650" y="276531"/>
                  </a:lnTo>
                  <a:lnTo>
                    <a:pt x="17091" y="274041"/>
                  </a:lnTo>
                  <a:lnTo>
                    <a:pt x="17637" y="271868"/>
                  </a:lnTo>
                  <a:lnTo>
                    <a:pt x="18262" y="268676"/>
                  </a:lnTo>
                  <a:lnTo>
                    <a:pt x="18951" y="268476"/>
                  </a:lnTo>
                  <a:lnTo>
                    <a:pt x="19315" y="264748"/>
                  </a:lnTo>
                  <a:lnTo>
                    <a:pt x="20242" y="261480"/>
                  </a:lnTo>
                  <a:lnTo>
                    <a:pt x="22127" y="251790"/>
                  </a:lnTo>
                  <a:lnTo>
                    <a:pt x="21559" y="252003"/>
                  </a:lnTo>
                  <a:lnTo>
                    <a:pt x="21107" y="253297"/>
                  </a:lnTo>
                  <a:lnTo>
                    <a:pt x="20592" y="253144"/>
                  </a:lnTo>
                  <a:lnTo>
                    <a:pt x="20007" y="252383"/>
                  </a:lnTo>
                  <a:lnTo>
                    <a:pt x="20179" y="248017"/>
                  </a:lnTo>
                  <a:lnTo>
                    <a:pt x="19842" y="247499"/>
                  </a:lnTo>
                  <a:lnTo>
                    <a:pt x="18932" y="250860"/>
                  </a:lnTo>
                  <a:lnTo>
                    <a:pt x="18147" y="247441"/>
                  </a:lnTo>
                  <a:lnTo>
                    <a:pt x="18076" y="245358"/>
                  </a:lnTo>
                  <a:lnTo>
                    <a:pt x="18406" y="243294"/>
                  </a:lnTo>
                  <a:lnTo>
                    <a:pt x="18358" y="241906"/>
                  </a:lnTo>
                  <a:lnTo>
                    <a:pt x="17086" y="242939"/>
                  </a:lnTo>
                  <a:lnTo>
                    <a:pt x="17145" y="241654"/>
                  </a:lnTo>
                  <a:lnTo>
                    <a:pt x="17936" y="240332"/>
                  </a:lnTo>
                  <a:lnTo>
                    <a:pt x="18295" y="238956"/>
                  </a:lnTo>
                  <a:lnTo>
                    <a:pt x="18985" y="237458"/>
                  </a:lnTo>
                  <a:lnTo>
                    <a:pt x="19271" y="235191"/>
                  </a:lnTo>
                  <a:lnTo>
                    <a:pt x="19437" y="231680"/>
                  </a:lnTo>
                  <a:lnTo>
                    <a:pt x="19748" y="227901"/>
                  </a:lnTo>
                  <a:lnTo>
                    <a:pt x="19518" y="226041"/>
                  </a:lnTo>
                  <a:lnTo>
                    <a:pt x="19145" y="224450"/>
                  </a:lnTo>
                  <a:lnTo>
                    <a:pt x="18835" y="217416"/>
                  </a:lnTo>
                  <a:lnTo>
                    <a:pt x="18921" y="213320"/>
                  </a:lnTo>
                  <a:lnTo>
                    <a:pt x="18760" y="210105"/>
                  </a:lnTo>
                  <a:lnTo>
                    <a:pt x="18437" y="207381"/>
                  </a:lnTo>
                  <a:lnTo>
                    <a:pt x="16931" y="203807"/>
                  </a:lnTo>
                  <a:lnTo>
                    <a:pt x="19313" y="199714"/>
                  </a:lnTo>
                  <a:lnTo>
                    <a:pt x="20169" y="196625"/>
                  </a:lnTo>
                  <a:lnTo>
                    <a:pt x="19085" y="190266"/>
                  </a:lnTo>
                  <a:lnTo>
                    <a:pt x="17669" y="184906"/>
                  </a:lnTo>
                  <a:lnTo>
                    <a:pt x="17628" y="181689"/>
                  </a:lnTo>
                  <a:lnTo>
                    <a:pt x="18002" y="182100"/>
                  </a:lnTo>
                  <a:lnTo>
                    <a:pt x="18477" y="182003"/>
                  </a:lnTo>
                  <a:lnTo>
                    <a:pt x="18913" y="175222"/>
                  </a:lnTo>
                  <a:lnTo>
                    <a:pt x="18811" y="173121"/>
                  </a:lnTo>
                  <a:lnTo>
                    <a:pt x="18016" y="169730"/>
                  </a:lnTo>
                  <a:lnTo>
                    <a:pt x="17027" y="169648"/>
                  </a:lnTo>
                  <a:lnTo>
                    <a:pt x="16162" y="165388"/>
                  </a:lnTo>
                  <a:lnTo>
                    <a:pt x="15665" y="164432"/>
                  </a:lnTo>
                  <a:lnTo>
                    <a:pt x="15267" y="161750"/>
                  </a:lnTo>
                  <a:lnTo>
                    <a:pt x="13873" y="156524"/>
                  </a:lnTo>
                  <a:lnTo>
                    <a:pt x="12766" y="153803"/>
                  </a:lnTo>
                  <a:lnTo>
                    <a:pt x="13593" y="147495"/>
                  </a:lnTo>
                  <a:lnTo>
                    <a:pt x="14316" y="146287"/>
                  </a:lnTo>
                  <a:lnTo>
                    <a:pt x="14552" y="144713"/>
                  </a:lnTo>
                  <a:lnTo>
                    <a:pt x="14270" y="140839"/>
                  </a:lnTo>
                  <a:lnTo>
                    <a:pt x="14347" y="139930"/>
                  </a:lnTo>
                  <a:lnTo>
                    <a:pt x="14518" y="139545"/>
                  </a:lnTo>
                  <a:lnTo>
                    <a:pt x="14687" y="139573"/>
                  </a:lnTo>
                  <a:lnTo>
                    <a:pt x="14978" y="140155"/>
                  </a:lnTo>
                  <a:lnTo>
                    <a:pt x="15521" y="141828"/>
                  </a:lnTo>
                  <a:lnTo>
                    <a:pt x="15975" y="143898"/>
                  </a:lnTo>
                  <a:lnTo>
                    <a:pt x="16338" y="144533"/>
                  </a:lnTo>
                  <a:lnTo>
                    <a:pt x="16887" y="143848"/>
                  </a:lnTo>
                  <a:lnTo>
                    <a:pt x="19016" y="139723"/>
                  </a:lnTo>
                  <a:lnTo>
                    <a:pt x="18880" y="138446"/>
                  </a:lnTo>
                  <a:lnTo>
                    <a:pt x="19075" y="135862"/>
                  </a:lnTo>
                  <a:lnTo>
                    <a:pt x="19786" y="133745"/>
                  </a:lnTo>
                  <a:lnTo>
                    <a:pt x="20547" y="133025"/>
                  </a:lnTo>
                  <a:lnTo>
                    <a:pt x="20774" y="131845"/>
                  </a:lnTo>
                  <a:lnTo>
                    <a:pt x="20588" y="130030"/>
                  </a:lnTo>
                  <a:lnTo>
                    <a:pt x="19790" y="125504"/>
                  </a:lnTo>
                  <a:lnTo>
                    <a:pt x="19076" y="123067"/>
                  </a:lnTo>
                  <a:lnTo>
                    <a:pt x="18617" y="120640"/>
                  </a:lnTo>
                  <a:lnTo>
                    <a:pt x="18374" y="118406"/>
                  </a:lnTo>
                  <a:lnTo>
                    <a:pt x="17565" y="116303"/>
                  </a:lnTo>
                  <a:lnTo>
                    <a:pt x="17908" y="114310"/>
                  </a:lnTo>
                  <a:lnTo>
                    <a:pt x="18536" y="111981"/>
                  </a:lnTo>
                  <a:lnTo>
                    <a:pt x="18750" y="111579"/>
                  </a:lnTo>
                  <a:lnTo>
                    <a:pt x="19091" y="112217"/>
                  </a:lnTo>
                  <a:lnTo>
                    <a:pt x="20029" y="116443"/>
                  </a:lnTo>
                  <a:lnTo>
                    <a:pt x="21522" y="119194"/>
                  </a:lnTo>
                  <a:lnTo>
                    <a:pt x="23087" y="123634"/>
                  </a:lnTo>
                  <a:lnTo>
                    <a:pt x="23728" y="126692"/>
                  </a:lnTo>
                  <a:lnTo>
                    <a:pt x="24237" y="127249"/>
                  </a:lnTo>
                  <a:lnTo>
                    <a:pt x="24682" y="128357"/>
                  </a:lnTo>
                  <a:lnTo>
                    <a:pt x="24486" y="129178"/>
                  </a:lnTo>
                  <a:lnTo>
                    <a:pt x="23996" y="130044"/>
                  </a:lnTo>
                  <a:lnTo>
                    <a:pt x="23855" y="131823"/>
                  </a:lnTo>
                  <a:lnTo>
                    <a:pt x="24173" y="132820"/>
                  </a:lnTo>
                  <a:lnTo>
                    <a:pt x="24511" y="133455"/>
                  </a:lnTo>
                  <a:lnTo>
                    <a:pt x="25423" y="133052"/>
                  </a:lnTo>
                  <a:lnTo>
                    <a:pt x="25925" y="130968"/>
                  </a:lnTo>
                  <a:lnTo>
                    <a:pt x="25587" y="121855"/>
                  </a:lnTo>
                  <a:lnTo>
                    <a:pt x="25059" y="117300"/>
                  </a:lnTo>
                  <a:lnTo>
                    <a:pt x="24450" y="115880"/>
                  </a:lnTo>
                  <a:lnTo>
                    <a:pt x="23903" y="114078"/>
                  </a:lnTo>
                  <a:lnTo>
                    <a:pt x="24271" y="112714"/>
                  </a:lnTo>
                  <a:lnTo>
                    <a:pt x="25245" y="112100"/>
                  </a:lnTo>
                  <a:lnTo>
                    <a:pt x="26527" y="110503"/>
                  </a:lnTo>
                  <a:lnTo>
                    <a:pt x="31211" y="101804"/>
                  </a:lnTo>
                  <a:lnTo>
                    <a:pt x="32816" y="93633"/>
                  </a:lnTo>
                  <a:lnTo>
                    <a:pt x="34045" y="90674"/>
                  </a:lnTo>
                  <a:lnTo>
                    <a:pt x="35433" y="88749"/>
                  </a:lnTo>
                  <a:lnTo>
                    <a:pt x="37130" y="89201"/>
                  </a:lnTo>
                  <a:lnTo>
                    <a:pt x="38450" y="88172"/>
                  </a:lnTo>
                  <a:lnTo>
                    <a:pt x="38856" y="85571"/>
                  </a:lnTo>
                  <a:lnTo>
                    <a:pt x="38495" y="82044"/>
                  </a:lnTo>
                  <a:lnTo>
                    <a:pt x="37988" y="79918"/>
                  </a:lnTo>
                  <a:lnTo>
                    <a:pt x="38475" y="76830"/>
                  </a:lnTo>
                  <a:lnTo>
                    <a:pt x="38980" y="72148"/>
                  </a:lnTo>
                  <a:lnTo>
                    <a:pt x="38943" y="68215"/>
                  </a:lnTo>
                  <a:lnTo>
                    <a:pt x="39594" y="65870"/>
                  </a:lnTo>
                  <a:lnTo>
                    <a:pt x="39369" y="64947"/>
                  </a:lnTo>
                  <a:lnTo>
                    <a:pt x="38418" y="66846"/>
                  </a:lnTo>
                  <a:lnTo>
                    <a:pt x="37667" y="67695"/>
                  </a:lnTo>
                  <a:lnTo>
                    <a:pt x="38092" y="66131"/>
                  </a:lnTo>
                  <a:lnTo>
                    <a:pt x="39423" y="62249"/>
                  </a:lnTo>
                  <a:lnTo>
                    <a:pt x="40114" y="56342"/>
                  </a:lnTo>
                  <a:lnTo>
                    <a:pt x="40646" y="53882"/>
                  </a:lnTo>
                  <a:lnTo>
                    <a:pt x="42524" y="50445"/>
                  </a:lnTo>
                  <a:lnTo>
                    <a:pt x="42895" y="48789"/>
                  </a:lnTo>
                  <a:lnTo>
                    <a:pt x="44313" y="46213"/>
                  </a:lnTo>
                  <a:lnTo>
                    <a:pt x="46601" y="40683"/>
                  </a:lnTo>
                  <a:lnTo>
                    <a:pt x="47475" y="39142"/>
                  </a:lnTo>
                  <a:lnTo>
                    <a:pt x="51907" y="42707"/>
                  </a:lnTo>
                  <a:lnTo>
                    <a:pt x="53316" y="42482"/>
                  </a:lnTo>
                  <a:lnTo>
                    <a:pt x="53064" y="43133"/>
                  </a:lnTo>
                  <a:lnTo>
                    <a:pt x="52415" y="43353"/>
                  </a:lnTo>
                  <a:lnTo>
                    <a:pt x="51475" y="44320"/>
                  </a:lnTo>
                  <a:lnTo>
                    <a:pt x="51203" y="46447"/>
                  </a:lnTo>
                  <a:lnTo>
                    <a:pt x="51839" y="48676"/>
                  </a:lnTo>
                  <a:lnTo>
                    <a:pt x="52513" y="49321"/>
                  </a:lnTo>
                  <a:lnTo>
                    <a:pt x="53089" y="47888"/>
                  </a:lnTo>
                  <a:lnTo>
                    <a:pt x="53660" y="43795"/>
                  </a:lnTo>
                  <a:lnTo>
                    <a:pt x="54577" y="39272"/>
                  </a:lnTo>
                  <a:lnTo>
                    <a:pt x="54792" y="34532"/>
                  </a:lnTo>
                  <a:lnTo>
                    <a:pt x="55443" y="32903"/>
                  </a:lnTo>
                  <a:lnTo>
                    <a:pt x="56394" y="32319"/>
                  </a:lnTo>
                  <a:lnTo>
                    <a:pt x="58092" y="33257"/>
                  </a:lnTo>
                  <a:lnTo>
                    <a:pt x="59386" y="34238"/>
                  </a:lnTo>
                  <a:lnTo>
                    <a:pt x="60735" y="34362"/>
                  </a:lnTo>
                  <a:lnTo>
                    <a:pt x="64863" y="33645"/>
                  </a:lnTo>
                  <a:lnTo>
                    <a:pt x="71580" y="21340"/>
                  </a:lnTo>
                  <a:lnTo>
                    <a:pt x="74700" y="18694"/>
                  </a:lnTo>
                  <a:lnTo>
                    <a:pt x="76654" y="16107"/>
                  </a:lnTo>
                  <a:lnTo>
                    <a:pt x="77900" y="11056"/>
                  </a:lnTo>
                  <a:lnTo>
                    <a:pt x="78235" y="7263"/>
                  </a:lnTo>
                  <a:lnTo>
                    <a:pt x="79151" y="5790"/>
                  </a:lnTo>
                  <a:lnTo>
                    <a:pt x="80116" y="5794"/>
                  </a:lnTo>
                  <a:lnTo>
                    <a:pt x="80557" y="4870"/>
                  </a:lnTo>
                  <a:lnTo>
                    <a:pt x="80695" y="3702"/>
                  </a:lnTo>
                  <a:lnTo>
                    <a:pt x="83018" y="425"/>
                  </a:lnTo>
                  <a:lnTo>
                    <a:pt x="84348" y="0"/>
                  </a:lnTo>
                  <a:lnTo>
                    <a:pt x="85522" y="62"/>
                  </a:lnTo>
                  <a:lnTo>
                    <a:pt x="88156" y="2927"/>
                  </a:lnTo>
                  <a:lnTo>
                    <a:pt x="89372" y="7984"/>
                  </a:lnTo>
                  <a:lnTo>
                    <a:pt x="89573" y="11466"/>
                  </a:lnTo>
                  <a:lnTo>
                    <a:pt x="87905" y="152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3664066" y="3995959"/>
              <a:ext cx="2584" cy="3581"/>
            </a:xfrm>
            <a:custGeom>
              <a:avLst/>
              <a:pathLst>
                <a:path w="2584" h="3581">
                  <a:moveTo>
                    <a:pt x="1786" y="1771"/>
                  </a:moveTo>
                  <a:lnTo>
                    <a:pt x="2584" y="3581"/>
                  </a:lnTo>
                  <a:lnTo>
                    <a:pt x="367" y="2830"/>
                  </a:lnTo>
                  <a:lnTo>
                    <a:pt x="17" y="1200"/>
                  </a:lnTo>
                  <a:lnTo>
                    <a:pt x="0" y="0"/>
                  </a:lnTo>
                  <a:lnTo>
                    <a:pt x="828" y="26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670751" y="3990768"/>
              <a:ext cx="3482" cy="8426"/>
            </a:xfrm>
            <a:custGeom>
              <a:avLst/>
              <a:pathLst>
                <a:path w="3482" h="8426">
                  <a:moveTo>
                    <a:pt x="2909" y="300"/>
                  </a:moveTo>
                  <a:lnTo>
                    <a:pt x="3482" y="4377"/>
                  </a:lnTo>
                  <a:lnTo>
                    <a:pt x="3476" y="7450"/>
                  </a:lnTo>
                  <a:lnTo>
                    <a:pt x="3234" y="8426"/>
                  </a:lnTo>
                  <a:lnTo>
                    <a:pt x="2725" y="7794"/>
                  </a:lnTo>
                  <a:lnTo>
                    <a:pt x="1786" y="5344"/>
                  </a:lnTo>
                  <a:lnTo>
                    <a:pt x="0" y="2954"/>
                  </a:lnTo>
                  <a:lnTo>
                    <a:pt x="819" y="2758"/>
                  </a:lnTo>
                  <a:lnTo>
                    <a:pt x="1298" y="3003"/>
                  </a:lnTo>
                  <a:lnTo>
                    <a:pt x="1805" y="2784"/>
                  </a:lnTo>
                  <a:lnTo>
                    <a:pt x="2122" y="1439"/>
                  </a:lnTo>
                  <a:lnTo>
                    <a:pt x="2185" y="637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659470" y="3969997"/>
              <a:ext cx="3007" cy="16136"/>
            </a:xfrm>
            <a:custGeom>
              <a:avLst/>
              <a:pathLst>
                <a:path w="3007" h="16136">
                  <a:moveTo>
                    <a:pt x="2715" y="15744"/>
                  </a:moveTo>
                  <a:lnTo>
                    <a:pt x="2499" y="16136"/>
                  </a:lnTo>
                  <a:lnTo>
                    <a:pt x="1462" y="14451"/>
                  </a:lnTo>
                  <a:lnTo>
                    <a:pt x="870" y="14053"/>
                  </a:lnTo>
                  <a:lnTo>
                    <a:pt x="0" y="11329"/>
                  </a:lnTo>
                  <a:lnTo>
                    <a:pt x="333" y="1881"/>
                  </a:lnTo>
                  <a:lnTo>
                    <a:pt x="613" y="672"/>
                  </a:lnTo>
                  <a:lnTo>
                    <a:pt x="821" y="178"/>
                  </a:lnTo>
                  <a:lnTo>
                    <a:pt x="1304" y="0"/>
                  </a:lnTo>
                  <a:lnTo>
                    <a:pt x="1888" y="1186"/>
                  </a:lnTo>
                  <a:lnTo>
                    <a:pt x="1734" y="7260"/>
                  </a:lnTo>
                  <a:lnTo>
                    <a:pt x="2509" y="11349"/>
                  </a:lnTo>
                  <a:lnTo>
                    <a:pt x="3007" y="1458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2890209" y="3189703"/>
              <a:ext cx="2512" cy="6502"/>
            </a:xfrm>
            <a:custGeom>
              <a:avLst/>
              <a:pathLst>
                <a:path w="2512" h="6502">
                  <a:moveTo>
                    <a:pt x="2371" y="5377"/>
                  </a:moveTo>
                  <a:lnTo>
                    <a:pt x="1487" y="6502"/>
                  </a:lnTo>
                  <a:lnTo>
                    <a:pt x="869" y="6012"/>
                  </a:lnTo>
                  <a:lnTo>
                    <a:pt x="282" y="4847"/>
                  </a:lnTo>
                  <a:lnTo>
                    <a:pt x="0" y="3162"/>
                  </a:lnTo>
                  <a:lnTo>
                    <a:pt x="229" y="1714"/>
                  </a:lnTo>
                  <a:lnTo>
                    <a:pt x="1420" y="0"/>
                  </a:lnTo>
                  <a:lnTo>
                    <a:pt x="2130" y="555"/>
                  </a:lnTo>
                  <a:lnTo>
                    <a:pt x="2512" y="3213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2904577" y="3181274"/>
              <a:ext cx="1543" cy="5627"/>
            </a:xfrm>
            <a:custGeom>
              <a:avLst/>
              <a:pathLst>
                <a:path w="1543" h="5627">
                  <a:moveTo>
                    <a:pt x="791" y="5518"/>
                  </a:moveTo>
                  <a:lnTo>
                    <a:pt x="475" y="5627"/>
                  </a:lnTo>
                  <a:lnTo>
                    <a:pt x="0" y="4296"/>
                  </a:lnTo>
                  <a:lnTo>
                    <a:pt x="105" y="2452"/>
                  </a:lnTo>
                  <a:lnTo>
                    <a:pt x="52" y="1966"/>
                  </a:lnTo>
                  <a:lnTo>
                    <a:pt x="471" y="0"/>
                  </a:lnTo>
                  <a:lnTo>
                    <a:pt x="1295" y="171"/>
                  </a:lnTo>
                  <a:lnTo>
                    <a:pt x="1504" y="1628"/>
                  </a:lnTo>
                  <a:lnTo>
                    <a:pt x="1543" y="463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2898522" y="3181127"/>
              <a:ext cx="3869" cy="12186"/>
            </a:xfrm>
            <a:custGeom>
              <a:avLst/>
              <a:pathLst>
                <a:path w="3869" h="12186">
                  <a:moveTo>
                    <a:pt x="3869" y="9472"/>
                  </a:moveTo>
                  <a:lnTo>
                    <a:pt x="3183" y="12186"/>
                  </a:lnTo>
                  <a:lnTo>
                    <a:pt x="1678" y="11968"/>
                  </a:lnTo>
                  <a:lnTo>
                    <a:pt x="904" y="10850"/>
                  </a:lnTo>
                  <a:lnTo>
                    <a:pt x="0" y="7434"/>
                  </a:lnTo>
                  <a:lnTo>
                    <a:pt x="28" y="4798"/>
                  </a:lnTo>
                  <a:lnTo>
                    <a:pt x="346" y="2510"/>
                  </a:lnTo>
                  <a:lnTo>
                    <a:pt x="291" y="523"/>
                  </a:lnTo>
                  <a:lnTo>
                    <a:pt x="419" y="0"/>
                  </a:lnTo>
                  <a:lnTo>
                    <a:pt x="883" y="343"/>
                  </a:lnTo>
                  <a:lnTo>
                    <a:pt x="958" y="1680"/>
                  </a:lnTo>
                  <a:lnTo>
                    <a:pt x="2328" y="4953"/>
                  </a:lnTo>
                  <a:lnTo>
                    <a:pt x="2836" y="5592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2907898" y="3154275"/>
              <a:ext cx="3149" cy="7423"/>
            </a:xfrm>
            <a:custGeom>
              <a:avLst/>
              <a:pathLst>
                <a:path w="3149" h="7423">
                  <a:moveTo>
                    <a:pt x="471" y="0"/>
                  </a:moveTo>
                  <a:lnTo>
                    <a:pt x="1418" y="539"/>
                  </a:lnTo>
                  <a:lnTo>
                    <a:pt x="1778" y="346"/>
                  </a:lnTo>
                  <a:lnTo>
                    <a:pt x="2383" y="464"/>
                  </a:lnTo>
                  <a:lnTo>
                    <a:pt x="3027" y="2015"/>
                  </a:lnTo>
                  <a:lnTo>
                    <a:pt x="3149" y="3663"/>
                  </a:lnTo>
                  <a:lnTo>
                    <a:pt x="2829" y="5729"/>
                  </a:lnTo>
                  <a:lnTo>
                    <a:pt x="1575" y="7423"/>
                  </a:lnTo>
                  <a:lnTo>
                    <a:pt x="853" y="7225"/>
                  </a:lnTo>
                  <a:lnTo>
                    <a:pt x="0" y="5677"/>
                  </a:lnTo>
                  <a:lnTo>
                    <a:pt x="490" y="2624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2891560" y="3141257"/>
              <a:ext cx="4149" cy="5456"/>
            </a:xfrm>
            <a:custGeom>
              <a:avLst/>
              <a:pathLst>
                <a:path w="4149" h="5456">
                  <a:moveTo>
                    <a:pt x="3524" y="1633"/>
                  </a:moveTo>
                  <a:lnTo>
                    <a:pt x="3993" y="2503"/>
                  </a:lnTo>
                  <a:lnTo>
                    <a:pt x="4149" y="3125"/>
                  </a:lnTo>
                  <a:lnTo>
                    <a:pt x="3451" y="3449"/>
                  </a:lnTo>
                  <a:lnTo>
                    <a:pt x="1760" y="2315"/>
                  </a:lnTo>
                  <a:lnTo>
                    <a:pt x="1309" y="3009"/>
                  </a:lnTo>
                  <a:lnTo>
                    <a:pt x="859" y="5456"/>
                  </a:lnTo>
                  <a:lnTo>
                    <a:pt x="0" y="1754"/>
                  </a:lnTo>
                  <a:lnTo>
                    <a:pt x="58" y="393"/>
                  </a:lnTo>
                  <a:lnTo>
                    <a:pt x="242" y="0"/>
                  </a:lnTo>
                  <a:lnTo>
                    <a:pt x="1442" y="972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2907539" y="3136353"/>
              <a:ext cx="1164" cy="6968"/>
            </a:xfrm>
            <a:custGeom>
              <a:avLst/>
              <a:pathLst>
                <a:path w="1164" h="6968">
                  <a:moveTo>
                    <a:pt x="1164" y="5456"/>
                  </a:moveTo>
                  <a:lnTo>
                    <a:pt x="802" y="6968"/>
                  </a:lnTo>
                  <a:lnTo>
                    <a:pt x="357" y="4748"/>
                  </a:lnTo>
                  <a:lnTo>
                    <a:pt x="117" y="4221"/>
                  </a:lnTo>
                  <a:lnTo>
                    <a:pt x="0" y="1031"/>
                  </a:lnTo>
                  <a:lnTo>
                    <a:pt x="658" y="80"/>
                  </a:lnTo>
                  <a:lnTo>
                    <a:pt x="978" y="0"/>
                  </a:lnTo>
                  <a:lnTo>
                    <a:pt x="988" y="3298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2883668" y="3134037"/>
              <a:ext cx="2339" cy="3780"/>
            </a:xfrm>
            <a:custGeom>
              <a:avLst/>
              <a:pathLst>
                <a:path w="2339" h="3780">
                  <a:moveTo>
                    <a:pt x="2339" y="3073"/>
                  </a:moveTo>
                  <a:lnTo>
                    <a:pt x="1407" y="3780"/>
                  </a:lnTo>
                  <a:lnTo>
                    <a:pt x="830" y="3690"/>
                  </a:lnTo>
                  <a:lnTo>
                    <a:pt x="0" y="2647"/>
                  </a:lnTo>
                  <a:lnTo>
                    <a:pt x="260" y="1519"/>
                  </a:lnTo>
                  <a:lnTo>
                    <a:pt x="1158" y="262"/>
                  </a:lnTo>
                  <a:lnTo>
                    <a:pt x="1778" y="0"/>
                  </a:lnTo>
                  <a:lnTo>
                    <a:pt x="2284" y="2234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2880847" y="3126014"/>
              <a:ext cx="4109" cy="7911"/>
            </a:xfrm>
            <a:custGeom>
              <a:avLst/>
              <a:pathLst>
                <a:path w="4109" h="7911">
                  <a:moveTo>
                    <a:pt x="1950" y="7303"/>
                  </a:moveTo>
                  <a:lnTo>
                    <a:pt x="843" y="7911"/>
                  </a:lnTo>
                  <a:lnTo>
                    <a:pt x="377" y="7618"/>
                  </a:lnTo>
                  <a:lnTo>
                    <a:pt x="222" y="5267"/>
                  </a:lnTo>
                  <a:lnTo>
                    <a:pt x="0" y="3721"/>
                  </a:lnTo>
                  <a:lnTo>
                    <a:pt x="50" y="3032"/>
                  </a:lnTo>
                  <a:lnTo>
                    <a:pt x="2589" y="0"/>
                  </a:lnTo>
                  <a:lnTo>
                    <a:pt x="3484" y="507"/>
                  </a:lnTo>
                  <a:lnTo>
                    <a:pt x="4109" y="2923"/>
                  </a:lnTo>
                  <a:lnTo>
                    <a:pt x="3684" y="426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2193087" y="3303432"/>
              <a:ext cx="37977" cy="92157"/>
            </a:xfrm>
            <a:custGeom>
              <a:avLst/>
              <a:pathLst>
                <a:path w="37977" h="92157">
                  <a:moveTo>
                    <a:pt x="25731" y="8043"/>
                  </a:moveTo>
                  <a:lnTo>
                    <a:pt x="26012" y="9218"/>
                  </a:lnTo>
                  <a:lnTo>
                    <a:pt x="26342" y="11064"/>
                  </a:lnTo>
                  <a:lnTo>
                    <a:pt x="26489" y="13437"/>
                  </a:lnTo>
                  <a:lnTo>
                    <a:pt x="27931" y="21379"/>
                  </a:lnTo>
                  <a:lnTo>
                    <a:pt x="29083" y="25827"/>
                  </a:lnTo>
                  <a:lnTo>
                    <a:pt x="31606" y="33917"/>
                  </a:lnTo>
                  <a:lnTo>
                    <a:pt x="32697" y="35405"/>
                  </a:lnTo>
                  <a:lnTo>
                    <a:pt x="34539" y="41915"/>
                  </a:lnTo>
                  <a:lnTo>
                    <a:pt x="35175" y="42990"/>
                  </a:lnTo>
                  <a:lnTo>
                    <a:pt x="35537" y="44912"/>
                  </a:lnTo>
                  <a:lnTo>
                    <a:pt x="37448" y="46493"/>
                  </a:lnTo>
                  <a:lnTo>
                    <a:pt x="37977" y="47656"/>
                  </a:lnTo>
                  <a:lnTo>
                    <a:pt x="37913" y="48201"/>
                  </a:lnTo>
                  <a:lnTo>
                    <a:pt x="37717" y="48774"/>
                  </a:lnTo>
                  <a:lnTo>
                    <a:pt x="37435" y="49353"/>
                  </a:lnTo>
                  <a:lnTo>
                    <a:pt x="37063" y="49748"/>
                  </a:lnTo>
                  <a:lnTo>
                    <a:pt x="36162" y="48559"/>
                  </a:lnTo>
                  <a:lnTo>
                    <a:pt x="35281" y="47209"/>
                  </a:lnTo>
                  <a:lnTo>
                    <a:pt x="34793" y="47829"/>
                  </a:lnTo>
                  <a:lnTo>
                    <a:pt x="34609" y="49582"/>
                  </a:lnTo>
                  <a:lnTo>
                    <a:pt x="34282" y="50482"/>
                  </a:lnTo>
                  <a:lnTo>
                    <a:pt x="33872" y="50836"/>
                  </a:lnTo>
                  <a:lnTo>
                    <a:pt x="33704" y="51423"/>
                  </a:lnTo>
                  <a:lnTo>
                    <a:pt x="33671" y="57342"/>
                  </a:lnTo>
                  <a:lnTo>
                    <a:pt x="33699" y="62920"/>
                  </a:lnTo>
                  <a:lnTo>
                    <a:pt x="34369" y="63045"/>
                  </a:lnTo>
                  <a:lnTo>
                    <a:pt x="35485" y="64983"/>
                  </a:lnTo>
                  <a:lnTo>
                    <a:pt x="35960" y="66123"/>
                  </a:lnTo>
                  <a:lnTo>
                    <a:pt x="36112" y="67176"/>
                  </a:lnTo>
                  <a:lnTo>
                    <a:pt x="35974" y="67692"/>
                  </a:lnTo>
                  <a:lnTo>
                    <a:pt x="35157" y="68909"/>
                  </a:lnTo>
                  <a:lnTo>
                    <a:pt x="34361" y="70448"/>
                  </a:lnTo>
                  <a:lnTo>
                    <a:pt x="33963" y="72369"/>
                  </a:lnTo>
                  <a:lnTo>
                    <a:pt x="34660" y="75472"/>
                  </a:lnTo>
                  <a:lnTo>
                    <a:pt x="34808" y="77580"/>
                  </a:lnTo>
                  <a:lnTo>
                    <a:pt x="34784" y="79785"/>
                  </a:lnTo>
                  <a:lnTo>
                    <a:pt x="34593" y="80844"/>
                  </a:lnTo>
                  <a:lnTo>
                    <a:pt x="33049" y="83377"/>
                  </a:lnTo>
                  <a:lnTo>
                    <a:pt x="32711" y="84265"/>
                  </a:lnTo>
                  <a:lnTo>
                    <a:pt x="32756" y="84907"/>
                  </a:lnTo>
                  <a:lnTo>
                    <a:pt x="33607" y="86656"/>
                  </a:lnTo>
                  <a:lnTo>
                    <a:pt x="34011" y="88347"/>
                  </a:lnTo>
                  <a:lnTo>
                    <a:pt x="34346" y="90387"/>
                  </a:lnTo>
                  <a:lnTo>
                    <a:pt x="34391" y="92157"/>
                  </a:lnTo>
                  <a:lnTo>
                    <a:pt x="33620" y="88875"/>
                  </a:lnTo>
                  <a:lnTo>
                    <a:pt x="32551" y="85742"/>
                  </a:lnTo>
                  <a:lnTo>
                    <a:pt x="31621" y="83812"/>
                  </a:lnTo>
                  <a:lnTo>
                    <a:pt x="31550" y="79309"/>
                  </a:lnTo>
                  <a:lnTo>
                    <a:pt x="31177" y="76865"/>
                  </a:lnTo>
                  <a:lnTo>
                    <a:pt x="29776" y="74614"/>
                  </a:lnTo>
                  <a:lnTo>
                    <a:pt x="28577" y="73037"/>
                  </a:lnTo>
                  <a:lnTo>
                    <a:pt x="27687" y="73358"/>
                  </a:lnTo>
                  <a:lnTo>
                    <a:pt x="28232" y="75947"/>
                  </a:lnTo>
                  <a:lnTo>
                    <a:pt x="29640" y="79267"/>
                  </a:lnTo>
                  <a:lnTo>
                    <a:pt x="29733" y="80539"/>
                  </a:lnTo>
                  <a:lnTo>
                    <a:pt x="29711" y="82248"/>
                  </a:lnTo>
                  <a:lnTo>
                    <a:pt x="28742" y="81985"/>
                  </a:lnTo>
                  <a:lnTo>
                    <a:pt x="27888" y="81288"/>
                  </a:lnTo>
                  <a:lnTo>
                    <a:pt x="26847" y="81070"/>
                  </a:lnTo>
                  <a:lnTo>
                    <a:pt x="26154" y="80052"/>
                  </a:lnTo>
                  <a:lnTo>
                    <a:pt x="24685" y="76088"/>
                  </a:lnTo>
                  <a:lnTo>
                    <a:pt x="25729" y="72706"/>
                  </a:lnTo>
                  <a:lnTo>
                    <a:pt x="26052" y="70486"/>
                  </a:lnTo>
                  <a:lnTo>
                    <a:pt x="26025" y="65883"/>
                  </a:lnTo>
                  <a:lnTo>
                    <a:pt x="25785" y="63651"/>
                  </a:lnTo>
                  <a:lnTo>
                    <a:pt x="24653" y="60255"/>
                  </a:lnTo>
                  <a:lnTo>
                    <a:pt x="22852" y="56528"/>
                  </a:lnTo>
                  <a:lnTo>
                    <a:pt x="20327" y="53484"/>
                  </a:lnTo>
                  <a:lnTo>
                    <a:pt x="19141" y="51029"/>
                  </a:lnTo>
                  <a:lnTo>
                    <a:pt x="16185" y="49148"/>
                  </a:lnTo>
                  <a:lnTo>
                    <a:pt x="15062" y="47901"/>
                  </a:lnTo>
                  <a:lnTo>
                    <a:pt x="14184" y="45587"/>
                  </a:lnTo>
                  <a:lnTo>
                    <a:pt x="14052" y="43926"/>
                  </a:lnTo>
                  <a:lnTo>
                    <a:pt x="14364" y="41370"/>
                  </a:lnTo>
                  <a:lnTo>
                    <a:pt x="13547" y="38119"/>
                  </a:lnTo>
                  <a:lnTo>
                    <a:pt x="10026" y="31727"/>
                  </a:lnTo>
                  <a:lnTo>
                    <a:pt x="8057" y="29375"/>
                  </a:lnTo>
                  <a:lnTo>
                    <a:pt x="7635" y="27993"/>
                  </a:lnTo>
                  <a:lnTo>
                    <a:pt x="7322" y="27563"/>
                  </a:lnTo>
                  <a:lnTo>
                    <a:pt x="7625" y="31974"/>
                  </a:lnTo>
                  <a:lnTo>
                    <a:pt x="8485" y="34632"/>
                  </a:lnTo>
                  <a:lnTo>
                    <a:pt x="10733" y="37113"/>
                  </a:lnTo>
                  <a:lnTo>
                    <a:pt x="11351" y="38558"/>
                  </a:lnTo>
                  <a:lnTo>
                    <a:pt x="11600" y="40438"/>
                  </a:lnTo>
                  <a:lnTo>
                    <a:pt x="10296" y="44033"/>
                  </a:lnTo>
                  <a:lnTo>
                    <a:pt x="9632" y="44948"/>
                  </a:lnTo>
                  <a:lnTo>
                    <a:pt x="9435" y="46909"/>
                  </a:lnTo>
                  <a:lnTo>
                    <a:pt x="9010" y="47504"/>
                  </a:lnTo>
                  <a:lnTo>
                    <a:pt x="8562" y="46373"/>
                  </a:lnTo>
                  <a:lnTo>
                    <a:pt x="6739" y="40733"/>
                  </a:lnTo>
                  <a:lnTo>
                    <a:pt x="3215" y="38029"/>
                  </a:lnTo>
                  <a:lnTo>
                    <a:pt x="2577" y="36370"/>
                  </a:lnTo>
                  <a:lnTo>
                    <a:pt x="1266" y="31221"/>
                  </a:lnTo>
                  <a:lnTo>
                    <a:pt x="662" y="26517"/>
                  </a:lnTo>
                  <a:lnTo>
                    <a:pt x="878" y="23382"/>
                  </a:lnTo>
                  <a:lnTo>
                    <a:pt x="2326" y="18497"/>
                  </a:lnTo>
                  <a:lnTo>
                    <a:pt x="2778" y="16370"/>
                  </a:lnTo>
                  <a:lnTo>
                    <a:pt x="2686" y="15060"/>
                  </a:lnTo>
                  <a:lnTo>
                    <a:pt x="2734" y="13132"/>
                  </a:lnTo>
                  <a:lnTo>
                    <a:pt x="2193" y="11786"/>
                  </a:lnTo>
                  <a:lnTo>
                    <a:pt x="853" y="10031"/>
                  </a:lnTo>
                  <a:lnTo>
                    <a:pt x="0" y="8625"/>
                  </a:lnTo>
                  <a:lnTo>
                    <a:pt x="234" y="7924"/>
                  </a:lnTo>
                  <a:lnTo>
                    <a:pt x="1768" y="6033"/>
                  </a:lnTo>
                  <a:lnTo>
                    <a:pt x="1865" y="4328"/>
                  </a:lnTo>
                  <a:lnTo>
                    <a:pt x="1858" y="3762"/>
                  </a:lnTo>
                  <a:lnTo>
                    <a:pt x="2109" y="3640"/>
                  </a:lnTo>
                  <a:lnTo>
                    <a:pt x="2332" y="3188"/>
                  </a:lnTo>
                  <a:lnTo>
                    <a:pt x="2469" y="2718"/>
                  </a:lnTo>
                  <a:lnTo>
                    <a:pt x="2888" y="1074"/>
                  </a:lnTo>
                  <a:lnTo>
                    <a:pt x="3254" y="147"/>
                  </a:lnTo>
                  <a:lnTo>
                    <a:pt x="3677" y="0"/>
                  </a:lnTo>
                  <a:lnTo>
                    <a:pt x="4193" y="683"/>
                  </a:lnTo>
                  <a:lnTo>
                    <a:pt x="6127" y="2452"/>
                  </a:lnTo>
                  <a:lnTo>
                    <a:pt x="8278" y="4417"/>
                  </a:lnTo>
                  <a:lnTo>
                    <a:pt x="11342" y="7214"/>
                  </a:lnTo>
                  <a:lnTo>
                    <a:pt x="12611" y="5423"/>
                  </a:lnTo>
                  <a:lnTo>
                    <a:pt x="13704" y="4055"/>
                  </a:lnTo>
                  <a:lnTo>
                    <a:pt x="14464" y="4250"/>
                  </a:lnTo>
                  <a:lnTo>
                    <a:pt x="16111" y="5844"/>
                  </a:lnTo>
                  <a:lnTo>
                    <a:pt x="17103" y="6352"/>
                  </a:lnTo>
                  <a:lnTo>
                    <a:pt x="17711" y="6192"/>
                  </a:lnTo>
                  <a:lnTo>
                    <a:pt x="18764" y="8531"/>
                  </a:lnTo>
                  <a:lnTo>
                    <a:pt x="19338" y="10287"/>
                  </a:lnTo>
                  <a:lnTo>
                    <a:pt x="19434" y="11457"/>
                  </a:lnTo>
                  <a:lnTo>
                    <a:pt x="19754" y="12087"/>
                  </a:lnTo>
                  <a:lnTo>
                    <a:pt x="20574" y="12226"/>
                  </a:lnTo>
                  <a:lnTo>
                    <a:pt x="22582" y="13418"/>
                  </a:lnTo>
                  <a:lnTo>
                    <a:pt x="23810" y="13184"/>
                  </a:lnTo>
                  <a:lnTo>
                    <a:pt x="24926" y="11924"/>
                  </a:lnTo>
                  <a:lnTo>
                    <a:pt x="25539" y="104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2224022" y="2985683"/>
              <a:ext cx="7063" cy="14816"/>
            </a:xfrm>
            <a:custGeom>
              <a:avLst/>
              <a:pathLst>
                <a:path w="7063" h="14816">
                  <a:moveTo>
                    <a:pt x="7063" y="10964"/>
                  </a:moveTo>
                  <a:lnTo>
                    <a:pt x="6006" y="12530"/>
                  </a:lnTo>
                  <a:lnTo>
                    <a:pt x="3754" y="14739"/>
                  </a:lnTo>
                  <a:lnTo>
                    <a:pt x="2545" y="14816"/>
                  </a:lnTo>
                  <a:lnTo>
                    <a:pt x="1322" y="13986"/>
                  </a:lnTo>
                  <a:lnTo>
                    <a:pt x="480" y="12139"/>
                  </a:lnTo>
                  <a:lnTo>
                    <a:pt x="0" y="10320"/>
                  </a:lnTo>
                  <a:lnTo>
                    <a:pt x="40" y="9446"/>
                  </a:lnTo>
                  <a:lnTo>
                    <a:pt x="804" y="10904"/>
                  </a:lnTo>
                  <a:lnTo>
                    <a:pt x="1463" y="11621"/>
                  </a:lnTo>
                  <a:lnTo>
                    <a:pt x="2004" y="11144"/>
                  </a:lnTo>
                  <a:lnTo>
                    <a:pt x="2386" y="10355"/>
                  </a:lnTo>
                  <a:lnTo>
                    <a:pt x="1149" y="4471"/>
                  </a:lnTo>
                  <a:lnTo>
                    <a:pt x="1204" y="3227"/>
                  </a:lnTo>
                  <a:lnTo>
                    <a:pt x="2186" y="0"/>
                  </a:lnTo>
                  <a:lnTo>
                    <a:pt x="4860" y="981"/>
                  </a:lnTo>
                  <a:lnTo>
                    <a:pt x="5328" y="1549"/>
                  </a:lnTo>
                  <a:lnTo>
                    <a:pt x="5699" y="3592"/>
                  </a:lnTo>
                  <a:lnTo>
                    <a:pt x="6295" y="5195"/>
                  </a:lnTo>
                  <a:lnTo>
                    <a:pt x="6994" y="94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2283811" y="2981274"/>
              <a:ext cx="3234" cy="5041"/>
            </a:xfrm>
            <a:custGeom>
              <a:avLst/>
              <a:pathLst>
                <a:path w="3234" h="5041">
                  <a:moveTo>
                    <a:pt x="2833" y="4136"/>
                  </a:moveTo>
                  <a:lnTo>
                    <a:pt x="2367" y="5041"/>
                  </a:lnTo>
                  <a:lnTo>
                    <a:pt x="1856" y="3734"/>
                  </a:lnTo>
                  <a:lnTo>
                    <a:pt x="1531" y="3591"/>
                  </a:lnTo>
                  <a:lnTo>
                    <a:pt x="1082" y="3073"/>
                  </a:lnTo>
                  <a:lnTo>
                    <a:pt x="210" y="1618"/>
                  </a:lnTo>
                  <a:lnTo>
                    <a:pt x="0" y="114"/>
                  </a:lnTo>
                  <a:lnTo>
                    <a:pt x="724" y="0"/>
                  </a:lnTo>
                  <a:lnTo>
                    <a:pt x="1636" y="265"/>
                  </a:lnTo>
                  <a:lnTo>
                    <a:pt x="3234" y="1121"/>
                  </a:lnTo>
                  <a:lnTo>
                    <a:pt x="3094" y="28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2282413" y="2975064"/>
              <a:ext cx="2261" cy="5241"/>
            </a:xfrm>
            <a:custGeom>
              <a:avLst/>
              <a:pathLst>
                <a:path w="2261" h="5241">
                  <a:moveTo>
                    <a:pt x="1842" y="5158"/>
                  </a:moveTo>
                  <a:lnTo>
                    <a:pt x="1468" y="5241"/>
                  </a:lnTo>
                  <a:lnTo>
                    <a:pt x="337" y="4009"/>
                  </a:lnTo>
                  <a:lnTo>
                    <a:pt x="0" y="2979"/>
                  </a:lnTo>
                  <a:lnTo>
                    <a:pt x="396" y="1598"/>
                  </a:lnTo>
                  <a:lnTo>
                    <a:pt x="481" y="99"/>
                  </a:lnTo>
                  <a:lnTo>
                    <a:pt x="635" y="0"/>
                  </a:lnTo>
                  <a:lnTo>
                    <a:pt x="818" y="1815"/>
                  </a:lnTo>
                  <a:lnTo>
                    <a:pt x="1680" y="2586"/>
                  </a:lnTo>
                  <a:lnTo>
                    <a:pt x="1732" y="2985"/>
                  </a:lnTo>
                  <a:lnTo>
                    <a:pt x="2261" y="452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2279780" y="2971059"/>
              <a:ext cx="2798" cy="4997"/>
            </a:xfrm>
            <a:custGeom>
              <a:avLst/>
              <a:pathLst>
                <a:path w="2798" h="4997">
                  <a:moveTo>
                    <a:pt x="2798" y="4505"/>
                  </a:moveTo>
                  <a:lnTo>
                    <a:pt x="2566" y="4997"/>
                  </a:lnTo>
                  <a:lnTo>
                    <a:pt x="1951" y="3897"/>
                  </a:lnTo>
                  <a:lnTo>
                    <a:pt x="1061" y="3418"/>
                  </a:lnTo>
                  <a:lnTo>
                    <a:pt x="538" y="1703"/>
                  </a:lnTo>
                  <a:lnTo>
                    <a:pt x="39" y="1046"/>
                  </a:lnTo>
                  <a:lnTo>
                    <a:pt x="0" y="415"/>
                  </a:lnTo>
                  <a:lnTo>
                    <a:pt x="823" y="0"/>
                  </a:lnTo>
                  <a:lnTo>
                    <a:pt x="1396" y="181"/>
                  </a:lnTo>
                  <a:lnTo>
                    <a:pt x="2037" y="1490"/>
                  </a:lnTo>
                  <a:lnTo>
                    <a:pt x="2405" y="38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2274988" y="2967673"/>
              <a:ext cx="4674" cy="3165"/>
            </a:xfrm>
            <a:custGeom>
              <a:avLst/>
              <a:pathLst>
                <a:path w="4674" h="3165">
                  <a:moveTo>
                    <a:pt x="742" y="0"/>
                  </a:moveTo>
                  <a:lnTo>
                    <a:pt x="2301" y="626"/>
                  </a:lnTo>
                  <a:lnTo>
                    <a:pt x="2841" y="251"/>
                  </a:lnTo>
                  <a:lnTo>
                    <a:pt x="3360" y="141"/>
                  </a:lnTo>
                  <a:lnTo>
                    <a:pt x="3909" y="402"/>
                  </a:lnTo>
                  <a:lnTo>
                    <a:pt x="4674" y="2859"/>
                  </a:lnTo>
                  <a:lnTo>
                    <a:pt x="4002" y="3165"/>
                  </a:lnTo>
                  <a:lnTo>
                    <a:pt x="3469" y="3165"/>
                  </a:lnTo>
                  <a:lnTo>
                    <a:pt x="3076" y="2722"/>
                  </a:lnTo>
                  <a:lnTo>
                    <a:pt x="1678" y="2607"/>
                  </a:lnTo>
                  <a:lnTo>
                    <a:pt x="755" y="1892"/>
                  </a:lnTo>
                  <a:lnTo>
                    <a:pt x="248" y="1282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2264397" y="2960153"/>
              <a:ext cx="3182" cy="4995"/>
            </a:xfrm>
            <a:custGeom>
              <a:avLst/>
              <a:pathLst>
                <a:path w="3182" h="4995">
                  <a:moveTo>
                    <a:pt x="3163" y="4220"/>
                  </a:moveTo>
                  <a:lnTo>
                    <a:pt x="3182" y="4995"/>
                  </a:lnTo>
                  <a:lnTo>
                    <a:pt x="1197" y="2825"/>
                  </a:lnTo>
                  <a:lnTo>
                    <a:pt x="344" y="564"/>
                  </a:lnTo>
                  <a:lnTo>
                    <a:pt x="0" y="44"/>
                  </a:lnTo>
                  <a:lnTo>
                    <a:pt x="556" y="0"/>
                  </a:lnTo>
                  <a:lnTo>
                    <a:pt x="2793" y="37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2204679" y="2948815"/>
              <a:ext cx="122075" cy="98544"/>
            </a:xfrm>
            <a:custGeom>
              <a:avLst/>
              <a:pathLst>
                <a:path w="122075" h="98544">
                  <a:moveTo>
                    <a:pt x="34631" y="809"/>
                  </a:moveTo>
                  <a:lnTo>
                    <a:pt x="37606" y="2184"/>
                  </a:lnTo>
                  <a:lnTo>
                    <a:pt x="40011" y="1794"/>
                  </a:lnTo>
                  <a:lnTo>
                    <a:pt x="41161" y="992"/>
                  </a:lnTo>
                  <a:lnTo>
                    <a:pt x="41056" y="1826"/>
                  </a:lnTo>
                  <a:lnTo>
                    <a:pt x="42112" y="3863"/>
                  </a:lnTo>
                  <a:lnTo>
                    <a:pt x="42498" y="4003"/>
                  </a:lnTo>
                  <a:lnTo>
                    <a:pt x="44053" y="2972"/>
                  </a:lnTo>
                  <a:lnTo>
                    <a:pt x="48113" y="2581"/>
                  </a:lnTo>
                  <a:lnTo>
                    <a:pt x="48530" y="3152"/>
                  </a:lnTo>
                  <a:lnTo>
                    <a:pt x="49245" y="5136"/>
                  </a:lnTo>
                  <a:lnTo>
                    <a:pt x="50281" y="6365"/>
                  </a:lnTo>
                  <a:lnTo>
                    <a:pt x="51352" y="7299"/>
                  </a:lnTo>
                  <a:lnTo>
                    <a:pt x="52474" y="7548"/>
                  </a:lnTo>
                  <a:lnTo>
                    <a:pt x="53593" y="7123"/>
                  </a:lnTo>
                  <a:lnTo>
                    <a:pt x="54641" y="7331"/>
                  </a:lnTo>
                  <a:lnTo>
                    <a:pt x="55951" y="9264"/>
                  </a:lnTo>
                  <a:lnTo>
                    <a:pt x="56364" y="9493"/>
                  </a:lnTo>
                  <a:lnTo>
                    <a:pt x="57537" y="8965"/>
                  </a:lnTo>
                  <a:lnTo>
                    <a:pt x="57191" y="10733"/>
                  </a:lnTo>
                  <a:lnTo>
                    <a:pt x="59168" y="13219"/>
                  </a:lnTo>
                  <a:lnTo>
                    <a:pt x="60615" y="18103"/>
                  </a:lnTo>
                  <a:lnTo>
                    <a:pt x="61668" y="20110"/>
                  </a:lnTo>
                  <a:lnTo>
                    <a:pt x="62783" y="21910"/>
                  </a:lnTo>
                  <a:lnTo>
                    <a:pt x="63721" y="23131"/>
                  </a:lnTo>
                  <a:lnTo>
                    <a:pt x="64773" y="23714"/>
                  </a:lnTo>
                  <a:lnTo>
                    <a:pt x="67965" y="23474"/>
                  </a:lnTo>
                  <a:lnTo>
                    <a:pt x="68720" y="23624"/>
                  </a:lnTo>
                  <a:lnTo>
                    <a:pt x="69395" y="24321"/>
                  </a:lnTo>
                  <a:lnTo>
                    <a:pt x="70040" y="24595"/>
                  </a:lnTo>
                  <a:lnTo>
                    <a:pt x="70412" y="24336"/>
                  </a:lnTo>
                  <a:lnTo>
                    <a:pt x="76582" y="31942"/>
                  </a:lnTo>
                  <a:lnTo>
                    <a:pt x="78542" y="36004"/>
                  </a:lnTo>
                  <a:lnTo>
                    <a:pt x="79739" y="38113"/>
                  </a:lnTo>
                  <a:lnTo>
                    <a:pt x="82331" y="41163"/>
                  </a:lnTo>
                  <a:lnTo>
                    <a:pt x="83372" y="41836"/>
                  </a:lnTo>
                  <a:lnTo>
                    <a:pt x="83917" y="41430"/>
                  </a:lnTo>
                  <a:lnTo>
                    <a:pt x="83810" y="40759"/>
                  </a:lnTo>
                  <a:lnTo>
                    <a:pt x="83052" y="39067"/>
                  </a:lnTo>
                  <a:lnTo>
                    <a:pt x="82940" y="38448"/>
                  </a:lnTo>
                  <a:lnTo>
                    <a:pt x="83916" y="38969"/>
                  </a:lnTo>
                  <a:lnTo>
                    <a:pt x="85677" y="42407"/>
                  </a:lnTo>
                  <a:lnTo>
                    <a:pt x="86161" y="43678"/>
                  </a:lnTo>
                  <a:lnTo>
                    <a:pt x="87041" y="44855"/>
                  </a:lnTo>
                  <a:lnTo>
                    <a:pt x="87926" y="45707"/>
                  </a:lnTo>
                  <a:lnTo>
                    <a:pt x="87504" y="47064"/>
                  </a:lnTo>
                  <a:lnTo>
                    <a:pt x="86786" y="47180"/>
                  </a:lnTo>
                  <a:lnTo>
                    <a:pt x="85404" y="46621"/>
                  </a:lnTo>
                  <a:lnTo>
                    <a:pt x="86501" y="48830"/>
                  </a:lnTo>
                  <a:lnTo>
                    <a:pt x="86691" y="50438"/>
                  </a:lnTo>
                  <a:lnTo>
                    <a:pt x="87201" y="50575"/>
                  </a:lnTo>
                  <a:lnTo>
                    <a:pt x="87962" y="48809"/>
                  </a:lnTo>
                  <a:lnTo>
                    <a:pt x="88442" y="47320"/>
                  </a:lnTo>
                  <a:lnTo>
                    <a:pt x="90379" y="51162"/>
                  </a:lnTo>
                  <a:lnTo>
                    <a:pt x="91421" y="52919"/>
                  </a:lnTo>
                  <a:lnTo>
                    <a:pt x="91154" y="53945"/>
                  </a:lnTo>
                  <a:lnTo>
                    <a:pt x="91068" y="54961"/>
                  </a:lnTo>
                  <a:lnTo>
                    <a:pt x="92231" y="54016"/>
                  </a:lnTo>
                  <a:lnTo>
                    <a:pt x="92673" y="54120"/>
                  </a:lnTo>
                  <a:lnTo>
                    <a:pt x="93099" y="54665"/>
                  </a:lnTo>
                  <a:lnTo>
                    <a:pt x="93566" y="56317"/>
                  </a:lnTo>
                  <a:lnTo>
                    <a:pt x="94653" y="56684"/>
                  </a:lnTo>
                  <a:lnTo>
                    <a:pt x="95749" y="56639"/>
                  </a:lnTo>
                  <a:lnTo>
                    <a:pt x="97974" y="58005"/>
                  </a:lnTo>
                  <a:lnTo>
                    <a:pt x="100082" y="60781"/>
                  </a:lnTo>
                  <a:lnTo>
                    <a:pt x="102064" y="61348"/>
                  </a:lnTo>
                  <a:lnTo>
                    <a:pt x="104064" y="61444"/>
                  </a:lnTo>
                  <a:lnTo>
                    <a:pt x="105077" y="62912"/>
                  </a:lnTo>
                  <a:lnTo>
                    <a:pt x="105508" y="64882"/>
                  </a:lnTo>
                  <a:lnTo>
                    <a:pt x="105022" y="66277"/>
                  </a:lnTo>
                  <a:lnTo>
                    <a:pt x="104745" y="67734"/>
                  </a:lnTo>
                  <a:lnTo>
                    <a:pt x="105491" y="69522"/>
                  </a:lnTo>
                  <a:lnTo>
                    <a:pt x="103868" y="70281"/>
                  </a:lnTo>
                  <a:lnTo>
                    <a:pt x="103638" y="71357"/>
                  </a:lnTo>
                  <a:lnTo>
                    <a:pt x="103723" y="72520"/>
                  </a:lnTo>
                  <a:lnTo>
                    <a:pt x="104046" y="73159"/>
                  </a:lnTo>
                  <a:lnTo>
                    <a:pt x="104974" y="72600"/>
                  </a:lnTo>
                  <a:lnTo>
                    <a:pt x="106316" y="73097"/>
                  </a:lnTo>
                  <a:lnTo>
                    <a:pt x="108434" y="73542"/>
                  </a:lnTo>
                  <a:lnTo>
                    <a:pt x="109851" y="73180"/>
                  </a:lnTo>
                  <a:lnTo>
                    <a:pt x="112731" y="74397"/>
                  </a:lnTo>
                  <a:lnTo>
                    <a:pt x="113607" y="75048"/>
                  </a:lnTo>
                  <a:lnTo>
                    <a:pt x="115316" y="77336"/>
                  </a:lnTo>
                  <a:lnTo>
                    <a:pt x="116106" y="78846"/>
                  </a:lnTo>
                  <a:lnTo>
                    <a:pt x="117802" y="82910"/>
                  </a:lnTo>
                  <a:lnTo>
                    <a:pt x="119264" y="84509"/>
                  </a:lnTo>
                  <a:lnTo>
                    <a:pt x="120531" y="84895"/>
                  </a:lnTo>
                  <a:lnTo>
                    <a:pt x="120973" y="84628"/>
                  </a:lnTo>
                  <a:lnTo>
                    <a:pt x="121375" y="85070"/>
                  </a:lnTo>
                  <a:lnTo>
                    <a:pt x="121727" y="85640"/>
                  </a:lnTo>
                  <a:lnTo>
                    <a:pt x="122075" y="87420"/>
                  </a:lnTo>
                  <a:lnTo>
                    <a:pt x="121883" y="89293"/>
                  </a:lnTo>
                  <a:lnTo>
                    <a:pt x="121160" y="90812"/>
                  </a:lnTo>
                  <a:lnTo>
                    <a:pt x="120758" y="91919"/>
                  </a:lnTo>
                  <a:lnTo>
                    <a:pt x="118949" y="92047"/>
                  </a:lnTo>
                  <a:lnTo>
                    <a:pt x="116421" y="92555"/>
                  </a:lnTo>
                  <a:lnTo>
                    <a:pt x="113976" y="94206"/>
                  </a:lnTo>
                  <a:lnTo>
                    <a:pt x="112783" y="95517"/>
                  </a:lnTo>
                  <a:lnTo>
                    <a:pt x="112237" y="96385"/>
                  </a:lnTo>
                  <a:lnTo>
                    <a:pt x="110951" y="97187"/>
                  </a:lnTo>
                  <a:lnTo>
                    <a:pt x="110864" y="96500"/>
                  </a:lnTo>
                  <a:lnTo>
                    <a:pt x="110888" y="95636"/>
                  </a:lnTo>
                  <a:lnTo>
                    <a:pt x="110552" y="94027"/>
                  </a:lnTo>
                  <a:lnTo>
                    <a:pt x="110260" y="95474"/>
                  </a:lnTo>
                  <a:lnTo>
                    <a:pt x="109782" y="96530"/>
                  </a:lnTo>
                  <a:lnTo>
                    <a:pt x="108975" y="97432"/>
                  </a:lnTo>
                  <a:lnTo>
                    <a:pt x="106006" y="97491"/>
                  </a:lnTo>
                  <a:lnTo>
                    <a:pt x="104810" y="96276"/>
                  </a:lnTo>
                  <a:lnTo>
                    <a:pt x="103585" y="95444"/>
                  </a:lnTo>
                  <a:lnTo>
                    <a:pt x="99119" y="94577"/>
                  </a:lnTo>
                  <a:lnTo>
                    <a:pt x="98047" y="94653"/>
                  </a:lnTo>
                  <a:lnTo>
                    <a:pt x="95063" y="95553"/>
                  </a:lnTo>
                  <a:lnTo>
                    <a:pt x="92064" y="96041"/>
                  </a:lnTo>
                  <a:lnTo>
                    <a:pt x="90809" y="96598"/>
                  </a:lnTo>
                  <a:lnTo>
                    <a:pt x="89568" y="97441"/>
                  </a:lnTo>
                  <a:lnTo>
                    <a:pt x="87155" y="97413"/>
                  </a:lnTo>
                  <a:lnTo>
                    <a:pt x="84303" y="98370"/>
                  </a:lnTo>
                  <a:lnTo>
                    <a:pt x="81442" y="98544"/>
                  </a:lnTo>
                  <a:lnTo>
                    <a:pt x="83274" y="91847"/>
                  </a:lnTo>
                  <a:lnTo>
                    <a:pt x="87139" y="85397"/>
                  </a:lnTo>
                  <a:lnTo>
                    <a:pt x="87866" y="84012"/>
                  </a:lnTo>
                  <a:lnTo>
                    <a:pt x="88384" y="82232"/>
                  </a:lnTo>
                  <a:lnTo>
                    <a:pt x="88506" y="80890"/>
                  </a:lnTo>
                  <a:lnTo>
                    <a:pt x="88337" y="79746"/>
                  </a:lnTo>
                  <a:lnTo>
                    <a:pt x="87417" y="77727"/>
                  </a:lnTo>
                  <a:lnTo>
                    <a:pt x="87229" y="76224"/>
                  </a:lnTo>
                  <a:lnTo>
                    <a:pt x="86955" y="75251"/>
                  </a:lnTo>
                  <a:lnTo>
                    <a:pt x="85616" y="74406"/>
                  </a:lnTo>
                  <a:lnTo>
                    <a:pt x="84259" y="73900"/>
                  </a:lnTo>
                  <a:lnTo>
                    <a:pt x="82832" y="73882"/>
                  </a:lnTo>
                  <a:lnTo>
                    <a:pt x="79832" y="73187"/>
                  </a:lnTo>
                  <a:lnTo>
                    <a:pt x="78237" y="73135"/>
                  </a:lnTo>
                  <a:lnTo>
                    <a:pt x="76886" y="71761"/>
                  </a:lnTo>
                  <a:lnTo>
                    <a:pt x="74643" y="66867"/>
                  </a:lnTo>
                  <a:lnTo>
                    <a:pt x="73593" y="65497"/>
                  </a:lnTo>
                  <a:lnTo>
                    <a:pt x="73053" y="64400"/>
                  </a:lnTo>
                  <a:lnTo>
                    <a:pt x="72634" y="63137"/>
                  </a:lnTo>
                  <a:lnTo>
                    <a:pt x="72106" y="55954"/>
                  </a:lnTo>
                  <a:lnTo>
                    <a:pt x="71660" y="52497"/>
                  </a:lnTo>
                  <a:lnTo>
                    <a:pt x="70979" y="49491"/>
                  </a:lnTo>
                  <a:lnTo>
                    <a:pt x="69944" y="47210"/>
                  </a:lnTo>
                  <a:lnTo>
                    <a:pt x="68862" y="46435"/>
                  </a:lnTo>
                  <a:lnTo>
                    <a:pt x="64703" y="48389"/>
                  </a:lnTo>
                  <a:lnTo>
                    <a:pt x="63735" y="48099"/>
                  </a:lnTo>
                  <a:lnTo>
                    <a:pt x="62793" y="47434"/>
                  </a:lnTo>
                  <a:lnTo>
                    <a:pt x="56515" y="42782"/>
                  </a:lnTo>
                  <a:lnTo>
                    <a:pt x="53925" y="40221"/>
                  </a:lnTo>
                  <a:lnTo>
                    <a:pt x="52869" y="38953"/>
                  </a:lnTo>
                  <a:lnTo>
                    <a:pt x="51968" y="37144"/>
                  </a:lnTo>
                  <a:lnTo>
                    <a:pt x="51034" y="34179"/>
                  </a:lnTo>
                  <a:lnTo>
                    <a:pt x="49984" y="31528"/>
                  </a:lnTo>
                  <a:lnTo>
                    <a:pt x="49991" y="32600"/>
                  </a:lnTo>
                  <a:lnTo>
                    <a:pt x="49829" y="33298"/>
                  </a:lnTo>
                  <a:lnTo>
                    <a:pt x="44573" y="33613"/>
                  </a:lnTo>
                  <a:lnTo>
                    <a:pt x="43736" y="33001"/>
                  </a:lnTo>
                  <a:lnTo>
                    <a:pt x="43197" y="32281"/>
                  </a:lnTo>
                  <a:lnTo>
                    <a:pt x="42816" y="31209"/>
                  </a:lnTo>
                  <a:lnTo>
                    <a:pt x="42535" y="29061"/>
                  </a:lnTo>
                  <a:lnTo>
                    <a:pt x="42034" y="27257"/>
                  </a:lnTo>
                  <a:lnTo>
                    <a:pt x="41874" y="29179"/>
                  </a:lnTo>
                  <a:lnTo>
                    <a:pt x="41615" y="30952"/>
                  </a:lnTo>
                  <a:lnTo>
                    <a:pt x="40911" y="31942"/>
                  </a:lnTo>
                  <a:lnTo>
                    <a:pt x="40106" y="32099"/>
                  </a:lnTo>
                  <a:lnTo>
                    <a:pt x="39131" y="29745"/>
                  </a:lnTo>
                  <a:lnTo>
                    <a:pt x="34872" y="29260"/>
                  </a:lnTo>
                  <a:lnTo>
                    <a:pt x="34495" y="28862"/>
                  </a:lnTo>
                  <a:lnTo>
                    <a:pt x="33096" y="26581"/>
                  </a:lnTo>
                  <a:lnTo>
                    <a:pt x="31902" y="23720"/>
                  </a:lnTo>
                  <a:lnTo>
                    <a:pt x="33091" y="22711"/>
                  </a:lnTo>
                  <a:lnTo>
                    <a:pt x="35544" y="21384"/>
                  </a:lnTo>
                  <a:lnTo>
                    <a:pt x="36074" y="20499"/>
                  </a:lnTo>
                  <a:lnTo>
                    <a:pt x="36382" y="19372"/>
                  </a:lnTo>
                  <a:lnTo>
                    <a:pt x="36161" y="17686"/>
                  </a:lnTo>
                  <a:lnTo>
                    <a:pt x="35673" y="16474"/>
                  </a:lnTo>
                  <a:lnTo>
                    <a:pt x="35171" y="15761"/>
                  </a:lnTo>
                  <a:lnTo>
                    <a:pt x="34615" y="15305"/>
                  </a:lnTo>
                  <a:lnTo>
                    <a:pt x="33882" y="15112"/>
                  </a:lnTo>
                  <a:lnTo>
                    <a:pt x="24404" y="14809"/>
                  </a:lnTo>
                  <a:lnTo>
                    <a:pt x="23855" y="15722"/>
                  </a:lnTo>
                  <a:lnTo>
                    <a:pt x="23005" y="17590"/>
                  </a:lnTo>
                  <a:lnTo>
                    <a:pt x="21323" y="19987"/>
                  </a:lnTo>
                  <a:lnTo>
                    <a:pt x="20213" y="22473"/>
                  </a:lnTo>
                  <a:lnTo>
                    <a:pt x="19797" y="23756"/>
                  </a:lnTo>
                  <a:lnTo>
                    <a:pt x="19279" y="24673"/>
                  </a:lnTo>
                  <a:lnTo>
                    <a:pt x="18112" y="26216"/>
                  </a:lnTo>
                  <a:lnTo>
                    <a:pt x="17119" y="28586"/>
                  </a:lnTo>
                  <a:lnTo>
                    <a:pt x="15912" y="29647"/>
                  </a:lnTo>
                  <a:lnTo>
                    <a:pt x="15252" y="29002"/>
                  </a:lnTo>
                  <a:lnTo>
                    <a:pt x="14599" y="29007"/>
                  </a:lnTo>
                  <a:lnTo>
                    <a:pt x="14127" y="29592"/>
                  </a:lnTo>
                  <a:lnTo>
                    <a:pt x="13633" y="29859"/>
                  </a:lnTo>
                  <a:lnTo>
                    <a:pt x="11201" y="30149"/>
                  </a:lnTo>
                  <a:lnTo>
                    <a:pt x="10838" y="30753"/>
                  </a:lnTo>
                  <a:lnTo>
                    <a:pt x="10491" y="32454"/>
                  </a:lnTo>
                  <a:lnTo>
                    <a:pt x="10096" y="35763"/>
                  </a:lnTo>
                  <a:lnTo>
                    <a:pt x="9723" y="36856"/>
                  </a:lnTo>
                  <a:lnTo>
                    <a:pt x="8503" y="37273"/>
                  </a:lnTo>
                  <a:lnTo>
                    <a:pt x="7341" y="38180"/>
                  </a:lnTo>
                  <a:lnTo>
                    <a:pt x="4977" y="41332"/>
                  </a:lnTo>
                  <a:lnTo>
                    <a:pt x="4367" y="41790"/>
                  </a:lnTo>
                  <a:lnTo>
                    <a:pt x="4500" y="39481"/>
                  </a:lnTo>
                  <a:lnTo>
                    <a:pt x="4381" y="37236"/>
                  </a:lnTo>
                  <a:lnTo>
                    <a:pt x="3715" y="37155"/>
                  </a:lnTo>
                  <a:lnTo>
                    <a:pt x="2955" y="37529"/>
                  </a:lnTo>
                  <a:lnTo>
                    <a:pt x="2322" y="38158"/>
                  </a:lnTo>
                  <a:lnTo>
                    <a:pt x="1151" y="39836"/>
                  </a:lnTo>
                  <a:lnTo>
                    <a:pt x="556" y="40260"/>
                  </a:lnTo>
                  <a:lnTo>
                    <a:pt x="0" y="39402"/>
                  </a:lnTo>
                  <a:lnTo>
                    <a:pt x="113" y="38304"/>
                  </a:lnTo>
                  <a:lnTo>
                    <a:pt x="4024" y="34255"/>
                  </a:lnTo>
                  <a:lnTo>
                    <a:pt x="4462" y="33946"/>
                  </a:lnTo>
                  <a:lnTo>
                    <a:pt x="5157" y="34251"/>
                  </a:lnTo>
                  <a:lnTo>
                    <a:pt x="5837" y="34114"/>
                  </a:lnTo>
                  <a:lnTo>
                    <a:pt x="6368" y="32980"/>
                  </a:lnTo>
                  <a:lnTo>
                    <a:pt x="5725" y="27624"/>
                  </a:lnTo>
                  <a:lnTo>
                    <a:pt x="5972" y="23979"/>
                  </a:lnTo>
                  <a:lnTo>
                    <a:pt x="6879" y="21163"/>
                  </a:lnTo>
                  <a:lnTo>
                    <a:pt x="8691" y="16898"/>
                  </a:lnTo>
                  <a:lnTo>
                    <a:pt x="9564" y="15495"/>
                  </a:lnTo>
                  <a:lnTo>
                    <a:pt x="18502" y="6585"/>
                  </a:lnTo>
                  <a:lnTo>
                    <a:pt x="19417" y="6129"/>
                  </a:lnTo>
                  <a:lnTo>
                    <a:pt x="25224" y="4340"/>
                  </a:lnTo>
                  <a:lnTo>
                    <a:pt x="26110" y="3719"/>
                  </a:lnTo>
                  <a:lnTo>
                    <a:pt x="28805" y="1077"/>
                  </a:lnTo>
                  <a:lnTo>
                    <a:pt x="31634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2383281" y="3268245"/>
              <a:ext cx="4630" cy="9893"/>
            </a:xfrm>
            <a:custGeom>
              <a:avLst/>
              <a:pathLst>
                <a:path w="4630" h="9893">
                  <a:moveTo>
                    <a:pt x="4630" y="9470"/>
                  </a:moveTo>
                  <a:lnTo>
                    <a:pt x="4037" y="9893"/>
                  </a:lnTo>
                  <a:lnTo>
                    <a:pt x="1859" y="7045"/>
                  </a:lnTo>
                  <a:lnTo>
                    <a:pt x="57" y="2418"/>
                  </a:lnTo>
                  <a:lnTo>
                    <a:pt x="0" y="0"/>
                  </a:lnTo>
                  <a:lnTo>
                    <a:pt x="459" y="207"/>
                  </a:lnTo>
                  <a:lnTo>
                    <a:pt x="932" y="1129"/>
                  </a:lnTo>
                  <a:lnTo>
                    <a:pt x="1655" y="4400"/>
                  </a:lnTo>
                  <a:lnTo>
                    <a:pt x="3764" y="655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2244061" y="3061264"/>
              <a:ext cx="3542" cy="3340"/>
            </a:xfrm>
            <a:custGeom>
              <a:avLst/>
              <a:pathLst>
                <a:path w="3542" h="3340">
                  <a:moveTo>
                    <a:pt x="562" y="1064"/>
                  </a:moveTo>
                  <a:lnTo>
                    <a:pt x="929" y="1637"/>
                  </a:lnTo>
                  <a:lnTo>
                    <a:pt x="1392" y="1286"/>
                  </a:lnTo>
                  <a:lnTo>
                    <a:pt x="1524" y="660"/>
                  </a:lnTo>
                  <a:lnTo>
                    <a:pt x="3277" y="1126"/>
                  </a:lnTo>
                  <a:lnTo>
                    <a:pt x="3542" y="2356"/>
                  </a:lnTo>
                  <a:lnTo>
                    <a:pt x="2208" y="2387"/>
                  </a:lnTo>
                  <a:lnTo>
                    <a:pt x="1610" y="3177"/>
                  </a:lnTo>
                  <a:lnTo>
                    <a:pt x="1310" y="3340"/>
                  </a:lnTo>
                  <a:lnTo>
                    <a:pt x="162" y="3146"/>
                  </a:lnTo>
                  <a:lnTo>
                    <a:pt x="0" y="300"/>
                  </a:lnTo>
                  <a:lnTo>
                    <a:pt x="318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2258746" y="3051384"/>
              <a:ext cx="1667" cy="1577"/>
            </a:xfrm>
            <a:custGeom>
              <a:avLst/>
              <a:pathLst>
                <a:path w="1667" h="1577">
                  <a:moveTo>
                    <a:pt x="1667" y="327"/>
                  </a:moveTo>
                  <a:lnTo>
                    <a:pt x="1556" y="494"/>
                  </a:lnTo>
                  <a:lnTo>
                    <a:pt x="1193" y="367"/>
                  </a:lnTo>
                  <a:lnTo>
                    <a:pt x="359" y="1577"/>
                  </a:lnTo>
                  <a:lnTo>
                    <a:pt x="0" y="1504"/>
                  </a:lnTo>
                  <a:lnTo>
                    <a:pt x="110" y="1082"/>
                  </a:lnTo>
                  <a:lnTo>
                    <a:pt x="283" y="685"/>
                  </a:lnTo>
                  <a:lnTo>
                    <a:pt x="479" y="389"/>
                  </a:lnTo>
                  <a:lnTo>
                    <a:pt x="662" y="275"/>
                  </a:lnTo>
                  <a:lnTo>
                    <a:pt x="1245" y="30"/>
                  </a:lnTo>
                  <a:lnTo>
                    <a:pt x="1522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2261240" y="3050012"/>
              <a:ext cx="1861" cy="2040"/>
            </a:xfrm>
            <a:custGeom>
              <a:avLst/>
              <a:pathLst>
                <a:path w="1861" h="2040">
                  <a:moveTo>
                    <a:pt x="940" y="1589"/>
                  </a:moveTo>
                  <a:lnTo>
                    <a:pt x="410" y="2040"/>
                  </a:lnTo>
                  <a:lnTo>
                    <a:pt x="0" y="1866"/>
                  </a:lnTo>
                  <a:lnTo>
                    <a:pt x="930" y="639"/>
                  </a:lnTo>
                  <a:lnTo>
                    <a:pt x="1170" y="225"/>
                  </a:lnTo>
                  <a:lnTo>
                    <a:pt x="1374" y="2"/>
                  </a:lnTo>
                  <a:lnTo>
                    <a:pt x="1587" y="0"/>
                  </a:lnTo>
                  <a:lnTo>
                    <a:pt x="1861" y="253"/>
                  </a:lnTo>
                  <a:lnTo>
                    <a:pt x="1861" y="43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3540079" y="2580290"/>
              <a:ext cx="20932" cy="19553"/>
            </a:xfrm>
            <a:custGeom>
              <a:avLst/>
              <a:pathLst>
                <a:path w="20932" h="19553">
                  <a:moveTo>
                    <a:pt x="14668" y="17635"/>
                  </a:moveTo>
                  <a:lnTo>
                    <a:pt x="14228" y="17885"/>
                  </a:lnTo>
                  <a:lnTo>
                    <a:pt x="13520" y="17038"/>
                  </a:lnTo>
                  <a:lnTo>
                    <a:pt x="13100" y="16797"/>
                  </a:lnTo>
                  <a:lnTo>
                    <a:pt x="12710" y="17577"/>
                  </a:lnTo>
                  <a:lnTo>
                    <a:pt x="12259" y="18139"/>
                  </a:lnTo>
                  <a:lnTo>
                    <a:pt x="11857" y="18388"/>
                  </a:lnTo>
                  <a:lnTo>
                    <a:pt x="11504" y="18460"/>
                  </a:lnTo>
                  <a:lnTo>
                    <a:pt x="10931" y="19035"/>
                  </a:lnTo>
                  <a:lnTo>
                    <a:pt x="10239" y="18890"/>
                  </a:lnTo>
                  <a:lnTo>
                    <a:pt x="9231" y="18420"/>
                  </a:lnTo>
                  <a:lnTo>
                    <a:pt x="8665" y="19553"/>
                  </a:lnTo>
                  <a:lnTo>
                    <a:pt x="8529" y="19417"/>
                  </a:lnTo>
                  <a:lnTo>
                    <a:pt x="8440" y="16566"/>
                  </a:lnTo>
                  <a:lnTo>
                    <a:pt x="8079" y="15399"/>
                  </a:lnTo>
                  <a:lnTo>
                    <a:pt x="7620" y="14755"/>
                  </a:lnTo>
                  <a:lnTo>
                    <a:pt x="6959" y="15024"/>
                  </a:lnTo>
                  <a:lnTo>
                    <a:pt x="6082" y="14926"/>
                  </a:lnTo>
                  <a:lnTo>
                    <a:pt x="5431" y="14446"/>
                  </a:lnTo>
                  <a:lnTo>
                    <a:pt x="4142" y="15243"/>
                  </a:lnTo>
                  <a:lnTo>
                    <a:pt x="3102" y="16123"/>
                  </a:lnTo>
                  <a:lnTo>
                    <a:pt x="2348" y="16967"/>
                  </a:lnTo>
                  <a:lnTo>
                    <a:pt x="1779" y="16921"/>
                  </a:lnTo>
                  <a:lnTo>
                    <a:pt x="810" y="16142"/>
                  </a:lnTo>
                  <a:lnTo>
                    <a:pt x="85" y="15268"/>
                  </a:lnTo>
                  <a:lnTo>
                    <a:pt x="0" y="14509"/>
                  </a:lnTo>
                  <a:lnTo>
                    <a:pt x="677" y="14848"/>
                  </a:lnTo>
                  <a:lnTo>
                    <a:pt x="1898" y="14227"/>
                  </a:lnTo>
                  <a:lnTo>
                    <a:pt x="2426" y="11346"/>
                  </a:lnTo>
                  <a:lnTo>
                    <a:pt x="2599" y="8026"/>
                  </a:lnTo>
                  <a:lnTo>
                    <a:pt x="4664" y="8978"/>
                  </a:lnTo>
                  <a:lnTo>
                    <a:pt x="6757" y="9472"/>
                  </a:lnTo>
                  <a:lnTo>
                    <a:pt x="8472" y="9638"/>
                  </a:lnTo>
                  <a:lnTo>
                    <a:pt x="10162" y="9098"/>
                  </a:lnTo>
                  <a:lnTo>
                    <a:pt x="15338" y="5557"/>
                  </a:lnTo>
                  <a:lnTo>
                    <a:pt x="16803" y="3438"/>
                  </a:lnTo>
                  <a:lnTo>
                    <a:pt x="17710" y="2721"/>
                  </a:lnTo>
                  <a:lnTo>
                    <a:pt x="19286" y="968"/>
                  </a:lnTo>
                  <a:lnTo>
                    <a:pt x="20932" y="0"/>
                  </a:lnTo>
                  <a:lnTo>
                    <a:pt x="19877" y="2025"/>
                  </a:lnTo>
                  <a:lnTo>
                    <a:pt x="13959" y="10933"/>
                  </a:lnTo>
                  <a:lnTo>
                    <a:pt x="13572" y="13582"/>
                  </a:lnTo>
                  <a:lnTo>
                    <a:pt x="13837" y="154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3535404" y="2594456"/>
              <a:ext cx="19863" cy="18116"/>
            </a:xfrm>
            <a:custGeom>
              <a:avLst/>
              <a:pathLst>
                <a:path w="19863" h="18116">
                  <a:moveTo>
                    <a:pt x="4675" y="343"/>
                  </a:moveTo>
                  <a:lnTo>
                    <a:pt x="4760" y="1102"/>
                  </a:lnTo>
                  <a:lnTo>
                    <a:pt x="5485" y="1976"/>
                  </a:lnTo>
                  <a:lnTo>
                    <a:pt x="6455" y="2755"/>
                  </a:lnTo>
                  <a:lnTo>
                    <a:pt x="7023" y="2802"/>
                  </a:lnTo>
                  <a:lnTo>
                    <a:pt x="7778" y="1957"/>
                  </a:lnTo>
                  <a:lnTo>
                    <a:pt x="8818" y="1077"/>
                  </a:lnTo>
                  <a:lnTo>
                    <a:pt x="10106" y="281"/>
                  </a:lnTo>
                  <a:lnTo>
                    <a:pt x="10757" y="760"/>
                  </a:lnTo>
                  <a:lnTo>
                    <a:pt x="11634" y="858"/>
                  </a:lnTo>
                  <a:lnTo>
                    <a:pt x="12295" y="590"/>
                  </a:lnTo>
                  <a:lnTo>
                    <a:pt x="12754" y="1233"/>
                  </a:lnTo>
                  <a:lnTo>
                    <a:pt x="13115" y="2400"/>
                  </a:lnTo>
                  <a:lnTo>
                    <a:pt x="13205" y="5251"/>
                  </a:lnTo>
                  <a:lnTo>
                    <a:pt x="13340" y="5387"/>
                  </a:lnTo>
                  <a:lnTo>
                    <a:pt x="13907" y="4254"/>
                  </a:lnTo>
                  <a:lnTo>
                    <a:pt x="14915" y="4725"/>
                  </a:lnTo>
                  <a:lnTo>
                    <a:pt x="15607" y="4869"/>
                  </a:lnTo>
                  <a:lnTo>
                    <a:pt x="16179" y="4295"/>
                  </a:lnTo>
                  <a:lnTo>
                    <a:pt x="16533" y="4223"/>
                  </a:lnTo>
                  <a:lnTo>
                    <a:pt x="16934" y="3973"/>
                  </a:lnTo>
                  <a:lnTo>
                    <a:pt x="17385" y="3412"/>
                  </a:lnTo>
                  <a:lnTo>
                    <a:pt x="17776" y="2631"/>
                  </a:lnTo>
                  <a:lnTo>
                    <a:pt x="18195" y="2872"/>
                  </a:lnTo>
                  <a:lnTo>
                    <a:pt x="18903" y="3719"/>
                  </a:lnTo>
                  <a:lnTo>
                    <a:pt x="19344" y="3469"/>
                  </a:lnTo>
                  <a:lnTo>
                    <a:pt x="19561" y="4051"/>
                  </a:lnTo>
                  <a:lnTo>
                    <a:pt x="19863" y="5741"/>
                  </a:lnTo>
                  <a:lnTo>
                    <a:pt x="18572" y="6240"/>
                  </a:lnTo>
                  <a:lnTo>
                    <a:pt x="17277" y="6404"/>
                  </a:lnTo>
                  <a:lnTo>
                    <a:pt x="16556" y="6188"/>
                  </a:lnTo>
                  <a:lnTo>
                    <a:pt x="15879" y="6287"/>
                  </a:lnTo>
                  <a:lnTo>
                    <a:pt x="13779" y="11116"/>
                  </a:lnTo>
                  <a:lnTo>
                    <a:pt x="12649" y="12758"/>
                  </a:lnTo>
                  <a:lnTo>
                    <a:pt x="11305" y="13738"/>
                  </a:lnTo>
                  <a:lnTo>
                    <a:pt x="9937" y="14320"/>
                  </a:lnTo>
                  <a:lnTo>
                    <a:pt x="9249" y="14393"/>
                  </a:lnTo>
                  <a:lnTo>
                    <a:pt x="8645" y="15006"/>
                  </a:lnTo>
                  <a:lnTo>
                    <a:pt x="8220" y="16126"/>
                  </a:lnTo>
                  <a:lnTo>
                    <a:pt x="8209" y="17217"/>
                  </a:lnTo>
                  <a:lnTo>
                    <a:pt x="8027" y="18116"/>
                  </a:lnTo>
                  <a:lnTo>
                    <a:pt x="7276" y="17930"/>
                  </a:lnTo>
                  <a:lnTo>
                    <a:pt x="6964" y="16168"/>
                  </a:lnTo>
                  <a:lnTo>
                    <a:pt x="6429" y="15410"/>
                  </a:lnTo>
                  <a:lnTo>
                    <a:pt x="5100" y="15804"/>
                  </a:lnTo>
                  <a:lnTo>
                    <a:pt x="4451" y="15758"/>
                  </a:lnTo>
                  <a:lnTo>
                    <a:pt x="2323" y="14077"/>
                  </a:lnTo>
                  <a:lnTo>
                    <a:pt x="1681" y="13392"/>
                  </a:lnTo>
                  <a:lnTo>
                    <a:pt x="1280" y="11956"/>
                  </a:lnTo>
                  <a:lnTo>
                    <a:pt x="184" y="6776"/>
                  </a:lnTo>
                  <a:lnTo>
                    <a:pt x="0" y="2946"/>
                  </a:lnTo>
                  <a:lnTo>
                    <a:pt x="1021" y="3925"/>
                  </a:lnTo>
                  <a:lnTo>
                    <a:pt x="1976" y="2738"/>
                  </a:lnTo>
                  <a:lnTo>
                    <a:pt x="2895" y="795"/>
                  </a:lnTo>
                  <a:lnTo>
                    <a:pt x="398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3305896" y="2125952"/>
              <a:ext cx="76563" cy="72737"/>
            </a:xfrm>
            <a:custGeom>
              <a:avLst/>
              <a:pathLst>
                <a:path w="76563" h="72737">
                  <a:moveTo>
                    <a:pt x="30882" y="5283"/>
                  </a:moveTo>
                  <a:lnTo>
                    <a:pt x="31864" y="5212"/>
                  </a:lnTo>
                  <a:lnTo>
                    <a:pt x="32853" y="4468"/>
                  </a:lnTo>
                  <a:lnTo>
                    <a:pt x="32933" y="3266"/>
                  </a:lnTo>
                  <a:lnTo>
                    <a:pt x="32870" y="1015"/>
                  </a:lnTo>
                  <a:lnTo>
                    <a:pt x="32976" y="692"/>
                  </a:lnTo>
                  <a:lnTo>
                    <a:pt x="34477" y="1327"/>
                  </a:lnTo>
                  <a:lnTo>
                    <a:pt x="35983" y="2341"/>
                  </a:lnTo>
                  <a:lnTo>
                    <a:pt x="36193" y="4573"/>
                  </a:lnTo>
                  <a:lnTo>
                    <a:pt x="36596" y="5674"/>
                  </a:lnTo>
                  <a:lnTo>
                    <a:pt x="37071" y="6678"/>
                  </a:lnTo>
                  <a:lnTo>
                    <a:pt x="37528" y="7136"/>
                  </a:lnTo>
                  <a:lnTo>
                    <a:pt x="38315" y="7208"/>
                  </a:lnTo>
                  <a:lnTo>
                    <a:pt x="40359" y="8537"/>
                  </a:lnTo>
                  <a:lnTo>
                    <a:pt x="41343" y="8808"/>
                  </a:lnTo>
                  <a:lnTo>
                    <a:pt x="42350" y="9724"/>
                  </a:lnTo>
                  <a:lnTo>
                    <a:pt x="43198" y="10663"/>
                  </a:lnTo>
                  <a:lnTo>
                    <a:pt x="43818" y="10860"/>
                  </a:lnTo>
                  <a:lnTo>
                    <a:pt x="44105" y="11888"/>
                  </a:lnTo>
                  <a:lnTo>
                    <a:pt x="44484" y="12593"/>
                  </a:lnTo>
                  <a:lnTo>
                    <a:pt x="45156" y="12051"/>
                  </a:lnTo>
                  <a:lnTo>
                    <a:pt x="47607" y="11292"/>
                  </a:lnTo>
                  <a:lnTo>
                    <a:pt x="48490" y="12304"/>
                  </a:lnTo>
                  <a:lnTo>
                    <a:pt x="49086" y="13374"/>
                  </a:lnTo>
                  <a:lnTo>
                    <a:pt x="49168" y="13715"/>
                  </a:lnTo>
                  <a:lnTo>
                    <a:pt x="48857" y="14660"/>
                  </a:lnTo>
                  <a:lnTo>
                    <a:pt x="48707" y="15392"/>
                  </a:lnTo>
                  <a:lnTo>
                    <a:pt x="48452" y="15876"/>
                  </a:lnTo>
                  <a:lnTo>
                    <a:pt x="47610" y="16393"/>
                  </a:lnTo>
                  <a:lnTo>
                    <a:pt x="47136" y="17230"/>
                  </a:lnTo>
                  <a:lnTo>
                    <a:pt x="46791" y="18144"/>
                  </a:lnTo>
                  <a:lnTo>
                    <a:pt x="47023" y="19020"/>
                  </a:lnTo>
                  <a:lnTo>
                    <a:pt x="47710" y="19677"/>
                  </a:lnTo>
                  <a:lnTo>
                    <a:pt x="48197" y="19824"/>
                  </a:lnTo>
                  <a:lnTo>
                    <a:pt x="48382" y="20464"/>
                  </a:lnTo>
                  <a:lnTo>
                    <a:pt x="49939" y="23326"/>
                  </a:lnTo>
                  <a:lnTo>
                    <a:pt x="51178" y="27063"/>
                  </a:lnTo>
                  <a:lnTo>
                    <a:pt x="51660" y="27647"/>
                  </a:lnTo>
                  <a:lnTo>
                    <a:pt x="52114" y="27785"/>
                  </a:lnTo>
                  <a:lnTo>
                    <a:pt x="52638" y="27236"/>
                  </a:lnTo>
                  <a:lnTo>
                    <a:pt x="53244" y="26025"/>
                  </a:lnTo>
                  <a:lnTo>
                    <a:pt x="53961" y="25148"/>
                  </a:lnTo>
                  <a:lnTo>
                    <a:pt x="54569" y="24698"/>
                  </a:lnTo>
                  <a:lnTo>
                    <a:pt x="55640" y="23665"/>
                  </a:lnTo>
                  <a:lnTo>
                    <a:pt x="55682" y="22991"/>
                  </a:lnTo>
                  <a:lnTo>
                    <a:pt x="54790" y="20464"/>
                  </a:lnTo>
                  <a:lnTo>
                    <a:pt x="54272" y="18417"/>
                  </a:lnTo>
                  <a:lnTo>
                    <a:pt x="54396" y="18046"/>
                  </a:lnTo>
                  <a:lnTo>
                    <a:pt x="55539" y="18370"/>
                  </a:lnTo>
                  <a:lnTo>
                    <a:pt x="57483" y="19486"/>
                  </a:lnTo>
                  <a:lnTo>
                    <a:pt x="60473" y="23137"/>
                  </a:lnTo>
                  <a:lnTo>
                    <a:pt x="61007" y="23137"/>
                  </a:lnTo>
                  <a:lnTo>
                    <a:pt x="62055" y="22863"/>
                  </a:lnTo>
                  <a:lnTo>
                    <a:pt x="63192" y="22267"/>
                  </a:lnTo>
                  <a:lnTo>
                    <a:pt x="63732" y="21588"/>
                  </a:lnTo>
                  <a:lnTo>
                    <a:pt x="63935" y="21841"/>
                  </a:lnTo>
                  <a:lnTo>
                    <a:pt x="64109" y="23846"/>
                  </a:lnTo>
                  <a:lnTo>
                    <a:pt x="63812" y="24946"/>
                  </a:lnTo>
                  <a:lnTo>
                    <a:pt x="62450" y="26012"/>
                  </a:lnTo>
                  <a:lnTo>
                    <a:pt x="62529" y="26543"/>
                  </a:lnTo>
                  <a:lnTo>
                    <a:pt x="62878" y="27226"/>
                  </a:lnTo>
                  <a:lnTo>
                    <a:pt x="63491" y="27687"/>
                  </a:lnTo>
                  <a:lnTo>
                    <a:pt x="64235" y="28987"/>
                  </a:lnTo>
                  <a:lnTo>
                    <a:pt x="64748" y="30470"/>
                  </a:lnTo>
                  <a:lnTo>
                    <a:pt x="65197" y="31159"/>
                  </a:lnTo>
                  <a:lnTo>
                    <a:pt x="65691" y="31485"/>
                  </a:lnTo>
                  <a:lnTo>
                    <a:pt x="66929" y="30693"/>
                  </a:lnTo>
                  <a:lnTo>
                    <a:pt x="67279" y="30066"/>
                  </a:lnTo>
                  <a:lnTo>
                    <a:pt x="67435" y="29624"/>
                  </a:lnTo>
                  <a:lnTo>
                    <a:pt x="67675" y="29722"/>
                  </a:lnTo>
                  <a:lnTo>
                    <a:pt x="68109" y="30450"/>
                  </a:lnTo>
                  <a:lnTo>
                    <a:pt x="68240" y="30879"/>
                  </a:lnTo>
                  <a:lnTo>
                    <a:pt x="69444" y="31707"/>
                  </a:lnTo>
                  <a:lnTo>
                    <a:pt x="70137" y="32726"/>
                  </a:lnTo>
                  <a:lnTo>
                    <a:pt x="70580" y="33205"/>
                  </a:lnTo>
                  <a:lnTo>
                    <a:pt x="71070" y="32739"/>
                  </a:lnTo>
                  <a:lnTo>
                    <a:pt x="72975" y="33549"/>
                  </a:lnTo>
                  <a:lnTo>
                    <a:pt x="73499" y="34231"/>
                  </a:lnTo>
                  <a:lnTo>
                    <a:pt x="73667" y="35360"/>
                  </a:lnTo>
                  <a:lnTo>
                    <a:pt x="73573" y="36046"/>
                  </a:lnTo>
                  <a:lnTo>
                    <a:pt x="73865" y="37822"/>
                  </a:lnTo>
                  <a:lnTo>
                    <a:pt x="76276" y="42079"/>
                  </a:lnTo>
                  <a:lnTo>
                    <a:pt x="76530" y="44254"/>
                  </a:lnTo>
                  <a:lnTo>
                    <a:pt x="76563" y="45121"/>
                  </a:lnTo>
                  <a:lnTo>
                    <a:pt x="76277" y="45167"/>
                  </a:lnTo>
                  <a:lnTo>
                    <a:pt x="75626" y="45617"/>
                  </a:lnTo>
                  <a:lnTo>
                    <a:pt x="74791" y="45780"/>
                  </a:lnTo>
                  <a:lnTo>
                    <a:pt x="73886" y="45692"/>
                  </a:lnTo>
                  <a:lnTo>
                    <a:pt x="73183" y="46483"/>
                  </a:lnTo>
                  <a:lnTo>
                    <a:pt x="72519" y="47771"/>
                  </a:lnTo>
                  <a:lnTo>
                    <a:pt x="71835" y="48663"/>
                  </a:lnTo>
                  <a:lnTo>
                    <a:pt x="71463" y="49461"/>
                  </a:lnTo>
                  <a:lnTo>
                    <a:pt x="71256" y="50279"/>
                  </a:lnTo>
                  <a:lnTo>
                    <a:pt x="68941" y="52609"/>
                  </a:lnTo>
                  <a:lnTo>
                    <a:pt x="68619" y="53579"/>
                  </a:lnTo>
                  <a:lnTo>
                    <a:pt x="68362" y="54902"/>
                  </a:lnTo>
                  <a:lnTo>
                    <a:pt x="68253" y="56688"/>
                  </a:lnTo>
                  <a:lnTo>
                    <a:pt x="68089" y="58290"/>
                  </a:lnTo>
                  <a:lnTo>
                    <a:pt x="67691" y="59135"/>
                  </a:lnTo>
                  <a:lnTo>
                    <a:pt x="66440" y="59861"/>
                  </a:lnTo>
                  <a:lnTo>
                    <a:pt x="66128" y="60252"/>
                  </a:lnTo>
                  <a:lnTo>
                    <a:pt x="65894" y="61067"/>
                  </a:lnTo>
                  <a:lnTo>
                    <a:pt x="65192" y="62324"/>
                  </a:lnTo>
                  <a:lnTo>
                    <a:pt x="64371" y="63520"/>
                  </a:lnTo>
                  <a:lnTo>
                    <a:pt x="62859" y="64888"/>
                  </a:lnTo>
                  <a:lnTo>
                    <a:pt x="61238" y="65303"/>
                  </a:lnTo>
                  <a:lnTo>
                    <a:pt x="59129" y="64859"/>
                  </a:lnTo>
                  <a:lnTo>
                    <a:pt x="57898" y="64324"/>
                  </a:lnTo>
                  <a:lnTo>
                    <a:pt x="57298" y="64911"/>
                  </a:lnTo>
                  <a:lnTo>
                    <a:pt x="56476" y="66693"/>
                  </a:lnTo>
                  <a:lnTo>
                    <a:pt x="55590" y="69762"/>
                  </a:lnTo>
                  <a:lnTo>
                    <a:pt x="55225" y="72069"/>
                  </a:lnTo>
                  <a:lnTo>
                    <a:pt x="54944" y="71416"/>
                  </a:lnTo>
                  <a:lnTo>
                    <a:pt x="54437" y="68969"/>
                  </a:lnTo>
                  <a:lnTo>
                    <a:pt x="53864" y="68656"/>
                  </a:lnTo>
                  <a:lnTo>
                    <a:pt x="53083" y="68428"/>
                  </a:lnTo>
                  <a:lnTo>
                    <a:pt x="52495" y="68068"/>
                  </a:lnTo>
                  <a:lnTo>
                    <a:pt x="51227" y="66659"/>
                  </a:lnTo>
                  <a:lnTo>
                    <a:pt x="50575" y="66235"/>
                  </a:lnTo>
                  <a:lnTo>
                    <a:pt x="49829" y="66121"/>
                  </a:lnTo>
                  <a:lnTo>
                    <a:pt x="49113" y="66949"/>
                  </a:lnTo>
                  <a:lnTo>
                    <a:pt x="48573" y="67928"/>
                  </a:lnTo>
                  <a:lnTo>
                    <a:pt x="46893" y="67915"/>
                  </a:lnTo>
                  <a:lnTo>
                    <a:pt x="45052" y="67460"/>
                  </a:lnTo>
                  <a:lnTo>
                    <a:pt x="42417" y="64220"/>
                  </a:lnTo>
                  <a:lnTo>
                    <a:pt x="41734" y="64191"/>
                  </a:lnTo>
                  <a:lnTo>
                    <a:pt x="41004" y="64338"/>
                  </a:lnTo>
                  <a:lnTo>
                    <a:pt x="39853" y="63572"/>
                  </a:lnTo>
                  <a:lnTo>
                    <a:pt x="37622" y="61474"/>
                  </a:lnTo>
                  <a:lnTo>
                    <a:pt x="36578" y="60982"/>
                  </a:lnTo>
                  <a:lnTo>
                    <a:pt x="35917" y="61282"/>
                  </a:lnTo>
                  <a:lnTo>
                    <a:pt x="35313" y="61747"/>
                  </a:lnTo>
                  <a:lnTo>
                    <a:pt x="34883" y="61801"/>
                  </a:lnTo>
                  <a:lnTo>
                    <a:pt x="34634" y="61120"/>
                  </a:lnTo>
                  <a:lnTo>
                    <a:pt x="33805" y="60278"/>
                  </a:lnTo>
                  <a:lnTo>
                    <a:pt x="32972" y="60181"/>
                  </a:lnTo>
                  <a:lnTo>
                    <a:pt x="32731" y="60689"/>
                  </a:lnTo>
                  <a:lnTo>
                    <a:pt x="32449" y="65305"/>
                  </a:lnTo>
                  <a:lnTo>
                    <a:pt x="32167" y="66970"/>
                  </a:lnTo>
                  <a:lnTo>
                    <a:pt x="31024" y="66892"/>
                  </a:lnTo>
                  <a:lnTo>
                    <a:pt x="30616" y="67679"/>
                  </a:lnTo>
                  <a:lnTo>
                    <a:pt x="29716" y="69909"/>
                  </a:lnTo>
                  <a:lnTo>
                    <a:pt x="29541" y="72057"/>
                  </a:lnTo>
                  <a:lnTo>
                    <a:pt x="27981" y="71640"/>
                  </a:lnTo>
                  <a:lnTo>
                    <a:pt x="27240" y="71279"/>
                  </a:lnTo>
                  <a:lnTo>
                    <a:pt x="26586" y="71554"/>
                  </a:lnTo>
                  <a:lnTo>
                    <a:pt x="25865" y="72737"/>
                  </a:lnTo>
                  <a:lnTo>
                    <a:pt x="23847" y="72667"/>
                  </a:lnTo>
                  <a:lnTo>
                    <a:pt x="22249" y="71960"/>
                  </a:lnTo>
                  <a:lnTo>
                    <a:pt x="21564" y="69303"/>
                  </a:lnTo>
                  <a:lnTo>
                    <a:pt x="20832" y="68251"/>
                  </a:lnTo>
                  <a:lnTo>
                    <a:pt x="19910" y="67310"/>
                  </a:lnTo>
                  <a:lnTo>
                    <a:pt x="19588" y="67101"/>
                  </a:lnTo>
                  <a:lnTo>
                    <a:pt x="19079" y="65652"/>
                  </a:lnTo>
                  <a:lnTo>
                    <a:pt x="18114" y="63857"/>
                  </a:lnTo>
                  <a:lnTo>
                    <a:pt x="16555" y="61406"/>
                  </a:lnTo>
                  <a:lnTo>
                    <a:pt x="15340" y="61527"/>
                  </a:lnTo>
                  <a:lnTo>
                    <a:pt x="14891" y="60877"/>
                  </a:lnTo>
                  <a:lnTo>
                    <a:pt x="14693" y="59975"/>
                  </a:lnTo>
                  <a:lnTo>
                    <a:pt x="14186" y="58418"/>
                  </a:lnTo>
                  <a:lnTo>
                    <a:pt x="13615" y="57334"/>
                  </a:lnTo>
                  <a:lnTo>
                    <a:pt x="12923" y="56915"/>
                  </a:lnTo>
                  <a:lnTo>
                    <a:pt x="11932" y="55535"/>
                  </a:lnTo>
                  <a:lnTo>
                    <a:pt x="10605" y="52528"/>
                  </a:lnTo>
                  <a:lnTo>
                    <a:pt x="9390" y="50449"/>
                  </a:lnTo>
                  <a:lnTo>
                    <a:pt x="8217" y="50482"/>
                  </a:lnTo>
                  <a:lnTo>
                    <a:pt x="7473" y="49393"/>
                  </a:lnTo>
                  <a:lnTo>
                    <a:pt x="6715" y="47966"/>
                  </a:lnTo>
                  <a:lnTo>
                    <a:pt x="6157" y="46585"/>
                  </a:lnTo>
                  <a:lnTo>
                    <a:pt x="5291" y="43228"/>
                  </a:lnTo>
                  <a:lnTo>
                    <a:pt x="4661" y="41312"/>
                  </a:lnTo>
                  <a:lnTo>
                    <a:pt x="4170" y="40127"/>
                  </a:lnTo>
                  <a:lnTo>
                    <a:pt x="3616" y="39140"/>
                  </a:lnTo>
                  <a:lnTo>
                    <a:pt x="3415" y="38358"/>
                  </a:lnTo>
                  <a:lnTo>
                    <a:pt x="4093" y="36571"/>
                  </a:lnTo>
                  <a:lnTo>
                    <a:pt x="4339" y="35686"/>
                  </a:lnTo>
                  <a:lnTo>
                    <a:pt x="4630" y="35007"/>
                  </a:lnTo>
                  <a:lnTo>
                    <a:pt x="4800" y="34287"/>
                  </a:lnTo>
                  <a:lnTo>
                    <a:pt x="4795" y="33744"/>
                  </a:lnTo>
                  <a:lnTo>
                    <a:pt x="4177" y="31980"/>
                  </a:lnTo>
                  <a:lnTo>
                    <a:pt x="3343" y="30707"/>
                  </a:lnTo>
                  <a:lnTo>
                    <a:pt x="2120" y="29414"/>
                  </a:lnTo>
                  <a:lnTo>
                    <a:pt x="1340" y="27784"/>
                  </a:lnTo>
                  <a:lnTo>
                    <a:pt x="1053" y="26291"/>
                  </a:lnTo>
                  <a:lnTo>
                    <a:pt x="968" y="25470"/>
                  </a:lnTo>
                  <a:lnTo>
                    <a:pt x="432" y="24359"/>
                  </a:lnTo>
                  <a:lnTo>
                    <a:pt x="0" y="22730"/>
                  </a:lnTo>
                  <a:lnTo>
                    <a:pt x="1" y="21749"/>
                  </a:lnTo>
                  <a:lnTo>
                    <a:pt x="107" y="21476"/>
                  </a:lnTo>
                  <a:lnTo>
                    <a:pt x="512" y="21477"/>
                  </a:lnTo>
                  <a:lnTo>
                    <a:pt x="965" y="22144"/>
                  </a:lnTo>
                  <a:lnTo>
                    <a:pt x="1605" y="23430"/>
                  </a:lnTo>
                  <a:lnTo>
                    <a:pt x="2130" y="25304"/>
                  </a:lnTo>
                  <a:lnTo>
                    <a:pt x="2451" y="24587"/>
                  </a:lnTo>
                  <a:lnTo>
                    <a:pt x="3052" y="22591"/>
                  </a:lnTo>
                  <a:lnTo>
                    <a:pt x="4120" y="20329"/>
                  </a:lnTo>
                  <a:lnTo>
                    <a:pt x="5215" y="19040"/>
                  </a:lnTo>
                  <a:lnTo>
                    <a:pt x="6197" y="18932"/>
                  </a:lnTo>
                  <a:lnTo>
                    <a:pt x="7002" y="18576"/>
                  </a:lnTo>
                  <a:lnTo>
                    <a:pt x="7672" y="17931"/>
                  </a:lnTo>
                  <a:lnTo>
                    <a:pt x="8840" y="18189"/>
                  </a:lnTo>
                  <a:lnTo>
                    <a:pt x="9685" y="18655"/>
                  </a:lnTo>
                  <a:lnTo>
                    <a:pt x="9959" y="18367"/>
                  </a:lnTo>
                  <a:lnTo>
                    <a:pt x="10303" y="17189"/>
                  </a:lnTo>
                  <a:lnTo>
                    <a:pt x="10522" y="16175"/>
                  </a:lnTo>
                  <a:lnTo>
                    <a:pt x="12393" y="15581"/>
                  </a:lnTo>
                  <a:lnTo>
                    <a:pt x="13035" y="13623"/>
                  </a:lnTo>
                  <a:lnTo>
                    <a:pt x="13396" y="13633"/>
                  </a:lnTo>
                  <a:lnTo>
                    <a:pt x="13811" y="13340"/>
                  </a:lnTo>
                  <a:lnTo>
                    <a:pt x="14208" y="12598"/>
                  </a:lnTo>
                  <a:lnTo>
                    <a:pt x="14590" y="12294"/>
                  </a:lnTo>
                  <a:lnTo>
                    <a:pt x="14891" y="12660"/>
                  </a:lnTo>
                  <a:lnTo>
                    <a:pt x="15288" y="12904"/>
                  </a:lnTo>
                  <a:lnTo>
                    <a:pt x="15702" y="12435"/>
                  </a:lnTo>
                  <a:lnTo>
                    <a:pt x="16315" y="10193"/>
                  </a:lnTo>
                  <a:lnTo>
                    <a:pt x="16658" y="9844"/>
                  </a:lnTo>
                  <a:lnTo>
                    <a:pt x="18300" y="9493"/>
                  </a:lnTo>
                  <a:lnTo>
                    <a:pt x="20539" y="8170"/>
                  </a:lnTo>
                  <a:lnTo>
                    <a:pt x="21674" y="6993"/>
                  </a:lnTo>
                  <a:lnTo>
                    <a:pt x="22787" y="6354"/>
                  </a:lnTo>
                  <a:lnTo>
                    <a:pt x="23982" y="5217"/>
                  </a:lnTo>
                  <a:lnTo>
                    <a:pt x="25882" y="4109"/>
                  </a:lnTo>
                  <a:lnTo>
                    <a:pt x="25973" y="3656"/>
                  </a:lnTo>
                  <a:lnTo>
                    <a:pt x="25091" y="2517"/>
                  </a:lnTo>
                  <a:lnTo>
                    <a:pt x="24795" y="1799"/>
                  </a:lnTo>
                  <a:lnTo>
                    <a:pt x="24597" y="1061"/>
                  </a:lnTo>
                  <a:lnTo>
                    <a:pt x="24907" y="245"/>
                  </a:lnTo>
                  <a:lnTo>
                    <a:pt x="25322" y="0"/>
                  </a:lnTo>
                  <a:lnTo>
                    <a:pt x="25862" y="340"/>
                  </a:lnTo>
                  <a:lnTo>
                    <a:pt x="27452" y="825"/>
                  </a:lnTo>
                  <a:lnTo>
                    <a:pt x="27888" y="1295"/>
                  </a:lnTo>
                  <a:lnTo>
                    <a:pt x="28047" y="2448"/>
                  </a:lnTo>
                  <a:lnTo>
                    <a:pt x="28450" y="3521"/>
                  </a:lnTo>
                  <a:lnTo>
                    <a:pt x="28775" y="3635"/>
                  </a:lnTo>
                  <a:lnTo>
                    <a:pt x="28659" y="5384"/>
                  </a:lnTo>
                  <a:lnTo>
                    <a:pt x="29166" y="6062"/>
                  </a:lnTo>
                  <a:lnTo>
                    <a:pt x="29905" y="6592"/>
                  </a:lnTo>
                  <a:lnTo>
                    <a:pt x="30395" y="6485"/>
                  </a:lnTo>
                  <a:lnTo>
                    <a:pt x="30747" y="57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3325549" y="2034662"/>
              <a:ext cx="4465" cy="7805"/>
            </a:xfrm>
            <a:custGeom>
              <a:avLst/>
              <a:pathLst>
                <a:path w="4465" h="7805">
                  <a:moveTo>
                    <a:pt x="4465" y="7579"/>
                  </a:moveTo>
                  <a:lnTo>
                    <a:pt x="3994" y="7472"/>
                  </a:lnTo>
                  <a:lnTo>
                    <a:pt x="2588" y="7805"/>
                  </a:lnTo>
                  <a:lnTo>
                    <a:pt x="1196" y="7333"/>
                  </a:lnTo>
                  <a:lnTo>
                    <a:pt x="928" y="5563"/>
                  </a:lnTo>
                  <a:lnTo>
                    <a:pt x="1149" y="3859"/>
                  </a:lnTo>
                  <a:lnTo>
                    <a:pt x="591" y="2687"/>
                  </a:lnTo>
                  <a:lnTo>
                    <a:pt x="76" y="1999"/>
                  </a:lnTo>
                  <a:lnTo>
                    <a:pt x="0" y="1017"/>
                  </a:lnTo>
                  <a:lnTo>
                    <a:pt x="83" y="0"/>
                  </a:lnTo>
                  <a:lnTo>
                    <a:pt x="2480" y="2738"/>
                  </a:lnTo>
                  <a:lnTo>
                    <a:pt x="4440" y="5227"/>
                  </a:lnTo>
                  <a:lnTo>
                    <a:pt x="4290" y="61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3293655" y="2022660"/>
              <a:ext cx="3078" cy="3468"/>
            </a:xfrm>
            <a:custGeom>
              <a:avLst/>
              <a:pathLst>
                <a:path w="3078" h="3468">
                  <a:moveTo>
                    <a:pt x="3078" y="3410"/>
                  </a:moveTo>
                  <a:lnTo>
                    <a:pt x="1335" y="3468"/>
                  </a:lnTo>
                  <a:lnTo>
                    <a:pt x="669" y="2286"/>
                  </a:lnTo>
                  <a:lnTo>
                    <a:pt x="0" y="1986"/>
                  </a:lnTo>
                  <a:lnTo>
                    <a:pt x="360" y="529"/>
                  </a:lnTo>
                  <a:lnTo>
                    <a:pt x="831" y="0"/>
                  </a:lnTo>
                  <a:lnTo>
                    <a:pt x="2519" y="949"/>
                  </a:lnTo>
                  <a:lnTo>
                    <a:pt x="3049" y="28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3318008" y="2017757"/>
              <a:ext cx="6561" cy="13399"/>
            </a:xfrm>
            <a:custGeom>
              <a:avLst/>
              <a:pathLst>
                <a:path w="6561" h="13399">
                  <a:moveTo>
                    <a:pt x="6277" y="9355"/>
                  </a:moveTo>
                  <a:lnTo>
                    <a:pt x="6561" y="11343"/>
                  </a:lnTo>
                  <a:lnTo>
                    <a:pt x="6256" y="12356"/>
                  </a:lnTo>
                  <a:lnTo>
                    <a:pt x="4980" y="10671"/>
                  </a:lnTo>
                  <a:lnTo>
                    <a:pt x="3698" y="10694"/>
                  </a:lnTo>
                  <a:lnTo>
                    <a:pt x="2932" y="13289"/>
                  </a:lnTo>
                  <a:lnTo>
                    <a:pt x="2362" y="13399"/>
                  </a:lnTo>
                  <a:lnTo>
                    <a:pt x="382" y="11042"/>
                  </a:lnTo>
                  <a:lnTo>
                    <a:pt x="65" y="9892"/>
                  </a:lnTo>
                  <a:lnTo>
                    <a:pt x="0" y="8935"/>
                  </a:lnTo>
                  <a:lnTo>
                    <a:pt x="282" y="5624"/>
                  </a:lnTo>
                  <a:lnTo>
                    <a:pt x="230" y="4582"/>
                  </a:lnTo>
                  <a:lnTo>
                    <a:pt x="852" y="3444"/>
                  </a:lnTo>
                  <a:lnTo>
                    <a:pt x="949" y="1799"/>
                  </a:lnTo>
                  <a:lnTo>
                    <a:pt x="2049" y="65"/>
                  </a:lnTo>
                  <a:lnTo>
                    <a:pt x="3025" y="0"/>
                  </a:lnTo>
                  <a:lnTo>
                    <a:pt x="3335" y="1468"/>
                  </a:lnTo>
                  <a:lnTo>
                    <a:pt x="3802" y="2480"/>
                  </a:lnTo>
                  <a:lnTo>
                    <a:pt x="5447" y="3614"/>
                  </a:lnTo>
                  <a:lnTo>
                    <a:pt x="5692" y="4129"/>
                  </a:lnTo>
                  <a:lnTo>
                    <a:pt x="5840" y="4842"/>
                  </a:lnTo>
                  <a:lnTo>
                    <a:pt x="5075" y="6238"/>
                  </a:lnTo>
                  <a:lnTo>
                    <a:pt x="4816" y="6954"/>
                  </a:lnTo>
                  <a:lnTo>
                    <a:pt x="5058" y="81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3264002" y="2015955"/>
              <a:ext cx="2129" cy="2131"/>
            </a:xfrm>
            <a:custGeom>
              <a:avLst/>
              <a:pathLst>
                <a:path w="2129" h="2131">
                  <a:moveTo>
                    <a:pt x="2129" y="1406"/>
                  </a:moveTo>
                  <a:lnTo>
                    <a:pt x="1686" y="2131"/>
                  </a:lnTo>
                  <a:lnTo>
                    <a:pt x="606" y="2045"/>
                  </a:lnTo>
                  <a:lnTo>
                    <a:pt x="0" y="1364"/>
                  </a:lnTo>
                  <a:lnTo>
                    <a:pt x="196" y="639"/>
                  </a:lnTo>
                  <a:lnTo>
                    <a:pt x="769" y="85"/>
                  </a:lnTo>
                  <a:lnTo>
                    <a:pt x="1244" y="0"/>
                  </a:lnTo>
                  <a:lnTo>
                    <a:pt x="1965" y="3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3235126" y="2011729"/>
              <a:ext cx="104005" cy="225297"/>
            </a:xfrm>
            <a:custGeom>
              <a:avLst/>
              <a:pathLst>
                <a:path w="104005" h="225297">
                  <a:moveTo>
                    <a:pt x="44084" y="2298"/>
                  </a:moveTo>
                  <a:lnTo>
                    <a:pt x="44154" y="2840"/>
                  </a:lnTo>
                  <a:lnTo>
                    <a:pt x="45816" y="3625"/>
                  </a:lnTo>
                  <a:lnTo>
                    <a:pt x="46515" y="4876"/>
                  </a:lnTo>
                  <a:lnTo>
                    <a:pt x="47291" y="6778"/>
                  </a:lnTo>
                  <a:lnTo>
                    <a:pt x="47366" y="9515"/>
                  </a:lnTo>
                  <a:lnTo>
                    <a:pt x="46373" y="11484"/>
                  </a:lnTo>
                  <a:lnTo>
                    <a:pt x="45548" y="12731"/>
                  </a:lnTo>
                  <a:lnTo>
                    <a:pt x="48668" y="12259"/>
                  </a:lnTo>
                  <a:lnTo>
                    <a:pt x="48979" y="13389"/>
                  </a:lnTo>
                  <a:lnTo>
                    <a:pt x="49451" y="14608"/>
                  </a:lnTo>
                  <a:lnTo>
                    <a:pt x="51132" y="13740"/>
                  </a:lnTo>
                  <a:lnTo>
                    <a:pt x="55346" y="17347"/>
                  </a:lnTo>
                  <a:lnTo>
                    <a:pt x="57895" y="15591"/>
                  </a:lnTo>
                  <a:lnTo>
                    <a:pt x="58547" y="15488"/>
                  </a:lnTo>
                  <a:lnTo>
                    <a:pt x="59125" y="18403"/>
                  </a:lnTo>
                  <a:lnTo>
                    <a:pt x="58492" y="21339"/>
                  </a:lnTo>
                  <a:lnTo>
                    <a:pt x="56246" y="24471"/>
                  </a:lnTo>
                  <a:lnTo>
                    <a:pt x="56744" y="26402"/>
                  </a:lnTo>
                  <a:lnTo>
                    <a:pt x="57461" y="26830"/>
                  </a:lnTo>
                  <a:lnTo>
                    <a:pt x="59579" y="26420"/>
                  </a:lnTo>
                  <a:lnTo>
                    <a:pt x="62932" y="28328"/>
                  </a:lnTo>
                  <a:lnTo>
                    <a:pt x="63631" y="27733"/>
                  </a:lnTo>
                  <a:lnTo>
                    <a:pt x="66350" y="23337"/>
                  </a:lnTo>
                  <a:lnTo>
                    <a:pt x="67437" y="22394"/>
                  </a:lnTo>
                  <a:lnTo>
                    <a:pt x="71014" y="21718"/>
                  </a:lnTo>
                  <a:lnTo>
                    <a:pt x="71665" y="20017"/>
                  </a:lnTo>
                  <a:lnTo>
                    <a:pt x="73115" y="18306"/>
                  </a:lnTo>
                  <a:lnTo>
                    <a:pt x="74048" y="16438"/>
                  </a:lnTo>
                  <a:lnTo>
                    <a:pt x="76284" y="12881"/>
                  </a:lnTo>
                  <a:lnTo>
                    <a:pt x="78597" y="13522"/>
                  </a:lnTo>
                  <a:lnTo>
                    <a:pt x="79948" y="14203"/>
                  </a:lnTo>
                  <a:lnTo>
                    <a:pt x="81431" y="14546"/>
                  </a:lnTo>
                  <a:lnTo>
                    <a:pt x="82780" y="18338"/>
                  </a:lnTo>
                  <a:lnTo>
                    <a:pt x="86193" y="22529"/>
                  </a:lnTo>
                  <a:lnTo>
                    <a:pt x="89329" y="22164"/>
                  </a:lnTo>
                  <a:lnTo>
                    <a:pt x="90443" y="26129"/>
                  </a:lnTo>
                  <a:lnTo>
                    <a:pt x="90934" y="31025"/>
                  </a:lnTo>
                  <a:lnTo>
                    <a:pt x="91898" y="32561"/>
                  </a:lnTo>
                  <a:lnTo>
                    <a:pt x="92745" y="33564"/>
                  </a:lnTo>
                  <a:lnTo>
                    <a:pt x="95401" y="34681"/>
                  </a:lnTo>
                  <a:lnTo>
                    <a:pt x="95483" y="35346"/>
                  </a:lnTo>
                  <a:lnTo>
                    <a:pt x="95639" y="37780"/>
                  </a:lnTo>
                  <a:lnTo>
                    <a:pt x="95853" y="39798"/>
                  </a:lnTo>
                  <a:lnTo>
                    <a:pt x="97169" y="47864"/>
                  </a:lnTo>
                  <a:lnTo>
                    <a:pt x="97143" y="49836"/>
                  </a:lnTo>
                  <a:lnTo>
                    <a:pt x="97127" y="50360"/>
                  </a:lnTo>
                  <a:lnTo>
                    <a:pt x="96646" y="53121"/>
                  </a:lnTo>
                  <a:lnTo>
                    <a:pt x="95790" y="55450"/>
                  </a:lnTo>
                  <a:lnTo>
                    <a:pt x="94660" y="56763"/>
                  </a:lnTo>
                  <a:lnTo>
                    <a:pt x="94038" y="58225"/>
                  </a:lnTo>
                  <a:lnTo>
                    <a:pt x="93922" y="59839"/>
                  </a:lnTo>
                  <a:lnTo>
                    <a:pt x="95342" y="62667"/>
                  </a:lnTo>
                  <a:lnTo>
                    <a:pt x="98299" y="66713"/>
                  </a:lnTo>
                  <a:lnTo>
                    <a:pt x="99495" y="70173"/>
                  </a:lnTo>
                  <a:lnTo>
                    <a:pt x="98931" y="73051"/>
                  </a:lnTo>
                  <a:lnTo>
                    <a:pt x="98759" y="75162"/>
                  </a:lnTo>
                  <a:lnTo>
                    <a:pt x="98978" y="76507"/>
                  </a:lnTo>
                  <a:lnTo>
                    <a:pt x="99452" y="77586"/>
                  </a:lnTo>
                  <a:lnTo>
                    <a:pt x="100181" y="78403"/>
                  </a:lnTo>
                  <a:lnTo>
                    <a:pt x="100471" y="79659"/>
                  </a:lnTo>
                  <a:lnTo>
                    <a:pt x="100323" y="81356"/>
                  </a:lnTo>
                  <a:lnTo>
                    <a:pt x="100462" y="82533"/>
                  </a:lnTo>
                  <a:lnTo>
                    <a:pt x="101007" y="83372"/>
                  </a:lnTo>
                  <a:lnTo>
                    <a:pt x="100957" y="83698"/>
                  </a:lnTo>
                  <a:lnTo>
                    <a:pt x="100692" y="84878"/>
                  </a:lnTo>
                  <a:lnTo>
                    <a:pt x="100330" y="87031"/>
                  </a:lnTo>
                  <a:lnTo>
                    <a:pt x="100125" y="88602"/>
                  </a:lnTo>
                  <a:lnTo>
                    <a:pt x="99293" y="90743"/>
                  </a:lnTo>
                  <a:lnTo>
                    <a:pt x="99546" y="92562"/>
                  </a:lnTo>
                  <a:lnTo>
                    <a:pt x="100198" y="94708"/>
                  </a:lnTo>
                  <a:lnTo>
                    <a:pt x="100693" y="95786"/>
                  </a:lnTo>
                  <a:lnTo>
                    <a:pt x="100849" y="96807"/>
                  </a:lnTo>
                  <a:lnTo>
                    <a:pt x="100534" y="99237"/>
                  </a:lnTo>
                  <a:lnTo>
                    <a:pt x="100690" y="99859"/>
                  </a:lnTo>
                  <a:lnTo>
                    <a:pt x="102749" y="101648"/>
                  </a:lnTo>
                  <a:lnTo>
                    <a:pt x="103085" y="102475"/>
                  </a:lnTo>
                  <a:lnTo>
                    <a:pt x="103284" y="104195"/>
                  </a:lnTo>
                  <a:lnTo>
                    <a:pt x="104005" y="107871"/>
                  </a:lnTo>
                  <a:lnTo>
                    <a:pt x="103406" y="112528"/>
                  </a:lnTo>
                  <a:lnTo>
                    <a:pt x="102879" y="115081"/>
                  </a:lnTo>
                  <a:lnTo>
                    <a:pt x="101707" y="119132"/>
                  </a:lnTo>
                  <a:lnTo>
                    <a:pt x="101652" y="119506"/>
                  </a:lnTo>
                  <a:lnTo>
                    <a:pt x="101517" y="119998"/>
                  </a:lnTo>
                  <a:lnTo>
                    <a:pt x="101165" y="120708"/>
                  </a:lnTo>
                  <a:lnTo>
                    <a:pt x="100675" y="120814"/>
                  </a:lnTo>
                  <a:lnTo>
                    <a:pt x="99935" y="120285"/>
                  </a:lnTo>
                  <a:lnTo>
                    <a:pt x="99429" y="119607"/>
                  </a:lnTo>
                  <a:lnTo>
                    <a:pt x="99545" y="117858"/>
                  </a:lnTo>
                  <a:lnTo>
                    <a:pt x="99220" y="117744"/>
                  </a:lnTo>
                  <a:lnTo>
                    <a:pt x="98816" y="116671"/>
                  </a:lnTo>
                  <a:lnTo>
                    <a:pt x="98658" y="115518"/>
                  </a:lnTo>
                  <a:lnTo>
                    <a:pt x="98222" y="115047"/>
                  </a:lnTo>
                  <a:lnTo>
                    <a:pt x="96632" y="114563"/>
                  </a:lnTo>
                  <a:lnTo>
                    <a:pt x="96092" y="114222"/>
                  </a:lnTo>
                  <a:lnTo>
                    <a:pt x="95677" y="114467"/>
                  </a:lnTo>
                  <a:lnTo>
                    <a:pt x="95366" y="115284"/>
                  </a:lnTo>
                  <a:lnTo>
                    <a:pt x="95565" y="116021"/>
                  </a:lnTo>
                  <a:lnTo>
                    <a:pt x="95861" y="116740"/>
                  </a:lnTo>
                  <a:lnTo>
                    <a:pt x="96743" y="117878"/>
                  </a:lnTo>
                  <a:lnTo>
                    <a:pt x="96652" y="118331"/>
                  </a:lnTo>
                  <a:lnTo>
                    <a:pt x="94752" y="119439"/>
                  </a:lnTo>
                  <a:lnTo>
                    <a:pt x="93557" y="120576"/>
                  </a:lnTo>
                  <a:lnTo>
                    <a:pt x="92443" y="121215"/>
                  </a:lnTo>
                  <a:lnTo>
                    <a:pt x="91309" y="122393"/>
                  </a:lnTo>
                  <a:lnTo>
                    <a:pt x="89070" y="123716"/>
                  </a:lnTo>
                  <a:lnTo>
                    <a:pt x="87428" y="124067"/>
                  </a:lnTo>
                  <a:lnTo>
                    <a:pt x="87085" y="124416"/>
                  </a:lnTo>
                  <a:lnTo>
                    <a:pt x="86472" y="126658"/>
                  </a:lnTo>
                  <a:lnTo>
                    <a:pt x="86058" y="127127"/>
                  </a:lnTo>
                  <a:lnTo>
                    <a:pt x="85661" y="126883"/>
                  </a:lnTo>
                  <a:lnTo>
                    <a:pt x="85359" y="126516"/>
                  </a:lnTo>
                  <a:lnTo>
                    <a:pt x="84978" y="126821"/>
                  </a:lnTo>
                  <a:lnTo>
                    <a:pt x="84581" y="127563"/>
                  </a:lnTo>
                  <a:lnTo>
                    <a:pt x="84166" y="127855"/>
                  </a:lnTo>
                  <a:lnTo>
                    <a:pt x="83805" y="127845"/>
                  </a:lnTo>
                  <a:lnTo>
                    <a:pt x="83163" y="129803"/>
                  </a:lnTo>
                  <a:lnTo>
                    <a:pt x="81292" y="130398"/>
                  </a:lnTo>
                  <a:lnTo>
                    <a:pt x="81072" y="131412"/>
                  </a:lnTo>
                  <a:lnTo>
                    <a:pt x="80729" y="132589"/>
                  </a:lnTo>
                  <a:lnTo>
                    <a:pt x="80455" y="132878"/>
                  </a:lnTo>
                  <a:lnTo>
                    <a:pt x="79610" y="132412"/>
                  </a:lnTo>
                  <a:lnTo>
                    <a:pt x="78442" y="132154"/>
                  </a:lnTo>
                  <a:lnTo>
                    <a:pt x="77772" y="132799"/>
                  </a:lnTo>
                  <a:lnTo>
                    <a:pt x="76967" y="133155"/>
                  </a:lnTo>
                  <a:lnTo>
                    <a:pt x="75985" y="133263"/>
                  </a:lnTo>
                  <a:lnTo>
                    <a:pt x="74890" y="134552"/>
                  </a:lnTo>
                  <a:lnTo>
                    <a:pt x="73822" y="136814"/>
                  </a:lnTo>
                  <a:lnTo>
                    <a:pt x="73221" y="138809"/>
                  </a:lnTo>
                  <a:lnTo>
                    <a:pt x="72900" y="139526"/>
                  </a:lnTo>
                  <a:lnTo>
                    <a:pt x="72375" y="137652"/>
                  </a:lnTo>
                  <a:lnTo>
                    <a:pt x="71735" y="136367"/>
                  </a:lnTo>
                  <a:lnTo>
                    <a:pt x="71282" y="135700"/>
                  </a:lnTo>
                  <a:lnTo>
                    <a:pt x="70877" y="135699"/>
                  </a:lnTo>
                  <a:lnTo>
                    <a:pt x="70770" y="135971"/>
                  </a:lnTo>
                  <a:lnTo>
                    <a:pt x="70769" y="136952"/>
                  </a:lnTo>
                  <a:lnTo>
                    <a:pt x="71202" y="138581"/>
                  </a:lnTo>
                  <a:lnTo>
                    <a:pt x="71737" y="139692"/>
                  </a:lnTo>
                  <a:lnTo>
                    <a:pt x="71823" y="140513"/>
                  </a:lnTo>
                  <a:lnTo>
                    <a:pt x="72110" y="142007"/>
                  </a:lnTo>
                  <a:lnTo>
                    <a:pt x="72890" y="143637"/>
                  </a:lnTo>
                  <a:lnTo>
                    <a:pt x="74113" y="144930"/>
                  </a:lnTo>
                  <a:lnTo>
                    <a:pt x="74947" y="146202"/>
                  </a:lnTo>
                  <a:lnTo>
                    <a:pt x="75564" y="147967"/>
                  </a:lnTo>
                  <a:lnTo>
                    <a:pt x="75570" y="148509"/>
                  </a:lnTo>
                  <a:lnTo>
                    <a:pt x="75400" y="149229"/>
                  </a:lnTo>
                  <a:lnTo>
                    <a:pt x="75109" y="149909"/>
                  </a:lnTo>
                  <a:lnTo>
                    <a:pt x="74862" y="150793"/>
                  </a:lnTo>
                  <a:lnTo>
                    <a:pt x="74185" y="152581"/>
                  </a:lnTo>
                  <a:lnTo>
                    <a:pt x="74386" y="153363"/>
                  </a:lnTo>
                  <a:lnTo>
                    <a:pt x="74940" y="154350"/>
                  </a:lnTo>
                  <a:lnTo>
                    <a:pt x="75431" y="155535"/>
                  </a:lnTo>
                  <a:lnTo>
                    <a:pt x="76061" y="157451"/>
                  </a:lnTo>
                  <a:lnTo>
                    <a:pt x="76927" y="160808"/>
                  </a:lnTo>
                  <a:lnTo>
                    <a:pt x="77485" y="162189"/>
                  </a:lnTo>
                  <a:lnTo>
                    <a:pt x="78242" y="163616"/>
                  </a:lnTo>
                  <a:lnTo>
                    <a:pt x="78986" y="164705"/>
                  </a:lnTo>
                  <a:lnTo>
                    <a:pt x="80160" y="164672"/>
                  </a:lnTo>
                  <a:lnTo>
                    <a:pt x="81375" y="166751"/>
                  </a:lnTo>
                  <a:lnTo>
                    <a:pt x="82701" y="169758"/>
                  </a:lnTo>
                  <a:lnTo>
                    <a:pt x="83693" y="171137"/>
                  </a:lnTo>
                  <a:lnTo>
                    <a:pt x="84385" y="171557"/>
                  </a:lnTo>
                  <a:lnTo>
                    <a:pt x="84956" y="172641"/>
                  </a:lnTo>
                  <a:lnTo>
                    <a:pt x="85463" y="174197"/>
                  </a:lnTo>
                  <a:lnTo>
                    <a:pt x="85661" y="175099"/>
                  </a:lnTo>
                  <a:lnTo>
                    <a:pt x="86110" y="175750"/>
                  </a:lnTo>
                  <a:lnTo>
                    <a:pt x="87325" y="175629"/>
                  </a:lnTo>
                  <a:lnTo>
                    <a:pt x="88884" y="178080"/>
                  </a:lnTo>
                  <a:lnTo>
                    <a:pt x="89848" y="179875"/>
                  </a:lnTo>
                  <a:lnTo>
                    <a:pt x="90357" y="181324"/>
                  </a:lnTo>
                  <a:lnTo>
                    <a:pt x="90223" y="181898"/>
                  </a:lnTo>
                  <a:lnTo>
                    <a:pt x="90161" y="183703"/>
                  </a:lnTo>
                  <a:lnTo>
                    <a:pt x="90177" y="185616"/>
                  </a:lnTo>
                  <a:lnTo>
                    <a:pt x="90024" y="186627"/>
                  </a:lnTo>
                  <a:lnTo>
                    <a:pt x="89326" y="187959"/>
                  </a:lnTo>
                  <a:lnTo>
                    <a:pt x="88966" y="188243"/>
                  </a:lnTo>
                  <a:lnTo>
                    <a:pt x="88773" y="188530"/>
                  </a:lnTo>
                  <a:lnTo>
                    <a:pt x="86631" y="186793"/>
                  </a:lnTo>
                  <a:lnTo>
                    <a:pt x="86462" y="187089"/>
                  </a:lnTo>
                  <a:lnTo>
                    <a:pt x="86328" y="187304"/>
                  </a:lnTo>
                  <a:lnTo>
                    <a:pt x="85754" y="192340"/>
                  </a:lnTo>
                  <a:lnTo>
                    <a:pt x="85359" y="193308"/>
                  </a:lnTo>
                  <a:lnTo>
                    <a:pt x="84772" y="194198"/>
                  </a:lnTo>
                  <a:lnTo>
                    <a:pt x="83550" y="195065"/>
                  </a:lnTo>
                  <a:lnTo>
                    <a:pt x="82700" y="195418"/>
                  </a:lnTo>
                  <a:lnTo>
                    <a:pt x="82038" y="195857"/>
                  </a:lnTo>
                  <a:lnTo>
                    <a:pt x="79941" y="197967"/>
                  </a:lnTo>
                  <a:lnTo>
                    <a:pt x="78996" y="199233"/>
                  </a:lnTo>
                  <a:lnTo>
                    <a:pt x="78384" y="200825"/>
                  </a:lnTo>
                  <a:lnTo>
                    <a:pt x="78381" y="201741"/>
                  </a:lnTo>
                  <a:lnTo>
                    <a:pt x="79401" y="204435"/>
                  </a:lnTo>
                  <a:lnTo>
                    <a:pt x="80578" y="207218"/>
                  </a:lnTo>
                  <a:lnTo>
                    <a:pt x="80586" y="209666"/>
                  </a:lnTo>
                  <a:lnTo>
                    <a:pt x="80064" y="211497"/>
                  </a:lnTo>
                  <a:lnTo>
                    <a:pt x="79943" y="212204"/>
                  </a:lnTo>
                  <a:lnTo>
                    <a:pt x="80289" y="212471"/>
                  </a:lnTo>
                  <a:lnTo>
                    <a:pt x="80942" y="212572"/>
                  </a:lnTo>
                  <a:lnTo>
                    <a:pt x="81487" y="212888"/>
                  </a:lnTo>
                  <a:lnTo>
                    <a:pt x="81720" y="214177"/>
                  </a:lnTo>
                  <a:lnTo>
                    <a:pt x="81650" y="216422"/>
                  </a:lnTo>
                  <a:lnTo>
                    <a:pt x="81464" y="218524"/>
                  </a:lnTo>
                  <a:lnTo>
                    <a:pt x="81269" y="219408"/>
                  </a:lnTo>
                  <a:lnTo>
                    <a:pt x="80743" y="219479"/>
                  </a:lnTo>
                  <a:lnTo>
                    <a:pt x="79731" y="218570"/>
                  </a:lnTo>
                  <a:lnTo>
                    <a:pt x="78941" y="217514"/>
                  </a:lnTo>
                  <a:lnTo>
                    <a:pt x="78639" y="216865"/>
                  </a:lnTo>
                  <a:lnTo>
                    <a:pt x="78621" y="216089"/>
                  </a:lnTo>
                  <a:lnTo>
                    <a:pt x="78791" y="215598"/>
                  </a:lnTo>
                  <a:lnTo>
                    <a:pt x="78510" y="214641"/>
                  </a:lnTo>
                  <a:lnTo>
                    <a:pt x="77538" y="213757"/>
                  </a:lnTo>
                  <a:lnTo>
                    <a:pt x="76498" y="214142"/>
                  </a:lnTo>
                  <a:lnTo>
                    <a:pt x="75730" y="214738"/>
                  </a:lnTo>
                  <a:lnTo>
                    <a:pt x="75234" y="214703"/>
                  </a:lnTo>
                  <a:lnTo>
                    <a:pt x="74698" y="213852"/>
                  </a:lnTo>
                  <a:lnTo>
                    <a:pt x="73874" y="213200"/>
                  </a:lnTo>
                  <a:lnTo>
                    <a:pt x="72798" y="212770"/>
                  </a:lnTo>
                  <a:lnTo>
                    <a:pt x="72127" y="212311"/>
                  </a:lnTo>
                  <a:lnTo>
                    <a:pt x="71986" y="212582"/>
                  </a:lnTo>
                  <a:lnTo>
                    <a:pt x="72065" y="214425"/>
                  </a:lnTo>
                  <a:lnTo>
                    <a:pt x="71858" y="215228"/>
                  </a:lnTo>
                  <a:lnTo>
                    <a:pt x="66534" y="216293"/>
                  </a:lnTo>
                  <a:lnTo>
                    <a:pt x="64912" y="217290"/>
                  </a:lnTo>
                  <a:lnTo>
                    <a:pt x="63731" y="218580"/>
                  </a:lnTo>
                  <a:lnTo>
                    <a:pt x="62857" y="219140"/>
                  </a:lnTo>
                  <a:lnTo>
                    <a:pt x="62643" y="219935"/>
                  </a:lnTo>
                  <a:lnTo>
                    <a:pt x="61778" y="220980"/>
                  </a:lnTo>
                  <a:lnTo>
                    <a:pt x="60801" y="221313"/>
                  </a:lnTo>
                  <a:lnTo>
                    <a:pt x="60566" y="220971"/>
                  </a:lnTo>
                  <a:lnTo>
                    <a:pt x="59939" y="221453"/>
                  </a:lnTo>
                  <a:lnTo>
                    <a:pt x="58872" y="221919"/>
                  </a:lnTo>
                  <a:lnTo>
                    <a:pt x="58177" y="221770"/>
                  </a:lnTo>
                  <a:lnTo>
                    <a:pt x="57851" y="220926"/>
                  </a:lnTo>
                  <a:lnTo>
                    <a:pt x="57190" y="219633"/>
                  </a:lnTo>
                  <a:lnTo>
                    <a:pt x="56925" y="218737"/>
                  </a:lnTo>
                  <a:lnTo>
                    <a:pt x="56953" y="218163"/>
                  </a:lnTo>
                  <a:lnTo>
                    <a:pt x="55460" y="218048"/>
                  </a:lnTo>
                  <a:lnTo>
                    <a:pt x="54519" y="217365"/>
                  </a:lnTo>
                  <a:lnTo>
                    <a:pt x="52522" y="217525"/>
                  </a:lnTo>
                  <a:lnTo>
                    <a:pt x="52029" y="217237"/>
                  </a:lnTo>
                  <a:lnTo>
                    <a:pt x="51926" y="217547"/>
                  </a:lnTo>
                  <a:lnTo>
                    <a:pt x="51626" y="221213"/>
                  </a:lnTo>
                  <a:lnTo>
                    <a:pt x="51231" y="222718"/>
                  </a:lnTo>
                  <a:lnTo>
                    <a:pt x="50591" y="224274"/>
                  </a:lnTo>
                  <a:lnTo>
                    <a:pt x="49772" y="225139"/>
                  </a:lnTo>
                  <a:lnTo>
                    <a:pt x="49117" y="225297"/>
                  </a:lnTo>
                  <a:lnTo>
                    <a:pt x="49148" y="224162"/>
                  </a:lnTo>
                  <a:lnTo>
                    <a:pt x="49314" y="222796"/>
                  </a:lnTo>
                  <a:lnTo>
                    <a:pt x="48842" y="222476"/>
                  </a:lnTo>
                  <a:lnTo>
                    <a:pt x="48135" y="222318"/>
                  </a:lnTo>
                  <a:lnTo>
                    <a:pt x="47792" y="221912"/>
                  </a:lnTo>
                  <a:lnTo>
                    <a:pt x="47882" y="220873"/>
                  </a:lnTo>
                  <a:lnTo>
                    <a:pt x="47719" y="220265"/>
                  </a:lnTo>
                  <a:lnTo>
                    <a:pt x="47426" y="219541"/>
                  </a:lnTo>
                  <a:lnTo>
                    <a:pt x="46717" y="218603"/>
                  </a:lnTo>
                  <a:lnTo>
                    <a:pt x="45213" y="217215"/>
                  </a:lnTo>
                  <a:lnTo>
                    <a:pt x="44188" y="216529"/>
                  </a:lnTo>
                  <a:lnTo>
                    <a:pt x="43805" y="217260"/>
                  </a:lnTo>
                  <a:lnTo>
                    <a:pt x="43072" y="217996"/>
                  </a:lnTo>
                  <a:lnTo>
                    <a:pt x="41917" y="217755"/>
                  </a:lnTo>
                  <a:lnTo>
                    <a:pt x="41634" y="218045"/>
                  </a:lnTo>
                  <a:lnTo>
                    <a:pt x="39658" y="215837"/>
                  </a:lnTo>
                  <a:lnTo>
                    <a:pt x="37760" y="213716"/>
                  </a:lnTo>
                  <a:lnTo>
                    <a:pt x="37132" y="213716"/>
                  </a:lnTo>
                  <a:lnTo>
                    <a:pt x="34334" y="214139"/>
                  </a:lnTo>
                  <a:lnTo>
                    <a:pt x="34253" y="213953"/>
                  </a:lnTo>
                  <a:lnTo>
                    <a:pt x="33766" y="212744"/>
                  </a:lnTo>
                  <a:lnTo>
                    <a:pt x="33334" y="212362"/>
                  </a:lnTo>
                  <a:lnTo>
                    <a:pt x="33073" y="212558"/>
                  </a:lnTo>
                  <a:lnTo>
                    <a:pt x="32899" y="212909"/>
                  </a:lnTo>
                  <a:lnTo>
                    <a:pt x="32599" y="212849"/>
                  </a:lnTo>
                  <a:lnTo>
                    <a:pt x="31345" y="210897"/>
                  </a:lnTo>
                  <a:lnTo>
                    <a:pt x="30831" y="210616"/>
                  </a:lnTo>
                  <a:lnTo>
                    <a:pt x="30118" y="210874"/>
                  </a:lnTo>
                  <a:lnTo>
                    <a:pt x="29276" y="211924"/>
                  </a:lnTo>
                  <a:lnTo>
                    <a:pt x="28909" y="213211"/>
                  </a:lnTo>
                  <a:lnTo>
                    <a:pt x="29021" y="213953"/>
                  </a:lnTo>
                  <a:lnTo>
                    <a:pt x="29458" y="214275"/>
                  </a:lnTo>
                  <a:lnTo>
                    <a:pt x="30600" y="214058"/>
                  </a:lnTo>
                  <a:lnTo>
                    <a:pt x="30768" y="214272"/>
                  </a:lnTo>
                  <a:lnTo>
                    <a:pt x="30807" y="214689"/>
                  </a:lnTo>
                  <a:lnTo>
                    <a:pt x="30681" y="215096"/>
                  </a:lnTo>
                  <a:lnTo>
                    <a:pt x="29752" y="215431"/>
                  </a:lnTo>
                  <a:lnTo>
                    <a:pt x="29484" y="215918"/>
                  </a:lnTo>
                  <a:lnTo>
                    <a:pt x="29212" y="216038"/>
                  </a:lnTo>
                  <a:lnTo>
                    <a:pt x="29038" y="216113"/>
                  </a:lnTo>
                  <a:lnTo>
                    <a:pt x="28051" y="215601"/>
                  </a:lnTo>
                  <a:lnTo>
                    <a:pt x="26579" y="215601"/>
                  </a:lnTo>
                  <a:lnTo>
                    <a:pt x="25393" y="216510"/>
                  </a:lnTo>
                  <a:lnTo>
                    <a:pt x="23500" y="216873"/>
                  </a:lnTo>
                  <a:lnTo>
                    <a:pt x="20900" y="216696"/>
                  </a:lnTo>
                  <a:lnTo>
                    <a:pt x="19964" y="216021"/>
                  </a:lnTo>
                  <a:lnTo>
                    <a:pt x="19394" y="215612"/>
                  </a:lnTo>
                  <a:lnTo>
                    <a:pt x="18984" y="213623"/>
                  </a:lnTo>
                  <a:lnTo>
                    <a:pt x="19089" y="210675"/>
                  </a:lnTo>
                  <a:lnTo>
                    <a:pt x="19710" y="206774"/>
                  </a:lnTo>
                  <a:lnTo>
                    <a:pt x="19883" y="203910"/>
                  </a:lnTo>
                  <a:lnTo>
                    <a:pt x="19607" y="202086"/>
                  </a:lnTo>
                  <a:lnTo>
                    <a:pt x="19975" y="199353"/>
                  </a:lnTo>
                  <a:lnTo>
                    <a:pt x="20986" y="195711"/>
                  </a:lnTo>
                  <a:lnTo>
                    <a:pt x="21661" y="191871"/>
                  </a:lnTo>
                  <a:lnTo>
                    <a:pt x="21998" y="187828"/>
                  </a:lnTo>
                  <a:lnTo>
                    <a:pt x="22489" y="185192"/>
                  </a:lnTo>
                  <a:lnTo>
                    <a:pt x="23451" y="183345"/>
                  </a:lnTo>
                  <a:lnTo>
                    <a:pt x="25737" y="178181"/>
                  </a:lnTo>
                  <a:lnTo>
                    <a:pt x="25922" y="177793"/>
                  </a:lnTo>
                  <a:lnTo>
                    <a:pt x="25860" y="175218"/>
                  </a:lnTo>
                  <a:lnTo>
                    <a:pt x="25244" y="174854"/>
                  </a:lnTo>
                  <a:lnTo>
                    <a:pt x="24343" y="174114"/>
                  </a:lnTo>
                  <a:lnTo>
                    <a:pt x="22048" y="173199"/>
                  </a:lnTo>
                  <a:lnTo>
                    <a:pt x="19910" y="172612"/>
                  </a:lnTo>
                  <a:lnTo>
                    <a:pt x="18940" y="171885"/>
                  </a:lnTo>
                  <a:lnTo>
                    <a:pt x="18090" y="169940"/>
                  </a:lnTo>
                  <a:lnTo>
                    <a:pt x="17563" y="169914"/>
                  </a:lnTo>
                  <a:lnTo>
                    <a:pt x="16531" y="170609"/>
                  </a:lnTo>
                  <a:lnTo>
                    <a:pt x="15243" y="171079"/>
                  </a:lnTo>
                  <a:lnTo>
                    <a:pt x="14306" y="170668"/>
                  </a:lnTo>
                  <a:lnTo>
                    <a:pt x="13719" y="170748"/>
                  </a:lnTo>
                  <a:lnTo>
                    <a:pt x="13390" y="171107"/>
                  </a:lnTo>
                  <a:lnTo>
                    <a:pt x="13225" y="170790"/>
                  </a:lnTo>
                  <a:lnTo>
                    <a:pt x="12990" y="169122"/>
                  </a:lnTo>
                  <a:lnTo>
                    <a:pt x="12499" y="168686"/>
                  </a:lnTo>
                  <a:lnTo>
                    <a:pt x="11738" y="168305"/>
                  </a:lnTo>
                  <a:lnTo>
                    <a:pt x="11264" y="168469"/>
                  </a:lnTo>
                  <a:lnTo>
                    <a:pt x="10937" y="169298"/>
                  </a:lnTo>
                  <a:lnTo>
                    <a:pt x="10432" y="169882"/>
                  </a:lnTo>
                  <a:lnTo>
                    <a:pt x="9969" y="169691"/>
                  </a:lnTo>
                  <a:lnTo>
                    <a:pt x="8517" y="165842"/>
                  </a:lnTo>
                  <a:lnTo>
                    <a:pt x="8143" y="164991"/>
                  </a:lnTo>
                  <a:lnTo>
                    <a:pt x="8048" y="164207"/>
                  </a:lnTo>
                  <a:lnTo>
                    <a:pt x="7684" y="162775"/>
                  </a:lnTo>
                  <a:lnTo>
                    <a:pt x="6819" y="161351"/>
                  </a:lnTo>
                  <a:lnTo>
                    <a:pt x="5958" y="160899"/>
                  </a:lnTo>
                  <a:lnTo>
                    <a:pt x="5528" y="161059"/>
                  </a:lnTo>
                  <a:lnTo>
                    <a:pt x="5574" y="159287"/>
                  </a:lnTo>
                  <a:lnTo>
                    <a:pt x="5913" y="156719"/>
                  </a:lnTo>
                  <a:lnTo>
                    <a:pt x="6236" y="155379"/>
                  </a:lnTo>
                  <a:lnTo>
                    <a:pt x="6666" y="154284"/>
                  </a:lnTo>
                  <a:lnTo>
                    <a:pt x="7122" y="153522"/>
                  </a:lnTo>
                  <a:lnTo>
                    <a:pt x="7224" y="152145"/>
                  </a:lnTo>
                  <a:lnTo>
                    <a:pt x="7151" y="150843"/>
                  </a:lnTo>
                  <a:lnTo>
                    <a:pt x="6624" y="150640"/>
                  </a:lnTo>
                  <a:lnTo>
                    <a:pt x="5304" y="149678"/>
                  </a:lnTo>
                  <a:lnTo>
                    <a:pt x="4525" y="148665"/>
                  </a:lnTo>
                  <a:lnTo>
                    <a:pt x="3944" y="147396"/>
                  </a:lnTo>
                  <a:lnTo>
                    <a:pt x="3187" y="145647"/>
                  </a:lnTo>
                  <a:lnTo>
                    <a:pt x="2864" y="143872"/>
                  </a:lnTo>
                  <a:lnTo>
                    <a:pt x="2847" y="142103"/>
                  </a:lnTo>
                  <a:lnTo>
                    <a:pt x="2940" y="141313"/>
                  </a:lnTo>
                  <a:lnTo>
                    <a:pt x="2995" y="140770"/>
                  </a:lnTo>
                  <a:lnTo>
                    <a:pt x="3606" y="138013"/>
                  </a:lnTo>
                  <a:lnTo>
                    <a:pt x="5756" y="135546"/>
                  </a:lnTo>
                  <a:lnTo>
                    <a:pt x="5520" y="133061"/>
                  </a:lnTo>
                  <a:lnTo>
                    <a:pt x="5489" y="131539"/>
                  </a:lnTo>
                  <a:lnTo>
                    <a:pt x="4966" y="130542"/>
                  </a:lnTo>
                  <a:lnTo>
                    <a:pt x="3923" y="130139"/>
                  </a:lnTo>
                  <a:lnTo>
                    <a:pt x="3647" y="129448"/>
                  </a:lnTo>
                  <a:lnTo>
                    <a:pt x="3530" y="128773"/>
                  </a:lnTo>
                  <a:lnTo>
                    <a:pt x="4297" y="127257"/>
                  </a:lnTo>
                  <a:lnTo>
                    <a:pt x="3372" y="126058"/>
                  </a:lnTo>
                  <a:lnTo>
                    <a:pt x="2974" y="124817"/>
                  </a:lnTo>
                  <a:lnTo>
                    <a:pt x="1685" y="123251"/>
                  </a:lnTo>
                  <a:lnTo>
                    <a:pt x="1549" y="122713"/>
                  </a:lnTo>
                  <a:lnTo>
                    <a:pt x="2167" y="118149"/>
                  </a:lnTo>
                  <a:lnTo>
                    <a:pt x="1695" y="116818"/>
                  </a:lnTo>
                  <a:lnTo>
                    <a:pt x="1107" y="116138"/>
                  </a:lnTo>
                  <a:lnTo>
                    <a:pt x="422" y="115805"/>
                  </a:lnTo>
                  <a:lnTo>
                    <a:pt x="109" y="115171"/>
                  </a:lnTo>
                  <a:lnTo>
                    <a:pt x="0" y="114449"/>
                  </a:lnTo>
                  <a:lnTo>
                    <a:pt x="123" y="114000"/>
                  </a:lnTo>
                  <a:lnTo>
                    <a:pt x="928" y="114133"/>
                  </a:lnTo>
                  <a:lnTo>
                    <a:pt x="1175" y="113664"/>
                  </a:lnTo>
                  <a:lnTo>
                    <a:pt x="3093" y="110983"/>
                  </a:lnTo>
                  <a:lnTo>
                    <a:pt x="3172" y="110468"/>
                  </a:lnTo>
                  <a:lnTo>
                    <a:pt x="2905" y="110176"/>
                  </a:lnTo>
                  <a:lnTo>
                    <a:pt x="2553" y="110021"/>
                  </a:lnTo>
                  <a:lnTo>
                    <a:pt x="2467" y="109458"/>
                  </a:lnTo>
                  <a:lnTo>
                    <a:pt x="2479" y="108716"/>
                  </a:lnTo>
                  <a:lnTo>
                    <a:pt x="3505" y="104854"/>
                  </a:lnTo>
                  <a:lnTo>
                    <a:pt x="3808" y="103206"/>
                  </a:lnTo>
                  <a:lnTo>
                    <a:pt x="3875" y="102042"/>
                  </a:lnTo>
                  <a:lnTo>
                    <a:pt x="3812" y="100892"/>
                  </a:lnTo>
                  <a:lnTo>
                    <a:pt x="3225" y="99084"/>
                  </a:lnTo>
                  <a:lnTo>
                    <a:pt x="2652" y="97641"/>
                  </a:lnTo>
                  <a:lnTo>
                    <a:pt x="2632" y="96493"/>
                  </a:lnTo>
                  <a:lnTo>
                    <a:pt x="2216" y="95888"/>
                  </a:lnTo>
                  <a:lnTo>
                    <a:pt x="1033" y="92811"/>
                  </a:lnTo>
                  <a:lnTo>
                    <a:pt x="1035" y="91620"/>
                  </a:lnTo>
                  <a:lnTo>
                    <a:pt x="1704" y="90695"/>
                  </a:lnTo>
                  <a:lnTo>
                    <a:pt x="2638" y="90105"/>
                  </a:lnTo>
                  <a:lnTo>
                    <a:pt x="2948" y="89619"/>
                  </a:lnTo>
                  <a:lnTo>
                    <a:pt x="3508" y="89313"/>
                  </a:lnTo>
                  <a:lnTo>
                    <a:pt x="4991" y="90201"/>
                  </a:lnTo>
                  <a:lnTo>
                    <a:pt x="5656" y="90971"/>
                  </a:lnTo>
                  <a:lnTo>
                    <a:pt x="5844" y="90812"/>
                  </a:lnTo>
                  <a:lnTo>
                    <a:pt x="6443" y="89974"/>
                  </a:lnTo>
                  <a:lnTo>
                    <a:pt x="7495" y="90105"/>
                  </a:lnTo>
                  <a:lnTo>
                    <a:pt x="10041" y="88423"/>
                  </a:lnTo>
                  <a:lnTo>
                    <a:pt x="10420" y="87614"/>
                  </a:lnTo>
                  <a:lnTo>
                    <a:pt x="10706" y="86754"/>
                  </a:lnTo>
                  <a:lnTo>
                    <a:pt x="10730" y="86376"/>
                  </a:lnTo>
                  <a:lnTo>
                    <a:pt x="9744" y="84721"/>
                  </a:lnTo>
                  <a:lnTo>
                    <a:pt x="9714" y="84109"/>
                  </a:lnTo>
                  <a:lnTo>
                    <a:pt x="9845" y="83419"/>
                  </a:lnTo>
                  <a:lnTo>
                    <a:pt x="10123" y="82874"/>
                  </a:lnTo>
                  <a:lnTo>
                    <a:pt x="10706" y="82503"/>
                  </a:lnTo>
                  <a:lnTo>
                    <a:pt x="11327" y="81777"/>
                  </a:lnTo>
                  <a:lnTo>
                    <a:pt x="12715" y="79717"/>
                  </a:lnTo>
                  <a:lnTo>
                    <a:pt x="13196" y="77929"/>
                  </a:lnTo>
                  <a:lnTo>
                    <a:pt x="13343" y="75994"/>
                  </a:lnTo>
                  <a:lnTo>
                    <a:pt x="13372" y="74555"/>
                  </a:lnTo>
                  <a:lnTo>
                    <a:pt x="12994" y="73409"/>
                  </a:lnTo>
                  <a:lnTo>
                    <a:pt x="12611" y="72667"/>
                  </a:lnTo>
                  <a:lnTo>
                    <a:pt x="12088" y="72780"/>
                  </a:lnTo>
                  <a:lnTo>
                    <a:pt x="11071" y="72721"/>
                  </a:lnTo>
                  <a:lnTo>
                    <a:pt x="10121" y="72079"/>
                  </a:lnTo>
                  <a:lnTo>
                    <a:pt x="9600" y="71038"/>
                  </a:lnTo>
                  <a:lnTo>
                    <a:pt x="9471" y="70124"/>
                  </a:lnTo>
                  <a:lnTo>
                    <a:pt x="9707" y="69548"/>
                  </a:lnTo>
                  <a:lnTo>
                    <a:pt x="9779" y="68841"/>
                  </a:lnTo>
                  <a:lnTo>
                    <a:pt x="9627" y="68130"/>
                  </a:lnTo>
                  <a:lnTo>
                    <a:pt x="9688" y="67532"/>
                  </a:lnTo>
                  <a:lnTo>
                    <a:pt x="10116" y="67053"/>
                  </a:lnTo>
                  <a:lnTo>
                    <a:pt x="13123" y="67069"/>
                  </a:lnTo>
                  <a:lnTo>
                    <a:pt x="13348" y="66543"/>
                  </a:lnTo>
                  <a:lnTo>
                    <a:pt x="13551" y="63782"/>
                  </a:lnTo>
                  <a:lnTo>
                    <a:pt x="14302" y="59579"/>
                  </a:lnTo>
                  <a:lnTo>
                    <a:pt x="15011" y="57239"/>
                  </a:lnTo>
                  <a:lnTo>
                    <a:pt x="15130" y="56255"/>
                  </a:lnTo>
                  <a:lnTo>
                    <a:pt x="15119" y="50709"/>
                  </a:lnTo>
                  <a:lnTo>
                    <a:pt x="15213" y="47900"/>
                  </a:lnTo>
                  <a:lnTo>
                    <a:pt x="14699" y="46580"/>
                  </a:lnTo>
                  <a:lnTo>
                    <a:pt x="13578" y="45135"/>
                  </a:lnTo>
                  <a:lnTo>
                    <a:pt x="13817" y="42127"/>
                  </a:lnTo>
                  <a:lnTo>
                    <a:pt x="14189" y="39783"/>
                  </a:lnTo>
                  <a:lnTo>
                    <a:pt x="15317" y="36900"/>
                  </a:lnTo>
                  <a:lnTo>
                    <a:pt x="16212" y="36108"/>
                  </a:lnTo>
                  <a:lnTo>
                    <a:pt x="20118" y="35637"/>
                  </a:lnTo>
                  <a:lnTo>
                    <a:pt x="24434" y="35831"/>
                  </a:lnTo>
                  <a:lnTo>
                    <a:pt x="26226" y="40184"/>
                  </a:lnTo>
                  <a:lnTo>
                    <a:pt x="25560" y="42421"/>
                  </a:lnTo>
                  <a:lnTo>
                    <a:pt x="26608" y="43463"/>
                  </a:lnTo>
                  <a:lnTo>
                    <a:pt x="27113" y="43082"/>
                  </a:lnTo>
                  <a:lnTo>
                    <a:pt x="27497" y="41136"/>
                  </a:lnTo>
                  <a:lnTo>
                    <a:pt x="27753" y="38980"/>
                  </a:lnTo>
                  <a:lnTo>
                    <a:pt x="28120" y="38328"/>
                  </a:lnTo>
                  <a:lnTo>
                    <a:pt x="29454" y="39938"/>
                  </a:lnTo>
                  <a:lnTo>
                    <a:pt x="29923" y="41042"/>
                  </a:lnTo>
                  <a:lnTo>
                    <a:pt x="29952" y="44591"/>
                  </a:lnTo>
                  <a:lnTo>
                    <a:pt x="30443" y="39785"/>
                  </a:lnTo>
                  <a:lnTo>
                    <a:pt x="30077" y="36421"/>
                  </a:lnTo>
                  <a:lnTo>
                    <a:pt x="30329" y="33160"/>
                  </a:lnTo>
                  <a:lnTo>
                    <a:pt x="30864" y="31465"/>
                  </a:lnTo>
                  <a:lnTo>
                    <a:pt x="31357" y="30385"/>
                  </a:lnTo>
                  <a:lnTo>
                    <a:pt x="34523" y="31547"/>
                  </a:lnTo>
                  <a:lnTo>
                    <a:pt x="38018" y="30948"/>
                  </a:lnTo>
                  <a:lnTo>
                    <a:pt x="39340" y="32203"/>
                  </a:lnTo>
                  <a:lnTo>
                    <a:pt x="42331" y="38497"/>
                  </a:lnTo>
                  <a:lnTo>
                    <a:pt x="43328" y="39527"/>
                  </a:lnTo>
                  <a:lnTo>
                    <a:pt x="44586" y="39852"/>
                  </a:lnTo>
                  <a:lnTo>
                    <a:pt x="42852" y="38506"/>
                  </a:lnTo>
                  <a:lnTo>
                    <a:pt x="39227" y="30854"/>
                  </a:lnTo>
                  <a:lnTo>
                    <a:pt x="38141" y="29906"/>
                  </a:lnTo>
                  <a:lnTo>
                    <a:pt x="36474" y="29619"/>
                  </a:lnTo>
                  <a:lnTo>
                    <a:pt x="35435" y="28872"/>
                  </a:lnTo>
                  <a:lnTo>
                    <a:pt x="34780" y="27716"/>
                  </a:lnTo>
                  <a:lnTo>
                    <a:pt x="34588" y="26683"/>
                  </a:lnTo>
                  <a:lnTo>
                    <a:pt x="34624" y="18986"/>
                  </a:lnTo>
                  <a:lnTo>
                    <a:pt x="33998" y="17840"/>
                  </a:lnTo>
                  <a:lnTo>
                    <a:pt x="33190" y="17442"/>
                  </a:lnTo>
                  <a:lnTo>
                    <a:pt x="32686" y="17968"/>
                  </a:lnTo>
                  <a:lnTo>
                    <a:pt x="31652" y="17976"/>
                  </a:lnTo>
                  <a:lnTo>
                    <a:pt x="31434" y="16233"/>
                  </a:lnTo>
                  <a:lnTo>
                    <a:pt x="31687" y="14941"/>
                  </a:lnTo>
                  <a:lnTo>
                    <a:pt x="33766" y="14058"/>
                  </a:lnTo>
                  <a:lnTo>
                    <a:pt x="35137" y="12875"/>
                  </a:lnTo>
                  <a:lnTo>
                    <a:pt x="35198" y="10785"/>
                  </a:lnTo>
                  <a:lnTo>
                    <a:pt x="34332" y="9141"/>
                  </a:lnTo>
                  <a:lnTo>
                    <a:pt x="33295" y="6127"/>
                  </a:lnTo>
                  <a:lnTo>
                    <a:pt x="32076" y="3293"/>
                  </a:lnTo>
                  <a:lnTo>
                    <a:pt x="31944" y="0"/>
                  </a:lnTo>
                  <a:lnTo>
                    <a:pt x="34063" y="64"/>
                  </a:lnTo>
                  <a:lnTo>
                    <a:pt x="34582" y="189"/>
                  </a:lnTo>
                  <a:lnTo>
                    <a:pt x="37794" y="1732"/>
                  </a:lnTo>
                  <a:lnTo>
                    <a:pt x="38579" y="2816"/>
                  </a:lnTo>
                  <a:lnTo>
                    <a:pt x="39567" y="2866"/>
                  </a:lnTo>
                  <a:lnTo>
                    <a:pt x="41347" y="1858"/>
                  </a:lnTo>
                  <a:lnTo>
                    <a:pt x="42677" y="1415"/>
                  </a:lnTo>
                  <a:lnTo>
                    <a:pt x="43192" y="2037"/>
                  </a:lnTo>
                  <a:lnTo>
                    <a:pt x="43917" y="2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3262688" y="2007137"/>
              <a:ext cx="3916" cy="8617"/>
            </a:xfrm>
            <a:custGeom>
              <a:avLst/>
              <a:pathLst>
                <a:path w="3916" h="8617">
                  <a:moveTo>
                    <a:pt x="261" y="8030"/>
                  </a:moveTo>
                  <a:lnTo>
                    <a:pt x="0" y="8617"/>
                  </a:lnTo>
                  <a:lnTo>
                    <a:pt x="125" y="4445"/>
                  </a:lnTo>
                  <a:lnTo>
                    <a:pt x="1368" y="0"/>
                  </a:lnTo>
                  <a:lnTo>
                    <a:pt x="1894" y="99"/>
                  </a:lnTo>
                  <a:lnTo>
                    <a:pt x="1356" y="1300"/>
                  </a:lnTo>
                  <a:lnTo>
                    <a:pt x="1200" y="2141"/>
                  </a:lnTo>
                  <a:lnTo>
                    <a:pt x="982" y="3822"/>
                  </a:lnTo>
                  <a:lnTo>
                    <a:pt x="1081" y="4694"/>
                  </a:lnTo>
                  <a:lnTo>
                    <a:pt x="3916" y="4934"/>
                  </a:lnTo>
                  <a:lnTo>
                    <a:pt x="3587" y="5713"/>
                  </a:lnTo>
                  <a:lnTo>
                    <a:pt x="711" y="623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3642868" y="3258543"/>
              <a:ext cx="18681" cy="52230"/>
            </a:xfrm>
            <a:custGeom>
              <a:avLst/>
              <a:pathLst>
                <a:path w="18681" h="52230">
                  <a:moveTo>
                    <a:pt x="16821" y="35718"/>
                  </a:moveTo>
                  <a:lnTo>
                    <a:pt x="15837" y="39680"/>
                  </a:lnTo>
                  <a:lnTo>
                    <a:pt x="14580" y="44744"/>
                  </a:lnTo>
                  <a:lnTo>
                    <a:pt x="13150" y="50507"/>
                  </a:lnTo>
                  <a:lnTo>
                    <a:pt x="12258" y="50547"/>
                  </a:lnTo>
                  <a:lnTo>
                    <a:pt x="11563" y="50213"/>
                  </a:lnTo>
                  <a:lnTo>
                    <a:pt x="11089" y="49234"/>
                  </a:lnTo>
                  <a:lnTo>
                    <a:pt x="10110" y="48173"/>
                  </a:lnTo>
                  <a:lnTo>
                    <a:pt x="9005" y="48100"/>
                  </a:lnTo>
                  <a:lnTo>
                    <a:pt x="7954" y="49096"/>
                  </a:lnTo>
                  <a:lnTo>
                    <a:pt x="6171" y="50332"/>
                  </a:lnTo>
                  <a:lnTo>
                    <a:pt x="4559" y="50735"/>
                  </a:lnTo>
                  <a:lnTo>
                    <a:pt x="3264" y="51422"/>
                  </a:lnTo>
                  <a:lnTo>
                    <a:pt x="2189" y="52230"/>
                  </a:lnTo>
                  <a:lnTo>
                    <a:pt x="1220" y="51793"/>
                  </a:lnTo>
                  <a:lnTo>
                    <a:pt x="381" y="51064"/>
                  </a:lnTo>
                  <a:lnTo>
                    <a:pt x="197" y="44938"/>
                  </a:lnTo>
                  <a:lnTo>
                    <a:pt x="0" y="38286"/>
                  </a:lnTo>
                  <a:lnTo>
                    <a:pt x="21" y="33079"/>
                  </a:lnTo>
                  <a:lnTo>
                    <a:pt x="318" y="30215"/>
                  </a:lnTo>
                  <a:lnTo>
                    <a:pt x="578" y="29100"/>
                  </a:lnTo>
                  <a:lnTo>
                    <a:pt x="2100" y="25138"/>
                  </a:lnTo>
                  <a:lnTo>
                    <a:pt x="2625" y="23528"/>
                  </a:lnTo>
                  <a:lnTo>
                    <a:pt x="4365" y="16974"/>
                  </a:lnTo>
                  <a:lnTo>
                    <a:pt x="5856" y="11356"/>
                  </a:lnTo>
                  <a:lnTo>
                    <a:pt x="6970" y="7156"/>
                  </a:lnTo>
                  <a:lnTo>
                    <a:pt x="7312" y="6329"/>
                  </a:lnTo>
                  <a:lnTo>
                    <a:pt x="7782" y="5533"/>
                  </a:lnTo>
                  <a:lnTo>
                    <a:pt x="8116" y="5761"/>
                  </a:lnTo>
                  <a:lnTo>
                    <a:pt x="10282" y="9811"/>
                  </a:lnTo>
                  <a:lnTo>
                    <a:pt x="10663" y="9700"/>
                  </a:lnTo>
                  <a:lnTo>
                    <a:pt x="11387" y="8443"/>
                  </a:lnTo>
                  <a:lnTo>
                    <a:pt x="12044" y="4114"/>
                  </a:lnTo>
                  <a:lnTo>
                    <a:pt x="12505" y="2535"/>
                  </a:lnTo>
                  <a:lnTo>
                    <a:pt x="12702" y="2579"/>
                  </a:lnTo>
                  <a:lnTo>
                    <a:pt x="14092" y="1367"/>
                  </a:lnTo>
                  <a:lnTo>
                    <a:pt x="15353" y="0"/>
                  </a:lnTo>
                  <a:lnTo>
                    <a:pt x="15513" y="1422"/>
                  </a:lnTo>
                  <a:lnTo>
                    <a:pt x="17419" y="7231"/>
                  </a:lnTo>
                  <a:lnTo>
                    <a:pt x="18042" y="10092"/>
                  </a:lnTo>
                  <a:lnTo>
                    <a:pt x="18681" y="15325"/>
                  </a:lnTo>
                  <a:lnTo>
                    <a:pt x="18346" y="18241"/>
                  </a:lnTo>
                  <a:lnTo>
                    <a:pt x="17851" y="20140"/>
                  </a:lnTo>
                  <a:lnTo>
                    <a:pt x="17117" y="21838"/>
                  </a:lnTo>
                  <a:lnTo>
                    <a:pt x="14573" y="25989"/>
                  </a:lnTo>
                  <a:lnTo>
                    <a:pt x="11745" y="28638"/>
                  </a:lnTo>
                  <a:lnTo>
                    <a:pt x="9940" y="33936"/>
                  </a:lnTo>
                  <a:lnTo>
                    <a:pt x="8597" y="33580"/>
                  </a:lnTo>
                  <a:lnTo>
                    <a:pt x="8801" y="35585"/>
                  </a:lnTo>
                  <a:lnTo>
                    <a:pt x="9301" y="35808"/>
                  </a:lnTo>
                  <a:lnTo>
                    <a:pt x="10084" y="35429"/>
                  </a:lnTo>
                  <a:lnTo>
                    <a:pt x="11640" y="33889"/>
                  </a:lnTo>
                  <a:lnTo>
                    <a:pt x="13023" y="33153"/>
                  </a:lnTo>
                  <a:lnTo>
                    <a:pt x="14513" y="33098"/>
                  </a:lnTo>
                  <a:lnTo>
                    <a:pt x="15864" y="3376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2470465" y="3172127"/>
              <a:ext cx="2612" cy="11991"/>
            </a:xfrm>
            <a:custGeom>
              <a:avLst/>
              <a:pathLst>
                <a:path w="2612" h="11991">
                  <a:moveTo>
                    <a:pt x="2265" y="11349"/>
                  </a:moveTo>
                  <a:lnTo>
                    <a:pt x="1201" y="11991"/>
                  </a:lnTo>
                  <a:lnTo>
                    <a:pt x="743" y="6892"/>
                  </a:lnTo>
                  <a:lnTo>
                    <a:pt x="0" y="3190"/>
                  </a:lnTo>
                  <a:lnTo>
                    <a:pt x="127" y="875"/>
                  </a:lnTo>
                  <a:lnTo>
                    <a:pt x="261" y="0"/>
                  </a:lnTo>
                  <a:lnTo>
                    <a:pt x="1829" y="1419"/>
                  </a:lnTo>
                  <a:lnTo>
                    <a:pt x="2315" y="3143"/>
                  </a:lnTo>
                  <a:lnTo>
                    <a:pt x="2612" y="76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3293925" y="2010297"/>
              <a:ext cx="8293" cy="9542"/>
            </a:xfrm>
            <a:custGeom>
              <a:avLst/>
              <a:pathLst>
                <a:path w="8293" h="9542">
                  <a:moveTo>
                    <a:pt x="3700" y="1777"/>
                  </a:moveTo>
                  <a:lnTo>
                    <a:pt x="5709" y="3611"/>
                  </a:lnTo>
                  <a:lnTo>
                    <a:pt x="7069" y="3505"/>
                  </a:lnTo>
                  <a:lnTo>
                    <a:pt x="7994" y="4266"/>
                  </a:lnTo>
                  <a:lnTo>
                    <a:pt x="8214" y="5440"/>
                  </a:lnTo>
                  <a:lnTo>
                    <a:pt x="8293" y="8048"/>
                  </a:lnTo>
                  <a:lnTo>
                    <a:pt x="7322" y="8808"/>
                  </a:lnTo>
                  <a:lnTo>
                    <a:pt x="6249" y="8550"/>
                  </a:lnTo>
                  <a:lnTo>
                    <a:pt x="4790" y="9542"/>
                  </a:lnTo>
                  <a:lnTo>
                    <a:pt x="0" y="5280"/>
                  </a:lnTo>
                  <a:lnTo>
                    <a:pt x="69" y="1726"/>
                  </a:lnTo>
                  <a:lnTo>
                    <a:pt x="261" y="331"/>
                  </a:lnTo>
                  <a:lnTo>
                    <a:pt x="253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3284436" y="2009973"/>
              <a:ext cx="3463" cy="3710"/>
            </a:xfrm>
            <a:custGeom>
              <a:avLst/>
              <a:pathLst>
                <a:path w="3463" h="3710">
                  <a:moveTo>
                    <a:pt x="3230" y="3403"/>
                  </a:moveTo>
                  <a:lnTo>
                    <a:pt x="2468" y="3710"/>
                  </a:lnTo>
                  <a:lnTo>
                    <a:pt x="1596" y="3067"/>
                  </a:lnTo>
                  <a:lnTo>
                    <a:pt x="178" y="643"/>
                  </a:lnTo>
                  <a:lnTo>
                    <a:pt x="0" y="0"/>
                  </a:lnTo>
                  <a:lnTo>
                    <a:pt x="745" y="411"/>
                  </a:lnTo>
                  <a:lnTo>
                    <a:pt x="1670" y="1678"/>
                  </a:lnTo>
                  <a:lnTo>
                    <a:pt x="2427" y="1947"/>
                  </a:lnTo>
                  <a:lnTo>
                    <a:pt x="3463" y="30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3306227" y="2006978"/>
              <a:ext cx="4887" cy="5071"/>
            </a:xfrm>
            <a:custGeom>
              <a:avLst/>
              <a:pathLst>
                <a:path w="4887" h="5071">
                  <a:moveTo>
                    <a:pt x="4887" y="2905"/>
                  </a:moveTo>
                  <a:lnTo>
                    <a:pt x="4453" y="3345"/>
                  </a:lnTo>
                  <a:lnTo>
                    <a:pt x="2710" y="3022"/>
                  </a:lnTo>
                  <a:lnTo>
                    <a:pt x="745" y="5071"/>
                  </a:lnTo>
                  <a:lnTo>
                    <a:pt x="0" y="4423"/>
                  </a:lnTo>
                  <a:lnTo>
                    <a:pt x="281" y="3115"/>
                  </a:lnTo>
                  <a:lnTo>
                    <a:pt x="486" y="2638"/>
                  </a:lnTo>
                  <a:lnTo>
                    <a:pt x="1147" y="2083"/>
                  </a:lnTo>
                  <a:lnTo>
                    <a:pt x="1589" y="1271"/>
                  </a:lnTo>
                  <a:lnTo>
                    <a:pt x="1762" y="0"/>
                  </a:lnTo>
                  <a:lnTo>
                    <a:pt x="2171" y="685"/>
                  </a:lnTo>
                  <a:lnTo>
                    <a:pt x="3387" y="972"/>
                  </a:lnTo>
                  <a:lnTo>
                    <a:pt x="3982" y="1377"/>
                  </a:lnTo>
                  <a:lnTo>
                    <a:pt x="4478" y="19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3279568" y="2006832"/>
              <a:ext cx="3293" cy="5808"/>
            </a:xfrm>
            <a:custGeom>
              <a:avLst/>
              <a:pathLst>
                <a:path w="3293" h="5808">
                  <a:moveTo>
                    <a:pt x="3293" y="5397"/>
                  </a:moveTo>
                  <a:lnTo>
                    <a:pt x="2111" y="5808"/>
                  </a:lnTo>
                  <a:lnTo>
                    <a:pt x="1507" y="5094"/>
                  </a:lnTo>
                  <a:lnTo>
                    <a:pt x="398" y="4817"/>
                  </a:lnTo>
                  <a:lnTo>
                    <a:pt x="0" y="269"/>
                  </a:lnTo>
                  <a:lnTo>
                    <a:pt x="114" y="0"/>
                  </a:lnTo>
                  <a:lnTo>
                    <a:pt x="672" y="318"/>
                  </a:lnTo>
                  <a:lnTo>
                    <a:pt x="2584" y="2439"/>
                  </a:lnTo>
                  <a:lnTo>
                    <a:pt x="3253" y="476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3289226" y="2004208"/>
              <a:ext cx="3740" cy="12197"/>
            </a:xfrm>
            <a:custGeom>
              <a:avLst/>
              <a:pathLst>
                <a:path w="3740" h="12197">
                  <a:moveTo>
                    <a:pt x="1276" y="12030"/>
                  </a:moveTo>
                  <a:lnTo>
                    <a:pt x="772" y="12197"/>
                  </a:lnTo>
                  <a:lnTo>
                    <a:pt x="88" y="9803"/>
                  </a:lnTo>
                  <a:lnTo>
                    <a:pt x="0" y="9055"/>
                  </a:lnTo>
                  <a:lnTo>
                    <a:pt x="803" y="7522"/>
                  </a:lnTo>
                  <a:lnTo>
                    <a:pt x="1324" y="5787"/>
                  </a:lnTo>
                  <a:lnTo>
                    <a:pt x="2669" y="3122"/>
                  </a:lnTo>
                  <a:lnTo>
                    <a:pt x="3444" y="0"/>
                  </a:lnTo>
                  <a:lnTo>
                    <a:pt x="3740" y="49"/>
                  </a:lnTo>
                  <a:lnTo>
                    <a:pt x="3396" y="2829"/>
                  </a:lnTo>
                  <a:lnTo>
                    <a:pt x="1630" y="105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3335357" y="2000104"/>
              <a:ext cx="5143" cy="8622"/>
            </a:xfrm>
            <a:custGeom>
              <a:avLst/>
              <a:pathLst>
                <a:path w="5143" h="8622">
                  <a:moveTo>
                    <a:pt x="4582" y="8121"/>
                  </a:moveTo>
                  <a:lnTo>
                    <a:pt x="4162" y="8622"/>
                  </a:lnTo>
                  <a:lnTo>
                    <a:pt x="2286" y="7794"/>
                  </a:lnTo>
                  <a:lnTo>
                    <a:pt x="0" y="5746"/>
                  </a:lnTo>
                  <a:lnTo>
                    <a:pt x="334" y="1734"/>
                  </a:lnTo>
                  <a:lnTo>
                    <a:pt x="921" y="0"/>
                  </a:lnTo>
                  <a:lnTo>
                    <a:pt x="5092" y="4497"/>
                  </a:lnTo>
                  <a:lnTo>
                    <a:pt x="5143" y="61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3280565" y="1990764"/>
              <a:ext cx="10904" cy="16667"/>
            </a:xfrm>
            <a:custGeom>
              <a:avLst/>
              <a:pathLst>
                <a:path w="10904" h="16667">
                  <a:moveTo>
                    <a:pt x="8926" y="89"/>
                  </a:moveTo>
                  <a:lnTo>
                    <a:pt x="9400" y="1631"/>
                  </a:lnTo>
                  <a:lnTo>
                    <a:pt x="9982" y="4920"/>
                  </a:lnTo>
                  <a:lnTo>
                    <a:pt x="10904" y="8597"/>
                  </a:lnTo>
                  <a:lnTo>
                    <a:pt x="10519" y="10137"/>
                  </a:lnTo>
                  <a:lnTo>
                    <a:pt x="10781" y="12109"/>
                  </a:lnTo>
                  <a:lnTo>
                    <a:pt x="10518" y="14167"/>
                  </a:lnTo>
                  <a:lnTo>
                    <a:pt x="8685" y="16559"/>
                  </a:lnTo>
                  <a:lnTo>
                    <a:pt x="6629" y="16667"/>
                  </a:lnTo>
                  <a:lnTo>
                    <a:pt x="4492" y="15511"/>
                  </a:lnTo>
                  <a:lnTo>
                    <a:pt x="1473" y="13287"/>
                  </a:lnTo>
                  <a:lnTo>
                    <a:pt x="1230" y="12037"/>
                  </a:lnTo>
                  <a:lnTo>
                    <a:pt x="807" y="11344"/>
                  </a:lnTo>
                  <a:lnTo>
                    <a:pt x="0" y="7553"/>
                  </a:lnTo>
                  <a:lnTo>
                    <a:pt x="18" y="2877"/>
                  </a:lnTo>
                  <a:lnTo>
                    <a:pt x="1535" y="2291"/>
                  </a:lnTo>
                  <a:lnTo>
                    <a:pt x="4850" y="59"/>
                  </a:lnTo>
                  <a:lnTo>
                    <a:pt x="5616" y="409"/>
                  </a:lnTo>
                  <a:lnTo>
                    <a:pt x="6416" y="1551"/>
                  </a:lnTo>
                  <a:lnTo>
                    <a:pt x="7336" y="161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3310785" y="1988772"/>
              <a:ext cx="1651" cy="3729"/>
            </a:xfrm>
            <a:custGeom>
              <a:avLst/>
              <a:pathLst>
                <a:path w="1651" h="3729">
                  <a:moveTo>
                    <a:pt x="1651" y="2472"/>
                  </a:moveTo>
                  <a:lnTo>
                    <a:pt x="582" y="3729"/>
                  </a:lnTo>
                  <a:lnTo>
                    <a:pt x="347" y="3663"/>
                  </a:lnTo>
                  <a:lnTo>
                    <a:pt x="0" y="1939"/>
                  </a:lnTo>
                  <a:lnTo>
                    <a:pt x="563" y="890"/>
                  </a:lnTo>
                  <a:lnTo>
                    <a:pt x="896" y="0"/>
                  </a:lnTo>
                  <a:lnTo>
                    <a:pt x="1132" y="25"/>
                  </a:lnTo>
                  <a:lnTo>
                    <a:pt x="1454" y="98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3288027" y="1979561"/>
              <a:ext cx="1653" cy="6703"/>
            </a:xfrm>
            <a:custGeom>
              <a:avLst/>
              <a:pathLst>
                <a:path w="1653" h="6703">
                  <a:moveTo>
                    <a:pt x="1035" y="6172"/>
                  </a:moveTo>
                  <a:lnTo>
                    <a:pt x="842" y="6703"/>
                  </a:lnTo>
                  <a:lnTo>
                    <a:pt x="123" y="6150"/>
                  </a:lnTo>
                  <a:lnTo>
                    <a:pt x="47" y="4238"/>
                  </a:lnTo>
                  <a:lnTo>
                    <a:pt x="320" y="2522"/>
                  </a:lnTo>
                  <a:lnTo>
                    <a:pt x="0" y="986"/>
                  </a:lnTo>
                  <a:lnTo>
                    <a:pt x="352" y="0"/>
                  </a:lnTo>
                  <a:lnTo>
                    <a:pt x="1365" y="2298"/>
                  </a:lnTo>
                  <a:lnTo>
                    <a:pt x="1653" y="3379"/>
                  </a:lnTo>
                  <a:lnTo>
                    <a:pt x="1263" y="467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3293282" y="1975715"/>
              <a:ext cx="18503" cy="39876"/>
            </a:xfrm>
            <a:custGeom>
              <a:avLst/>
              <a:pathLst>
                <a:path w="18503" h="39876">
                  <a:moveTo>
                    <a:pt x="18053" y="9959"/>
                  </a:moveTo>
                  <a:lnTo>
                    <a:pt x="18081" y="12917"/>
                  </a:lnTo>
                  <a:lnTo>
                    <a:pt x="17786" y="13778"/>
                  </a:lnTo>
                  <a:lnTo>
                    <a:pt x="17352" y="14345"/>
                  </a:lnTo>
                  <a:lnTo>
                    <a:pt x="16218" y="14947"/>
                  </a:lnTo>
                  <a:lnTo>
                    <a:pt x="15235" y="15787"/>
                  </a:lnTo>
                  <a:lnTo>
                    <a:pt x="14359" y="17263"/>
                  </a:lnTo>
                  <a:lnTo>
                    <a:pt x="14036" y="19372"/>
                  </a:lnTo>
                  <a:lnTo>
                    <a:pt x="14722" y="20916"/>
                  </a:lnTo>
                  <a:lnTo>
                    <a:pt x="15968" y="21761"/>
                  </a:lnTo>
                  <a:lnTo>
                    <a:pt x="16285" y="24701"/>
                  </a:lnTo>
                  <a:lnTo>
                    <a:pt x="15256" y="26151"/>
                  </a:lnTo>
                  <a:lnTo>
                    <a:pt x="12616" y="27598"/>
                  </a:lnTo>
                  <a:lnTo>
                    <a:pt x="12339" y="31091"/>
                  </a:lnTo>
                  <a:lnTo>
                    <a:pt x="12424" y="33844"/>
                  </a:lnTo>
                  <a:lnTo>
                    <a:pt x="12376" y="35845"/>
                  </a:lnTo>
                  <a:lnTo>
                    <a:pt x="12167" y="38614"/>
                  </a:lnTo>
                  <a:lnTo>
                    <a:pt x="10031" y="39876"/>
                  </a:lnTo>
                  <a:lnTo>
                    <a:pt x="8653" y="35659"/>
                  </a:lnTo>
                  <a:lnTo>
                    <a:pt x="8640" y="33971"/>
                  </a:lnTo>
                  <a:lnTo>
                    <a:pt x="8229" y="32000"/>
                  </a:lnTo>
                  <a:lnTo>
                    <a:pt x="8151" y="30320"/>
                  </a:lnTo>
                  <a:lnTo>
                    <a:pt x="7663" y="27634"/>
                  </a:lnTo>
                  <a:lnTo>
                    <a:pt x="5643" y="26907"/>
                  </a:lnTo>
                  <a:lnTo>
                    <a:pt x="4859" y="26811"/>
                  </a:lnTo>
                  <a:lnTo>
                    <a:pt x="3762" y="27311"/>
                  </a:lnTo>
                  <a:lnTo>
                    <a:pt x="3490" y="27116"/>
                  </a:lnTo>
                  <a:lnTo>
                    <a:pt x="2177" y="23447"/>
                  </a:lnTo>
                  <a:lnTo>
                    <a:pt x="2394" y="19398"/>
                  </a:lnTo>
                  <a:lnTo>
                    <a:pt x="1693" y="17355"/>
                  </a:lnTo>
                  <a:lnTo>
                    <a:pt x="1596" y="16430"/>
                  </a:lnTo>
                  <a:lnTo>
                    <a:pt x="1613" y="15406"/>
                  </a:lnTo>
                  <a:lnTo>
                    <a:pt x="1037" y="14562"/>
                  </a:lnTo>
                  <a:lnTo>
                    <a:pt x="339" y="14114"/>
                  </a:lnTo>
                  <a:lnTo>
                    <a:pt x="0" y="11836"/>
                  </a:lnTo>
                  <a:lnTo>
                    <a:pt x="802" y="11284"/>
                  </a:lnTo>
                  <a:lnTo>
                    <a:pt x="2787" y="11551"/>
                  </a:lnTo>
                  <a:lnTo>
                    <a:pt x="3367" y="11395"/>
                  </a:lnTo>
                  <a:lnTo>
                    <a:pt x="3899" y="10920"/>
                  </a:lnTo>
                  <a:lnTo>
                    <a:pt x="5504" y="7175"/>
                  </a:lnTo>
                  <a:lnTo>
                    <a:pt x="5458" y="6349"/>
                  </a:lnTo>
                  <a:lnTo>
                    <a:pt x="5630" y="5279"/>
                  </a:lnTo>
                  <a:lnTo>
                    <a:pt x="7367" y="4882"/>
                  </a:lnTo>
                  <a:lnTo>
                    <a:pt x="8141" y="6329"/>
                  </a:lnTo>
                  <a:lnTo>
                    <a:pt x="7986" y="8646"/>
                  </a:lnTo>
                  <a:lnTo>
                    <a:pt x="8085" y="11616"/>
                  </a:lnTo>
                  <a:lnTo>
                    <a:pt x="9137" y="12424"/>
                  </a:lnTo>
                  <a:lnTo>
                    <a:pt x="9547" y="12542"/>
                  </a:lnTo>
                  <a:lnTo>
                    <a:pt x="9985" y="10349"/>
                  </a:lnTo>
                  <a:lnTo>
                    <a:pt x="10293" y="9282"/>
                  </a:lnTo>
                  <a:lnTo>
                    <a:pt x="10710" y="8688"/>
                  </a:lnTo>
                  <a:lnTo>
                    <a:pt x="10852" y="6684"/>
                  </a:lnTo>
                  <a:lnTo>
                    <a:pt x="10604" y="5460"/>
                  </a:lnTo>
                  <a:lnTo>
                    <a:pt x="10077" y="4549"/>
                  </a:lnTo>
                  <a:lnTo>
                    <a:pt x="12045" y="2067"/>
                  </a:lnTo>
                  <a:lnTo>
                    <a:pt x="14081" y="102"/>
                  </a:lnTo>
                  <a:lnTo>
                    <a:pt x="15265" y="0"/>
                  </a:lnTo>
                  <a:lnTo>
                    <a:pt x="16457" y="480"/>
                  </a:lnTo>
                  <a:lnTo>
                    <a:pt x="17565" y="1144"/>
                  </a:lnTo>
                  <a:lnTo>
                    <a:pt x="18166" y="1715"/>
                  </a:lnTo>
                  <a:lnTo>
                    <a:pt x="18503" y="2633"/>
                  </a:lnTo>
                  <a:lnTo>
                    <a:pt x="17760" y="4820"/>
                  </a:lnTo>
                  <a:lnTo>
                    <a:pt x="17554" y="601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3292089" y="1940025"/>
              <a:ext cx="3414" cy="2979"/>
            </a:xfrm>
            <a:custGeom>
              <a:avLst/>
              <a:pathLst>
                <a:path w="3414" h="2979">
                  <a:moveTo>
                    <a:pt x="2024" y="2286"/>
                  </a:moveTo>
                  <a:lnTo>
                    <a:pt x="1562" y="2979"/>
                  </a:lnTo>
                  <a:lnTo>
                    <a:pt x="0" y="1999"/>
                  </a:lnTo>
                  <a:lnTo>
                    <a:pt x="689" y="630"/>
                  </a:lnTo>
                  <a:lnTo>
                    <a:pt x="2406" y="0"/>
                  </a:lnTo>
                  <a:lnTo>
                    <a:pt x="3414" y="207"/>
                  </a:lnTo>
                  <a:lnTo>
                    <a:pt x="2305" y="15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3260835" y="1927999"/>
              <a:ext cx="31848" cy="86596"/>
            </a:xfrm>
            <a:custGeom>
              <a:avLst/>
              <a:pathLst>
                <a:path w="31848" h="86596">
                  <a:moveTo>
                    <a:pt x="18376" y="86028"/>
                  </a:moveTo>
                  <a:lnTo>
                    <a:pt x="18208" y="86028"/>
                  </a:lnTo>
                  <a:lnTo>
                    <a:pt x="17484" y="85767"/>
                  </a:lnTo>
                  <a:lnTo>
                    <a:pt x="16968" y="85145"/>
                  </a:lnTo>
                  <a:lnTo>
                    <a:pt x="15639" y="85588"/>
                  </a:lnTo>
                  <a:lnTo>
                    <a:pt x="13859" y="86596"/>
                  </a:lnTo>
                  <a:lnTo>
                    <a:pt x="12871" y="86546"/>
                  </a:lnTo>
                  <a:lnTo>
                    <a:pt x="12086" y="85462"/>
                  </a:lnTo>
                  <a:lnTo>
                    <a:pt x="8873" y="83919"/>
                  </a:lnTo>
                  <a:lnTo>
                    <a:pt x="8354" y="83794"/>
                  </a:lnTo>
                  <a:lnTo>
                    <a:pt x="6232" y="83727"/>
                  </a:lnTo>
                  <a:lnTo>
                    <a:pt x="6131" y="81288"/>
                  </a:lnTo>
                  <a:lnTo>
                    <a:pt x="5868" y="79527"/>
                  </a:lnTo>
                  <a:lnTo>
                    <a:pt x="5126" y="76905"/>
                  </a:lnTo>
                  <a:lnTo>
                    <a:pt x="6226" y="76273"/>
                  </a:lnTo>
                  <a:lnTo>
                    <a:pt x="6013" y="71164"/>
                  </a:lnTo>
                  <a:lnTo>
                    <a:pt x="5614" y="68515"/>
                  </a:lnTo>
                  <a:lnTo>
                    <a:pt x="2541" y="65794"/>
                  </a:lnTo>
                  <a:lnTo>
                    <a:pt x="120" y="63149"/>
                  </a:lnTo>
                  <a:lnTo>
                    <a:pt x="679" y="54244"/>
                  </a:lnTo>
                  <a:lnTo>
                    <a:pt x="918" y="51845"/>
                  </a:lnTo>
                  <a:lnTo>
                    <a:pt x="0" y="47190"/>
                  </a:lnTo>
                  <a:lnTo>
                    <a:pt x="95" y="41833"/>
                  </a:lnTo>
                  <a:lnTo>
                    <a:pt x="482" y="33391"/>
                  </a:lnTo>
                  <a:lnTo>
                    <a:pt x="1251" y="33060"/>
                  </a:lnTo>
                  <a:lnTo>
                    <a:pt x="1816" y="33101"/>
                  </a:lnTo>
                  <a:lnTo>
                    <a:pt x="3993" y="34616"/>
                  </a:lnTo>
                  <a:lnTo>
                    <a:pt x="4899" y="34767"/>
                  </a:lnTo>
                  <a:lnTo>
                    <a:pt x="5520" y="36121"/>
                  </a:lnTo>
                  <a:lnTo>
                    <a:pt x="6247" y="36678"/>
                  </a:lnTo>
                  <a:lnTo>
                    <a:pt x="6774" y="35240"/>
                  </a:lnTo>
                  <a:lnTo>
                    <a:pt x="6979" y="32783"/>
                  </a:lnTo>
                  <a:lnTo>
                    <a:pt x="8705" y="29603"/>
                  </a:lnTo>
                  <a:lnTo>
                    <a:pt x="9913" y="28429"/>
                  </a:lnTo>
                  <a:lnTo>
                    <a:pt x="10737" y="27866"/>
                  </a:lnTo>
                  <a:lnTo>
                    <a:pt x="11569" y="29149"/>
                  </a:lnTo>
                  <a:lnTo>
                    <a:pt x="12206" y="30590"/>
                  </a:lnTo>
                  <a:lnTo>
                    <a:pt x="12356" y="27436"/>
                  </a:lnTo>
                  <a:lnTo>
                    <a:pt x="12870" y="21428"/>
                  </a:lnTo>
                  <a:lnTo>
                    <a:pt x="11230" y="20485"/>
                  </a:lnTo>
                  <a:lnTo>
                    <a:pt x="9893" y="21299"/>
                  </a:lnTo>
                  <a:lnTo>
                    <a:pt x="8568" y="25106"/>
                  </a:lnTo>
                  <a:lnTo>
                    <a:pt x="7386" y="29892"/>
                  </a:lnTo>
                  <a:lnTo>
                    <a:pt x="5469" y="30332"/>
                  </a:lnTo>
                  <a:lnTo>
                    <a:pt x="3938" y="31687"/>
                  </a:lnTo>
                  <a:lnTo>
                    <a:pt x="2557" y="30282"/>
                  </a:lnTo>
                  <a:lnTo>
                    <a:pt x="1666" y="29044"/>
                  </a:lnTo>
                  <a:lnTo>
                    <a:pt x="1644" y="27231"/>
                  </a:lnTo>
                  <a:lnTo>
                    <a:pt x="1846" y="26138"/>
                  </a:lnTo>
                  <a:lnTo>
                    <a:pt x="3469" y="22235"/>
                  </a:lnTo>
                  <a:lnTo>
                    <a:pt x="5644" y="18486"/>
                  </a:lnTo>
                  <a:lnTo>
                    <a:pt x="7835" y="18522"/>
                  </a:lnTo>
                  <a:lnTo>
                    <a:pt x="9433" y="17325"/>
                  </a:lnTo>
                  <a:lnTo>
                    <a:pt x="10388" y="17182"/>
                  </a:lnTo>
                  <a:lnTo>
                    <a:pt x="13369" y="17445"/>
                  </a:lnTo>
                  <a:lnTo>
                    <a:pt x="14899" y="16624"/>
                  </a:lnTo>
                  <a:lnTo>
                    <a:pt x="16270" y="14905"/>
                  </a:lnTo>
                  <a:lnTo>
                    <a:pt x="19232" y="7638"/>
                  </a:lnTo>
                  <a:lnTo>
                    <a:pt x="20903" y="4608"/>
                  </a:lnTo>
                  <a:lnTo>
                    <a:pt x="24273" y="3542"/>
                  </a:lnTo>
                  <a:lnTo>
                    <a:pt x="27387" y="44"/>
                  </a:lnTo>
                  <a:lnTo>
                    <a:pt x="28257" y="0"/>
                  </a:lnTo>
                  <a:lnTo>
                    <a:pt x="26792" y="2607"/>
                  </a:lnTo>
                  <a:lnTo>
                    <a:pt x="26557" y="3615"/>
                  </a:lnTo>
                  <a:lnTo>
                    <a:pt x="26380" y="5162"/>
                  </a:lnTo>
                  <a:lnTo>
                    <a:pt x="27430" y="8521"/>
                  </a:lnTo>
                  <a:lnTo>
                    <a:pt x="27208" y="10565"/>
                  </a:lnTo>
                  <a:lnTo>
                    <a:pt x="27283" y="14588"/>
                  </a:lnTo>
                  <a:lnTo>
                    <a:pt x="26292" y="16684"/>
                  </a:lnTo>
                  <a:lnTo>
                    <a:pt x="25174" y="21144"/>
                  </a:lnTo>
                  <a:lnTo>
                    <a:pt x="24693" y="21801"/>
                  </a:lnTo>
                  <a:lnTo>
                    <a:pt x="24590" y="27006"/>
                  </a:lnTo>
                  <a:lnTo>
                    <a:pt x="24700" y="28249"/>
                  </a:lnTo>
                  <a:lnTo>
                    <a:pt x="24541" y="32988"/>
                  </a:lnTo>
                  <a:lnTo>
                    <a:pt x="25687" y="34929"/>
                  </a:lnTo>
                  <a:lnTo>
                    <a:pt x="26898" y="35943"/>
                  </a:lnTo>
                  <a:lnTo>
                    <a:pt x="30936" y="35907"/>
                  </a:lnTo>
                  <a:lnTo>
                    <a:pt x="31356" y="36760"/>
                  </a:lnTo>
                  <a:lnTo>
                    <a:pt x="31848" y="38226"/>
                  </a:lnTo>
                  <a:lnTo>
                    <a:pt x="31488" y="40715"/>
                  </a:lnTo>
                  <a:lnTo>
                    <a:pt x="31056" y="42592"/>
                  </a:lnTo>
                  <a:lnTo>
                    <a:pt x="29886" y="44173"/>
                  </a:lnTo>
                  <a:lnTo>
                    <a:pt x="28385" y="45352"/>
                  </a:lnTo>
                  <a:lnTo>
                    <a:pt x="27451" y="45404"/>
                  </a:lnTo>
                  <a:lnTo>
                    <a:pt x="26179" y="43163"/>
                  </a:lnTo>
                  <a:lnTo>
                    <a:pt x="25575" y="43890"/>
                  </a:lnTo>
                  <a:lnTo>
                    <a:pt x="24950" y="45033"/>
                  </a:lnTo>
                  <a:lnTo>
                    <a:pt x="23905" y="51165"/>
                  </a:lnTo>
                  <a:lnTo>
                    <a:pt x="23409" y="55307"/>
                  </a:lnTo>
                  <a:lnTo>
                    <a:pt x="23141" y="55644"/>
                  </a:lnTo>
                  <a:lnTo>
                    <a:pt x="22550" y="55033"/>
                  </a:lnTo>
                  <a:lnTo>
                    <a:pt x="21528" y="54986"/>
                  </a:lnTo>
                  <a:lnTo>
                    <a:pt x="20238" y="55968"/>
                  </a:lnTo>
                  <a:lnTo>
                    <a:pt x="20900" y="56847"/>
                  </a:lnTo>
                  <a:lnTo>
                    <a:pt x="21599" y="58373"/>
                  </a:lnTo>
                  <a:lnTo>
                    <a:pt x="21320" y="59138"/>
                  </a:lnTo>
                  <a:lnTo>
                    <a:pt x="20184" y="59965"/>
                  </a:lnTo>
                  <a:lnTo>
                    <a:pt x="19177" y="61637"/>
                  </a:lnTo>
                  <a:lnTo>
                    <a:pt x="18756" y="62902"/>
                  </a:lnTo>
                  <a:lnTo>
                    <a:pt x="17486" y="64400"/>
                  </a:lnTo>
                  <a:lnTo>
                    <a:pt x="16688" y="66299"/>
                  </a:lnTo>
                  <a:lnTo>
                    <a:pt x="17079" y="68652"/>
                  </a:lnTo>
                  <a:lnTo>
                    <a:pt x="17246" y="70718"/>
                  </a:lnTo>
                  <a:lnTo>
                    <a:pt x="17595" y="73001"/>
                  </a:lnTo>
                  <a:lnTo>
                    <a:pt x="17280" y="74823"/>
                  </a:lnTo>
                  <a:lnTo>
                    <a:pt x="15708" y="77437"/>
                  </a:lnTo>
                  <a:lnTo>
                    <a:pt x="15128" y="79704"/>
                  </a:lnTo>
                  <a:lnTo>
                    <a:pt x="16475" y="79675"/>
                  </a:lnTo>
                  <a:lnTo>
                    <a:pt x="17304" y="80199"/>
                  </a:lnTo>
                  <a:lnTo>
                    <a:pt x="17790" y="80868"/>
                  </a:lnTo>
                  <a:lnTo>
                    <a:pt x="18291" y="81818"/>
                  </a:lnTo>
                  <a:lnTo>
                    <a:pt x="17984" y="829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2351014" y="3045631"/>
              <a:ext cx="41574" cy="67323"/>
            </a:xfrm>
            <a:custGeom>
              <a:avLst/>
              <a:pathLst>
                <a:path w="41574" h="67323">
                  <a:moveTo>
                    <a:pt x="2635" y="55398"/>
                  </a:moveTo>
                  <a:lnTo>
                    <a:pt x="2686" y="50529"/>
                  </a:lnTo>
                  <a:lnTo>
                    <a:pt x="2987" y="48553"/>
                  </a:lnTo>
                  <a:lnTo>
                    <a:pt x="2707" y="46470"/>
                  </a:lnTo>
                  <a:lnTo>
                    <a:pt x="1451" y="44257"/>
                  </a:lnTo>
                  <a:lnTo>
                    <a:pt x="681" y="41409"/>
                  </a:lnTo>
                  <a:lnTo>
                    <a:pt x="0" y="38888"/>
                  </a:lnTo>
                  <a:lnTo>
                    <a:pt x="153" y="38520"/>
                  </a:lnTo>
                  <a:lnTo>
                    <a:pt x="1520" y="38407"/>
                  </a:lnTo>
                  <a:lnTo>
                    <a:pt x="2000" y="37481"/>
                  </a:lnTo>
                  <a:lnTo>
                    <a:pt x="2920" y="34899"/>
                  </a:lnTo>
                  <a:lnTo>
                    <a:pt x="3103" y="32821"/>
                  </a:lnTo>
                  <a:lnTo>
                    <a:pt x="3029" y="31250"/>
                  </a:lnTo>
                  <a:lnTo>
                    <a:pt x="2430" y="29370"/>
                  </a:lnTo>
                  <a:lnTo>
                    <a:pt x="2194" y="27390"/>
                  </a:lnTo>
                  <a:lnTo>
                    <a:pt x="2933" y="25662"/>
                  </a:lnTo>
                  <a:lnTo>
                    <a:pt x="3899" y="23142"/>
                  </a:lnTo>
                  <a:lnTo>
                    <a:pt x="4032" y="22174"/>
                  </a:lnTo>
                  <a:lnTo>
                    <a:pt x="4010" y="21216"/>
                  </a:lnTo>
                  <a:lnTo>
                    <a:pt x="2883" y="18560"/>
                  </a:lnTo>
                  <a:lnTo>
                    <a:pt x="2807" y="17419"/>
                  </a:lnTo>
                  <a:lnTo>
                    <a:pt x="3332" y="14537"/>
                  </a:lnTo>
                  <a:lnTo>
                    <a:pt x="3280" y="12629"/>
                  </a:lnTo>
                  <a:lnTo>
                    <a:pt x="2758" y="6671"/>
                  </a:lnTo>
                  <a:lnTo>
                    <a:pt x="2511" y="5785"/>
                  </a:lnTo>
                  <a:lnTo>
                    <a:pt x="3012" y="5285"/>
                  </a:lnTo>
                  <a:lnTo>
                    <a:pt x="3342" y="3510"/>
                  </a:lnTo>
                  <a:lnTo>
                    <a:pt x="3781" y="1930"/>
                  </a:lnTo>
                  <a:lnTo>
                    <a:pt x="4365" y="1079"/>
                  </a:lnTo>
                  <a:lnTo>
                    <a:pt x="5026" y="549"/>
                  </a:lnTo>
                  <a:lnTo>
                    <a:pt x="6344" y="590"/>
                  </a:lnTo>
                  <a:lnTo>
                    <a:pt x="8165" y="1967"/>
                  </a:lnTo>
                  <a:lnTo>
                    <a:pt x="8680" y="1944"/>
                  </a:lnTo>
                  <a:lnTo>
                    <a:pt x="10429" y="694"/>
                  </a:lnTo>
                  <a:lnTo>
                    <a:pt x="11880" y="0"/>
                  </a:lnTo>
                  <a:lnTo>
                    <a:pt x="13246" y="789"/>
                  </a:lnTo>
                  <a:lnTo>
                    <a:pt x="13798" y="1864"/>
                  </a:lnTo>
                  <a:lnTo>
                    <a:pt x="14926" y="3566"/>
                  </a:lnTo>
                  <a:lnTo>
                    <a:pt x="15491" y="4087"/>
                  </a:lnTo>
                  <a:lnTo>
                    <a:pt x="17272" y="4048"/>
                  </a:lnTo>
                  <a:lnTo>
                    <a:pt x="17759" y="4217"/>
                  </a:lnTo>
                  <a:lnTo>
                    <a:pt x="19254" y="7029"/>
                  </a:lnTo>
                  <a:lnTo>
                    <a:pt x="20514" y="8153"/>
                  </a:lnTo>
                  <a:lnTo>
                    <a:pt x="21245" y="8209"/>
                  </a:lnTo>
                  <a:lnTo>
                    <a:pt x="22555" y="7121"/>
                  </a:lnTo>
                  <a:lnTo>
                    <a:pt x="23205" y="7153"/>
                  </a:lnTo>
                  <a:lnTo>
                    <a:pt x="23950" y="9580"/>
                  </a:lnTo>
                  <a:lnTo>
                    <a:pt x="24097" y="13021"/>
                  </a:lnTo>
                  <a:lnTo>
                    <a:pt x="24720" y="16158"/>
                  </a:lnTo>
                  <a:lnTo>
                    <a:pt x="25674" y="18165"/>
                  </a:lnTo>
                  <a:lnTo>
                    <a:pt x="30380" y="17322"/>
                  </a:lnTo>
                  <a:lnTo>
                    <a:pt x="31431" y="18974"/>
                  </a:lnTo>
                  <a:lnTo>
                    <a:pt x="31070" y="20338"/>
                  </a:lnTo>
                  <a:lnTo>
                    <a:pt x="30405" y="21065"/>
                  </a:lnTo>
                  <a:lnTo>
                    <a:pt x="28169" y="20742"/>
                  </a:lnTo>
                  <a:lnTo>
                    <a:pt x="27189" y="20905"/>
                  </a:lnTo>
                  <a:lnTo>
                    <a:pt x="26993" y="22264"/>
                  </a:lnTo>
                  <a:lnTo>
                    <a:pt x="26989" y="23525"/>
                  </a:lnTo>
                  <a:lnTo>
                    <a:pt x="28298" y="23826"/>
                  </a:lnTo>
                  <a:lnTo>
                    <a:pt x="29582" y="24463"/>
                  </a:lnTo>
                  <a:lnTo>
                    <a:pt x="30888" y="25473"/>
                  </a:lnTo>
                  <a:lnTo>
                    <a:pt x="32219" y="26165"/>
                  </a:lnTo>
                  <a:lnTo>
                    <a:pt x="33715" y="26617"/>
                  </a:lnTo>
                  <a:lnTo>
                    <a:pt x="35190" y="27347"/>
                  </a:lnTo>
                  <a:lnTo>
                    <a:pt x="37650" y="29820"/>
                  </a:lnTo>
                  <a:lnTo>
                    <a:pt x="40368" y="35444"/>
                  </a:lnTo>
                  <a:lnTo>
                    <a:pt x="41095" y="36724"/>
                  </a:lnTo>
                  <a:lnTo>
                    <a:pt x="41574" y="38485"/>
                  </a:lnTo>
                  <a:lnTo>
                    <a:pt x="41346" y="40655"/>
                  </a:lnTo>
                  <a:lnTo>
                    <a:pt x="40375" y="44212"/>
                  </a:lnTo>
                  <a:lnTo>
                    <a:pt x="39825" y="45356"/>
                  </a:lnTo>
                  <a:lnTo>
                    <a:pt x="39024" y="46052"/>
                  </a:lnTo>
                  <a:lnTo>
                    <a:pt x="38474" y="47506"/>
                  </a:lnTo>
                  <a:lnTo>
                    <a:pt x="37944" y="49995"/>
                  </a:lnTo>
                  <a:lnTo>
                    <a:pt x="37620" y="50204"/>
                  </a:lnTo>
                  <a:lnTo>
                    <a:pt x="37238" y="50102"/>
                  </a:lnTo>
                  <a:lnTo>
                    <a:pt x="36586" y="48692"/>
                  </a:lnTo>
                  <a:lnTo>
                    <a:pt x="36120" y="46529"/>
                  </a:lnTo>
                  <a:lnTo>
                    <a:pt x="34809" y="44499"/>
                  </a:lnTo>
                  <a:lnTo>
                    <a:pt x="33250" y="44759"/>
                  </a:lnTo>
                  <a:lnTo>
                    <a:pt x="30953" y="43558"/>
                  </a:lnTo>
                  <a:lnTo>
                    <a:pt x="29562" y="44141"/>
                  </a:lnTo>
                  <a:lnTo>
                    <a:pt x="28172" y="44273"/>
                  </a:lnTo>
                  <a:lnTo>
                    <a:pt x="26749" y="43661"/>
                  </a:lnTo>
                  <a:lnTo>
                    <a:pt x="25319" y="43449"/>
                  </a:lnTo>
                  <a:lnTo>
                    <a:pt x="23891" y="44212"/>
                  </a:lnTo>
                  <a:lnTo>
                    <a:pt x="22507" y="45515"/>
                  </a:lnTo>
                  <a:lnTo>
                    <a:pt x="21996" y="46342"/>
                  </a:lnTo>
                  <a:lnTo>
                    <a:pt x="21107" y="48367"/>
                  </a:lnTo>
                  <a:lnTo>
                    <a:pt x="20636" y="49116"/>
                  </a:lnTo>
                  <a:lnTo>
                    <a:pt x="17265" y="50135"/>
                  </a:lnTo>
                  <a:lnTo>
                    <a:pt x="16294" y="48649"/>
                  </a:lnTo>
                  <a:lnTo>
                    <a:pt x="15394" y="46620"/>
                  </a:lnTo>
                  <a:lnTo>
                    <a:pt x="14098" y="46343"/>
                  </a:lnTo>
                  <a:lnTo>
                    <a:pt x="12219" y="47913"/>
                  </a:lnTo>
                  <a:lnTo>
                    <a:pt x="11043" y="48483"/>
                  </a:lnTo>
                  <a:lnTo>
                    <a:pt x="10565" y="49158"/>
                  </a:lnTo>
                  <a:lnTo>
                    <a:pt x="10426" y="49926"/>
                  </a:lnTo>
                  <a:lnTo>
                    <a:pt x="10421" y="52762"/>
                  </a:lnTo>
                  <a:lnTo>
                    <a:pt x="10156" y="54486"/>
                  </a:lnTo>
                  <a:lnTo>
                    <a:pt x="8324" y="60999"/>
                  </a:lnTo>
                  <a:lnTo>
                    <a:pt x="7291" y="65593"/>
                  </a:lnTo>
                  <a:lnTo>
                    <a:pt x="6866" y="67013"/>
                  </a:lnTo>
                  <a:lnTo>
                    <a:pt x="6375" y="67323"/>
                  </a:lnTo>
                  <a:lnTo>
                    <a:pt x="5473" y="64681"/>
                  </a:lnTo>
                  <a:lnTo>
                    <a:pt x="4898" y="63725"/>
                  </a:lnTo>
                  <a:lnTo>
                    <a:pt x="4186" y="63244"/>
                  </a:lnTo>
                  <a:lnTo>
                    <a:pt x="3884" y="61840"/>
                  </a:lnTo>
                  <a:lnTo>
                    <a:pt x="3896" y="59845"/>
                  </a:lnTo>
                  <a:lnTo>
                    <a:pt x="3709" y="57912"/>
                  </a:lnTo>
                  <a:lnTo>
                    <a:pt x="3269" y="563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3070008" y="2538025"/>
              <a:ext cx="234504" cy="535007"/>
            </a:xfrm>
            <a:custGeom>
              <a:avLst/>
              <a:pathLst>
                <a:path w="234504" h="535007">
                  <a:moveTo>
                    <a:pt x="195994" y="4585"/>
                  </a:moveTo>
                  <a:lnTo>
                    <a:pt x="196233" y="6160"/>
                  </a:lnTo>
                  <a:lnTo>
                    <a:pt x="196274" y="7636"/>
                  </a:lnTo>
                  <a:lnTo>
                    <a:pt x="195201" y="9008"/>
                  </a:lnTo>
                  <a:lnTo>
                    <a:pt x="194491" y="9799"/>
                  </a:lnTo>
                  <a:lnTo>
                    <a:pt x="193644" y="13588"/>
                  </a:lnTo>
                  <a:lnTo>
                    <a:pt x="192067" y="16166"/>
                  </a:lnTo>
                  <a:lnTo>
                    <a:pt x="191804" y="16944"/>
                  </a:lnTo>
                  <a:lnTo>
                    <a:pt x="191817" y="17648"/>
                  </a:lnTo>
                  <a:lnTo>
                    <a:pt x="192884" y="18815"/>
                  </a:lnTo>
                  <a:lnTo>
                    <a:pt x="193239" y="19922"/>
                  </a:lnTo>
                  <a:lnTo>
                    <a:pt x="193407" y="21405"/>
                  </a:lnTo>
                  <a:lnTo>
                    <a:pt x="192930" y="26700"/>
                  </a:lnTo>
                  <a:lnTo>
                    <a:pt x="192629" y="30772"/>
                  </a:lnTo>
                  <a:lnTo>
                    <a:pt x="192237" y="36103"/>
                  </a:lnTo>
                  <a:lnTo>
                    <a:pt x="192252" y="38135"/>
                  </a:lnTo>
                  <a:lnTo>
                    <a:pt x="192659" y="40573"/>
                  </a:lnTo>
                  <a:lnTo>
                    <a:pt x="193058" y="42475"/>
                  </a:lnTo>
                  <a:lnTo>
                    <a:pt x="193183" y="44623"/>
                  </a:lnTo>
                  <a:lnTo>
                    <a:pt x="193040" y="49915"/>
                  </a:lnTo>
                  <a:lnTo>
                    <a:pt x="193533" y="52974"/>
                  </a:lnTo>
                  <a:lnTo>
                    <a:pt x="193923" y="55804"/>
                  </a:lnTo>
                  <a:lnTo>
                    <a:pt x="192991" y="59327"/>
                  </a:lnTo>
                  <a:lnTo>
                    <a:pt x="192590" y="62433"/>
                  </a:lnTo>
                  <a:lnTo>
                    <a:pt x="192339" y="66882"/>
                  </a:lnTo>
                  <a:lnTo>
                    <a:pt x="192236" y="69685"/>
                  </a:lnTo>
                  <a:lnTo>
                    <a:pt x="191636" y="72279"/>
                  </a:lnTo>
                  <a:lnTo>
                    <a:pt x="190848" y="74713"/>
                  </a:lnTo>
                  <a:lnTo>
                    <a:pt x="189964" y="76227"/>
                  </a:lnTo>
                  <a:lnTo>
                    <a:pt x="188872" y="77527"/>
                  </a:lnTo>
                  <a:lnTo>
                    <a:pt x="187610" y="79252"/>
                  </a:lnTo>
                  <a:lnTo>
                    <a:pt x="186591" y="83857"/>
                  </a:lnTo>
                  <a:lnTo>
                    <a:pt x="184388" y="87683"/>
                  </a:lnTo>
                  <a:lnTo>
                    <a:pt x="183926" y="88997"/>
                  </a:lnTo>
                  <a:lnTo>
                    <a:pt x="183719" y="92071"/>
                  </a:lnTo>
                  <a:lnTo>
                    <a:pt x="183771" y="96327"/>
                  </a:lnTo>
                  <a:lnTo>
                    <a:pt x="184159" y="99712"/>
                  </a:lnTo>
                  <a:lnTo>
                    <a:pt x="185217" y="104714"/>
                  </a:lnTo>
                  <a:lnTo>
                    <a:pt x="186144" y="110220"/>
                  </a:lnTo>
                  <a:lnTo>
                    <a:pt x="186396" y="112991"/>
                  </a:lnTo>
                  <a:lnTo>
                    <a:pt x="186752" y="114038"/>
                  </a:lnTo>
                  <a:lnTo>
                    <a:pt x="188053" y="115840"/>
                  </a:lnTo>
                  <a:lnTo>
                    <a:pt x="190305" y="118294"/>
                  </a:lnTo>
                  <a:lnTo>
                    <a:pt x="190724" y="119291"/>
                  </a:lnTo>
                  <a:lnTo>
                    <a:pt x="191842" y="123091"/>
                  </a:lnTo>
                  <a:lnTo>
                    <a:pt x="192901" y="129900"/>
                  </a:lnTo>
                  <a:lnTo>
                    <a:pt x="193232" y="134412"/>
                  </a:lnTo>
                  <a:lnTo>
                    <a:pt x="195296" y="137996"/>
                  </a:lnTo>
                  <a:lnTo>
                    <a:pt x="197201" y="141301"/>
                  </a:lnTo>
                  <a:lnTo>
                    <a:pt x="199031" y="144207"/>
                  </a:lnTo>
                  <a:lnTo>
                    <a:pt x="201017" y="147361"/>
                  </a:lnTo>
                  <a:lnTo>
                    <a:pt x="201302" y="148336"/>
                  </a:lnTo>
                  <a:lnTo>
                    <a:pt x="201964" y="155021"/>
                  </a:lnTo>
                  <a:lnTo>
                    <a:pt x="202622" y="161664"/>
                  </a:lnTo>
                  <a:lnTo>
                    <a:pt x="203346" y="168982"/>
                  </a:lnTo>
                  <a:lnTo>
                    <a:pt x="204071" y="176320"/>
                  </a:lnTo>
                  <a:lnTo>
                    <a:pt x="204927" y="184961"/>
                  </a:lnTo>
                  <a:lnTo>
                    <a:pt x="205413" y="189869"/>
                  </a:lnTo>
                  <a:lnTo>
                    <a:pt x="206003" y="195821"/>
                  </a:lnTo>
                  <a:lnTo>
                    <a:pt x="206693" y="202794"/>
                  </a:lnTo>
                  <a:lnTo>
                    <a:pt x="205583" y="204275"/>
                  </a:lnTo>
                  <a:lnTo>
                    <a:pt x="204325" y="206168"/>
                  </a:lnTo>
                  <a:lnTo>
                    <a:pt x="205242" y="209760"/>
                  </a:lnTo>
                  <a:lnTo>
                    <a:pt x="207004" y="215602"/>
                  </a:lnTo>
                  <a:lnTo>
                    <a:pt x="208071" y="220316"/>
                  </a:lnTo>
                  <a:lnTo>
                    <a:pt x="208440" y="222368"/>
                  </a:lnTo>
                  <a:lnTo>
                    <a:pt x="209272" y="228220"/>
                  </a:lnTo>
                  <a:lnTo>
                    <a:pt x="209946" y="233893"/>
                  </a:lnTo>
                  <a:lnTo>
                    <a:pt x="210121" y="235730"/>
                  </a:lnTo>
                  <a:lnTo>
                    <a:pt x="210370" y="240097"/>
                  </a:lnTo>
                  <a:lnTo>
                    <a:pt x="210064" y="252117"/>
                  </a:lnTo>
                  <a:lnTo>
                    <a:pt x="210547" y="267391"/>
                  </a:lnTo>
                  <a:lnTo>
                    <a:pt x="211204" y="275003"/>
                  </a:lnTo>
                  <a:lnTo>
                    <a:pt x="210174" y="281880"/>
                  </a:lnTo>
                  <a:lnTo>
                    <a:pt x="209291" y="288443"/>
                  </a:lnTo>
                  <a:lnTo>
                    <a:pt x="209347" y="291739"/>
                  </a:lnTo>
                  <a:lnTo>
                    <a:pt x="209834" y="296897"/>
                  </a:lnTo>
                  <a:lnTo>
                    <a:pt x="210308" y="300707"/>
                  </a:lnTo>
                  <a:lnTo>
                    <a:pt x="210959" y="302713"/>
                  </a:lnTo>
                  <a:lnTo>
                    <a:pt x="210831" y="309129"/>
                  </a:lnTo>
                  <a:lnTo>
                    <a:pt x="210561" y="311459"/>
                  </a:lnTo>
                  <a:lnTo>
                    <a:pt x="208580" y="314820"/>
                  </a:lnTo>
                  <a:lnTo>
                    <a:pt x="206382" y="317907"/>
                  </a:lnTo>
                  <a:lnTo>
                    <a:pt x="205774" y="320514"/>
                  </a:lnTo>
                  <a:lnTo>
                    <a:pt x="205598" y="323423"/>
                  </a:lnTo>
                  <a:lnTo>
                    <a:pt x="205892" y="325785"/>
                  </a:lnTo>
                  <a:lnTo>
                    <a:pt x="207402" y="331015"/>
                  </a:lnTo>
                  <a:lnTo>
                    <a:pt x="209671" y="338871"/>
                  </a:lnTo>
                  <a:lnTo>
                    <a:pt x="212165" y="347505"/>
                  </a:lnTo>
                  <a:lnTo>
                    <a:pt x="212374" y="349678"/>
                  </a:lnTo>
                  <a:lnTo>
                    <a:pt x="212477" y="355810"/>
                  </a:lnTo>
                  <a:lnTo>
                    <a:pt x="213515" y="363516"/>
                  </a:lnTo>
                  <a:lnTo>
                    <a:pt x="214640" y="366885"/>
                  </a:lnTo>
                  <a:lnTo>
                    <a:pt x="215063" y="369403"/>
                  </a:lnTo>
                  <a:lnTo>
                    <a:pt x="215857" y="371199"/>
                  </a:lnTo>
                  <a:lnTo>
                    <a:pt x="216653" y="372518"/>
                  </a:lnTo>
                  <a:lnTo>
                    <a:pt x="217142" y="372677"/>
                  </a:lnTo>
                  <a:lnTo>
                    <a:pt x="219949" y="370575"/>
                  </a:lnTo>
                  <a:lnTo>
                    <a:pt x="224742" y="374042"/>
                  </a:lnTo>
                  <a:lnTo>
                    <a:pt x="229277" y="377578"/>
                  </a:lnTo>
                  <a:lnTo>
                    <a:pt x="229610" y="378274"/>
                  </a:lnTo>
                  <a:lnTo>
                    <a:pt x="230601" y="382739"/>
                  </a:lnTo>
                  <a:lnTo>
                    <a:pt x="232222" y="390041"/>
                  </a:lnTo>
                  <a:lnTo>
                    <a:pt x="233427" y="395885"/>
                  </a:lnTo>
                  <a:lnTo>
                    <a:pt x="234504" y="401113"/>
                  </a:lnTo>
                  <a:lnTo>
                    <a:pt x="228623" y="410134"/>
                  </a:lnTo>
                  <a:lnTo>
                    <a:pt x="222743" y="419156"/>
                  </a:lnTo>
                  <a:lnTo>
                    <a:pt x="216863" y="428176"/>
                  </a:lnTo>
                  <a:lnTo>
                    <a:pt x="210982" y="437197"/>
                  </a:lnTo>
                  <a:lnTo>
                    <a:pt x="205102" y="446219"/>
                  </a:lnTo>
                  <a:lnTo>
                    <a:pt x="199223" y="455240"/>
                  </a:lnTo>
                  <a:lnTo>
                    <a:pt x="193342" y="464260"/>
                  </a:lnTo>
                  <a:lnTo>
                    <a:pt x="187462" y="473281"/>
                  </a:lnTo>
                  <a:lnTo>
                    <a:pt x="183561" y="479264"/>
                  </a:lnTo>
                  <a:lnTo>
                    <a:pt x="181082" y="484542"/>
                  </a:lnTo>
                  <a:lnTo>
                    <a:pt x="177970" y="491160"/>
                  </a:lnTo>
                  <a:lnTo>
                    <a:pt x="175033" y="497734"/>
                  </a:lnTo>
                  <a:lnTo>
                    <a:pt x="172721" y="502908"/>
                  </a:lnTo>
                  <a:lnTo>
                    <a:pt x="169726" y="509610"/>
                  </a:lnTo>
                  <a:lnTo>
                    <a:pt x="168219" y="512983"/>
                  </a:lnTo>
                  <a:lnTo>
                    <a:pt x="164880" y="520454"/>
                  </a:lnTo>
                  <a:lnTo>
                    <a:pt x="163878" y="521781"/>
                  </a:lnTo>
                  <a:lnTo>
                    <a:pt x="159453" y="523989"/>
                  </a:lnTo>
                  <a:lnTo>
                    <a:pt x="155396" y="526011"/>
                  </a:lnTo>
                  <a:lnTo>
                    <a:pt x="151648" y="527881"/>
                  </a:lnTo>
                  <a:lnTo>
                    <a:pt x="149086" y="529160"/>
                  </a:lnTo>
                  <a:lnTo>
                    <a:pt x="146610" y="530393"/>
                  </a:lnTo>
                  <a:lnTo>
                    <a:pt x="143005" y="532138"/>
                  </a:lnTo>
                  <a:lnTo>
                    <a:pt x="140431" y="533383"/>
                  </a:lnTo>
                  <a:lnTo>
                    <a:pt x="137652" y="534726"/>
                  </a:lnTo>
                  <a:lnTo>
                    <a:pt x="137221" y="534954"/>
                  </a:lnTo>
                  <a:lnTo>
                    <a:pt x="136717" y="535007"/>
                  </a:lnTo>
                  <a:lnTo>
                    <a:pt x="136342" y="534956"/>
                  </a:lnTo>
                  <a:lnTo>
                    <a:pt x="135576" y="534220"/>
                  </a:lnTo>
                  <a:lnTo>
                    <a:pt x="134648" y="532458"/>
                  </a:lnTo>
                  <a:lnTo>
                    <a:pt x="134029" y="531563"/>
                  </a:lnTo>
                  <a:lnTo>
                    <a:pt x="133874" y="530177"/>
                  </a:lnTo>
                  <a:lnTo>
                    <a:pt x="134235" y="528343"/>
                  </a:lnTo>
                  <a:lnTo>
                    <a:pt x="134682" y="526688"/>
                  </a:lnTo>
                  <a:lnTo>
                    <a:pt x="134854" y="525391"/>
                  </a:lnTo>
                  <a:lnTo>
                    <a:pt x="135163" y="524406"/>
                  </a:lnTo>
                  <a:lnTo>
                    <a:pt x="135558" y="523602"/>
                  </a:lnTo>
                  <a:lnTo>
                    <a:pt x="135575" y="522469"/>
                  </a:lnTo>
                  <a:lnTo>
                    <a:pt x="135248" y="520618"/>
                  </a:lnTo>
                  <a:lnTo>
                    <a:pt x="134959" y="518053"/>
                  </a:lnTo>
                  <a:lnTo>
                    <a:pt x="134971" y="513387"/>
                  </a:lnTo>
                  <a:lnTo>
                    <a:pt x="134979" y="511837"/>
                  </a:lnTo>
                  <a:lnTo>
                    <a:pt x="134983" y="511277"/>
                  </a:lnTo>
                  <a:lnTo>
                    <a:pt x="134149" y="509490"/>
                  </a:lnTo>
                  <a:lnTo>
                    <a:pt x="132584" y="507527"/>
                  </a:lnTo>
                  <a:lnTo>
                    <a:pt x="131145" y="506365"/>
                  </a:lnTo>
                  <a:lnTo>
                    <a:pt x="130488" y="505966"/>
                  </a:lnTo>
                  <a:lnTo>
                    <a:pt x="128897" y="505272"/>
                  </a:lnTo>
                  <a:lnTo>
                    <a:pt x="126699" y="504029"/>
                  </a:lnTo>
                  <a:lnTo>
                    <a:pt x="125926" y="503176"/>
                  </a:lnTo>
                  <a:lnTo>
                    <a:pt x="124503" y="498849"/>
                  </a:lnTo>
                  <a:lnTo>
                    <a:pt x="123804" y="497741"/>
                  </a:lnTo>
                  <a:lnTo>
                    <a:pt x="120505" y="497005"/>
                  </a:lnTo>
                  <a:lnTo>
                    <a:pt x="119411" y="496291"/>
                  </a:lnTo>
                  <a:lnTo>
                    <a:pt x="118512" y="495265"/>
                  </a:lnTo>
                  <a:lnTo>
                    <a:pt x="117742" y="493883"/>
                  </a:lnTo>
                  <a:lnTo>
                    <a:pt x="117309" y="491505"/>
                  </a:lnTo>
                  <a:lnTo>
                    <a:pt x="117181" y="489569"/>
                  </a:lnTo>
                  <a:lnTo>
                    <a:pt x="116893" y="488647"/>
                  </a:lnTo>
                  <a:lnTo>
                    <a:pt x="113254" y="483978"/>
                  </a:lnTo>
                  <a:lnTo>
                    <a:pt x="112330" y="482391"/>
                  </a:lnTo>
                  <a:lnTo>
                    <a:pt x="111840" y="480909"/>
                  </a:lnTo>
                  <a:lnTo>
                    <a:pt x="111821" y="478726"/>
                  </a:lnTo>
                  <a:lnTo>
                    <a:pt x="111920" y="476046"/>
                  </a:lnTo>
                  <a:lnTo>
                    <a:pt x="111766" y="473667"/>
                  </a:lnTo>
                  <a:lnTo>
                    <a:pt x="111611" y="472493"/>
                  </a:lnTo>
                  <a:lnTo>
                    <a:pt x="109952" y="469671"/>
                  </a:lnTo>
                  <a:lnTo>
                    <a:pt x="106232" y="463344"/>
                  </a:lnTo>
                  <a:lnTo>
                    <a:pt x="102514" y="457017"/>
                  </a:lnTo>
                  <a:lnTo>
                    <a:pt x="98796" y="450689"/>
                  </a:lnTo>
                  <a:lnTo>
                    <a:pt x="98603" y="450361"/>
                  </a:lnTo>
                  <a:lnTo>
                    <a:pt x="95077" y="444364"/>
                  </a:lnTo>
                  <a:lnTo>
                    <a:pt x="91358" y="438037"/>
                  </a:lnTo>
                  <a:lnTo>
                    <a:pt x="87639" y="431708"/>
                  </a:lnTo>
                  <a:lnTo>
                    <a:pt x="83921" y="425383"/>
                  </a:lnTo>
                  <a:lnTo>
                    <a:pt x="80202" y="419056"/>
                  </a:lnTo>
                  <a:lnTo>
                    <a:pt x="76484" y="412728"/>
                  </a:lnTo>
                  <a:lnTo>
                    <a:pt x="72765" y="406403"/>
                  </a:lnTo>
                  <a:lnTo>
                    <a:pt x="69045" y="400075"/>
                  </a:lnTo>
                  <a:lnTo>
                    <a:pt x="65327" y="393748"/>
                  </a:lnTo>
                  <a:lnTo>
                    <a:pt x="61608" y="387421"/>
                  </a:lnTo>
                  <a:lnTo>
                    <a:pt x="57890" y="381094"/>
                  </a:lnTo>
                  <a:lnTo>
                    <a:pt x="54171" y="374767"/>
                  </a:lnTo>
                  <a:lnTo>
                    <a:pt x="50452" y="368442"/>
                  </a:lnTo>
                  <a:lnTo>
                    <a:pt x="47310" y="363095"/>
                  </a:lnTo>
                  <a:lnTo>
                    <a:pt x="43840" y="357448"/>
                  </a:lnTo>
                  <a:lnTo>
                    <a:pt x="41263" y="353315"/>
                  </a:lnTo>
                  <a:lnTo>
                    <a:pt x="38703" y="349206"/>
                  </a:lnTo>
                  <a:lnTo>
                    <a:pt x="35955" y="344796"/>
                  </a:lnTo>
                  <a:lnTo>
                    <a:pt x="34166" y="342059"/>
                  </a:lnTo>
                  <a:lnTo>
                    <a:pt x="32031" y="338791"/>
                  </a:lnTo>
                  <a:lnTo>
                    <a:pt x="29896" y="335523"/>
                  </a:lnTo>
                  <a:lnTo>
                    <a:pt x="27760" y="332255"/>
                  </a:lnTo>
                  <a:lnTo>
                    <a:pt x="25625" y="328987"/>
                  </a:lnTo>
                  <a:lnTo>
                    <a:pt x="23489" y="325717"/>
                  </a:lnTo>
                  <a:lnTo>
                    <a:pt x="21354" y="322451"/>
                  </a:lnTo>
                  <a:lnTo>
                    <a:pt x="19218" y="319183"/>
                  </a:lnTo>
                  <a:lnTo>
                    <a:pt x="17083" y="315915"/>
                  </a:lnTo>
                  <a:lnTo>
                    <a:pt x="14947" y="312647"/>
                  </a:lnTo>
                  <a:lnTo>
                    <a:pt x="12812" y="309379"/>
                  </a:lnTo>
                  <a:lnTo>
                    <a:pt x="10676" y="306111"/>
                  </a:lnTo>
                  <a:lnTo>
                    <a:pt x="8541" y="302843"/>
                  </a:lnTo>
                  <a:lnTo>
                    <a:pt x="6405" y="299575"/>
                  </a:lnTo>
                  <a:lnTo>
                    <a:pt x="4270" y="296307"/>
                  </a:lnTo>
                  <a:lnTo>
                    <a:pt x="2135" y="293039"/>
                  </a:lnTo>
                  <a:lnTo>
                    <a:pt x="0" y="289771"/>
                  </a:lnTo>
                  <a:lnTo>
                    <a:pt x="0" y="283734"/>
                  </a:lnTo>
                  <a:lnTo>
                    <a:pt x="0" y="278823"/>
                  </a:lnTo>
                  <a:lnTo>
                    <a:pt x="0" y="271614"/>
                  </a:lnTo>
                  <a:lnTo>
                    <a:pt x="0" y="265361"/>
                  </a:lnTo>
                  <a:lnTo>
                    <a:pt x="0" y="259106"/>
                  </a:lnTo>
                  <a:lnTo>
                    <a:pt x="0" y="254805"/>
                  </a:lnTo>
                  <a:lnTo>
                    <a:pt x="0" y="250328"/>
                  </a:lnTo>
                  <a:lnTo>
                    <a:pt x="55" y="248300"/>
                  </a:lnTo>
                  <a:lnTo>
                    <a:pt x="266" y="247437"/>
                  </a:lnTo>
                  <a:lnTo>
                    <a:pt x="1419" y="245981"/>
                  </a:lnTo>
                  <a:lnTo>
                    <a:pt x="3225" y="242662"/>
                  </a:lnTo>
                  <a:lnTo>
                    <a:pt x="3893" y="241185"/>
                  </a:lnTo>
                  <a:lnTo>
                    <a:pt x="4748" y="239697"/>
                  </a:lnTo>
                  <a:lnTo>
                    <a:pt x="7771" y="235209"/>
                  </a:lnTo>
                  <a:lnTo>
                    <a:pt x="8397" y="233958"/>
                  </a:lnTo>
                  <a:lnTo>
                    <a:pt x="11334" y="228794"/>
                  </a:lnTo>
                  <a:lnTo>
                    <a:pt x="12022" y="228035"/>
                  </a:lnTo>
                  <a:lnTo>
                    <a:pt x="13599" y="227532"/>
                  </a:lnTo>
                  <a:lnTo>
                    <a:pt x="14258" y="226563"/>
                  </a:lnTo>
                  <a:lnTo>
                    <a:pt x="15143" y="224503"/>
                  </a:lnTo>
                  <a:lnTo>
                    <a:pt x="16447" y="222134"/>
                  </a:lnTo>
                  <a:lnTo>
                    <a:pt x="17296" y="221019"/>
                  </a:lnTo>
                  <a:lnTo>
                    <a:pt x="17497" y="220814"/>
                  </a:lnTo>
                  <a:lnTo>
                    <a:pt x="18037" y="220648"/>
                  </a:lnTo>
                  <a:lnTo>
                    <a:pt x="20755" y="221345"/>
                  </a:lnTo>
                  <a:lnTo>
                    <a:pt x="21895" y="221870"/>
                  </a:lnTo>
                  <a:lnTo>
                    <a:pt x="23255" y="222314"/>
                  </a:lnTo>
                  <a:lnTo>
                    <a:pt x="23682" y="222014"/>
                  </a:lnTo>
                  <a:lnTo>
                    <a:pt x="24047" y="221278"/>
                  </a:lnTo>
                  <a:lnTo>
                    <a:pt x="24559" y="219623"/>
                  </a:lnTo>
                  <a:lnTo>
                    <a:pt x="24671" y="217668"/>
                  </a:lnTo>
                  <a:lnTo>
                    <a:pt x="24703" y="215962"/>
                  </a:lnTo>
                  <a:lnTo>
                    <a:pt x="24782" y="215213"/>
                  </a:lnTo>
                  <a:lnTo>
                    <a:pt x="25023" y="214881"/>
                  </a:lnTo>
                  <a:lnTo>
                    <a:pt x="25614" y="215006"/>
                  </a:lnTo>
                  <a:lnTo>
                    <a:pt x="26409" y="215237"/>
                  </a:lnTo>
                  <a:lnTo>
                    <a:pt x="28031" y="215167"/>
                  </a:lnTo>
                  <a:lnTo>
                    <a:pt x="28579" y="214923"/>
                  </a:lnTo>
                  <a:lnTo>
                    <a:pt x="30421" y="214559"/>
                  </a:lnTo>
                  <a:lnTo>
                    <a:pt x="33025" y="213442"/>
                  </a:lnTo>
                  <a:lnTo>
                    <a:pt x="35088" y="211997"/>
                  </a:lnTo>
                  <a:lnTo>
                    <a:pt x="36730" y="210845"/>
                  </a:lnTo>
                  <a:lnTo>
                    <a:pt x="38491" y="207840"/>
                  </a:lnTo>
                  <a:lnTo>
                    <a:pt x="39780" y="204663"/>
                  </a:lnTo>
                  <a:lnTo>
                    <a:pt x="41123" y="199927"/>
                  </a:lnTo>
                  <a:lnTo>
                    <a:pt x="42186" y="195821"/>
                  </a:lnTo>
                  <a:lnTo>
                    <a:pt x="44341" y="193250"/>
                  </a:lnTo>
                  <a:lnTo>
                    <a:pt x="46145" y="191702"/>
                  </a:lnTo>
                  <a:lnTo>
                    <a:pt x="47172" y="191089"/>
                  </a:lnTo>
                  <a:lnTo>
                    <a:pt x="49515" y="188922"/>
                  </a:lnTo>
                  <a:lnTo>
                    <a:pt x="51492" y="185651"/>
                  </a:lnTo>
                  <a:lnTo>
                    <a:pt x="53347" y="182579"/>
                  </a:lnTo>
                  <a:lnTo>
                    <a:pt x="54770" y="182173"/>
                  </a:lnTo>
                  <a:lnTo>
                    <a:pt x="56565" y="181664"/>
                  </a:lnTo>
                  <a:lnTo>
                    <a:pt x="56965" y="181087"/>
                  </a:lnTo>
                  <a:lnTo>
                    <a:pt x="57418" y="179996"/>
                  </a:lnTo>
                  <a:lnTo>
                    <a:pt x="57445" y="178080"/>
                  </a:lnTo>
                  <a:lnTo>
                    <a:pt x="56900" y="176733"/>
                  </a:lnTo>
                  <a:lnTo>
                    <a:pt x="56245" y="176023"/>
                  </a:lnTo>
                  <a:lnTo>
                    <a:pt x="55782" y="175242"/>
                  </a:lnTo>
                  <a:lnTo>
                    <a:pt x="55318" y="175101"/>
                  </a:lnTo>
                  <a:lnTo>
                    <a:pt x="55073" y="174179"/>
                  </a:lnTo>
                  <a:lnTo>
                    <a:pt x="55209" y="172475"/>
                  </a:lnTo>
                  <a:lnTo>
                    <a:pt x="55280" y="170898"/>
                  </a:lnTo>
                  <a:lnTo>
                    <a:pt x="55575" y="169332"/>
                  </a:lnTo>
                  <a:lnTo>
                    <a:pt x="55493" y="167107"/>
                  </a:lnTo>
                  <a:lnTo>
                    <a:pt x="55031" y="164884"/>
                  </a:lnTo>
                  <a:lnTo>
                    <a:pt x="54889" y="163287"/>
                  </a:lnTo>
                  <a:lnTo>
                    <a:pt x="54922" y="161707"/>
                  </a:lnTo>
                  <a:lnTo>
                    <a:pt x="55148" y="160465"/>
                  </a:lnTo>
                  <a:lnTo>
                    <a:pt x="55814" y="159648"/>
                  </a:lnTo>
                  <a:lnTo>
                    <a:pt x="56585" y="159336"/>
                  </a:lnTo>
                  <a:lnTo>
                    <a:pt x="57671" y="159730"/>
                  </a:lnTo>
                  <a:lnTo>
                    <a:pt x="59542" y="159205"/>
                  </a:lnTo>
                  <a:lnTo>
                    <a:pt x="64339" y="155372"/>
                  </a:lnTo>
                  <a:lnTo>
                    <a:pt x="64670" y="154191"/>
                  </a:lnTo>
                  <a:lnTo>
                    <a:pt x="64978" y="151539"/>
                  </a:lnTo>
                  <a:lnTo>
                    <a:pt x="65322" y="149218"/>
                  </a:lnTo>
                  <a:lnTo>
                    <a:pt x="65817" y="148440"/>
                  </a:lnTo>
                  <a:lnTo>
                    <a:pt x="66087" y="148267"/>
                  </a:lnTo>
                  <a:lnTo>
                    <a:pt x="67686" y="147645"/>
                  </a:lnTo>
                  <a:lnTo>
                    <a:pt x="69950" y="146761"/>
                  </a:lnTo>
                  <a:lnTo>
                    <a:pt x="70800" y="146634"/>
                  </a:lnTo>
                  <a:lnTo>
                    <a:pt x="73266" y="146889"/>
                  </a:lnTo>
                  <a:lnTo>
                    <a:pt x="75065" y="147075"/>
                  </a:lnTo>
                  <a:lnTo>
                    <a:pt x="77970" y="147378"/>
                  </a:lnTo>
                  <a:lnTo>
                    <a:pt x="80035" y="147533"/>
                  </a:lnTo>
                  <a:lnTo>
                    <a:pt x="81830" y="147671"/>
                  </a:lnTo>
                  <a:lnTo>
                    <a:pt x="84121" y="147844"/>
                  </a:lnTo>
                  <a:lnTo>
                    <a:pt x="84682" y="147306"/>
                  </a:lnTo>
                  <a:lnTo>
                    <a:pt x="84682" y="145612"/>
                  </a:lnTo>
                  <a:lnTo>
                    <a:pt x="84271" y="142463"/>
                  </a:lnTo>
                  <a:lnTo>
                    <a:pt x="84518" y="140499"/>
                  </a:lnTo>
                  <a:lnTo>
                    <a:pt x="85401" y="138680"/>
                  </a:lnTo>
                  <a:lnTo>
                    <a:pt x="86503" y="136636"/>
                  </a:lnTo>
                  <a:lnTo>
                    <a:pt x="85987" y="134155"/>
                  </a:lnTo>
                  <a:lnTo>
                    <a:pt x="85110" y="132494"/>
                  </a:lnTo>
                  <a:lnTo>
                    <a:pt x="83882" y="130509"/>
                  </a:lnTo>
                  <a:lnTo>
                    <a:pt x="83249" y="129691"/>
                  </a:lnTo>
                  <a:lnTo>
                    <a:pt x="82137" y="127284"/>
                  </a:lnTo>
                  <a:lnTo>
                    <a:pt x="81456" y="124541"/>
                  </a:lnTo>
                  <a:lnTo>
                    <a:pt x="80994" y="118751"/>
                  </a:lnTo>
                  <a:lnTo>
                    <a:pt x="80149" y="115508"/>
                  </a:lnTo>
                  <a:lnTo>
                    <a:pt x="79535" y="111510"/>
                  </a:lnTo>
                  <a:lnTo>
                    <a:pt x="80079" y="104179"/>
                  </a:lnTo>
                  <a:lnTo>
                    <a:pt x="79265" y="99743"/>
                  </a:lnTo>
                  <a:lnTo>
                    <a:pt x="79138" y="97823"/>
                  </a:lnTo>
                  <a:lnTo>
                    <a:pt x="79132" y="95566"/>
                  </a:lnTo>
                  <a:lnTo>
                    <a:pt x="79382" y="91664"/>
                  </a:lnTo>
                  <a:lnTo>
                    <a:pt x="79220" y="86174"/>
                  </a:lnTo>
                  <a:lnTo>
                    <a:pt x="78256" y="80505"/>
                  </a:lnTo>
                  <a:lnTo>
                    <a:pt x="78710" y="78574"/>
                  </a:lnTo>
                  <a:lnTo>
                    <a:pt x="78920" y="77576"/>
                  </a:lnTo>
                  <a:lnTo>
                    <a:pt x="78851" y="76717"/>
                  </a:lnTo>
                  <a:lnTo>
                    <a:pt x="77975" y="74915"/>
                  </a:lnTo>
                  <a:lnTo>
                    <a:pt x="77599" y="73431"/>
                  </a:lnTo>
                  <a:lnTo>
                    <a:pt x="77795" y="72033"/>
                  </a:lnTo>
                  <a:lnTo>
                    <a:pt x="78252" y="70007"/>
                  </a:lnTo>
                  <a:lnTo>
                    <a:pt x="78213" y="69158"/>
                  </a:lnTo>
                  <a:lnTo>
                    <a:pt x="76790" y="66687"/>
                  </a:lnTo>
                  <a:lnTo>
                    <a:pt x="74395" y="62689"/>
                  </a:lnTo>
                  <a:lnTo>
                    <a:pt x="73726" y="60947"/>
                  </a:lnTo>
                  <a:lnTo>
                    <a:pt x="73398" y="58748"/>
                  </a:lnTo>
                  <a:lnTo>
                    <a:pt x="75690" y="59314"/>
                  </a:lnTo>
                  <a:lnTo>
                    <a:pt x="76877" y="59043"/>
                  </a:lnTo>
                  <a:lnTo>
                    <a:pt x="79598" y="56417"/>
                  </a:lnTo>
                  <a:lnTo>
                    <a:pt x="81754" y="52872"/>
                  </a:lnTo>
                  <a:lnTo>
                    <a:pt x="83434" y="51064"/>
                  </a:lnTo>
                  <a:lnTo>
                    <a:pt x="84915" y="47179"/>
                  </a:lnTo>
                  <a:lnTo>
                    <a:pt x="86252" y="44723"/>
                  </a:lnTo>
                  <a:lnTo>
                    <a:pt x="88184" y="42077"/>
                  </a:lnTo>
                  <a:lnTo>
                    <a:pt x="93764" y="36370"/>
                  </a:lnTo>
                  <a:lnTo>
                    <a:pt x="94620" y="36321"/>
                  </a:lnTo>
                  <a:lnTo>
                    <a:pt x="96455" y="37624"/>
                  </a:lnTo>
                  <a:lnTo>
                    <a:pt x="98055" y="37219"/>
                  </a:lnTo>
                  <a:lnTo>
                    <a:pt x="98603" y="36215"/>
                  </a:lnTo>
                  <a:lnTo>
                    <a:pt x="99147" y="35217"/>
                  </a:lnTo>
                  <a:lnTo>
                    <a:pt x="100325" y="30413"/>
                  </a:lnTo>
                  <a:lnTo>
                    <a:pt x="102148" y="27481"/>
                  </a:lnTo>
                  <a:lnTo>
                    <a:pt x="104450" y="24542"/>
                  </a:lnTo>
                  <a:lnTo>
                    <a:pt x="107583" y="21743"/>
                  </a:lnTo>
                  <a:lnTo>
                    <a:pt x="109637" y="19160"/>
                  </a:lnTo>
                  <a:lnTo>
                    <a:pt x="112879" y="16925"/>
                  </a:lnTo>
                  <a:lnTo>
                    <a:pt x="121024" y="15507"/>
                  </a:lnTo>
                  <a:lnTo>
                    <a:pt x="125207" y="14245"/>
                  </a:lnTo>
                  <a:lnTo>
                    <a:pt x="128052" y="14529"/>
                  </a:lnTo>
                  <a:lnTo>
                    <a:pt x="130926" y="10446"/>
                  </a:lnTo>
                  <a:lnTo>
                    <a:pt x="132361" y="9098"/>
                  </a:lnTo>
                  <a:lnTo>
                    <a:pt x="138580" y="8783"/>
                  </a:lnTo>
                  <a:lnTo>
                    <a:pt x="141515" y="5797"/>
                  </a:lnTo>
                  <a:lnTo>
                    <a:pt x="152633" y="5793"/>
                  </a:lnTo>
                  <a:lnTo>
                    <a:pt x="153993" y="6795"/>
                  </a:lnTo>
                  <a:lnTo>
                    <a:pt x="155328" y="8401"/>
                  </a:lnTo>
                  <a:lnTo>
                    <a:pt x="157601" y="12279"/>
                  </a:lnTo>
                  <a:lnTo>
                    <a:pt x="158735" y="13124"/>
                  </a:lnTo>
                  <a:lnTo>
                    <a:pt x="160202" y="12320"/>
                  </a:lnTo>
                  <a:lnTo>
                    <a:pt x="163618" y="8651"/>
                  </a:lnTo>
                  <a:lnTo>
                    <a:pt x="167471" y="6740"/>
                  </a:lnTo>
                  <a:lnTo>
                    <a:pt x="169565" y="4552"/>
                  </a:lnTo>
                  <a:lnTo>
                    <a:pt x="170458" y="1369"/>
                  </a:lnTo>
                  <a:lnTo>
                    <a:pt x="172260" y="196"/>
                  </a:lnTo>
                  <a:lnTo>
                    <a:pt x="173275" y="2640"/>
                  </a:lnTo>
                  <a:lnTo>
                    <a:pt x="177268" y="5110"/>
                  </a:lnTo>
                  <a:lnTo>
                    <a:pt x="179720" y="4403"/>
                  </a:lnTo>
                  <a:lnTo>
                    <a:pt x="180799" y="3660"/>
                  </a:lnTo>
                  <a:lnTo>
                    <a:pt x="180411" y="0"/>
                  </a:lnTo>
                  <a:lnTo>
                    <a:pt x="183001" y="978"/>
                  </a:lnTo>
                  <a:lnTo>
                    <a:pt x="184992" y="2737"/>
                  </a:lnTo>
                  <a:lnTo>
                    <a:pt x="187080" y="6267"/>
                  </a:lnTo>
                  <a:lnTo>
                    <a:pt x="188430" y="6974"/>
                  </a:lnTo>
                  <a:lnTo>
                    <a:pt x="190890" y="537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2257076" y="3712932"/>
              <a:ext cx="4132" cy="10131"/>
            </a:xfrm>
            <a:custGeom>
              <a:avLst/>
              <a:pathLst>
                <a:path w="4132" h="10131">
                  <a:moveTo>
                    <a:pt x="1605" y="8991"/>
                  </a:moveTo>
                  <a:lnTo>
                    <a:pt x="1388" y="10131"/>
                  </a:lnTo>
                  <a:lnTo>
                    <a:pt x="309" y="10030"/>
                  </a:lnTo>
                  <a:lnTo>
                    <a:pt x="0" y="9664"/>
                  </a:lnTo>
                  <a:lnTo>
                    <a:pt x="8" y="8359"/>
                  </a:lnTo>
                  <a:lnTo>
                    <a:pt x="262" y="4227"/>
                  </a:lnTo>
                  <a:lnTo>
                    <a:pt x="559" y="2490"/>
                  </a:lnTo>
                  <a:lnTo>
                    <a:pt x="1444" y="810"/>
                  </a:lnTo>
                  <a:lnTo>
                    <a:pt x="2182" y="0"/>
                  </a:lnTo>
                  <a:lnTo>
                    <a:pt x="3130" y="147"/>
                  </a:lnTo>
                  <a:lnTo>
                    <a:pt x="4132" y="1676"/>
                  </a:lnTo>
                  <a:lnTo>
                    <a:pt x="2949" y="4452"/>
                  </a:lnTo>
                  <a:lnTo>
                    <a:pt x="2291" y="4873"/>
                  </a:lnTo>
                  <a:lnTo>
                    <a:pt x="2038" y="523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2140721" y="3670149"/>
              <a:ext cx="1594" cy="3575"/>
            </a:xfrm>
            <a:custGeom>
              <a:avLst/>
              <a:pathLst>
                <a:path w="1594" h="3575">
                  <a:moveTo>
                    <a:pt x="1085" y="3514"/>
                  </a:moveTo>
                  <a:lnTo>
                    <a:pt x="625" y="3575"/>
                  </a:lnTo>
                  <a:lnTo>
                    <a:pt x="0" y="2308"/>
                  </a:lnTo>
                  <a:lnTo>
                    <a:pt x="480" y="0"/>
                  </a:lnTo>
                  <a:lnTo>
                    <a:pt x="994" y="556"/>
                  </a:lnTo>
                  <a:lnTo>
                    <a:pt x="1371" y="1220"/>
                  </a:lnTo>
                  <a:lnTo>
                    <a:pt x="1594" y="210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2151065" y="3654166"/>
              <a:ext cx="3965" cy="8045"/>
            </a:xfrm>
            <a:custGeom>
              <a:avLst/>
              <a:pathLst>
                <a:path w="3965" h="8045">
                  <a:moveTo>
                    <a:pt x="2154" y="6824"/>
                  </a:moveTo>
                  <a:lnTo>
                    <a:pt x="817" y="8045"/>
                  </a:lnTo>
                  <a:lnTo>
                    <a:pt x="355" y="7496"/>
                  </a:lnTo>
                  <a:lnTo>
                    <a:pt x="67" y="6896"/>
                  </a:lnTo>
                  <a:lnTo>
                    <a:pt x="0" y="6160"/>
                  </a:lnTo>
                  <a:lnTo>
                    <a:pt x="739" y="4337"/>
                  </a:lnTo>
                  <a:lnTo>
                    <a:pt x="1460" y="3347"/>
                  </a:lnTo>
                  <a:lnTo>
                    <a:pt x="2105" y="1246"/>
                  </a:lnTo>
                  <a:lnTo>
                    <a:pt x="3295" y="0"/>
                  </a:lnTo>
                  <a:lnTo>
                    <a:pt x="3642" y="288"/>
                  </a:lnTo>
                  <a:lnTo>
                    <a:pt x="3873" y="724"/>
                  </a:lnTo>
                  <a:lnTo>
                    <a:pt x="3965" y="1428"/>
                  </a:lnTo>
                  <a:lnTo>
                    <a:pt x="3562" y="3128"/>
                  </a:lnTo>
                  <a:lnTo>
                    <a:pt x="2841" y="431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2140464" y="3648391"/>
              <a:ext cx="4052" cy="8529"/>
            </a:xfrm>
            <a:custGeom>
              <a:avLst/>
              <a:pathLst>
                <a:path w="4052" h="8529">
                  <a:moveTo>
                    <a:pt x="2353" y="8478"/>
                  </a:moveTo>
                  <a:lnTo>
                    <a:pt x="1760" y="8529"/>
                  </a:lnTo>
                  <a:lnTo>
                    <a:pt x="0" y="5667"/>
                  </a:lnTo>
                  <a:lnTo>
                    <a:pt x="118" y="2859"/>
                  </a:lnTo>
                  <a:lnTo>
                    <a:pt x="822" y="966"/>
                  </a:lnTo>
                  <a:lnTo>
                    <a:pt x="3097" y="0"/>
                  </a:lnTo>
                  <a:lnTo>
                    <a:pt x="4052" y="1777"/>
                  </a:lnTo>
                  <a:lnTo>
                    <a:pt x="3967" y="5145"/>
                  </a:lnTo>
                  <a:lnTo>
                    <a:pt x="3191" y="7603"/>
                  </a:lnTo>
                  <a:lnTo>
                    <a:pt x="2574" y="805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2127837" y="3641625"/>
              <a:ext cx="2893" cy="6576"/>
            </a:xfrm>
            <a:custGeom>
              <a:avLst/>
              <a:pathLst>
                <a:path w="2893" h="6576">
                  <a:moveTo>
                    <a:pt x="2591" y="6062"/>
                  </a:moveTo>
                  <a:lnTo>
                    <a:pt x="1451" y="6576"/>
                  </a:lnTo>
                  <a:lnTo>
                    <a:pt x="492" y="5563"/>
                  </a:lnTo>
                  <a:lnTo>
                    <a:pt x="85" y="3993"/>
                  </a:lnTo>
                  <a:lnTo>
                    <a:pt x="0" y="1633"/>
                  </a:lnTo>
                  <a:lnTo>
                    <a:pt x="84" y="851"/>
                  </a:lnTo>
                  <a:lnTo>
                    <a:pt x="2202" y="0"/>
                  </a:lnTo>
                  <a:lnTo>
                    <a:pt x="2893" y="1973"/>
                  </a:lnTo>
                  <a:lnTo>
                    <a:pt x="2886" y="48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2136766" y="3638811"/>
              <a:ext cx="3570" cy="6022"/>
            </a:xfrm>
            <a:custGeom>
              <a:avLst/>
              <a:pathLst>
                <a:path w="3570" h="6022">
                  <a:moveTo>
                    <a:pt x="3336" y="5127"/>
                  </a:moveTo>
                  <a:lnTo>
                    <a:pt x="2808" y="6022"/>
                  </a:lnTo>
                  <a:lnTo>
                    <a:pt x="667" y="4992"/>
                  </a:lnTo>
                  <a:lnTo>
                    <a:pt x="0" y="3278"/>
                  </a:lnTo>
                  <a:lnTo>
                    <a:pt x="538" y="937"/>
                  </a:lnTo>
                  <a:lnTo>
                    <a:pt x="992" y="0"/>
                  </a:lnTo>
                  <a:lnTo>
                    <a:pt x="2273" y="868"/>
                  </a:lnTo>
                  <a:lnTo>
                    <a:pt x="3570" y="34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2128488" y="3630352"/>
              <a:ext cx="9052" cy="33847"/>
            </a:xfrm>
            <a:custGeom>
              <a:avLst/>
              <a:pathLst>
                <a:path w="9052" h="33847">
                  <a:moveTo>
                    <a:pt x="3686" y="2975"/>
                  </a:moveTo>
                  <a:lnTo>
                    <a:pt x="4391" y="4879"/>
                  </a:lnTo>
                  <a:lnTo>
                    <a:pt x="4776" y="10308"/>
                  </a:lnTo>
                  <a:lnTo>
                    <a:pt x="7054" y="16036"/>
                  </a:lnTo>
                  <a:lnTo>
                    <a:pt x="7337" y="19237"/>
                  </a:lnTo>
                  <a:lnTo>
                    <a:pt x="7135" y="20726"/>
                  </a:lnTo>
                  <a:lnTo>
                    <a:pt x="7243" y="21309"/>
                  </a:lnTo>
                  <a:lnTo>
                    <a:pt x="8338" y="23568"/>
                  </a:lnTo>
                  <a:lnTo>
                    <a:pt x="9052" y="25940"/>
                  </a:lnTo>
                  <a:lnTo>
                    <a:pt x="7850" y="31509"/>
                  </a:lnTo>
                  <a:lnTo>
                    <a:pt x="5288" y="33847"/>
                  </a:lnTo>
                  <a:lnTo>
                    <a:pt x="2558" y="33769"/>
                  </a:lnTo>
                  <a:lnTo>
                    <a:pt x="2018" y="33169"/>
                  </a:lnTo>
                  <a:lnTo>
                    <a:pt x="1286" y="31039"/>
                  </a:lnTo>
                  <a:lnTo>
                    <a:pt x="1151" y="29158"/>
                  </a:lnTo>
                  <a:lnTo>
                    <a:pt x="1572" y="27342"/>
                  </a:lnTo>
                  <a:lnTo>
                    <a:pt x="2983" y="24587"/>
                  </a:lnTo>
                  <a:lnTo>
                    <a:pt x="5134" y="22122"/>
                  </a:lnTo>
                  <a:lnTo>
                    <a:pt x="5403" y="20238"/>
                  </a:lnTo>
                  <a:lnTo>
                    <a:pt x="4539" y="18403"/>
                  </a:lnTo>
                  <a:lnTo>
                    <a:pt x="3943" y="14758"/>
                  </a:lnTo>
                  <a:lnTo>
                    <a:pt x="2584" y="12204"/>
                  </a:lnTo>
                  <a:lnTo>
                    <a:pt x="1907" y="4409"/>
                  </a:lnTo>
                  <a:lnTo>
                    <a:pt x="1454" y="4022"/>
                  </a:lnTo>
                  <a:lnTo>
                    <a:pt x="531" y="5097"/>
                  </a:lnTo>
                  <a:lnTo>
                    <a:pt x="76" y="4155"/>
                  </a:lnTo>
                  <a:lnTo>
                    <a:pt x="0" y="3656"/>
                  </a:lnTo>
                  <a:lnTo>
                    <a:pt x="995" y="1878"/>
                  </a:lnTo>
                  <a:lnTo>
                    <a:pt x="1201" y="610"/>
                  </a:lnTo>
                  <a:lnTo>
                    <a:pt x="2673" y="0"/>
                  </a:lnTo>
                  <a:lnTo>
                    <a:pt x="3305" y="101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2271625" y="3593890"/>
              <a:ext cx="1043" cy="3380"/>
            </a:xfrm>
            <a:custGeom>
              <a:avLst/>
              <a:pathLst>
                <a:path w="1043" h="3380">
                  <a:moveTo>
                    <a:pt x="936" y="3161"/>
                  </a:moveTo>
                  <a:lnTo>
                    <a:pt x="296" y="3380"/>
                  </a:lnTo>
                  <a:lnTo>
                    <a:pt x="0" y="1966"/>
                  </a:lnTo>
                  <a:lnTo>
                    <a:pt x="777" y="320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2249242" y="3591065"/>
              <a:ext cx="64875" cy="190473"/>
            </a:xfrm>
            <a:custGeom>
              <a:avLst/>
              <a:pathLst>
                <a:path w="64875" h="190473">
                  <a:moveTo>
                    <a:pt x="64479" y="46153"/>
                  </a:moveTo>
                  <a:lnTo>
                    <a:pt x="63843" y="47206"/>
                  </a:lnTo>
                  <a:lnTo>
                    <a:pt x="63186" y="47318"/>
                  </a:lnTo>
                  <a:lnTo>
                    <a:pt x="62305" y="47647"/>
                  </a:lnTo>
                  <a:lnTo>
                    <a:pt x="61081" y="46634"/>
                  </a:lnTo>
                  <a:lnTo>
                    <a:pt x="60598" y="46634"/>
                  </a:lnTo>
                  <a:lnTo>
                    <a:pt x="60533" y="47662"/>
                  </a:lnTo>
                  <a:lnTo>
                    <a:pt x="61344" y="48917"/>
                  </a:lnTo>
                  <a:lnTo>
                    <a:pt x="62134" y="50343"/>
                  </a:lnTo>
                  <a:lnTo>
                    <a:pt x="62418" y="52513"/>
                  </a:lnTo>
                  <a:lnTo>
                    <a:pt x="62887" y="55087"/>
                  </a:lnTo>
                  <a:lnTo>
                    <a:pt x="64016" y="57972"/>
                  </a:lnTo>
                  <a:lnTo>
                    <a:pt x="64721" y="59415"/>
                  </a:lnTo>
                  <a:lnTo>
                    <a:pt x="64764" y="60442"/>
                  </a:lnTo>
                  <a:lnTo>
                    <a:pt x="64545" y="62327"/>
                  </a:lnTo>
                  <a:lnTo>
                    <a:pt x="64489" y="63899"/>
                  </a:lnTo>
                  <a:lnTo>
                    <a:pt x="64875" y="71131"/>
                  </a:lnTo>
                  <a:lnTo>
                    <a:pt x="64616" y="71572"/>
                  </a:lnTo>
                  <a:lnTo>
                    <a:pt x="64199" y="71610"/>
                  </a:lnTo>
                  <a:lnTo>
                    <a:pt x="63756" y="71572"/>
                  </a:lnTo>
                  <a:lnTo>
                    <a:pt x="63393" y="70787"/>
                  </a:lnTo>
                  <a:lnTo>
                    <a:pt x="63076" y="70317"/>
                  </a:lnTo>
                  <a:lnTo>
                    <a:pt x="62936" y="71437"/>
                  </a:lnTo>
                  <a:lnTo>
                    <a:pt x="62609" y="74657"/>
                  </a:lnTo>
                  <a:lnTo>
                    <a:pt x="61874" y="81900"/>
                  </a:lnTo>
                  <a:lnTo>
                    <a:pt x="61231" y="88251"/>
                  </a:lnTo>
                  <a:lnTo>
                    <a:pt x="60424" y="90499"/>
                  </a:lnTo>
                  <a:lnTo>
                    <a:pt x="59255" y="94069"/>
                  </a:lnTo>
                  <a:lnTo>
                    <a:pt x="57655" y="98954"/>
                  </a:lnTo>
                  <a:lnTo>
                    <a:pt x="55335" y="106036"/>
                  </a:lnTo>
                  <a:lnTo>
                    <a:pt x="53618" y="109311"/>
                  </a:lnTo>
                  <a:lnTo>
                    <a:pt x="52265" y="111893"/>
                  </a:lnTo>
                  <a:lnTo>
                    <a:pt x="50684" y="114877"/>
                  </a:lnTo>
                  <a:lnTo>
                    <a:pt x="48643" y="118727"/>
                  </a:lnTo>
                  <a:lnTo>
                    <a:pt x="46353" y="120894"/>
                  </a:lnTo>
                  <a:lnTo>
                    <a:pt x="43165" y="123901"/>
                  </a:lnTo>
                  <a:lnTo>
                    <a:pt x="40910" y="126027"/>
                  </a:lnTo>
                  <a:lnTo>
                    <a:pt x="39247" y="127513"/>
                  </a:lnTo>
                  <a:lnTo>
                    <a:pt x="37516" y="129063"/>
                  </a:lnTo>
                  <a:lnTo>
                    <a:pt x="35226" y="131109"/>
                  </a:lnTo>
                  <a:lnTo>
                    <a:pt x="34342" y="133039"/>
                  </a:lnTo>
                  <a:lnTo>
                    <a:pt x="32872" y="137763"/>
                  </a:lnTo>
                  <a:lnTo>
                    <a:pt x="32187" y="140040"/>
                  </a:lnTo>
                  <a:lnTo>
                    <a:pt x="31562" y="141999"/>
                  </a:lnTo>
                  <a:lnTo>
                    <a:pt x="31433" y="142894"/>
                  </a:lnTo>
                  <a:lnTo>
                    <a:pt x="31515" y="143465"/>
                  </a:lnTo>
                  <a:lnTo>
                    <a:pt x="31815" y="144420"/>
                  </a:lnTo>
                  <a:lnTo>
                    <a:pt x="31844" y="145396"/>
                  </a:lnTo>
                  <a:lnTo>
                    <a:pt x="31430" y="146008"/>
                  </a:lnTo>
                  <a:lnTo>
                    <a:pt x="31073" y="146106"/>
                  </a:lnTo>
                  <a:lnTo>
                    <a:pt x="30914" y="145615"/>
                  </a:lnTo>
                  <a:lnTo>
                    <a:pt x="30796" y="144539"/>
                  </a:lnTo>
                  <a:lnTo>
                    <a:pt x="30416" y="143442"/>
                  </a:lnTo>
                  <a:lnTo>
                    <a:pt x="29975" y="143125"/>
                  </a:lnTo>
                  <a:lnTo>
                    <a:pt x="29722" y="143393"/>
                  </a:lnTo>
                  <a:lnTo>
                    <a:pt x="29700" y="144394"/>
                  </a:lnTo>
                  <a:lnTo>
                    <a:pt x="29123" y="149228"/>
                  </a:lnTo>
                  <a:lnTo>
                    <a:pt x="29102" y="151577"/>
                  </a:lnTo>
                  <a:lnTo>
                    <a:pt x="28858" y="152506"/>
                  </a:lnTo>
                  <a:lnTo>
                    <a:pt x="28877" y="154607"/>
                  </a:lnTo>
                  <a:lnTo>
                    <a:pt x="28294" y="156563"/>
                  </a:lnTo>
                  <a:lnTo>
                    <a:pt x="28040" y="158306"/>
                  </a:lnTo>
                  <a:lnTo>
                    <a:pt x="27862" y="159787"/>
                  </a:lnTo>
                  <a:lnTo>
                    <a:pt x="27393" y="160814"/>
                  </a:lnTo>
                  <a:lnTo>
                    <a:pt x="27226" y="162430"/>
                  </a:lnTo>
                  <a:lnTo>
                    <a:pt x="26792" y="165849"/>
                  </a:lnTo>
                  <a:lnTo>
                    <a:pt x="26285" y="168533"/>
                  </a:lnTo>
                  <a:lnTo>
                    <a:pt x="25928" y="170830"/>
                  </a:lnTo>
                  <a:lnTo>
                    <a:pt x="25863" y="172547"/>
                  </a:lnTo>
                  <a:lnTo>
                    <a:pt x="26135" y="173762"/>
                  </a:lnTo>
                  <a:lnTo>
                    <a:pt x="26229" y="174740"/>
                  </a:lnTo>
                  <a:lnTo>
                    <a:pt x="25985" y="176497"/>
                  </a:lnTo>
                  <a:lnTo>
                    <a:pt x="25853" y="177819"/>
                  </a:lnTo>
                  <a:lnTo>
                    <a:pt x="25206" y="178714"/>
                  </a:lnTo>
                  <a:lnTo>
                    <a:pt x="23860" y="180852"/>
                  </a:lnTo>
                  <a:lnTo>
                    <a:pt x="23337" y="182312"/>
                  </a:lnTo>
                  <a:lnTo>
                    <a:pt x="23131" y="183974"/>
                  </a:lnTo>
                  <a:lnTo>
                    <a:pt x="23262" y="185391"/>
                  </a:lnTo>
                  <a:lnTo>
                    <a:pt x="23206" y="186565"/>
                  </a:lnTo>
                  <a:lnTo>
                    <a:pt x="22567" y="187004"/>
                  </a:lnTo>
                  <a:lnTo>
                    <a:pt x="22342" y="188031"/>
                  </a:lnTo>
                  <a:lnTo>
                    <a:pt x="21910" y="189838"/>
                  </a:lnTo>
                  <a:lnTo>
                    <a:pt x="21422" y="190473"/>
                  </a:lnTo>
                  <a:lnTo>
                    <a:pt x="20168" y="189515"/>
                  </a:lnTo>
                  <a:lnTo>
                    <a:pt x="19243" y="189497"/>
                  </a:lnTo>
                  <a:lnTo>
                    <a:pt x="18530" y="188617"/>
                  </a:lnTo>
                  <a:lnTo>
                    <a:pt x="17752" y="186023"/>
                  </a:lnTo>
                  <a:lnTo>
                    <a:pt x="17112" y="183841"/>
                  </a:lnTo>
                  <a:lnTo>
                    <a:pt x="16589" y="181016"/>
                  </a:lnTo>
                  <a:lnTo>
                    <a:pt x="16427" y="177132"/>
                  </a:lnTo>
                  <a:lnTo>
                    <a:pt x="15728" y="175992"/>
                  </a:lnTo>
                  <a:lnTo>
                    <a:pt x="15037" y="174642"/>
                  </a:lnTo>
                  <a:lnTo>
                    <a:pt x="14214" y="175017"/>
                  </a:lnTo>
                  <a:lnTo>
                    <a:pt x="13235" y="175277"/>
                  </a:lnTo>
                  <a:lnTo>
                    <a:pt x="12691" y="174376"/>
                  </a:lnTo>
                  <a:lnTo>
                    <a:pt x="11354" y="172734"/>
                  </a:lnTo>
                  <a:lnTo>
                    <a:pt x="10211" y="170879"/>
                  </a:lnTo>
                  <a:lnTo>
                    <a:pt x="9348" y="169950"/>
                  </a:lnTo>
                  <a:lnTo>
                    <a:pt x="8690" y="170391"/>
                  </a:lnTo>
                  <a:lnTo>
                    <a:pt x="8296" y="171514"/>
                  </a:lnTo>
                  <a:lnTo>
                    <a:pt x="7601" y="173516"/>
                  </a:lnTo>
                  <a:lnTo>
                    <a:pt x="6578" y="174902"/>
                  </a:lnTo>
                  <a:lnTo>
                    <a:pt x="6116" y="174835"/>
                  </a:lnTo>
                  <a:lnTo>
                    <a:pt x="5498" y="173909"/>
                  </a:lnTo>
                  <a:lnTo>
                    <a:pt x="5386" y="172833"/>
                  </a:lnTo>
                  <a:lnTo>
                    <a:pt x="5892" y="171124"/>
                  </a:lnTo>
                  <a:lnTo>
                    <a:pt x="6925" y="167361"/>
                  </a:lnTo>
                  <a:lnTo>
                    <a:pt x="5780" y="167263"/>
                  </a:lnTo>
                  <a:lnTo>
                    <a:pt x="5386" y="166092"/>
                  </a:lnTo>
                  <a:lnTo>
                    <a:pt x="5329" y="164721"/>
                  </a:lnTo>
                  <a:lnTo>
                    <a:pt x="5141" y="163255"/>
                  </a:lnTo>
                  <a:lnTo>
                    <a:pt x="5367" y="161498"/>
                  </a:lnTo>
                  <a:lnTo>
                    <a:pt x="5968" y="160569"/>
                  </a:lnTo>
                  <a:lnTo>
                    <a:pt x="6869" y="161301"/>
                  </a:lnTo>
                  <a:lnTo>
                    <a:pt x="7489" y="161351"/>
                  </a:lnTo>
                  <a:lnTo>
                    <a:pt x="7902" y="159688"/>
                  </a:lnTo>
                  <a:lnTo>
                    <a:pt x="8315" y="158955"/>
                  </a:lnTo>
                  <a:lnTo>
                    <a:pt x="8728" y="158419"/>
                  </a:lnTo>
                  <a:lnTo>
                    <a:pt x="8897" y="157588"/>
                  </a:lnTo>
                  <a:lnTo>
                    <a:pt x="8462" y="154927"/>
                  </a:lnTo>
                  <a:lnTo>
                    <a:pt x="8334" y="153484"/>
                  </a:lnTo>
                  <a:lnTo>
                    <a:pt x="8465" y="152653"/>
                  </a:lnTo>
                  <a:lnTo>
                    <a:pt x="8446" y="150991"/>
                  </a:lnTo>
                  <a:lnTo>
                    <a:pt x="8427" y="149770"/>
                  </a:lnTo>
                  <a:lnTo>
                    <a:pt x="8165" y="148694"/>
                  </a:lnTo>
                  <a:lnTo>
                    <a:pt x="8146" y="147081"/>
                  </a:lnTo>
                  <a:lnTo>
                    <a:pt x="7921" y="146204"/>
                  </a:lnTo>
                  <a:lnTo>
                    <a:pt x="7845" y="145275"/>
                  </a:lnTo>
                  <a:lnTo>
                    <a:pt x="7826" y="144198"/>
                  </a:lnTo>
                  <a:lnTo>
                    <a:pt x="7545" y="143662"/>
                  </a:lnTo>
                  <a:lnTo>
                    <a:pt x="7246" y="143113"/>
                  </a:lnTo>
                  <a:lnTo>
                    <a:pt x="7490" y="142727"/>
                  </a:lnTo>
                  <a:lnTo>
                    <a:pt x="9117" y="141235"/>
                  </a:lnTo>
                  <a:lnTo>
                    <a:pt x="9793" y="139749"/>
                  </a:lnTo>
                  <a:lnTo>
                    <a:pt x="10630" y="138392"/>
                  </a:lnTo>
                  <a:lnTo>
                    <a:pt x="11349" y="136312"/>
                  </a:lnTo>
                  <a:lnTo>
                    <a:pt x="11823" y="134315"/>
                  </a:lnTo>
                  <a:lnTo>
                    <a:pt x="12946" y="125061"/>
                  </a:lnTo>
                  <a:lnTo>
                    <a:pt x="14000" y="119214"/>
                  </a:lnTo>
                  <a:lnTo>
                    <a:pt x="13822" y="116424"/>
                  </a:lnTo>
                  <a:lnTo>
                    <a:pt x="12949" y="112638"/>
                  </a:lnTo>
                  <a:lnTo>
                    <a:pt x="12752" y="107063"/>
                  </a:lnTo>
                  <a:lnTo>
                    <a:pt x="12833" y="105369"/>
                  </a:lnTo>
                  <a:lnTo>
                    <a:pt x="12725" y="104094"/>
                  </a:lnTo>
                  <a:lnTo>
                    <a:pt x="12143" y="106408"/>
                  </a:lnTo>
                  <a:lnTo>
                    <a:pt x="12291" y="114620"/>
                  </a:lnTo>
                  <a:lnTo>
                    <a:pt x="11777" y="118311"/>
                  </a:lnTo>
                  <a:lnTo>
                    <a:pt x="11057" y="119203"/>
                  </a:lnTo>
                  <a:lnTo>
                    <a:pt x="10590" y="118554"/>
                  </a:lnTo>
                  <a:lnTo>
                    <a:pt x="10857" y="112557"/>
                  </a:lnTo>
                  <a:lnTo>
                    <a:pt x="10330" y="113648"/>
                  </a:lnTo>
                  <a:lnTo>
                    <a:pt x="9489" y="117717"/>
                  </a:lnTo>
                  <a:lnTo>
                    <a:pt x="8109" y="120735"/>
                  </a:lnTo>
                  <a:lnTo>
                    <a:pt x="8034" y="121742"/>
                  </a:lnTo>
                  <a:lnTo>
                    <a:pt x="7699" y="122986"/>
                  </a:lnTo>
                  <a:lnTo>
                    <a:pt x="6634" y="121840"/>
                  </a:lnTo>
                  <a:lnTo>
                    <a:pt x="5821" y="120599"/>
                  </a:lnTo>
                  <a:lnTo>
                    <a:pt x="3156" y="113830"/>
                  </a:lnTo>
                  <a:lnTo>
                    <a:pt x="1405" y="112416"/>
                  </a:lnTo>
                  <a:lnTo>
                    <a:pt x="347" y="110055"/>
                  </a:lnTo>
                  <a:lnTo>
                    <a:pt x="126" y="109060"/>
                  </a:lnTo>
                  <a:lnTo>
                    <a:pt x="0" y="107695"/>
                  </a:lnTo>
                  <a:lnTo>
                    <a:pt x="1080" y="106275"/>
                  </a:lnTo>
                  <a:lnTo>
                    <a:pt x="2185" y="104368"/>
                  </a:lnTo>
                  <a:lnTo>
                    <a:pt x="2296" y="100169"/>
                  </a:lnTo>
                  <a:lnTo>
                    <a:pt x="2267" y="96871"/>
                  </a:lnTo>
                  <a:lnTo>
                    <a:pt x="1451" y="91241"/>
                  </a:lnTo>
                  <a:lnTo>
                    <a:pt x="1832" y="83882"/>
                  </a:lnTo>
                  <a:lnTo>
                    <a:pt x="1621" y="81000"/>
                  </a:lnTo>
                  <a:lnTo>
                    <a:pt x="685" y="74885"/>
                  </a:lnTo>
                  <a:lnTo>
                    <a:pt x="1378" y="71806"/>
                  </a:lnTo>
                  <a:lnTo>
                    <a:pt x="3850" y="69561"/>
                  </a:lnTo>
                  <a:lnTo>
                    <a:pt x="4643" y="68060"/>
                  </a:lnTo>
                  <a:lnTo>
                    <a:pt x="5197" y="63210"/>
                  </a:lnTo>
                  <a:lnTo>
                    <a:pt x="5760" y="60304"/>
                  </a:lnTo>
                  <a:lnTo>
                    <a:pt x="6863" y="61475"/>
                  </a:lnTo>
                  <a:lnTo>
                    <a:pt x="7726" y="61340"/>
                  </a:lnTo>
                  <a:lnTo>
                    <a:pt x="6563" y="60261"/>
                  </a:lnTo>
                  <a:lnTo>
                    <a:pt x="5615" y="55889"/>
                  </a:lnTo>
                  <a:lnTo>
                    <a:pt x="5456" y="53886"/>
                  </a:lnTo>
                  <a:lnTo>
                    <a:pt x="7284" y="47904"/>
                  </a:lnTo>
                  <a:lnTo>
                    <a:pt x="8241" y="46346"/>
                  </a:lnTo>
                  <a:lnTo>
                    <a:pt x="9418" y="43183"/>
                  </a:lnTo>
                  <a:lnTo>
                    <a:pt x="10408" y="38413"/>
                  </a:lnTo>
                  <a:lnTo>
                    <a:pt x="10649" y="30885"/>
                  </a:lnTo>
                  <a:lnTo>
                    <a:pt x="10239" y="25503"/>
                  </a:lnTo>
                  <a:lnTo>
                    <a:pt x="9930" y="19815"/>
                  </a:lnTo>
                  <a:lnTo>
                    <a:pt x="10524" y="18344"/>
                  </a:lnTo>
                  <a:lnTo>
                    <a:pt x="12028" y="17586"/>
                  </a:lnTo>
                  <a:lnTo>
                    <a:pt x="13251" y="15752"/>
                  </a:lnTo>
                  <a:lnTo>
                    <a:pt x="13871" y="14053"/>
                  </a:lnTo>
                  <a:lnTo>
                    <a:pt x="15325" y="14308"/>
                  </a:lnTo>
                  <a:lnTo>
                    <a:pt x="17003" y="11681"/>
                  </a:lnTo>
                  <a:lnTo>
                    <a:pt x="19687" y="10365"/>
                  </a:lnTo>
                  <a:lnTo>
                    <a:pt x="23427" y="7361"/>
                  </a:lnTo>
                  <a:lnTo>
                    <a:pt x="24252" y="4710"/>
                  </a:lnTo>
                  <a:lnTo>
                    <a:pt x="23881" y="0"/>
                  </a:lnTo>
                  <a:lnTo>
                    <a:pt x="24231" y="611"/>
                  </a:lnTo>
                  <a:lnTo>
                    <a:pt x="25273" y="2856"/>
                  </a:lnTo>
                  <a:lnTo>
                    <a:pt x="25903" y="5080"/>
                  </a:lnTo>
                  <a:lnTo>
                    <a:pt x="26970" y="6462"/>
                  </a:lnTo>
                  <a:lnTo>
                    <a:pt x="27835" y="7580"/>
                  </a:lnTo>
                  <a:lnTo>
                    <a:pt x="30099" y="12093"/>
                  </a:lnTo>
                  <a:lnTo>
                    <a:pt x="31592" y="14384"/>
                  </a:lnTo>
                  <a:lnTo>
                    <a:pt x="33223" y="16448"/>
                  </a:lnTo>
                  <a:lnTo>
                    <a:pt x="35579" y="18615"/>
                  </a:lnTo>
                  <a:lnTo>
                    <a:pt x="37017" y="18247"/>
                  </a:lnTo>
                  <a:lnTo>
                    <a:pt x="37354" y="19890"/>
                  </a:lnTo>
                  <a:lnTo>
                    <a:pt x="37633" y="21622"/>
                  </a:lnTo>
                  <a:lnTo>
                    <a:pt x="38171" y="22630"/>
                  </a:lnTo>
                  <a:lnTo>
                    <a:pt x="39024" y="23492"/>
                  </a:lnTo>
                  <a:lnTo>
                    <a:pt x="39532" y="23763"/>
                  </a:lnTo>
                  <a:lnTo>
                    <a:pt x="39688" y="24196"/>
                  </a:lnTo>
                  <a:lnTo>
                    <a:pt x="40198" y="30450"/>
                  </a:lnTo>
                  <a:lnTo>
                    <a:pt x="40498" y="31365"/>
                  </a:lnTo>
                  <a:lnTo>
                    <a:pt x="41675" y="32355"/>
                  </a:lnTo>
                  <a:lnTo>
                    <a:pt x="43117" y="32729"/>
                  </a:lnTo>
                  <a:lnTo>
                    <a:pt x="43703" y="32512"/>
                  </a:lnTo>
                  <a:lnTo>
                    <a:pt x="44971" y="34251"/>
                  </a:lnTo>
                  <a:lnTo>
                    <a:pt x="45906" y="35070"/>
                  </a:lnTo>
                  <a:lnTo>
                    <a:pt x="46937" y="35683"/>
                  </a:lnTo>
                  <a:lnTo>
                    <a:pt x="47636" y="35864"/>
                  </a:lnTo>
                  <a:lnTo>
                    <a:pt x="47959" y="35593"/>
                  </a:lnTo>
                  <a:lnTo>
                    <a:pt x="48076" y="34963"/>
                  </a:lnTo>
                  <a:lnTo>
                    <a:pt x="48649" y="35080"/>
                  </a:lnTo>
                  <a:lnTo>
                    <a:pt x="49507" y="35884"/>
                  </a:lnTo>
                  <a:lnTo>
                    <a:pt x="50738" y="36047"/>
                  </a:lnTo>
                  <a:lnTo>
                    <a:pt x="51502" y="35285"/>
                  </a:lnTo>
                  <a:lnTo>
                    <a:pt x="51608" y="34024"/>
                  </a:lnTo>
                  <a:lnTo>
                    <a:pt x="51660" y="31809"/>
                  </a:lnTo>
                  <a:lnTo>
                    <a:pt x="51946" y="31038"/>
                  </a:lnTo>
                  <a:lnTo>
                    <a:pt x="52822" y="29752"/>
                  </a:lnTo>
                  <a:lnTo>
                    <a:pt x="53281" y="30020"/>
                  </a:lnTo>
                  <a:lnTo>
                    <a:pt x="55583" y="32793"/>
                  </a:lnTo>
                  <a:lnTo>
                    <a:pt x="56057" y="33753"/>
                  </a:lnTo>
                  <a:lnTo>
                    <a:pt x="56640" y="35683"/>
                  </a:lnTo>
                  <a:lnTo>
                    <a:pt x="57719" y="38543"/>
                  </a:lnTo>
                  <a:lnTo>
                    <a:pt x="58890" y="40367"/>
                  </a:lnTo>
                  <a:lnTo>
                    <a:pt x="60700" y="41146"/>
                  </a:lnTo>
                  <a:lnTo>
                    <a:pt x="62441" y="4414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3449128" y="2698696"/>
              <a:ext cx="138175" cy="285446"/>
            </a:xfrm>
            <a:custGeom>
              <a:avLst/>
              <a:pathLst>
                <a:path w="138175" h="285446">
                  <a:moveTo>
                    <a:pt x="107819" y="9821"/>
                  </a:moveTo>
                  <a:lnTo>
                    <a:pt x="107982" y="10717"/>
                  </a:lnTo>
                  <a:lnTo>
                    <a:pt x="108354" y="13198"/>
                  </a:lnTo>
                  <a:lnTo>
                    <a:pt x="109299" y="19501"/>
                  </a:lnTo>
                  <a:lnTo>
                    <a:pt x="110122" y="24441"/>
                  </a:lnTo>
                  <a:lnTo>
                    <a:pt x="111132" y="31283"/>
                  </a:lnTo>
                  <a:lnTo>
                    <a:pt x="111448" y="33910"/>
                  </a:lnTo>
                  <a:lnTo>
                    <a:pt x="111583" y="35722"/>
                  </a:lnTo>
                  <a:lnTo>
                    <a:pt x="113047" y="43245"/>
                  </a:lnTo>
                  <a:lnTo>
                    <a:pt x="113916" y="49434"/>
                  </a:lnTo>
                  <a:lnTo>
                    <a:pt x="114552" y="54455"/>
                  </a:lnTo>
                  <a:lnTo>
                    <a:pt x="115446" y="61788"/>
                  </a:lnTo>
                  <a:lnTo>
                    <a:pt x="115837" y="64347"/>
                  </a:lnTo>
                  <a:lnTo>
                    <a:pt x="115204" y="65683"/>
                  </a:lnTo>
                  <a:lnTo>
                    <a:pt x="113931" y="70455"/>
                  </a:lnTo>
                  <a:lnTo>
                    <a:pt x="112577" y="85605"/>
                  </a:lnTo>
                  <a:lnTo>
                    <a:pt x="110639" y="97442"/>
                  </a:lnTo>
                  <a:lnTo>
                    <a:pt x="110419" y="104854"/>
                  </a:lnTo>
                  <a:lnTo>
                    <a:pt x="110108" y="107527"/>
                  </a:lnTo>
                  <a:lnTo>
                    <a:pt x="109186" y="111282"/>
                  </a:lnTo>
                  <a:lnTo>
                    <a:pt x="108068" y="114965"/>
                  </a:lnTo>
                  <a:lnTo>
                    <a:pt x="106081" y="113058"/>
                  </a:lnTo>
                  <a:lnTo>
                    <a:pt x="102846" y="106592"/>
                  </a:lnTo>
                  <a:lnTo>
                    <a:pt x="100960" y="100449"/>
                  </a:lnTo>
                  <a:lnTo>
                    <a:pt x="98938" y="96481"/>
                  </a:lnTo>
                  <a:lnTo>
                    <a:pt x="97027" y="91225"/>
                  </a:lnTo>
                  <a:lnTo>
                    <a:pt x="96506" y="87443"/>
                  </a:lnTo>
                  <a:lnTo>
                    <a:pt x="96526" y="85018"/>
                  </a:lnTo>
                  <a:lnTo>
                    <a:pt x="95691" y="79094"/>
                  </a:lnTo>
                  <a:lnTo>
                    <a:pt x="95074" y="76293"/>
                  </a:lnTo>
                  <a:lnTo>
                    <a:pt x="92744" y="69994"/>
                  </a:lnTo>
                  <a:lnTo>
                    <a:pt x="92075" y="66632"/>
                  </a:lnTo>
                  <a:lnTo>
                    <a:pt x="91564" y="65155"/>
                  </a:lnTo>
                  <a:lnTo>
                    <a:pt x="91050" y="63034"/>
                  </a:lnTo>
                  <a:lnTo>
                    <a:pt x="90207" y="54859"/>
                  </a:lnTo>
                  <a:lnTo>
                    <a:pt x="89282" y="49672"/>
                  </a:lnTo>
                  <a:lnTo>
                    <a:pt x="88229" y="51106"/>
                  </a:lnTo>
                  <a:lnTo>
                    <a:pt x="88416" y="53290"/>
                  </a:lnTo>
                  <a:lnTo>
                    <a:pt x="87498" y="56310"/>
                  </a:lnTo>
                  <a:lnTo>
                    <a:pt x="86943" y="59816"/>
                  </a:lnTo>
                  <a:lnTo>
                    <a:pt x="87369" y="62679"/>
                  </a:lnTo>
                  <a:lnTo>
                    <a:pt x="89274" y="67036"/>
                  </a:lnTo>
                  <a:lnTo>
                    <a:pt x="89660" y="68939"/>
                  </a:lnTo>
                  <a:lnTo>
                    <a:pt x="90103" y="73068"/>
                  </a:lnTo>
                  <a:lnTo>
                    <a:pt x="90033" y="78681"/>
                  </a:lnTo>
                  <a:lnTo>
                    <a:pt x="90340" y="80587"/>
                  </a:lnTo>
                  <a:lnTo>
                    <a:pt x="91766" y="84757"/>
                  </a:lnTo>
                  <a:lnTo>
                    <a:pt x="92277" y="87231"/>
                  </a:lnTo>
                  <a:lnTo>
                    <a:pt x="92584" y="89367"/>
                  </a:lnTo>
                  <a:lnTo>
                    <a:pt x="93058" y="91299"/>
                  </a:lnTo>
                  <a:lnTo>
                    <a:pt x="94473" y="94932"/>
                  </a:lnTo>
                  <a:lnTo>
                    <a:pt x="96509" y="101846"/>
                  </a:lnTo>
                  <a:lnTo>
                    <a:pt x="98440" y="106506"/>
                  </a:lnTo>
                  <a:lnTo>
                    <a:pt x="99833" y="108755"/>
                  </a:lnTo>
                  <a:lnTo>
                    <a:pt x="100425" y="111010"/>
                  </a:lnTo>
                  <a:lnTo>
                    <a:pt x="100558" y="116829"/>
                  </a:lnTo>
                  <a:lnTo>
                    <a:pt x="100456" y="119602"/>
                  </a:lnTo>
                  <a:lnTo>
                    <a:pt x="101679" y="124827"/>
                  </a:lnTo>
                  <a:lnTo>
                    <a:pt x="102131" y="127470"/>
                  </a:lnTo>
                  <a:lnTo>
                    <a:pt x="103316" y="129626"/>
                  </a:lnTo>
                  <a:lnTo>
                    <a:pt x="103858" y="132086"/>
                  </a:lnTo>
                  <a:lnTo>
                    <a:pt x="104354" y="136088"/>
                  </a:lnTo>
                  <a:lnTo>
                    <a:pt x="105104" y="147921"/>
                  </a:lnTo>
                  <a:lnTo>
                    <a:pt x="106131" y="150825"/>
                  </a:lnTo>
                  <a:lnTo>
                    <a:pt x="109308" y="166379"/>
                  </a:lnTo>
                  <a:lnTo>
                    <a:pt x="111986" y="176225"/>
                  </a:lnTo>
                  <a:lnTo>
                    <a:pt x="113282" y="183571"/>
                  </a:lnTo>
                  <a:lnTo>
                    <a:pt x="115257" y="192517"/>
                  </a:lnTo>
                  <a:lnTo>
                    <a:pt x="119129" y="212157"/>
                  </a:lnTo>
                  <a:lnTo>
                    <a:pt x="121433" y="218219"/>
                  </a:lnTo>
                  <a:lnTo>
                    <a:pt x="122350" y="221623"/>
                  </a:lnTo>
                  <a:lnTo>
                    <a:pt x="124018" y="224246"/>
                  </a:lnTo>
                  <a:lnTo>
                    <a:pt x="125825" y="228035"/>
                  </a:lnTo>
                  <a:lnTo>
                    <a:pt x="124101" y="227664"/>
                  </a:lnTo>
                  <a:lnTo>
                    <a:pt x="123667" y="227894"/>
                  </a:lnTo>
                  <a:lnTo>
                    <a:pt x="123065" y="228541"/>
                  </a:lnTo>
                  <a:lnTo>
                    <a:pt x="122775" y="230840"/>
                  </a:lnTo>
                  <a:lnTo>
                    <a:pt x="122652" y="232718"/>
                  </a:lnTo>
                  <a:lnTo>
                    <a:pt x="122860" y="242670"/>
                  </a:lnTo>
                  <a:lnTo>
                    <a:pt x="123333" y="247735"/>
                  </a:lnTo>
                  <a:lnTo>
                    <a:pt x="124848" y="257336"/>
                  </a:lnTo>
                  <a:lnTo>
                    <a:pt x="125979" y="260216"/>
                  </a:lnTo>
                  <a:lnTo>
                    <a:pt x="126529" y="262078"/>
                  </a:lnTo>
                  <a:lnTo>
                    <a:pt x="127296" y="263439"/>
                  </a:lnTo>
                  <a:lnTo>
                    <a:pt x="130888" y="266714"/>
                  </a:lnTo>
                  <a:lnTo>
                    <a:pt x="132987" y="273647"/>
                  </a:lnTo>
                  <a:lnTo>
                    <a:pt x="137701" y="282409"/>
                  </a:lnTo>
                  <a:lnTo>
                    <a:pt x="138163" y="284829"/>
                  </a:lnTo>
                  <a:lnTo>
                    <a:pt x="138175" y="285392"/>
                  </a:lnTo>
                  <a:lnTo>
                    <a:pt x="134449" y="285394"/>
                  </a:lnTo>
                  <a:lnTo>
                    <a:pt x="130724" y="285396"/>
                  </a:lnTo>
                  <a:lnTo>
                    <a:pt x="126997" y="285397"/>
                  </a:lnTo>
                  <a:lnTo>
                    <a:pt x="123272" y="285399"/>
                  </a:lnTo>
                  <a:lnTo>
                    <a:pt x="119546" y="285400"/>
                  </a:lnTo>
                  <a:lnTo>
                    <a:pt x="115820" y="285402"/>
                  </a:lnTo>
                  <a:lnTo>
                    <a:pt x="112094" y="285403"/>
                  </a:lnTo>
                  <a:lnTo>
                    <a:pt x="108368" y="285405"/>
                  </a:lnTo>
                  <a:lnTo>
                    <a:pt x="104643" y="285406"/>
                  </a:lnTo>
                  <a:lnTo>
                    <a:pt x="100917" y="285407"/>
                  </a:lnTo>
                  <a:lnTo>
                    <a:pt x="97191" y="285409"/>
                  </a:lnTo>
                  <a:lnTo>
                    <a:pt x="93465" y="285410"/>
                  </a:lnTo>
                  <a:lnTo>
                    <a:pt x="89740" y="285413"/>
                  </a:lnTo>
                  <a:lnTo>
                    <a:pt x="86013" y="285413"/>
                  </a:lnTo>
                  <a:lnTo>
                    <a:pt x="82288" y="285416"/>
                  </a:lnTo>
                  <a:lnTo>
                    <a:pt x="78562" y="285418"/>
                  </a:lnTo>
                  <a:lnTo>
                    <a:pt x="76436" y="285418"/>
                  </a:lnTo>
                  <a:lnTo>
                    <a:pt x="76799" y="282793"/>
                  </a:lnTo>
                  <a:lnTo>
                    <a:pt x="77023" y="280928"/>
                  </a:lnTo>
                  <a:lnTo>
                    <a:pt x="76774" y="279636"/>
                  </a:lnTo>
                  <a:lnTo>
                    <a:pt x="76048" y="279313"/>
                  </a:lnTo>
                  <a:lnTo>
                    <a:pt x="75573" y="279721"/>
                  </a:lnTo>
                  <a:lnTo>
                    <a:pt x="74462" y="285227"/>
                  </a:lnTo>
                  <a:lnTo>
                    <a:pt x="73878" y="285446"/>
                  </a:lnTo>
                  <a:lnTo>
                    <a:pt x="72555" y="285446"/>
                  </a:lnTo>
                  <a:lnTo>
                    <a:pt x="68216" y="285445"/>
                  </a:lnTo>
                  <a:lnTo>
                    <a:pt x="63878" y="285442"/>
                  </a:lnTo>
                  <a:lnTo>
                    <a:pt x="59541" y="285439"/>
                  </a:lnTo>
                  <a:lnTo>
                    <a:pt x="55202" y="285439"/>
                  </a:lnTo>
                  <a:lnTo>
                    <a:pt x="50864" y="285436"/>
                  </a:lnTo>
                  <a:lnTo>
                    <a:pt x="46527" y="285435"/>
                  </a:lnTo>
                  <a:lnTo>
                    <a:pt x="42189" y="285433"/>
                  </a:lnTo>
                  <a:lnTo>
                    <a:pt x="37850" y="285432"/>
                  </a:lnTo>
                  <a:lnTo>
                    <a:pt x="33512" y="285429"/>
                  </a:lnTo>
                  <a:lnTo>
                    <a:pt x="29174" y="285428"/>
                  </a:lnTo>
                  <a:lnTo>
                    <a:pt x="24836" y="285426"/>
                  </a:lnTo>
                  <a:lnTo>
                    <a:pt x="20498" y="285425"/>
                  </a:lnTo>
                  <a:lnTo>
                    <a:pt x="16160" y="285423"/>
                  </a:lnTo>
                  <a:lnTo>
                    <a:pt x="11822" y="285420"/>
                  </a:lnTo>
                  <a:lnTo>
                    <a:pt x="7484" y="285419"/>
                  </a:lnTo>
                  <a:lnTo>
                    <a:pt x="3146" y="285418"/>
                  </a:lnTo>
                  <a:lnTo>
                    <a:pt x="3146" y="278782"/>
                  </a:lnTo>
                  <a:lnTo>
                    <a:pt x="3146" y="272146"/>
                  </a:lnTo>
                  <a:lnTo>
                    <a:pt x="3146" y="265511"/>
                  </a:lnTo>
                  <a:lnTo>
                    <a:pt x="3146" y="258875"/>
                  </a:lnTo>
                  <a:lnTo>
                    <a:pt x="3146" y="252240"/>
                  </a:lnTo>
                  <a:lnTo>
                    <a:pt x="3146" y="245604"/>
                  </a:lnTo>
                  <a:lnTo>
                    <a:pt x="3146" y="238967"/>
                  </a:lnTo>
                  <a:lnTo>
                    <a:pt x="3146" y="232332"/>
                  </a:lnTo>
                  <a:lnTo>
                    <a:pt x="3146" y="225696"/>
                  </a:lnTo>
                  <a:lnTo>
                    <a:pt x="3146" y="219061"/>
                  </a:lnTo>
                  <a:lnTo>
                    <a:pt x="3146" y="212425"/>
                  </a:lnTo>
                  <a:lnTo>
                    <a:pt x="3146" y="205790"/>
                  </a:lnTo>
                  <a:lnTo>
                    <a:pt x="3146" y="199154"/>
                  </a:lnTo>
                  <a:lnTo>
                    <a:pt x="3146" y="192518"/>
                  </a:lnTo>
                  <a:lnTo>
                    <a:pt x="3146" y="185883"/>
                  </a:lnTo>
                  <a:lnTo>
                    <a:pt x="3146" y="179247"/>
                  </a:lnTo>
                  <a:lnTo>
                    <a:pt x="3146" y="172612"/>
                  </a:lnTo>
                  <a:lnTo>
                    <a:pt x="3146" y="165976"/>
                  </a:lnTo>
                  <a:lnTo>
                    <a:pt x="3146" y="159341"/>
                  </a:lnTo>
                  <a:lnTo>
                    <a:pt x="3146" y="152705"/>
                  </a:lnTo>
                  <a:lnTo>
                    <a:pt x="3146" y="146070"/>
                  </a:lnTo>
                  <a:lnTo>
                    <a:pt x="3146" y="139434"/>
                  </a:lnTo>
                  <a:lnTo>
                    <a:pt x="3146" y="132797"/>
                  </a:lnTo>
                  <a:lnTo>
                    <a:pt x="3146" y="126161"/>
                  </a:lnTo>
                  <a:lnTo>
                    <a:pt x="3146" y="119526"/>
                  </a:lnTo>
                  <a:lnTo>
                    <a:pt x="3146" y="112890"/>
                  </a:lnTo>
                  <a:lnTo>
                    <a:pt x="3146" y="106255"/>
                  </a:lnTo>
                  <a:lnTo>
                    <a:pt x="3146" y="99619"/>
                  </a:lnTo>
                  <a:lnTo>
                    <a:pt x="3146" y="92984"/>
                  </a:lnTo>
                  <a:lnTo>
                    <a:pt x="3146" y="86348"/>
                  </a:lnTo>
                  <a:lnTo>
                    <a:pt x="3146" y="79713"/>
                  </a:lnTo>
                  <a:lnTo>
                    <a:pt x="3146" y="73077"/>
                  </a:lnTo>
                  <a:lnTo>
                    <a:pt x="3048" y="71838"/>
                  </a:lnTo>
                  <a:lnTo>
                    <a:pt x="2417" y="67333"/>
                  </a:lnTo>
                  <a:lnTo>
                    <a:pt x="1847" y="61601"/>
                  </a:lnTo>
                  <a:lnTo>
                    <a:pt x="1222" y="54554"/>
                  </a:lnTo>
                  <a:lnTo>
                    <a:pt x="1141" y="52270"/>
                  </a:lnTo>
                  <a:lnTo>
                    <a:pt x="95" y="45016"/>
                  </a:lnTo>
                  <a:lnTo>
                    <a:pt x="0" y="42961"/>
                  </a:lnTo>
                  <a:lnTo>
                    <a:pt x="263" y="41498"/>
                  </a:lnTo>
                  <a:lnTo>
                    <a:pt x="1979" y="35383"/>
                  </a:lnTo>
                  <a:lnTo>
                    <a:pt x="2496" y="32414"/>
                  </a:lnTo>
                  <a:lnTo>
                    <a:pt x="2931" y="28853"/>
                  </a:lnTo>
                  <a:lnTo>
                    <a:pt x="3073" y="25956"/>
                  </a:lnTo>
                  <a:lnTo>
                    <a:pt x="2569" y="21526"/>
                  </a:lnTo>
                  <a:lnTo>
                    <a:pt x="1979" y="17544"/>
                  </a:lnTo>
                  <a:lnTo>
                    <a:pt x="1779" y="13468"/>
                  </a:lnTo>
                  <a:lnTo>
                    <a:pt x="1697" y="9460"/>
                  </a:lnTo>
                  <a:lnTo>
                    <a:pt x="2574" y="6722"/>
                  </a:lnTo>
                  <a:lnTo>
                    <a:pt x="3627" y="4165"/>
                  </a:lnTo>
                  <a:lnTo>
                    <a:pt x="4019" y="2594"/>
                  </a:lnTo>
                  <a:lnTo>
                    <a:pt x="4641" y="829"/>
                  </a:lnTo>
                  <a:lnTo>
                    <a:pt x="5078" y="0"/>
                  </a:lnTo>
                  <a:lnTo>
                    <a:pt x="5930" y="3581"/>
                  </a:lnTo>
                  <a:lnTo>
                    <a:pt x="7710" y="4201"/>
                  </a:lnTo>
                  <a:lnTo>
                    <a:pt x="13513" y="1007"/>
                  </a:lnTo>
                  <a:lnTo>
                    <a:pt x="19918" y="4221"/>
                  </a:lnTo>
                  <a:lnTo>
                    <a:pt x="23453" y="5455"/>
                  </a:lnTo>
                  <a:lnTo>
                    <a:pt x="28897" y="8187"/>
                  </a:lnTo>
                  <a:lnTo>
                    <a:pt x="32213" y="13069"/>
                  </a:lnTo>
                  <a:lnTo>
                    <a:pt x="33122" y="13688"/>
                  </a:lnTo>
                  <a:lnTo>
                    <a:pt x="35505" y="13591"/>
                  </a:lnTo>
                  <a:lnTo>
                    <a:pt x="37068" y="16475"/>
                  </a:lnTo>
                  <a:lnTo>
                    <a:pt x="43282" y="17863"/>
                  </a:lnTo>
                  <a:lnTo>
                    <a:pt x="46599" y="21047"/>
                  </a:lnTo>
                  <a:lnTo>
                    <a:pt x="48482" y="23587"/>
                  </a:lnTo>
                  <a:lnTo>
                    <a:pt x="49610" y="24369"/>
                  </a:lnTo>
                  <a:lnTo>
                    <a:pt x="50608" y="24242"/>
                  </a:lnTo>
                  <a:lnTo>
                    <a:pt x="51958" y="23285"/>
                  </a:lnTo>
                  <a:lnTo>
                    <a:pt x="53657" y="21498"/>
                  </a:lnTo>
                  <a:lnTo>
                    <a:pt x="55509" y="19013"/>
                  </a:lnTo>
                  <a:lnTo>
                    <a:pt x="59350" y="12631"/>
                  </a:lnTo>
                  <a:lnTo>
                    <a:pt x="60708" y="11510"/>
                  </a:lnTo>
                  <a:lnTo>
                    <a:pt x="61595" y="11799"/>
                  </a:lnTo>
                  <a:lnTo>
                    <a:pt x="62675" y="11718"/>
                  </a:lnTo>
                  <a:lnTo>
                    <a:pt x="63125" y="9991"/>
                  </a:lnTo>
                  <a:lnTo>
                    <a:pt x="63693" y="8804"/>
                  </a:lnTo>
                  <a:lnTo>
                    <a:pt x="64050" y="7453"/>
                  </a:lnTo>
                  <a:lnTo>
                    <a:pt x="64634" y="5831"/>
                  </a:lnTo>
                  <a:lnTo>
                    <a:pt x="66631" y="5377"/>
                  </a:lnTo>
                  <a:lnTo>
                    <a:pt x="70634" y="2604"/>
                  </a:lnTo>
                  <a:lnTo>
                    <a:pt x="70187" y="3918"/>
                  </a:lnTo>
                  <a:lnTo>
                    <a:pt x="66540" y="7032"/>
                  </a:lnTo>
                  <a:lnTo>
                    <a:pt x="68101" y="7420"/>
                  </a:lnTo>
                  <a:lnTo>
                    <a:pt x="69701" y="6355"/>
                  </a:lnTo>
                  <a:lnTo>
                    <a:pt x="71522" y="5678"/>
                  </a:lnTo>
                  <a:lnTo>
                    <a:pt x="71853" y="4355"/>
                  </a:lnTo>
                  <a:lnTo>
                    <a:pt x="72092" y="1874"/>
                  </a:lnTo>
                  <a:lnTo>
                    <a:pt x="72444" y="1526"/>
                  </a:lnTo>
                  <a:lnTo>
                    <a:pt x="73705" y="1991"/>
                  </a:lnTo>
                  <a:lnTo>
                    <a:pt x="77457" y="5813"/>
                  </a:lnTo>
                  <a:lnTo>
                    <a:pt x="78390" y="5886"/>
                  </a:lnTo>
                  <a:lnTo>
                    <a:pt x="81032" y="3801"/>
                  </a:lnTo>
                  <a:lnTo>
                    <a:pt x="81597" y="3355"/>
                  </a:lnTo>
                  <a:lnTo>
                    <a:pt x="82452" y="4517"/>
                  </a:lnTo>
                  <a:lnTo>
                    <a:pt x="84402" y="9275"/>
                  </a:lnTo>
                  <a:lnTo>
                    <a:pt x="83722" y="9174"/>
                  </a:lnTo>
                  <a:lnTo>
                    <a:pt x="81633" y="5097"/>
                  </a:lnTo>
                  <a:lnTo>
                    <a:pt x="81448" y="7128"/>
                  </a:lnTo>
                  <a:lnTo>
                    <a:pt x="80258" y="10708"/>
                  </a:lnTo>
                  <a:lnTo>
                    <a:pt x="81745" y="12256"/>
                  </a:lnTo>
                  <a:lnTo>
                    <a:pt x="82954" y="12838"/>
                  </a:lnTo>
                  <a:lnTo>
                    <a:pt x="83603" y="14833"/>
                  </a:lnTo>
                  <a:lnTo>
                    <a:pt x="84013" y="16611"/>
                  </a:lnTo>
                  <a:lnTo>
                    <a:pt x="85203" y="15836"/>
                  </a:lnTo>
                  <a:lnTo>
                    <a:pt x="86058" y="13418"/>
                  </a:lnTo>
                  <a:lnTo>
                    <a:pt x="85615" y="12069"/>
                  </a:lnTo>
                  <a:lnTo>
                    <a:pt x="85313" y="10673"/>
                  </a:lnTo>
                  <a:lnTo>
                    <a:pt x="85703" y="10639"/>
                  </a:lnTo>
                  <a:lnTo>
                    <a:pt x="86532" y="11787"/>
                  </a:lnTo>
                  <a:lnTo>
                    <a:pt x="88908" y="16377"/>
                  </a:lnTo>
                  <a:lnTo>
                    <a:pt x="89709" y="17322"/>
                  </a:lnTo>
                  <a:lnTo>
                    <a:pt x="90631" y="17166"/>
                  </a:lnTo>
                  <a:lnTo>
                    <a:pt x="92561" y="15875"/>
                  </a:lnTo>
                  <a:lnTo>
                    <a:pt x="93095" y="16075"/>
                  </a:lnTo>
                  <a:lnTo>
                    <a:pt x="95688" y="14384"/>
                  </a:lnTo>
                  <a:lnTo>
                    <a:pt x="95993" y="15624"/>
                  </a:lnTo>
                  <a:lnTo>
                    <a:pt x="96420" y="16856"/>
                  </a:lnTo>
                  <a:lnTo>
                    <a:pt x="98505" y="15484"/>
                  </a:lnTo>
                  <a:lnTo>
                    <a:pt x="101782" y="15500"/>
                  </a:lnTo>
                  <a:lnTo>
                    <a:pt x="104462" y="14006"/>
                  </a:lnTo>
                  <a:lnTo>
                    <a:pt x="107570" y="1037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3622148" y="3164553"/>
              <a:ext cx="5317" cy="9221"/>
            </a:xfrm>
            <a:custGeom>
              <a:avLst/>
              <a:pathLst>
                <a:path w="5317" h="9221">
                  <a:moveTo>
                    <a:pt x="2285" y="5710"/>
                  </a:moveTo>
                  <a:lnTo>
                    <a:pt x="2754" y="7283"/>
                  </a:lnTo>
                  <a:lnTo>
                    <a:pt x="3082" y="7128"/>
                  </a:lnTo>
                  <a:lnTo>
                    <a:pt x="3340" y="6605"/>
                  </a:lnTo>
                  <a:lnTo>
                    <a:pt x="3521" y="5494"/>
                  </a:lnTo>
                  <a:lnTo>
                    <a:pt x="5317" y="7688"/>
                  </a:lnTo>
                  <a:lnTo>
                    <a:pt x="5213" y="9146"/>
                  </a:lnTo>
                  <a:lnTo>
                    <a:pt x="4141" y="9221"/>
                  </a:lnTo>
                  <a:lnTo>
                    <a:pt x="2905" y="8606"/>
                  </a:lnTo>
                  <a:lnTo>
                    <a:pt x="1762" y="8819"/>
                  </a:lnTo>
                  <a:lnTo>
                    <a:pt x="400" y="8183"/>
                  </a:lnTo>
                  <a:lnTo>
                    <a:pt x="85" y="5710"/>
                  </a:lnTo>
                  <a:lnTo>
                    <a:pt x="953" y="6908"/>
                  </a:lnTo>
                  <a:lnTo>
                    <a:pt x="1402" y="6605"/>
                  </a:lnTo>
                  <a:lnTo>
                    <a:pt x="1482" y="6287"/>
                  </a:lnTo>
                  <a:lnTo>
                    <a:pt x="867" y="4614"/>
                  </a:lnTo>
                  <a:lnTo>
                    <a:pt x="0" y="4280"/>
                  </a:lnTo>
                  <a:lnTo>
                    <a:pt x="59" y="2964"/>
                  </a:lnTo>
                  <a:lnTo>
                    <a:pt x="448" y="2447"/>
                  </a:lnTo>
                  <a:lnTo>
                    <a:pt x="687" y="1806"/>
                  </a:lnTo>
                  <a:lnTo>
                    <a:pt x="190" y="0"/>
                  </a:lnTo>
                  <a:lnTo>
                    <a:pt x="1165" y="411"/>
                  </a:lnTo>
                  <a:lnTo>
                    <a:pt x="1780" y="1504"/>
                  </a:lnTo>
                  <a:lnTo>
                    <a:pt x="2185" y="278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3622786" y="3158198"/>
              <a:ext cx="1294" cy="3508"/>
            </a:xfrm>
            <a:custGeom>
              <a:avLst/>
              <a:pathLst>
                <a:path w="1294" h="3508">
                  <a:moveTo>
                    <a:pt x="912" y="652"/>
                  </a:moveTo>
                  <a:lnTo>
                    <a:pt x="1294" y="3508"/>
                  </a:lnTo>
                  <a:lnTo>
                    <a:pt x="185" y="2418"/>
                  </a:lnTo>
                  <a:lnTo>
                    <a:pt x="0" y="1826"/>
                  </a:lnTo>
                  <a:lnTo>
                    <a:pt x="487" y="695"/>
                  </a:lnTo>
                  <a:lnTo>
                    <a:pt x="59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3582254" y="3102037"/>
              <a:ext cx="75967" cy="166317"/>
            </a:xfrm>
            <a:custGeom>
              <a:avLst/>
              <a:pathLst>
                <a:path w="75967" h="166317">
                  <a:moveTo>
                    <a:pt x="24785" y="0"/>
                  </a:moveTo>
                  <a:lnTo>
                    <a:pt x="28217" y="17077"/>
                  </a:lnTo>
                  <a:lnTo>
                    <a:pt x="29611" y="27171"/>
                  </a:lnTo>
                  <a:lnTo>
                    <a:pt x="30839" y="37702"/>
                  </a:lnTo>
                  <a:lnTo>
                    <a:pt x="31747" y="53524"/>
                  </a:lnTo>
                  <a:lnTo>
                    <a:pt x="32614" y="61579"/>
                  </a:lnTo>
                  <a:lnTo>
                    <a:pt x="34015" y="65551"/>
                  </a:lnTo>
                  <a:lnTo>
                    <a:pt x="34972" y="73073"/>
                  </a:lnTo>
                  <a:lnTo>
                    <a:pt x="35792" y="73357"/>
                  </a:lnTo>
                  <a:lnTo>
                    <a:pt x="36388" y="75425"/>
                  </a:lnTo>
                  <a:lnTo>
                    <a:pt x="37405" y="82483"/>
                  </a:lnTo>
                  <a:lnTo>
                    <a:pt x="38140" y="85107"/>
                  </a:lnTo>
                  <a:lnTo>
                    <a:pt x="38525" y="82849"/>
                  </a:lnTo>
                  <a:lnTo>
                    <a:pt x="38482" y="81548"/>
                  </a:lnTo>
                  <a:lnTo>
                    <a:pt x="38194" y="79375"/>
                  </a:lnTo>
                  <a:lnTo>
                    <a:pt x="38457" y="76576"/>
                  </a:lnTo>
                  <a:lnTo>
                    <a:pt x="39028" y="74899"/>
                  </a:lnTo>
                  <a:lnTo>
                    <a:pt x="40329" y="77181"/>
                  </a:lnTo>
                  <a:lnTo>
                    <a:pt x="41041" y="78912"/>
                  </a:lnTo>
                  <a:lnTo>
                    <a:pt x="41232" y="82382"/>
                  </a:lnTo>
                  <a:lnTo>
                    <a:pt x="41530" y="84307"/>
                  </a:lnTo>
                  <a:lnTo>
                    <a:pt x="42893" y="88380"/>
                  </a:lnTo>
                  <a:lnTo>
                    <a:pt x="44042" y="89564"/>
                  </a:lnTo>
                  <a:lnTo>
                    <a:pt x="45532" y="89862"/>
                  </a:lnTo>
                  <a:lnTo>
                    <a:pt x="46779" y="90759"/>
                  </a:lnTo>
                  <a:lnTo>
                    <a:pt x="47779" y="92254"/>
                  </a:lnTo>
                  <a:lnTo>
                    <a:pt x="49652" y="96390"/>
                  </a:lnTo>
                  <a:lnTo>
                    <a:pt x="53935" y="100016"/>
                  </a:lnTo>
                  <a:lnTo>
                    <a:pt x="57378" y="111139"/>
                  </a:lnTo>
                  <a:lnTo>
                    <a:pt x="59405" y="118846"/>
                  </a:lnTo>
                  <a:lnTo>
                    <a:pt x="66070" y="130530"/>
                  </a:lnTo>
                  <a:lnTo>
                    <a:pt x="67221" y="136131"/>
                  </a:lnTo>
                  <a:lnTo>
                    <a:pt x="67821" y="141613"/>
                  </a:lnTo>
                  <a:lnTo>
                    <a:pt x="69223" y="141350"/>
                  </a:lnTo>
                  <a:lnTo>
                    <a:pt x="71626" y="147345"/>
                  </a:lnTo>
                  <a:lnTo>
                    <a:pt x="72327" y="151906"/>
                  </a:lnTo>
                  <a:lnTo>
                    <a:pt x="74296" y="153558"/>
                  </a:lnTo>
                  <a:lnTo>
                    <a:pt x="74631" y="150864"/>
                  </a:lnTo>
                  <a:lnTo>
                    <a:pt x="75583" y="153077"/>
                  </a:lnTo>
                  <a:lnTo>
                    <a:pt x="75967" y="156506"/>
                  </a:lnTo>
                  <a:lnTo>
                    <a:pt x="74706" y="157873"/>
                  </a:lnTo>
                  <a:lnTo>
                    <a:pt x="73316" y="159085"/>
                  </a:lnTo>
                  <a:lnTo>
                    <a:pt x="73119" y="159041"/>
                  </a:lnTo>
                  <a:lnTo>
                    <a:pt x="72658" y="160621"/>
                  </a:lnTo>
                  <a:lnTo>
                    <a:pt x="72001" y="164949"/>
                  </a:lnTo>
                  <a:lnTo>
                    <a:pt x="71277" y="166206"/>
                  </a:lnTo>
                  <a:lnTo>
                    <a:pt x="70896" y="166317"/>
                  </a:lnTo>
                  <a:lnTo>
                    <a:pt x="68730" y="162267"/>
                  </a:lnTo>
                  <a:lnTo>
                    <a:pt x="68396" y="162039"/>
                  </a:lnTo>
                  <a:lnTo>
                    <a:pt x="67926" y="162835"/>
                  </a:lnTo>
                  <a:lnTo>
                    <a:pt x="67584" y="163662"/>
                  </a:lnTo>
                  <a:lnTo>
                    <a:pt x="66579" y="160595"/>
                  </a:lnTo>
                  <a:lnTo>
                    <a:pt x="65841" y="157883"/>
                  </a:lnTo>
                  <a:lnTo>
                    <a:pt x="64811" y="154649"/>
                  </a:lnTo>
                  <a:lnTo>
                    <a:pt x="63815" y="153196"/>
                  </a:lnTo>
                  <a:lnTo>
                    <a:pt x="62743" y="151372"/>
                  </a:lnTo>
                  <a:lnTo>
                    <a:pt x="61692" y="147130"/>
                  </a:lnTo>
                  <a:lnTo>
                    <a:pt x="60618" y="142460"/>
                  </a:lnTo>
                  <a:lnTo>
                    <a:pt x="59028" y="138639"/>
                  </a:lnTo>
                  <a:lnTo>
                    <a:pt x="56052" y="133126"/>
                  </a:lnTo>
                  <a:lnTo>
                    <a:pt x="53320" y="126143"/>
                  </a:lnTo>
                  <a:lnTo>
                    <a:pt x="51233" y="118845"/>
                  </a:lnTo>
                  <a:lnTo>
                    <a:pt x="49888" y="115046"/>
                  </a:lnTo>
                  <a:lnTo>
                    <a:pt x="49314" y="114076"/>
                  </a:lnTo>
                  <a:lnTo>
                    <a:pt x="46530" y="111691"/>
                  </a:lnTo>
                  <a:lnTo>
                    <a:pt x="44585" y="108356"/>
                  </a:lnTo>
                  <a:lnTo>
                    <a:pt x="43090" y="105606"/>
                  </a:lnTo>
                  <a:lnTo>
                    <a:pt x="42172" y="104870"/>
                  </a:lnTo>
                  <a:lnTo>
                    <a:pt x="41281" y="104779"/>
                  </a:lnTo>
                  <a:lnTo>
                    <a:pt x="39384" y="105324"/>
                  </a:lnTo>
                  <a:lnTo>
                    <a:pt x="37806" y="103600"/>
                  </a:lnTo>
                  <a:lnTo>
                    <a:pt x="37145" y="103600"/>
                  </a:lnTo>
                  <a:lnTo>
                    <a:pt x="36089" y="103097"/>
                  </a:lnTo>
                  <a:lnTo>
                    <a:pt x="35259" y="102486"/>
                  </a:lnTo>
                  <a:lnTo>
                    <a:pt x="34285" y="103221"/>
                  </a:lnTo>
                  <a:lnTo>
                    <a:pt x="32287" y="104448"/>
                  </a:lnTo>
                  <a:lnTo>
                    <a:pt x="31469" y="104180"/>
                  </a:lnTo>
                  <a:lnTo>
                    <a:pt x="31021" y="102463"/>
                  </a:lnTo>
                  <a:lnTo>
                    <a:pt x="30758" y="101152"/>
                  </a:lnTo>
                  <a:lnTo>
                    <a:pt x="30063" y="99782"/>
                  </a:lnTo>
                  <a:lnTo>
                    <a:pt x="29490" y="99782"/>
                  </a:lnTo>
                  <a:lnTo>
                    <a:pt x="29171" y="101004"/>
                  </a:lnTo>
                  <a:lnTo>
                    <a:pt x="27085" y="104094"/>
                  </a:lnTo>
                  <a:lnTo>
                    <a:pt x="23592" y="105805"/>
                  </a:lnTo>
                  <a:lnTo>
                    <a:pt x="22764" y="105681"/>
                  </a:lnTo>
                  <a:lnTo>
                    <a:pt x="22145" y="104446"/>
                  </a:lnTo>
                  <a:lnTo>
                    <a:pt x="20379" y="99149"/>
                  </a:lnTo>
                  <a:lnTo>
                    <a:pt x="19875" y="98288"/>
                  </a:lnTo>
                  <a:lnTo>
                    <a:pt x="19477" y="98208"/>
                  </a:lnTo>
                  <a:lnTo>
                    <a:pt x="18658" y="97581"/>
                  </a:lnTo>
                  <a:lnTo>
                    <a:pt x="17893" y="96565"/>
                  </a:lnTo>
                  <a:lnTo>
                    <a:pt x="17222" y="94395"/>
                  </a:lnTo>
                  <a:lnTo>
                    <a:pt x="16549" y="93161"/>
                  </a:lnTo>
                  <a:lnTo>
                    <a:pt x="15824" y="97410"/>
                  </a:lnTo>
                  <a:lnTo>
                    <a:pt x="14553" y="104835"/>
                  </a:lnTo>
                  <a:lnTo>
                    <a:pt x="13872" y="108814"/>
                  </a:lnTo>
                  <a:lnTo>
                    <a:pt x="12995" y="113941"/>
                  </a:lnTo>
                  <a:lnTo>
                    <a:pt x="12718" y="114095"/>
                  </a:lnTo>
                  <a:lnTo>
                    <a:pt x="12269" y="113724"/>
                  </a:lnTo>
                  <a:lnTo>
                    <a:pt x="10525" y="107340"/>
                  </a:lnTo>
                  <a:lnTo>
                    <a:pt x="9430" y="104938"/>
                  </a:lnTo>
                  <a:lnTo>
                    <a:pt x="8611" y="105167"/>
                  </a:lnTo>
                  <a:lnTo>
                    <a:pt x="8015" y="106347"/>
                  </a:lnTo>
                  <a:lnTo>
                    <a:pt x="7638" y="108477"/>
                  </a:lnTo>
                  <a:lnTo>
                    <a:pt x="7230" y="109798"/>
                  </a:lnTo>
                  <a:lnTo>
                    <a:pt x="6787" y="110309"/>
                  </a:lnTo>
                  <a:lnTo>
                    <a:pt x="5836" y="110055"/>
                  </a:lnTo>
                  <a:lnTo>
                    <a:pt x="4373" y="109037"/>
                  </a:lnTo>
                  <a:lnTo>
                    <a:pt x="2865" y="109257"/>
                  </a:lnTo>
                  <a:lnTo>
                    <a:pt x="1312" y="110716"/>
                  </a:lnTo>
                  <a:lnTo>
                    <a:pt x="1107" y="110757"/>
                  </a:lnTo>
                  <a:lnTo>
                    <a:pt x="744" y="102261"/>
                  </a:lnTo>
                  <a:lnTo>
                    <a:pt x="500" y="96584"/>
                  </a:lnTo>
                  <a:lnTo>
                    <a:pt x="242" y="90567"/>
                  </a:lnTo>
                  <a:lnTo>
                    <a:pt x="0" y="84894"/>
                  </a:lnTo>
                  <a:lnTo>
                    <a:pt x="1078" y="81405"/>
                  </a:lnTo>
                  <a:lnTo>
                    <a:pt x="1581" y="78097"/>
                  </a:lnTo>
                  <a:lnTo>
                    <a:pt x="2866" y="67333"/>
                  </a:lnTo>
                  <a:lnTo>
                    <a:pt x="3381" y="65191"/>
                  </a:lnTo>
                  <a:lnTo>
                    <a:pt x="4391" y="59427"/>
                  </a:lnTo>
                  <a:lnTo>
                    <a:pt x="4532" y="57762"/>
                  </a:lnTo>
                  <a:lnTo>
                    <a:pt x="5530" y="50496"/>
                  </a:lnTo>
                  <a:lnTo>
                    <a:pt x="5435" y="45669"/>
                  </a:lnTo>
                  <a:lnTo>
                    <a:pt x="5235" y="40790"/>
                  </a:lnTo>
                  <a:lnTo>
                    <a:pt x="5779" y="37902"/>
                  </a:lnTo>
                  <a:lnTo>
                    <a:pt x="6267" y="35591"/>
                  </a:lnTo>
                  <a:lnTo>
                    <a:pt x="6234" y="33642"/>
                  </a:lnTo>
                  <a:lnTo>
                    <a:pt x="6455" y="29091"/>
                  </a:lnTo>
                  <a:lnTo>
                    <a:pt x="6611" y="27959"/>
                  </a:lnTo>
                  <a:lnTo>
                    <a:pt x="7208" y="27888"/>
                  </a:lnTo>
                  <a:lnTo>
                    <a:pt x="8434" y="28475"/>
                  </a:lnTo>
                  <a:lnTo>
                    <a:pt x="9334" y="28018"/>
                  </a:lnTo>
                  <a:lnTo>
                    <a:pt x="10375" y="28012"/>
                  </a:lnTo>
                  <a:lnTo>
                    <a:pt x="11176" y="27875"/>
                  </a:lnTo>
                  <a:lnTo>
                    <a:pt x="11652" y="26487"/>
                  </a:lnTo>
                  <a:lnTo>
                    <a:pt x="12302" y="21185"/>
                  </a:lnTo>
                  <a:lnTo>
                    <a:pt x="12726" y="20121"/>
                  </a:lnTo>
                  <a:lnTo>
                    <a:pt x="13049" y="19799"/>
                  </a:lnTo>
                  <a:lnTo>
                    <a:pt x="13966" y="18817"/>
                  </a:lnTo>
                  <a:lnTo>
                    <a:pt x="14753" y="17273"/>
                  </a:lnTo>
                  <a:lnTo>
                    <a:pt x="15394" y="16165"/>
                  </a:lnTo>
                  <a:lnTo>
                    <a:pt x="15631" y="15943"/>
                  </a:lnTo>
                  <a:lnTo>
                    <a:pt x="16309" y="15803"/>
                  </a:lnTo>
                  <a:lnTo>
                    <a:pt x="16985" y="15151"/>
                  </a:lnTo>
                  <a:lnTo>
                    <a:pt x="17298" y="14402"/>
                  </a:lnTo>
                  <a:lnTo>
                    <a:pt x="18152" y="13807"/>
                  </a:lnTo>
                  <a:lnTo>
                    <a:pt x="18988" y="14142"/>
                  </a:lnTo>
                  <a:lnTo>
                    <a:pt x="19551" y="13490"/>
                  </a:lnTo>
                  <a:lnTo>
                    <a:pt x="19926" y="13067"/>
                  </a:lnTo>
                  <a:lnTo>
                    <a:pt x="20352" y="13034"/>
                  </a:lnTo>
                  <a:lnTo>
                    <a:pt x="20743" y="12419"/>
                  </a:lnTo>
                  <a:lnTo>
                    <a:pt x="20900" y="11476"/>
                  </a:lnTo>
                  <a:lnTo>
                    <a:pt x="21156" y="10876"/>
                  </a:lnTo>
                  <a:lnTo>
                    <a:pt x="21809" y="9499"/>
                  </a:lnTo>
                  <a:lnTo>
                    <a:pt x="22108" y="8502"/>
                  </a:lnTo>
                  <a:lnTo>
                    <a:pt x="22242" y="7499"/>
                  </a:lnTo>
                  <a:lnTo>
                    <a:pt x="22374" y="6699"/>
                  </a:lnTo>
                  <a:lnTo>
                    <a:pt x="22662" y="5352"/>
                  </a:lnTo>
                  <a:lnTo>
                    <a:pt x="23802" y="196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2962390" y="2811125"/>
              <a:ext cx="3095" cy="6020"/>
            </a:xfrm>
            <a:custGeom>
              <a:avLst/>
              <a:pathLst>
                <a:path w="3095" h="6020">
                  <a:moveTo>
                    <a:pt x="3095" y="1198"/>
                  </a:moveTo>
                  <a:lnTo>
                    <a:pt x="1996" y="6020"/>
                  </a:lnTo>
                  <a:lnTo>
                    <a:pt x="612" y="4215"/>
                  </a:lnTo>
                  <a:lnTo>
                    <a:pt x="279" y="3611"/>
                  </a:lnTo>
                  <a:lnTo>
                    <a:pt x="0" y="2620"/>
                  </a:lnTo>
                  <a:lnTo>
                    <a:pt x="1330" y="2423"/>
                  </a:lnTo>
                  <a:lnTo>
                    <a:pt x="2680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2989088" y="2801989"/>
              <a:ext cx="4841" cy="12184"/>
            </a:xfrm>
            <a:custGeom>
              <a:avLst/>
              <a:pathLst>
                <a:path w="4841" h="12184">
                  <a:moveTo>
                    <a:pt x="4643" y="353"/>
                  </a:moveTo>
                  <a:lnTo>
                    <a:pt x="4573" y="2624"/>
                  </a:lnTo>
                  <a:lnTo>
                    <a:pt x="4841" y="4920"/>
                  </a:lnTo>
                  <a:lnTo>
                    <a:pt x="4772" y="8410"/>
                  </a:lnTo>
                  <a:lnTo>
                    <a:pt x="4232" y="10301"/>
                  </a:lnTo>
                  <a:lnTo>
                    <a:pt x="2839" y="12184"/>
                  </a:lnTo>
                  <a:lnTo>
                    <a:pt x="1745" y="11846"/>
                  </a:lnTo>
                  <a:lnTo>
                    <a:pt x="1126" y="11088"/>
                  </a:lnTo>
                  <a:lnTo>
                    <a:pt x="24" y="8030"/>
                  </a:lnTo>
                  <a:lnTo>
                    <a:pt x="0" y="4870"/>
                  </a:lnTo>
                  <a:lnTo>
                    <a:pt x="1005" y="2812"/>
                  </a:lnTo>
                  <a:lnTo>
                    <a:pt x="1438" y="155"/>
                  </a:lnTo>
                  <a:lnTo>
                    <a:pt x="4050" y="662"/>
                  </a:lnTo>
                  <a:lnTo>
                    <a:pt x="4278" y="150"/>
                  </a:lnTo>
                  <a:lnTo>
                    <a:pt x="4473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2971879" y="2800693"/>
              <a:ext cx="2541" cy="5603"/>
            </a:xfrm>
            <a:custGeom>
              <a:avLst/>
              <a:pathLst>
                <a:path w="2541" h="5603">
                  <a:moveTo>
                    <a:pt x="1592" y="5354"/>
                  </a:moveTo>
                  <a:lnTo>
                    <a:pt x="1130" y="5603"/>
                  </a:lnTo>
                  <a:lnTo>
                    <a:pt x="578" y="4872"/>
                  </a:lnTo>
                  <a:lnTo>
                    <a:pt x="0" y="2526"/>
                  </a:lnTo>
                  <a:lnTo>
                    <a:pt x="392" y="793"/>
                  </a:lnTo>
                  <a:lnTo>
                    <a:pt x="752" y="0"/>
                  </a:lnTo>
                  <a:lnTo>
                    <a:pt x="1255" y="115"/>
                  </a:lnTo>
                  <a:lnTo>
                    <a:pt x="2217" y="1395"/>
                  </a:lnTo>
                  <a:lnTo>
                    <a:pt x="2511" y="2719"/>
                  </a:lnTo>
                  <a:lnTo>
                    <a:pt x="2541" y="35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2976644" y="2789677"/>
              <a:ext cx="8927" cy="16807"/>
            </a:xfrm>
            <a:custGeom>
              <a:avLst/>
              <a:pathLst>
                <a:path w="8927" h="16807">
                  <a:moveTo>
                    <a:pt x="6482" y="5792"/>
                  </a:moveTo>
                  <a:lnTo>
                    <a:pt x="5531" y="12545"/>
                  </a:lnTo>
                  <a:lnTo>
                    <a:pt x="4645" y="15190"/>
                  </a:lnTo>
                  <a:lnTo>
                    <a:pt x="4116" y="16071"/>
                  </a:lnTo>
                  <a:lnTo>
                    <a:pt x="2808" y="16807"/>
                  </a:lnTo>
                  <a:lnTo>
                    <a:pt x="1255" y="12611"/>
                  </a:lnTo>
                  <a:lnTo>
                    <a:pt x="446" y="8354"/>
                  </a:lnTo>
                  <a:lnTo>
                    <a:pt x="0" y="6984"/>
                  </a:lnTo>
                  <a:lnTo>
                    <a:pt x="706" y="5905"/>
                  </a:lnTo>
                  <a:lnTo>
                    <a:pt x="1740" y="6091"/>
                  </a:lnTo>
                  <a:lnTo>
                    <a:pt x="3957" y="5185"/>
                  </a:lnTo>
                  <a:lnTo>
                    <a:pt x="4404" y="4824"/>
                  </a:lnTo>
                  <a:lnTo>
                    <a:pt x="6658" y="525"/>
                  </a:lnTo>
                  <a:lnTo>
                    <a:pt x="8876" y="0"/>
                  </a:lnTo>
                  <a:lnTo>
                    <a:pt x="8927" y="14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3004051" y="2784692"/>
              <a:ext cx="7547" cy="20349"/>
            </a:xfrm>
            <a:custGeom>
              <a:avLst/>
              <a:pathLst>
                <a:path w="7547" h="20349">
                  <a:moveTo>
                    <a:pt x="3350" y="17002"/>
                  </a:moveTo>
                  <a:lnTo>
                    <a:pt x="1807" y="20349"/>
                  </a:lnTo>
                  <a:lnTo>
                    <a:pt x="263" y="19570"/>
                  </a:lnTo>
                  <a:lnTo>
                    <a:pt x="0" y="19022"/>
                  </a:lnTo>
                  <a:lnTo>
                    <a:pt x="1546" y="18172"/>
                  </a:lnTo>
                  <a:lnTo>
                    <a:pt x="2950" y="15627"/>
                  </a:lnTo>
                  <a:lnTo>
                    <a:pt x="3851" y="9988"/>
                  </a:lnTo>
                  <a:lnTo>
                    <a:pt x="5262" y="3759"/>
                  </a:lnTo>
                  <a:lnTo>
                    <a:pt x="5546" y="1122"/>
                  </a:lnTo>
                  <a:lnTo>
                    <a:pt x="6105" y="95"/>
                  </a:lnTo>
                  <a:lnTo>
                    <a:pt x="6875" y="0"/>
                  </a:lnTo>
                  <a:lnTo>
                    <a:pt x="7205" y="196"/>
                  </a:lnTo>
                  <a:lnTo>
                    <a:pt x="7547" y="1579"/>
                  </a:lnTo>
                  <a:lnTo>
                    <a:pt x="7542" y="4713"/>
                  </a:lnTo>
                  <a:lnTo>
                    <a:pt x="7140" y="9909"/>
                  </a:lnTo>
                  <a:lnTo>
                    <a:pt x="6401" y="1451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2964205" y="2781675"/>
              <a:ext cx="3113" cy="10669"/>
            </a:xfrm>
            <a:custGeom>
              <a:avLst/>
              <a:pathLst>
                <a:path w="3113" h="10669">
                  <a:moveTo>
                    <a:pt x="1890" y="10447"/>
                  </a:moveTo>
                  <a:lnTo>
                    <a:pt x="1605" y="10669"/>
                  </a:lnTo>
                  <a:lnTo>
                    <a:pt x="1347" y="8338"/>
                  </a:lnTo>
                  <a:lnTo>
                    <a:pt x="0" y="2615"/>
                  </a:lnTo>
                  <a:lnTo>
                    <a:pt x="817" y="65"/>
                  </a:lnTo>
                  <a:lnTo>
                    <a:pt x="2307" y="0"/>
                  </a:lnTo>
                  <a:lnTo>
                    <a:pt x="2909" y="1779"/>
                  </a:lnTo>
                  <a:lnTo>
                    <a:pt x="3113" y="3614"/>
                  </a:lnTo>
                  <a:lnTo>
                    <a:pt x="2829" y="4674"/>
                  </a:lnTo>
                  <a:lnTo>
                    <a:pt x="2911" y="6818"/>
                  </a:lnTo>
                  <a:lnTo>
                    <a:pt x="2756" y="820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3011226" y="2770138"/>
              <a:ext cx="4961" cy="11575"/>
            </a:xfrm>
            <a:custGeom>
              <a:avLst/>
              <a:pathLst>
                <a:path w="4961" h="11575">
                  <a:moveTo>
                    <a:pt x="1634" y="9632"/>
                  </a:moveTo>
                  <a:lnTo>
                    <a:pt x="862" y="11575"/>
                  </a:lnTo>
                  <a:lnTo>
                    <a:pt x="0" y="10877"/>
                  </a:lnTo>
                  <a:lnTo>
                    <a:pt x="411" y="6615"/>
                  </a:lnTo>
                  <a:lnTo>
                    <a:pt x="814" y="5351"/>
                  </a:lnTo>
                  <a:lnTo>
                    <a:pt x="2382" y="3493"/>
                  </a:lnTo>
                  <a:lnTo>
                    <a:pt x="3688" y="2745"/>
                  </a:lnTo>
                  <a:lnTo>
                    <a:pt x="4070" y="767"/>
                  </a:lnTo>
                  <a:lnTo>
                    <a:pt x="4500" y="0"/>
                  </a:lnTo>
                  <a:lnTo>
                    <a:pt x="4961" y="1173"/>
                  </a:lnTo>
                  <a:lnTo>
                    <a:pt x="4612" y="2536"/>
                  </a:lnTo>
                  <a:lnTo>
                    <a:pt x="4337" y="6814"/>
                  </a:lnTo>
                  <a:lnTo>
                    <a:pt x="3465" y="818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3184531" y="2488506"/>
              <a:ext cx="2180" cy="3231"/>
            </a:xfrm>
            <a:custGeom>
              <a:avLst/>
              <a:pathLst>
                <a:path w="2180" h="3231">
                  <a:moveTo>
                    <a:pt x="2180" y="2840"/>
                  </a:moveTo>
                  <a:lnTo>
                    <a:pt x="1921" y="3231"/>
                  </a:lnTo>
                  <a:lnTo>
                    <a:pt x="1169" y="2872"/>
                  </a:lnTo>
                  <a:lnTo>
                    <a:pt x="43" y="2872"/>
                  </a:lnTo>
                  <a:lnTo>
                    <a:pt x="0" y="1677"/>
                  </a:lnTo>
                  <a:lnTo>
                    <a:pt x="172" y="844"/>
                  </a:lnTo>
                  <a:lnTo>
                    <a:pt x="390" y="0"/>
                  </a:lnTo>
                  <a:lnTo>
                    <a:pt x="1077" y="1663"/>
                  </a:lnTo>
                  <a:lnTo>
                    <a:pt x="2165" y="19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3182503" y="2478080"/>
              <a:ext cx="4545" cy="7794"/>
            </a:xfrm>
            <a:custGeom>
              <a:avLst/>
              <a:pathLst>
                <a:path w="4545" h="7794">
                  <a:moveTo>
                    <a:pt x="2519" y="5979"/>
                  </a:moveTo>
                  <a:lnTo>
                    <a:pt x="2108" y="7794"/>
                  </a:lnTo>
                  <a:lnTo>
                    <a:pt x="381" y="7152"/>
                  </a:lnTo>
                  <a:lnTo>
                    <a:pt x="0" y="6417"/>
                  </a:lnTo>
                  <a:lnTo>
                    <a:pt x="373" y="4363"/>
                  </a:lnTo>
                  <a:lnTo>
                    <a:pt x="868" y="4116"/>
                  </a:lnTo>
                  <a:lnTo>
                    <a:pt x="899" y="2656"/>
                  </a:lnTo>
                  <a:lnTo>
                    <a:pt x="1422" y="1188"/>
                  </a:lnTo>
                  <a:lnTo>
                    <a:pt x="3873" y="0"/>
                  </a:lnTo>
                  <a:lnTo>
                    <a:pt x="4426" y="994"/>
                  </a:lnTo>
                  <a:lnTo>
                    <a:pt x="4545" y="2429"/>
                  </a:lnTo>
                  <a:lnTo>
                    <a:pt x="3079" y="55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3195524" y="2452980"/>
              <a:ext cx="12397" cy="19775"/>
            </a:xfrm>
            <a:custGeom>
              <a:avLst/>
              <a:pathLst>
                <a:path w="12397" h="19775">
                  <a:moveTo>
                    <a:pt x="8803" y="5331"/>
                  </a:moveTo>
                  <a:lnTo>
                    <a:pt x="9891" y="6318"/>
                  </a:lnTo>
                  <a:lnTo>
                    <a:pt x="11039" y="5430"/>
                  </a:lnTo>
                  <a:lnTo>
                    <a:pt x="11649" y="5709"/>
                  </a:lnTo>
                  <a:lnTo>
                    <a:pt x="12251" y="6183"/>
                  </a:lnTo>
                  <a:lnTo>
                    <a:pt x="12397" y="8059"/>
                  </a:lnTo>
                  <a:lnTo>
                    <a:pt x="11862" y="10145"/>
                  </a:lnTo>
                  <a:lnTo>
                    <a:pt x="11113" y="12258"/>
                  </a:lnTo>
                  <a:lnTo>
                    <a:pt x="10480" y="14581"/>
                  </a:lnTo>
                  <a:lnTo>
                    <a:pt x="9932" y="17253"/>
                  </a:lnTo>
                  <a:lnTo>
                    <a:pt x="8909" y="18830"/>
                  </a:lnTo>
                  <a:lnTo>
                    <a:pt x="7980" y="19775"/>
                  </a:lnTo>
                  <a:lnTo>
                    <a:pt x="6019" y="17792"/>
                  </a:lnTo>
                  <a:lnTo>
                    <a:pt x="4880" y="17299"/>
                  </a:lnTo>
                  <a:lnTo>
                    <a:pt x="4539" y="16555"/>
                  </a:lnTo>
                  <a:lnTo>
                    <a:pt x="4269" y="13600"/>
                  </a:lnTo>
                  <a:lnTo>
                    <a:pt x="3753" y="12657"/>
                  </a:lnTo>
                  <a:lnTo>
                    <a:pt x="2998" y="12242"/>
                  </a:lnTo>
                  <a:lnTo>
                    <a:pt x="2337" y="12997"/>
                  </a:lnTo>
                  <a:lnTo>
                    <a:pt x="1470" y="14556"/>
                  </a:lnTo>
                  <a:lnTo>
                    <a:pt x="1008" y="13002"/>
                  </a:lnTo>
                  <a:lnTo>
                    <a:pt x="276" y="12709"/>
                  </a:lnTo>
                  <a:lnTo>
                    <a:pt x="0" y="11773"/>
                  </a:lnTo>
                  <a:lnTo>
                    <a:pt x="14" y="10561"/>
                  </a:lnTo>
                  <a:lnTo>
                    <a:pt x="4711" y="3418"/>
                  </a:lnTo>
                  <a:lnTo>
                    <a:pt x="6072" y="1838"/>
                  </a:lnTo>
                  <a:lnTo>
                    <a:pt x="8955" y="0"/>
                  </a:lnTo>
                  <a:lnTo>
                    <a:pt x="9397" y="278"/>
                  </a:lnTo>
                  <a:lnTo>
                    <a:pt x="9021" y="1367"/>
                  </a:lnTo>
                  <a:lnTo>
                    <a:pt x="9049" y="1855"/>
                  </a:lnTo>
                  <a:lnTo>
                    <a:pt x="9409" y="2383"/>
                  </a:lnTo>
                  <a:lnTo>
                    <a:pt x="9321" y="3224"/>
                  </a:lnTo>
                  <a:lnTo>
                    <a:pt x="8955" y="39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3212247" y="2449889"/>
              <a:ext cx="5443" cy="7234"/>
            </a:xfrm>
            <a:custGeom>
              <a:avLst/>
              <a:pathLst>
                <a:path w="5443" h="7234">
                  <a:moveTo>
                    <a:pt x="5121" y="6892"/>
                  </a:moveTo>
                  <a:lnTo>
                    <a:pt x="4912" y="7234"/>
                  </a:lnTo>
                  <a:lnTo>
                    <a:pt x="1419" y="3819"/>
                  </a:lnTo>
                  <a:lnTo>
                    <a:pt x="278" y="3438"/>
                  </a:lnTo>
                  <a:lnTo>
                    <a:pt x="0" y="2917"/>
                  </a:lnTo>
                  <a:lnTo>
                    <a:pt x="31" y="1141"/>
                  </a:lnTo>
                  <a:lnTo>
                    <a:pt x="121" y="356"/>
                  </a:lnTo>
                  <a:lnTo>
                    <a:pt x="2458" y="0"/>
                  </a:lnTo>
                  <a:lnTo>
                    <a:pt x="4350" y="1262"/>
                  </a:lnTo>
                  <a:lnTo>
                    <a:pt x="5365" y="4664"/>
                  </a:lnTo>
                  <a:lnTo>
                    <a:pt x="5443" y="52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3063737" y="2340869"/>
              <a:ext cx="142424" cy="228668"/>
            </a:xfrm>
            <a:custGeom>
              <a:avLst/>
              <a:pathLst>
                <a:path w="142424" h="228668">
                  <a:moveTo>
                    <a:pt x="84502" y="10555"/>
                  </a:moveTo>
                  <a:lnTo>
                    <a:pt x="84517" y="11582"/>
                  </a:lnTo>
                  <a:lnTo>
                    <a:pt x="84965" y="12996"/>
                  </a:lnTo>
                  <a:lnTo>
                    <a:pt x="85424" y="13519"/>
                  </a:lnTo>
                  <a:lnTo>
                    <a:pt x="86397" y="14244"/>
                  </a:lnTo>
                  <a:lnTo>
                    <a:pt x="87143" y="14341"/>
                  </a:lnTo>
                  <a:lnTo>
                    <a:pt x="88162" y="14682"/>
                  </a:lnTo>
                  <a:lnTo>
                    <a:pt x="88855" y="15497"/>
                  </a:lnTo>
                  <a:lnTo>
                    <a:pt x="88894" y="16767"/>
                  </a:lnTo>
                  <a:lnTo>
                    <a:pt x="88720" y="18185"/>
                  </a:lnTo>
                  <a:lnTo>
                    <a:pt x="88302" y="19489"/>
                  </a:lnTo>
                  <a:lnTo>
                    <a:pt x="88063" y="20489"/>
                  </a:lnTo>
                  <a:lnTo>
                    <a:pt x="88286" y="21062"/>
                  </a:lnTo>
                  <a:lnTo>
                    <a:pt x="88650" y="21505"/>
                  </a:lnTo>
                  <a:lnTo>
                    <a:pt x="89044" y="21627"/>
                  </a:lnTo>
                  <a:lnTo>
                    <a:pt x="89312" y="21480"/>
                  </a:lnTo>
                  <a:lnTo>
                    <a:pt x="89514" y="20692"/>
                  </a:lnTo>
                  <a:lnTo>
                    <a:pt x="89898" y="19726"/>
                  </a:lnTo>
                  <a:lnTo>
                    <a:pt x="90112" y="19607"/>
                  </a:lnTo>
                  <a:lnTo>
                    <a:pt x="90095" y="20154"/>
                  </a:lnTo>
                  <a:lnTo>
                    <a:pt x="90278" y="20829"/>
                  </a:lnTo>
                  <a:lnTo>
                    <a:pt x="91527" y="21967"/>
                  </a:lnTo>
                  <a:lnTo>
                    <a:pt x="94270" y="24083"/>
                  </a:lnTo>
                  <a:lnTo>
                    <a:pt x="95345" y="24122"/>
                  </a:lnTo>
                  <a:lnTo>
                    <a:pt x="96214" y="24370"/>
                  </a:lnTo>
                  <a:lnTo>
                    <a:pt x="96469" y="25265"/>
                  </a:lnTo>
                  <a:lnTo>
                    <a:pt x="98215" y="28531"/>
                  </a:lnTo>
                  <a:lnTo>
                    <a:pt x="98631" y="28442"/>
                  </a:lnTo>
                  <a:lnTo>
                    <a:pt x="99411" y="28521"/>
                  </a:lnTo>
                  <a:lnTo>
                    <a:pt x="100350" y="28262"/>
                  </a:lnTo>
                  <a:lnTo>
                    <a:pt x="101030" y="27650"/>
                  </a:lnTo>
                  <a:lnTo>
                    <a:pt x="101476" y="27752"/>
                  </a:lnTo>
                  <a:lnTo>
                    <a:pt x="101967" y="28384"/>
                  </a:lnTo>
                  <a:lnTo>
                    <a:pt x="102543" y="28935"/>
                  </a:lnTo>
                  <a:lnTo>
                    <a:pt x="103284" y="30010"/>
                  </a:lnTo>
                  <a:lnTo>
                    <a:pt x="103949" y="31342"/>
                  </a:lnTo>
                  <a:lnTo>
                    <a:pt x="104407" y="31778"/>
                  </a:lnTo>
                  <a:lnTo>
                    <a:pt x="104874" y="31626"/>
                  </a:lnTo>
                  <a:lnTo>
                    <a:pt x="107161" y="30885"/>
                  </a:lnTo>
                  <a:lnTo>
                    <a:pt x="107775" y="31665"/>
                  </a:lnTo>
                  <a:lnTo>
                    <a:pt x="108427" y="31655"/>
                  </a:lnTo>
                  <a:lnTo>
                    <a:pt x="109158" y="31452"/>
                  </a:lnTo>
                  <a:lnTo>
                    <a:pt x="110753" y="31861"/>
                  </a:lnTo>
                  <a:lnTo>
                    <a:pt x="112047" y="31763"/>
                  </a:lnTo>
                  <a:lnTo>
                    <a:pt x="112165" y="31437"/>
                  </a:lnTo>
                  <a:lnTo>
                    <a:pt x="112275" y="28488"/>
                  </a:lnTo>
                  <a:lnTo>
                    <a:pt x="112481" y="27445"/>
                  </a:lnTo>
                  <a:lnTo>
                    <a:pt x="112788" y="27168"/>
                  </a:lnTo>
                  <a:lnTo>
                    <a:pt x="113555" y="27377"/>
                  </a:lnTo>
                  <a:lnTo>
                    <a:pt x="116344" y="29123"/>
                  </a:lnTo>
                  <a:lnTo>
                    <a:pt x="117492" y="30214"/>
                  </a:lnTo>
                  <a:lnTo>
                    <a:pt x="118595" y="31068"/>
                  </a:lnTo>
                  <a:lnTo>
                    <a:pt x="119560" y="31162"/>
                  </a:lnTo>
                  <a:lnTo>
                    <a:pt x="120198" y="31731"/>
                  </a:lnTo>
                  <a:lnTo>
                    <a:pt x="121094" y="34532"/>
                  </a:lnTo>
                  <a:lnTo>
                    <a:pt x="120941" y="35936"/>
                  </a:lnTo>
                  <a:lnTo>
                    <a:pt x="121022" y="36455"/>
                  </a:lnTo>
                  <a:lnTo>
                    <a:pt x="121116" y="37429"/>
                  </a:lnTo>
                  <a:lnTo>
                    <a:pt x="121091" y="38508"/>
                  </a:lnTo>
                  <a:lnTo>
                    <a:pt x="121327" y="39214"/>
                  </a:lnTo>
                  <a:lnTo>
                    <a:pt x="121751" y="39302"/>
                  </a:lnTo>
                  <a:lnTo>
                    <a:pt x="122295" y="39088"/>
                  </a:lnTo>
                  <a:lnTo>
                    <a:pt x="122889" y="38667"/>
                  </a:lnTo>
                  <a:lnTo>
                    <a:pt x="123935" y="37464"/>
                  </a:lnTo>
                  <a:lnTo>
                    <a:pt x="124248" y="37268"/>
                  </a:lnTo>
                  <a:lnTo>
                    <a:pt x="125993" y="38634"/>
                  </a:lnTo>
                  <a:lnTo>
                    <a:pt x="126767" y="39543"/>
                  </a:lnTo>
                  <a:lnTo>
                    <a:pt x="127034" y="40534"/>
                  </a:lnTo>
                  <a:lnTo>
                    <a:pt x="127432" y="41547"/>
                  </a:lnTo>
                  <a:lnTo>
                    <a:pt x="127957" y="41694"/>
                  </a:lnTo>
                  <a:lnTo>
                    <a:pt x="128702" y="40732"/>
                  </a:lnTo>
                  <a:lnTo>
                    <a:pt x="129861" y="39702"/>
                  </a:lnTo>
                  <a:lnTo>
                    <a:pt x="131837" y="40608"/>
                  </a:lnTo>
                  <a:lnTo>
                    <a:pt x="134035" y="41922"/>
                  </a:lnTo>
                  <a:lnTo>
                    <a:pt x="134985" y="42079"/>
                  </a:lnTo>
                  <a:lnTo>
                    <a:pt x="135021" y="41440"/>
                  </a:lnTo>
                  <a:lnTo>
                    <a:pt x="135194" y="40527"/>
                  </a:lnTo>
                  <a:lnTo>
                    <a:pt x="135555" y="40070"/>
                  </a:lnTo>
                  <a:lnTo>
                    <a:pt x="136095" y="39935"/>
                  </a:lnTo>
                  <a:lnTo>
                    <a:pt x="136847" y="39456"/>
                  </a:lnTo>
                  <a:lnTo>
                    <a:pt x="137708" y="38664"/>
                  </a:lnTo>
                  <a:lnTo>
                    <a:pt x="138600" y="38334"/>
                  </a:lnTo>
                  <a:lnTo>
                    <a:pt x="139539" y="38925"/>
                  </a:lnTo>
                  <a:lnTo>
                    <a:pt x="140669" y="39404"/>
                  </a:lnTo>
                  <a:lnTo>
                    <a:pt x="141342" y="39400"/>
                  </a:lnTo>
                  <a:lnTo>
                    <a:pt x="141664" y="41270"/>
                  </a:lnTo>
                  <a:lnTo>
                    <a:pt x="142210" y="41984"/>
                  </a:lnTo>
                  <a:lnTo>
                    <a:pt x="142424" y="43602"/>
                  </a:lnTo>
                  <a:lnTo>
                    <a:pt x="141424" y="44447"/>
                  </a:lnTo>
                  <a:lnTo>
                    <a:pt x="140830" y="44561"/>
                  </a:lnTo>
                  <a:lnTo>
                    <a:pt x="140649" y="47340"/>
                  </a:lnTo>
                  <a:lnTo>
                    <a:pt x="140930" y="48122"/>
                  </a:lnTo>
                  <a:lnTo>
                    <a:pt x="141491" y="48856"/>
                  </a:lnTo>
                  <a:lnTo>
                    <a:pt x="141644" y="49711"/>
                  </a:lnTo>
                  <a:lnTo>
                    <a:pt x="141758" y="53788"/>
                  </a:lnTo>
                  <a:lnTo>
                    <a:pt x="140609" y="56247"/>
                  </a:lnTo>
                  <a:lnTo>
                    <a:pt x="138996" y="59012"/>
                  </a:lnTo>
                  <a:lnTo>
                    <a:pt x="131116" y="67904"/>
                  </a:lnTo>
                  <a:lnTo>
                    <a:pt x="129239" y="72211"/>
                  </a:lnTo>
                  <a:lnTo>
                    <a:pt x="128524" y="73197"/>
                  </a:lnTo>
                  <a:lnTo>
                    <a:pt x="122664" y="75909"/>
                  </a:lnTo>
                  <a:lnTo>
                    <a:pt x="118568" y="78806"/>
                  </a:lnTo>
                  <a:lnTo>
                    <a:pt x="116604" y="79856"/>
                  </a:lnTo>
                  <a:lnTo>
                    <a:pt x="114151" y="84892"/>
                  </a:lnTo>
                  <a:lnTo>
                    <a:pt x="112990" y="86924"/>
                  </a:lnTo>
                  <a:lnTo>
                    <a:pt x="113914" y="87487"/>
                  </a:lnTo>
                  <a:lnTo>
                    <a:pt x="114993" y="89893"/>
                  </a:lnTo>
                  <a:lnTo>
                    <a:pt x="114631" y="90961"/>
                  </a:lnTo>
                  <a:lnTo>
                    <a:pt x="113057" y="92609"/>
                  </a:lnTo>
                  <a:lnTo>
                    <a:pt x="112370" y="93115"/>
                  </a:lnTo>
                  <a:lnTo>
                    <a:pt x="111996" y="92852"/>
                  </a:lnTo>
                  <a:lnTo>
                    <a:pt x="111643" y="93080"/>
                  </a:lnTo>
                  <a:lnTo>
                    <a:pt x="109004" y="101811"/>
                  </a:lnTo>
                  <a:lnTo>
                    <a:pt x="106673" y="108089"/>
                  </a:lnTo>
                  <a:lnTo>
                    <a:pt x="105364" y="110826"/>
                  </a:lnTo>
                  <a:lnTo>
                    <a:pt x="104874" y="112312"/>
                  </a:lnTo>
                  <a:lnTo>
                    <a:pt x="104021" y="114905"/>
                  </a:lnTo>
                  <a:lnTo>
                    <a:pt x="101161" y="125426"/>
                  </a:lnTo>
                  <a:lnTo>
                    <a:pt x="101139" y="128463"/>
                  </a:lnTo>
                  <a:lnTo>
                    <a:pt x="102547" y="138938"/>
                  </a:lnTo>
                  <a:lnTo>
                    <a:pt x="103355" y="141689"/>
                  </a:lnTo>
                  <a:lnTo>
                    <a:pt x="104487" y="144002"/>
                  </a:lnTo>
                  <a:lnTo>
                    <a:pt x="104874" y="144357"/>
                  </a:lnTo>
                  <a:lnTo>
                    <a:pt x="106633" y="145968"/>
                  </a:lnTo>
                  <a:lnTo>
                    <a:pt x="107163" y="147903"/>
                  </a:lnTo>
                  <a:lnTo>
                    <a:pt x="106423" y="149747"/>
                  </a:lnTo>
                  <a:lnTo>
                    <a:pt x="104874" y="152114"/>
                  </a:lnTo>
                  <a:lnTo>
                    <a:pt x="104276" y="153030"/>
                  </a:lnTo>
                  <a:lnTo>
                    <a:pt x="100545" y="157464"/>
                  </a:lnTo>
                  <a:lnTo>
                    <a:pt x="98961" y="160961"/>
                  </a:lnTo>
                  <a:lnTo>
                    <a:pt x="98621" y="164334"/>
                  </a:lnTo>
                  <a:lnTo>
                    <a:pt x="97530" y="165849"/>
                  </a:lnTo>
                  <a:lnTo>
                    <a:pt x="97116" y="170572"/>
                  </a:lnTo>
                  <a:lnTo>
                    <a:pt x="96454" y="173701"/>
                  </a:lnTo>
                  <a:lnTo>
                    <a:pt x="96327" y="174762"/>
                  </a:lnTo>
                  <a:lnTo>
                    <a:pt x="95624" y="177135"/>
                  </a:lnTo>
                  <a:lnTo>
                    <a:pt x="95528" y="178858"/>
                  </a:lnTo>
                  <a:lnTo>
                    <a:pt x="96681" y="181238"/>
                  </a:lnTo>
                  <a:lnTo>
                    <a:pt x="96109" y="182267"/>
                  </a:lnTo>
                  <a:lnTo>
                    <a:pt x="95538" y="182724"/>
                  </a:lnTo>
                  <a:lnTo>
                    <a:pt x="94222" y="183003"/>
                  </a:lnTo>
                  <a:lnTo>
                    <a:pt x="89800" y="183304"/>
                  </a:lnTo>
                  <a:lnTo>
                    <a:pt x="86241" y="188451"/>
                  </a:lnTo>
                  <a:lnTo>
                    <a:pt x="84462" y="193005"/>
                  </a:lnTo>
                  <a:lnTo>
                    <a:pt x="82853" y="201486"/>
                  </a:lnTo>
                  <a:lnTo>
                    <a:pt x="80897" y="206485"/>
                  </a:lnTo>
                  <a:lnTo>
                    <a:pt x="80032" y="207407"/>
                  </a:lnTo>
                  <a:lnTo>
                    <a:pt x="78694" y="205209"/>
                  </a:lnTo>
                  <a:lnTo>
                    <a:pt x="77021" y="204875"/>
                  </a:lnTo>
                  <a:lnTo>
                    <a:pt x="75399" y="205603"/>
                  </a:lnTo>
                  <a:lnTo>
                    <a:pt x="74549" y="207345"/>
                  </a:lnTo>
                  <a:lnTo>
                    <a:pt x="73221" y="208314"/>
                  </a:lnTo>
                  <a:lnTo>
                    <a:pt x="71923" y="207475"/>
                  </a:lnTo>
                  <a:lnTo>
                    <a:pt x="69114" y="207022"/>
                  </a:lnTo>
                  <a:lnTo>
                    <a:pt x="67866" y="207103"/>
                  </a:lnTo>
                  <a:lnTo>
                    <a:pt x="65911" y="208516"/>
                  </a:lnTo>
                  <a:lnTo>
                    <a:pt x="64235" y="207573"/>
                  </a:lnTo>
                  <a:lnTo>
                    <a:pt x="61408" y="207094"/>
                  </a:lnTo>
                  <a:lnTo>
                    <a:pt x="55287" y="208215"/>
                  </a:lnTo>
                  <a:lnTo>
                    <a:pt x="54515" y="208743"/>
                  </a:lnTo>
                  <a:lnTo>
                    <a:pt x="53749" y="210844"/>
                  </a:lnTo>
                  <a:lnTo>
                    <a:pt x="51798" y="214469"/>
                  </a:lnTo>
                  <a:lnTo>
                    <a:pt x="48832" y="214599"/>
                  </a:lnTo>
                  <a:lnTo>
                    <a:pt x="46150" y="216912"/>
                  </a:lnTo>
                  <a:lnTo>
                    <a:pt x="45480" y="218394"/>
                  </a:lnTo>
                  <a:lnTo>
                    <a:pt x="44353" y="222469"/>
                  </a:lnTo>
                  <a:lnTo>
                    <a:pt x="43999" y="225448"/>
                  </a:lnTo>
                  <a:lnTo>
                    <a:pt x="43764" y="225472"/>
                  </a:lnTo>
                  <a:lnTo>
                    <a:pt x="43473" y="224739"/>
                  </a:lnTo>
                  <a:lnTo>
                    <a:pt x="43060" y="224985"/>
                  </a:lnTo>
                  <a:lnTo>
                    <a:pt x="42845" y="227254"/>
                  </a:lnTo>
                  <a:lnTo>
                    <a:pt x="41837" y="228287"/>
                  </a:lnTo>
                  <a:lnTo>
                    <a:pt x="40994" y="228668"/>
                  </a:lnTo>
                  <a:lnTo>
                    <a:pt x="38917" y="226824"/>
                  </a:lnTo>
                  <a:lnTo>
                    <a:pt x="37188" y="224064"/>
                  </a:lnTo>
                  <a:lnTo>
                    <a:pt x="36280" y="223867"/>
                  </a:lnTo>
                  <a:lnTo>
                    <a:pt x="34806" y="219571"/>
                  </a:lnTo>
                  <a:lnTo>
                    <a:pt x="34172" y="216833"/>
                  </a:lnTo>
                  <a:lnTo>
                    <a:pt x="33722" y="213877"/>
                  </a:lnTo>
                  <a:lnTo>
                    <a:pt x="33815" y="212744"/>
                  </a:lnTo>
                  <a:lnTo>
                    <a:pt x="33688" y="211802"/>
                  </a:lnTo>
                  <a:lnTo>
                    <a:pt x="32380" y="210611"/>
                  </a:lnTo>
                  <a:lnTo>
                    <a:pt x="32060" y="207897"/>
                  </a:lnTo>
                  <a:lnTo>
                    <a:pt x="33014" y="204373"/>
                  </a:lnTo>
                  <a:lnTo>
                    <a:pt x="33796" y="202871"/>
                  </a:lnTo>
                  <a:lnTo>
                    <a:pt x="34280" y="202439"/>
                  </a:lnTo>
                  <a:lnTo>
                    <a:pt x="33097" y="202589"/>
                  </a:lnTo>
                  <a:lnTo>
                    <a:pt x="32243" y="204860"/>
                  </a:lnTo>
                  <a:lnTo>
                    <a:pt x="31150" y="201226"/>
                  </a:lnTo>
                  <a:lnTo>
                    <a:pt x="26696" y="194146"/>
                  </a:lnTo>
                  <a:lnTo>
                    <a:pt x="26983" y="192523"/>
                  </a:lnTo>
                  <a:lnTo>
                    <a:pt x="26933" y="191644"/>
                  </a:lnTo>
                  <a:lnTo>
                    <a:pt x="26187" y="193534"/>
                  </a:lnTo>
                  <a:lnTo>
                    <a:pt x="25674" y="194022"/>
                  </a:lnTo>
                  <a:lnTo>
                    <a:pt x="23400" y="193716"/>
                  </a:lnTo>
                  <a:lnTo>
                    <a:pt x="20774" y="194583"/>
                  </a:lnTo>
                  <a:lnTo>
                    <a:pt x="20081" y="187238"/>
                  </a:lnTo>
                  <a:lnTo>
                    <a:pt x="19753" y="184414"/>
                  </a:lnTo>
                  <a:lnTo>
                    <a:pt x="19669" y="182585"/>
                  </a:lnTo>
                  <a:lnTo>
                    <a:pt x="20345" y="178366"/>
                  </a:lnTo>
                  <a:lnTo>
                    <a:pt x="21084" y="176649"/>
                  </a:lnTo>
                  <a:lnTo>
                    <a:pt x="22068" y="173101"/>
                  </a:lnTo>
                  <a:lnTo>
                    <a:pt x="23280" y="170149"/>
                  </a:lnTo>
                  <a:lnTo>
                    <a:pt x="24563" y="169449"/>
                  </a:lnTo>
                  <a:lnTo>
                    <a:pt x="25127" y="169015"/>
                  </a:lnTo>
                  <a:lnTo>
                    <a:pt x="25601" y="166732"/>
                  </a:lnTo>
                  <a:lnTo>
                    <a:pt x="25868" y="164784"/>
                  </a:lnTo>
                  <a:lnTo>
                    <a:pt x="25672" y="164591"/>
                  </a:lnTo>
                  <a:lnTo>
                    <a:pt x="24178" y="164988"/>
                  </a:lnTo>
                  <a:lnTo>
                    <a:pt x="21491" y="156820"/>
                  </a:lnTo>
                  <a:lnTo>
                    <a:pt x="21573" y="155519"/>
                  </a:lnTo>
                  <a:lnTo>
                    <a:pt x="21912" y="153587"/>
                  </a:lnTo>
                  <a:lnTo>
                    <a:pt x="22134" y="151148"/>
                  </a:lnTo>
                  <a:lnTo>
                    <a:pt x="22189" y="149222"/>
                  </a:lnTo>
                  <a:lnTo>
                    <a:pt x="22889" y="147569"/>
                  </a:lnTo>
                  <a:lnTo>
                    <a:pt x="23961" y="145901"/>
                  </a:lnTo>
                  <a:lnTo>
                    <a:pt x="24863" y="143534"/>
                  </a:lnTo>
                  <a:lnTo>
                    <a:pt x="25315" y="141223"/>
                  </a:lnTo>
                  <a:lnTo>
                    <a:pt x="25410" y="139119"/>
                  </a:lnTo>
                  <a:lnTo>
                    <a:pt x="24898" y="137623"/>
                  </a:lnTo>
                  <a:lnTo>
                    <a:pt x="23428" y="136792"/>
                  </a:lnTo>
                  <a:lnTo>
                    <a:pt x="21914" y="130796"/>
                  </a:lnTo>
                  <a:lnTo>
                    <a:pt x="21577" y="127043"/>
                  </a:lnTo>
                  <a:lnTo>
                    <a:pt x="21268" y="126653"/>
                  </a:lnTo>
                  <a:lnTo>
                    <a:pt x="20332" y="124944"/>
                  </a:lnTo>
                  <a:lnTo>
                    <a:pt x="19434" y="121736"/>
                  </a:lnTo>
                  <a:lnTo>
                    <a:pt x="19303" y="121239"/>
                  </a:lnTo>
                  <a:lnTo>
                    <a:pt x="20230" y="120674"/>
                  </a:lnTo>
                  <a:lnTo>
                    <a:pt x="24050" y="120644"/>
                  </a:lnTo>
                  <a:lnTo>
                    <a:pt x="24848" y="119939"/>
                  </a:lnTo>
                  <a:lnTo>
                    <a:pt x="24969" y="119690"/>
                  </a:lnTo>
                  <a:lnTo>
                    <a:pt x="25666" y="117196"/>
                  </a:lnTo>
                  <a:lnTo>
                    <a:pt x="26395" y="113097"/>
                  </a:lnTo>
                  <a:lnTo>
                    <a:pt x="26566" y="110593"/>
                  </a:lnTo>
                  <a:lnTo>
                    <a:pt x="26336" y="109559"/>
                  </a:lnTo>
                  <a:lnTo>
                    <a:pt x="25070" y="107024"/>
                  </a:lnTo>
                  <a:lnTo>
                    <a:pt x="25016" y="106276"/>
                  </a:lnTo>
                  <a:lnTo>
                    <a:pt x="25219" y="105082"/>
                  </a:lnTo>
                  <a:lnTo>
                    <a:pt x="25972" y="103803"/>
                  </a:lnTo>
                  <a:lnTo>
                    <a:pt x="26989" y="102352"/>
                  </a:lnTo>
                  <a:lnTo>
                    <a:pt x="27542" y="101100"/>
                  </a:lnTo>
                  <a:lnTo>
                    <a:pt x="27410" y="100120"/>
                  </a:lnTo>
                  <a:lnTo>
                    <a:pt x="27113" y="99094"/>
                  </a:lnTo>
                  <a:lnTo>
                    <a:pt x="27066" y="98140"/>
                  </a:lnTo>
                  <a:lnTo>
                    <a:pt x="27252" y="96962"/>
                  </a:lnTo>
                  <a:lnTo>
                    <a:pt x="27319" y="92945"/>
                  </a:lnTo>
                  <a:lnTo>
                    <a:pt x="27449" y="91912"/>
                  </a:lnTo>
                  <a:lnTo>
                    <a:pt x="27250" y="88264"/>
                  </a:lnTo>
                  <a:lnTo>
                    <a:pt x="27002" y="85285"/>
                  </a:lnTo>
                  <a:lnTo>
                    <a:pt x="26199" y="81419"/>
                  </a:lnTo>
                  <a:lnTo>
                    <a:pt x="26346" y="80565"/>
                  </a:lnTo>
                  <a:lnTo>
                    <a:pt x="26717" y="79845"/>
                  </a:lnTo>
                  <a:lnTo>
                    <a:pt x="27932" y="78506"/>
                  </a:lnTo>
                  <a:lnTo>
                    <a:pt x="28905" y="75351"/>
                  </a:lnTo>
                  <a:lnTo>
                    <a:pt x="30315" y="72715"/>
                  </a:lnTo>
                  <a:lnTo>
                    <a:pt x="32164" y="70597"/>
                  </a:lnTo>
                  <a:lnTo>
                    <a:pt x="33456" y="68244"/>
                  </a:lnTo>
                  <a:lnTo>
                    <a:pt x="33967" y="66444"/>
                  </a:lnTo>
                  <a:lnTo>
                    <a:pt x="34329" y="65968"/>
                  </a:lnTo>
                  <a:lnTo>
                    <a:pt x="34224" y="65129"/>
                  </a:lnTo>
                  <a:lnTo>
                    <a:pt x="33981" y="63906"/>
                  </a:lnTo>
                  <a:lnTo>
                    <a:pt x="33244" y="62713"/>
                  </a:lnTo>
                  <a:lnTo>
                    <a:pt x="32294" y="62028"/>
                  </a:lnTo>
                  <a:lnTo>
                    <a:pt x="31238" y="62057"/>
                  </a:lnTo>
                  <a:lnTo>
                    <a:pt x="30585" y="61817"/>
                  </a:lnTo>
                  <a:lnTo>
                    <a:pt x="30394" y="60885"/>
                  </a:lnTo>
                  <a:lnTo>
                    <a:pt x="30467" y="58359"/>
                  </a:lnTo>
                  <a:lnTo>
                    <a:pt x="30411" y="55860"/>
                  </a:lnTo>
                  <a:lnTo>
                    <a:pt x="30208" y="54708"/>
                  </a:lnTo>
                  <a:lnTo>
                    <a:pt x="29721" y="53843"/>
                  </a:lnTo>
                  <a:lnTo>
                    <a:pt x="28752" y="54074"/>
                  </a:lnTo>
                  <a:lnTo>
                    <a:pt x="27915" y="53367"/>
                  </a:lnTo>
                  <a:lnTo>
                    <a:pt x="27280" y="53199"/>
                  </a:lnTo>
                  <a:lnTo>
                    <a:pt x="26913" y="53758"/>
                  </a:lnTo>
                  <a:lnTo>
                    <a:pt x="25040" y="53599"/>
                  </a:lnTo>
                  <a:lnTo>
                    <a:pt x="24261" y="53198"/>
                  </a:lnTo>
                  <a:lnTo>
                    <a:pt x="23716" y="52697"/>
                  </a:lnTo>
                  <a:lnTo>
                    <a:pt x="23366" y="52977"/>
                  </a:lnTo>
                  <a:lnTo>
                    <a:pt x="23168" y="53463"/>
                  </a:lnTo>
                  <a:lnTo>
                    <a:pt x="23134" y="54227"/>
                  </a:lnTo>
                  <a:lnTo>
                    <a:pt x="23006" y="55235"/>
                  </a:lnTo>
                  <a:lnTo>
                    <a:pt x="22337" y="56147"/>
                  </a:lnTo>
                  <a:lnTo>
                    <a:pt x="20803" y="57054"/>
                  </a:lnTo>
                  <a:lnTo>
                    <a:pt x="19565" y="56987"/>
                  </a:lnTo>
                  <a:lnTo>
                    <a:pt x="18430" y="56338"/>
                  </a:lnTo>
                  <a:lnTo>
                    <a:pt x="18066" y="55864"/>
                  </a:lnTo>
                  <a:lnTo>
                    <a:pt x="17516" y="55436"/>
                  </a:lnTo>
                  <a:lnTo>
                    <a:pt x="15207" y="55965"/>
                  </a:lnTo>
                  <a:lnTo>
                    <a:pt x="14930" y="55579"/>
                  </a:lnTo>
                  <a:lnTo>
                    <a:pt x="14133" y="56516"/>
                  </a:lnTo>
                  <a:lnTo>
                    <a:pt x="12958" y="57630"/>
                  </a:lnTo>
                  <a:lnTo>
                    <a:pt x="12299" y="57697"/>
                  </a:lnTo>
                  <a:lnTo>
                    <a:pt x="12060" y="57460"/>
                  </a:lnTo>
                  <a:lnTo>
                    <a:pt x="11973" y="56958"/>
                  </a:lnTo>
                  <a:lnTo>
                    <a:pt x="11479" y="55218"/>
                  </a:lnTo>
                  <a:lnTo>
                    <a:pt x="11608" y="54294"/>
                  </a:lnTo>
                  <a:lnTo>
                    <a:pt x="12555" y="51604"/>
                  </a:lnTo>
                  <a:lnTo>
                    <a:pt x="12449" y="50960"/>
                  </a:lnTo>
                  <a:lnTo>
                    <a:pt x="12060" y="50090"/>
                  </a:lnTo>
                  <a:lnTo>
                    <a:pt x="11712" y="48835"/>
                  </a:lnTo>
                  <a:lnTo>
                    <a:pt x="11611" y="48190"/>
                  </a:lnTo>
                  <a:lnTo>
                    <a:pt x="11010" y="48080"/>
                  </a:lnTo>
                  <a:lnTo>
                    <a:pt x="10368" y="48740"/>
                  </a:lnTo>
                  <a:lnTo>
                    <a:pt x="7921" y="50091"/>
                  </a:lnTo>
                  <a:lnTo>
                    <a:pt x="7335" y="50582"/>
                  </a:lnTo>
                  <a:lnTo>
                    <a:pt x="6275" y="51889"/>
                  </a:lnTo>
                  <a:lnTo>
                    <a:pt x="5206" y="53882"/>
                  </a:lnTo>
                  <a:lnTo>
                    <a:pt x="4352" y="54300"/>
                  </a:lnTo>
                  <a:lnTo>
                    <a:pt x="4057" y="53710"/>
                  </a:lnTo>
                  <a:lnTo>
                    <a:pt x="3956" y="49029"/>
                  </a:lnTo>
                  <a:lnTo>
                    <a:pt x="5259" y="45917"/>
                  </a:lnTo>
                  <a:lnTo>
                    <a:pt x="6185" y="44039"/>
                  </a:lnTo>
                  <a:lnTo>
                    <a:pt x="5750" y="43659"/>
                  </a:lnTo>
                  <a:lnTo>
                    <a:pt x="4767" y="43711"/>
                  </a:lnTo>
                  <a:lnTo>
                    <a:pt x="4833" y="42257"/>
                  </a:lnTo>
                  <a:lnTo>
                    <a:pt x="5294" y="41557"/>
                  </a:lnTo>
                  <a:lnTo>
                    <a:pt x="5741" y="39974"/>
                  </a:lnTo>
                  <a:lnTo>
                    <a:pt x="5217" y="39292"/>
                  </a:lnTo>
                  <a:lnTo>
                    <a:pt x="4809" y="38250"/>
                  </a:lnTo>
                  <a:lnTo>
                    <a:pt x="4834" y="35523"/>
                  </a:lnTo>
                  <a:lnTo>
                    <a:pt x="4948" y="34414"/>
                  </a:lnTo>
                  <a:lnTo>
                    <a:pt x="4816" y="33219"/>
                  </a:lnTo>
                  <a:lnTo>
                    <a:pt x="2814" y="34835"/>
                  </a:lnTo>
                  <a:lnTo>
                    <a:pt x="2299" y="34593"/>
                  </a:lnTo>
                  <a:lnTo>
                    <a:pt x="2277" y="32568"/>
                  </a:lnTo>
                  <a:lnTo>
                    <a:pt x="3388" y="29485"/>
                  </a:lnTo>
                  <a:lnTo>
                    <a:pt x="3502" y="28543"/>
                  </a:lnTo>
                  <a:lnTo>
                    <a:pt x="2203" y="28087"/>
                  </a:lnTo>
                  <a:lnTo>
                    <a:pt x="1231" y="26574"/>
                  </a:lnTo>
                  <a:lnTo>
                    <a:pt x="638" y="25221"/>
                  </a:lnTo>
                  <a:lnTo>
                    <a:pt x="4" y="23274"/>
                  </a:lnTo>
                  <a:lnTo>
                    <a:pt x="0" y="21534"/>
                  </a:lnTo>
                  <a:lnTo>
                    <a:pt x="653" y="17449"/>
                  </a:lnTo>
                  <a:lnTo>
                    <a:pt x="1590" y="16262"/>
                  </a:lnTo>
                  <a:lnTo>
                    <a:pt x="2397" y="15530"/>
                  </a:lnTo>
                  <a:lnTo>
                    <a:pt x="4110" y="12709"/>
                  </a:lnTo>
                  <a:lnTo>
                    <a:pt x="6472" y="13236"/>
                  </a:lnTo>
                  <a:lnTo>
                    <a:pt x="7932" y="12631"/>
                  </a:lnTo>
                  <a:lnTo>
                    <a:pt x="9244" y="11190"/>
                  </a:lnTo>
                  <a:lnTo>
                    <a:pt x="9994" y="10865"/>
                  </a:lnTo>
                  <a:lnTo>
                    <a:pt x="11204" y="9607"/>
                  </a:lnTo>
                  <a:lnTo>
                    <a:pt x="11166" y="7908"/>
                  </a:lnTo>
                  <a:lnTo>
                    <a:pt x="10751" y="6647"/>
                  </a:lnTo>
                  <a:lnTo>
                    <a:pt x="11115" y="5456"/>
                  </a:lnTo>
                  <a:lnTo>
                    <a:pt x="12473" y="4003"/>
                  </a:lnTo>
                  <a:lnTo>
                    <a:pt x="13978" y="2073"/>
                  </a:lnTo>
                  <a:lnTo>
                    <a:pt x="15703" y="1701"/>
                  </a:lnTo>
                  <a:lnTo>
                    <a:pt x="17459" y="0"/>
                  </a:lnTo>
                  <a:lnTo>
                    <a:pt x="18635" y="1099"/>
                  </a:lnTo>
                  <a:lnTo>
                    <a:pt x="19668" y="727"/>
                  </a:lnTo>
                  <a:lnTo>
                    <a:pt x="20852" y="2031"/>
                  </a:lnTo>
                  <a:lnTo>
                    <a:pt x="22412" y="5021"/>
                  </a:lnTo>
                  <a:lnTo>
                    <a:pt x="24694" y="6222"/>
                  </a:lnTo>
                  <a:lnTo>
                    <a:pt x="26514" y="5286"/>
                  </a:lnTo>
                  <a:lnTo>
                    <a:pt x="29732" y="5087"/>
                  </a:lnTo>
                  <a:lnTo>
                    <a:pt x="31340" y="5485"/>
                  </a:lnTo>
                  <a:lnTo>
                    <a:pt x="34197" y="4748"/>
                  </a:lnTo>
                  <a:lnTo>
                    <a:pt x="35832" y="5012"/>
                  </a:lnTo>
                  <a:lnTo>
                    <a:pt x="38483" y="3530"/>
                  </a:lnTo>
                  <a:lnTo>
                    <a:pt x="40536" y="5380"/>
                  </a:lnTo>
                  <a:lnTo>
                    <a:pt x="44512" y="6245"/>
                  </a:lnTo>
                  <a:lnTo>
                    <a:pt x="46902" y="7762"/>
                  </a:lnTo>
                  <a:lnTo>
                    <a:pt x="53513" y="10307"/>
                  </a:lnTo>
                  <a:lnTo>
                    <a:pt x="55901" y="10336"/>
                  </a:lnTo>
                  <a:lnTo>
                    <a:pt x="59279" y="8907"/>
                  </a:lnTo>
                  <a:lnTo>
                    <a:pt x="60709" y="7834"/>
                  </a:lnTo>
                  <a:lnTo>
                    <a:pt x="62019" y="8470"/>
                  </a:lnTo>
                  <a:lnTo>
                    <a:pt x="63942" y="7241"/>
                  </a:lnTo>
                  <a:lnTo>
                    <a:pt x="64862" y="7491"/>
                  </a:lnTo>
                  <a:lnTo>
                    <a:pt x="66063" y="9244"/>
                  </a:lnTo>
                  <a:lnTo>
                    <a:pt x="70290" y="11611"/>
                  </a:lnTo>
                  <a:lnTo>
                    <a:pt x="71402" y="9599"/>
                  </a:lnTo>
                  <a:lnTo>
                    <a:pt x="72227" y="9163"/>
                  </a:lnTo>
                  <a:lnTo>
                    <a:pt x="75270" y="10395"/>
                  </a:lnTo>
                  <a:lnTo>
                    <a:pt x="78336" y="12898"/>
                  </a:lnTo>
                  <a:lnTo>
                    <a:pt x="79930" y="13079"/>
                  </a:lnTo>
                  <a:lnTo>
                    <a:pt x="82262" y="12395"/>
                  </a:lnTo>
                  <a:lnTo>
                    <a:pt x="84111" y="107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3416779" y="1901687"/>
              <a:ext cx="16678" cy="20567"/>
            </a:xfrm>
            <a:custGeom>
              <a:avLst/>
              <a:pathLst>
                <a:path w="16678" h="20567">
                  <a:moveTo>
                    <a:pt x="8662" y="181"/>
                  </a:moveTo>
                  <a:lnTo>
                    <a:pt x="9469" y="897"/>
                  </a:lnTo>
                  <a:lnTo>
                    <a:pt x="10212" y="670"/>
                  </a:lnTo>
                  <a:lnTo>
                    <a:pt x="10965" y="173"/>
                  </a:lnTo>
                  <a:lnTo>
                    <a:pt x="12601" y="640"/>
                  </a:lnTo>
                  <a:lnTo>
                    <a:pt x="16333" y="4252"/>
                  </a:lnTo>
                  <a:lnTo>
                    <a:pt x="16678" y="5217"/>
                  </a:lnTo>
                  <a:lnTo>
                    <a:pt x="14451" y="5655"/>
                  </a:lnTo>
                  <a:lnTo>
                    <a:pt x="13945" y="6763"/>
                  </a:lnTo>
                  <a:lnTo>
                    <a:pt x="13410" y="7537"/>
                  </a:lnTo>
                  <a:lnTo>
                    <a:pt x="12779" y="7786"/>
                  </a:lnTo>
                  <a:lnTo>
                    <a:pt x="11703" y="9340"/>
                  </a:lnTo>
                  <a:lnTo>
                    <a:pt x="10248" y="10829"/>
                  </a:lnTo>
                  <a:lnTo>
                    <a:pt x="9944" y="11722"/>
                  </a:lnTo>
                  <a:lnTo>
                    <a:pt x="7312" y="11558"/>
                  </a:lnTo>
                  <a:lnTo>
                    <a:pt x="5872" y="12122"/>
                  </a:lnTo>
                  <a:lnTo>
                    <a:pt x="4710" y="13789"/>
                  </a:lnTo>
                  <a:lnTo>
                    <a:pt x="4233" y="17007"/>
                  </a:lnTo>
                  <a:lnTo>
                    <a:pt x="3383" y="19519"/>
                  </a:lnTo>
                  <a:lnTo>
                    <a:pt x="2518" y="20428"/>
                  </a:lnTo>
                  <a:lnTo>
                    <a:pt x="1616" y="20567"/>
                  </a:lnTo>
                  <a:lnTo>
                    <a:pt x="1402" y="19623"/>
                  </a:lnTo>
                  <a:lnTo>
                    <a:pt x="1488" y="18681"/>
                  </a:lnTo>
                  <a:lnTo>
                    <a:pt x="3388" y="15130"/>
                  </a:lnTo>
                  <a:lnTo>
                    <a:pt x="3783" y="13978"/>
                  </a:lnTo>
                  <a:lnTo>
                    <a:pt x="2837" y="13465"/>
                  </a:lnTo>
                  <a:lnTo>
                    <a:pt x="2044" y="12233"/>
                  </a:lnTo>
                  <a:lnTo>
                    <a:pt x="313" y="10786"/>
                  </a:lnTo>
                  <a:lnTo>
                    <a:pt x="0" y="9624"/>
                  </a:lnTo>
                  <a:lnTo>
                    <a:pt x="414" y="9538"/>
                  </a:lnTo>
                  <a:lnTo>
                    <a:pt x="793" y="9205"/>
                  </a:lnTo>
                  <a:lnTo>
                    <a:pt x="1255" y="8231"/>
                  </a:lnTo>
                  <a:lnTo>
                    <a:pt x="1471" y="7113"/>
                  </a:lnTo>
                  <a:lnTo>
                    <a:pt x="88" y="3847"/>
                  </a:lnTo>
                  <a:lnTo>
                    <a:pt x="793" y="3342"/>
                  </a:lnTo>
                  <a:lnTo>
                    <a:pt x="1673" y="3461"/>
                  </a:lnTo>
                  <a:lnTo>
                    <a:pt x="2576" y="4410"/>
                  </a:lnTo>
                  <a:lnTo>
                    <a:pt x="3566" y="3296"/>
                  </a:lnTo>
                  <a:lnTo>
                    <a:pt x="3986" y="3132"/>
                  </a:lnTo>
                  <a:lnTo>
                    <a:pt x="4679" y="3529"/>
                  </a:lnTo>
                  <a:lnTo>
                    <a:pt x="5378" y="1374"/>
                  </a:lnTo>
                  <a:lnTo>
                    <a:pt x="7039" y="665"/>
                  </a:lnTo>
                  <a:lnTo>
                    <a:pt x="786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3430508" y="1900187"/>
              <a:ext cx="3326" cy="4081"/>
            </a:xfrm>
            <a:custGeom>
              <a:avLst/>
              <a:pathLst>
                <a:path w="3326" h="4081">
                  <a:moveTo>
                    <a:pt x="3180" y="3775"/>
                  </a:moveTo>
                  <a:lnTo>
                    <a:pt x="2235" y="4081"/>
                  </a:lnTo>
                  <a:lnTo>
                    <a:pt x="0" y="1981"/>
                  </a:lnTo>
                  <a:lnTo>
                    <a:pt x="517" y="558"/>
                  </a:lnTo>
                  <a:lnTo>
                    <a:pt x="1157" y="0"/>
                  </a:lnTo>
                  <a:lnTo>
                    <a:pt x="3058" y="872"/>
                  </a:lnTo>
                  <a:lnTo>
                    <a:pt x="3326" y="30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3419070" y="1888102"/>
              <a:ext cx="10815" cy="11734"/>
            </a:xfrm>
            <a:custGeom>
              <a:avLst/>
              <a:pathLst>
                <a:path w="10815" h="11734">
                  <a:moveTo>
                    <a:pt x="9850" y="7688"/>
                  </a:moveTo>
                  <a:lnTo>
                    <a:pt x="8919" y="9150"/>
                  </a:lnTo>
                  <a:lnTo>
                    <a:pt x="8364" y="8565"/>
                  </a:lnTo>
                  <a:lnTo>
                    <a:pt x="8074" y="7866"/>
                  </a:lnTo>
                  <a:lnTo>
                    <a:pt x="6872" y="11167"/>
                  </a:lnTo>
                  <a:lnTo>
                    <a:pt x="5518" y="11734"/>
                  </a:lnTo>
                  <a:lnTo>
                    <a:pt x="4728" y="11082"/>
                  </a:lnTo>
                  <a:lnTo>
                    <a:pt x="4799" y="9848"/>
                  </a:lnTo>
                  <a:lnTo>
                    <a:pt x="4028" y="6610"/>
                  </a:lnTo>
                  <a:lnTo>
                    <a:pt x="2852" y="5662"/>
                  </a:lnTo>
                  <a:lnTo>
                    <a:pt x="1199" y="5573"/>
                  </a:lnTo>
                  <a:lnTo>
                    <a:pt x="0" y="4240"/>
                  </a:lnTo>
                  <a:lnTo>
                    <a:pt x="4614" y="3332"/>
                  </a:lnTo>
                  <a:lnTo>
                    <a:pt x="5091" y="1791"/>
                  </a:lnTo>
                  <a:lnTo>
                    <a:pt x="6029" y="174"/>
                  </a:lnTo>
                  <a:lnTo>
                    <a:pt x="6735" y="0"/>
                  </a:lnTo>
                  <a:lnTo>
                    <a:pt x="7335" y="374"/>
                  </a:lnTo>
                  <a:lnTo>
                    <a:pt x="7448" y="1628"/>
                  </a:lnTo>
                  <a:lnTo>
                    <a:pt x="7599" y="2128"/>
                  </a:lnTo>
                  <a:lnTo>
                    <a:pt x="9693" y="2833"/>
                  </a:lnTo>
                  <a:lnTo>
                    <a:pt x="10508" y="4942"/>
                  </a:lnTo>
                  <a:lnTo>
                    <a:pt x="10815" y="74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3434693" y="1871794"/>
              <a:ext cx="53586" cy="62452"/>
            </a:xfrm>
            <a:custGeom>
              <a:avLst/>
              <a:pathLst>
                <a:path w="53586" h="62452">
                  <a:moveTo>
                    <a:pt x="52013" y="4572"/>
                  </a:moveTo>
                  <a:lnTo>
                    <a:pt x="52618" y="5491"/>
                  </a:lnTo>
                  <a:lnTo>
                    <a:pt x="53381" y="6971"/>
                  </a:lnTo>
                  <a:lnTo>
                    <a:pt x="53586" y="7818"/>
                  </a:lnTo>
                  <a:lnTo>
                    <a:pt x="53328" y="8316"/>
                  </a:lnTo>
                  <a:lnTo>
                    <a:pt x="52567" y="8739"/>
                  </a:lnTo>
                  <a:lnTo>
                    <a:pt x="52394" y="9195"/>
                  </a:lnTo>
                  <a:lnTo>
                    <a:pt x="52057" y="9966"/>
                  </a:lnTo>
                  <a:lnTo>
                    <a:pt x="51169" y="10105"/>
                  </a:lnTo>
                  <a:lnTo>
                    <a:pt x="50709" y="10678"/>
                  </a:lnTo>
                  <a:lnTo>
                    <a:pt x="50162" y="13188"/>
                  </a:lnTo>
                  <a:lnTo>
                    <a:pt x="49119" y="17345"/>
                  </a:lnTo>
                  <a:lnTo>
                    <a:pt x="47576" y="20508"/>
                  </a:lnTo>
                  <a:lnTo>
                    <a:pt x="46342" y="22242"/>
                  </a:lnTo>
                  <a:lnTo>
                    <a:pt x="45789" y="23571"/>
                  </a:lnTo>
                  <a:lnTo>
                    <a:pt x="45446" y="25168"/>
                  </a:lnTo>
                  <a:lnTo>
                    <a:pt x="45365" y="26770"/>
                  </a:lnTo>
                  <a:lnTo>
                    <a:pt x="46549" y="35569"/>
                  </a:lnTo>
                  <a:lnTo>
                    <a:pt x="46535" y="37158"/>
                  </a:lnTo>
                  <a:lnTo>
                    <a:pt x="46256" y="38790"/>
                  </a:lnTo>
                  <a:lnTo>
                    <a:pt x="46055" y="40450"/>
                  </a:lnTo>
                  <a:lnTo>
                    <a:pt x="46221" y="41890"/>
                  </a:lnTo>
                  <a:lnTo>
                    <a:pt x="47000" y="44350"/>
                  </a:lnTo>
                  <a:lnTo>
                    <a:pt x="47830" y="48019"/>
                  </a:lnTo>
                  <a:lnTo>
                    <a:pt x="48163" y="50363"/>
                  </a:lnTo>
                  <a:lnTo>
                    <a:pt x="48714" y="51224"/>
                  </a:lnTo>
                  <a:lnTo>
                    <a:pt x="49245" y="51854"/>
                  </a:lnTo>
                  <a:lnTo>
                    <a:pt x="49356" y="52251"/>
                  </a:lnTo>
                  <a:lnTo>
                    <a:pt x="49338" y="52664"/>
                  </a:lnTo>
                  <a:lnTo>
                    <a:pt x="49064" y="53129"/>
                  </a:lnTo>
                  <a:lnTo>
                    <a:pt x="46671" y="54358"/>
                  </a:lnTo>
                  <a:lnTo>
                    <a:pt x="46361" y="55398"/>
                  </a:lnTo>
                  <a:lnTo>
                    <a:pt x="46102" y="56558"/>
                  </a:lnTo>
                  <a:lnTo>
                    <a:pt x="45058" y="58277"/>
                  </a:lnTo>
                  <a:lnTo>
                    <a:pt x="44737" y="59880"/>
                  </a:lnTo>
                  <a:lnTo>
                    <a:pt x="44539" y="61719"/>
                  </a:lnTo>
                  <a:lnTo>
                    <a:pt x="44512" y="62374"/>
                  </a:lnTo>
                  <a:lnTo>
                    <a:pt x="44224" y="62452"/>
                  </a:lnTo>
                  <a:lnTo>
                    <a:pt x="42640" y="62073"/>
                  </a:lnTo>
                  <a:lnTo>
                    <a:pt x="40895" y="60878"/>
                  </a:lnTo>
                  <a:lnTo>
                    <a:pt x="40129" y="59981"/>
                  </a:lnTo>
                  <a:lnTo>
                    <a:pt x="39378" y="59991"/>
                  </a:lnTo>
                  <a:lnTo>
                    <a:pt x="38468" y="60584"/>
                  </a:lnTo>
                  <a:lnTo>
                    <a:pt x="35208" y="62289"/>
                  </a:lnTo>
                  <a:lnTo>
                    <a:pt x="34407" y="61891"/>
                  </a:lnTo>
                  <a:lnTo>
                    <a:pt x="32544" y="60219"/>
                  </a:lnTo>
                  <a:lnTo>
                    <a:pt x="31602" y="58396"/>
                  </a:lnTo>
                  <a:lnTo>
                    <a:pt x="29505" y="54768"/>
                  </a:lnTo>
                  <a:lnTo>
                    <a:pt x="29333" y="53905"/>
                  </a:lnTo>
                  <a:lnTo>
                    <a:pt x="29059" y="53212"/>
                  </a:lnTo>
                  <a:lnTo>
                    <a:pt x="26818" y="52315"/>
                  </a:lnTo>
                  <a:lnTo>
                    <a:pt x="25991" y="50977"/>
                  </a:lnTo>
                  <a:lnTo>
                    <a:pt x="25301" y="50790"/>
                  </a:lnTo>
                  <a:lnTo>
                    <a:pt x="24292" y="50122"/>
                  </a:lnTo>
                  <a:lnTo>
                    <a:pt x="21666" y="47265"/>
                  </a:lnTo>
                  <a:lnTo>
                    <a:pt x="21014" y="46998"/>
                  </a:lnTo>
                  <a:lnTo>
                    <a:pt x="20855" y="47479"/>
                  </a:lnTo>
                  <a:lnTo>
                    <a:pt x="20901" y="48154"/>
                  </a:lnTo>
                  <a:lnTo>
                    <a:pt x="20738" y="48545"/>
                  </a:lnTo>
                  <a:lnTo>
                    <a:pt x="20402" y="48532"/>
                  </a:lnTo>
                  <a:lnTo>
                    <a:pt x="19794" y="47481"/>
                  </a:lnTo>
                  <a:lnTo>
                    <a:pt x="19065" y="46557"/>
                  </a:lnTo>
                  <a:lnTo>
                    <a:pt x="16798" y="48295"/>
                  </a:lnTo>
                  <a:lnTo>
                    <a:pt x="15977" y="48764"/>
                  </a:lnTo>
                  <a:lnTo>
                    <a:pt x="15258" y="48866"/>
                  </a:lnTo>
                  <a:lnTo>
                    <a:pt x="11660" y="51153"/>
                  </a:lnTo>
                  <a:lnTo>
                    <a:pt x="10565" y="52386"/>
                  </a:lnTo>
                  <a:lnTo>
                    <a:pt x="10112" y="52254"/>
                  </a:lnTo>
                  <a:lnTo>
                    <a:pt x="10219" y="51097"/>
                  </a:lnTo>
                  <a:lnTo>
                    <a:pt x="11716" y="45300"/>
                  </a:lnTo>
                  <a:lnTo>
                    <a:pt x="11985" y="40700"/>
                  </a:lnTo>
                  <a:lnTo>
                    <a:pt x="12533" y="40068"/>
                  </a:lnTo>
                  <a:lnTo>
                    <a:pt x="12691" y="39430"/>
                  </a:lnTo>
                  <a:lnTo>
                    <a:pt x="12457" y="37963"/>
                  </a:lnTo>
                  <a:lnTo>
                    <a:pt x="10903" y="37022"/>
                  </a:lnTo>
                  <a:lnTo>
                    <a:pt x="10275" y="37161"/>
                  </a:lnTo>
                  <a:lnTo>
                    <a:pt x="9710" y="38738"/>
                  </a:lnTo>
                  <a:lnTo>
                    <a:pt x="9125" y="39875"/>
                  </a:lnTo>
                  <a:lnTo>
                    <a:pt x="7753" y="40567"/>
                  </a:lnTo>
                  <a:lnTo>
                    <a:pt x="6573" y="39370"/>
                  </a:lnTo>
                  <a:lnTo>
                    <a:pt x="3810" y="37768"/>
                  </a:lnTo>
                  <a:lnTo>
                    <a:pt x="3111" y="35636"/>
                  </a:lnTo>
                  <a:lnTo>
                    <a:pt x="2946" y="33490"/>
                  </a:lnTo>
                  <a:lnTo>
                    <a:pt x="1484" y="31415"/>
                  </a:lnTo>
                  <a:lnTo>
                    <a:pt x="877" y="28971"/>
                  </a:lnTo>
                  <a:lnTo>
                    <a:pt x="1120" y="27266"/>
                  </a:lnTo>
                  <a:lnTo>
                    <a:pt x="2446" y="26146"/>
                  </a:lnTo>
                  <a:lnTo>
                    <a:pt x="2824" y="25171"/>
                  </a:lnTo>
                  <a:lnTo>
                    <a:pt x="1153" y="25325"/>
                  </a:lnTo>
                  <a:lnTo>
                    <a:pt x="812" y="25092"/>
                  </a:lnTo>
                  <a:lnTo>
                    <a:pt x="739" y="24214"/>
                  </a:lnTo>
                  <a:lnTo>
                    <a:pt x="0" y="21226"/>
                  </a:lnTo>
                  <a:lnTo>
                    <a:pt x="654" y="20049"/>
                  </a:lnTo>
                  <a:lnTo>
                    <a:pt x="942" y="18905"/>
                  </a:lnTo>
                  <a:lnTo>
                    <a:pt x="405" y="17931"/>
                  </a:lnTo>
                  <a:lnTo>
                    <a:pt x="546" y="16823"/>
                  </a:lnTo>
                  <a:lnTo>
                    <a:pt x="964" y="15703"/>
                  </a:lnTo>
                  <a:lnTo>
                    <a:pt x="708" y="13100"/>
                  </a:lnTo>
                  <a:lnTo>
                    <a:pt x="2367" y="11721"/>
                  </a:lnTo>
                  <a:lnTo>
                    <a:pt x="3979" y="10751"/>
                  </a:lnTo>
                  <a:lnTo>
                    <a:pt x="7396" y="10256"/>
                  </a:lnTo>
                  <a:lnTo>
                    <a:pt x="7058" y="7880"/>
                  </a:lnTo>
                  <a:lnTo>
                    <a:pt x="8441" y="7773"/>
                  </a:lnTo>
                  <a:lnTo>
                    <a:pt x="10768" y="4915"/>
                  </a:lnTo>
                  <a:lnTo>
                    <a:pt x="13076" y="5417"/>
                  </a:lnTo>
                  <a:lnTo>
                    <a:pt x="16414" y="3455"/>
                  </a:lnTo>
                  <a:lnTo>
                    <a:pt x="22843" y="3482"/>
                  </a:lnTo>
                  <a:lnTo>
                    <a:pt x="23720" y="2350"/>
                  </a:lnTo>
                  <a:lnTo>
                    <a:pt x="23567" y="1211"/>
                  </a:lnTo>
                  <a:lnTo>
                    <a:pt x="23588" y="0"/>
                  </a:lnTo>
                  <a:lnTo>
                    <a:pt x="24796" y="339"/>
                  </a:lnTo>
                  <a:lnTo>
                    <a:pt x="26818" y="128"/>
                  </a:lnTo>
                  <a:lnTo>
                    <a:pt x="34393" y="2514"/>
                  </a:lnTo>
                  <a:lnTo>
                    <a:pt x="36257" y="2514"/>
                  </a:lnTo>
                  <a:lnTo>
                    <a:pt x="38835" y="4941"/>
                  </a:lnTo>
                  <a:lnTo>
                    <a:pt x="40228" y="5566"/>
                  </a:lnTo>
                  <a:lnTo>
                    <a:pt x="44329" y="5570"/>
                  </a:lnTo>
                  <a:lnTo>
                    <a:pt x="50651" y="6642"/>
                  </a:lnTo>
                  <a:lnTo>
                    <a:pt x="51892" y="49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3543329" y="3195199"/>
              <a:ext cx="170096" cy="336746"/>
            </a:xfrm>
            <a:custGeom>
              <a:avLst/>
              <a:pathLst>
                <a:path w="170096" h="336746">
                  <a:moveTo>
                    <a:pt x="106509" y="70500"/>
                  </a:moveTo>
                  <a:lnTo>
                    <a:pt x="105395" y="74700"/>
                  </a:lnTo>
                  <a:lnTo>
                    <a:pt x="103904" y="80319"/>
                  </a:lnTo>
                  <a:lnTo>
                    <a:pt x="102164" y="86872"/>
                  </a:lnTo>
                  <a:lnTo>
                    <a:pt x="101639" y="88482"/>
                  </a:lnTo>
                  <a:lnTo>
                    <a:pt x="100117" y="92444"/>
                  </a:lnTo>
                  <a:lnTo>
                    <a:pt x="99857" y="93559"/>
                  </a:lnTo>
                  <a:lnTo>
                    <a:pt x="99559" y="96423"/>
                  </a:lnTo>
                  <a:lnTo>
                    <a:pt x="99538" y="101631"/>
                  </a:lnTo>
                  <a:lnTo>
                    <a:pt x="99736" y="108282"/>
                  </a:lnTo>
                  <a:lnTo>
                    <a:pt x="99920" y="114408"/>
                  </a:lnTo>
                  <a:lnTo>
                    <a:pt x="100759" y="115137"/>
                  </a:lnTo>
                  <a:lnTo>
                    <a:pt x="101727" y="115574"/>
                  </a:lnTo>
                  <a:lnTo>
                    <a:pt x="102803" y="114766"/>
                  </a:lnTo>
                  <a:lnTo>
                    <a:pt x="104098" y="114079"/>
                  </a:lnTo>
                  <a:lnTo>
                    <a:pt x="105710" y="113677"/>
                  </a:lnTo>
                  <a:lnTo>
                    <a:pt x="107493" y="112440"/>
                  </a:lnTo>
                  <a:lnTo>
                    <a:pt x="108544" y="111445"/>
                  </a:lnTo>
                  <a:lnTo>
                    <a:pt x="109648" y="111517"/>
                  </a:lnTo>
                  <a:lnTo>
                    <a:pt x="110628" y="112579"/>
                  </a:lnTo>
                  <a:lnTo>
                    <a:pt x="111102" y="113557"/>
                  </a:lnTo>
                  <a:lnTo>
                    <a:pt x="111796" y="113892"/>
                  </a:lnTo>
                  <a:lnTo>
                    <a:pt x="112689" y="113851"/>
                  </a:lnTo>
                  <a:lnTo>
                    <a:pt x="112501" y="115006"/>
                  </a:lnTo>
                  <a:lnTo>
                    <a:pt x="112009" y="116691"/>
                  </a:lnTo>
                  <a:lnTo>
                    <a:pt x="111406" y="118382"/>
                  </a:lnTo>
                  <a:lnTo>
                    <a:pt x="110876" y="120128"/>
                  </a:lnTo>
                  <a:lnTo>
                    <a:pt x="109701" y="125019"/>
                  </a:lnTo>
                  <a:lnTo>
                    <a:pt x="109665" y="125651"/>
                  </a:lnTo>
                  <a:lnTo>
                    <a:pt x="109810" y="126609"/>
                  </a:lnTo>
                  <a:lnTo>
                    <a:pt x="110446" y="128850"/>
                  </a:lnTo>
                  <a:lnTo>
                    <a:pt x="111110" y="132458"/>
                  </a:lnTo>
                  <a:lnTo>
                    <a:pt x="111482" y="135775"/>
                  </a:lnTo>
                  <a:lnTo>
                    <a:pt x="111768" y="137380"/>
                  </a:lnTo>
                  <a:lnTo>
                    <a:pt x="112573" y="139219"/>
                  </a:lnTo>
                  <a:lnTo>
                    <a:pt x="113734" y="143008"/>
                  </a:lnTo>
                  <a:lnTo>
                    <a:pt x="114349" y="145560"/>
                  </a:lnTo>
                  <a:lnTo>
                    <a:pt x="115629" y="146927"/>
                  </a:lnTo>
                  <a:lnTo>
                    <a:pt x="116047" y="150172"/>
                  </a:lnTo>
                  <a:lnTo>
                    <a:pt x="117008" y="154931"/>
                  </a:lnTo>
                  <a:lnTo>
                    <a:pt x="118044" y="158738"/>
                  </a:lnTo>
                  <a:lnTo>
                    <a:pt x="119046" y="161716"/>
                  </a:lnTo>
                  <a:lnTo>
                    <a:pt x="120164" y="162861"/>
                  </a:lnTo>
                  <a:lnTo>
                    <a:pt x="120612" y="162959"/>
                  </a:lnTo>
                  <a:lnTo>
                    <a:pt x="122955" y="168474"/>
                  </a:lnTo>
                  <a:lnTo>
                    <a:pt x="124738" y="172668"/>
                  </a:lnTo>
                  <a:lnTo>
                    <a:pt x="125181" y="173342"/>
                  </a:lnTo>
                  <a:lnTo>
                    <a:pt x="128399" y="176089"/>
                  </a:lnTo>
                  <a:lnTo>
                    <a:pt x="132099" y="179250"/>
                  </a:lnTo>
                  <a:lnTo>
                    <a:pt x="135068" y="181788"/>
                  </a:lnTo>
                  <a:lnTo>
                    <a:pt x="138854" y="185020"/>
                  </a:lnTo>
                  <a:lnTo>
                    <a:pt x="142585" y="188206"/>
                  </a:lnTo>
                  <a:lnTo>
                    <a:pt x="146080" y="191253"/>
                  </a:lnTo>
                  <a:lnTo>
                    <a:pt x="150994" y="195535"/>
                  </a:lnTo>
                  <a:lnTo>
                    <a:pt x="154954" y="198987"/>
                  </a:lnTo>
                  <a:lnTo>
                    <a:pt x="158074" y="201706"/>
                  </a:lnTo>
                  <a:lnTo>
                    <a:pt x="158741" y="202565"/>
                  </a:lnTo>
                  <a:lnTo>
                    <a:pt x="162459" y="202565"/>
                  </a:lnTo>
                  <a:lnTo>
                    <a:pt x="166229" y="202565"/>
                  </a:lnTo>
                  <a:lnTo>
                    <a:pt x="170096" y="202565"/>
                  </a:lnTo>
                  <a:lnTo>
                    <a:pt x="167296" y="209590"/>
                  </a:lnTo>
                  <a:lnTo>
                    <a:pt x="164130" y="217534"/>
                  </a:lnTo>
                  <a:lnTo>
                    <a:pt x="160802" y="225885"/>
                  </a:lnTo>
                  <a:lnTo>
                    <a:pt x="158661" y="231258"/>
                  </a:lnTo>
                  <a:lnTo>
                    <a:pt x="155261" y="239791"/>
                  </a:lnTo>
                  <a:lnTo>
                    <a:pt x="152435" y="246883"/>
                  </a:lnTo>
                  <a:lnTo>
                    <a:pt x="149527" y="254642"/>
                  </a:lnTo>
                  <a:lnTo>
                    <a:pt x="146894" y="261659"/>
                  </a:lnTo>
                  <a:lnTo>
                    <a:pt x="143472" y="271379"/>
                  </a:lnTo>
                  <a:lnTo>
                    <a:pt x="141256" y="277668"/>
                  </a:lnTo>
                  <a:lnTo>
                    <a:pt x="137785" y="287530"/>
                  </a:lnTo>
                  <a:lnTo>
                    <a:pt x="135602" y="293725"/>
                  </a:lnTo>
                  <a:lnTo>
                    <a:pt x="135274" y="294083"/>
                  </a:lnTo>
                  <a:lnTo>
                    <a:pt x="132151" y="293614"/>
                  </a:lnTo>
                  <a:lnTo>
                    <a:pt x="129118" y="293158"/>
                  </a:lnTo>
                  <a:lnTo>
                    <a:pt x="125241" y="292574"/>
                  </a:lnTo>
                  <a:lnTo>
                    <a:pt x="124795" y="292587"/>
                  </a:lnTo>
                  <a:lnTo>
                    <a:pt x="123666" y="293171"/>
                  </a:lnTo>
                  <a:lnTo>
                    <a:pt x="122982" y="293743"/>
                  </a:lnTo>
                  <a:lnTo>
                    <a:pt x="120192" y="295411"/>
                  </a:lnTo>
                  <a:lnTo>
                    <a:pt x="119679" y="295843"/>
                  </a:lnTo>
                  <a:lnTo>
                    <a:pt x="117359" y="298501"/>
                  </a:lnTo>
                  <a:lnTo>
                    <a:pt x="114993" y="301631"/>
                  </a:lnTo>
                  <a:lnTo>
                    <a:pt x="113748" y="304029"/>
                  </a:lnTo>
                  <a:lnTo>
                    <a:pt x="112782" y="307516"/>
                  </a:lnTo>
                  <a:lnTo>
                    <a:pt x="112371" y="310005"/>
                  </a:lnTo>
                  <a:lnTo>
                    <a:pt x="111938" y="311094"/>
                  </a:lnTo>
                  <a:lnTo>
                    <a:pt x="111200" y="312046"/>
                  </a:lnTo>
                  <a:lnTo>
                    <a:pt x="106244" y="314403"/>
                  </a:lnTo>
                  <a:lnTo>
                    <a:pt x="104805" y="314716"/>
                  </a:lnTo>
                  <a:lnTo>
                    <a:pt x="102485" y="316599"/>
                  </a:lnTo>
                  <a:lnTo>
                    <a:pt x="101249" y="319750"/>
                  </a:lnTo>
                  <a:lnTo>
                    <a:pt x="100893" y="321332"/>
                  </a:lnTo>
                  <a:lnTo>
                    <a:pt x="99232" y="321293"/>
                  </a:lnTo>
                  <a:lnTo>
                    <a:pt x="96328" y="321759"/>
                  </a:lnTo>
                  <a:lnTo>
                    <a:pt x="95085" y="322264"/>
                  </a:lnTo>
                  <a:lnTo>
                    <a:pt x="94477" y="322357"/>
                  </a:lnTo>
                  <a:lnTo>
                    <a:pt x="93364" y="322342"/>
                  </a:lnTo>
                  <a:lnTo>
                    <a:pt x="92450" y="321768"/>
                  </a:lnTo>
                  <a:lnTo>
                    <a:pt x="91846" y="320913"/>
                  </a:lnTo>
                  <a:lnTo>
                    <a:pt x="91092" y="318976"/>
                  </a:lnTo>
                  <a:lnTo>
                    <a:pt x="89409" y="315050"/>
                  </a:lnTo>
                  <a:lnTo>
                    <a:pt x="88189" y="312606"/>
                  </a:lnTo>
                  <a:lnTo>
                    <a:pt x="85504" y="315425"/>
                  </a:lnTo>
                  <a:lnTo>
                    <a:pt x="83088" y="318230"/>
                  </a:lnTo>
                  <a:lnTo>
                    <a:pt x="79661" y="322213"/>
                  </a:lnTo>
                  <a:lnTo>
                    <a:pt x="77708" y="325064"/>
                  </a:lnTo>
                  <a:lnTo>
                    <a:pt x="77119" y="327936"/>
                  </a:lnTo>
                  <a:lnTo>
                    <a:pt x="75611" y="333149"/>
                  </a:lnTo>
                  <a:lnTo>
                    <a:pt x="74264" y="336359"/>
                  </a:lnTo>
                  <a:lnTo>
                    <a:pt x="73759" y="336746"/>
                  </a:lnTo>
                  <a:lnTo>
                    <a:pt x="70705" y="336077"/>
                  </a:lnTo>
                  <a:lnTo>
                    <a:pt x="69602" y="335423"/>
                  </a:lnTo>
                  <a:lnTo>
                    <a:pt x="67779" y="334840"/>
                  </a:lnTo>
                  <a:lnTo>
                    <a:pt x="65337" y="333706"/>
                  </a:lnTo>
                  <a:lnTo>
                    <a:pt x="63693" y="332491"/>
                  </a:lnTo>
                  <a:lnTo>
                    <a:pt x="61917" y="332351"/>
                  </a:lnTo>
                  <a:lnTo>
                    <a:pt x="59347" y="331933"/>
                  </a:lnTo>
                  <a:lnTo>
                    <a:pt x="57767" y="331051"/>
                  </a:lnTo>
                  <a:lnTo>
                    <a:pt x="56164" y="328158"/>
                  </a:lnTo>
                  <a:lnTo>
                    <a:pt x="54097" y="324674"/>
                  </a:lnTo>
                  <a:lnTo>
                    <a:pt x="51968" y="321090"/>
                  </a:lnTo>
                  <a:lnTo>
                    <a:pt x="49777" y="317399"/>
                  </a:lnTo>
                  <a:lnTo>
                    <a:pt x="47189" y="313153"/>
                  </a:lnTo>
                  <a:lnTo>
                    <a:pt x="44361" y="308516"/>
                  </a:lnTo>
                  <a:lnTo>
                    <a:pt x="43710" y="308047"/>
                  </a:lnTo>
                  <a:lnTo>
                    <a:pt x="43431" y="307965"/>
                  </a:lnTo>
                  <a:lnTo>
                    <a:pt x="40358" y="307754"/>
                  </a:lnTo>
                  <a:lnTo>
                    <a:pt x="37165" y="307533"/>
                  </a:lnTo>
                  <a:lnTo>
                    <a:pt x="35008" y="307386"/>
                  </a:lnTo>
                  <a:lnTo>
                    <a:pt x="34328" y="306842"/>
                  </a:lnTo>
                  <a:lnTo>
                    <a:pt x="33836" y="305787"/>
                  </a:lnTo>
                  <a:lnTo>
                    <a:pt x="33168" y="302359"/>
                  </a:lnTo>
                  <a:lnTo>
                    <a:pt x="32325" y="299912"/>
                  </a:lnTo>
                  <a:lnTo>
                    <a:pt x="31388" y="296799"/>
                  </a:lnTo>
                  <a:lnTo>
                    <a:pt x="31309" y="292588"/>
                  </a:lnTo>
                  <a:lnTo>
                    <a:pt x="31572" y="288006"/>
                  </a:lnTo>
                  <a:lnTo>
                    <a:pt x="31810" y="286488"/>
                  </a:lnTo>
                  <a:lnTo>
                    <a:pt x="31676" y="284976"/>
                  </a:lnTo>
                  <a:lnTo>
                    <a:pt x="31709" y="282894"/>
                  </a:lnTo>
                  <a:lnTo>
                    <a:pt x="31183" y="280961"/>
                  </a:lnTo>
                  <a:lnTo>
                    <a:pt x="28044" y="278742"/>
                  </a:lnTo>
                  <a:lnTo>
                    <a:pt x="27538" y="278913"/>
                  </a:lnTo>
                  <a:lnTo>
                    <a:pt x="27014" y="279744"/>
                  </a:lnTo>
                  <a:lnTo>
                    <a:pt x="26416" y="280343"/>
                  </a:lnTo>
                  <a:lnTo>
                    <a:pt x="25988" y="279776"/>
                  </a:lnTo>
                  <a:lnTo>
                    <a:pt x="25728" y="278949"/>
                  </a:lnTo>
                  <a:lnTo>
                    <a:pt x="25719" y="277595"/>
                  </a:lnTo>
                  <a:lnTo>
                    <a:pt x="25770" y="276579"/>
                  </a:lnTo>
                  <a:lnTo>
                    <a:pt x="25589" y="276025"/>
                  </a:lnTo>
                  <a:lnTo>
                    <a:pt x="24590" y="273951"/>
                  </a:lnTo>
                  <a:lnTo>
                    <a:pt x="23653" y="271235"/>
                  </a:lnTo>
                  <a:lnTo>
                    <a:pt x="23085" y="268228"/>
                  </a:lnTo>
                  <a:lnTo>
                    <a:pt x="22536" y="265763"/>
                  </a:lnTo>
                  <a:lnTo>
                    <a:pt x="22257" y="260245"/>
                  </a:lnTo>
                  <a:lnTo>
                    <a:pt x="21563" y="256854"/>
                  </a:lnTo>
                  <a:lnTo>
                    <a:pt x="20884" y="252707"/>
                  </a:lnTo>
                  <a:lnTo>
                    <a:pt x="19875" y="244796"/>
                  </a:lnTo>
                  <a:lnTo>
                    <a:pt x="19437" y="242065"/>
                  </a:lnTo>
                  <a:lnTo>
                    <a:pt x="18621" y="240237"/>
                  </a:lnTo>
                  <a:lnTo>
                    <a:pt x="17758" y="238533"/>
                  </a:lnTo>
                  <a:lnTo>
                    <a:pt x="16867" y="235030"/>
                  </a:lnTo>
                  <a:lnTo>
                    <a:pt x="14539" y="231944"/>
                  </a:lnTo>
                  <a:lnTo>
                    <a:pt x="13643" y="229528"/>
                  </a:lnTo>
                  <a:lnTo>
                    <a:pt x="12097" y="225357"/>
                  </a:lnTo>
                  <a:lnTo>
                    <a:pt x="11710" y="223252"/>
                  </a:lnTo>
                  <a:lnTo>
                    <a:pt x="11599" y="221154"/>
                  </a:lnTo>
                  <a:lnTo>
                    <a:pt x="11117" y="219186"/>
                  </a:lnTo>
                  <a:lnTo>
                    <a:pt x="10259" y="216971"/>
                  </a:lnTo>
                  <a:lnTo>
                    <a:pt x="7576" y="212200"/>
                  </a:lnTo>
                  <a:lnTo>
                    <a:pt x="6836" y="211626"/>
                  </a:lnTo>
                  <a:lnTo>
                    <a:pt x="5875" y="211114"/>
                  </a:lnTo>
                  <a:lnTo>
                    <a:pt x="4466" y="210642"/>
                  </a:lnTo>
                  <a:lnTo>
                    <a:pt x="2578" y="209551"/>
                  </a:lnTo>
                  <a:lnTo>
                    <a:pt x="929" y="207687"/>
                  </a:lnTo>
                  <a:lnTo>
                    <a:pt x="178" y="206362"/>
                  </a:lnTo>
                  <a:lnTo>
                    <a:pt x="0" y="205448"/>
                  </a:lnTo>
                  <a:lnTo>
                    <a:pt x="155" y="203911"/>
                  </a:lnTo>
                  <a:lnTo>
                    <a:pt x="752" y="201282"/>
                  </a:lnTo>
                  <a:lnTo>
                    <a:pt x="1888" y="195059"/>
                  </a:lnTo>
                  <a:lnTo>
                    <a:pt x="2672" y="190765"/>
                  </a:lnTo>
                  <a:lnTo>
                    <a:pt x="3203" y="189558"/>
                  </a:lnTo>
                  <a:lnTo>
                    <a:pt x="4660" y="189248"/>
                  </a:lnTo>
                  <a:lnTo>
                    <a:pt x="6204" y="189376"/>
                  </a:lnTo>
                  <a:lnTo>
                    <a:pt x="7334" y="189696"/>
                  </a:lnTo>
                  <a:lnTo>
                    <a:pt x="8926" y="189740"/>
                  </a:lnTo>
                  <a:lnTo>
                    <a:pt x="10837" y="189373"/>
                  </a:lnTo>
                  <a:lnTo>
                    <a:pt x="11591" y="187938"/>
                  </a:lnTo>
                  <a:lnTo>
                    <a:pt x="12193" y="186366"/>
                  </a:lnTo>
                  <a:lnTo>
                    <a:pt x="12441" y="185274"/>
                  </a:lnTo>
                  <a:lnTo>
                    <a:pt x="12523" y="182492"/>
                  </a:lnTo>
                  <a:lnTo>
                    <a:pt x="12520" y="180262"/>
                  </a:lnTo>
                  <a:lnTo>
                    <a:pt x="12401" y="171710"/>
                  </a:lnTo>
                  <a:lnTo>
                    <a:pt x="12328" y="166473"/>
                  </a:lnTo>
                  <a:lnTo>
                    <a:pt x="12243" y="160489"/>
                  </a:lnTo>
                  <a:lnTo>
                    <a:pt x="12254" y="159292"/>
                  </a:lnTo>
                  <a:lnTo>
                    <a:pt x="12268" y="157757"/>
                  </a:lnTo>
                  <a:lnTo>
                    <a:pt x="12733" y="151368"/>
                  </a:lnTo>
                  <a:lnTo>
                    <a:pt x="13174" y="147712"/>
                  </a:lnTo>
                  <a:lnTo>
                    <a:pt x="13471" y="145787"/>
                  </a:lnTo>
                  <a:lnTo>
                    <a:pt x="14677" y="139694"/>
                  </a:lnTo>
                  <a:lnTo>
                    <a:pt x="14901" y="137740"/>
                  </a:lnTo>
                  <a:lnTo>
                    <a:pt x="14942" y="135947"/>
                  </a:lnTo>
                  <a:lnTo>
                    <a:pt x="14498" y="127775"/>
                  </a:lnTo>
                  <a:lnTo>
                    <a:pt x="15273" y="123918"/>
                  </a:lnTo>
                  <a:lnTo>
                    <a:pt x="16266" y="120100"/>
                  </a:lnTo>
                  <a:lnTo>
                    <a:pt x="17136" y="118474"/>
                  </a:lnTo>
                  <a:lnTo>
                    <a:pt x="17861" y="117372"/>
                  </a:lnTo>
                  <a:lnTo>
                    <a:pt x="18200" y="117834"/>
                  </a:lnTo>
                  <a:lnTo>
                    <a:pt x="19032" y="119595"/>
                  </a:lnTo>
                  <a:lnTo>
                    <a:pt x="20125" y="121331"/>
                  </a:lnTo>
                  <a:lnTo>
                    <a:pt x="20636" y="120947"/>
                  </a:lnTo>
                  <a:lnTo>
                    <a:pt x="21386" y="119429"/>
                  </a:lnTo>
                  <a:lnTo>
                    <a:pt x="21944" y="117826"/>
                  </a:lnTo>
                  <a:lnTo>
                    <a:pt x="21870" y="114951"/>
                  </a:lnTo>
                  <a:lnTo>
                    <a:pt x="22372" y="109051"/>
                  </a:lnTo>
                  <a:lnTo>
                    <a:pt x="22277" y="105653"/>
                  </a:lnTo>
                  <a:lnTo>
                    <a:pt x="22812" y="101424"/>
                  </a:lnTo>
                  <a:lnTo>
                    <a:pt x="23400" y="95480"/>
                  </a:lnTo>
                  <a:lnTo>
                    <a:pt x="23662" y="91720"/>
                  </a:lnTo>
                  <a:lnTo>
                    <a:pt x="23998" y="89703"/>
                  </a:lnTo>
                  <a:lnTo>
                    <a:pt x="25589" y="85552"/>
                  </a:lnTo>
                  <a:lnTo>
                    <a:pt x="26955" y="79685"/>
                  </a:lnTo>
                  <a:lnTo>
                    <a:pt x="27828" y="75400"/>
                  </a:lnTo>
                  <a:lnTo>
                    <a:pt x="29492" y="68405"/>
                  </a:lnTo>
                  <a:lnTo>
                    <a:pt x="30333" y="65851"/>
                  </a:lnTo>
                  <a:lnTo>
                    <a:pt x="31019" y="64749"/>
                  </a:lnTo>
                  <a:lnTo>
                    <a:pt x="32041" y="64045"/>
                  </a:lnTo>
                  <a:lnTo>
                    <a:pt x="33937" y="63412"/>
                  </a:lnTo>
                  <a:lnTo>
                    <a:pt x="35299" y="62816"/>
                  </a:lnTo>
                  <a:lnTo>
                    <a:pt x="35500" y="61913"/>
                  </a:lnTo>
                  <a:lnTo>
                    <a:pt x="35615" y="60486"/>
                  </a:lnTo>
                  <a:lnTo>
                    <a:pt x="35635" y="57359"/>
                  </a:lnTo>
                  <a:lnTo>
                    <a:pt x="35897" y="51976"/>
                  </a:lnTo>
                  <a:lnTo>
                    <a:pt x="36488" y="46723"/>
                  </a:lnTo>
                  <a:lnTo>
                    <a:pt x="37184" y="42743"/>
                  </a:lnTo>
                  <a:lnTo>
                    <a:pt x="37562" y="40938"/>
                  </a:lnTo>
                  <a:lnTo>
                    <a:pt x="38010" y="39182"/>
                  </a:lnTo>
                  <a:lnTo>
                    <a:pt x="38514" y="36233"/>
                  </a:lnTo>
                  <a:lnTo>
                    <a:pt x="39155" y="29852"/>
                  </a:lnTo>
                  <a:lnTo>
                    <a:pt x="39119" y="25526"/>
                  </a:lnTo>
                  <a:lnTo>
                    <a:pt x="40032" y="17595"/>
                  </a:lnTo>
                  <a:lnTo>
                    <a:pt x="40237" y="17554"/>
                  </a:lnTo>
                  <a:lnTo>
                    <a:pt x="41790" y="16096"/>
                  </a:lnTo>
                  <a:lnTo>
                    <a:pt x="43298" y="15875"/>
                  </a:lnTo>
                  <a:lnTo>
                    <a:pt x="44760" y="16894"/>
                  </a:lnTo>
                  <a:lnTo>
                    <a:pt x="45712" y="17147"/>
                  </a:lnTo>
                  <a:lnTo>
                    <a:pt x="46154" y="16637"/>
                  </a:lnTo>
                  <a:lnTo>
                    <a:pt x="46562" y="15315"/>
                  </a:lnTo>
                  <a:lnTo>
                    <a:pt x="46939" y="13185"/>
                  </a:lnTo>
                  <a:lnTo>
                    <a:pt x="47536" y="12005"/>
                  </a:lnTo>
                  <a:lnTo>
                    <a:pt x="48354" y="11776"/>
                  </a:lnTo>
                  <a:lnTo>
                    <a:pt x="49450" y="14178"/>
                  </a:lnTo>
                  <a:lnTo>
                    <a:pt x="51193" y="20563"/>
                  </a:lnTo>
                  <a:lnTo>
                    <a:pt x="51642" y="20933"/>
                  </a:lnTo>
                  <a:lnTo>
                    <a:pt x="51920" y="20779"/>
                  </a:lnTo>
                  <a:lnTo>
                    <a:pt x="52797" y="15653"/>
                  </a:lnTo>
                  <a:lnTo>
                    <a:pt x="53478" y="11673"/>
                  </a:lnTo>
                  <a:lnTo>
                    <a:pt x="54749" y="4249"/>
                  </a:lnTo>
                  <a:lnTo>
                    <a:pt x="55474" y="0"/>
                  </a:lnTo>
                  <a:lnTo>
                    <a:pt x="56147" y="1233"/>
                  </a:lnTo>
                  <a:lnTo>
                    <a:pt x="56818" y="3403"/>
                  </a:lnTo>
                  <a:lnTo>
                    <a:pt x="57583" y="4419"/>
                  </a:lnTo>
                  <a:lnTo>
                    <a:pt x="58401" y="5047"/>
                  </a:lnTo>
                  <a:lnTo>
                    <a:pt x="58800" y="5126"/>
                  </a:lnTo>
                  <a:lnTo>
                    <a:pt x="59304" y="5987"/>
                  </a:lnTo>
                  <a:lnTo>
                    <a:pt x="61069" y="11284"/>
                  </a:lnTo>
                  <a:lnTo>
                    <a:pt x="61688" y="12519"/>
                  </a:lnTo>
                  <a:lnTo>
                    <a:pt x="62517" y="12643"/>
                  </a:lnTo>
                  <a:lnTo>
                    <a:pt x="66010" y="10932"/>
                  </a:lnTo>
                  <a:lnTo>
                    <a:pt x="68096" y="7843"/>
                  </a:lnTo>
                  <a:lnTo>
                    <a:pt x="68415" y="6621"/>
                  </a:lnTo>
                  <a:lnTo>
                    <a:pt x="68987" y="6621"/>
                  </a:lnTo>
                  <a:lnTo>
                    <a:pt x="69683" y="7990"/>
                  </a:lnTo>
                  <a:lnTo>
                    <a:pt x="69945" y="9301"/>
                  </a:lnTo>
                  <a:lnTo>
                    <a:pt x="70393" y="11018"/>
                  </a:lnTo>
                  <a:lnTo>
                    <a:pt x="71212" y="11287"/>
                  </a:lnTo>
                  <a:lnTo>
                    <a:pt x="73210" y="10059"/>
                  </a:lnTo>
                  <a:lnTo>
                    <a:pt x="74184" y="9324"/>
                  </a:lnTo>
                  <a:lnTo>
                    <a:pt x="75013" y="9935"/>
                  </a:lnTo>
                  <a:lnTo>
                    <a:pt x="76070" y="10438"/>
                  </a:lnTo>
                  <a:lnTo>
                    <a:pt x="76731" y="10438"/>
                  </a:lnTo>
                  <a:lnTo>
                    <a:pt x="78309" y="12163"/>
                  </a:lnTo>
                  <a:lnTo>
                    <a:pt x="80205" y="11617"/>
                  </a:lnTo>
                  <a:lnTo>
                    <a:pt x="81097" y="11708"/>
                  </a:lnTo>
                  <a:lnTo>
                    <a:pt x="82015" y="12444"/>
                  </a:lnTo>
                  <a:lnTo>
                    <a:pt x="83510" y="15194"/>
                  </a:lnTo>
                  <a:lnTo>
                    <a:pt x="85455" y="18530"/>
                  </a:lnTo>
                  <a:lnTo>
                    <a:pt x="88238" y="20915"/>
                  </a:lnTo>
                  <a:lnTo>
                    <a:pt x="88813" y="21884"/>
                  </a:lnTo>
                  <a:lnTo>
                    <a:pt x="90158" y="25683"/>
                  </a:lnTo>
                  <a:lnTo>
                    <a:pt x="92245" y="32981"/>
                  </a:lnTo>
                  <a:lnTo>
                    <a:pt x="94976" y="39964"/>
                  </a:lnTo>
                  <a:lnTo>
                    <a:pt x="97953" y="45477"/>
                  </a:lnTo>
                  <a:lnTo>
                    <a:pt x="99543" y="49298"/>
                  </a:lnTo>
                  <a:lnTo>
                    <a:pt x="100616" y="53968"/>
                  </a:lnTo>
                  <a:lnTo>
                    <a:pt x="101667" y="58210"/>
                  </a:lnTo>
                  <a:lnTo>
                    <a:pt x="102740" y="60034"/>
                  </a:lnTo>
                  <a:lnTo>
                    <a:pt x="103736" y="61487"/>
                  </a:lnTo>
                  <a:lnTo>
                    <a:pt x="104766" y="64722"/>
                  </a:lnTo>
                  <a:lnTo>
                    <a:pt x="105503" y="674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3412595" y="1856036"/>
              <a:ext cx="1840" cy="2198"/>
            </a:xfrm>
            <a:custGeom>
              <a:avLst/>
              <a:pathLst>
                <a:path w="1840" h="2198">
                  <a:moveTo>
                    <a:pt x="1615" y="1905"/>
                  </a:moveTo>
                  <a:lnTo>
                    <a:pt x="619" y="2198"/>
                  </a:lnTo>
                  <a:lnTo>
                    <a:pt x="0" y="1344"/>
                  </a:lnTo>
                  <a:lnTo>
                    <a:pt x="235" y="708"/>
                  </a:lnTo>
                  <a:lnTo>
                    <a:pt x="930" y="0"/>
                  </a:lnTo>
                  <a:lnTo>
                    <a:pt x="1681" y="98"/>
                  </a:lnTo>
                  <a:lnTo>
                    <a:pt x="1840" y="9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3414968" y="1855164"/>
              <a:ext cx="1922" cy="2826"/>
            </a:xfrm>
            <a:custGeom>
              <a:avLst/>
              <a:pathLst>
                <a:path w="1922" h="2826">
                  <a:moveTo>
                    <a:pt x="1569" y="1810"/>
                  </a:moveTo>
                  <a:lnTo>
                    <a:pt x="432" y="2826"/>
                  </a:lnTo>
                  <a:lnTo>
                    <a:pt x="0" y="2584"/>
                  </a:lnTo>
                  <a:lnTo>
                    <a:pt x="110" y="871"/>
                  </a:lnTo>
                  <a:lnTo>
                    <a:pt x="786" y="87"/>
                  </a:lnTo>
                  <a:lnTo>
                    <a:pt x="192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3419308" y="1850172"/>
              <a:ext cx="3842" cy="6062"/>
            </a:xfrm>
            <a:custGeom>
              <a:avLst/>
              <a:pathLst>
                <a:path w="3842" h="6062">
                  <a:moveTo>
                    <a:pt x="1112" y="0"/>
                  </a:moveTo>
                  <a:lnTo>
                    <a:pt x="2550" y="685"/>
                  </a:lnTo>
                  <a:lnTo>
                    <a:pt x="3154" y="439"/>
                  </a:lnTo>
                  <a:lnTo>
                    <a:pt x="3842" y="1990"/>
                  </a:lnTo>
                  <a:lnTo>
                    <a:pt x="2676" y="2977"/>
                  </a:lnTo>
                  <a:lnTo>
                    <a:pt x="2596" y="4201"/>
                  </a:lnTo>
                  <a:lnTo>
                    <a:pt x="3056" y="4961"/>
                  </a:lnTo>
                  <a:lnTo>
                    <a:pt x="3218" y="6062"/>
                  </a:lnTo>
                  <a:lnTo>
                    <a:pt x="2057" y="6061"/>
                  </a:lnTo>
                  <a:lnTo>
                    <a:pt x="1501" y="5134"/>
                  </a:lnTo>
                  <a:lnTo>
                    <a:pt x="1259" y="3958"/>
                  </a:lnTo>
                  <a:lnTo>
                    <a:pt x="719" y="3128"/>
                  </a:lnTo>
                  <a:lnTo>
                    <a:pt x="0" y="2494"/>
                  </a:lnTo>
                  <a:lnTo>
                    <a:pt x="352" y="1650"/>
                  </a:lnTo>
                  <a:lnTo>
                    <a:pt x="553" y="4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3416225" y="1847241"/>
              <a:ext cx="2141" cy="4067"/>
            </a:xfrm>
            <a:custGeom>
              <a:avLst/>
              <a:pathLst>
                <a:path w="2141" h="4067">
                  <a:moveTo>
                    <a:pt x="2141" y="3937"/>
                  </a:moveTo>
                  <a:lnTo>
                    <a:pt x="1315" y="4067"/>
                  </a:lnTo>
                  <a:lnTo>
                    <a:pt x="147" y="2602"/>
                  </a:lnTo>
                  <a:lnTo>
                    <a:pt x="0" y="2030"/>
                  </a:lnTo>
                  <a:lnTo>
                    <a:pt x="457" y="1698"/>
                  </a:lnTo>
                  <a:lnTo>
                    <a:pt x="155" y="520"/>
                  </a:lnTo>
                  <a:lnTo>
                    <a:pt x="245" y="0"/>
                  </a:lnTo>
                  <a:lnTo>
                    <a:pt x="1148" y="929"/>
                  </a:lnTo>
                  <a:lnTo>
                    <a:pt x="1642" y="2015"/>
                  </a:lnTo>
                  <a:lnTo>
                    <a:pt x="1159" y="2268"/>
                  </a:lnTo>
                  <a:lnTo>
                    <a:pt x="1977" y="33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3409513" y="1842267"/>
              <a:ext cx="2683" cy="4683"/>
            </a:xfrm>
            <a:custGeom>
              <a:avLst/>
              <a:pathLst>
                <a:path w="2683" h="4683">
                  <a:moveTo>
                    <a:pt x="2683" y="3211"/>
                  </a:moveTo>
                  <a:lnTo>
                    <a:pt x="2525" y="4586"/>
                  </a:lnTo>
                  <a:lnTo>
                    <a:pt x="1754" y="4433"/>
                  </a:lnTo>
                  <a:lnTo>
                    <a:pt x="970" y="4683"/>
                  </a:lnTo>
                  <a:lnTo>
                    <a:pt x="338" y="3318"/>
                  </a:lnTo>
                  <a:lnTo>
                    <a:pt x="0" y="1017"/>
                  </a:lnTo>
                  <a:lnTo>
                    <a:pt x="115" y="522"/>
                  </a:lnTo>
                  <a:lnTo>
                    <a:pt x="607" y="0"/>
                  </a:lnTo>
                  <a:lnTo>
                    <a:pt x="984" y="126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3408029" y="1764273"/>
              <a:ext cx="3839" cy="3715"/>
            </a:xfrm>
            <a:custGeom>
              <a:avLst/>
              <a:pathLst>
                <a:path w="3839" h="3715">
                  <a:moveTo>
                    <a:pt x="1520" y="1076"/>
                  </a:moveTo>
                  <a:lnTo>
                    <a:pt x="1642" y="1627"/>
                  </a:lnTo>
                  <a:lnTo>
                    <a:pt x="2307" y="1475"/>
                  </a:lnTo>
                  <a:lnTo>
                    <a:pt x="3203" y="471"/>
                  </a:lnTo>
                  <a:lnTo>
                    <a:pt x="3839" y="940"/>
                  </a:lnTo>
                  <a:lnTo>
                    <a:pt x="3767" y="2374"/>
                  </a:lnTo>
                  <a:lnTo>
                    <a:pt x="3335" y="2319"/>
                  </a:lnTo>
                  <a:lnTo>
                    <a:pt x="3216" y="2083"/>
                  </a:lnTo>
                  <a:lnTo>
                    <a:pt x="2663" y="2903"/>
                  </a:lnTo>
                  <a:lnTo>
                    <a:pt x="2564" y="3399"/>
                  </a:lnTo>
                  <a:lnTo>
                    <a:pt x="1925" y="3715"/>
                  </a:lnTo>
                  <a:lnTo>
                    <a:pt x="742" y="2312"/>
                  </a:lnTo>
                  <a:lnTo>
                    <a:pt x="0" y="5"/>
                  </a:lnTo>
                  <a:lnTo>
                    <a:pt x="1731" y="0"/>
                  </a:lnTo>
                  <a:lnTo>
                    <a:pt x="1565" y="5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3447690" y="1710828"/>
              <a:ext cx="4780" cy="3800"/>
            </a:xfrm>
            <a:custGeom>
              <a:avLst/>
              <a:pathLst>
                <a:path w="4780" h="3800">
                  <a:moveTo>
                    <a:pt x="3085" y="2819"/>
                  </a:moveTo>
                  <a:lnTo>
                    <a:pt x="1389" y="3800"/>
                  </a:lnTo>
                  <a:lnTo>
                    <a:pt x="23" y="3187"/>
                  </a:lnTo>
                  <a:lnTo>
                    <a:pt x="0" y="1286"/>
                  </a:lnTo>
                  <a:lnTo>
                    <a:pt x="847" y="367"/>
                  </a:lnTo>
                  <a:lnTo>
                    <a:pt x="2378" y="0"/>
                  </a:lnTo>
                  <a:lnTo>
                    <a:pt x="4474" y="918"/>
                  </a:lnTo>
                  <a:lnTo>
                    <a:pt x="4780" y="1409"/>
                  </a:lnTo>
                  <a:lnTo>
                    <a:pt x="3579" y="17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3402786" y="1563721"/>
              <a:ext cx="123937" cy="302842"/>
            </a:xfrm>
            <a:custGeom>
              <a:avLst/>
              <a:pathLst>
                <a:path w="123937" h="302842">
                  <a:moveTo>
                    <a:pt x="94746" y="30815"/>
                  </a:moveTo>
                  <a:lnTo>
                    <a:pt x="93986" y="31179"/>
                  </a:lnTo>
                  <a:lnTo>
                    <a:pt x="91638" y="32616"/>
                  </a:lnTo>
                  <a:lnTo>
                    <a:pt x="90206" y="33586"/>
                  </a:lnTo>
                  <a:lnTo>
                    <a:pt x="88480" y="34297"/>
                  </a:lnTo>
                  <a:lnTo>
                    <a:pt x="88928" y="35239"/>
                  </a:lnTo>
                  <a:lnTo>
                    <a:pt x="91795" y="35438"/>
                  </a:lnTo>
                  <a:lnTo>
                    <a:pt x="92236" y="35706"/>
                  </a:lnTo>
                  <a:lnTo>
                    <a:pt x="92554" y="36191"/>
                  </a:lnTo>
                  <a:lnTo>
                    <a:pt x="92609" y="36966"/>
                  </a:lnTo>
                  <a:lnTo>
                    <a:pt x="92318" y="38219"/>
                  </a:lnTo>
                  <a:lnTo>
                    <a:pt x="89221" y="45127"/>
                  </a:lnTo>
                  <a:lnTo>
                    <a:pt x="89123" y="46583"/>
                  </a:lnTo>
                  <a:lnTo>
                    <a:pt x="90139" y="50631"/>
                  </a:lnTo>
                  <a:lnTo>
                    <a:pt x="91558" y="55405"/>
                  </a:lnTo>
                  <a:lnTo>
                    <a:pt x="95849" y="57528"/>
                  </a:lnTo>
                  <a:lnTo>
                    <a:pt x="99038" y="59186"/>
                  </a:lnTo>
                  <a:lnTo>
                    <a:pt x="101086" y="63109"/>
                  </a:lnTo>
                  <a:lnTo>
                    <a:pt x="104463" y="68283"/>
                  </a:lnTo>
                  <a:lnTo>
                    <a:pt x="106253" y="70216"/>
                  </a:lnTo>
                  <a:lnTo>
                    <a:pt x="106354" y="70816"/>
                  </a:lnTo>
                  <a:lnTo>
                    <a:pt x="105821" y="74386"/>
                  </a:lnTo>
                  <a:lnTo>
                    <a:pt x="103657" y="77962"/>
                  </a:lnTo>
                  <a:lnTo>
                    <a:pt x="101632" y="80978"/>
                  </a:lnTo>
                  <a:lnTo>
                    <a:pt x="99536" y="84611"/>
                  </a:lnTo>
                  <a:lnTo>
                    <a:pt x="97897" y="87709"/>
                  </a:lnTo>
                  <a:lnTo>
                    <a:pt x="96122" y="91421"/>
                  </a:lnTo>
                  <a:lnTo>
                    <a:pt x="95918" y="92624"/>
                  </a:lnTo>
                  <a:lnTo>
                    <a:pt x="95885" y="93761"/>
                  </a:lnTo>
                  <a:lnTo>
                    <a:pt x="96190" y="95018"/>
                  </a:lnTo>
                  <a:lnTo>
                    <a:pt x="98464" y="99560"/>
                  </a:lnTo>
                  <a:lnTo>
                    <a:pt x="99349" y="101879"/>
                  </a:lnTo>
                  <a:lnTo>
                    <a:pt x="100407" y="104386"/>
                  </a:lnTo>
                  <a:lnTo>
                    <a:pt x="101315" y="107119"/>
                  </a:lnTo>
                  <a:lnTo>
                    <a:pt x="101842" y="109567"/>
                  </a:lnTo>
                  <a:lnTo>
                    <a:pt x="102752" y="111953"/>
                  </a:lnTo>
                  <a:lnTo>
                    <a:pt x="103318" y="113172"/>
                  </a:lnTo>
                  <a:lnTo>
                    <a:pt x="104258" y="114880"/>
                  </a:lnTo>
                  <a:lnTo>
                    <a:pt x="105392" y="117421"/>
                  </a:lnTo>
                  <a:lnTo>
                    <a:pt x="105769" y="119434"/>
                  </a:lnTo>
                  <a:lnTo>
                    <a:pt x="107483" y="126420"/>
                  </a:lnTo>
                  <a:lnTo>
                    <a:pt x="107656" y="128200"/>
                  </a:lnTo>
                  <a:lnTo>
                    <a:pt x="107571" y="129518"/>
                  </a:lnTo>
                  <a:lnTo>
                    <a:pt x="106818" y="129842"/>
                  </a:lnTo>
                  <a:lnTo>
                    <a:pt x="105156" y="130051"/>
                  </a:lnTo>
                  <a:lnTo>
                    <a:pt x="103354" y="130916"/>
                  </a:lnTo>
                  <a:lnTo>
                    <a:pt x="103263" y="131206"/>
                  </a:lnTo>
                  <a:lnTo>
                    <a:pt x="104439" y="132855"/>
                  </a:lnTo>
                  <a:lnTo>
                    <a:pt x="103401" y="135671"/>
                  </a:lnTo>
                  <a:lnTo>
                    <a:pt x="103251" y="139704"/>
                  </a:lnTo>
                  <a:lnTo>
                    <a:pt x="102142" y="141820"/>
                  </a:lnTo>
                  <a:lnTo>
                    <a:pt x="102038" y="142312"/>
                  </a:lnTo>
                  <a:lnTo>
                    <a:pt x="102088" y="142723"/>
                  </a:lnTo>
                  <a:lnTo>
                    <a:pt x="102284" y="143045"/>
                  </a:lnTo>
                  <a:lnTo>
                    <a:pt x="104338" y="143611"/>
                  </a:lnTo>
                  <a:lnTo>
                    <a:pt x="104515" y="144185"/>
                  </a:lnTo>
                  <a:lnTo>
                    <a:pt x="104524" y="145374"/>
                  </a:lnTo>
                  <a:lnTo>
                    <a:pt x="104341" y="146472"/>
                  </a:lnTo>
                  <a:lnTo>
                    <a:pt x="103310" y="147287"/>
                  </a:lnTo>
                  <a:lnTo>
                    <a:pt x="102202" y="148494"/>
                  </a:lnTo>
                  <a:lnTo>
                    <a:pt x="101957" y="149603"/>
                  </a:lnTo>
                  <a:lnTo>
                    <a:pt x="101995" y="150594"/>
                  </a:lnTo>
                  <a:lnTo>
                    <a:pt x="102373" y="152268"/>
                  </a:lnTo>
                  <a:lnTo>
                    <a:pt x="103101" y="154218"/>
                  </a:lnTo>
                  <a:lnTo>
                    <a:pt x="104027" y="155444"/>
                  </a:lnTo>
                  <a:lnTo>
                    <a:pt x="107316" y="156603"/>
                  </a:lnTo>
                  <a:lnTo>
                    <a:pt x="107741" y="157563"/>
                  </a:lnTo>
                  <a:lnTo>
                    <a:pt x="107922" y="158877"/>
                  </a:lnTo>
                  <a:lnTo>
                    <a:pt x="107853" y="160162"/>
                  </a:lnTo>
                  <a:lnTo>
                    <a:pt x="106325" y="162730"/>
                  </a:lnTo>
                  <a:lnTo>
                    <a:pt x="106337" y="163718"/>
                  </a:lnTo>
                  <a:lnTo>
                    <a:pt x="106965" y="166109"/>
                  </a:lnTo>
                  <a:lnTo>
                    <a:pt x="107717" y="168392"/>
                  </a:lnTo>
                  <a:lnTo>
                    <a:pt x="110925" y="170865"/>
                  </a:lnTo>
                  <a:lnTo>
                    <a:pt x="112029" y="172221"/>
                  </a:lnTo>
                  <a:lnTo>
                    <a:pt x="112323" y="173300"/>
                  </a:lnTo>
                  <a:lnTo>
                    <a:pt x="112484" y="175040"/>
                  </a:lnTo>
                  <a:lnTo>
                    <a:pt x="112463" y="176926"/>
                  </a:lnTo>
                  <a:lnTo>
                    <a:pt x="112211" y="178601"/>
                  </a:lnTo>
                  <a:lnTo>
                    <a:pt x="111205" y="180761"/>
                  </a:lnTo>
                  <a:lnTo>
                    <a:pt x="108877" y="185022"/>
                  </a:lnTo>
                  <a:lnTo>
                    <a:pt x="106536" y="186676"/>
                  </a:lnTo>
                  <a:lnTo>
                    <a:pt x="106393" y="187036"/>
                  </a:lnTo>
                  <a:lnTo>
                    <a:pt x="107118" y="188399"/>
                  </a:lnTo>
                  <a:lnTo>
                    <a:pt x="111242" y="193865"/>
                  </a:lnTo>
                  <a:lnTo>
                    <a:pt x="113930" y="196423"/>
                  </a:lnTo>
                  <a:lnTo>
                    <a:pt x="117558" y="199875"/>
                  </a:lnTo>
                  <a:lnTo>
                    <a:pt x="119898" y="202604"/>
                  </a:lnTo>
                  <a:lnTo>
                    <a:pt x="120655" y="204566"/>
                  </a:lnTo>
                  <a:lnTo>
                    <a:pt x="121668" y="206747"/>
                  </a:lnTo>
                  <a:lnTo>
                    <a:pt x="122807" y="208531"/>
                  </a:lnTo>
                  <a:lnTo>
                    <a:pt x="123628" y="210079"/>
                  </a:lnTo>
                  <a:lnTo>
                    <a:pt x="123937" y="211075"/>
                  </a:lnTo>
                  <a:lnTo>
                    <a:pt x="123908" y="212145"/>
                  </a:lnTo>
                  <a:lnTo>
                    <a:pt x="122810" y="215374"/>
                  </a:lnTo>
                  <a:lnTo>
                    <a:pt x="122187" y="217870"/>
                  </a:lnTo>
                  <a:lnTo>
                    <a:pt x="121088" y="221529"/>
                  </a:lnTo>
                  <a:lnTo>
                    <a:pt x="119965" y="224083"/>
                  </a:lnTo>
                  <a:lnTo>
                    <a:pt x="117115" y="228740"/>
                  </a:lnTo>
                  <a:lnTo>
                    <a:pt x="112912" y="234538"/>
                  </a:lnTo>
                  <a:lnTo>
                    <a:pt x="111936" y="236292"/>
                  </a:lnTo>
                  <a:lnTo>
                    <a:pt x="109969" y="239347"/>
                  </a:lnTo>
                  <a:lnTo>
                    <a:pt x="106602" y="245477"/>
                  </a:lnTo>
                  <a:lnTo>
                    <a:pt x="105731" y="246831"/>
                  </a:lnTo>
                  <a:lnTo>
                    <a:pt x="102970" y="251720"/>
                  </a:lnTo>
                  <a:lnTo>
                    <a:pt x="101713" y="253276"/>
                  </a:lnTo>
                  <a:lnTo>
                    <a:pt x="100725" y="254730"/>
                  </a:lnTo>
                  <a:lnTo>
                    <a:pt x="97991" y="259353"/>
                  </a:lnTo>
                  <a:lnTo>
                    <a:pt x="95054" y="262862"/>
                  </a:lnTo>
                  <a:lnTo>
                    <a:pt x="92171" y="266121"/>
                  </a:lnTo>
                  <a:lnTo>
                    <a:pt x="91306" y="267773"/>
                  </a:lnTo>
                  <a:lnTo>
                    <a:pt x="90230" y="269033"/>
                  </a:lnTo>
                  <a:lnTo>
                    <a:pt x="88946" y="270232"/>
                  </a:lnTo>
                  <a:lnTo>
                    <a:pt x="88405" y="270903"/>
                  </a:lnTo>
                  <a:lnTo>
                    <a:pt x="85504" y="275367"/>
                  </a:lnTo>
                  <a:lnTo>
                    <a:pt x="81480" y="281564"/>
                  </a:lnTo>
                  <a:lnTo>
                    <a:pt x="81071" y="281660"/>
                  </a:lnTo>
                  <a:lnTo>
                    <a:pt x="80023" y="282662"/>
                  </a:lnTo>
                  <a:lnTo>
                    <a:pt x="78385" y="282904"/>
                  </a:lnTo>
                  <a:lnTo>
                    <a:pt x="77673" y="283670"/>
                  </a:lnTo>
                  <a:lnTo>
                    <a:pt x="75170" y="281489"/>
                  </a:lnTo>
                  <a:lnTo>
                    <a:pt x="74754" y="281347"/>
                  </a:lnTo>
                  <a:lnTo>
                    <a:pt x="73281" y="281888"/>
                  </a:lnTo>
                  <a:lnTo>
                    <a:pt x="71868" y="283474"/>
                  </a:lnTo>
                  <a:lnTo>
                    <a:pt x="69260" y="283959"/>
                  </a:lnTo>
                  <a:lnTo>
                    <a:pt x="67965" y="284473"/>
                  </a:lnTo>
                  <a:lnTo>
                    <a:pt x="67139" y="285205"/>
                  </a:lnTo>
                  <a:lnTo>
                    <a:pt x="66969" y="283471"/>
                  </a:lnTo>
                  <a:lnTo>
                    <a:pt x="67326" y="281272"/>
                  </a:lnTo>
                  <a:lnTo>
                    <a:pt x="67900" y="279806"/>
                  </a:lnTo>
                  <a:lnTo>
                    <a:pt x="67954" y="278851"/>
                  </a:lnTo>
                  <a:lnTo>
                    <a:pt x="67532" y="278951"/>
                  </a:lnTo>
                  <a:lnTo>
                    <a:pt x="66697" y="281101"/>
                  </a:lnTo>
                  <a:lnTo>
                    <a:pt x="66250" y="283613"/>
                  </a:lnTo>
                  <a:lnTo>
                    <a:pt x="65357" y="284875"/>
                  </a:lnTo>
                  <a:lnTo>
                    <a:pt x="63392" y="285392"/>
                  </a:lnTo>
                  <a:lnTo>
                    <a:pt x="61476" y="283373"/>
                  </a:lnTo>
                  <a:lnTo>
                    <a:pt x="60567" y="283393"/>
                  </a:lnTo>
                  <a:lnTo>
                    <a:pt x="61138" y="284839"/>
                  </a:lnTo>
                  <a:lnTo>
                    <a:pt x="61524" y="286426"/>
                  </a:lnTo>
                  <a:lnTo>
                    <a:pt x="61474" y="287315"/>
                  </a:lnTo>
                  <a:lnTo>
                    <a:pt x="60453" y="287159"/>
                  </a:lnTo>
                  <a:lnTo>
                    <a:pt x="59316" y="288110"/>
                  </a:lnTo>
                  <a:lnTo>
                    <a:pt x="58319" y="289501"/>
                  </a:lnTo>
                  <a:lnTo>
                    <a:pt x="57836" y="289504"/>
                  </a:lnTo>
                  <a:lnTo>
                    <a:pt x="57166" y="287560"/>
                  </a:lnTo>
                  <a:lnTo>
                    <a:pt x="55937" y="288468"/>
                  </a:lnTo>
                  <a:lnTo>
                    <a:pt x="54887" y="289687"/>
                  </a:lnTo>
                  <a:lnTo>
                    <a:pt x="52754" y="290068"/>
                  </a:lnTo>
                  <a:lnTo>
                    <a:pt x="51482" y="291671"/>
                  </a:lnTo>
                  <a:lnTo>
                    <a:pt x="49231" y="292753"/>
                  </a:lnTo>
                  <a:lnTo>
                    <a:pt x="47994" y="292727"/>
                  </a:lnTo>
                  <a:lnTo>
                    <a:pt x="45175" y="294030"/>
                  </a:lnTo>
                  <a:lnTo>
                    <a:pt x="44238" y="296038"/>
                  </a:lnTo>
                  <a:lnTo>
                    <a:pt x="43416" y="296777"/>
                  </a:lnTo>
                  <a:lnTo>
                    <a:pt x="42246" y="296155"/>
                  </a:lnTo>
                  <a:lnTo>
                    <a:pt x="38642" y="297135"/>
                  </a:lnTo>
                  <a:lnTo>
                    <a:pt x="35197" y="298420"/>
                  </a:lnTo>
                  <a:lnTo>
                    <a:pt x="33731" y="298347"/>
                  </a:lnTo>
                  <a:lnTo>
                    <a:pt x="32265" y="297813"/>
                  </a:lnTo>
                  <a:lnTo>
                    <a:pt x="30711" y="299599"/>
                  </a:lnTo>
                  <a:lnTo>
                    <a:pt x="29061" y="301988"/>
                  </a:lnTo>
                  <a:lnTo>
                    <a:pt x="27243" y="302842"/>
                  </a:lnTo>
                  <a:lnTo>
                    <a:pt x="26591" y="302537"/>
                  </a:lnTo>
                  <a:lnTo>
                    <a:pt x="27112" y="301283"/>
                  </a:lnTo>
                  <a:lnTo>
                    <a:pt x="28315" y="299986"/>
                  </a:lnTo>
                  <a:lnTo>
                    <a:pt x="29141" y="298227"/>
                  </a:lnTo>
                  <a:lnTo>
                    <a:pt x="29254" y="296761"/>
                  </a:lnTo>
                  <a:lnTo>
                    <a:pt x="28686" y="296185"/>
                  </a:lnTo>
                  <a:lnTo>
                    <a:pt x="27911" y="296009"/>
                  </a:lnTo>
                  <a:lnTo>
                    <a:pt x="26934" y="294494"/>
                  </a:lnTo>
                  <a:lnTo>
                    <a:pt x="25998" y="291209"/>
                  </a:lnTo>
                  <a:lnTo>
                    <a:pt x="25492" y="291029"/>
                  </a:lnTo>
                  <a:lnTo>
                    <a:pt x="25234" y="291891"/>
                  </a:lnTo>
                  <a:lnTo>
                    <a:pt x="24947" y="294411"/>
                  </a:lnTo>
                  <a:lnTo>
                    <a:pt x="24655" y="295136"/>
                  </a:lnTo>
                  <a:lnTo>
                    <a:pt x="24160" y="295714"/>
                  </a:lnTo>
                  <a:lnTo>
                    <a:pt x="23564" y="296295"/>
                  </a:lnTo>
                  <a:lnTo>
                    <a:pt x="22983" y="296578"/>
                  </a:lnTo>
                  <a:lnTo>
                    <a:pt x="20900" y="296543"/>
                  </a:lnTo>
                  <a:lnTo>
                    <a:pt x="20626" y="295271"/>
                  </a:lnTo>
                  <a:lnTo>
                    <a:pt x="20626" y="294738"/>
                  </a:lnTo>
                  <a:lnTo>
                    <a:pt x="20995" y="293063"/>
                  </a:lnTo>
                  <a:lnTo>
                    <a:pt x="20672" y="292770"/>
                  </a:lnTo>
                  <a:lnTo>
                    <a:pt x="20979" y="291457"/>
                  </a:lnTo>
                  <a:lnTo>
                    <a:pt x="21471" y="291528"/>
                  </a:lnTo>
                  <a:lnTo>
                    <a:pt x="22053" y="291333"/>
                  </a:lnTo>
                  <a:lnTo>
                    <a:pt x="22344" y="290658"/>
                  </a:lnTo>
                  <a:lnTo>
                    <a:pt x="22322" y="289851"/>
                  </a:lnTo>
                  <a:lnTo>
                    <a:pt x="21513" y="289642"/>
                  </a:lnTo>
                  <a:lnTo>
                    <a:pt x="21463" y="289092"/>
                  </a:lnTo>
                  <a:lnTo>
                    <a:pt x="22185" y="286796"/>
                  </a:lnTo>
                  <a:lnTo>
                    <a:pt x="22288" y="286161"/>
                  </a:lnTo>
                  <a:lnTo>
                    <a:pt x="22008" y="286029"/>
                  </a:lnTo>
                  <a:lnTo>
                    <a:pt x="21556" y="286279"/>
                  </a:lnTo>
                  <a:lnTo>
                    <a:pt x="18574" y="285559"/>
                  </a:lnTo>
                  <a:lnTo>
                    <a:pt x="14896" y="282623"/>
                  </a:lnTo>
                  <a:lnTo>
                    <a:pt x="13991" y="282471"/>
                  </a:lnTo>
                  <a:lnTo>
                    <a:pt x="13434" y="279850"/>
                  </a:lnTo>
                  <a:lnTo>
                    <a:pt x="12547" y="280182"/>
                  </a:lnTo>
                  <a:lnTo>
                    <a:pt x="11254" y="281717"/>
                  </a:lnTo>
                  <a:lnTo>
                    <a:pt x="10284" y="280551"/>
                  </a:lnTo>
                  <a:lnTo>
                    <a:pt x="9241" y="279783"/>
                  </a:lnTo>
                  <a:lnTo>
                    <a:pt x="8953" y="278584"/>
                  </a:lnTo>
                  <a:lnTo>
                    <a:pt x="8967" y="276816"/>
                  </a:lnTo>
                  <a:lnTo>
                    <a:pt x="8878" y="274729"/>
                  </a:lnTo>
                  <a:lnTo>
                    <a:pt x="8593" y="272288"/>
                  </a:lnTo>
                  <a:lnTo>
                    <a:pt x="8384" y="268818"/>
                  </a:lnTo>
                  <a:lnTo>
                    <a:pt x="8579" y="266107"/>
                  </a:lnTo>
                  <a:lnTo>
                    <a:pt x="9411" y="264100"/>
                  </a:lnTo>
                  <a:lnTo>
                    <a:pt x="9730" y="262819"/>
                  </a:lnTo>
                  <a:lnTo>
                    <a:pt x="10121" y="259548"/>
                  </a:lnTo>
                  <a:lnTo>
                    <a:pt x="10208" y="255717"/>
                  </a:lnTo>
                  <a:lnTo>
                    <a:pt x="9988" y="254413"/>
                  </a:lnTo>
                  <a:lnTo>
                    <a:pt x="10043" y="253546"/>
                  </a:lnTo>
                  <a:lnTo>
                    <a:pt x="10706" y="253546"/>
                  </a:lnTo>
                  <a:lnTo>
                    <a:pt x="10562" y="252801"/>
                  </a:lnTo>
                  <a:lnTo>
                    <a:pt x="10270" y="252394"/>
                  </a:lnTo>
                  <a:lnTo>
                    <a:pt x="9948" y="251547"/>
                  </a:lnTo>
                  <a:lnTo>
                    <a:pt x="10223" y="251098"/>
                  </a:lnTo>
                  <a:lnTo>
                    <a:pt x="11017" y="251067"/>
                  </a:lnTo>
                  <a:lnTo>
                    <a:pt x="11081" y="250781"/>
                  </a:lnTo>
                  <a:lnTo>
                    <a:pt x="11171" y="250377"/>
                  </a:lnTo>
                  <a:lnTo>
                    <a:pt x="10557" y="248152"/>
                  </a:lnTo>
                  <a:lnTo>
                    <a:pt x="10486" y="247092"/>
                  </a:lnTo>
                  <a:lnTo>
                    <a:pt x="9633" y="243873"/>
                  </a:lnTo>
                  <a:lnTo>
                    <a:pt x="8660" y="240821"/>
                  </a:lnTo>
                  <a:lnTo>
                    <a:pt x="7196" y="238614"/>
                  </a:lnTo>
                  <a:lnTo>
                    <a:pt x="7715" y="234979"/>
                  </a:lnTo>
                  <a:lnTo>
                    <a:pt x="8307" y="231694"/>
                  </a:lnTo>
                  <a:lnTo>
                    <a:pt x="8189" y="230111"/>
                  </a:lnTo>
                  <a:lnTo>
                    <a:pt x="7963" y="228185"/>
                  </a:lnTo>
                  <a:lnTo>
                    <a:pt x="6171" y="226073"/>
                  </a:lnTo>
                  <a:lnTo>
                    <a:pt x="5905" y="223096"/>
                  </a:lnTo>
                  <a:lnTo>
                    <a:pt x="5467" y="219900"/>
                  </a:lnTo>
                  <a:lnTo>
                    <a:pt x="5632" y="217941"/>
                  </a:lnTo>
                  <a:lnTo>
                    <a:pt x="5923" y="216442"/>
                  </a:lnTo>
                  <a:lnTo>
                    <a:pt x="6512" y="214948"/>
                  </a:lnTo>
                  <a:lnTo>
                    <a:pt x="9485" y="210236"/>
                  </a:lnTo>
                  <a:lnTo>
                    <a:pt x="9667" y="207776"/>
                  </a:lnTo>
                  <a:lnTo>
                    <a:pt x="11682" y="207597"/>
                  </a:lnTo>
                  <a:lnTo>
                    <a:pt x="10747" y="205399"/>
                  </a:lnTo>
                  <a:lnTo>
                    <a:pt x="10527" y="204164"/>
                  </a:lnTo>
                  <a:lnTo>
                    <a:pt x="10480" y="202722"/>
                  </a:lnTo>
                  <a:lnTo>
                    <a:pt x="13379" y="201735"/>
                  </a:lnTo>
                  <a:lnTo>
                    <a:pt x="14461" y="202546"/>
                  </a:lnTo>
                  <a:lnTo>
                    <a:pt x="17012" y="201545"/>
                  </a:lnTo>
                  <a:lnTo>
                    <a:pt x="19276" y="199585"/>
                  </a:lnTo>
                  <a:lnTo>
                    <a:pt x="19236" y="198545"/>
                  </a:lnTo>
                  <a:lnTo>
                    <a:pt x="18888" y="197613"/>
                  </a:lnTo>
                  <a:lnTo>
                    <a:pt x="18408" y="195818"/>
                  </a:lnTo>
                  <a:lnTo>
                    <a:pt x="18748" y="195320"/>
                  </a:lnTo>
                  <a:lnTo>
                    <a:pt x="19574" y="195687"/>
                  </a:lnTo>
                  <a:lnTo>
                    <a:pt x="19195" y="194795"/>
                  </a:lnTo>
                  <a:lnTo>
                    <a:pt x="19264" y="193854"/>
                  </a:lnTo>
                  <a:lnTo>
                    <a:pt x="20165" y="194245"/>
                  </a:lnTo>
                  <a:lnTo>
                    <a:pt x="21637" y="191621"/>
                  </a:lnTo>
                  <a:lnTo>
                    <a:pt x="21690" y="189615"/>
                  </a:lnTo>
                  <a:lnTo>
                    <a:pt x="24233" y="188566"/>
                  </a:lnTo>
                  <a:lnTo>
                    <a:pt x="27165" y="184475"/>
                  </a:lnTo>
                  <a:lnTo>
                    <a:pt x="28518" y="183201"/>
                  </a:lnTo>
                  <a:lnTo>
                    <a:pt x="29825" y="182279"/>
                  </a:lnTo>
                  <a:lnTo>
                    <a:pt x="32610" y="178191"/>
                  </a:lnTo>
                  <a:lnTo>
                    <a:pt x="33802" y="178001"/>
                  </a:lnTo>
                  <a:lnTo>
                    <a:pt x="34415" y="175245"/>
                  </a:lnTo>
                  <a:lnTo>
                    <a:pt x="36783" y="171579"/>
                  </a:lnTo>
                  <a:lnTo>
                    <a:pt x="37502" y="171110"/>
                  </a:lnTo>
                  <a:lnTo>
                    <a:pt x="38609" y="167804"/>
                  </a:lnTo>
                  <a:lnTo>
                    <a:pt x="41517" y="163984"/>
                  </a:lnTo>
                  <a:lnTo>
                    <a:pt x="43360" y="159113"/>
                  </a:lnTo>
                  <a:lnTo>
                    <a:pt x="44377" y="157383"/>
                  </a:lnTo>
                  <a:lnTo>
                    <a:pt x="44692" y="155540"/>
                  </a:lnTo>
                  <a:lnTo>
                    <a:pt x="45824" y="155384"/>
                  </a:lnTo>
                  <a:lnTo>
                    <a:pt x="46845" y="154031"/>
                  </a:lnTo>
                  <a:lnTo>
                    <a:pt x="49055" y="153087"/>
                  </a:lnTo>
                  <a:lnTo>
                    <a:pt x="51237" y="153349"/>
                  </a:lnTo>
                  <a:lnTo>
                    <a:pt x="52145" y="153991"/>
                  </a:lnTo>
                  <a:lnTo>
                    <a:pt x="52984" y="153787"/>
                  </a:lnTo>
                  <a:lnTo>
                    <a:pt x="52900" y="152131"/>
                  </a:lnTo>
                  <a:lnTo>
                    <a:pt x="52301" y="151108"/>
                  </a:lnTo>
                  <a:lnTo>
                    <a:pt x="52790" y="150125"/>
                  </a:lnTo>
                  <a:lnTo>
                    <a:pt x="53943" y="149381"/>
                  </a:lnTo>
                  <a:lnTo>
                    <a:pt x="53826" y="147736"/>
                  </a:lnTo>
                  <a:lnTo>
                    <a:pt x="53575" y="146746"/>
                  </a:lnTo>
                  <a:lnTo>
                    <a:pt x="52617" y="145427"/>
                  </a:lnTo>
                  <a:lnTo>
                    <a:pt x="53094" y="142474"/>
                  </a:lnTo>
                  <a:lnTo>
                    <a:pt x="53208" y="139238"/>
                  </a:lnTo>
                  <a:lnTo>
                    <a:pt x="53662" y="135499"/>
                  </a:lnTo>
                  <a:lnTo>
                    <a:pt x="52457" y="133518"/>
                  </a:lnTo>
                  <a:lnTo>
                    <a:pt x="47888" y="130148"/>
                  </a:lnTo>
                  <a:lnTo>
                    <a:pt x="47035" y="130265"/>
                  </a:lnTo>
                  <a:lnTo>
                    <a:pt x="46020" y="129842"/>
                  </a:lnTo>
                  <a:lnTo>
                    <a:pt x="44960" y="127288"/>
                  </a:lnTo>
                  <a:lnTo>
                    <a:pt x="45434" y="125085"/>
                  </a:lnTo>
                  <a:lnTo>
                    <a:pt x="45488" y="124273"/>
                  </a:lnTo>
                  <a:lnTo>
                    <a:pt x="45074" y="124297"/>
                  </a:lnTo>
                  <a:lnTo>
                    <a:pt x="44404" y="125371"/>
                  </a:lnTo>
                  <a:lnTo>
                    <a:pt x="42947" y="126599"/>
                  </a:lnTo>
                  <a:lnTo>
                    <a:pt x="41053" y="125656"/>
                  </a:lnTo>
                  <a:lnTo>
                    <a:pt x="40122" y="125866"/>
                  </a:lnTo>
                  <a:lnTo>
                    <a:pt x="38913" y="120412"/>
                  </a:lnTo>
                  <a:lnTo>
                    <a:pt x="38295" y="118328"/>
                  </a:lnTo>
                  <a:lnTo>
                    <a:pt x="37304" y="115731"/>
                  </a:lnTo>
                  <a:lnTo>
                    <a:pt x="35534" y="114463"/>
                  </a:lnTo>
                  <a:lnTo>
                    <a:pt x="35188" y="113746"/>
                  </a:lnTo>
                  <a:lnTo>
                    <a:pt x="34953" y="112646"/>
                  </a:lnTo>
                  <a:lnTo>
                    <a:pt x="34876" y="111120"/>
                  </a:lnTo>
                  <a:lnTo>
                    <a:pt x="34653" y="108862"/>
                  </a:lnTo>
                  <a:lnTo>
                    <a:pt x="34746" y="107009"/>
                  </a:lnTo>
                  <a:lnTo>
                    <a:pt x="34963" y="105906"/>
                  </a:lnTo>
                  <a:lnTo>
                    <a:pt x="35726" y="105164"/>
                  </a:lnTo>
                  <a:lnTo>
                    <a:pt x="36829" y="103073"/>
                  </a:lnTo>
                  <a:lnTo>
                    <a:pt x="37060" y="101554"/>
                  </a:lnTo>
                  <a:lnTo>
                    <a:pt x="37154" y="99224"/>
                  </a:lnTo>
                  <a:lnTo>
                    <a:pt x="37662" y="97190"/>
                  </a:lnTo>
                  <a:lnTo>
                    <a:pt x="38227" y="96161"/>
                  </a:lnTo>
                  <a:lnTo>
                    <a:pt x="38085" y="95343"/>
                  </a:lnTo>
                  <a:lnTo>
                    <a:pt x="37695" y="94173"/>
                  </a:lnTo>
                  <a:lnTo>
                    <a:pt x="36873" y="92512"/>
                  </a:lnTo>
                  <a:lnTo>
                    <a:pt x="35619" y="90486"/>
                  </a:lnTo>
                  <a:lnTo>
                    <a:pt x="34692" y="88550"/>
                  </a:lnTo>
                  <a:lnTo>
                    <a:pt x="34285" y="86739"/>
                  </a:lnTo>
                  <a:lnTo>
                    <a:pt x="34076" y="85122"/>
                  </a:lnTo>
                  <a:lnTo>
                    <a:pt x="34110" y="83650"/>
                  </a:lnTo>
                  <a:lnTo>
                    <a:pt x="34457" y="82649"/>
                  </a:lnTo>
                  <a:lnTo>
                    <a:pt x="35642" y="81388"/>
                  </a:lnTo>
                  <a:lnTo>
                    <a:pt x="35800" y="80852"/>
                  </a:lnTo>
                  <a:lnTo>
                    <a:pt x="35331" y="78066"/>
                  </a:lnTo>
                  <a:lnTo>
                    <a:pt x="34505" y="77560"/>
                  </a:lnTo>
                  <a:lnTo>
                    <a:pt x="33100" y="77290"/>
                  </a:lnTo>
                  <a:lnTo>
                    <a:pt x="32316" y="77267"/>
                  </a:lnTo>
                  <a:lnTo>
                    <a:pt x="32166" y="76962"/>
                  </a:lnTo>
                  <a:lnTo>
                    <a:pt x="32127" y="76403"/>
                  </a:lnTo>
                  <a:lnTo>
                    <a:pt x="32286" y="75260"/>
                  </a:lnTo>
                  <a:lnTo>
                    <a:pt x="32730" y="73951"/>
                  </a:lnTo>
                  <a:lnTo>
                    <a:pt x="33099" y="73117"/>
                  </a:lnTo>
                  <a:lnTo>
                    <a:pt x="33148" y="72411"/>
                  </a:lnTo>
                  <a:lnTo>
                    <a:pt x="32681" y="69991"/>
                  </a:lnTo>
                  <a:lnTo>
                    <a:pt x="32540" y="67025"/>
                  </a:lnTo>
                  <a:lnTo>
                    <a:pt x="32700" y="64701"/>
                  </a:lnTo>
                  <a:lnTo>
                    <a:pt x="34188" y="62987"/>
                  </a:lnTo>
                  <a:lnTo>
                    <a:pt x="34255" y="62361"/>
                  </a:lnTo>
                  <a:lnTo>
                    <a:pt x="32386" y="60501"/>
                  </a:lnTo>
                  <a:lnTo>
                    <a:pt x="31037" y="58393"/>
                  </a:lnTo>
                  <a:lnTo>
                    <a:pt x="30618" y="57163"/>
                  </a:lnTo>
                  <a:lnTo>
                    <a:pt x="29073" y="56977"/>
                  </a:lnTo>
                  <a:lnTo>
                    <a:pt x="28112" y="53403"/>
                  </a:lnTo>
                  <a:lnTo>
                    <a:pt x="26721" y="51663"/>
                  </a:lnTo>
                  <a:lnTo>
                    <a:pt x="25344" y="50159"/>
                  </a:lnTo>
                  <a:lnTo>
                    <a:pt x="24530" y="49459"/>
                  </a:lnTo>
                  <a:lnTo>
                    <a:pt x="19757" y="47301"/>
                  </a:lnTo>
                  <a:lnTo>
                    <a:pt x="17861" y="46890"/>
                  </a:lnTo>
                  <a:lnTo>
                    <a:pt x="15617" y="45630"/>
                  </a:lnTo>
                  <a:lnTo>
                    <a:pt x="13944" y="44049"/>
                  </a:lnTo>
                  <a:lnTo>
                    <a:pt x="12512" y="43032"/>
                  </a:lnTo>
                  <a:lnTo>
                    <a:pt x="11285" y="41778"/>
                  </a:lnTo>
                  <a:lnTo>
                    <a:pt x="9575" y="40605"/>
                  </a:lnTo>
                  <a:lnTo>
                    <a:pt x="9086" y="39602"/>
                  </a:lnTo>
                  <a:lnTo>
                    <a:pt x="7240" y="37745"/>
                  </a:lnTo>
                  <a:lnTo>
                    <a:pt x="6373" y="36523"/>
                  </a:lnTo>
                  <a:lnTo>
                    <a:pt x="3365" y="34215"/>
                  </a:lnTo>
                  <a:lnTo>
                    <a:pt x="3256" y="33304"/>
                  </a:lnTo>
                  <a:lnTo>
                    <a:pt x="3234" y="32425"/>
                  </a:lnTo>
                  <a:lnTo>
                    <a:pt x="3099" y="32060"/>
                  </a:lnTo>
                  <a:lnTo>
                    <a:pt x="0" y="30375"/>
                  </a:lnTo>
                  <a:lnTo>
                    <a:pt x="609" y="29411"/>
                  </a:lnTo>
                  <a:lnTo>
                    <a:pt x="3032" y="29354"/>
                  </a:lnTo>
                  <a:lnTo>
                    <a:pt x="5036" y="30231"/>
                  </a:lnTo>
                  <a:lnTo>
                    <a:pt x="5477" y="29856"/>
                  </a:lnTo>
                  <a:lnTo>
                    <a:pt x="5742" y="29077"/>
                  </a:lnTo>
                  <a:lnTo>
                    <a:pt x="4888" y="25952"/>
                  </a:lnTo>
                  <a:lnTo>
                    <a:pt x="5041" y="25138"/>
                  </a:lnTo>
                  <a:lnTo>
                    <a:pt x="5922" y="24158"/>
                  </a:lnTo>
                  <a:lnTo>
                    <a:pt x="7320" y="23378"/>
                  </a:lnTo>
                  <a:lnTo>
                    <a:pt x="9527" y="23265"/>
                  </a:lnTo>
                  <a:lnTo>
                    <a:pt x="11032" y="23380"/>
                  </a:lnTo>
                  <a:lnTo>
                    <a:pt x="11351" y="23465"/>
                  </a:lnTo>
                  <a:lnTo>
                    <a:pt x="13598" y="26900"/>
                  </a:lnTo>
                  <a:lnTo>
                    <a:pt x="15526" y="30250"/>
                  </a:lnTo>
                  <a:lnTo>
                    <a:pt x="16550" y="31678"/>
                  </a:lnTo>
                  <a:lnTo>
                    <a:pt x="19056" y="35724"/>
                  </a:lnTo>
                  <a:lnTo>
                    <a:pt x="19994" y="38065"/>
                  </a:lnTo>
                  <a:lnTo>
                    <a:pt x="20312" y="39742"/>
                  </a:lnTo>
                  <a:lnTo>
                    <a:pt x="21331" y="39732"/>
                  </a:lnTo>
                  <a:lnTo>
                    <a:pt x="24855" y="40468"/>
                  </a:lnTo>
                  <a:lnTo>
                    <a:pt x="27815" y="41087"/>
                  </a:lnTo>
                  <a:lnTo>
                    <a:pt x="28640" y="42026"/>
                  </a:lnTo>
                  <a:lnTo>
                    <a:pt x="30680" y="41837"/>
                  </a:lnTo>
                  <a:lnTo>
                    <a:pt x="32253" y="40990"/>
                  </a:lnTo>
                  <a:lnTo>
                    <a:pt x="35030" y="39920"/>
                  </a:lnTo>
                  <a:lnTo>
                    <a:pt x="35774" y="38604"/>
                  </a:lnTo>
                  <a:lnTo>
                    <a:pt x="36698" y="37200"/>
                  </a:lnTo>
                  <a:lnTo>
                    <a:pt x="38326" y="37421"/>
                  </a:lnTo>
                  <a:lnTo>
                    <a:pt x="40106" y="38530"/>
                  </a:lnTo>
                  <a:lnTo>
                    <a:pt x="42127" y="39989"/>
                  </a:lnTo>
                  <a:lnTo>
                    <a:pt x="43927" y="40664"/>
                  </a:lnTo>
                  <a:lnTo>
                    <a:pt x="46342" y="41723"/>
                  </a:lnTo>
                  <a:lnTo>
                    <a:pt x="47468" y="43092"/>
                  </a:lnTo>
                  <a:lnTo>
                    <a:pt x="49046" y="43483"/>
                  </a:lnTo>
                  <a:lnTo>
                    <a:pt x="50699" y="42114"/>
                  </a:lnTo>
                  <a:lnTo>
                    <a:pt x="51675" y="38400"/>
                  </a:lnTo>
                  <a:lnTo>
                    <a:pt x="52541" y="36744"/>
                  </a:lnTo>
                  <a:lnTo>
                    <a:pt x="53767" y="35529"/>
                  </a:lnTo>
                  <a:lnTo>
                    <a:pt x="55172" y="34992"/>
                  </a:lnTo>
                  <a:lnTo>
                    <a:pt x="56245" y="34799"/>
                  </a:lnTo>
                  <a:lnTo>
                    <a:pt x="57055" y="33854"/>
                  </a:lnTo>
                  <a:lnTo>
                    <a:pt x="58210" y="31756"/>
                  </a:lnTo>
                  <a:lnTo>
                    <a:pt x="58435" y="29215"/>
                  </a:lnTo>
                  <a:lnTo>
                    <a:pt x="58213" y="24626"/>
                  </a:lnTo>
                  <a:lnTo>
                    <a:pt x="58424" y="23112"/>
                  </a:lnTo>
                  <a:lnTo>
                    <a:pt x="59366" y="20635"/>
                  </a:lnTo>
                  <a:lnTo>
                    <a:pt x="60630" y="14071"/>
                  </a:lnTo>
                  <a:lnTo>
                    <a:pt x="61198" y="12180"/>
                  </a:lnTo>
                  <a:lnTo>
                    <a:pt x="61890" y="11030"/>
                  </a:lnTo>
                  <a:lnTo>
                    <a:pt x="62840" y="10346"/>
                  </a:lnTo>
                  <a:lnTo>
                    <a:pt x="64567" y="8359"/>
                  </a:lnTo>
                  <a:lnTo>
                    <a:pt x="67033" y="4426"/>
                  </a:lnTo>
                  <a:lnTo>
                    <a:pt x="67702" y="4093"/>
                  </a:lnTo>
                  <a:lnTo>
                    <a:pt x="69473" y="3894"/>
                  </a:lnTo>
                  <a:lnTo>
                    <a:pt x="71676" y="4039"/>
                  </a:lnTo>
                  <a:lnTo>
                    <a:pt x="73657" y="4732"/>
                  </a:lnTo>
                  <a:lnTo>
                    <a:pt x="73871" y="4679"/>
                  </a:lnTo>
                  <a:lnTo>
                    <a:pt x="74758" y="4318"/>
                  </a:lnTo>
                  <a:lnTo>
                    <a:pt x="76375" y="3096"/>
                  </a:lnTo>
                  <a:lnTo>
                    <a:pt x="79142" y="667"/>
                  </a:lnTo>
                  <a:lnTo>
                    <a:pt x="80915" y="0"/>
                  </a:lnTo>
                  <a:lnTo>
                    <a:pt x="82528" y="93"/>
                  </a:lnTo>
                  <a:lnTo>
                    <a:pt x="84315" y="2752"/>
                  </a:lnTo>
                  <a:lnTo>
                    <a:pt x="86834" y="5714"/>
                  </a:lnTo>
                  <a:lnTo>
                    <a:pt x="88453" y="7153"/>
                  </a:lnTo>
                  <a:lnTo>
                    <a:pt x="92867" y="9850"/>
                  </a:lnTo>
                  <a:lnTo>
                    <a:pt x="96742" y="11624"/>
                  </a:lnTo>
                  <a:lnTo>
                    <a:pt x="98920" y="17488"/>
                  </a:lnTo>
                  <a:lnTo>
                    <a:pt x="97846" y="19824"/>
                  </a:lnTo>
                  <a:lnTo>
                    <a:pt x="97312" y="20629"/>
                  </a:lnTo>
                  <a:lnTo>
                    <a:pt x="95416" y="22955"/>
                  </a:lnTo>
                  <a:lnTo>
                    <a:pt x="93388" y="26237"/>
                  </a:lnTo>
                  <a:lnTo>
                    <a:pt x="93233" y="27948"/>
                  </a:lnTo>
                  <a:lnTo>
                    <a:pt x="93906" y="296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5151129" y="4274323"/>
              <a:ext cx="482" cy="1134"/>
            </a:xfrm>
            <a:custGeom>
              <a:avLst/>
              <a:pathLst>
                <a:path w="482" h="1134">
                  <a:moveTo>
                    <a:pt x="482" y="813"/>
                  </a:moveTo>
                  <a:lnTo>
                    <a:pt x="393" y="1134"/>
                  </a:lnTo>
                  <a:lnTo>
                    <a:pt x="65" y="1030"/>
                  </a:lnTo>
                  <a:lnTo>
                    <a:pt x="0" y="372"/>
                  </a:lnTo>
                  <a:lnTo>
                    <a:pt x="193" y="0"/>
                  </a:lnTo>
                  <a:lnTo>
                    <a:pt x="460" y="25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139044" y="4244131"/>
              <a:ext cx="185" cy="623"/>
            </a:xfrm>
            <a:custGeom>
              <a:avLst/>
              <a:pathLst>
                <a:path w="185" h="623">
                  <a:moveTo>
                    <a:pt x="84" y="623"/>
                  </a:moveTo>
                  <a:lnTo>
                    <a:pt x="16" y="427"/>
                  </a:lnTo>
                  <a:lnTo>
                    <a:pt x="0" y="210"/>
                  </a:lnTo>
                  <a:lnTo>
                    <a:pt x="68" y="0"/>
                  </a:lnTo>
                  <a:lnTo>
                    <a:pt x="129" y="196"/>
                  </a:lnTo>
                  <a:lnTo>
                    <a:pt x="185" y="41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140542" y="4198840"/>
              <a:ext cx="721" cy="1832"/>
            </a:xfrm>
            <a:custGeom>
              <a:avLst/>
              <a:pathLst>
                <a:path w="721" h="1832">
                  <a:moveTo>
                    <a:pt x="721" y="1566"/>
                  </a:moveTo>
                  <a:lnTo>
                    <a:pt x="594" y="1832"/>
                  </a:lnTo>
                  <a:lnTo>
                    <a:pt x="283" y="1535"/>
                  </a:lnTo>
                  <a:lnTo>
                    <a:pt x="31" y="1134"/>
                  </a:lnTo>
                  <a:lnTo>
                    <a:pt x="0" y="712"/>
                  </a:lnTo>
                  <a:lnTo>
                    <a:pt x="106" y="173"/>
                  </a:lnTo>
                  <a:lnTo>
                    <a:pt x="476" y="0"/>
                  </a:lnTo>
                  <a:lnTo>
                    <a:pt x="405" y="170"/>
                  </a:lnTo>
                  <a:lnTo>
                    <a:pt x="255" y="360"/>
                  </a:lnTo>
                  <a:lnTo>
                    <a:pt x="279" y="891"/>
                  </a:lnTo>
                  <a:lnTo>
                    <a:pt x="471" y="1214"/>
                  </a:lnTo>
                  <a:lnTo>
                    <a:pt x="659" y="130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5189414" y="4193566"/>
              <a:ext cx="6009" cy="6417"/>
            </a:xfrm>
            <a:custGeom>
              <a:avLst/>
              <a:pathLst>
                <a:path w="6009" h="6417">
                  <a:moveTo>
                    <a:pt x="6009" y="1171"/>
                  </a:moveTo>
                  <a:lnTo>
                    <a:pt x="6006" y="2441"/>
                  </a:lnTo>
                  <a:lnTo>
                    <a:pt x="4545" y="3283"/>
                  </a:lnTo>
                  <a:lnTo>
                    <a:pt x="4053" y="2236"/>
                  </a:lnTo>
                  <a:lnTo>
                    <a:pt x="3739" y="2045"/>
                  </a:lnTo>
                  <a:lnTo>
                    <a:pt x="2868" y="3901"/>
                  </a:lnTo>
                  <a:lnTo>
                    <a:pt x="2617" y="4663"/>
                  </a:lnTo>
                  <a:lnTo>
                    <a:pt x="2533" y="5237"/>
                  </a:lnTo>
                  <a:lnTo>
                    <a:pt x="2309" y="5526"/>
                  </a:lnTo>
                  <a:lnTo>
                    <a:pt x="705" y="6417"/>
                  </a:lnTo>
                  <a:lnTo>
                    <a:pt x="0" y="5528"/>
                  </a:lnTo>
                  <a:lnTo>
                    <a:pt x="477" y="4922"/>
                  </a:lnTo>
                  <a:lnTo>
                    <a:pt x="1059" y="3713"/>
                  </a:lnTo>
                  <a:lnTo>
                    <a:pt x="1651" y="3892"/>
                  </a:lnTo>
                  <a:lnTo>
                    <a:pt x="2247" y="2761"/>
                  </a:lnTo>
                  <a:lnTo>
                    <a:pt x="2835" y="1038"/>
                  </a:lnTo>
                  <a:lnTo>
                    <a:pt x="3673" y="666"/>
                  </a:lnTo>
                  <a:lnTo>
                    <a:pt x="4264" y="0"/>
                  </a:lnTo>
                  <a:lnTo>
                    <a:pt x="5241" y="4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126136" y="4193263"/>
              <a:ext cx="791" cy="2325"/>
            </a:xfrm>
            <a:custGeom>
              <a:avLst/>
              <a:pathLst>
                <a:path w="791" h="2325">
                  <a:moveTo>
                    <a:pt x="766" y="476"/>
                  </a:moveTo>
                  <a:lnTo>
                    <a:pt x="791" y="1347"/>
                  </a:lnTo>
                  <a:lnTo>
                    <a:pt x="623" y="1298"/>
                  </a:lnTo>
                  <a:lnTo>
                    <a:pt x="421" y="926"/>
                  </a:lnTo>
                  <a:lnTo>
                    <a:pt x="317" y="1108"/>
                  </a:lnTo>
                  <a:lnTo>
                    <a:pt x="247" y="1376"/>
                  </a:lnTo>
                  <a:lnTo>
                    <a:pt x="212" y="1982"/>
                  </a:lnTo>
                  <a:lnTo>
                    <a:pt x="183" y="2325"/>
                  </a:lnTo>
                  <a:lnTo>
                    <a:pt x="26" y="2201"/>
                  </a:lnTo>
                  <a:lnTo>
                    <a:pt x="0" y="1601"/>
                  </a:lnTo>
                  <a:lnTo>
                    <a:pt x="51" y="1180"/>
                  </a:lnTo>
                  <a:lnTo>
                    <a:pt x="126" y="562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137712" y="4171459"/>
              <a:ext cx="976" cy="1953"/>
            </a:xfrm>
            <a:custGeom>
              <a:avLst/>
              <a:pathLst>
                <a:path w="976" h="1953">
                  <a:moveTo>
                    <a:pt x="976" y="1405"/>
                  </a:moveTo>
                  <a:lnTo>
                    <a:pt x="843" y="1953"/>
                  </a:lnTo>
                  <a:lnTo>
                    <a:pt x="233" y="1059"/>
                  </a:lnTo>
                  <a:lnTo>
                    <a:pt x="0" y="464"/>
                  </a:lnTo>
                  <a:lnTo>
                    <a:pt x="647" y="0"/>
                  </a:lnTo>
                  <a:lnTo>
                    <a:pt x="963" y="15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5204117" y="4164299"/>
              <a:ext cx="1236" cy="4917"/>
            </a:xfrm>
            <a:custGeom>
              <a:avLst/>
              <a:pathLst>
                <a:path w="1236" h="4917">
                  <a:moveTo>
                    <a:pt x="1087" y="4677"/>
                  </a:moveTo>
                  <a:lnTo>
                    <a:pt x="986" y="4917"/>
                  </a:lnTo>
                  <a:lnTo>
                    <a:pt x="0" y="2556"/>
                  </a:lnTo>
                  <a:lnTo>
                    <a:pt x="33" y="1624"/>
                  </a:lnTo>
                  <a:lnTo>
                    <a:pt x="207" y="787"/>
                  </a:lnTo>
                  <a:lnTo>
                    <a:pt x="600" y="0"/>
                  </a:lnTo>
                  <a:lnTo>
                    <a:pt x="958" y="1344"/>
                  </a:lnTo>
                  <a:lnTo>
                    <a:pt x="1236" y="35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1135088" y="4163601"/>
              <a:ext cx="1032" cy="2109"/>
            </a:xfrm>
            <a:custGeom>
              <a:avLst/>
              <a:pathLst>
                <a:path w="1032" h="2109">
                  <a:moveTo>
                    <a:pt x="1032" y="1662"/>
                  </a:moveTo>
                  <a:lnTo>
                    <a:pt x="688" y="2109"/>
                  </a:lnTo>
                  <a:lnTo>
                    <a:pt x="451" y="2008"/>
                  </a:lnTo>
                  <a:lnTo>
                    <a:pt x="172" y="1535"/>
                  </a:lnTo>
                  <a:lnTo>
                    <a:pt x="0" y="701"/>
                  </a:lnTo>
                  <a:lnTo>
                    <a:pt x="356" y="0"/>
                  </a:lnTo>
                  <a:lnTo>
                    <a:pt x="907" y="79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143284" y="4162282"/>
              <a:ext cx="1204" cy="2585"/>
            </a:xfrm>
            <a:custGeom>
              <a:avLst/>
              <a:pathLst>
                <a:path w="1204" h="2585">
                  <a:moveTo>
                    <a:pt x="1204" y="2273"/>
                  </a:moveTo>
                  <a:lnTo>
                    <a:pt x="572" y="2585"/>
                  </a:lnTo>
                  <a:lnTo>
                    <a:pt x="0" y="1333"/>
                  </a:lnTo>
                  <a:lnTo>
                    <a:pt x="361" y="0"/>
                  </a:lnTo>
                  <a:lnTo>
                    <a:pt x="873" y="314"/>
                  </a:lnTo>
                  <a:lnTo>
                    <a:pt x="1165" y="160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5198373" y="4154690"/>
              <a:ext cx="1190" cy="3780"/>
            </a:xfrm>
            <a:custGeom>
              <a:avLst/>
              <a:pathLst>
                <a:path w="1190" h="3780">
                  <a:moveTo>
                    <a:pt x="906" y="3255"/>
                  </a:moveTo>
                  <a:lnTo>
                    <a:pt x="322" y="3780"/>
                  </a:lnTo>
                  <a:lnTo>
                    <a:pt x="0" y="1976"/>
                  </a:lnTo>
                  <a:lnTo>
                    <a:pt x="447" y="164"/>
                  </a:lnTo>
                  <a:lnTo>
                    <a:pt x="946" y="0"/>
                  </a:lnTo>
                  <a:lnTo>
                    <a:pt x="1190" y="184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5181422" y="4145652"/>
              <a:ext cx="16042" cy="28103"/>
            </a:xfrm>
            <a:custGeom>
              <a:avLst/>
              <a:pathLst>
                <a:path w="16042" h="28103">
                  <a:moveTo>
                    <a:pt x="11642" y="1742"/>
                  </a:moveTo>
                  <a:lnTo>
                    <a:pt x="11642" y="3050"/>
                  </a:lnTo>
                  <a:lnTo>
                    <a:pt x="11975" y="3615"/>
                  </a:lnTo>
                  <a:lnTo>
                    <a:pt x="12305" y="3708"/>
                  </a:lnTo>
                  <a:lnTo>
                    <a:pt x="13127" y="6207"/>
                  </a:lnTo>
                  <a:lnTo>
                    <a:pt x="14402" y="8356"/>
                  </a:lnTo>
                  <a:lnTo>
                    <a:pt x="15179" y="10001"/>
                  </a:lnTo>
                  <a:lnTo>
                    <a:pt x="15225" y="11406"/>
                  </a:lnTo>
                  <a:lnTo>
                    <a:pt x="14989" y="12893"/>
                  </a:lnTo>
                  <a:lnTo>
                    <a:pt x="15317" y="15553"/>
                  </a:lnTo>
                  <a:lnTo>
                    <a:pt x="15477" y="18315"/>
                  </a:lnTo>
                  <a:lnTo>
                    <a:pt x="16042" y="22689"/>
                  </a:lnTo>
                  <a:lnTo>
                    <a:pt x="15244" y="23520"/>
                  </a:lnTo>
                  <a:lnTo>
                    <a:pt x="13988" y="23619"/>
                  </a:lnTo>
                  <a:lnTo>
                    <a:pt x="13697" y="24406"/>
                  </a:lnTo>
                  <a:lnTo>
                    <a:pt x="13269" y="23971"/>
                  </a:lnTo>
                  <a:lnTo>
                    <a:pt x="12225" y="24297"/>
                  </a:lnTo>
                  <a:lnTo>
                    <a:pt x="11228" y="25737"/>
                  </a:lnTo>
                  <a:lnTo>
                    <a:pt x="10279" y="27693"/>
                  </a:lnTo>
                  <a:lnTo>
                    <a:pt x="9187" y="27699"/>
                  </a:lnTo>
                  <a:lnTo>
                    <a:pt x="7955" y="28103"/>
                  </a:lnTo>
                  <a:lnTo>
                    <a:pt x="6724" y="27832"/>
                  </a:lnTo>
                  <a:lnTo>
                    <a:pt x="5858" y="26787"/>
                  </a:lnTo>
                  <a:lnTo>
                    <a:pt x="4332" y="25650"/>
                  </a:lnTo>
                  <a:lnTo>
                    <a:pt x="2298" y="24680"/>
                  </a:lnTo>
                  <a:lnTo>
                    <a:pt x="1457" y="23867"/>
                  </a:lnTo>
                  <a:lnTo>
                    <a:pt x="755" y="22591"/>
                  </a:lnTo>
                  <a:lnTo>
                    <a:pt x="97" y="19374"/>
                  </a:lnTo>
                  <a:lnTo>
                    <a:pt x="0" y="17787"/>
                  </a:lnTo>
                  <a:lnTo>
                    <a:pt x="103" y="16266"/>
                  </a:lnTo>
                  <a:lnTo>
                    <a:pt x="697" y="15752"/>
                  </a:lnTo>
                  <a:lnTo>
                    <a:pt x="1195" y="14982"/>
                  </a:lnTo>
                  <a:lnTo>
                    <a:pt x="1266" y="13978"/>
                  </a:lnTo>
                  <a:lnTo>
                    <a:pt x="1485" y="13276"/>
                  </a:lnTo>
                  <a:lnTo>
                    <a:pt x="1772" y="13022"/>
                  </a:lnTo>
                  <a:lnTo>
                    <a:pt x="1911" y="12538"/>
                  </a:lnTo>
                  <a:lnTo>
                    <a:pt x="1711" y="10907"/>
                  </a:lnTo>
                  <a:lnTo>
                    <a:pt x="1655" y="9415"/>
                  </a:lnTo>
                  <a:lnTo>
                    <a:pt x="2834" y="6694"/>
                  </a:lnTo>
                  <a:lnTo>
                    <a:pt x="4122" y="4374"/>
                  </a:lnTo>
                  <a:lnTo>
                    <a:pt x="6394" y="2230"/>
                  </a:lnTo>
                  <a:lnTo>
                    <a:pt x="7782" y="2426"/>
                  </a:lnTo>
                  <a:lnTo>
                    <a:pt x="9910" y="776"/>
                  </a:lnTo>
                  <a:lnTo>
                    <a:pt x="10591" y="0"/>
                  </a:lnTo>
                  <a:lnTo>
                    <a:pt x="11267" y="47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5205476" y="4143973"/>
              <a:ext cx="840" cy="4068"/>
            </a:xfrm>
            <a:custGeom>
              <a:avLst/>
              <a:pathLst>
                <a:path w="840" h="4068">
                  <a:moveTo>
                    <a:pt x="558" y="3269"/>
                  </a:moveTo>
                  <a:lnTo>
                    <a:pt x="179" y="4068"/>
                  </a:lnTo>
                  <a:lnTo>
                    <a:pt x="0" y="0"/>
                  </a:lnTo>
                  <a:lnTo>
                    <a:pt x="391" y="34"/>
                  </a:lnTo>
                  <a:lnTo>
                    <a:pt x="677" y="455"/>
                  </a:lnTo>
                  <a:lnTo>
                    <a:pt x="840" y="14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0"/>
            <p:cNvSpPr/>
            <p:nvPr/>
          </p:nvSpPr>
          <p:spPr>
            <a:xfrm>
              <a:off x="1135784" y="4140787"/>
              <a:ext cx="1167" cy="4689"/>
            </a:xfrm>
            <a:custGeom>
              <a:avLst/>
              <a:pathLst>
                <a:path w="1167" h="4689">
                  <a:moveTo>
                    <a:pt x="694" y="3679"/>
                  </a:moveTo>
                  <a:lnTo>
                    <a:pt x="406" y="4689"/>
                  </a:lnTo>
                  <a:lnTo>
                    <a:pt x="156" y="4331"/>
                  </a:lnTo>
                  <a:lnTo>
                    <a:pt x="478" y="2634"/>
                  </a:lnTo>
                  <a:lnTo>
                    <a:pt x="524" y="1901"/>
                  </a:lnTo>
                  <a:lnTo>
                    <a:pt x="31" y="1007"/>
                  </a:lnTo>
                  <a:lnTo>
                    <a:pt x="0" y="383"/>
                  </a:lnTo>
                  <a:lnTo>
                    <a:pt x="143" y="0"/>
                  </a:lnTo>
                  <a:lnTo>
                    <a:pt x="736" y="995"/>
                  </a:lnTo>
                  <a:lnTo>
                    <a:pt x="1096" y="1774"/>
                  </a:lnTo>
                  <a:lnTo>
                    <a:pt x="1167" y="2207"/>
                  </a:lnTo>
                  <a:lnTo>
                    <a:pt x="1057" y="296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1"/>
            <p:cNvSpPr/>
            <p:nvPr/>
          </p:nvSpPr>
          <p:spPr>
            <a:xfrm>
              <a:off x="5180604" y="4137841"/>
              <a:ext cx="1187" cy="3405"/>
            </a:xfrm>
            <a:custGeom>
              <a:avLst/>
              <a:pathLst>
                <a:path w="1187" h="3405">
                  <a:moveTo>
                    <a:pt x="583" y="2908"/>
                  </a:moveTo>
                  <a:lnTo>
                    <a:pt x="0" y="3405"/>
                  </a:lnTo>
                  <a:lnTo>
                    <a:pt x="310" y="1053"/>
                  </a:lnTo>
                  <a:lnTo>
                    <a:pt x="640" y="317"/>
                  </a:lnTo>
                  <a:lnTo>
                    <a:pt x="848" y="164"/>
                  </a:lnTo>
                  <a:lnTo>
                    <a:pt x="1187" y="0"/>
                  </a:lnTo>
                  <a:lnTo>
                    <a:pt x="1055" y="16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2"/>
            <p:cNvSpPr/>
            <p:nvPr/>
          </p:nvSpPr>
          <p:spPr>
            <a:xfrm>
              <a:off x="5211424" y="4127193"/>
              <a:ext cx="3187" cy="9219"/>
            </a:xfrm>
            <a:custGeom>
              <a:avLst/>
              <a:pathLst>
                <a:path w="3187" h="9219">
                  <a:moveTo>
                    <a:pt x="1169" y="8120"/>
                  </a:moveTo>
                  <a:lnTo>
                    <a:pt x="328" y="9219"/>
                  </a:lnTo>
                  <a:lnTo>
                    <a:pt x="0" y="8149"/>
                  </a:lnTo>
                  <a:lnTo>
                    <a:pt x="385" y="5546"/>
                  </a:lnTo>
                  <a:lnTo>
                    <a:pt x="1169" y="2879"/>
                  </a:lnTo>
                  <a:lnTo>
                    <a:pt x="2378" y="357"/>
                  </a:lnTo>
                  <a:lnTo>
                    <a:pt x="2748" y="0"/>
                  </a:lnTo>
                  <a:lnTo>
                    <a:pt x="3187" y="2276"/>
                  </a:lnTo>
                  <a:lnTo>
                    <a:pt x="2671" y="4787"/>
                  </a:lnTo>
                  <a:lnTo>
                    <a:pt x="1454" y="698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3"/>
            <p:cNvSpPr/>
            <p:nvPr/>
          </p:nvSpPr>
          <p:spPr>
            <a:xfrm>
              <a:off x="5212420" y="4119606"/>
              <a:ext cx="1299" cy="3240"/>
            </a:xfrm>
            <a:custGeom>
              <a:avLst/>
              <a:pathLst>
                <a:path w="1299" h="3240">
                  <a:moveTo>
                    <a:pt x="174" y="3205"/>
                  </a:moveTo>
                  <a:lnTo>
                    <a:pt x="28" y="3240"/>
                  </a:lnTo>
                  <a:lnTo>
                    <a:pt x="0" y="2677"/>
                  </a:lnTo>
                  <a:lnTo>
                    <a:pt x="174" y="1693"/>
                  </a:lnTo>
                  <a:lnTo>
                    <a:pt x="814" y="291"/>
                  </a:lnTo>
                  <a:lnTo>
                    <a:pt x="1299" y="0"/>
                  </a:lnTo>
                  <a:lnTo>
                    <a:pt x="999" y="1405"/>
                  </a:lnTo>
                  <a:lnTo>
                    <a:pt x="975" y="210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4"/>
            <p:cNvSpPr/>
            <p:nvPr/>
          </p:nvSpPr>
          <p:spPr>
            <a:xfrm>
              <a:off x="5195532" y="4110580"/>
              <a:ext cx="17691" cy="25119"/>
            </a:xfrm>
            <a:custGeom>
              <a:avLst/>
              <a:pathLst>
                <a:path w="17691" h="25119">
                  <a:moveTo>
                    <a:pt x="17062" y="1246"/>
                  </a:moveTo>
                  <a:lnTo>
                    <a:pt x="15338" y="5188"/>
                  </a:lnTo>
                  <a:lnTo>
                    <a:pt x="14721" y="7216"/>
                  </a:lnTo>
                  <a:lnTo>
                    <a:pt x="14202" y="9461"/>
                  </a:lnTo>
                  <a:lnTo>
                    <a:pt x="12737" y="11868"/>
                  </a:lnTo>
                  <a:lnTo>
                    <a:pt x="12112" y="15094"/>
                  </a:lnTo>
                  <a:lnTo>
                    <a:pt x="12158" y="18361"/>
                  </a:lnTo>
                  <a:lnTo>
                    <a:pt x="13622" y="14947"/>
                  </a:lnTo>
                  <a:lnTo>
                    <a:pt x="15256" y="12157"/>
                  </a:lnTo>
                  <a:lnTo>
                    <a:pt x="15755" y="11594"/>
                  </a:lnTo>
                  <a:lnTo>
                    <a:pt x="16271" y="11623"/>
                  </a:lnTo>
                  <a:lnTo>
                    <a:pt x="16228" y="12575"/>
                  </a:lnTo>
                  <a:lnTo>
                    <a:pt x="15994" y="13519"/>
                  </a:lnTo>
                  <a:lnTo>
                    <a:pt x="15813" y="15983"/>
                  </a:lnTo>
                  <a:lnTo>
                    <a:pt x="16243" y="18271"/>
                  </a:lnTo>
                  <a:lnTo>
                    <a:pt x="15027" y="18049"/>
                  </a:lnTo>
                  <a:lnTo>
                    <a:pt x="13823" y="18245"/>
                  </a:lnTo>
                  <a:lnTo>
                    <a:pt x="12394" y="19530"/>
                  </a:lnTo>
                  <a:lnTo>
                    <a:pt x="10991" y="20092"/>
                  </a:lnTo>
                  <a:lnTo>
                    <a:pt x="10468" y="20107"/>
                  </a:lnTo>
                  <a:lnTo>
                    <a:pt x="9964" y="19677"/>
                  </a:lnTo>
                  <a:lnTo>
                    <a:pt x="9635" y="19019"/>
                  </a:lnTo>
                  <a:lnTo>
                    <a:pt x="9378" y="17492"/>
                  </a:lnTo>
                  <a:lnTo>
                    <a:pt x="9118" y="17264"/>
                  </a:lnTo>
                  <a:lnTo>
                    <a:pt x="8004" y="17334"/>
                  </a:lnTo>
                  <a:lnTo>
                    <a:pt x="6336" y="20314"/>
                  </a:lnTo>
                  <a:lnTo>
                    <a:pt x="5784" y="22874"/>
                  </a:lnTo>
                  <a:lnTo>
                    <a:pt x="5143" y="22987"/>
                  </a:lnTo>
                  <a:lnTo>
                    <a:pt x="4385" y="22456"/>
                  </a:lnTo>
                  <a:lnTo>
                    <a:pt x="3468" y="24409"/>
                  </a:lnTo>
                  <a:lnTo>
                    <a:pt x="2375" y="25119"/>
                  </a:lnTo>
                  <a:lnTo>
                    <a:pt x="1903" y="23460"/>
                  </a:lnTo>
                  <a:lnTo>
                    <a:pt x="1597" y="21428"/>
                  </a:lnTo>
                  <a:lnTo>
                    <a:pt x="1206" y="19931"/>
                  </a:lnTo>
                  <a:lnTo>
                    <a:pt x="0" y="19556"/>
                  </a:lnTo>
                  <a:lnTo>
                    <a:pt x="185" y="17729"/>
                  </a:lnTo>
                  <a:lnTo>
                    <a:pt x="505" y="16973"/>
                  </a:lnTo>
                  <a:lnTo>
                    <a:pt x="798" y="15891"/>
                  </a:lnTo>
                  <a:lnTo>
                    <a:pt x="978" y="14650"/>
                  </a:lnTo>
                  <a:lnTo>
                    <a:pt x="1553" y="15438"/>
                  </a:lnTo>
                  <a:lnTo>
                    <a:pt x="2144" y="15943"/>
                  </a:lnTo>
                  <a:lnTo>
                    <a:pt x="2805" y="15013"/>
                  </a:lnTo>
                  <a:lnTo>
                    <a:pt x="3493" y="14933"/>
                  </a:lnTo>
                  <a:lnTo>
                    <a:pt x="4181" y="12232"/>
                  </a:lnTo>
                  <a:lnTo>
                    <a:pt x="5258" y="10541"/>
                  </a:lnTo>
                  <a:lnTo>
                    <a:pt x="6744" y="9202"/>
                  </a:lnTo>
                  <a:lnTo>
                    <a:pt x="8257" y="8247"/>
                  </a:lnTo>
                  <a:lnTo>
                    <a:pt x="9040" y="8053"/>
                  </a:lnTo>
                  <a:lnTo>
                    <a:pt x="9785" y="7499"/>
                  </a:lnTo>
                  <a:lnTo>
                    <a:pt x="11101" y="4966"/>
                  </a:lnTo>
                  <a:lnTo>
                    <a:pt x="11972" y="3658"/>
                  </a:lnTo>
                  <a:lnTo>
                    <a:pt x="12920" y="2871"/>
                  </a:lnTo>
                  <a:lnTo>
                    <a:pt x="13826" y="2409"/>
                  </a:lnTo>
                  <a:lnTo>
                    <a:pt x="14664" y="2819"/>
                  </a:lnTo>
                  <a:lnTo>
                    <a:pt x="15337" y="2605"/>
                  </a:lnTo>
                  <a:lnTo>
                    <a:pt x="17062" y="793"/>
                  </a:lnTo>
                  <a:lnTo>
                    <a:pt x="17409" y="0"/>
                  </a:lnTo>
                  <a:lnTo>
                    <a:pt x="17691" y="0"/>
                  </a:lnTo>
                  <a:lnTo>
                    <a:pt x="17559" y="68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5178599" y="4002752"/>
              <a:ext cx="1370" cy="1142"/>
            </a:xfrm>
            <a:custGeom>
              <a:avLst/>
              <a:pathLst>
                <a:path w="1370" h="1142">
                  <a:moveTo>
                    <a:pt x="1308" y="842"/>
                  </a:moveTo>
                  <a:lnTo>
                    <a:pt x="864" y="1142"/>
                  </a:lnTo>
                  <a:lnTo>
                    <a:pt x="148" y="897"/>
                  </a:lnTo>
                  <a:lnTo>
                    <a:pt x="0" y="418"/>
                  </a:lnTo>
                  <a:lnTo>
                    <a:pt x="228" y="311"/>
                  </a:lnTo>
                  <a:lnTo>
                    <a:pt x="696" y="0"/>
                  </a:lnTo>
                  <a:lnTo>
                    <a:pt x="1269" y="158"/>
                  </a:lnTo>
                  <a:lnTo>
                    <a:pt x="1370" y="47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2489631" y="5174585"/>
              <a:ext cx="1275" cy="3448"/>
            </a:xfrm>
            <a:custGeom>
              <a:avLst/>
              <a:pathLst>
                <a:path w="1275" h="3448">
                  <a:moveTo>
                    <a:pt x="1256" y="2879"/>
                  </a:moveTo>
                  <a:lnTo>
                    <a:pt x="530" y="3448"/>
                  </a:lnTo>
                  <a:lnTo>
                    <a:pt x="327" y="3191"/>
                  </a:lnTo>
                  <a:lnTo>
                    <a:pt x="95" y="2083"/>
                  </a:lnTo>
                  <a:lnTo>
                    <a:pt x="83" y="649"/>
                  </a:lnTo>
                  <a:lnTo>
                    <a:pt x="0" y="0"/>
                  </a:lnTo>
                  <a:lnTo>
                    <a:pt x="455" y="213"/>
                  </a:lnTo>
                  <a:lnTo>
                    <a:pt x="1275" y="135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2503847" y="5170603"/>
              <a:ext cx="1234" cy="2943"/>
            </a:xfrm>
            <a:custGeom>
              <a:avLst/>
              <a:pathLst>
                <a:path w="1234" h="2943">
                  <a:moveTo>
                    <a:pt x="1164" y="343"/>
                  </a:moveTo>
                  <a:lnTo>
                    <a:pt x="1234" y="2943"/>
                  </a:lnTo>
                  <a:lnTo>
                    <a:pt x="324" y="2118"/>
                  </a:lnTo>
                  <a:lnTo>
                    <a:pt x="0" y="857"/>
                  </a:lnTo>
                  <a:lnTo>
                    <a:pt x="503" y="0"/>
                  </a:lnTo>
                  <a:lnTo>
                    <a:pt x="918" y="6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2474282" y="5164289"/>
              <a:ext cx="3055" cy="4743"/>
            </a:xfrm>
            <a:custGeom>
              <a:avLst/>
              <a:pathLst>
                <a:path w="3055" h="4743">
                  <a:moveTo>
                    <a:pt x="1433" y="0"/>
                  </a:moveTo>
                  <a:lnTo>
                    <a:pt x="2245" y="406"/>
                  </a:lnTo>
                  <a:lnTo>
                    <a:pt x="3055" y="251"/>
                  </a:lnTo>
                  <a:lnTo>
                    <a:pt x="2598" y="3286"/>
                  </a:lnTo>
                  <a:lnTo>
                    <a:pt x="2242" y="4743"/>
                  </a:lnTo>
                  <a:lnTo>
                    <a:pt x="1283" y="4631"/>
                  </a:lnTo>
                  <a:lnTo>
                    <a:pt x="332" y="2646"/>
                  </a:lnTo>
                  <a:lnTo>
                    <a:pt x="0" y="1586"/>
                  </a:lnTo>
                  <a:lnTo>
                    <a:pt x="1060" y="8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2476367" y="5151540"/>
              <a:ext cx="19228" cy="24833"/>
            </a:xfrm>
            <a:custGeom>
              <a:avLst/>
              <a:pathLst>
                <a:path w="19228" h="24833">
                  <a:moveTo>
                    <a:pt x="7667" y="3179"/>
                  </a:moveTo>
                  <a:lnTo>
                    <a:pt x="9310" y="3742"/>
                  </a:lnTo>
                  <a:lnTo>
                    <a:pt x="10818" y="1662"/>
                  </a:lnTo>
                  <a:lnTo>
                    <a:pt x="11858" y="998"/>
                  </a:lnTo>
                  <a:lnTo>
                    <a:pt x="12716" y="1448"/>
                  </a:lnTo>
                  <a:lnTo>
                    <a:pt x="13319" y="2709"/>
                  </a:lnTo>
                  <a:lnTo>
                    <a:pt x="14195" y="2510"/>
                  </a:lnTo>
                  <a:lnTo>
                    <a:pt x="16669" y="1223"/>
                  </a:lnTo>
                  <a:lnTo>
                    <a:pt x="16991" y="1662"/>
                  </a:lnTo>
                  <a:lnTo>
                    <a:pt x="17871" y="167"/>
                  </a:lnTo>
                  <a:lnTo>
                    <a:pt x="18629" y="865"/>
                  </a:lnTo>
                  <a:lnTo>
                    <a:pt x="19228" y="2164"/>
                  </a:lnTo>
                  <a:lnTo>
                    <a:pt x="18935" y="3670"/>
                  </a:lnTo>
                  <a:lnTo>
                    <a:pt x="18250" y="4628"/>
                  </a:lnTo>
                  <a:lnTo>
                    <a:pt x="17816" y="5964"/>
                  </a:lnTo>
                  <a:lnTo>
                    <a:pt x="17310" y="7043"/>
                  </a:lnTo>
                  <a:lnTo>
                    <a:pt x="16433" y="8045"/>
                  </a:lnTo>
                  <a:lnTo>
                    <a:pt x="15764" y="9649"/>
                  </a:lnTo>
                  <a:lnTo>
                    <a:pt x="14154" y="13398"/>
                  </a:lnTo>
                  <a:lnTo>
                    <a:pt x="11810" y="18179"/>
                  </a:lnTo>
                  <a:lnTo>
                    <a:pt x="11033" y="18609"/>
                  </a:lnTo>
                  <a:lnTo>
                    <a:pt x="9415" y="18898"/>
                  </a:lnTo>
                  <a:lnTo>
                    <a:pt x="8717" y="18569"/>
                  </a:lnTo>
                  <a:lnTo>
                    <a:pt x="8120" y="18678"/>
                  </a:lnTo>
                  <a:lnTo>
                    <a:pt x="7643" y="21258"/>
                  </a:lnTo>
                  <a:lnTo>
                    <a:pt x="6903" y="23215"/>
                  </a:lnTo>
                  <a:lnTo>
                    <a:pt x="6554" y="23630"/>
                  </a:lnTo>
                  <a:lnTo>
                    <a:pt x="5784" y="23815"/>
                  </a:lnTo>
                  <a:lnTo>
                    <a:pt x="5420" y="24112"/>
                  </a:lnTo>
                  <a:lnTo>
                    <a:pt x="5144" y="24833"/>
                  </a:lnTo>
                  <a:lnTo>
                    <a:pt x="3123" y="24646"/>
                  </a:lnTo>
                  <a:lnTo>
                    <a:pt x="1694" y="23445"/>
                  </a:lnTo>
                  <a:lnTo>
                    <a:pt x="0" y="20773"/>
                  </a:lnTo>
                  <a:lnTo>
                    <a:pt x="2258" y="17498"/>
                  </a:lnTo>
                  <a:lnTo>
                    <a:pt x="4205" y="17648"/>
                  </a:lnTo>
                  <a:lnTo>
                    <a:pt x="5810" y="15449"/>
                  </a:lnTo>
                  <a:lnTo>
                    <a:pt x="7119" y="14338"/>
                  </a:lnTo>
                  <a:lnTo>
                    <a:pt x="7639" y="13207"/>
                  </a:lnTo>
                  <a:lnTo>
                    <a:pt x="8209" y="12341"/>
                  </a:lnTo>
                  <a:lnTo>
                    <a:pt x="8213" y="11213"/>
                  </a:lnTo>
                  <a:lnTo>
                    <a:pt x="7777" y="10705"/>
                  </a:lnTo>
                  <a:lnTo>
                    <a:pt x="7189" y="10757"/>
                  </a:lnTo>
                  <a:lnTo>
                    <a:pt x="6607" y="11254"/>
                  </a:lnTo>
                  <a:lnTo>
                    <a:pt x="5238" y="11885"/>
                  </a:lnTo>
                  <a:lnTo>
                    <a:pt x="4302" y="10590"/>
                  </a:lnTo>
                  <a:lnTo>
                    <a:pt x="4920" y="10108"/>
                  </a:lnTo>
                  <a:lnTo>
                    <a:pt x="5611" y="10131"/>
                  </a:lnTo>
                  <a:lnTo>
                    <a:pt x="7727" y="8916"/>
                  </a:lnTo>
                  <a:lnTo>
                    <a:pt x="8133" y="8408"/>
                  </a:lnTo>
                  <a:lnTo>
                    <a:pt x="7480" y="6683"/>
                  </a:lnTo>
                  <a:lnTo>
                    <a:pt x="6205" y="5635"/>
                  </a:lnTo>
                  <a:lnTo>
                    <a:pt x="5173" y="3875"/>
                  </a:lnTo>
                  <a:lnTo>
                    <a:pt x="4981" y="3217"/>
                  </a:lnTo>
                  <a:lnTo>
                    <a:pt x="5032" y="2172"/>
                  </a:lnTo>
                  <a:lnTo>
                    <a:pt x="4462" y="103"/>
                  </a:lnTo>
                  <a:lnTo>
                    <a:pt x="5061" y="0"/>
                  </a:lnTo>
                  <a:lnTo>
                    <a:pt x="5859" y="13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0"/>
            <p:cNvSpPr/>
            <p:nvPr/>
          </p:nvSpPr>
          <p:spPr>
            <a:xfrm>
              <a:off x="2484151" y="5149151"/>
              <a:ext cx="2339" cy="3621"/>
            </a:xfrm>
            <a:custGeom>
              <a:avLst/>
              <a:pathLst>
                <a:path w="2339" h="3621">
                  <a:moveTo>
                    <a:pt x="1864" y="3618"/>
                  </a:moveTo>
                  <a:lnTo>
                    <a:pt x="307" y="3621"/>
                  </a:lnTo>
                  <a:lnTo>
                    <a:pt x="0" y="2651"/>
                  </a:lnTo>
                  <a:lnTo>
                    <a:pt x="6" y="210"/>
                  </a:lnTo>
                  <a:lnTo>
                    <a:pt x="1186" y="0"/>
                  </a:lnTo>
                  <a:lnTo>
                    <a:pt x="2339" y="1018"/>
                  </a:lnTo>
                  <a:lnTo>
                    <a:pt x="2264" y="204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1"/>
            <p:cNvSpPr/>
            <p:nvPr/>
          </p:nvSpPr>
          <p:spPr>
            <a:xfrm>
              <a:off x="2491268" y="5149047"/>
              <a:ext cx="21091" cy="30674"/>
            </a:xfrm>
            <a:custGeom>
              <a:avLst/>
              <a:pathLst>
                <a:path w="21091" h="30674">
                  <a:moveTo>
                    <a:pt x="9072" y="0"/>
                  </a:moveTo>
                  <a:lnTo>
                    <a:pt x="10806" y="1731"/>
                  </a:lnTo>
                  <a:lnTo>
                    <a:pt x="12978" y="1128"/>
                  </a:lnTo>
                  <a:lnTo>
                    <a:pt x="13891" y="1604"/>
                  </a:lnTo>
                  <a:lnTo>
                    <a:pt x="14426" y="3047"/>
                  </a:lnTo>
                  <a:lnTo>
                    <a:pt x="14108" y="4386"/>
                  </a:lnTo>
                  <a:lnTo>
                    <a:pt x="13419" y="4192"/>
                  </a:lnTo>
                  <a:lnTo>
                    <a:pt x="12830" y="4550"/>
                  </a:lnTo>
                  <a:lnTo>
                    <a:pt x="12947" y="6313"/>
                  </a:lnTo>
                  <a:lnTo>
                    <a:pt x="13347" y="7067"/>
                  </a:lnTo>
                  <a:lnTo>
                    <a:pt x="15643" y="9006"/>
                  </a:lnTo>
                  <a:lnTo>
                    <a:pt x="16063" y="9121"/>
                  </a:lnTo>
                  <a:lnTo>
                    <a:pt x="15989" y="8307"/>
                  </a:lnTo>
                  <a:lnTo>
                    <a:pt x="15590" y="6977"/>
                  </a:lnTo>
                  <a:lnTo>
                    <a:pt x="15441" y="5543"/>
                  </a:lnTo>
                  <a:lnTo>
                    <a:pt x="15783" y="4348"/>
                  </a:lnTo>
                  <a:lnTo>
                    <a:pt x="16382" y="3982"/>
                  </a:lnTo>
                  <a:lnTo>
                    <a:pt x="18993" y="3381"/>
                  </a:lnTo>
                  <a:lnTo>
                    <a:pt x="19606" y="3947"/>
                  </a:lnTo>
                  <a:lnTo>
                    <a:pt x="20901" y="7329"/>
                  </a:lnTo>
                  <a:lnTo>
                    <a:pt x="19687" y="7797"/>
                  </a:lnTo>
                  <a:lnTo>
                    <a:pt x="19176" y="9257"/>
                  </a:lnTo>
                  <a:lnTo>
                    <a:pt x="20244" y="9889"/>
                  </a:lnTo>
                  <a:lnTo>
                    <a:pt x="21091" y="10821"/>
                  </a:lnTo>
                  <a:lnTo>
                    <a:pt x="20644" y="12252"/>
                  </a:lnTo>
                  <a:lnTo>
                    <a:pt x="20564" y="12979"/>
                  </a:lnTo>
                  <a:lnTo>
                    <a:pt x="18682" y="13992"/>
                  </a:lnTo>
                  <a:lnTo>
                    <a:pt x="17013" y="14641"/>
                  </a:lnTo>
                  <a:lnTo>
                    <a:pt x="16255" y="16327"/>
                  </a:lnTo>
                  <a:lnTo>
                    <a:pt x="14911" y="17547"/>
                  </a:lnTo>
                  <a:lnTo>
                    <a:pt x="10965" y="19688"/>
                  </a:lnTo>
                  <a:lnTo>
                    <a:pt x="11424" y="21420"/>
                  </a:lnTo>
                  <a:lnTo>
                    <a:pt x="11485" y="22254"/>
                  </a:lnTo>
                  <a:lnTo>
                    <a:pt x="11314" y="24504"/>
                  </a:lnTo>
                  <a:lnTo>
                    <a:pt x="5881" y="21806"/>
                  </a:lnTo>
                  <a:lnTo>
                    <a:pt x="5147" y="22095"/>
                  </a:lnTo>
                  <a:lnTo>
                    <a:pt x="6599" y="26686"/>
                  </a:lnTo>
                  <a:lnTo>
                    <a:pt x="5523" y="27534"/>
                  </a:lnTo>
                  <a:lnTo>
                    <a:pt x="4460" y="26983"/>
                  </a:lnTo>
                  <a:lnTo>
                    <a:pt x="3493" y="27364"/>
                  </a:lnTo>
                  <a:lnTo>
                    <a:pt x="2878" y="30674"/>
                  </a:lnTo>
                  <a:lnTo>
                    <a:pt x="1327" y="28559"/>
                  </a:lnTo>
                  <a:lnTo>
                    <a:pt x="4" y="25543"/>
                  </a:lnTo>
                  <a:lnTo>
                    <a:pt x="0" y="23855"/>
                  </a:lnTo>
                  <a:lnTo>
                    <a:pt x="1277" y="20704"/>
                  </a:lnTo>
                  <a:lnTo>
                    <a:pt x="889" y="19368"/>
                  </a:lnTo>
                  <a:lnTo>
                    <a:pt x="3865" y="15086"/>
                  </a:lnTo>
                  <a:lnTo>
                    <a:pt x="4399" y="13810"/>
                  </a:lnTo>
                  <a:lnTo>
                    <a:pt x="5327" y="13077"/>
                  </a:lnTo>
                  <a:lnTo>
                    <a:pt x="6288" y="12829"/>
                  </a:lnTo>
                  <a:lnTo>
                    <a:pt x="6695" y="12278"/>
                  </a:lnTo>
                  <a:lnTo>
                    <a:pt x="6629" y="11236"/>
                  </a:lnTo>
                  <a:lnTo>
                    <a:pt x="6242" y="9450"/>
                  </a:lnTo>
                  <a:lnTo>
                    <a:pt x="6274" y="6544"/>
                  </a:lnTo>
                  <a:lnTo>
                    <a:pt x="8658" y="2600"/>
                  </a:lnTo>
                  <a:lnTo>
                    <a:pt x="8308" y="6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2"/>
            <p:cNvSpPr/>
            <p:nvPr/>
          </p:nvSpPr>
          <p:spPr>
            <a:xfrm>
              <a:off x="3795805" y="4250615"/>
              <a:ext cx="6884" cy="14889"/>
            </a:xfrm>
            <a:custGeom>
              <a:avLst/>
              <a:pathLst>
                <a:path w="6884" h="14889">
                  <a:moveTo>
                    <a:pt x="6410" y="14012"/>
                  </a:moveTo>
                  <a:lnTo>
                    <a:pt x="4807" y="14889"/>
                  </a:lnTo>
                  <a:lnTo>
                    <a:pt x="3688" y="14572"/>
                  </a:lnTo>
                  <a:lnTo>
                    <a:pt x="1474" y="12070"/>
                  </a:lnTo>
                  <a:lnTo>
                    <a:pt x="880" y="10408"/>
                  </a:lnTo>
                  <a:lnTo>
                    <a:pt x="0" y="5710"/>
                  </a:lnTo>
                  <a:lnTo>
                    <a:pt x="195" y="4057"/>
                  </a:lnTo>
                  <a:lnTo>
                    <a:pt x="891" y="1151"/>
                  </a:lnTo>
                  <a:lnTo>
                    <a:pt x="2471" y="0"/>
                  </a:lnTo>
                  <a:lnTo>
                    <a:pt x="4129" y="427"/>
                  </a:lnTo>
                  <a:lnTo>
                    <a:pt x="4872" y="1214"/>
                  </a:lnTo>
                  <a:lnTo>
                    <a:pt x="5749" y="4619"/>
                  </a:lnTo>
                  <a:lnTo>
                    <a:pt x="6884" y="8079"/>
                  </a:lnTo>
                  <a:lnTo>
                    <a:pt x="6695" y="1219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3680091" y="4007955"/>
              <a:ext cx="2050" cy="9808"/>
            </a:xfrm>
            <a:custGeom>
              <a:avLst/>
              <a:pathLst>
                <a:path w="2050" h="9808">
                  <a:moveTo>
                    <a:pt x="1563" y="9565"/>
                  </a:moveTo>
                  <a:lnTo>
                    <a:pt x="851" y="9808"/>
                  </a:lnTo>
                  <a:lnTo>
                    <a:pt x="512" y="9026"/>
                  </a:lnTo>
                  <a:lnTo>
                    <a:pt x="304" y="7167"/>
                  </a:lnTo>
                  <a:lnTo>
                    <a:pt x="518" y="5378"/>
                  </a:lnTo>
                  <a:lnTo>
                    <a:pt x="578" y="3933"/>
                  </a:lnTo>
                  <a:lnTo>
                    <a:pt x="0" y="1425"/>
                  </a:lnTo>
                  <a:lnTo>
                    <a:pt x="565" y="0"/>
                  </a:lnTo>
                  <a:lnTo>
                    <a:pt x="1046" y="1659"/>
                  </a:lnTo>
                  <a:lnTo>
                    <a:pt x="1319" y="1771"/>
                  </a:lnTo>
                  <a:lnTo>
                    <a:pt x="2050" y="2928"/>
                  </a:lnTo>
                  <a:lnTo>
                    <a:pt x="1836" y="5061"/>
                  </a:lnTo>
                  <a:lnTo>
                    <a:pt x="1885" y="5759"/>
                  </a:lnTo>
                  <a:lnTo>
                    <a:pt x="1553" y="789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4"/>
            <p:cNvSpPr/>
            <p:nvPr/>
          </p:nvSpPr>
          <p:spPr>
            <a:xfrm>
              <a:off x="2548419" y="3463211"/>
              <a:ext cx="33654" cy="108184"/>
            </a:xfrm>
            <a:custGeom>
              <a:avLst/>
              <a:pathLst>
                <a:path w="33654" h="108184">
                  <a:moveTo>
                    <a:pt x="33654" y="50852"/>
                  </a:moveTo>
                  <a:lnTo>
                    <a:pt x="33303" y="51490"/>
                  </a:lnTo>
                  <a:lnTo>
                    <a:pt x="32353" y="52879"/>
                  </a:lnTo>
                  <a:lnTo>
                    <a:pt x="31920" y="54733"/>
                  </a:lnTo>
                  <a:lnTo>
                    <a:pt x="31667" y="56516"/>
                  </a:lnTo>
                  <a:lnTo>
                    <a:pt x="31077" y="57728"/>
                  </a:lnTo>
                  <a:lnTo>
                    <a:pt x="30516" y="59253"/>
                  </a:lnTo>
                  <a:lnTo>
                    <a:pt x="30340" y="60490"/>
                  </a:lnTo>
                  <a:lnTo>
                    <a:pt x="29815" y="61468"/>
                  </a:lnTo>
                  <a:lnTo>
                    <a:pt x="29714" y="63097"/>
                  </a:lnTo>
                  <a:lnTo>
                    <a:pt x="28390" y="68847"/>
                  </a:lnTo>
                  <a:lnTo>
                    <a:pt x="27862" y="71435"/>
                  </a:lnTo>
                  <a:lnTo>
                    <a:pt x="27103" y="74184"/>
                  </a:lnTo>
                  <a:lnTo>
                    <a:pt x="26628" y="75205"/>
                  </a:lnTo>
                  <a:lnTo>
                    <a:pt x="25985" y="76841"/>
                  </a:lnTo>
                  <a:lnTo>
                    <a:pt x="25659" y="78733"/>
                  </a:lnTo>
                  <a:lnTo>
                    <a:pt x="25659" y="80688"/>
                  </a:lnTo>
                  <a:lnTo>
                    <a:pt x="25207" y="83033"/>
                  </a:lnTo>
                  <a:lnTo>
                    <a:pt x="24957" y="85053"/>
                  </a:lnTo>
                  <a:lnTo>
                    <a:pt x="24532" y="86226"/>
                  </a:lnTo>
                  <a:lnTo>
                    <a:pt x="23410" y="92623"/>
                  </a:lnTo>
                  <a:lnTo>
                    <a:pt x="23355" y="94825"/>
                  </a:lnTo>
                  <a:lnTo>
                    <a:pt x="23088" y="96132"/>
                  </a:lnTo>
                  <a:lnTo>
                    <a:pt x="22291" y="99181"/>
                  </a:lnTo>
                  <a:lnTo>
                    <a:pt x="21752" y="101015"/>
                  </a:lnTo>
                  <a:lnTo>
                    <a:pt x="20812" y="102388"/>
                  </a:lnTo>
                  <a:lnTo>
                    <a:pt x="19824" y="103881"/>
                  </a:lnTo>
                  <a:lnTo>
                    <a:pt x="19449" y="105510"/>
                  </a:lnTo>
                  <a:lnTo>
                    <a:pt x="18752" y="106337"/>
                  </a:lnTo>
                  <a:lnTo>
                    <a:pt x="18243" y="106390"/>
                  </a:lnTo>
                  <a:lnTo>
                    <a:pt x="17419" y="105800"/>
                  </a:lnTo>
                  <a:lnTo>
                    <a:pt x="16308" y="105516"/>
                  </a:lnTo>
                  <a:lnTo>
                    <a:pt x="15744" y="105707"/>
                  </a:lnTo>
                  <a:lnTo>
                    <a:pt x="15489" y="104897"/>
                  </a:lnTo>
                  <a:lnTo>
                    <a:pt x="15111" y="103037"/>
                  </a:lnTo>
                  <a:lnTo>
                    <a:pt x="14555" y="101722"/>
                  </a:lnTo>
                  <a:lnTo>
                    <a:pt x="14197" y="102180"/>
                  </a:lnTo>
                  <a:lnTo>
                    <a:pt x="13449" y="103503"/>
                  </a:lnTo>
                  <a:lnTo>
                    <a:pt x="12573" y="104281"/>
                  </a:lnTo>
                  <a:lnTo>
                    <a:pt x="11949" y="104021"/>
                  </a:lnTo>
                  <a:lnTo>
                    <a:pt x="10589" y="103105"/>
                  </a:lnTo>
                  <a:lnTo>
                    <a:pt x="10010" y="102643"/>
                  </a:lnTo>
                  <a:lnTo>
                    <a:pt x="9835" y="101861"/>
                  </a:lnTo>
                  <a:lnTo>
                    <a:pt x="9634" y="101276"/>
                  </a:lnTo>
                  <a:lnTo>
                    <a:pt x="9334" y="101537"/>
                  </a:lnTo>
                  <a:lnTo>
                    <a:pt x="8933" y="102514"/>
                  </a:lnTo>
                  <a:lnTo>
                    <a:pt x="8399" y="103538"/>
                  </a:lnTo>
                  <a:lnTo>
                    <a:pt x="7606" y="104889"/>
                  </a:lnTo>
                  <a:lnTo>
                    <a:pt x="5978" y="107314"/>
                  </a:lnTo>
                  <a:lnTo>
                    <a:pt x="5520" y="108184"/>
                  </a:lnTo>
                  <a:lnTo>
                    <a:pt x="5097" y="107711"/>
                  </a:lnTo>
                  <a:lnTo>
                    <a:pt x="4409" y="107230"/>
                  </a:lnTo>
                  <a:lnTo>
                    <a:pt x="3669" y="107203"/>
                  </a:lnTo>
                  <a:lnTo>
                    <a:pt x="2079" y="105629"/>
                  </a:lnTo>
                  <a:lnTo>
                    <a:pt x="1148" y="104508"/>
                  </a:lnTo>
                  <a:lnTo>
                    <a:pt x="746" y="103101"/>
                  </a:lnTo>
                  <a:lnTo>
                    <a:pt x="276" y="102489"/>
                  </a:lnTo>
                  <a:lnTo>
                    <a:pt x="0" y="102105"/>
                  </a:lnTo>
                  <a:lnTo>
                    <a:pt x="130" y="101838"/>
                  </a:lnTo>
                  <a:lnTo>
                    <a:pt x="543" y="101638"/>
                  </a:lnTo>
                  <a:lnTo>
                    <a:pt x="912" y="101616"/>
                  </a:lnTo>
                  <a:lnTo>
                    <a:pt x="1484" y="99465"/>
                  </a:lnTo>
                  <a:lnTo>
                    <a:pt x="2432" y="98123"/>
                  </a:lnTo>
                  <a:lnTo>
                    <a:pt x="4082" y="90671"/>
                  </a:lnTo>
                  <a:lnTo>
                    <a:pt x="4777" y="87593"/>
                  </a:lnTo>
                  <a:lnTo>
                    <a:pt x="4862" y="85910"/>
                  </a:lnTo>
                  <a:lnTo>
                    <a:pt x="5059" y="82401"/>
                  </a:lnTo>
                  <a:lnTo>
                    <a:pt x="4691" y="78128"/>
                  </a:lnTo>
                  <a:lnTo>
                    <a:pt x="4862" y="76929"/>
                  </a:lnTo>
                  <a:lnTo>
                    <a:pt x="6280" y="71771"/>
                  </a:lnTo>
                  <a:lnTo>
                    <a:pt x="6889" y="68958"/>
                  </a:lnTo>
                  <a:lnTo>
                    <a:pt x="6930" y="66535"/>
                  </a:lnTo>
                  <a:lnTo>
                    <a:pt x="7106" y="64791"/>
                  </a:lnTo>
                  <a:lnTo>
                    <a:pt x="6930" y="63879"/>
                  </a:lnTo>
                  <a:lnTo>
                    <a:pt x="6609" y="63614"/>
                  </a:lnTo>
                  <a:lnTo>
                    <a:pt x="6066" y="61351"/>
                  </a:lnTo>
                  <a:lnTo>
                    <a:pt x="5717" y="59476"/>
                  </a:lnTo>
                  <a:lnTo>
                    <a:pt x="4755" y="57555"/>
                  </a:lnTo>
                  <a:lnTo>
                    <a:pt x="4096" y="55586"/>
                  </a:lnTo>
                  <a:lnTo>
                    <a:pt x="3015" y="51064"/>
                  </a:lnTo>
                  <a:lnTo>
                    <a:pt x="3112" y="48525"/>
                  </a:lnTo>
                  <a:lnTo>
                    <a:pt x="2806" y="47611"/>
                  </a:lnTo>
                  <a:lnTo>
                    <a:pt x="2474" y="46679"/>
                  </a:lnTo>
                  <a:lnTo>
                    <a:pt x="2498" y="45529"/>
                  </a:lnTo>
                  <a:lnTo>
                    <a:pt x="2273" y="42685"/>
                  </a:lnTo>
                  <a:lnTo>
                    <a:pt x="1993" y="40015"/>
                  </a:lnTo>
                  <a:lnTo>
                    <a:pt x="1892" y="38331"/>
                  </a:lnTo>
                  <a:lnTo>
                    <a:pt x="2159" y="35435"/>
                  </a:lnTo>
                  <a:lnTo>
                    <a:pt x="1998" y="32215"/>
                  </a:lnTo>
                  <a:lnTo>
                    <a:pt x="1647" y="30521"/>
                  </a:lnTo>
                  <a:lnTo>
                    <a:pt x="1550" y="27944"/>
                  </a:lnTo>
                  <a:lnTo>
                    <a:pt x="1622" y="25634"/>
                  </a:lnTo>
                  <a:lnTo>
                    <a:pt x="1923" y="24331"/>
                  </a:lnTo>
                  <a:lnTo>
                    <a:pt x="1863" y="22715"/>
                  </a:lnTo>
                  <a:lnTo>
                    <a:pt x="3231" y="17576"/>
                  </a:lnTo>
                  <a:lnTo>
                    <a:pt x="4270" y="14597"/>
                  </a:lnTo>
                  <a:lnTo>
                    <a:pt x="5226" y="12506"/>
                  </a:lnTo>
                  <a:lnTo>
                    <a:pt x="6029" y="10945"/>
                  </a:lnTo>
                  <a:lnTo>
                    <a:pt x="7116" y="3138"/>
                  </a:lnTo>
                  <a:lnTo>
                    <a:pt x="7907" y="390"/>
                  </a:lnTo>
                  <a:lnTo>
                    <a:pt x="8733" y="0"/>
                  </a:lnTo>
                  <a:lnTo>
                    <a:pt x="13192" y="6463"/>
                  </a:lnTo>
                  <a:lnTo>
                    <a:pt x="15283" y="7061"/>
                  </a:lnTo>
                  <a:lnTo>
                    <a:pt x="19496" y="10554"/>
                  </a:lnTo>
                  <a:lnTo>
                    <a:pt x="21022" y="15032"/>
                  </a:lnTo>
                  <a:lnTo>
                    <a:pt x="24553" y="22483"/>
                  </a:lnTo>
                  <a:lnTo>
                    <a:pt x="26409" y="24822"/>
                  </a:lnTo>
                  <a:lnTo>
                    <a:pt x="26428" y="26774"/>
                  </a:lnTo>
                  <a:lnTo>
                    <a:pt x="26022" y="29883"/>
                  </a:lnTo>
                  <a:lnTo>
                    <a:pt x="27210" y="27168"/>
                  </a:lnTo>
                  <a:lnTo>
                    <a:pt x="29049" y="31465"/>
                  </a:lnTo>
                  <a:lnTo>
                    <a:pt x="29569" y="33574"/>
                  </a:lnTo>
                  <a:lnTo>
                    <a:pt x="30141" y="37462"/>
                  </a:lnTo>
                  <a:lnTo>
                    <a:pt x="29943" y="39960"/>
                  </a:lnTo>
                  <a:lnTo>
                    <a:pt x="29689" y="41250"/>
                  </a:lnTo>
                  <a:lnTo>
                    <a:pt x="29675" y="42253"/>
                  </a:lnTo>
                  <a:lnTo>
                    <a:pt x="30222" y="40870"/>
                  </a:lnTo>
                  <a:lnTo>
                    <a:pt x="30530" y="39775"/>
                  </a:lnTo>
                  <a:lnTo>
                    <a:pt x="30622" y="37170"/>
                  </a:lnTo>
                  <a:lnTo>
                    <a:pt x="31068" y="33936"/>
                  </a:lnTo>
                  <a:lnTo>
                    <a:pt x="31667" y="33878"/>
                  </a:lnTo>
                  <a:lnTo>
                    <a:pt x="32142" y="35805"/>
                  </a:lnTo>
                  <a:lnTo>
                    <a:pt x="33130" y="44187"/>
                  </a:lnTo>
                  <a:lnTo>
                    <a:pt x="33503" y="45902"/>
                  </a:lnTo>
                  <a:lnTo>
                    <a:pt x="33646" y="48562"/>
                  </a:lnTo>
                  <a:lnTo>
                    <a:pt x="33591" y="4975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5"/>
            <p:cNvSpPr/>
            <p:nvPr/>
          </p:nvSpPr>
          <p:spPr>
            <a:xfrm>
              <a:off x="2473434" y="3194519"/>
              <a:ext cx="4467" cy="13268"/>
            </a:xfrm>
            <a:custGeom>
              <a:avLst/>
              <a:pathLst>
                <a:path w="4467" h="13268">
                  <a:moveTo>
                    <a:pt x="4467" y="11252"/>
                  </a:moveTo>
                  <a:lnTo>
                    <a:pt x="4350" y="12939"/>
                  </a:lnTo>
                  <a:lnTo>
                    <a:pt x="4060" y="13268"/>
                  </a:lnTo>
                  <a:lnTo>
                    <a:pt x="3637" y="11864"/>
                  </a:lnTo>
                  <a:lnTo>
                    <a:pt x="1771" y="12061"/>
                  </a:lnTo>
                  <a:lnTo>
                    <a:pt x="1485" y="10806"/>
                  </a:lnTo>
                  <a:lnTo>
                    <a:pt x="1469" y="10212"/>
                  </a:lnTo>
                  <a:lnTo>
                    <a:pt x="2366" y="8078"/>
                  </a:lnTo>
                  <a:lnTo>
                    <a:pt x="1310" y="7506"/>
                  </a:lnTo>
                  <a:lnTo>
                    <a:pt x="892" y="6586"/>
                  </a:lnTo>
                  <a:lnTo>
                    <a:pt x="0" y="2094"/>
                  </a:lnTo>
                  <a:lnTo>
                    <a:pt x="72" y="789"/>
                  </a:lnTo>
                  <a:lnTo>
                    <a:pt x="441" y="99"/>
                  </a:lnTo>
                  <a:lnTo>
                    <a:pt x="1048" y="0"/>
                  </a:lnTo>
                  <a:lnTo>
                    <a:pt x="2187" y="1451"/>
                  </a:lnTo>
                  <a:lnTo>
                    <a:pt x="3034" y="3517"/>
                  </a:lnTo>
                  <a:lnTo>
                    <a:pt x="3322" y="3549"/>
                  </a:lnTo>
                  <a:lnTo>
                    <a:pt x="3418" y="4135"/>
                  </a:lnTo>
                  <a:lnTo>
                    <a:pt x="3248" y="5588"/>
                  </a:lnTo>
                  <a:lnTo>
                    <a:pt x="3753" y="6818"/>
                  </a:lnTo>
                  <a:lnTo>
                    <a:pt x="3971" y="772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6"/>
            <p:cNvSpPr/>
            <p:nvPr/>
          </p:nvSpPr>
          <p:spPr>
            <a:xfrm>
              <a:off x="2472313" y="3161099"/>
              <a:ext cx="1305" cy="3553"/>
            </a:xfrm>
            <a:custGeom>
              <a:avLst/>
              <a:pathLst>
                <a:path w="1305" h="3553">
                  <a:moveTo>
                    <a:pt x="998" y="3438"/>
                  </a:moveTo>
                  <a:lnTo>
                    <a:pt x="365" y="3553"/>
                  </a:lnTo>
                  <a:lnTo>
                    <a:pt x="87" y="3298"/>
                  </a:lnTo>
                  <a:lnTo>
                    <a:pt x="0" y="1519"/>
                  </a:lnTo>
                  <a:lnTo>
                    <a:pt x="489" y="297"/>
                  </a:lnTo>
                  <a:lnTo>
                    <a:pt x="776" y="0"/>
                  </a:lnTo>
                  <a:lnTo>
                    <a:pt x="1204" y="1370"/>
                  </a:lnTo>
                  <a:lnTo>
                    <a:pt x="1305" y="251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7"/>
            <p:cNvSpPr/>
            <p:nvPr/>
          </p:nvSpPr>
          <p:spPr>
            <a:xfrm>
              <a:off x="2466911" y="3150787"/>
              <a:ext cx="2745" cy="11619"/>
            </a:xfrm>
            <a:custGeom>
              <a:avLst/>
              <a:pathLst>
                <a:path w="2745" h="11619">
                  <a:moveTo>
                    <a:pt x="2322" y="10293"/>
                  </a:moveTo>
                  <a:lnTo>
                    <a:pt x="1403" y="11619"/>
                  </a:lnTo>
                  <a:lnTo>
                    <a:pt x="952" y="11209"/>
                  </a:lnTo>
                  <a:lnTo>
                    <a:pt x="393" y="8664"/>
                  </a:lnTo>
                  <a:lnTo>
                    <a:pt x="0" y="1604"/>
                  </a:lnTo>
                  <a:lnTo>
                    <a:pt x="306" y="437"/>
                  </a:lnTo>
                  <a:lnTo>
                    <a:pt x="522" y="0"/>
                  </a:lnTo>
                  <a:lnTo>
                    <a:pt x="1732" y="865"/>
                  </a:lnTo>
                  <a:lnTo>
                    <a:pt x="2237" y="1864"/>
                  </a:lnTo>
                  <a:lnTo>
                    <a:pt x="2745" y="2493"/>
                  </a:lnTo>
                  <a:lnTo>
                    <a:pt x="2487" y="3786"/>
                  </a:lnTo>
                  <a:lnTo>
                    <a:pt x="2614" y="908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8"/>
            <p:cNvSpPr/>
            <p:nvPr/>
          </p:nvSpPr>
          <p:spPr>
            <a:xfrm>
              <a:off x="2469797" y="3146314"/>
              <a:ext cx="4171" cy="8491"/>
            </a:xfrm>
            <a:custGeom>
              <a:avLst/>
              <a:pathLst>
                <a:path w="4171" h="8491">
                  <a:moveTo>
                    <a:pt x="2416" y="8162"/>
                  </a:moveTo>
                  <a:lnTo>
                    <a:pt x="1080" y="8491"/>
                  </a:lnTo>
                  <a:lnTo>
                    <a:pt x="202" y="8232"/>
                  </a:lnTo>
                  <a:lnTo>
                    <a:pt x="0" y="6117"/>
                  </a:lnTo>
                  <a:lnTo>
                    <a:pt x="447" y="4327"/>
                  </a:lnTo>
                  <a:lnTo>
                    <a:pt x="125" y="2152"/>
                  </a:lnTo>
                  <a:lnTo>
                    <a:pt x="333" y="855"/>
                  </a:lnTo>
                  <a:lnTo>
                    <a:pt x="781" y="0"/>
                  </a:lnTo>
                  <a:lnTo>
                    <a:pt x="1516" y="1132"/>
                  </a:lnTo>
                  <a:lnTo>
                    <a:pt x="1633" y="2754"/>
                  </a:lnTo>
                  <a:lnTo>
                    <a:pt x="2095" y="4239"/>
                  </a:lnTo>
                  <a:lnTo>
                    <a:pt x="4171" y="740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59"/>
            <p:cNvSpPr/>
            <p:nvPr/>
          </p:nvSpPr>
          <p:spPr>
            <a:xfrm>
              <a:off x="3265878" y="2362826"/>
              <a:ext cx="11251" cy="48359"/>
            </a:xfrm>
            <a:custGeom>
              <a:avLst/>
              <a:pathLst>
                <a:path w="11251" h="48359">
                  <a:moveTo>
                    <a:pt x="10387" y="6384"/>
                  </a:moveTo>
                  <a:lnTo>
                    <a:pt x="10090" y="10723"/>
                  </a:lnTo>
                  <a:lnTo>
                    <a:pt x="10306" y="11994"/>
                  </a:lnTo>
                  <a:lnTo>
                    <a:pt x="10716" y="12880"/>
                  </a:lnTo>
                  <a:lnTo>
                    <a:pt x="10907" y="13853"/>
                  </a:lnTo>
                  <a:lnTo>
                    <a:pt x="11251" y="25428"/>
                  </a:lnTo>
                  <a:lnTo>
                    <a:pt x="11185" y="26350"/>
                  </a:lnTo>
                  <a:lnTo>
                    <a:pt x="9797" y="30999"/>
                  </a:lnTo>
                  <a:lnTo>
                    <a:pt x="9484" y="32364"/>
                  </a:lnTo>
                  <a:lnTo>
                    <a:pt x="9415" y="38126"/>
                  </a:lnTo>
                  <a:lnTo>
                    <a:pt x="9181" y="39674"/>
                  </a:lnTo>
                  <a:lnTo>
                    <a:pt x="8689" y="41201"/>
                  </a:lnTo>
                  <a:lnTo>
                    <a:pt x="7810" y="46138"/>
                  </a:lnTo>
                  <a:lnTo>
                    <a:pt x="7046" y="48359"/>
                  </a:lnTo>
                  <a:lnTo>
                    <a:pt x="4966" y="45650"/>
                  </a:lnTo>
                  <a:lnTo>
                    <a:pt x="3740" y="44480"/>
                  </a:lnTo>
                  <a:lnTo>
                    <a:pt x="3139" y="43218"/>
                  </a:lnTo>
                  <a:lnTo>
                    <a:pt x="2746" y="42346"/>
                  </a:lnTo>
                  <a:lnTo>
                    <a:pt x="2999" y="41185"/>
                  </a:lnTo>
                  <a:lnTo>
                    <a:pt x="3558" y="39977"/>
                  </a:lnTo>
                  <a:lnTo>
                    <a:pt x="3647" y="39028"/>
                  </a:lnTo>
                  <a:lnTo>
                    <a:pt x="2332" y="37952"/>
                  </a:lnTo>
                  <a:lnTo>
                    <a:pt x="1729" y="37233"/>
                  </a:lnTo>
                  <a:lnTo>
                    <a:pt x="1737" y="35975"/>
                  </a:lnTo>
                  <a:lnTo>
                    <a:pt x="2192" y="34013"/>
                  </a:lnTo>
                  <a:lnTo>
                    <a:pt x="1984" y="32395"/>
                  </a:lnTo>
                  <a:lnTo>
                    <a:pt x="1226" y="32477"/>
                  </a:lnTo>
                  <a:lnTo>
                    <a:pt x="638" y="32231"/>
                  </a:lnTo>
                  <a:lnTo>
                    <a:pt x="562" y="31391"/>
                  </a:lnTo>
                  <a:lnTo>
                    <a:pt x="996" y="30315"/>
                  </a:lnTo>
                  <a:lnTo>
                    <a:pt x="1554" y="28909"/>
                  </a:lnTo>
                  <a:lnTo>
                    <a:pt x="1536" y="27358"/>
                  </a:lnTo>
                  <a:lnTo>
                    <a:pt x="862" y="26690"/>
                  </a:lnTo>
                  <a:lnTo>
                    <a:pt x="251" y="25431"/>
                  </a:lnTo>
                  <a:lnTo>
                    <a:pt x="6" y="23718"/>
                  </a:lnTo>
                  <a:lnTo>
                    <a:pt x="480" y="22546"/>
                  </a:lnTo>
                  <a:lnTo>
                    <a:pt x="1247" y="21790"/>
                  </a:lnTo>
                  <a:lnTo>
                    <a:pt x="684" y="20036"/>
                  </a:lnTo>
                  <a:lnTo>
                    <a:pt x="303" y="19997"/>
                  </a:lnTo>
                  <a:lnTo>
                    <a:pt x="0" y="19613"/>
                  </a:lnTo>
                  <a:lnTo>
                    <a:pt x="248" y="18798"/>
                  </a:lnTo>
                  <a:lnTo>
                    <a:pt x="845" y="17579"/>
                  </a:lnTo>
                  <a:lnTo>
                    <a:pt x="1674" y="13939"/>
                  </a:lnTo>
                  <a:lnTo>
                    <a:pt x="2829" y="12220"/>
                  </a:lnTo>
                  <a:lnTo>
                    <a:pt x="4874" y="11115"/>
                  </a:lnTo>
                  <a:lnTo>
                    <a:pt x="5428" y="10632"/>
                  </a:lnTo>
                  <a:lnTo>
                    <a:pt x="5936" y="9352"/>
                  </a:lnTo>
                  <a:lnTo>
                    <a:pt x="6498" y="8527"/>
                  </a:lnTo>
                  <a:lnTo>
                    <a:pt x="7181" y="8636"/>
                  </a:lnTo>
                  <a:lnTo>
                    <a:pt x="7811" y="9131"/>
                  </a:lnTo>
                  <a:lnTo>
                    <a:pt x="8199" y="9658"/>
                  </a:lnTo>
                  <a:lnTo>
                    <a:pt x="8491" y="9110"/>
                  </a:lnTo>
                  <a:lnTo>
                    <a:pt x="8774" y="7522"/>
                  </a:lnTo>
                  <a:lnTo>
                    <a:pt x="8600" y="6129"/>
                  </a:lnTo>
                  <a:lnTo>
                    <a:pt x="8690" y="2295"/>
                  </a:lnTo>
                  <a:lnTo>
                    <a:pt x="9056" y="121"/>
                  </a:lnTo>
                  <a:lnTo>
                    <a:pt x="9647" y="0"/>
                  </a:lnTo>
                  <a:lnTo>
                    <a:pt x="10193" y="1196"/>
                  </a:lnTo>
                  <a:lnTo>
                    <a:pt x="10165" y="2253"/>
                  </a:lnTo>
                  <a:lnTo>
                    <a:pt x="10367" y="47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0"/>
            <p:cNvSpPr/>
            <p:nvPr/>
          </p:nvSpPr>
          <p:spPr>
            <a:xfrm>
              <a:off x="3152840" y="2273325"/>
              <a:ext cx="2390" cy="6908"/>
            </a:xfrm>
            <a:custGeom>
              <a:avLst/>
              <a:pathLst>
                <a:path w="2390" h="6908">
                  <a:moveTo>
                    <a:pt x="2390" y="4324"/>
                  </a:moveTo>
                  <a:lnTo>
                    <a:pt x="1990" y="6908"/>
                  </a:lnTo>
                  <a:lnTo>
                    <a:pt x="1233" y="4529"/>
                  </a:lnTo>
                  <a:lnTo>
                    <a:pt x="228" y="2444"/>
                  </a:lnTo>
                  <a:lnTo>
                    <a:pt x="0" y="515"/>
                  </a:lnTo>
                  <a:lnTo>
                    <a:pt x="2" y="0"/>
                  </a:lnTo>
                  <a:lnTo>
                    <a:pt x="1178" y="1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1"/>
            <p:cNvSpPr/>
            <p:nvPr/>
          </p:nvSpPr>
          <p:spPr>
            <a:xfrm>
              <a:off x="3114531" y="2124199"/>
              <a:ext cx="146517" cy="258750"/>
            </a:xfrm>
            <a:custGeom>
              <a:avLst/>
              <a:pathLst>
                <a:path w="146517" h="258750">
                  <a:moveTo>
                    <a:pt x="119825" y="46062"/>
                  </a:moveTo>
                  <a:lnTo>
                    <a:pt x="120208" y="47043"/>
                  </a:lnTo>
                  <a:lnTo>
                    <a:pt x="121093" y="47496"/>
                  </a:lnTo>
                  <a:lnTo>
                    <a:pt x="121405" y="47857"/>
                  </a:lnTo>
                  <a:lnTo>
                    <a:pt x="121752" y="48533"/>
                  </a:lnTo>
                  <a:lnTo>
                    <a:pt x="122342" y="48804"/>
                  </a:lnTo>
                  <a:lnTo>
                    <a:pt x="123054" y="48533"/>
                  </a:lnTo>
                  <a:lnTo>
                    <a:pt x="123574" y="47630"/>
                  </a:lnTo>
                  <a:lnTo>
                    <a:pt x="124269" y="47224"/>
                  </a:lnTo>
                  <a:lnTo>
                    <a:pt x="124963" y="47360"/>
                  </a:lnTo>
                  <a:lnTo>
                    <a:pt x="125362" y="47857"/>
                  </a:lnTo>
                  <a:lnTo>
                    <a:pt x="126123" y="48589"/>
                  </a:lnTo>
                  <a:lnTo>
                    <a:pt x="126553" y="48429"/>
                  </a:lnTo>
                  <a:lnTo>
                    <a:pt x="127415" y="48881"/>
                  </a:lnTo>
                  <a:lnTo>
                    <a:pt x="128280" y="50305"/>
                  </a:lnTo>
                  <a:lnTo>
                    <a:pt x="128643" y="51738"/>
                  </a:lnTo>
                  <a:lnTo>
                    <a:pt x="128739" y="52521"/>
                  </a:lnTo>
                  <a:lnTo>
                    <a:pt x="129112" y="53372"/>
                  </a:lnTo>
                  <a:lnTo>
                    <a:pt x="130564" y="57222"/>
                  </a:lnTo>
                  <a:lnTo>
                    <a:pt x="131028" y="57412"/>
                  </a:lnTo>
                  <a:lnTo>
                    <a:pt x="131532" y="56828"/>
                  </a:lnTo>
                  <a:lnTo>
                    <a:pt x="131859" y="56000"/>
                  </a:lnTo>
                  <a:lnTo>
                    <a:pt x="132333" y="55835"/>
                  </a:lnTo>
                  <a:lnTo>
                    <a:pt x="133095" y="56216"/>
                  </a:lnTo>
                  <a:lnTo>
                    <a:pt x="133585" y="56652"/>
                  </a:lnTo>
                  <a:lnTo>
                    <a:pt x="133820" y="58320"/>
                  </a:lnTo>
                  <a:lnTo>
                    <a:pt x="133985" y="58637"/>
                  </a:lnTo>
                  <a:lnTo>
                    <a:pt x="134314" y="58278"/>
                  </a:lnTo>
                  <a:lnTo>
                    <a:pt x="134901" y="58199"/>
                  </a:lnTo>
                  <a:lnTo>
                    <a:pt x="135838" y="58610"/>
                  </a:lnTo>
                  <a:lnTo>
                    <a:pt x="137127" y="58140"/>
                  </a:lnTo>
                  <a:lnTo>
                    <a:pt x="138158" y="57444"/>
                  </a:lnTo>
                  <a:lnTo>
                    <a:pt x="138685" y="57470"/>
                  </a:lnTo>
                  <a:lnTo>
                    <a:pt x="139535" y="59415"/>
                  </a:lnTo>
                  <a:lnTo>
                    <a:pt x="140506" y="60142"/>
                  </a:lnTo>
                  <a:lnTo>
                    <a:pt x="142644" y="60729"/>
                  </a:lnTo>
                  <a:lnTo>
                    <a:pt x="144938" y="61644"/>
                  </a:lnTo>
                  <a:lnTo>
                    <a:pt x="145840" y="62384"/>
                  </a:lnTo>
                  <a:lnTo>
                    <a:pt x="146455" y="62748"/>
                  </a:lnTo>
                  <a:lnTo>
                    <a:pt x="146517" y="65323"/>
                  </a:lnTo>
                  <a:lnTo>
                    <a:pt x="146332" y="65711"/>
                  </a:lnTo>
                  <a:lnTo>
                    <a:pt x="144046" y="70875"/>
                  </a:lnTo>
                  <a:lnTo>
                    <a:pt x="143084" y="72722"/>
                  </a:lnTo>
                  <a:lnTo>
                    <a:pt x="142594" y="75358"/>
                  </a:lnTo>
                  <a:lnTo>
                    <a:pt x="142257" y="79401"/>
                  </a:lnTo>
                  <a:lnTo>
                    <a:pt x="141581" y="83242"/>
                  </a:lnTo>
                  <a:lnTo>
                    <a:pt x="140570" y="86883"/>
                  </a:lnTo>
                  <a:lnTo>
                    <a:pt x="140202" y="89616"/>
                  </a:lnTo>
                  <a:lnTo>
                    <a:pt x="140478" y="91440"/>
                  </a:lnTo>
                  <a:lnTo>
                    <a:pt x="140305" y="94304"/>
                  </a:lnTo>
                  <a:lnTo>
                    <a:pt x="139684" y="98205"/>
                  </a:lnTo>
                  <a:lnTo>
                    <a:pt x="139580" y="101153"/>
                  </a:lnTo>
                  <a:lnTo>
                    <a:pt x="139989" y="103143"/>
                  </a:lnTo>
                  <a:lnTo>
                    <a:pt x="140559" y="103551"/>
                  </a:lnTo>
                  <a:lnTo>
                    <a:pt x="139188" y="104891"/>
                  </a:lnTo>
                  <a:lnTo>
                    <a:pt x="138875" y="106064"/>
                  </a:lnTo>
                  <a:lnTo>
                    <a:pt x="138338" y="107615"/>
                  </a:lnTo>
                  <a:lnTo>
                    <a:pt x="137465" y="108268"/>
                  </a:lnTo>
                  <a:lnTo>
                    <a:pt x="136585" y="108484"/>
                  </a:lnTo>
                  <a:lnTo>
                    <a:pt x="135875" y="108279"/>
                  </a:lnTo>
                  <a:lnTo>
                    <a:pt x="135470" y="107659"/>
                  </a:lnTo>
                  <a:lnTo>
                    <a:pt x="135490" y="107082"/>
                  </a:lnTo>
                  <a:lnTo>
                    <a:pt x="135113" y="106591"/>
                  </a:lnTo>
                  <a:lnTo>
                    <a:pt x="134175" y="106605"/>
                  </a:lnTo>
                  <a:lnTo>
                    <a:pt x="133209" y="107673"/>
                  </a:lnTo>
                  <a:lnTo>
                    <a:pt x="132437" y="109416"/>
                  </a:lnTo>
                  <a:lnTo>
                    <a:pt x="132676" y="110391"/>
                  </a:lnTo>
                  <a:lnTo>
                    <a:pt x="133387" y="110648"/>
                  </a:lnTo>
                  <a:lnTo>
                    <a:pt x="133575" y="111035"/>
                  </a:lnTo>
                  <a:lnTo>
                    <a:pt x="133575" y="111536"/>
                  </a:lnTo>
                  <a:lnTo>
                    <a:pt x="133324" y="112140"/>
                  </a:lnTo>
                  <a:lnTo>
                    <a:pt x="133024" y="113170"/>
                  </a:lnTo>
                  <a:lnTo>
                    <a:pt x="131532" y="116243"/>
                  </a:lnTo>
                  <a:lnTo>
                    <a:pt x="130026" y="119344"/>
                  </a:lnTo>
                  <a:lnTo>
                    <a:pt x="129786" y="120282"/>
                  </a:lnTo>
                  <a:lnTo>
                    <a:pt x="129308" y="120937"/>
                  </a:lnTo>
                  <a:lnTo>
                    <a:pt x="127394" y="122592"/>
                  </a:lnTo>
                  <a:lnTo>
                    <a:pt x="127193" y="123256"/>
                  </a:lnTo>
                  <a:lnTo>
                    <a:pt x="127084" y="126022"/>
                  </a:lnTo>
                  <a:lnTo>
                    <a:pt x="126870" y="128293"/>
                  </a:lnTo>
                  <a:lnTo>
                    <a:pt x="125451" y="130431"/>
                  </a:lnTo>
                  <a:lnTo>
                    <a:pt x="124038" y="132559"/>
                  </a:lnTo>
                  <a:lnTo>
                    <a:pt x="123685" y="133860"/>
                  </a:lnTo>
                  <a:lnTo>
                    <a:pt x="123428" y="135365"/>
                  </a:lnTo>
                  <a:lnTo>
                    <a:pt x="122984" y="137065"/>
                  </a:lnTo>
                  <a:lnTo>
                    <a:pt x="122897" y="137962"/>
                  </a:lnTo>
                  <a:lnTo>
                    <a:pt x="123612" y="139427"/>
                  </a:lnTo>
                  <a:lnTo>
                    <a:pt x="123529" y="140637"/>
                  </a:lnTo>
                  <a:lnTo>
                    <a:pt x="123302" y="142359"/>
                  </a:lnTo>
                  <a:lnTo>
                    <a:pt x="122623" y="143579"/>
                  </a:lnTo>
                  <a:lnTo>
                    <a:pt x="121872" y="144270"/>
                  </a:lnTo>
                  <a:lnTo>
                    <a:pt x="121889" y="146146"/>
                  </a:lnTo>
                  <a:lnTo>
                    <a:pt x="122288" y="146409"/>
                  </a:lnTo>
                  <a:lnTo>
                    <a:pt x="123196" y="146270"/>
                  </a:lnTo>
                  <a:lnTo>
                    <a:pt x="124477" y="144909"/>
                  </a:lnTo>
                  <a:lnTo>
                    <a:pt x="125312" y="143161"/>
                  </a:lnTo>
                  <a:lnTo>
                    <a:pt x="124820" y="141500"/>
                  </a:lnTo>
                  <a:lnTo>
                    <a:pt x="124759" y="141175"/>
                  </a:lnTo>
                  <a:lnTo>
                    <a:pt x="124877" y="140786"/>
                  </a:lnTo>
                  <a:lnTo>
                    <a:pt x="125868" y="138981"/>
                  </a:lnTo>
                  <a:lnTo>
                    <a:pt x="127083" y="137893"/>
                  </a:lnTo>
                  <a:lnTo>
                    <a:pt x="128779" y="137691"/>
                  </a:lnTo>
                  <a:lnTo>
                    <a:pt x="130821" y="138329"/>
                  </a:lnTo>
                  <a:lnTo>
                    <a:pt x="131025" y="138599"/>
                  </a:lnTo>
                  <a:lnTo>
                    <a:pt x="130927" y="139705"/>
                  </a:lnTo>
                  <a:lnTo>
                    <a:pt x="131117" y="141337"/>
                  </a:lnTo>
                  <a:lnTo>
                    <a:pt x="131488" y="142483"/>
                  </a:lnTo>
                  <a:lnTo>
                    <a:pt x="130980" y="145735"/>
                  </a:lnTo>
                  <a:lnTo>
                    <a:pt x="131361" y="146753"/>
                  </a:lnTo>
                  <a:lnTo>
                    <a:pt x="131956" y="147973"/>
                  </a:lnTo>
                  <a:lnTo>
                    <a:pt x="132401" y="149085"/>
                  </a:lnTo>
                  <a:lnTo>
                    <a:pt x="133042" y="150108"/>
                  </a:lnTo>
                  <a:lnTo>
                    <a:pt x="133612" y="151831"/>
                  </a:lnTo>
                  <a:lnTo>
                    <a:pt x="133808" y="152808"/>
                  </a:lnTo>
                  <a:lnTo>
                    <a:pt x="132896" y="154504"/>
                  </a:lnTo>
                  <a:lnTo>
                    <a:pt x="131348" y="156094"/>
                  </a:lnTo>
                  <a:lnTo>
                    <a:pt x="131174" y="157113"/>
                  </a:lnTo>
                  <a:lnTo>
                    <a:pt x="131194" y="158272"/>
                  </a:lnTo>
                  <a:lnTo>
                    <a:pt x="131368" y="159183"/>
                  </a:lnTo>
                  <a:lnTo>
                    <a:pt x="132222" y="160355"/>
                  </a:lnTo>
                  <a:lnTo>
                    <a:pt x="133141" y="163008"/>
                  </a:lnTo>
                  <a:lnTo>
                    <a:pt x="133723" y="165375"/>
                  </a:lnTo>
                  <a:lnTo>
                    <a:pt x="135000" y="167644"/>
                  </a:lnTo>
                  <a:lnTo>
                    <a:pt x="135310" y="168317"/>
                  </a:lnTo>
                  <a:lnTo>
                    <a:pt x="135230" y="168884"/>
                  </a:lnTo>
                  <a:lnTo>
                    <a:pt x="134894" y="169850"/>
                  </a:lnTo>
                  <a:lnTo>
                    <a:pt x="134457" y="173074"/>
                  </a:lnTo>
                  <a:lnTo>
                    <a:pt x="133936" y="173586"/>
                  </a:lnTo>
                  <a:lnTo>
                    <a:pt x="133355" y="173793"/>
                  </a:lnTo>
                  <a:lnTo>
                    <a:pt x="131777" y="176155"/>
                  </a:lnTo>
                  <a:lnTo>
                    <a:pt x="131074" y="175870"/>
                  </a:lnTo>
                  <a:lnTo>
                    <a:pt x="130074" y="175900"/>
                  </a:lnTo>
                  <a:lnTo>
                    <a:pt x="129341" y="176678"/>
                  </a:lnTo>
                  <a:lnTo>
                    <a:pt x="129421" y="178149"/>
                  </a:lnTo>
                  <a:lnTo>
                    <a:pt x="130064" y="179495"/>
                  </a:lnTo>
                  <a:lnTo>
                    <a:pt x="130442" y="180961"/>
                  </a:lnTo>
                  <a:lnTo>
                    <a:pt x="130595" y="182486"/>
                  </a:lnTo>
                  <a:lnTo>
                    <a:pt x="131309" y="183616"/>
                  </a:lnTo>
                  <a:lnTo>
                    <a:pt x="132312" y="184291"/>
                  </a:lnTo>
                  <a:lnTo>
                    <a:pt x="132885" y="184338"/>
                  </a:lnTo>
                  <a:lnTo>
                    <a:pt x="133260" y="184743"/>
                  </a:lnTo>
                  <a:lnTo>
                    <a:pt x="133485" y="185267"/>
                  </a:lnTo>
                  <a:lnTo>
                    <a:pt x="133916" y="188535"/>
                  </a:lnTo>
                  <a:lnTo>
                    <a:pt x="133658" y="189354"/>
                  </a:lnTo>
                  <a:lnTo>
                    <a:pt x="133118" y="189704"/>
                  </a:lnTo>
                  <a:lnTo>
                    <a:pt x="132795" y="191048"/>
                  </a:lnTo>
                  <a:lnTo>
                    <a:pt x="132151" y="193031"/>
                  </a:lnTo>
                  <a:lnTo>
                    <a:pt x="131785" y="194622"/>
                  </a:lnTo>
                  <a:lnTo>
                    <a:pt x="132190" y="196023"/>
                  </a:lnTo>
                  <a:lnTo>
                    <a:pt x="132363" y="197060"/>
                  </a:lnTo>
                  <a:lnTo>
                    <a:pt x="132146" y="198128"/>
                  </a:lnTo>
                  <a:lnTo>
                    <a:pt x="132435" y="199792"/>
                  </a:lnTo>
                  <a:lnTo>
                    <a:pt x="133197" y="201438"/>
                  </a:lnTo>
                  <a:lnTo>
                    <a:pt x="135265" y="203752"/>
                  </a:lnTo>
                  <a:lnTo>
                    <a:pt x="137185" y="205635"/>
                  </a:lnTo>
                  <a:lnTo>
                    <a:pt x="137780" y="205948"/>
                  </a:lnTo>
                  <a:lnTo>
                    <a:pt x="140375" y="204738"/>
                  </a:lnTo>
                  <a:lnTo>
                    <a:pt x="140804" y="204842"/>
                  </a:lnTo>
                  <a:lnTo>
                    <a:pt x="141120" y="206285"/>
                  </a:lnTo>
                  <a:lnTo>
                    <a:pt x="141257" y="207255"/>
                  </a:lnTo>
                  <a:lnTo>
                    <a:pt x="140966" y="208718"/>
                  </a:lnTo>
                  <a:lnTo>
                    <a:pt x="140264" y="210734"/>
                  </a:lnTo>
                  <a:lnTo>
                    <a:pt x="139503" y="212340"/>
                  </a:lnTo>
                  <a:lnTo>
                    <a:pt x="139042" y="213705"/>
                  </a:lnTo>
                  <a:lnTo>
                    <a:pt x="139138" y="214944"/>
                  </a:lnTo>
                  <a:lnTo>
                    <a:pt x="139168" y="216593"/>
                  </a:lnTo>
                  <a:lnTo>
                    <a:pt x="138549" y="217087"/>
                  </a:lnTo>
                  <a:lnTo>
                    <a:pt x="138529" y="216761"/>
                  </a:lnTo>
                  <a:lnTo>
                    <a:pt x="138274" y="216482"/>
                  </a:lnTo>
                  <a:lnTo>
                    <a:pt x="138054" y="216647"/>
                  </a:lnTo>
                  <a:lnTo>
                    <a:pt x="137884" y="217005"/>
                  </a:lnTo>
                  <a:lnTo>
                    <a:pt x="137857" y="217639"/>
                  </a:lnTo>
                  <a:lnTo>
                    <a:pt x="136538" y="218693"/>
                  </a:lnTo>
                  <a:lnTo>
                    <a:pt x="135628" y="219785"/>
                  </a:lnTo>
                  <a:lnTo>
                    <a:pt x="132032" y="226309"/>
                  </a:lnTo>
                  <a:lnTo>
                    <a:pt x="130350" y="228223"/>
                  </a:lnTo>
                  <a:lnTo>
                    <a:pt x="130018" y="229375"/>
                  </a:lnTo>
                  <a:lnTo>
                    <a:pt x="129676" y="231530"/>
                  </a:lnTo>
                  <a:lnTo>
                    <a:pt x="128688" y="233379"/>
                  </a:lnTo>
                  <a:lnTo>
                    <a:pt x="127823" y="234259"/>
                  </a:lnTo>
                  <a:lnTo>
                    <a:pt x="125680" y="235163"/>
                  </a:lnTo>
                  <a:lnTo>
                    <a:pt x="123529" y="237123"/>
                  </a:lnTo>
                  <a:lnTo>
                    <a:pt x="122560" y="236278"/>
                  </a:lnTo>
                  <a:lnTo>
                    <a:pt x="120049" y="236369"/>
                  </a:lnTo>
                  <a:lnTo>
                    <a:pt x="118483" y="234007"/>
                  </a:lnTo>
                  <a:lnTo>
                    <a:pt x="115474" y="232509"/>
                  </a:lnTo>
                  <a:lnTo>
                    <a:pt x="114493" y="229069"/>
                  </a:lnTo>
                  <a:lnTo>
                    <a:pt x="113123" y="228846"/>
                  </a:lnTo>
                  <a:lnTo>
                    <a:pt x="112224" y="228950"/>
                  </a:lnTo>
                  <a:lnTo>
                    <a:pt x="111688" y="228429"/>
                  </a:lnTo>
                  <a:lnTo>
                    <a:pt x="111548" y="227256"/>
                  </a:lnTo>
                  <a:lnTo>
                    <a:pt x="111536" y="226126"/>
                  </a:lnTo>
                  <a:lnTo>
                    <a:pt x="110584" y="226646"/>
                  </a:lnTo>
                  <a:lnTo>
                    <a:pt x="109857" y="226646"/>
                  </a:lnTo>
                  <a:lnTo>
                    <a:pt x="109423" y="227099"/>
                  </a:lnTo>
                  <a:lnTo>
                    <a:pt x="109081" y="227621"/>
                  </a:lnTo>
                  <a:lnTo>
                    <a:pt x="108676" y="227288"/>
                  </a:lnTo>
                  <a:lnTo>
                    <a:pt x="108441" y="227400"/>
                  </a:lnTo>
                  <a:lnTo>
                    <a:pt x="108462" y="228065"/>
                  </a:lnTo>
                  <a:lnTo>
                    <a:pt x="107588" y="228231"/>
                  </a:lnTo>
                  <a:lnTo>
                    <a:pt x="106641" y="227823"/>
                  </a:lnTo>
                  <a:lnTo>
                    <a:pt x="104155" y="226047"/>
                  </a:lnTo>
                  <a:lnTo>
                    <a:pt x="103773" y="225776"/>
                  </a:lnTo>
                  <a:lnTo>
                    <a:pt x="102048" y="225089"/>
                  </a:lnTo>
                  <a:lnTo>
                    <a:pt x="101350" y="224379"/>
                  </a:lnTo>
                  <a:lnTo>
                    <a:pt x="100786" y="222624"/>
                  </a:lnTo>
                  <a:lnTo>
                    <a:pt x="100354" y="222069"/>
                  </a:lnTo>
                  <a:lnTo>
                    <a:pt x="100099" y="221737"/>
                  </a:lnTo>
                  <a:lnTo>
                    <a:pt x="98489" y="222623"/>
                  </a:lnTo>
                  <a:lnTo>
                    <a:pt x="97930" y="224004"/>
                  </a:lnTo>
                  <a:lnTo>
                    <a:pt x="97058" y="225621"/>
                  </a:lnTo>
                  <a:lnTo>
                    <a:pt x="91086" y="233552"/>
                  </a:lnTo>
                  <a:lnTo>
                    <a:pt x="89996" y="236875"/>
                  </a:lnTo>
                  <a:lnTo>
                    <a:pt x="88734" y="241769"/>
                  </a:lnTo>
                  <a:lnTo>
                    <a:pt x="88635" y="244052"/>
                  </a:lnTo>
                  <a:lnTo>
                    <a:pt x="89179" y="251351"/>
                  </a:lnTo>
                  <a:lnTo>
                    <a:pt x="90393" y="255183"/>
                  </a:lnTo>
                  <a:lnTo>
                    <a:pt x="90547" y="256071"/>
                  </a:lnTo>
                  <a:lnTo>
                    <a:pt x="89874" y="256075"/>
                  </a:lnTo>
                  <a:lnTo>
                    <a:pt x="88744" y="255596"/>
                  </a:lnTo>
                  <a:lnTo>
                    <a:pt x="87806" y="255004"/>
                  </a:lnTo>
                  <a:lnTo>
                    <a:pt x="86913" y="255335"/>
                  </a:lnTo>
                  <a:lnTo>
                    <a:pt x="86053" y="256127"/>
                  </a:lnTo>
                  <a:lnTo>
                    <a:pt x="85301" y="256606"/>
                  </a:lnTo>
                  <a:lnTo>
                    <a:pt x="84761" y="256740"/>
                  </a:lnTo>
                  <a:lnTo>
                    <a:pt x="84399" y="257197"/>
                  </a:lnTo>
                  <a:lnTo>
                    <a:pt x="84226" y="258111"/>
                  </a:lnTo>
                  <a:lnTo>
                    <a:pt x="84191" y="258750"/>
                  </a:lnTo>
                  <a:lnTo>
                    <a:pt x="83240" y="258593"/>
                  </a:lnTo>
                  <a:lnTo>
                    <a:pt x="81042" y="257278"/>
                  </a:lnTo>
                  <a:lnTo>
                    <a:pt x="79066" y="256372"/>
                  </a:lnTo>
                  <a:lnTo>
                    <a:pt x="77907" y="257402"/>
                  </a:lnTo>
                  <a:lnTo>
                    <a:pt x="77162" y="258365"/>
                  </a:lnTo>
                  <a:lnTo>
                    <a:pt x="76638" y="258217"/>
                  </a:lnTo>
                  <a:lnTo>
                    <a:pt x="76240" y="257204"/>
                  </a:lnTo>
                  <a:lnTo>
                    <a:pt x="75972" y="256213"/>
                  </a:lnTo>
                  <a:lnTo>
                    <a:pt x="75198" y="255304"/>
                  </a:lnTo>
                  <a:lnTo>
                    <a:pt x="73453" y="253938"/>
                  </a:lnTo>
                  <a:lnTo>
                    <a:pt x="73543" y="253279"/>
                  </a:lnTo>
                  <a:lnTo>
                    <a:pt x="73841" y="252360"/>
                  </a:lnTo>
                  <a:lnTo>
                    <a:pt x="73832" y="251793"/>
                  </a:lnTo>
                  <a:lnTo>
                    <a:pt x="73496" y="250950"/>
                  </a:lnTo>
                  <a:lnTo>
                    <a:pt x="71887" y="250047"/>
                  </a:lnTo>
                  <a:lnTo>
                    <a:pt x="71129" y="249819"/>
                  </a:lnTo>
                  <a:lnTo>
                    <a:pt x="70646" y="250441"/>
                  </a:lnTo>
                  <a:lnTo>
                    <a:pt x="70299" y="251202"/>
                  </a:lnTo>
                  <a:lnTo>
                    <a:pt x="69403" y="248402"/>
                  </a:lnTo>
                  <a:lnTo>
                    <a:pt x="68765" y="247832"/>
                  </a:lnTo>
                  <a:lnTo>
                    <a:pt x="67801" y="247738"/>
                  </a:lnTo>
                  <a:lnTo>
                    <a:pt x="66697" y="246884"/>
                  </a:lnTo>
                  <a:lnTo>
                    <a:pt x="65550" y="245793"/>
                  </a:lnTo>
                  <a:lnTo>
                    <a:pt x="62761" y="244047"/>
                  </a:lnTo>
                  <a:lnTo>
                    <a:pt x="61993" y="243838"/>
                  </a:lnTo>
                  <a:lnTo>
                    <a:pt x="61686" y="244115"/>
                  </a:lnTo>
                  <a:lnTo>
                    <a:pt x="61481" y="245158"/>
                  </a:lnTo>
                  <a:lnTo>
                    <a:pt x="61370" y="248108"/>
                  </a:lnTo>
                  <a:lnTo>
                    <a:pt x="61252" y="248434"/>
                  </a:lnTo>
                  <a:lnTo>
                    <a:pt x="59958" y="248532"/>
                  </a:lnTo>
                  <a:lnTo>
                    <a:pt x="58364" y="248122"/>
                  </a:lnTo>
                  <a:lnTo>
                    <a:pt x="57633" y="248325"/>
                  </a:lnTo>
                  <a:lnTo>
                    <a:pt x="56981" y="248336"/>
                  </a:lnTo>
                  <a:lnTo>
                    <a:pt x="56366" y="247555"/>
                  </a:lnTo>
                  <a:lnTo>
                    <a:pt x="54080" y="248297"/>
                  </a:lnTo>
                  <a:lnTo>
                    <a:pt x="53612" y="248448"/>
                  </a:lnTo>
                  <a:lnTo>
                    <a:pt x="53154" y="248012"/>
                  </a:lnTo>
                  <a:lnTo>
                    <a:pt x="52490" y="246681"/>
                  </a:lnTo>
                  <a:lnTo>
                    <a:pt x="51748" y="245606"/>
                  </a:lnTo>
                  <a:lnTo>
                    <a:pt x="51172" y="245055"/>
                  </a:lnTo>
                  <a:lnTo>
                    <a:pt x="50681" y="244423"/>
                  </a:lnTo>
                  <a:lnTo>
                    <a:pt x="50235" y="244320"/>
                  </a:lnTo>
                  <a:lnTo>
                    <a:pt x="49555" y="244932"/>
                  </a:lnTo>
                  <a:lnTo>
                    <a:pt x="48616" y="245192"/>
                  </a:lnTo>
                  <a:lnTo>
                    <a:pt x="47837" y="245112"/>
                  </a:lnTo>
                  <a:lnTo>
                    <a:pt x="47421" y="245202"/>
                  </a:lnTo>
                  <a:lnTo>
                    <a:pt x="45675" y="241935"/>
                  </a:lnTo>
                  <a:lnTo>
                    <a:pt x="45420" y="241041"/>
                  </a:lnTo>
                  <a:lnTo>
                    <a:pt x="44550" y="240792"/>
                  </a:lnTo>
                  <a:lnTo>
                    <a:pt x="43476" y="240754"/>
                  </a:lnTo>
                  <a:lnTo>
                    <a:pt x="40732" y="238637"/>
                  </a:lnTo>
                  <a:lnTo>
                    <a:pt x="39483" y="237500"/>
                  </a:lnTo>
                  <a:lnTo>
                    <a:pt x="39300" y="236825"/>
                  </a:lnTo>
                  <a:lnTo>
                    <a:pt x="39317" y="236278"/>
                  </a:lnTo>
                  <a:lnTo>
                    <a:pt x="39104" y="236396"/>
                  </a:lnTo>
                  <a:lnTo>
                    <a:pt x="38719" y="237363"/>
                  </a:lnTo>
                  <a:lnTo>
                    <a:pt x="38517" y="238151"/>
                  </a:lnTo>
                  <a:lnTo>
                    <a:pt x="38250" y="238298"/>
                  </a:lnTo>
                  <a:lnTo>
                    <a:pt x="37856" y="238175"/>
                  </a:lnTo>
                  <a:lnTo>
                    <a:pt x="37491" y="237732"/>
                  </a:lnTo>
                  <a:lnTo>
                    <a:pt x="37268" y="237159"/>
                  </a:lnTo>
                  <a:lnTo>
                    <a:pt x="37507" y="236160"/>
                  </a:lnTo>
                  <a:lnTo>
                    <a:pt x="37926" y="234855"/>
                  </a:lnTo>
                  <a:lnTo>
                    <a:pt x="38099" y="233437"/>
                  </a:lnTo>
                  <a:lnTo>
                    <a:pt x="38061" y="232167"/>
                  </a:lnTo>
                  <a:lnTo>
                    <a:pt x="37368" y="231352"/>
                  </a:lnTo>
                  <a:lnTo>
                    <a:pt x="36349" y="231011"/>
                  </a:lnTo>
                  <a:lnTo>
                    <a:pt x="35603" y="230915"/>
                  </a:lnTo>
                  <a:lnTo>
                    <a:pt x="34630" y="230189"/>
                  </a:lnTo>
                  <a:lnTo>
                    <a:pt x="34171" y="229667"/>
                  </a:lnTo>
                  <a:lnTo>
                    <a:pt x="33723" y="228253"/>
                  </a:lnTo>
                  <a:lnTo>
                    <a:pt x="33708" y="227226"/>
                  </a:lnTo>
                  <a:lnTo>
                    <a:pt x="35554" y="226318"/>
                  </a:lnTo>
                  <a:lnTo>
                    <a:pt x="37219" y="222603"/>
                  </a:lnTo>
                  <a:lnTo>
                    <a:pt x="38795" y="209115"/>
                  </a:lnTo>
                  <a:lnTo>
                    <a:pt x="39937" y="193169"/>
                  </a:lnTo>
                  <a:lnTo>
                    <a:pt x="40785" y="190156"/>
                  </a:lnTo>
                  <a:lnTo>
                    <a:pt x="41851" y="189328"/>
                  </a:lnTo>
                  <a:lnTo>
                    <a:pt x="40988" y="187137"/>
                  </a:lnTo>
                  <a:lnTo>
                    <a:pt x="40449" y="188246"/>
                  </a:lnTo>
                  <a:lnTo>
                    <a:pt x="40223" y="189424"/>
                  </a:lnTo>
                  <a:lnTo>
                    <a:pt x="39940" y="190012"/>
                  </a:lnTo>
                  <a:lnTo>
                    <a:pt x="40578" y="175392"/>
                  </a:lnTo>
                  <a:lnTo>
                    <a:pt x="41032" y="170039"/>
                  </a:lnTo>
                  <a:lnTo>
                    <a:pt x="41805" y="164431"/>
                  </a:lnTo>
                  <a:lnTo>
                    <a:pt x="43386" y="166657"/>
                  </a:lnTo>
                  <a:lnTo>
                    <a:pt x="44697" y="168915"/>
                  </a:lnTo>
                  <a:lnTo>
                    <a:pt x="45374" y="170875"/>
                  </a:lnTo>
                  <a:lnTo>
                    <a:pt x="46232" y="177402"/>
                  </a:lnTo>
                  <a:lnTo>
                    <a:pt x="46881" y="178771"/>
                  </a:lnTo>
                  <a:lnTo>
                    <a:pt x="47852" y="180146"/>
                  </a:lnTo>
                  <a:lnTo>
                    <a:pt x="47468" y="178646"/>
                  </a:lnTo>
                  <a:lnTo>
                    <a:pt x="46800" y="177499"/>
                  </a:lnTo>
                  <a:lnTo>
                    <a:pt x="45755" y="168798"/>
                  </a:lnTo>
                  <a:lnTo>
                    <a:pt x="45100" y="166334"/>
                  </a:lnTo>
                  <a:lnTo>
                    <a:pt x="44080" y="164261"/>
                  </a:lnTo>
                  <a:lnTo>
                    <a:pt x="40794" y="159895"/>
                  </a:lnTo>
                  <a:lnTo>
                    <a:pt x="40499" y="159052"/>
                  </a:lnTo>
                  <a:lnTo>
                    <a:pt x="40340" y="157384"/>
                  </a:lnTo>
                  <a:lnTo>
                    <a:pt x="41426" y="157455"/>
                  </a:lnTo>
                  <a:lnTo>
                    <a:pt x="42364" y="158266"/>
                  </a:lnTo>
                  <a:lnTo>
                    <a:pt x="42253" y="157332"/>
                  </a:lnTo>
                  <a:lnTo>
                    <a:pt x="41975" y="156357"/>
                  </a:lnTo>
                  <a:lnTo>
                    <a:pt x="41539" y="152821"/>
                  </a:lnTo>
                  <a:lnTo>
                    <a:pt x="41176" y="144562"/>
                  </a:lnTo>
                  <a:lnTo>
                    <a:pt x="41225" y="143148"/>
                  </a:lnTo>
                  <a:lnTo>
                    <a:pt x="41063" y="141414"/>
                  </a:lnTo>
                  <a:lnTo>
                    <a:pt x="40013" y="141025"/>
                  </a:lnTo>
                  <a:lnTo>
                    <a:pt x="39173" y="140955"/>
                  </a:lnTo>
                  <a:lnTo>
                    <a:pt x="38268" y="140269"/>
                  </a:lnTo>
                  <a:lnTo>
                    <a:pt x="33793" y="135401"/>
                  </a:lnTo>
                  <a:lnTo>
                    <a:pt x="32261" y="130379"/>
                  </a:lnTo>
                  <a:lnTo>
                    <a:pt x="30695" y="126671"/>
                  </a:lnTo>
                  <a:lnTo>
                    <a:pt x="30319" y="125053"/>
                  </a:lnTo>
                  <a:lnTo>
                    <a:pt x="30344" y="123414"/>
                  </a:lnTo>
                  <a:lnTo>
                    <a:pt x="31154" y="119953"/>
                  </a:lnTo>
                  <a:lnTo>
                    <a:pt x="30439" y="117767"/>
                  </a:lnTo>
                  <a:lnTo>
                    <a:pt x="29739" y="117333"/>
                  </a:lnTo>
                  <a:lnTo>
                    <a:pt x="29131" y="116251"/>
                  </a:lnTo>
                  <a:lnTo>
                    <a:pt x="29682" y="114449"/>
                  </a:lnTo>
                  <a:lnTo>
                    <a:pt x="30139" y="113296"/>
                  </a:lnTo>
                  <a:lnTo>
                    <a:pt x="31056" y="112981"/>
                  </a:lnTo>
                  <a:lnTo>
                    <a:pt x="32258" y="113364"/>
                  </a:lnTo>
                  <a:lnTo>
                    <a:pt x="33398" y="114407"/>
                  </a:lnTo>
                  <a:lnTo>
                    <a:pt x="34293" y="114684"/>
                  </a:lnTo>
                  <a:lnTo>
                    <a:pt x="31648" y="111885"/>
                  </a:lnTo>
                  <a:lnTo>
                    <a:pt x="27360" y="112828"/>
                  </a:lnTo>
                  <a:lnTo>
                    <a:pt x="26436" y="112468"/>
                  </a:lnTo>
                  <a:lnTo>
                    <a:pt x="25656" y="111844"/>
                  </a:lnTo>
                  <a:lnTo>
                    <a:pt x="25350" y="109790"/>
                  </a:lnTo>
                  <a:lnTo>
                    <a:pt x="25960" y="108863"/>
                  </a:lnTo>
                  <a:lnTo>
                    <a:pt x="26512" y="107151"/>
                  </a:lnTo>
                  <a:lnTo>
                    <a:pt x="25888" y="105947"/>
                  </a:lnTo>
                  <a:lnTo>
                    <a:pt x="25077" y="105492"/>
                  </a:lnTo>
                  <a:lnTo>
                    <a:pt x="23807" y="105518"/>
                  </a:lnTo>
                  <a:lnTo>
                    <a:pt x="22622" y="105881"/>
                  </a:lnTo>
                  <a:lnTo>
                    <a:pt x="22321" y="105190"/>
                  </a:lnTo>
                  <a:lnTo>
                    <a:pt x="23044" y="103283"/>
                  </a:lnTo>
                  <a:lnTo>
                    <a:pt x="22430" y="102581"/>
                  </a:lnTo>
                  <a:lnTo>
                    <a:pt x="21610" y="102909"/>
                  </a:lnTo>
                  <a:lnTo>
                    <a:pt x="20422" y="103304"/>
                  </a:lnTo>
                  <a:lnTo>
                    <a:pt x="19284" y="102705"/>
                  </a:lnTo>
                  <a:lnTo>
                    <a:pt x="18210" y="100538"/>
                  </a:lnTo>
                  <a:lnTo>
                    <a:pt x="17497" y="100554"/>
                  </a:lnTo>
                  <a:lnTo>
                    <a:pt x="17008" y="100821"/>
                  </a:lnTo>
                  <a:lnTo>
                    <a:pt x="16282" y="99987"/>
                  </a:lnTo>
                  <a:lnTo>
                    <a:pt x="15518" y="99778"/>
                  </a:lnTo>
                  <a:lnTo>
                    <a:pt x="14972" y="100055"/>
                  </a:lnTo>
                  <a:lnTo>
                    <a:pt x="14247" y="98811"/>
                  </a:lnTo>
                  <a:lnTo>
                    <a:pt x="9783" y="96317"/>
                  </a:lnTo>
                  <a:lnTo>
                    <a:pt x="7855" y="96012"/>
                  </a:lnTo>
                  <a:lnTo>
                    <a:pt x="6087" y="97142"/>
                  </a:lnTo>
                  <a:lnTo>
                    <a:pt x="5114" y="96749"/>
                  </a:lnTo>
                  <a:lnTo>
                    <a:pt x="4399" y="95138"/>
                  </a:lnTo>
                  <a:lnTo>
                    <a:pt x="3798" y="92434"/>
                  </a:lnTo>
                  <a:lnTo>
                    <a:pt x="950" y="90349"/>
                  </a:lnTo>
                  <a:lnTo>
                    <a:pt x="1513" y="88981"/>
                  </a:lnTo>
                  <a:lnTo>
                    <a:pt x="2839" y="88658"/>
                  </a:lnTo>
                  <a:lnTo>
                    <a:pt x="4368" y="87710"/>
                  </a:lnTo>
                  <a:lnTo>
                    <a:pt x="4917" y="86494"/>
                  </a:lnTo>
                  <a:lnTo>
                    <a:pt x="3723" y="85076"/>
                  </a:lnTo>
                  <a:lnTo>
                    <a:pt x="2842" y="84728"/>
                  </a:lnTo>
                  <a:lnTo>
                    <a:pt x="2477" y="84219"/>
                  </a:lnTo>
                  <a:lnTo>
                    <a:pt x="2104" y="82946"/>
                  </a:lnTo>
                  <a:lnTo>
                    <a:pt x="2632" y="82365"/>
                  </a:lnTo>
                  <a:lnTo>
                    <a:pt x="3004" y="82673"/>
                  </a:lnTo>
                  <a:lnTo>
                    <a:pt x="4078" y="82857"/>
                  </a:lnTo>
                  <a:lnTo>
                    <a:pt x="5917" y="82543"/>
                  </a:lnTo>
                  <a:lnTo>
                    <a:pt x="5231" y="81261"/>
                  </a:lnTo>
                  <a:lnTo>
                    <a:pt x="4520" y="80975"/>
                  </a:lnTo>
                  <a:lnTo>
                    <a:pt x="4193" y="80653"/>
                  </a:lnTo>
                  <a:lnTo>
                    <a:pt x="2699" y="80515"/>
                  </a:lnTo>
                  <a:lnTo>
                    <a:pt x="2018" y="80952"/>
                  </a:lnTo>
                  <a:lnTo>
                    <a:pt x="489" y="80786"/>
                  </a:lnTo>
                  <a:lnTo>
                    <a:pt x="158" y="79401"/>
                  </a:lnTo>
                  <a:lnTo>
                    <a:pt x="0" y="78212"/>
                  </a:lnTo>
                  <a:lnTo>
                    <a:pt x="474" y="75563"/>
                  </a:lnTo>
                  <a:lnTo>
                    <a:pt x="2626" y="73197"/>
                  </a:lnTo>
                  <a:lnTo>
                    <a:pt x="7989" y="70610"/>
                  </a:lnTo>
                  <a:lnTo>
                    <a:pt x="10297" y="70988"/>
                  </a:lnTo>
                  <a:lnTo>
                    <a:pt x="11897" y="70522"/>
                  </a:lnTo>
                  <a:lnTo>
                    <a:pt x="13813" y="68892"/>
                  </a:lnTo>
                  <a:lnTo>
                    <a:pt x="14660" y="67495"/>
                  </a:lnTo>
                  <a:lnTo>
                    <a:pt x="17385" y="66671"/>
                  </a:lnTo>
                  <a:lnTo>
                    <a:pt x="19977" y="68153"/>
                  </a:lnTo>
                  <a:lnTo>
                    <a:pt x="22366" y="73755"/>
                  </a:lnTo>
                  <a:lnTo>
                    <a:pt x="23507" y="75654"/>
                  </a:lnTo>
                  <a:lnTo>
                    <a:pt x="26302" y="72360"/>
                  </a:lnTo>
                  <a:lnTo>
                    <a:pt x="30467" y="72457"/>
                  </a:lnTo>
                  <a:lnTo>
                    <a:pt x="31327" y="74316"/>
                  </a:lnTo>
                  <a:lnTo>
                    <a:pt x="31674" y="72750"/>
                  </a:lnTo>
                  <a:lnTo>
                    <a:pt x="32440" y="70917"/>
                  </a:lnTo>
                  <a:lnTo>
                    <a:pt x="33050" y="71753"/>
                  </a:lnTo>
                  <a:lnTo>
                    <a:pt x="33359" y="72885"/>
                  </a:lnTo>
                  <a:lnTo>
                    <a:pt x="37755" y="72563"/>
                  </a:lnTo>
                  <a:lnTo>
                    <a:pt x="38449" y="72233"/>
                  </a:lnTo>
                  <a:lnTo>
                    <a:pt x="37268" y="70903"/>
                  </a:lnTo>
                  <a:lnTo>
                    <a:pt x="36303" y="67714"/>
                  </a:lnTo>
                  <a:lnTo>
                    <a:pt x="36103" y="55987"/>
                  </a:lnTo>
                  <a:lnTo>
                    <a:pt x="34885" y="52713"/>
                  </a:lnTo>
                  <a:lnTo>
                    <a:pt x="33488" y="47484"/>
                  </a:lnTo>
                  <a:lnTo>
                    <a:pt x="32844" y="44382"/>
                  </a:lnTo>
                  <a:lnTo>
                    <a:pt x="32784" y="43310"/>
                  </a:lnTo>
                  <a:lnTo>
                    <a:pt x="32999" y="41762"/>
                  </a:lnTo>
                  <a:lnTo>
                    <a:pt x="34717" y="41846"/>
                  </a:lnTo>
                  <a:lnTo>
                    <a:pt x="36045" y="42238"/>
                  </a:lnTo>
                  <a:lnTo>
                    <a:pt x="38571" y="41068"/>
                  </a:lnTo>
                  <a:lnTo>
                    <a:pt x="39787" y="41869"/>
                  </a:lnTo>
                  <a:lnTo>
                    <a:pt x="39716" y="44290"/>
                  </a:lnTo>
                  <a:lnTo>
                    <a:pt x="40087" y="47344"/>
                  </a:lnTo>
                  <a:lnTo>
                    <a:pt x="40510" y="48823"/>
                  </a:lnTo>
                  <a:lnTo>
                    <a:pt x="41151" y="50506"/>
                  </a:lnTo>
                  <a:lnTo>
                    <a:pt x="43189" y="50350"/>
                  </a:lnTo>
                  <a:lnTo>
                    <a:pt x="45387" y="51338"/>
                  </a:lnTo>
                  <a:lnTo>
                    <a:pt x="48165" y="51491"/>
                  </a:lnTo>
                  <a:lnTo>
                    <a:pt x="52224" y="53198"/>
                  </a:lnTo>
                  <a:lnTo>
                    <a:pt x="53953" y="52209"/>
                  </a:lnTo>
                  <a:lnTo>
                    <a:pt x="54080" y="52050"/>
                  </a:lnTo>
                  <a:lnTo>
                    <a:pt x="55626" y="50103"/>
                  </a:lnTo>
                  <a:lnTo>
                    <a:pt x="58814" y="48718"/>
                  </a:lnTo>
                  <a:lnTo>
                    <a:pt x="59068" y="47985"/>
                  </a:lnTo>
                  <a:lnTo>
                    <a:pt x="57233" y="48278"/>
                  </a:lnTo>
                  <a:lnTo>
                    <a:pt x="55549" y="46943"/>
                  </a:lnTo>
                  <a:lnTo>
                    <a:pt x="55322" y="45493"/>
                  </a:lnTo>
                  <a:lnTo>
                    <a:pt x="55517" y="44192"/>
                  </a:lnTo>
                  <a:lnTo>
                    <a:pt x="56200" y="41194"/>
                  </a:lnTo>
                  <a:lnTo>
                    <a:pt x="61077" y="36468"/>
                  </a:lnTo>
                  <a:lnTo>
                    <a:pt x="64574" y="35072"/>
                  </a:lnTo>
                  <a:lnTo>
                    <a:pt x="68223" y="32470"/>
                  </a:lnTo>
                  <a:lnTo>
                    <a:pt x="70060" y="29802"/>
                  </a:lnTo>
                  <a:lnTo>
                    <a:pt x="71273" y="26358"/>
                  </a:lnTo>
                  <a:lnTo>
                    <a:pt x="71663" y="25601"/>
                  </a:lnTo>
                  <a:lnTo>
                    <a:pt x="72167" y="24966"/>
                  </a:lnTo>
                  <a:lnTo>
                    <a:pt x="71699" y="23732"/>
                  </a:lnTo>
                  <a:lnTo>
                    <a:pt x="72016" y="10574"/>
                  </a:lnTo>
                  <a:lnTo>
                    <a:pt x="72357" y="8203"/>
                  </a:lnTo>
                  <a:lnTo>
                    <a:pt x="73069" y="6267"/>
                  </a:lnTo>
                  <a:lnTo>
                    <a:pt x="74153" y="4769"/>
                  </a:lnTo>
                  <a:lnTo>
                    <a:pt x="75797" y="3146"/>
                  </a:lnTo>
                  <a:lnTo>
                    <a:pt x="81852" y="904"/>
                  </a:lnTo>
                  <a:lnTo>
                    <a:pt x="82751" y="0"/>
                  </a:lnTo>
                  <a:lnTo>
                    <a:pt x="82878" y="1406"/>
                  </a:lnTo>
                  <a:lnTo>
                    <a:pt x="83318" y="3207"/>
                  </a:lnTo>
                  <a:lnTo>
                    <a:pt x="83621" y="4191"/>
                  </a:lnTo>
                  <a:lnTo>
                    <a:pt x="83369" y="5476"/>
                  </a:lnTo>
                  <a:lnTo>
                    <a:pt x="83567" y="6535"/>
                  </a:lnTo>
                  <a:lnTo>
                    <a:pt x="84389" y="8441"/>
                  </a:lnTo>
                  <a:lnTo>
                    <a:pt x="85414" y="10238"/>
                  </a:lnTo>
                  <a:lnTo>
                    <a:pt x="86326" y="11386"/>
                  </a:lnTo>
                  <a:lnTo>
                    <a:pt x="86584" y="11261"/>
                  </a:lnTo>
                  <a:lnTo>
                    <a:pt x="87260" y="10935"/>
                  </a:lnTo>
                  <a:lnTo>
                    <a:pt x="88406" y="9757"/>
                  </a:lnTo>
                  <a:lnTo>
                    <a:pt x="89359" y="9386"/>
                  </a:lnTo>
                  <a:lnTo>
                    <a:pt x="89905" y="10288"/>
                  </a:lnTo>
                  <a:lnTo>
                    <a:pt x="90213" y="10798"/>
                  </a:lnTo>
                  <a:lnTo>
                    <a:pt x="90814" y="12829"/>
                  </a:lnTo>
                  <a:lnTo>
                    <a:pt x="90983" y="14950"/>
                  </a:lnTo>
                  <a:lnTo>
                    <a:pt x="91250" y="16712"/>
                  </a:lnTo>
                  <a:lnTo>
                    <a:pt x="91737" y="17426"/>
                  </a:lnTo>
                  <a:lnTo>
                    <a:pt x="93562" y="17660"/>
                  </a:lnTo>
                  <a:lnTo>
                    <a:pt x="94907" y="18313"/>
                  </a:lnTo>
                  <a:lnTo>
                    <a:pt x="95263" y="18905"/>
                  </a:lnTo>
                  <a:lnTo>
                    <a:pt x="95724" y="22821"/>
                  </a:lnTo>
                  <a:lnTo>
                    <a:pt x="95974" y="23375"/>
                  </a:lnTo>
                  <a:lnTo>
                    <a:pt x="96309" y="22913"/>
                  </a:lnTo>
                  <a:lnTo>
                    <a:pt x="96641" y="22268"/>
                  </a:lnTo>
                  <a:lnTo>
                    <a:pt x="97101" y="22166"/>
                  </a:lnTo>
                  <a:lnTo>
                    <a:pt x="97890" y="22414"/>
                  </a:lnTo>
                  <a:lnTo>
                    <a:pt x="98931" y="22492"/>
                  </a:lnTo>
                  <a:lnTo>
                    <a:pt x="100003" y="22923"/>
                  </a:lnTo>
                  <a:lnTo>
                    <a:pt x="101484" y="25135"/>
                  </a:lnTo>
                  <a:lnTo>
                    <a:pt x="101428" y="25865"/>
                  </a:lnTo>
                  <a:lnTo>
                    <a:pt x="101138" y="27146"/>
                  </a:lnTo>
                  <a:lnTo>
                    <a:pt x="101038" y="28169"/>
                  </a:lnTo>
                  <a:lnTo>
                    <a:pt x="101293" y="28580"/>
                  </a:lnTo>
                  <a:lnTo>
                    <a:pt x="101684" y="29637"/>
                  </a:lnTo>
                  <a:lnTo>
                    <a:pt x="101590" y="30857"/>
                  </a:lnTo>
                  <a:lnTo>
                    <a:pt x="101208" y="31713"/>
                  </a:lnTo>
                  <a:lnTo>
                    <a:pt x="101055" y="32418"/>
                  </a:lnTo>
                  <a:lnTo>
                    <a:pt x="101058" y="32877"/>
                  </a:lnTo>
                  <a:lnTo>
                    <a:pt x="101197" y="33258"/>
                  </a:lnTo>
                  <a:lnTo>
                    <a:pt x="101501" y="33593"/>
                  </a:lnTo>
                  <a:lnTo>
                    <a:pt x="103689" y="34044"/>
                  </a:lnTo>
                  <a:lnTo>
                    <a:pt x="105691" y="33593"/>
                  </a:lnTo>
                  <a:lnTo>
                    <a:pt x="106953" y="32346"/>
                  </a:lnTo>
                  <a:lnTo>
                    <a:pt x="107168" y="31033"/>
                  </a:lnTo>
                  <a:lnTo>
                    <a:pt x="107526" y="29550"/>
                  </a:lnTo>
                  <a:lnTo>
                    <a:pt x="108278" y="28309"/>
                  </a:lnTo>
                  <a:lnTo>
                    <a:pt x="108798" y="27892"/>
                  </a:lnTo>
                  <a:lnTo>
                    <a:pt x="109274" y="28403"/>
                  </a:lnTo>
                  <a:lnTo>
                    <a:pt x="108473" y="33613"/>
                  </a:lnTo>
                  <a:lnTo>
                    <a:pt x="109057" y="34945"/>
                  </a:lnTo>
                  <a:lnTo>
                    <a:pt x="109144" y="36936"/>
                  </a:lnTo>
                  <a:lnTo>
                    <a:pt x="109353" y="38679"/>
                  </a:lnTo>
                  <a:lnTo>
                    <a:pt x="110069" y="38646"/>
                  </a:lnTo>
                  <a:lnTo>
                    <a:pt x="110936" y="38967"/>
                  </a:lnTo>
                  <a:lnTo>
                    <a:pt x="111550" y="39612"/>
                  </a:lnTo>
                  <a:lnTo>
                    <a:pt x="112267" y="40648"/>
                  </a:lnTo>
                  <a:lnTo>
                    <a:pt x="113299" y="41600"/>
                  </a:lnTo>
                  <a:lnTo>
                    <a:pt x="114023" y="41935"/>
                  </a:lnTo>
                  <a:lnTo>
                    <a:pt x="114286" y="42732"/>
                  </a:lnTo>
                  <a:lnTo>
                    <a:pt x="114871" y="43652"/>
                  </a:lnTo>
                  <a:lnTo>
                    <a:pt x="115793" y="45583"/>
                  </a:lnTo>
                  <a:lnTo>
                    <a:pt x="116618" y="46871"/>
                  </a:lnTo>
                  <a:lnTo>
                    <a:pt x="117016" y="46867"/>
                  </a:lnTo>
                  <a:lnTo>
                    <a:pt x="117785" y="46359"/>
                  </a:lnTo>
                  <a:lnTo>
                    <a:pt x="118925" y="460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2"/>
            <p:cNvSpPr/>
            <p:nvPr/>
          </p:nvSpPr>
          <p:spPr>
            <a:xfrm>
              <a:off x="3089863" y="1812834"/>
              <a:ext cx="2897" cy="6501"/>
            </a:xfrm>
            <a:custGeom>
              <a:avLst/>
              <a:pathLst>
                <a:path w="2897" h="6501">
                  <a:moveTo>
                    <a:pt x="2673" y="5605"/>
                  </a:moveTo>
                  <a:lnTo>
                    <a:pt x="2897" y="6501"/>
                  </a:lnTo>
                  <a:lnTo>
                    <a:pt x="2632" y="6401"/>
                  </a:lnTo>
                  <a:lnTo>
                    <a:pt x="1866" y="5380"/>
                  </a:lnTo>
                  <a:lnTo>
                    <a:pt x="530" y="2942"/>
                  </a:lnTo>
                  <a:lnTo>
                    <a:pt x="63" y="927"/>
                  </a:lnTo>
                  <a:lnTo>
                    <a:pt x="0" y="0"/>
                  </a:lnTo>
                  <a:lnTo>
                    <a:pt x="328" y="103"/>
                  </a:lnTo>
                  <a:lnTo>
                    <a:pt x="604" y="932"/>
                  </a:lnTo>
                  <a:lnTo>
                    <a:pt x="1871" y="1476"/>
                  </a:lnTo>
                  <a:lnTo>
                    <a:pt x="2205" y="1885"/>
                  </a:lnTo>
                  <a:lnTo>
                    <a:pt x="2200" y="2894"/>
                  </a:lnTo>
                  <a:lnTo>
                    <a:pt x="2627" y="40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3"/>
            <p:cNvSpPr/>
            <p:nvPr/>
          </p:nvSpPr>
          <p:spPr>
            <a:xfrm>
              <a:off x="3090432" y="1804874"/>
              <a:ext cx="2970" cy="4001"/>
            </a:xfrm>
            <a:custGeom>
              <a:avLst/>
              <a:pathLst>
                <a:path w="2970" h="4001">
                  <a:moveTo>
                    <a:pt x="2970" y="2888"/>
                  </a:moveTo>
                  <a:lnTo>
                    <a:pt x="2747" y="4001"/>
                  </a:lnTo>
                  <a:lnTo>
                    <a:pt x="2436" y="3990"/>
                  </a:lnTo>
                  <a:lnTo>
                    <a:pt x="1368" y="2611"/>
                  </a:lnTo>
                  <a:lnTo>
                    <a:pt x="517" y="1859"/>
                  </a:lnTo>
                  <a:lnTo>
                    <a:pt x="236" y="1225"/>
                  </a:lnTo>
                  <a:lnTo>
                    <a:pt x="0" y="135"/>
                  </a:lnTo>
                  <a:lnTo>
                    <a:pt x="487" y="0"/>
                  </a:lnTo>
                  <a:lnTo>
                    <a:pt x="1067" y="246"/>
                  </a:lnTo>
                  <a:lnTo>
                    <a:pt x="2528" y="1239"/>
                  </a:lnTo>
                  <a:lnTo>
                    <a:pt x="2940" y="227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4"/>
            <p:cNvSpPr/>
            <p:nvPr/>
          </p:nvSpPr>
          <p:spPr>
            <a:xfrm>
              <a:off x="3084324" y="1797561"/>
              <a:ext cx="4058" cy="3285"/>
            </a:xfrm>
            <a:custGeom>
              <a:avLst/>
              <a:pathLst>
                <a:path w="4058" h="3285">
                  <a:moveTo>
                    <a:pt x="2676" y="352"/>
                  </a:moveTo>
                  <a:lnTo>
                    <a:pt x="3696" y="1497"/>
                  </a:lnTo>
                  <a:lnTo>
                    <a:pt x="4058" y="2304"/>
                  </a:lnTo>
                  <a:lnTo>
                    <a:pt x="3472" y="3084"/>
                  </a:lnTo>
                  <a:lnTo>
                    <a:pt x="2761" y="3285"/>
                  </a:lnTo>
                  <a:lnTo>
                    <a:pt x="1904" y="3104"/>
                  </a:lnTo>
                  <a:lnTo>
                    <a:pt x="494" y="2258"/>
                  </a:lnTo>
                  <a:lnTo>
                    <a:pt x="0" y="323"/>
                  </a:lnTo>
                  <a:lnTo>
                    <a:pt x="974" y="370"/>
                  </a:lnTo>
                  <a:lnTo>
                    <a:pt x="212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5"/>
            <p:cNvSpPr/>
            <p:nvPr/>
          </p:nvSpPr>
          <p:spPr>
            <a:xfrm>
              <a:off x="3087168" y="1792684"/>
              <a:ext cx="6144" cy="10779"/>
            </a:xfrm>
            <a:custGeom>
              <a:avLst/>
              <a:pathLst>
                <a:path w="6144" h="10779">
                  <a:moveTo>
                    <a:pt x="6144" y="2611"/>
                  </a:moveTo>
                  <a:lnTo>
                    <a:pt x="5863" y="6579"/>
                  </a:lnTo>
                  <a:lnTo>
                    <a:pt x="5402" y="6557"/>
                  </a:lnTo>
                  <a:lnTo>
                    <a:pt x="4579" y="5459"/>
                  </a:lnTo>
                  <a:lnTo>
                    <a:pt x="3959" y="5234"/>
                  </a:lnTo>
                  <a:lnTo>
                    <a:pt x="3765" y="5820"/>
                  </a:lnTo>
                  <a:lnTo>
                    <a:pt x="3798" y="6525"/>
                  </a:lnTo>
                  <a:lnTo>
                    <a:pt x="4118" y="6968"/>
                  </a:lnTo>
                  <a:lnTo>
                    <a:pt x="5105" y="9629"/>
                  </a:lnTo>
                  <a:lnTo>
                    <a:pt x="5198" y="10404"/>
                  </a:lnTo>
                  <a:lnTo>
                    <a:pt x="5075" y="10779"/>
                  </a:lnTo>
                  <a:lnTo>
                    <a:pt x="4115" y="10011"/>
                  </a:lnTo>
                  <a:lnTo>
                    <a:pt x="1800" y="6567"/>
                  </a:lnTo>
                  <a:lnTo>
                    <a:pt x="0" y="906"/>
                  </a:lnTo>
                  <a:lnTo>
                    <a:pt x="2424" y="0"/>
                  </a:lnTo>
                  <a:lnTo>
                    <a:pt x="4184" y="148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6"/>
            <p:cNvSpPr/>
            <p:nvPr/>
          </p:nvSpPr>
          <p:spPr>
            <a:xfrm>
              <a:off x="3094126" y="1791520"/>
              <a:ext cx="1742" cy="4998"/>
            </a:xfrm>
            <a:custGeom>
              <a:avLst/>
              <a:pathLst>
                <a:path w="1742" h="4998">
                  <a:moveTo>
                    <a:pt x="1742" y="2866"/>
                  </a:moveTo>
                  <a:lnTo>
                    <a:pt x="1199" y="4998"/>
                  </a:lnTo>
                  <a:lnTo>
                    <a:pt x="394" y="4663"/>
                  </a:lnTo>
                  <a:lnTo>
                    <a:pt x="174" y="4433"/>
                  </a:lnTo>
                  <a:lnTo>
                    <a:pt x="0" y="3875"/>
                  </a:lnTo>
                  <a:lnTo>
                    <a:pt x="84" y="2291"/>
                  </a:lnTo>
                  <a:lnTo>
                    <a:pt x="55" y="0"/>
                  </a:lnTo>
                  <a:lnTo>
                    <a:pt x="981" y="188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7"/>
            <p:cNvSpPr/>
            <p:nvPr/>
          </p:nvSpPr>
          <p:spPr>
            <a:xfrm>
              <a:off x="5018655" y="3476426"/>
              <a:ext cx="821" cy="1706"/>
            </a:xfrm>
            <a:custGeom>
              <a:avLst/>
              <a:pathLst>
                <a:path w="821" h="1706">
                  <a:moveTo>
                    <a:pt x="705" y="274"/>
                  </a:moveTo>
                  <a:lnTo>
                    <a:pt x="821" y="1706"/>
                  </a:lnTo>
                  <a:lnTo>
                    <a:pt x="99" y="1011"/>
                  </a:lnTo>
                  <a:lnTo>
                    <a:pt x="0" y="504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8"/>
            <p:cNvSpPr/>
            <p:nvPr/>
          </p:nvSpPr>
          <p:spPr>
            <a:xfrm>
              <a:off x="4964223" y="3427885"/>
              <a:ext cx="2354" cy="5517"/>
            </a:xfrm>
            <a:custGeom>
              <a:avLst/>
              <a:pathLst>
                <a:path w="2354" h="5517">
                  <a:moveTo>
                    <a:pt x="2125" y="4847"/>
                  </a:moveTo>
                  <a:lnTo>
                    <a:pt x="1463" y="5517"/>
                  </a:lnTo>
                  <a:lnTo>
                    <a:pt x="633" y="5214"/>
                  </a:lnTo>
                  <a:lnTo>
                    <a:pt x="377" y="2804"/>
                  </a:lnTo>
                  <a:lnTo>
                    <a:pt x="0" y="2159"/>
                  </a:lnTo>
                  <a:lnTo>
                    <a:pt x="80" y="972"/>
                  </a:lnTo>
                  <a:lnTo>
                    <a:pt x="664" y="0"/>
                  </a:lnTo>
                  <a:lnTo>
                    <a:pt x="1896" y="787"/>
                  </a:lnTo>
                  <a:lnTo>
                    <a:pt x="2354" y="2498"/>
                  </a:lnTo>
                  <a:lnTo>
                    <a:pt x="2063" y="363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69"/>
            <p:cNvSpPr/>
            <p:nvPr/>
          </p:nvSpPr>
          <p:spPr>
            <a:xfrm>
              <a:off x="4889755" y="3415690"/>
              <a:ext cx="916" cy="1696"/>
            </a:xfrm>
            <a:custGeom>
              <a:avLst/>
              <a:pathLst>
                <a:path w="916" h="1696">
                  <a:moveTo>
                    <a:pt x="885" y="1307"/>
                  </a:moveTo>
                  <a:lnTo>
                    <a:pt x="791" y="1696"/>
                  </a:lnTo>
                  <a:lnTo>
                    <a:pt x="97" y="1546"/>
                  </a:lnTo>
                  <a:lnTo>
                    <a:pt x="0" y="1327"/>
                  </a:lnTo>
                  <a:lnTo>
                    <a:pt x="60" y="1155"/>
                  </a:lnTo>
                  <a:lnTo>
                    <a:pt x="392" y="981"/>
                  </a:lnTo>
                  <a:lnTo>
                    <a:pt x="432" y="444"/>
                  </a:lnTo>
                  <a:lnTo>
                    <a:pt x="262" y="330"/>
                  </a:lnTo>
                  <a:lnTo>
                    <a:pt x="408" y="50"/>
                  </a:lnTo>
                  <a:lnTo>
                    <a:pt x="678" y="0"/>
                  </a:lnTo>
                  <a:lnTo>
                    <a:pt x="834" y="330"/>
                  </a:lnTo>
                  <a:lnTo>
                    <a:pt x="916" y="81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0"/>
            <p:cNvSpPr/>
            <p:nvPr/>
          </p:nvSpPr>
          <p:spPr>
            <a:xfrm>
              <a:off x="4893005" y="3413425"/>
              <a:ext cx="643" cy="1191"/>
            </a:xfrm>
            <a:custGeom>
              <a:avLst/>
              <a:pathLst>
                <a:path w="643" h="1191">
                  <a:moveTo>
                    <a:pt x="289" y="1035"/>
                  </a:moveTo>
                  <a:lnTo>
                    <a:pt x="94" y="1191"/>
                  </a:lnTo>
                  <a:lnTo>
                    <a:pt x="0" y="1043"/>
                  </a:lnTo>
                  <a:lnTo>
                    <a:pt x="45" y="287"/>
                  </a:lnTo>
                  <a:lnTo>
                    <a:pt x="106" y="27"/>
                  </a:lnTo>
                  <a:lnTo>
                    <a:pt x="293" y="0"/>
                  </a:lnTo>
                  <a:lnTo>
                    <a:pt x="619" y="204"/>
                  </a:lnTo>
                  <a:lnTo>
                    <a:pt x="643" y="39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1"/>
            <p:cNvSpPr/>
            <p:nvPr/>
          </p:nvSpPr>
          <p:spPr>
            <a:xfrm>
              <a:off x="4736368" y="3350597"/>
              <a:ext cx="1722" cy="5149"/>
            </a:xfrm>
            <a:custGeom>
              <a:avLst/>
              <a:pathLst>
                <a:path w="1722" h="5149">
                  <a:moveTo>
                    <a:pt x="917" y="2737"/>
                  </a:moveTo>
                  <a:lnTo>
                    <a:pt x="58" y="5149"/>
                  </a:lnTo>
                  <a:lnTo>
                    <a:pt x="0" y="4360"/>
                  </a:lnTo>
                  <a:lnTo>
                    <a:pt x="262" y="2917"/>
                  </a:lnTo>
                  <a:lnTo>
                    <a:pt x="624" y="1274"/>
                  </a:lnTo>
                  <a:lnTo>
                    <a:pt x="965" y="287"/>
                  </a:lnTo>
                  <a:lnTo>
                    <a:pt x="1407" y="0"/>
                  </a:lnTo>
                  <a:lnTo>
                    <a:pt x="1722" y="1362"/>
                  </a:lnTo>
                  <a:lnTo>
                    <a:pt x="1369" y="253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2"/>
            <p:cNvSpPr/>
            <p:nvPr/>
          </p:nvSpPr>
          <p:spPr>
            <a:xfrm>
              <a:off x="3267440" y="3566042"/>
              <a:ext cx="65605" cy="183750"/>
            </a:xfrm>
            <a:custGeom>
              <a:avLst/>
              <a:pathLst>
                <a:path w="65605" h="183750">
                  <a:moveTo>
                    <a:pt x="52126" y="4155"/>
                  </a:moveTo>
                  <a:lnTo>
                    <a:pt x="52070" y="6220"/>
                  </a:lnTo>
                  <a:lnTo>
                    <a:pt x="51171" y="11281"/>
                  </a:lnTo>
                  <a:lnTo>
                    <a:pt x="50748" y="15177"/>
                  </a:lnTo>
                  <a:lnTo>
                    <a:pt x="50640" y="19328"/>
                  </a:lnTo>
                  <a:lnTo>
                    <a:pt x="50888" y="22668"/>
                  </a:lnTo>
                  <a:lnTo>
                    <a:pt x="51322" y="25045"/>
                  </a:lnTo>
                  <a:lnTo>
                    <a:pt x="51601" y="27643"/>
                  </a:lnTo>
                  <a:lnTo>
                    <a:pt x="51385" y="29453"/>
                  </a:lnTo>
                  <a:lnTo>
                    <a:pt x="50952" y="30227"/>
                  </a:lnTo>
                  <a:lnTo>
                    <a:pt x="51249" y="31137"/>
                  </a:lnTo>
                  <a:lnTo>
                    <a:pt x="51905" y="31356"/>
                  </a:lnTo>
                  <a:lnTo>
                    <a:pt x="53021" y="30566"/>
                  </a:lnTo>
                  <a:lnTo>
                    <a:pt x="54735" y="29182"/>
                  </a:lnTo>
                  <a:lnTo>
                    <a:pt x="56982" y="27182"/>
                  </a:lnTo>
                  <a:lnTo>
                    <a:pt x="58460" y="26105"/>
                  </a:lnTo>
                  <a:lnTo>
                    <a:pt x="60900" y="26780"/>
                  </a:lnTo>
                  <a:lnTo>
                    <a:pt x="62202" y="27539"/>
                  </a:lnTo>
                  <a:lnTo>
                    <a:pt x="62870" y="28947"/>
                  </a:lnTo>
                  <a:lnTo>
                    <a:pt x="63589" y="34907"/>
                  </a:lnTo>
                  <a:lnTo>
                    <a:pt x="63946" y="35812"/>
                  </a:lnTo>
                  <a:lnTo>
                    <a:pt x="64536" y="38347"/>
                  </a:lnTo>
                  <a:lnTo>
                    <a:pt x="65029" y="41390"/>
                  </a:lnTo>
                  <a:lnTo>
                    <a:pt x="65135" y="42937"/>
                  </a:lnTo>
                  <a:lnTo>
                    <a:pt x="65082" y="44049"/>
                  </a:lnTo>
                  <a:lnTo>
                    <a:pt x="64584" y="45697"/>
                  </a:lnTo>
                  <a:lnTo>
                    <a:pt x="64026" y="48116"/>
                  </a:lnTo>
                  <a:lnTo>
                    <a:pt x="63830" y="49582"/>
                  </a:lnTo>
                  <a:lnTo>
                    <a:pt x="63363" y="50669"/>
                  </a:lnTo>
                  <a:lnTo>
                    <a:pt x="62771" y="51742"/>
                  </a:lnTo>
                  <a:lnTo>
                    <a:pt x="61142" y="52172"/>
                  </a:lnTo>
                  <a:lnTo>
                    <a:pt x="60892" y="52810"/>
                  </a:lnTo>
                  <a:lnTo>
                    <a:pt x="60435" y="55388"/>
                  </a:lnTo>
                  <a:lnTo>
                    <a:pt x="59576" y="57573"/>
                  </a:lnTo>
                  <a:lnTo>
                    <a:pt x="59184" y="59636"/>
                  </a:lnTo>
                  <a:lnTo>
                    <a:pt x="58837" y="62389"/>
                  </a:lnTo>
                  <a:lnTo>
                    <a:pt x="58906" y="65802"/>
                  </a:lnTo>
                  <a:lnTo>
                    <a:pt x="58734" y="70711"/>
                  </a:lnTo>
                  <a:lnTo>
                    <a:pt x="58559" y="74035"/>
                  </a:lnTo>
                  <a:lnTo>
                    <a:pt x="58990" y="75195"/>
                  </a:lnTo>
                  <a:lnTo>
                    <a:pt x="60936" y="76009"/>
                  </a:lnTo>
                  <a:lnTo>
                    <a:pt x="61316" y="76667"/>
                  </a:lnTo>
                  <a:lnTo>
                    <a:pt x="61832" y="78721"/>
                  </a:lnTo>
                  <a:lnTo>
                    <a:pt x="62496" y="80655"/>
                  </a:lnTo>
                  <a:lnTo>
                    <a:pt x="64279" y="81873"/>
                  </a:lnTo>
                  <a:lnTo>
                    <a:pt x="64971" y="83353"/>
                  </a:lnTo>
                  <a:lnTo>
                    <a:pt x="65532" y="84972"/>
                  </a:lnTo>
                  <a:lnTo>
                    <a:pt x="65605" y="86299"/>
                  </a:lnTo>
                  <a:lnTo>
                    <a:pt x="65200" y="91632"/>
                  </a:lnTo>
                  <a:lnTo>
                    <a:pt x="64811" y="96751"/>
                  </a:lnTo>
                  <a:lnTo>
                    <a:pt x="64963" y="100647"/>
                  </a:lnTo>
                  <a:lnTo>
                    <a:pt x="65109" y="104366"/>
                  </a:lnTo>
                  <a:lnTo>
                    <a:pt x="65321" y="109785"/>
                  </a:lnTo>
                  <a:lnTo>
                    <a:pt x="65227" y="113092"/>
                  </a:lnTo>
                  <a:lnTo>
                    <a:pt x="64723" y="115109"/>
                  </a:lnTo>
                  <a:lnTo>
                    <a:pt x="64723" y="116694"/>
                  </a:lnTo>
                  <a:lnTo>
                    <a:pt x="64954" y="118601"/>
                  </a:lnTo>
                  <a:lnTo>
                    <a:pt x="64508" y="123876"/>
                  </a:lnTo>
                  <a:lnTo>
                    <a:pt x="64220" y="124768"/>
                  </a:lnTo>
                  <a:lnTo>
                    <a:pt x="63423" y="125752"/>
                  </a:lnTo>
                  <a:lnTo>
                    <a:pt x="63003" y="127169"/>
                  </a:lnTo>
                  <a:lnTo>
                    <a:pt x="62869" y="129393"/>
                  </a:lnTo>
                  <a:lnTo>
                    <a:pt x="62439" y="132441"/>
                  </a:lnTo>
                  <a:lnTo>
                    <a:pt x="61998" y="133555"/>
                  </a:lnTo>
                  <a:lnTo>
                    <a:pt x="61998" y="134971"/>
                  </a:lnTo>
                  <a:lnTo>
                    <a:pt x="62423" y="136007"/>
                  </a:lnTo>
                  <a:lnTo>
                    <a:pt x="62417" y="137592"/>
                  </a:lnTo>
                  <a:lnTo>
                    <a:pt x="61622" y="139476"/>
                  </a:lnTo>
                  <a:lnTo>
                    <a:pt x="61140" y="140922"/>
                  </a:lnTo>
                  <a:lnTo>
                    <a:pt x="60078" y="141623"/>
                  </a:lnTo>
                  <a:lnTo>
                    <a:pt x="58864" y="140878"/>
                  </a:lnTo>
                  <a:lnTo>
                    <a:pt x="58579" y="139828"/>
                  </a:lnTo>
                  <a:lnTo>
                    <a:pt x="58873" y="138192"/>
                  </a:lnTo>
                  <a:lnTo>
                    <a:pt x="58768" y="136882"/>
                  </a:lnTo>
                  <a:lnTo>
                    <a:pt x="58349" y="135508"/>
                  </a:lnTo>
                  <a:lnTo>
                    <a:pt x="57699" y="131965"/>
                  </a:lnTo>
                  <a:lnTo>
                    <a:pt x="57125" y="131217"/>
                  </a:lnTo>
                  <a:lnTo>
                    <a:pt x="56805" y="132666"/>
                  </a:lnTo>
                  <a:lnTo>
                    <a:pt x="55816" y="135358"/>
                  </a:lnTo>
                  <a:lnTo>
                    <a:pt x="54072" y="138809"/>
                  </a:lnTo>
                  <a:lnTo>
                    <a:pt x="52850" y="139086"/>
                  </a:lnTo>
                  <a:lnTo>
                    <a:pt x="50593" y="138033"/>
                  </a:lnTo>
                  <a:lnTo>
                    <a:pt x="48702" y="136385"/>
                  </a:lnTo>
                  <a:lnTo>
                    <a:pt x="47811" y="132334"/>
                  </a:lnTo>
                  <a:lnTo>
                    <a:pt x="47253" y="128995"/>
                  </a:lnTo>
                  <a:lnTo>
                    <a:pt x="46448" y="125111"/>
                  </a:lnTo>
                  <a:lnTo>
                    <a:pt x="45541" y="123267"/>
                  </a:lnTo>
                  <a:lnTo>
                    <a:pt x="44573" y="122090"/>
                  </a:lnTo>
                  <a:lnTo>
                    <a:pt x="44142" y="122009"/>
                  </a:lnTo>
                  <a:lnTo>
                    <a:pt x="42759" y="124170"/>
                  </a:lnTo>
                  <a:lnTo>
                    <a:pt x="42344" y="125025"/>
                  </a:lnTo>
                  <a:lnTo>
                    <a:pt x="42347" y="126840"/>
                  </a:lnTo>
                  <a:lnTo>
                    <a:pt x="42476" y="128531"/>
                  </a:lnTo>
                  <a:lnTo>
                    <a:pt x="42690" y="129350"/>
                  </a:lnTo>
                  <a:lnTo>
                    <a:pt x="42871" y="130435"/>
                  </a:lnTo>
                  <a:lnTo>
                    <a:pt x="42839" y="132126"/>
                  </a:lnTo>
                  <a:lnTo>
                    <a:pt x="42590" y="134383"/>
                  </a:lnTo>
                  <a:lnTo>
                    <a:pt x="42506" y="136876"/>
                  </a:lnTo>
                  <a:lnTo>
                    <a:pt x="38169" y="139317"/>
                  </a:lnTo>
                  <a:lnTo>
                    <a:pt x="37417" y="138437"/>
                  </a:lnTo>
                  <a:lnTo>
                    <a:pt x="36873" y="137315"/>
                  </a:lnTo>
                  <a:lnTo>
                    <a:pt x="36215" y="137511"/>
                  </a:lnTo>
                  <a:lnTo>
                    <a:pt x="34334" y="138789"/>
                  </a:lnTo>
                  <a:lnTo>
                    <a:pt x="33643" y="137897"/>
                  </a:lnTo>
                  <a:lnTo>
                    <a:pt x="32957" y="137248"/>
                  </a:lnTo>
                  <a:lnTo>
                    <a:pt x="32642" y="137791"/>
                  </a:lnTo>
                  <a:lnTo>
                    <a:pt x="32613" y="138858"/>
                  </a:lnTo>
                  <a:lnTo>
                    <a:pt x="32934" y="144719"/>
                  </a:lnTo>
                  <a:lnTo>
                    <a:pt x="32833" y="146953"/>
                  </a:lnTo>
                  <a:lnTo>
                    <a:pt x="32408" y="149867"/>
                  </a:lnTo>
                  <a:lnTo>
                    <a:pt x="32188" y="151850"/>
                  </a:lnTo>
                  <a:lnTo>
                    <a:pt x="33338" y="152401"/>
                  </a:lnTo>
                  <a:lnTo>
                    <a:pt x="33754" y="153324"/>
                  </a:lnTo>
                  <a:lnTo>
                    <a:pt x="34159" y="154799"/>
                  </a:lnTo>
                  <a:lnTo>
                    <a:pt x="34713" y="156175"/>
                  </a:lnTo>
                  <a:lnTo>
                    <a:pt x="34751" y="157006"/>
                  </a:lnTo>
                  <a:lnTo>
                    <a:pt x="34121" y="158538"/>
                  </a:lnTo>
                  <a:lnTo>
                    <a:pt x="33906" y="160426"/>
                  </a:lnTo>
                  <a:lnTo>
                    <a:pt x="34206" y="161903"/>
                  </a:lnTo>
                  <a:lnTo>
                    <a:pt x="34988" y="163444"/>
                  </a:lnTo>
                  <a:lnTo>
                    <a:pt x="36132" y="165043"/>
                  </a:lnTo>
                  <a:lnTo>
                    <a:pt x="36690" y="166087"/>
                  </a:lnTo>
                  <a:lnTo>
                    <a:pt x="36634" y="167045"/>
                  </a:lnTo>
                  <a:lnTo>
                    <a:pt x="36106" y="169091"/>
                  </a:lnTo>
                  <a:lnTo>
                    <a:pt x="35901" y="170817"/>
                  </a:lnTo>
                  <a:lnTo>
                    <a:pt x="35540" y="172378"/>
                  </a:lnTo>
                  <a:lnTo>
                    <a:pt x="35614" y="173815"/>
                  </a:lnTo>
                  <a:lnTo>
                    <a:pt x="36128" y="175154"/>
                  </a:lnTo>
                  <a:lnTo>
                    <a:pt x="36073" y="176352"/>
                  </a:lnTo>
                  <a:lnTo>
                    <a:pt x="35724" y="177261"/>
                  </a:lnTo>
                  <a:lnTo>
                    <a:pt x="35012" y="177070"/>
                  </a:lnTo>
                  <a:lnTo>
                    <a:pt x="34410" y="177197"/>
                  </a:lnTo>
                  <a:lnTo>
                    <a:pt x="33868" y="176828"/>
                  </a:lnTo>
                  <a:lnTo>
                    <a:pt x="32177" y="172188"/>
                  </a:lnTo>
                  <a:lnTo>
                    <a:pt x="31808" y="172049"/>
                  </a:lnTo>
                  <a:lnTo>
                    <a:pt x="29355" y="175619"/>
                  </a:lnTo>
                  <a:lnTo>
                    <a:pt x="28744" y="177087"/>
                  </a:lnTo>
                  <a:lnTo>
                    <a:pt x="28240" y="179191"/>
                  </a:lnTo>
                  <a:lnTo>
                    <a:pt x="27560" y="183750"/>
                  </a:lnTo>
                  <a:lnTo>
                    <a:pt x="26445" y="181096"/>
                  </a:lnTo>
                  <a:lnTo>
                    <a:pt x="25483" y="176239"/>
                  </a:lnTo>
                  <a:lnTo>
                    <a:pt x="24362" y="173261"/>
                  </a:lnTo>
                  <a:lnTo>
                    <a:pt x="22002" y="168436"/>
                  </a:lnTo>
                  <a:lnTo>
                    <a:pt x="21374" y="164890"/>
                  </a:lnTo>
                  <a:lnTo>
                    <a:pt x="18674" y="157061"/>
                  </a:lnTo>
                  <a:lnTo>
                    <a:pt x="14796" y="149238"/>
                  </a:lnTo>
                  <a:lnTo>
                    <a:pt x="11995" y="142448"/>
                  </a:lnTo>
                  <a:lnTo>
                    <a:pt x="11570" y="140942"/>
                  </a:lnTo>
                  <a:lnTo>
                    <a:pt x="12042" y="141126"/>
                  </a:lnTo>
                  <a:lnTo>
                    <a:pt x="14748" y="144511"/>
                  </a:lnTo>
                  <a:lnTo>
                    <a:pt x="15118" y="144133"/>
                  </a:lnTo>
                  <a:lnTo>
                    <a:pt x="15430" y="143374"/>
                  </a:lnTo>
                  <a:lnTo>
                    <a:pt x="14261" y="141600"/>
                  </a:lnTo>
                  <a:lnTo>
                    <a:pt x="13146" y="140203"/>
                  </a:lnTo>
                  <a:lnTo>
                    <a:pt x="12099" y="139332"/>
                  </a:lnTo>
                  <a:lnTo>
                    <a:pt x="11051" y="139407"/>
                  </a:lnTo>
                  <a:lnTo>
                    <a:pt x="10463" y="137972"/>
                  </a:lnTo>
                  <a:lnTo>
                    <a:pt x="10082" y="135788"/>
                  </a:lnTo>
                  <a:lnTo>
                    <a:pt x="9889" y="133921"/>
                  </a:lnTo>
                  <a:lnTo>
                    <a:pt x="9425" y="131967"/>
                  </a:lnTo>
                  <a:lnTo>
                    <a:pt x="7938" y="127942"/>
                  </a:lnTo>
                  <a:lnTo>
                    <a:pt x="7578" y="126387"/>
                  </a:lnTo>
                  <a:lnTo>
                    <a:pt x="6765" y="124260"/>
                  </a:lnTo>
                  <a:lnTo>
                    <a:pt x="7260" y="123983"/>
                  </a:lnTo>
                  <a:lnTo>
                    <a:pt x="8853" y="126011"/>
                  </a:lnTo>
                  <a:lnTo>
                    <a:pt x="8995" y="125203"/>
                  </a:lnTo>
                  <a:lnTo>
                    <a:pt x="8858" y="124012"/>
                  </a:lnTo>
                  <a:lnTo>
                    <a:pt x="7256" y="122084"/>
                  </a:lnTo>
                  <a:lnTo>
                    <a:pt x="6387" y="121957"/>
                  </a:lnTo>
                  <a:lnTo>
                    <a:pt x="6186" y="120604"/>
                  </a:lnTo>
                  <a:lnTo>
                    <a:pt x="6305" y="119037"/>
                  </a:lnTo>
                  <a:lnTo>
                    <a:pt x="5159" y="113170"/>
                  </a:lnTo>
                  <a:lnTo>
                    <a:pt x="3971" y="108778"/>
                  </a:lnTo>
                  <a:lnTo>
                    <a:pt x="3783" y="106704"/>
                  </a:lnTo>
                  <a:lnTo>
                    <a:pt x="6991" y="116252"/>
                  </a:lnTo>
                  <a:lnTo>
                    <a:pt x="7420" y="116417"/>
                  </a:lnTo>
                  <a:lnTo>
                    <a:pt x="7985" y="116327"/>
                  </a:lnTo>
                  <a:lnTo>
                    <a:pt x="9313" y="115257"/>
                  </a:lnTo>
                  <a:lnTo>
                    <a:pt x="9061" y="113981"/>
                  </a:lnTo>
                  <a:lnTo>
                    <a:pt x="8462" y="112613"/>
                  </a:lnTo>
                  <a:lnTo>
                    <a:pt x="7881" y="113242"/>
                  </a:lnTo>
                  <a:lnTo>
                    <a:pt x="7125" y="113372"/>
                  </a:lnTo>
                  <a:lnTo>
                    <a:pt x="6730" y="112801"/>
                  </a:lnTo>
                  <a:lnTo>
                    <a:pt x="6552" y="111817"/>
                  </a:lnTo>
                  <a:lnTo>
                    <a:pt x="7307" y="107180"/>
                  </a:lnTo>
                  <a:lnTo>
                    <a:pt x="6980" y="107413"/>
                  </a:lnTo>
                  <a:lnTo>
                    <a:pt x="6740" y="108242"/>
                  </a:lnTo>
                  <a:lnTo>
                    <a:pt x="6325" y="108634"/>
                  </a:lnTo>
                  <a:lnTo>
                    <a:pt x="5685" y="108876"/>
                  </a:lnTo>
                  <a:lnTo>
                    <a:pt x="4105" y="106392"/>
                  </a:lnTo>
                  <a:lnTo>
                    <a:pt x="2711" y="99689"/>
                  </a:lnTo>
                  <a:lnTo>
                    <a:pt x="2342" y="98315"/>
                  </a:lnTo>
                  <a:lnTo>
                    <a:pt x="1969" y="95983"/>
                  </a:lnTo>
                  <a:lnTo>
                    <a:pt x="1602" y="95022"/>
                  </a:lnTo>
                  <a:lnTo>
                    <a:pt x="0" y="85491"/>
                  </a:lnTo>
                  <a:lnTo>
                    <a:pt x="614" y="86198"/>
                  </a:lnTo>
                  <a:lnTo>
                    <a:pt x="1342" y="88960"/>
                  </a:lnTo>
                  <a:lnTo>
                    <a:pt x="2762" y="88380"/>
                  </a:lnTo>
                  <a:lnTo>
                    <a:pt x="3316" y="86781"/>
                  </a:lnTo>
                  <a:lnTo>
                    <a:pt x="3801" y="86842"/>
                  </a:lnTo>
                  <a:lnTo>
                    <a:pt x="4297" y="86475"/>
                  </a:lnTo>
                  <a:lnTo>
                    <a:pt x="4921" y="84969"/>
                  </a:lnTo>
                  <a:lnTo>
                    <a:pt x="6740" y="78407"/>
                  </a:lnTo>
                  <a:lnTo>
                    <a:pt x="7221" y="69749"/>
                  </a:lnTo>
                  <a:lnTo>
                    <a:pt x="7065" y="64605"/>
                  </a:lnTo>
                  <a:lnTo>
                    <a:pt x="6798" y="59502"/>
                  </a:lnTo>
                  <a:lnTo>
                    <a:pt x="7401" y="57874"/>
                  </a:lnTo>
                  <a:lnTo>
                    <a:pt x="7638" y="58949"/>
                  </a:lnTo>
                  <a:lnTo>
                    <a:pt x="7755" y="60761"/>
                  </a:lnTo>
                  <a:lnTo>
                    <a:pt x="8039" y="62104"/>
                  </a:lnTo>
                  <a:lnTo>
                    <a:pt x="8687" y="63306"/>
                  </a:lnTo>
                  <a:lnTo>
                    <a:pt x="9892" y="63627"/>
                  </a:lnTo>
                  <a:lnTo>
                    <a:pt x="11755" y="65517"/>
                  </a:lnTo>
                  <a:lnTo>
                    <a:pt x="12418" y="66720"/>
                  </a:lnTo>
                  <a:lnTo>
                    <a:pt x="12599" y="64316"/>
                  </a:lnTo>
                  <a:lnTo>
                    <a:pt x="14743" y="62266"/>
                  </a:lnTo>
                  <a:lnTo>
                    <a:pt x="14095" y="61530"/>
                  </a:lnTo>
                  <a:lnTo>
                    <a:pt x="12190" y="62340"/>
                  </a:lnTo>
                  <a:lnTo>
                    <a:pt x="9576" y="59282"/>
                  </a:lnTo>
                  <a:lnTo>
                    <a:pt x="8709" y="57333"/>
                  </a:lnTo>
                  <a:lnTo>
                    <a:pt x="7900" y="53645"/>
                  </a:lnTo>
                  <a:lnTo>
                    <a:pt x="7059" y="51713"/>
                  </a:lnTo>
                  <a:lnTo>
                    <a:pt x="7118" y="49977"/>
                  </a:lnTo>
                  <a:lnTo>
                    <a:pt x="8995" y="48382"/>
                  </a:lnTo>
                  <a:lnTo>
                    <a:pt x="9491" y="48564"/>
                  </a:lnTo>
                  <a:lnTo>
                    <a:pt x="9692" y="50470"/>
                  </a:lnTo>
                  <a:lnTo>
                    <a:pt x="10196" y="51252"/>
                  </a:lnTo>
                  <a:lnTo>
                    <a:pt x="10388" y="50992"/>
                  </a:lnTo>
                  <a:lnTo>
                    <a:pt x="10471" y="49363"/>
                  </a:lnTo>
                  <a:lnTo>
                    <a:pt x="10478" y="44995"/>
                  </a:lnTo>
                  <a:lnTo>
                    <a:pt x="9904" y="38735"/>
                  </a:lnTo>
                  <a:lnTo>
                    <a:pt x="10080" y="37533"/>
                  </a:lnTo>
                  <a:lnTo>
                    <a:pt x="10594" y="37099"/>
                  </a:lnTo>
                  <a:lnTo>
                    <a:pt x="11052" y="36271"/>
                  </a:lnTo>
                  <a:lnTo>
                    <a:pt x="11372" y="36115"/>
                  </a:lnTo>
                  <a:lnTo>
                    <a:pt x="12007" y="36271"/>
                  </a:lnTo>
                  <a:lnTo>
                    <a:pt x="12326" y="37719"/>
                  </a:lnTo>
                  <a:lnTo>
                    <a:pt x="12499" y="38516"/>
                  </a:lnTo>
                  <a:lnTo>
                    <a:pt x="13140" y="38885"/>
                  </a:lnTo>
                  <a:lnTo>
                    <a:pt x="13667" y="39657"/>
                  </a:lnTo>
                  <a:lnTo>
                    <a:pt x="14121" y="39449"/>
                  </a:lnTo>
                  <a:lnTo>
                    <a:pt x="14497" y="38546"/>
                  </a:lnTo>
                  <a:lnTo>
                    <a:pt x="15050" y="38360"/>
                  </a:lnTo>
                  <a:lnTo>
                    <a:pt x="16758" y="38373"/>
                  </a:lnTo>
                  <a:lnTo>
                    <a:pt x="18308" y="38387"/>
                  </a:lnTo>
                  <a:lnTo>
                    <a:pt x="21394" y="38415"/>
                  </a:lnTo>
                  <a:lnTo>
                    <a:pt x="24479" y="38441"/>
                  </a:lnTo>
                  <a:lnTo>
                    <a:pt x="27565" y="38467"/>
                  </a:lnTo>
                  <a:lnTo>
                    <a:pt x="29890" y="38487"/>
                  </a:lnTo>
                  <a:lnTo>
                    <a:pt x="29882" y="34910"/>
                  </a:lnTo>
                  <a:lnTo>
                    <a:pt x="29870" y="29388"/>
                  </a:lnTo>
                  <a:lnTo>
                    <a:pt x="29855" y="22865"/>
                  </a:lnTo>
                  <a:lnTo>
                    <a:pt x="29842" y="16606"/>
                  </a:lnTo>
                  <a:lnTo>
                    <a:pt x="29830" y="10824"/>
                  </a:lnTo>
                  <a:lnTo>
                    <a:pt x="29814" y="3982"/>
                  </a:lnTo>
                  <a:lnTo>
                    <a:pt x="29942" y="2019"/>
                  </a:lnTo>
                  <a:lnTo>
                    <a:pt x="30094" y="1204"/>
                  </a:lnTo>
                  <a:lnTo>
                    <a:pt x="30038" y="73"/>
                  </a:lnTo>
                  <a:lnTo>
                    <a:pt x="32429" y="0"/>
                  </a:lnTo>
                  <a:lnTo>
                    <a:pt x="36753" y="503"/>
                  </a:lnTo>
                  <a:lnTo>
                    <a:pt x="38642" y="434"/>
                  </a:lnTo>
                  <a:lnTo>
                    <a:pt x="39179" y="526"/>
                  </a:lnTo>
                  <a:lnTo>
                    <a:pt x="41540" y="183"/>
                  </a:lnTo>
                  <a:lnTo>
                    <a:pt x="43453" y="616"/>
                  </a:lnTo>
                  <a:lnTo>
                    <a:pt x="44266" y="1097"/>
                  </a:lnTo>
                  <a:lnTo>
                    <a:pt x="44997" y="1341"/>
                  </a:lnTo>
                  <a:lnTo>
                    <a:pt x="47288" y="1637"/>
                  </a:lnTo>
                  <a:lnTo>
                    <a:pt x="50278" y="1263"/>
                  </a:lnTo>
                  <a:lnTo>
                    <a:pt x="51294" y="1351"/>
                  </a:lnTo>
                  <a:lnTo>
                    <a:pt x="51858" y="2304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3"/>
            <p:cNvSpPr/>
            <p:nvPr/>
          </p:nvSpPr>
          <p:spPr>
            <a:xfrm>
              <a:off x="3150858" y="2133762"/>
              <a:ext cx="5653" cy="5465"/>
            </a:xfrm>
            <a:custGeom>
              <a:avLst/>
              <a:pathLst>
                <a:path w="5653" h="5465">
                  <a:moveTo>
                    <a:pt x="5653" y="2459"/>
                  </a:moveTo>
                  <a:lnTo>
                    <a:pt x="4701" y="3480"/>
                  </a:lnTo>
                  <a:lnTo>
                    <a:pt x="4401" y="4676"/>
                  </a:lnTo>
                  <a:lnTo>
                    <a:pt x="4171" y="5149"/>
                  </a:lnTo>
                  <a:lnTo>
                    <a:pt x="3542" y="5456"/>
                  </a:lnTo>
                  <a:lnTo>
                    <a:pt x="2919" y="5465"/>
                  </a:lnTo>
                  <a:lnTo>
                    <a:pt x="546" y="3064"/>
                  </a:lnTo>
                  <a:lnTo>
                    <a:pt x="0" y="3172"/>
                  </a:lnTo>
                  <a:lnTo>
                    <a:pt x="542" y="2073"/>
                  </a:lnTo>
                  <a:lnTo>
                    <a:pt x="2016" y="1180"/>
                  </a:lnTo>
                  <a:lnTo>
                    <a:pt x="2846" y="0"/>
                  </a:lnTo>
                  <a:lnTo>
                    <a:pt x="4760" y="114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4"/>
            <p:cNvSpPr/>
            <p:nvPr/>
          </p:nvSpPr>
          <p:spPr>
            <a:xfrm>
              <a:off x="3116741" y="2055581"/>
              <a:ext cx="5887" cy="8424"/>
            </a:xfrm>
            <a:custGeom>
              <a:avLst/>
              <a:pathLst>
                <a:path w="5887" h="8424">
                  <a:moveTo>
                    <a:pt x="4213" y="2891"/>
                  </a:moveTo>
                  <a:lnTo>
                    <a:pt x="4689" y="3441"/>
                  </a:lnTo>
                  <a:lnTo>
                    <a:pt x="5887" y="3354"/>
                  </a:lnTo>
                  <a:lnTo>
                    <a:pt x="5491" y="4579"/>
                  </a:lnTo>
                  <a:lnTo>
                    <a:pt x="4172" y="5945"/>
                  </a:lnTo>
                  <a:lnTo>
                    <a:pt x="3284" y="7294"/>
                  </a:lnTo>
                  <a:lnTo>
                    <a:pt x="2212" y="8424"/>
                  </a:lnTo>
                  <a:lnTo>
                    <a:pt x="1692" y="7129"/>
                  </a:lnTo>
                  <a:lnTo>
                    <a:pt x="1088" y="7178"/>
                  </a:lnTo>
                  <a:lnTo>
                    <a:pt x="166" y="4693"/>
                  </a:lnTo>
                  <a:lnTo>
                    <a:pt x="0" y="969"/>
                  </a:lnTo>
                  <a:lnTo>
                    <a:pt x="1205" y="0"/>
                  </a:lnTo>
                  <a:lnTo>
                    <a:pt x="2870" y="6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5"/>
            <p:cNvSpPr/>
            <p:nvPr/>
          </p:nvSpPr>
          <p:spPr>
            <a:xfrm>
              <a:off x="3076123" y="2001728"/>
              <a:ext cx="30369" cy="35178"/>
            </a:xfrm>
            <a:custGeom>
              <a:avLst/>
              <a:pathLst>
                <a:path w="30369" h="35178">
                  <a:moveTo>
                    <a:pt x="21879" y="34072"/>
                  </a:moveTo>
                  <a:lnTo>
                    <a:pt x="20907" y="33890"/>
                  </a:lnTo>
                  <a:lnTo>
                    <a:pt x="20225" y="34415"/>
                  </a:lnTo>
                  <a:lnTo>
                    <a:pt x="19783" y="34902"/>
                  </a:lnTo>
                  <a:lnTo>
                    <a:pt x="19355" y="34813"/>
                  </a:lnTo>
                  <a:lnTo>
                    <a:pt x="18131" y="35001"/>
                  </a:lnTo>
                  <a:lnTo>
                    <a:pt x="16976" y="34961"/>
                  </a:lnTo>
                  <a:lnTo>
                    <a:pt x="16813" y="34189"/>
                  </a:lnTo>
                  <a:lnTo>
                    <a:pt x="17009" y="31864"/>
                  </a:lnTo>
                  <a:lnTo>
                    <a:pt x="16752" y="31235"/>
                  </a:lnTo>
                  <a:lnTo>
                    <a:pt x="15650" y="30913"/>
                  </a:lnTo>
                  <a:lnTo>
                    <a:pt x="15241" y="30359"/>
                  </a:lnTo>
                  <a:lnTo>
                    <a:pt x="14608" y="28755"/>
                  </a:lnTo>
                  <a:lnTo>
                    <a:pt x="14484" y="28005"/>
                  </a:lnTo>
                  <a:lnTo>
                    <a:pt x="14393" y="26969"/>
                  </a:lnTo>
                  <a:lnTo>
                    <a:pt x="13725" y="25633"/>
                  </a:lnTo>
                  <a:lnTo>
                    <a:pt x="12912" y="24676"/>
                  </a:lnTo>
                  <a:lnTo>
                    <a:pt x="12435" y="24630"/>
                  </a:lnTo>
                  <a:lnTo>
                    <a:pt x="11484" y="26193"/>
                  </a:lnTo>
                  <a:lnTo>
                    <a:pt x="10699" y="27775"/>
                  </a:lnTo>
                  <a:lnTo>
                    <a:pt x="10977" y="28570"/>
                  </a:lnTo>
                  <a:lnTo>
                    <a:pt x="11234" y="29616"/>
                  </a:lnTo>
                  <a:lnTo>
                    <a:pt x="10807" y="30367"/>
                  </a:lnTo>
                  <a:lnTo>
                    <a:pt x="9516" y="32084"/>
                  </a:lnTo>
                  <a:lnTo>
                    <a:pt x="9315" y="32750"/>
                  </a:lnTo>
                  <a:lnTo>
                    <a:pt x="8966" y="33111"/>
                  </a:lnTo>
                  <a:lnTo>
                    <a:pt x="8350" y="32636"/>
                  </a:lnTo>
                  <a:lnTo>
                    <a:pt x="6817" y="32746"/>
                  </a:lnTo>
                  <a:lnTo>
                    <a:pt x="6112" y="32443"/>
                  </a:lnTo>
                  <a:lnTo>
                    <a:pt x="5292" y="31177"/>
                  </a:lnTo>
                  <a:lnTo>
                    <a:pt x="3291" y="30332"/>
                  </a:lnTo>
                  <a:lnTo>
                    <a:pt x="2956" y="28308"/>
                  </a:lnTo>
                  <a:lnTo>
                    <a:pt x="2570" y="27930"/>
                  </a:lnTo>
                  <a:lnTo>
                    <a:pt x="301" y="24452"/>
                  </a:lnTo>
                  <a:lnTo>
                    <a:pt x="0" y="23293"/>
                  </a:lnTo>
                  <a:lnTo>
                    <a:pt x="293" y="22600"/>
                  </a:lnTo>
                  <a:lnTo>
                    <a:pt x="1141" y="21551"/>
                  </a:lnTo>
                  <a:lnTo>
                    <a:pt x="3986" y="19814"/>
                  </a:lnTo>
                  <a:lnTo>
                    <a:pt x="4433" y="19114"/>
                  </a:lnTo>
                  <a:lnTo>
                    <a:pt x="4525" y="18497"/>
                  </a:lnTo>
                  <a:lnTo>
                    <a:pt x="3690" y="17791"/>
                  </a:lnTo>
                  <a:lnTo>
                    <a:pt x="2937" y="17012"/>
                  </a:lnTo>
                  <a:lnTo>
                    <a:pt x="2680" y="16501"/>
                  </a:lnTo>
                  <a:lnTo>
                    <a:pt x="2659" y="16058"/>
                  </a:lnTo>
                  <a:lnTo>
                    <a:pt x="3087" y="15481"/>
                  </a:lnTo>
                  <a:lnTo>
                    <a:pt x="3946" y="15439"/>
                  </a:lnTo>
                  <a:lnTo>
                    <a:pt x="4625" y="15700"/>
                  </a:lnTo>
                  <a:lnTo>
                    <a:pt x="5164" y="15181"/>
                  </a:lnTo>
                  <a:lnTo>
                    <a:pt x="6113" y="14659"/>
                  </a:lnTo>
                  <a:lnTo>
                    <a:pt x="6750" y="14001"/>
                  </a:lnTo>
                  <a:lnTo>
                    <a:pt x="7297" y="12303"/>
                  </a:lnTo>
                  <a:lnTo>
                    <a:pt x="7875" y="10776"/>
                  </a:lnTo>
                  <a:lnTo>
                    <a:pt x="7935" y="9948"/>
                  </a:lnTo>
                  <a:lnTo>
                    <a:pt x="8441" y="7046"/>
                  </a:lnTo>
                  <a:lnTo>
                    <a:pt x="8720" y="6326"/>
                  </a:lnTo>
                  <a:lnTo>
                    <a:pt x="10517" y="4426"/>
                  </a:lnTo>
                  <a:lnTo>
                    <a:pt x="10971" y="5464"/>
                  </a:lnTo>
                  <a:lnTo>
                    <a:pt x="11857" y="5717"/>
                  </a:lnTo>
                  <a:lnTo>
                    <a:pt x="12650" y="4762"/>
                  </a:lnTo>
                  <a:lnTo>
                    <a:pt x="13599" y="1751"/>
                  </a:lnTo>
                  <a:lnTo>
                    <a:pt x="14260" y="1562"/>
                  </a:lnTo>
                  <a:lnTo>
                    <a:pt x="14988" y="1806"/>
                  </a:lnTo>
                  <a:lnTo>
                    <a:pt x="16419" y="1428"/>
                  </a:lnTo>
                  <a:lnTo>
                    <a:pt x="18961" y="23"/>
                  </a:lnTo>
                  <a:lnTo>
                    <a:pt x="20093" y="0"/>
                  </a:lnTo>
                  <a:lnTo>
                    <a:pt x="21695" y="737"/>
                  </a:lnTo>
                  <a:lnTo>
                    <a:pt x="22888" y="721"/>
                  </a:lnTo>
                  <a:lnTo>
                    <a:pt x="23949" y="2874"/>
                  </a:lnTo>
                  <a:lnTo>
                    <a:pt x="24517" y="6267"/>
                  </a:lnTo>
                  <a:lnTo>
                    <a:pt x="25840" y="9620"/>
                  </a:lnTo>
                  <a:lnTo>
                    <a:pt x="27570" y="12538"/>
                  </a:lnTo>
                  <a:lnTo>
                    <a:pt x="27640" y="14322"/>
                  </a:lnTo>
                  <a:lnTo>
                    <a:pt x="27021" y="15280"/>
                  </a:lnTo>
                  <a:lnTo>
                    <a:pt x="25728" y="16471"/>
                  </a:lnTo>
                  <a:lnTo>
                    <a:pt x="25733" y="17743"/>
                  </a:lnTo>
                  <a:lnTo>
                    <a:pt x="26587" y="17101"/>
                  </a:lnTo>
                  <a:lnTo>
                    <a:pt x="27323" y="16805"/>
                  </a:lnTo>
                  <a:lnTo>
                    <a:pt x="29096" y="17090"/>
                  </a:lnTo>
                  <a:lnTo>
                    <a:pt x="29716" y="18384"/>
                  </a:lnTo>
                  <a:lnTo>
                    <a:pt x="30144" y="20322"/>
                  </a:lnTo>
                  <a:lnTo>
                    <a:pt x="30369" y="21913"/>
                  </a:lnTo>
                  <a:lnTo>
                    <a:pt x="30216" y="23643"/>
                  </a:lnTo>
                  <a:lnTo>
                    <a:pt x="29739" y="23095"/>
                  </a:lnTo>
                  <a:lnTo>
                    <a:pt x="29254" y="21547"/>
                  </a:lnTo>
                  <a:lnTo>
                    <a:pt x="28716" y="20834"/>
                  </a:lnTo>
                  <a:lnTo>
                    <a:pt x="28090" y="20449"/>
                  </a:lnTo>
                  <a:lnTo>
                    <a:pt x="28374" y="22572"/>
                  </a:lnTo>
                  <a:lnTo>
                    <a:pt x="28262" y="25414"/>
                  </a:lnTo>
                  <a:lnTo>
                    <a:pt x="28535" y="25682"/>
                  </a:lnTo>
                  <a:lnTo>
                    <a:pt x="29376" y="25731"/>
                  </a:lnTo>
                  <a:lnTo>
                    <a:pt x="28820" y="28640"/>
                  </a:lnTo>
                  <a:lnTo>
                    <a:pt x="27670" y="29429"/>
                  </a:lnTo>
                  <a:lnTo>
                    <a:pt x="26329" y="29725"/>
                  </a:lnTo>
                  <a:lnTo>
                    <a:pt x="26006" y="30755"/>
                  </a:lnTo>
                  <a:lnTo>
                    <a:pt x="25762" y="32082"/>
                  </a:lnTo>
                  <a:lnTo>
                    <a:pt x="25062" y="34062"/>
                  </a:lnTo>
                  <a:lnTo>
                    <a:pt x="24139" y="35178"/>
                  </a:lnTo>
                  <a:lnTo>
                    <a:pt x="22998" y="3495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6"/>
            <p:cNvSpPr/>
            <p:nvPr/>
          </p:nvSpPr>
          <p:spPr>
            <a:xfrm>
              <a:off x="3107375" y="1987688"/>
              <a:ext cx="3383" cy="7944"/>
            </a:xfrm>
            <a:custGeom>
              <a:avLst/>
              <a:pathLst>
                <a:path w="3383" h="7944">
                  <a:moveTo>
                    <a:pt x="3261" y="7922"/>
                  </a:moveTo>
                  <a:lnTo>
                    <a:pt x="1830" y="7944"/>
                  </a:lnTo>
                  <a:lnTo>
                    <a:pt x="1312" y="7688"/>
                  </a:lnTo>
                  <a:lnTo>
                    <a:pt x="694" y="6970"/>
                  </a:lnTo>
                  <a:lnTo>
                    <a:pt x="0" y="2913"/>
                  </a:lnTo>
                  <a:lnTo>
                    <a:pt x="248" y="1477"/>
                  </a:lnTo>
                  <a:lnTo>
                    <a:pt x="533" y="774"/>
                  </a:lnTo>
                  <a:lnTo>
                    <a:pt x="846" y="229"/>
                  </a:lnTo>
                  <a:lnTo>
                    <a:pt x="1601" y="0"/>
                  </a:lnTo>
                  <a:lnTo>
                    <a:pt x="2353" y="767"/>
                  </a:lnTo>
                  <a:lnTo>
                    <a:pt x="2637" y="1481"/>
                  </a:lnTo>
                  <a:lnTo>
                    <a:pt x="3266" y="4224"/>
                  </a:lnTo>
                  <a:lnTo>
                    <a:pt x="3383" y="657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7"/>
            <p:cNvSpPr/>
            <p:nvPr/>
          </p:nvSpPr>
          <p:spPr>
            <a:xfrm>
              <a:off x="3094850" y="1981375"/>
              <a:ext cx="5000" cy="9563"/>
            </a:xfrm>
            <a:custGeom>
              <a:avLst/>
              <a:pathLst>
                <a:path w="5000" h="9563">
                  <a:moveTo>
                    <a:pt x="4164" y="0"/>
                  </a:moveTo>
                  <a:lnTo>
                    <a:pt x="4574" y="3794"/>
                  </a:lnTo>
                  <a:lnTo>
                    <a:pt x="4974" y="6147"/>
                  </a:lnTo>
                  <a:lnTo>
                    <a:pt x="5000" y="6951"/>
                  </a:lnTo>
                  <a:lnTo>
                    <a:pt x="4624" y="8068"/>
                  </a:lnTo>
                  <a:lnTo>
                    <a:pt x="2753" y="9554"/>
                  </a:lnTo>
                  <a:lnTo>
                    <a:pt x="2164" y="9563"/>
                  </a:lnTo>
                  <a:lnTo>
                    <a:pt x="2139" y="9202"/>
                  </a:lnTo>
                  <a:lnTo>
                    <a:pt x="2562" y="7690"/>
                  </a:lnTo>
                  <a:lnTo>
                    <a:pt x="2198" y="5974"/>
                  </a:lnTo>
                  <a:lnTo>
                    <a:pt x="2375" y="4670"/>
                  </a:lnTo>
                  <a:lnTo>
                    <a:pt x="2201" y="4431"/>
                  </a:lnTo>
                  <a:lnTo>
                    <a:pt x="1836" y="4615"/>
                  </a:lnTo>
                  <a:lnTo>
                    <a:pt x="496" y="6687"/>
                  </a:lnTo>
                  <a:lnTo>
                    <a:pt x="48" y="6892"/>
                  </a:lnTo>
                  <a:lnTo>
                    <a:pt x="0" y="6471"/>
                  </a:lnTo>
                  <a:lnTo>
                    <a:pt x="331" y="4774"/>
                  </a:lnTo>
                  <a:lnTo>
                    <a:pt x="372" y="3614"/>
                  </a:lnTo>
                  <a:lnTo>
                    <a:pt x="572" y="2901"/>
                  </a:lnTo>
                  <a:lnTo>
                    <a:pt x="936" y="2243"/>
                  </a:lnTo>
                  <a:lnTo>
                    <a:pt x="1370" y="1750"/>
                  </a:lnTo>
                  <a:lnTo>
                    <a:pt x="1720" y="1679"/>
                  </a:lnTo>
                  <a:lnTo>
                    <a:pt x="2093" y="2188"/>
                  </a:lnTo>
                  <a:lnTo>
                    <a:pt x="3179" y="76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8"/>
            <p:cNvSpPr/>
            <p:nvPr/>
          </p:nvSpPr>
          <p:spPr>
            <a:xfrm>
              <a:off x="3099662" y="1975768"/>
              <a:ext cx="3938" cy="9352"/>
            </a:xfrm>
            <a:custGeom>
              <a:avLst/>
              <a:pathLst>
                <a:path w="3938" h="9352">
                  <a:moveTo>
                    <a:pt x="1157" y="9034"/>
                  </a:moveTo>
                  <a:lnTo>
                    <a:pt x="920" y="9352"/>
                  </a:lnTo>
                  <a:lnTo>
                    <a:pt x="345" y="9264"/>
                  </a:lnTo>
                  <a:lnTo>
                    <a:pt x="131" y="8788"/>
                  </a:lnTo>
                  <a:lnTo>
                    <a:pt x="14" y="8056"/>
                  </a:lnTo>
                  <a:lnTo>
                    <a:pt x="0" y="6713"/>
                  </a:lnTo>
                  <a:lnTo>
                    <a:pt x="348" y="5752"/>
                  </a:lnTo>
                  <a:lnTo>
                    <a:pt x="1819" y="4301"/>
                  </a:lnTo>
                  <a:lnTo>
                    <a:pt x="1154" y="3785"/>
                  </a:lnTo>
                  <a:lnTo>
                    <a:pt x="1127" y="3423"/>
                  </a:lnTo>
                  <a:lnTo>
                    <a:pt x="1509" y="2217"/>
                  </a:lnTo>
                  <a:lnTo>
                    <a:pt x="3092" y="340"/>
                  </a:lnTo>
                  <a:lnTo>
                    <a:pt x="3516" y="0"/>
                  </a:lnTo>
                  <a:lnTo>
                    <a:pt x="3938" y="51"/>
                  </a:lnTo>
                  <a:lnTo>
                    <a:pt x="3119" y="338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79"/>
            <p:cNvSpPr/>
            <p:nvPr/>
          </p:nvSpPr>
          <p:spPr>
            <a:xfrm>
              <a:off x="3096779" y="1960121"/>
              <a:ext cx="6415" cy="10671"/>
            </a:xfrm>
            <a:custGeom>
              <a:avLst/>
              <a:pathLst>
                <a:path w="6415" h="10671">
                  <a:moveTo>
                    <a:pt x="6222" y="9027"/>
                  </a:moveTo>
                  <a:lnTo>
                    <a:pt x="1699" y="10671"/>
                  </a:lnTo>
                  <a:lnTo>
                    <a:pt x="140" y="10525"/>
                  </a:lnTo>
                  <a:lnTo>
                    <a:pt x="0" y="9718"/>
                  </a:lnTo>
                  <a:lnTo>
                    <a:pt x="310" y="9180"/>
                  </a:lnTo>
                  <a:lnTo>
                    <a:pt x="1600" y="8656"/>
                  </a:lnTo>
                  <a:lnTo>
                    <a:pt x="2123" y="4705"/>
                  </a:lnTo>
                  <a:lnTo>
                    <a:pt x="172" y="2887"/>
                  </a:lnTo>
                  <a:lnTo>
                    <a:pt x="69" y="2376"/>
                  </a:lnTo>
                  <a:lnTo>
                    <a:pt x="222" y="1509"/>
                  </a:lnTo>
                  <a:lnTo>
                    <a:pt x="448" y="1122"/>
                  </a:lnTo>
                  <a:lnTo>
                    <a:pt x="1632" y="203"/>
                  </a:lnTo>
                  <a:lnTo>
                    <a:pt x="2129" y="0"/>
                  </a:lnTo>
                  <a:lnTo>
                    <a:pt x="2533" y="123"/>
                  </a:lnTo>
                  <a:lnTo>
                    <a:pt x="3363" y="1183"/>
                  </a:lnTo>
                  <a:lnTo>
                    <a:pt x="4305" y="3407"/>
                  </a:lnTo>
                  <a:lnTo>
                    <a:pt x="5561" y="3761"/>
                  </a:lnTo>
                  <a:lnTo>
                    <a:pt x="6415" y="470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0"/>
            <p:cNvSpPr/>
            <p:nvPr/>
          </p:nvSpPr>
          <p:spPr>
            <a:xfrm>
              <a:off x="3092887" y="1959456"/>
              <a:ext cx="2099" cy="2745"/>
            </a:xfrm>
            <a:custGeom>
              <a:avLst/>
              <a:pathLst>
                <a:path w="2099" h="2745">
                  <a:moveTo>
                    <a:pt x="691" y="2581"/>
                  </a:moveTo>
                  <a:lnTo>
                    <a:pt x="46" y="2745"/>
                  </a:lnTo>
                  <a:lnTo>
                    <a:pt x="0" y="2327"/>
                  </a:lnTo>
                  <a:lnTo>
                    <a:pt x="1120" y="328"/>
                  </a:lnTo>
                  <a:lnTo>
                    <a:pt x="1845" y="0"/>
                  </a:lnTo>
                  <a:lnTo>
                    <a:pt x="2099" y="194"/>
                  </a:lnTo>
                  <a:lnTo>
                    <a:pt x="1572" y="135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1"/>
            <p:cNvSpPr/>
            <p:nvPr/>
          </p:nvSpPr>
          <p:spPr>
            <a:xfrm>
              <a:off x="3082958" y="1949215"/>
              <a:ext cx="1635" cy="1988"/>
            </a:xfrm>
            <a:custGeom>
              <a:avLst/>
              <a:pathLst>
                <a:path w="1635" h="1988">
                  <a:moveTo>
                    <a:pt x="1431" y="1581"/>
                  </a:moveTo>
                  <a:lnTo>
                    <a:pt x="433" y="1988"/>
                  </a:lnTo>
                  <a:lnTo>
                    <a:pt x="63" y="1750"/>
                  </a:lnTo>
                  <a:lnTo>
                    <a:pt x="0" y="1376"/>
                  </a:lnTo>
                  <a:lnTo>
                    <a:pt x="227" y="359"/>
                  </a:lnTo>
                  <a:lnTo>
                    <a:pt x="993" y="0"/>
                  </a:lnTo>
                  <a:lnTo>
                    <a:pt x="1547" y="551"/>
                  </a:lnTo>
                  <a:lnTo>
                    <a:pt x="1635" y="105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2"/>
            <p:cNvSpPr/>
            <p:nvPr/>
          </p:nvSpPr>
          <p:spPr>
            <a:xfrm>
              <a:off x="3095566" y="1948281"/>
              <a:ext cx="1953" cy="2917"/>
            </a:xfrm>
            <a:custGeom>
              <a:avLst/>
              <a:pathLst>
                <a:path w="1953" h="2917">
                  <a:moveTo>
                    <a:pt x="1743" y="2536"/>
                  </a:moveTo>
                  <a:lnTo>
                    <a:pt x="1406" y="2917"/>
                  </a:lnTo>
                  <a:lnTo>
                    <a:pt x="980" y="2843"/>
                  </a:lnTo>
                  <a:lnTo>
                    <a:pt x="558" y="2353"/>
                  </a:lnTo>
                  <a:lnTo>
                    <a:pt x="0" y="963"/>
                  </a:lnTo>
                  <a:lnTo>
                    <a:pt x="1251" y="0"/>
                  </a:lnTo>
                  <a:lnTo>
                    <a:pt x="1753" y="565"/>
                  </a:lnTo>
                  <a:lnTo>
                    <a:pt x="1945" y="1211"/>
                  </a:lnTo>
                  <a:lnTo>
                    <a:pt x="1953" y="192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3"/>
            <p:cNvSpPr/>
            <p:nvPr/>
          </p:nvSpPr>
          <p:spPr>
            <a:xfrm>
              <a:off x="3084327" y="1938437"/>
              <a:ext cx="1984" cy="8094"/>
            </a:xfrm>
            <a:custGeom>
              <a:avLst/>
              <a:pathLst>
                <a:path w="1984" h="8094">
                  <a:moveTo>
                    <a:pt x="1958" y="7929"/>
                  </a:moveTo>
                  <a:lnTo>
                    <a:pt x="1479" y="8094"/>
                  </a:lnTo>
                  <a:lnTo>
                    <a:pt x="851" y="7935"/>
                  </a:lnTo>
                  <a:lnTo>
                    <a:pt x="464" y="7476"/>
                  </a:lnTo>
                  <a:lnTo>
                    <a:pt x="73" y="5660"/>
                  </a:lnTo>
                  <a:lnTo>
                    <a:pt x="0" y="4560"/>
                  </a:lnTo>
                  <a:lnTo>
                    <a:pt x="174" y="2517"/>
                  </a:lnTo>
                  <a:lnTo>
                    <a:pt x="134" y="76"/>
                  </a:lnTo>
                  <a:lnTo>
                    <a:pt x="1430" y="0"/>
                  </a:lnTo>
                  <a:lnTo>
                    <a:pt x="1762" y="351"/>
                  </a:lnTo>
                  <a:lnTo>
                    <a:pt x="1984" y="760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4"/>
            <p:cNvSpPr/>
            <p:nvPr/>
          </p:nvSpPr>
          <p:spPr>
            <a:xfrm>
              <a:off x="3091836" y="1929918"/>
              <a:ext cx="12405" cy="18543"/>
            </a:xfrm>
            <a:custGeom>
              <a:avLst/>
              <a:pathLst>
                <a:path w="12405" h="18543">
                  <a:moveTo>
                    <a:pt x="6999" y="4934"/>
                  </a:moveTo>
                  <a:lnTo>
                    <a:pt x="6983" y="6240"/>
                  </a:lnTo>
                  <a:lnTo>
                    <a:pt x="6783" y="7775"/>
                  </a:lnTo>
                  <a:lnTo>
                    <a:pt x="7043" y="9405"/>
                  </a:lnTo>
                  <a:lnTo>
                    <a:pt x="7103" y="10570"/>
                  </a:lnTo>
                  <a:lnTo>
                    <a:pt x="7582" y="10941"/>
                  </a:lnTo>
                  <a:lnTo>
                    <a:pt x="7875" y="11477"/>
                  </a:lnTo>
                  <a:lnTo>
                    <a:pt x="10002" y="12077"/>
                  </a:lnTo>
                  <a:lnTo>
                    <a:pt x="11981" y="11909"/>
                  </a:lnTo>
                  <a:lnTo>
                    <a:pt x="12362" y="12389"/>
                  </a:lnTo>
                  <a:lnTo>
                    <a:pt x="12405" y="13151"/>
                  </a:lnTo>
                  <a:lnTo>
                    <a:pt x="12092" y="13992"/>
                  </a:lnTo>
                  <a:lnTo>
                    <a:pt x="10966" y="15526"/>
                  </a:lnTo>
                  <a:lnTo>
                    <a:pt x="9622" y="18004"/>
                  </a:lnTo>
                  <a:lnTo>
                    <a:pt x="9221" y="18521"/>
                  </a:lnTo>
                  <a:lnTo>
                    <a:pt x="8787" y="18543"/>
                  </a:lnTo>
                  <a:lnTo>
                    <a:pt x="8475" y="18321"/>
                  </a:lnTo>
                  <a:lnTo>
                    <a:pt x="8252" y="13910"/>
                  </a:lnTo>
                  <a:lnTo>
                    <a:pt x="6794" y="14474"/>
                  </a:lnTo>
                  <a:lnTo>
                    <a:pt x="5621" y="14409"/>
                  </a:lnTo>
                  <a:lnTo>
                    <a:pt x="4978" y="13872"/>
                  </a:lnTo>
                  <a:lnTo>
                    <a:pt x="4527" y="12838"/>
                  </a:lnTo>
                  <a:lnTo>
                    <a:pt x="3619" y="10179"/>
                  </a:lnTo>
                  <a:lnTo>
                    <a:pt x="973" y="9133"/>
                  </a:lnTo>
                  <a:lnTo>
                    <a:pt x="225" y="7668"/>
                  </a:lnTo>
                  <a:lnTo>
                    <a:pt x="0" y="6784"/>
                  </a:lnTo>
                  <a:lnTo>
                    <a:pt x="95" y="6295"/>
                  </a:lnTo>
                  <a:lnTo>
                    <a:pt x="646" y="5207"/>
                  </a:lnTo>
                  <a:lnTo>
                    <a:pt x="1336" y="5595"/>
                  </a:lnTo>
                  <a:lnTo>
                    <a:pt x="1763" y="5357"/>
                  </a:lnTo>
                  <a:lnTo>
                    <a:pt x="2022" y="4871"/>
                  </a:lnTo>
                  <a:lnTo>
                    <a:pt x="2017" y="4471"/>
                  </a:lnTo>
                  <a:lnTo>
                    <a:pt x="1656" y="3523"/>
                  </a:lnTo>
                  <a:lnTo>
                    <a:pt x="1639" y="3228"/>
                  </a:lnTo>
                  <a:lnTo>
                    <a:pt x="4344" y="2028"/>
                  </a:lnTo>
                  <a:lnTo>
                    <a:pt x="4581" y="153"/>
                  </a:lnTo>
                  <a:lnTo>
                    <a:pt x="5168" y="0"/>
                  </a:lnTo>
                  <a:lnTo>
                    <a:pt x="5839" y="613"/>
                  </a:lnTo>
                  <a:lnTo>
                    <a:pt x="6757" y="256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5"/>
            <p:cNvSpPr/>
            <p:nvPr/>
          </p:nvSpPr>
          <p:spPr>
            <a:xfrm>
              <a:off x="3083268" y="1929593"/>
              <a:ext cx="4801" cy="4422"/>
            </a:xfrm>
            <a:custGeom>
              <a:avLst/>
              <a:pathLst>
                <a:path w="4801" h="4422">
                  <a:moveTo>
                    <a:pt x="3520" y="0"/>
                  </a:moveTo>
                  <a:lnTo>
                    <a:pt x="4801" y="1663"/>
                  </a:lnTo>
                  <a:lnTo>
                    <a:pt x="3781" y="4422"/>
                  </a:lnTo>
                  <a:lnTo>
                    <a:pt x="2215" y="4409"/>
                  </a:lnTo>
                  <a:lnTo>
                    <a:pt x="9" y="2393"/>
                  </a:lnTo>
                  <a:lnTo>
                    <a:pt x="0" y="1982"/>
                  </a:lnTo>
                  <a:lnTo>
                    <a:pt x="184" y="1378"/>
                  </a:lnTo>
                  <a:lnTo>
                    <a:pt x="514" y="898"/>
                  </a:lnTo>
                  <a:lnTo>
                    <a:pt x="858" y="785"/>
                  </a:lnTo>
                  <a:lnTo>
                    <a:pt x="1405" y="1115"/>
                  </a:lnTo>
                  <a:lnTo>
                    <a:pt x="2166" y="585"/>
                  </a:lnTo>
                  <a:lnTo>
                    <a:pt x="2775" y="75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6"/>
            <p:cNvSpPr/>
            <p:nvPr/>
          </p:nvSpPr>
          <p:spPr>
            <a:xfrm>
              <a:off x="3088038" y="1905367"/>
              <a:ext cx="10235" cy="22245"/>
            </a:xfrm>
            <a:custGeom>
              <a:avLst/>
              <a:pathLst>
                <a:path w="10235" h="22245">
                  <a:moveTo>
                    <a:pt x="10184" y="4123"/>
                  </a:moveTo>
                  <a:lnTo>
                    <a:pt x="8741" y="9277"/>
                  </a:lnTo>
                  <a:lnTo>
                    <a:pt x="8176" y="9404"/>
                  </a:lnTo>
                  <a:lnTo>
                    <a:pt x="7679" y="10692"/>
                  </a:lnTo>
                  <a:lnTo>
                    <a:pt x="6143" y="12113"/>
                  </a:lnTo>
                  <a:lnTo>
                    <a:pt x="7484" y="12142"/>
                  </a:lnTo>
                  <a:lnTo>
                    <a:pt x="7860" y="12616"/>
                  </a:lnTo>
                  <a:lnTo>
                    <a:pt x="7871" y="13636"/>
                  </a:lnTo>
                  <a:lnTo>
                    <a:pt x="7612" y="14229"/>
                  </a:lnTo>
                  <a:lnTo>
                    <a:pt x="5876" y="16591"/>
                  </a:lnTo>
                  <a:lnTo>
                    <a:pt x="4681" y="17486"/>
                  </a:lnTo>
                  <a:lnTo>
                    <a:pt x="3395" y="19954"/>
                  </a:lnTo>
                  <a:lnTo>
                    <a:pt x="2746" y="19984"/>
                  </a:lnTo>
                  <a:lnTo>
                    <a:pt x="2103" y="21554"/>
                  </a:lnTo>
                  <a:lnTo>
                    <a:pt x="1574" y="22243"/>
                  </a:lnTo>
                  <a:lnTo>
                    <a:pt x="1277" y="22245"/>
                  </a:lnTo>
                  <a:lnTo>
                    <a:pt x="935" y="21897"/>
                  </a:lnTo>
                  <a:lnTo>
                    <a:pt x="138" y="20361"/>
                  </a:lnTo>
                  <a:lnTo>
                    <a:pt x="1585" y="18850"/>
                  </a:lnTo>
                  <a:lnTo>
                    <a:pt x="1719" y="18000"/>
                  </a:lnTo>
                  <a:lnTo>
                    <a:pt x="2711" y="17117"/>
                  </a:lnTo>
                  <a:lnTo>
                    <a:pt x="2628" y="16842"/>
                  </a:lnTo>
                  <a:lnTo>
                    <a:pt x="1056" y="15599"/>
                  </a:lnTo>
                  <a:lnTo>
                    <a:pt x="437" y="14764"/>
                  </a:lnTo>
                  <a:lnTo>
                    <a:pt x="496" y="14327"/>
                  </a:lnTo>
                  <a:lnTo>
                    <a:pt x="1252" y="13366"/>
                  </a:lnTo>
                  <a:lnTo>
                    <a:pt x="893" y="13239"/>
                  </a:lnTo>
                  <a:lnTo>
                    <a:pt x="651" y="12721"/>
                  </a:lnTo>
                  <a:lnTo>
                    <a:pt x="212" y="12523"/>
                  </a:lnTo>
                  <a:lnTo>
                    <a:pt x="80" y="12040"/>
                  </a:lnTo>
                  <a:lnTo>
                    <a:pt x="0" y="10772"/>
                  </a:lnTo>
                  <a:lnTo>
                    <a:pt x="117" y="9474"/>
                  </a:lnTo>
                  <a:lnTo>
                    <a:pt x="575" y="8902"/>
                  </a:lnTo>
                  <a:lnTo>
                    <a:pt x="762" y="8288"/>
                  </a:lnTo>
                  <a:lnTo>
                    <a:pt x="948" y="8100"/>
                  </a:lnTo>
                  <a:lnTo>
                    <a:pt x="1658" y="8425"/>
                  </a:lnTo>
                  <a:lnTo>
                    <a:pt x="2377" y="9463"/>
                  </a:lnTo>
                  <a:lnTo>
                    <a:pt x="3217" y="9063"/>
                  </a:lnTo>
                  <a:lnTo>
                    <a:pt x="4191" y="9261"/>
                  </a:lnTo>
                  <a:lnTo>
                    <a:pt x="4211" y="9020"/>
                  </a:lnTo>
                  <a:lnTo>
                    <a:pt x="3495" y="6469"/>
                  </a:lnTo>
                  <a:lnTo>
                    <a:pt x="3623" y="5948"/>
                  </a:lnTo>
                  <a:lnTo>
                    <a:pt x="4012" y="5354"/>
                  </a:lnTo>
                  <a:lnTo>
                    <a:pt x="6261" y="3536"/>
                  </a:lnTo>
                  <a:lnTo>
                    <a:pt x="9066" y="478"/>
                  </a:lnTo>
                  <a:lnTo>
                    <a:pt x="9744" y="0"/>
                  </a:lnTo>
                  <a:lnTo>
                    <a:pt x="9949" y="416"/>
                  </a:lnTo>
                  <a:lnTo>
                    <a:pt x="10235" y="200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3098961" y="1901018"/>
              <a:ext cx="89484" cy="254967"/>
            </a:xfrm>
            <a:custGeom>
              <a:avLst/>
              <a:pathLst>
                <a:path w="89484" h="254967">
                  <a:moveTo>
                    <a:pt x="34339" y="3974"/>
                  </a:moveTo>
                  <a:lnTo>
                    <a:pt x="34436" y="6391"/>
                  </a:lnTo>
                  <a:lnTo>
                    <a:pt x="34302" y="7124"/>
                  </a:lnTo>
                  <a:lnTo>
                    <a:pt x="34031" y="8027"/>
                  </a:lnTo>
                  <a:lnTo>
                    <a:pt x="33173" y="9714"/>
                  </a:lnTo>
                  <a:lnTo>
                    <a:pt x="30917" y="12125"/>
                  </a:lnTo>
                  <a:lnTo>
                    <a:pt x="26784" y="17667"/>
                  </a:lnTo>
                  <a:lnTo>
                    <a:pt x="24342" y="20417"/>
                  </a:lnTo>
                  <a:lnTo>
                    <a:pt x="24006" y="21740"/>
                  </a:lnTo>
                  <a:lnTo>
                    <a:pt x="23824" y="23580"/>
                  </a:lnTo>
                  <a:lnTo>
                    <a:pt x="25286" y="23945"/>
                  </a:lnTo>
                  <a:lnTo>
                    <a:pt x="25851" y="24568"/>
                  </a:lnTo>
                  <a:lnTo>
                    <a:pt x="25501" y="25503"/>
                  </a:lnTo>
                  <a:lnTo>
                    <a:pt x="23338" y="28749"/>
                  </a:lnTo>
                  <a:lnTo>
                    <a:pt x="22701" y="31684"/>
                  </a:lnTo>
                  <a:lnTo>
                    <a:pt x="24359" y="31580"/>
                  </a:lnTo>
                  <a:lnTo>
                    <a:pt x="25726" y="31016"/>
                  </a:lnTo>
                  <a:lnTo>
                    <a:pt x="28450" y="29186"/>
                  </a:lnTo>
                  <a:lnTo>
                    <a:pt x="31010" y="27827"/>
                  </a:lnTo>
                  <a:lnTo>
                    <a:pt x="32239" y="27771"/>
                  </a:lnTo>
                  <a:lnTo>
                    <a:pt x="34631" y="28855"/>
                  </a:lnTo>
                  <a:lnTo>
                    <a:pt x="35175" y="28889"/>
                  </a:lnTo>
                  <a:lnTo>
                    <a:pt x="36189" y="28389"/>
                  </a:lnTo>
                  <a:lnTo>
                    <a:pt x="37216" y="28299"/>
                  </a:lnTo>
                  <a:lnTo>
                    <a:pt x="44167" y="28637"/>
                  </a:lnTo>
                  <a:lnTo>
                    <a:pt x="46098" y="28000"/>
                  </a:lnTo>
                  <a:lnTo>
                    <a:pt x="47376" y="28761"/>
                  </a:lnTo>
                  <a:lnTo>
                    <a:pt x="48445" y="30661"/>
                  </a:lnTo>
                  <a:lnTo>
                    <a:pt x="49461" y="34166"/>
                  </a:lnTo>
                  <a:lnTo>
                    <a:pt x="49430" y="34749"/>
                  </a:lnTo>
                  <a:lnTo>
                    <a:pt x="48816" y="36346"/>
                  </a:lnTo>
                  <a:lnTo>
                    <a:pt x="47684" y="38348"/>
                  </a:lnTo>
                  <a:lnTo>
                    <a:pt x="46709" y="41106"/>
                  </a:lnTo>
                  <a:lnTo>
                    <a:pt x="46423" y="42593"/>
                  </a:lnTo>
                  <a:lnTo>
                    <a:pt x="46231" y="44221"/>
                  </a:lnTo>
                  <a:lnTo>
                    <a:pt x="45923" y="45726"/>
                  </a:lnTo>
                  <a:lnTo>
                    <a:pt x="43984" y="52794"/>
                  </a:lnTo>
                  <a:lnTo>
                    <a:pt x="42095" y="56713"/>
                  </a:lnTo>
                  <a:lnTo>
                    <a:pt x="41251" y="59494"/>
                  </a:lnTo>
                  <a:lnTo>
                    <a:pt x="40209" y="61711"/>
                  </a:lnTo>
                  <a:lnTo>
                    <a:pt x="39207" y="63104"/>
                  </a:lnTo>
                  <a:lnTo>
                    <a:pt x="38137" y="64034"/>
                  </a:lnTo>
                  <a:lnTo>
                    <a:pt x="35046" y="65026"/>
                  </a:lnTo>
                  <a:lnTo>
                    <a:pt x="34181" y="65738"/>
                  </a:lnTo>
                  <a:lnTo>
                    <a:pt x="33149" y="66960"/>
                  </a:lnTo>
                  <a:lnTo>
                    <a:pt x="32064" y="67564"/>
                  </a:lnTo>
                  <a:lnTo>
                    <a:pt x="33336" y="67488"/>
                  </a:lnTo>
                  <a:lnTo>
                    <a:pt x="34596" y="66808"/>
                  </a:lnTo>
                  <a:lnTo>
                    <a:pt x="36888" y="66558"/>
                  </a:lnTo>
                  <a:lnTo>
                    <a:pt x="39527" y="68900"/>
                  </a:lnTo>
                  <a:lnTo>
                    <a:pt x="39283" y="70816"/>
                  </a:lnTo>
                  <a:lnTo>
                    <a:pt x="38223" y="72331"/>
                  </a:lnTo>
                  <a:lnTo>
                    <a:pt x="35814" y="72569"/>
                  </a:lnTo>
                  <a:lnTo>
                    <a:pt x="33560" y="75937"/>
                  </a:lnTo>
                  <a:lnTo>
                    <a:pt x="32543" y="76973"/>
                  </a:lnTo>
                  <a:lnTo>
                    <a:pt x="31470" y="77488"/>
                  </a:lnTo>
                  <a:lnTo>
                    <a:pt x="30129" y="77335"/>
                  </a:lnTo>
                  <a:lnTo>
                    <a:pt x="27691" y="76433"/>
                  </a:lnTo>
                  <a:lnTo>
                    <a:pt x="26624" y="75491"/>
                  </a:lnTo>
                  <a:lnTo>
                    <a:pt x="27588" y="77029"/>
                  </a:lnTo>
                  <a:lnTo>
                    <a:pt x="28682" y="77831"/>
                  </a:lnTo>
                  <a:lnTo>
                    <a:pt x="35031" y="79724"/>
                  </a:lnTo>
                  <a:lnTo>
                    <a:pt x="35413" y="79528"/>
                  </a:lnTo>
                  <a:lnTo>
                    <a:pt x="37436" y="77528"/>
                  </a:lnTo>
                  <a:lnTo>
                    <a:pt x="40134" y="77498"/>
                  </a:lnTo>
                  <a:lnTo>
                    <a:pt x="45269" y="81171"/>
                  </a:lnTo>
                  <a:lnTo>
                    <a:pt x="46748" y="83979"/>
                  </a:lnTo>
                  <a:lnTo>
                    <a:pt x="48867" y="88005"/>
                  </a:lnTo>
                  <a:lnTo>
                    <a:pt x="50020" y="89576"/>
                  </a:lnTo>
                  <a:lnTo>
                    <a:pt x="50853" y="91000"/>
                  </a:lnTo>
                  <a:lnTo>
                    <a:pt x="51366" y="93135"/>
                  </a:lnTo>
                  <a:lnTo>
                    <a:pt x="52361" y="100185"/>
                  </a:lnTo>
                  <a:lnTo>
                    <a:pt x="53495" y="107073"/>
                  </a:lnTo>
                  <a:lnTo>
                    <a:pt x="54982" y="114535"/>
                  </a:lnTo>
                  <a:lnTo>
                    <a:pt x="55656" y="116609"/>
                  </a:lnTo>
                  <a:lnTo>
                    <a:pt x="56542" y="118063"/>
                  </a:lnTo>
                  <a:lnTo>
                    <a:pt x="61028" y="121405"/>
                  </a:lnTo>
                  <a:lnTo>
                    <a:pt x="62026" y="122513"/>
                  </a:lnTo>
                  <a:lnTo>
                    <a:pt x="63767" y="125727"/>
                  </a:lnTo>
                  <a:lnTo>
                    <a:pt x="65445" y="129153"/>
                  </a:lnTo>
                  <a:lnTo>
                    <a:pt x="67006" y="131784"/>
                  </a:lnTo>
                  <a:lnTo>
                    <a:pt x="68692" y="133914"/>
                  </a:lnTo>
                  <a:lnTo>
                    <a:pt x="67876" y="135020"/>
                  </a:lnTo>
                  <a:lnTo>
                    <a:pt x="67316" y="136761"/>
                  </a:lnTo>
                  <a:lnTo>
                    <a:pt x="67734" y="139127"/>
                  </a:lnTo>
                  <a:lnTo>
                    <a:pt x="68421" y="141386"/>
                  </a:lnTo>
                  <a:lnTo>
                    <a:pt x="69650" y="144681"/>
                  </a:lnTo>
                  <a:lnTo>
                    <a:pt x="69770" y="145002"/>
                  </a:lnTo>
                  <a:lnTo>
                    <a:pt x="70960" y="148948"/>
                  </a:lnTo>
                  <a:lnTo>
                    <a:pt x="70521" y="148352"/>
                  </a:lnTo>
                  <a:lnTo>
                    <a:pt x="70060" y="148025"/>
                  </a:lnTo>
                  <a:lnTo>
                    <a:pt x="69650" y="148088"/>
                  </a:lnTo>
                  <a:lnTo>
                    <a:pt x="69430" y="148123"/>
                  </a:lnTo>
                  <a:lnTo>
                    <a:pt x="68813" y="147932"/>
                  </a:lnTo>
                  <a:lnTo>
                    <a:pt x="67676" y="146697"/>
                  </a:lnTo>
                  <a:lnTo>
                    <a:pt x="66584" y="145181"/>
                  </a:lnTo>
                  <a:lnTo>
                    <a:pt x="64411" y="145790"/>
                  </a:lnTo>
                  <a:lnTo>
                    <a:pt x="63204" y="145517"/>
                  </a:lnTo>
                  <a:lnTo>
                    <a:pt x="62157" y="145557"/>
                  </a:lnTo>
                  <a:lnTo>
                    <a:pt x="64142" y="146433"/>
                  </a:lnTo>
                  <a:lnTo>
                    <a:pt x="66315" y="146494"/>
                  </a:lnTo>
                  <a:lnTo>
                    <a:pt x="69650" y="151102"/>
                  </a:lnTo>
                  <a:lnTo>
                    <a:pt x="71108" y="153115"/>
                  </a:lnTo>
                  <a:lnTo>
                    <a:pt x="72728" y="157038"/>
                  </a:lnTo>
                  <a:lnTo>
                    <a:pt x="73690" y="162225"/>
                  </a:lnTo>
                  <a:lnTo>
                    <a:pt x="73035" y="164555"/>
                  </a:lnTo>
                  <a:lnTo>
                    <a:pt x="72015" y="166064"/>
                  </a:lnTo>
                  <a:lnTo>
                    <a:pt x="71063" y="167791"/>
                  </a:lnTo>
                  <a:lnTo>
                    <a:pt x="70172" y="169741"/>
                  </a:lnTo>
                  <a:lnTo>
                    <a:pt x="72827" y="172605"/>
                  </a:lnTo>
                  <a:lnTo>
                    <a:pt x="73400" y="172518"/>
                  </a:lnTo>
                  <a:lnTo>
                    <a:pt x="73987" y="172117"/>
                  </a:lnTo>
                  <a:lnTo>
                    <a:pt x="74552" y="171143"/>
                  </a:lnTo>
                  <a:lnTo>
                    <a:pt x="75504" y="168773"/>
                  </a:lnTo>
                  <a:lnTo>
                    <a:pt x="75996" y="167928"/>
                  </a:lnTo>
                  <a:lnTo>
                    <a:pt x="77650" y="167624"/>
                  </a:lnTo>
                  <a:lnTo>
                    <a:pt x="79039" y="167806"/>
                  </a:lnTo>
                  <a:lnTo>
                    <a:pt x="80421" y="168330"/>
                  </a:lnTo>
                  <a:lnTo>
                    <a:pt x="81637" y="168164"/>
                  </a:lnTo>
                  <a:lnTo>
                    <a:pt x="84086" y="169181"/>
                  </a:lnTo>
                  <a:lnTo>
                    <a:pt x="85345" y="170098"/>
                  </a:lnTo>
                  <a:lnTo>
                    <a:pt x="88463" y="174229"/>
                  </a:lnTo>
                  <a:lnTo>
                    <a:pt x="89138" y="176489"/>
                  </a:lnTo>
                  <a:lnTo>
                    <a:pt x="89447" y="179406"/>
                  </a:lnTo>
                  <a:lnTo>
                    <a:pt x="89484" y="182642"/>
                  </a:lnTo>
                  <a:lnTo>
                    <a:pt x="88959" y="185600"/>
                  </a:lnTo>
                  <a:lnTo>
                    <a:pt x="88357" y="188271"/>
                  </a:lnTo>
                  <a:lnTo>
                    <a:pt x="87985" y="191719"/>
                  </a:lnTo>
                  <a:lnTo>
                    <a:pt x="87722" y="192961"/>
                  </a:lnTo>
                  <a:lnTo>
                    <a:pt x="87353" y="193934"/>
                  </a:lnTo>
                  <a:lnTo>
                    <a:pt x="85701" y="196655"/>
                  </a:lnTo>
                  <a:lnTo>
                    <a:pt x="84603" y="197773"/>
                  </a:lnTo>
                  <a:lnTo>
                    <a:pt x="84140" y="197283"/>
                  </a:lnTo>
                  <a:lnTo>
                    <a:pt x="83645" y="197350"/>
                  </a:lnTo>
                  <a:lnTo>
                    <a:pt x="83593" y="198004"/>
                  </a:lnTo>
                  <a:lnTo>
                    <a:pt x="84115" y="199394"/>
                  </a:lnTo>
                  <a:lnTo>
                    <a:pt x="84122" y="201070"/>
                  </a:lnTo>
                  <a:lnTo>
                    <a:pt x="83146" y="202311"/>
                  </a:lnTo>
                  <a:lnTo>
                    <a:pt x="82155" y="202840"/>
                  </a:lnTo>
                  <a:lnTo>
                    <a:pt x="80496" y="202180"/>
                  </a:lnTo>
                  <a:lnTo>
                    <a:pt x="78192" y="204491"/>
                  </a:lnTo>
                  <a:lnTo>
                    <a:pt x="79848" y="205679"/>
                  </a:lnTo>
                  <a:lnTo>
                    <a:pt x="80182" y="206942"/>
                  </a:lnTo>
                  <a:lnTo>
                    <a:pt x="79767" y="209164"/>
                  </a:lnTo>
                  <a:lnTo>
                    <a:pt x="78726" y="210156"/>
                  </a:lnTo>
                  <a:lnTo>
                    <a:pt x="77571" y="210594"/>
                  </a:lnTo>
                  <a:lnTo>
                    <a:pt x="76389" y="210700"/>
                  </a:lnTo>
                  <a:lnTo>
                    <a:pt x="75410" y="211243"/>
                  </a:lnTo>
                  <a:lnTo>
                    <a:pt x="74471" y="212291"/>
                  </a:lnTo>
                  <a:lnTo>
                    <a:pt x="75650" y="211734"/>
                  </a:lnTo>
                  <a:lnTo>
                    <a:pt x="76467" y="212222"/>
                  </a:lnTo>
                  <a:lnTo>
                    <a:pt x="76980" y="214092"/>
                  </a:lnTo>
                  <a:lnTo>
                    <a:pt x="77446" y="214627"/>
                  </a:lnTo>
                  <a:lnTo>
                    <a:pt x="79749" y="215426"/>
                  </a:lnTo>
                  <a:lnTo>
                    <a:pt x="81175" y="215420"/>
                  </a:lnTo>
                  <a:lnTo>
                    <a:pt x="83926" y="214966"/>
                  </a:lnTo>
                  <a:lnTo>
                    <a:pt x="85246" y="214978"/>
                  </a:lnTo>
                  <a:lnTo>
                    <a:pt x="85718" y="215315"/>
                  </a:lnTo>
                  <a:lnTo>
                    <a:pt x="85725" y="216865"/>
                  </a:lnTo>
                  <a:lnTo>
                    <a:pt x="85520" y="220671"/>
                  </a:lnTo>
                  <a:lnTo>
                    <a:pt x="85157" y="221456"/>
                  </a:lnTo>
                  <a:lnTo>
                    <a:pt x="81510" y="224653"/>
                  </a:lnTo>
                  <a:lnTo>
                    <a:pt x="80763" y="226887"/>
                  </a:lnTo>
                  <a:lnTo>
                    <a:pt x="80553" y="228240"/>
                  </a:lnTo>
                  <a:lnTo>
                    <a:pt x="78421" y="228000"/>
                  </a:lnTo>
                  <a:lnTo>
                    <a:pt x="77422" y="229432"/>
                  </a:lnTo>
                  <a:lnTo>
                    <a:pt x="75695" y="230381"/>
                  </a:lnTo>
                  <a:lnTo>
                    <a:pt x="74360" y="231392"/>
                  </a:lnTo>
                  <a:lnTo>
                    <a:pt x="73054" y="232669"/>
                  </a:lnTo>
                  <a:lnTo>
                    <a:pt x="71979" y="233052"/>
                  </a:lnTo>
                  <a:lnTo>
                    <a:pt x="69650" y="232291"/>
                  </a:lnTo>
                  <a:lnTo>
                    <a:pt x="67335" y="231535"/>
                  </a:lnTo>
                  <a:lnTo>
                    <a:pt x="64532" y="231659"/>
                  </a:lnTo>
                  <a:lnTo>
                    <a:pt x="60733" y="232981"/>
                  </a:lnTo>
                  <a:lnTo>
                    <a:pt x="59755" y="232763"/>
                  </a:lnTo>
                  <a:lnTo>
                    <a:pt x="58288" y="231498"/>
                  </a:lnTo>
                  <a:lnTo>
                    <a:pt x="56786" y="230642"/>
                  </a:lnTo>
                  <a:lnTo>
                    <a:pt x="55058" y="230266"/>
                  </a:lnTo>
                  <a:lnTo>
                    <a:pt x="53566" y="229097"/>
                  </a:lnTo>
                  <a:lnTo>
                    <a:pt x="54497" y="231345"/>
                  </a:lnTo>
                  <a:lnTo>
                    <a:pt x="52427" y="233512"/>
                  </a:lnTo>
                  <a:lnTo>
                    <a:pt x="51472" y="233943"/>
                  </a:lnTo>
                  <a:lnTo>
                    <a:pt x="50484" y="233876"/>
                  </a:lnTo>
                  <a:lnTo>
                    <a:pt x="48461" y="234464"/>
                  </a:lnTo>
                  <a:lnTo>
                    <a:pt x="46587" y="234164"/>
                  </a:lnTo>
                  <a:lnTo>
                    <a:pt x="46868" y="235705"/>
                  </a:lnTo>
                  <a:lnTo>
                    <a:pt x="47370" y="237048"/>
                  </a:lnTo>
                  <a:lnTo>
                    <a:pt x="46963" y="237633"/>
                  </a:lnTo>
                  <a:lnTo>
                    <a:pt x="46532" y="237778"/>
                  </a:lnTo>
                  <a:lnTo>
                    <a:pt x="42963" y="236764"/>
                  </a:lnTo>
                  <a:lnTo>
                    <a:pt x="42458" y="236956"/>
                  </a:lnTo>
                  <a:lnTo>
                    <a:pt x="42017" y="237892"/>
                  </a:lnTo>
                  <a:lnTo>
                    <a:pt x="40719" y="237387"/>
                  </a:lnTo>
                  <a:lnTo>
                    <a:pt x="39458" y="235809"/>
                  </a:lnTo>
                  <a:lnTo>
                    <a:pt x="38117" y="234750"/>
                  </a:lnTo>
                  <a:lnTo>
                    <a:pt x="36710" y="234252"/>
                  </a:lnTo>
                  <a:lnTo>
                    <a:pt x="35591" y="234424"/>
                  </a:lnTo>
                  <a:lnTo>
                    <a:pt x="30990" y="236911"/>
                  </a:lnTo>
                  <a:lnTo>
                    <a:pt x="30072" y="239407"/>
                  </a:lnTo>
                  <a:lnTo>
                    <a:pt x="29612" y="242947"/>
                  </a:lnTo>
                  <a:lnTo>
                    <a:pt x="28948" y="246089"/>
                  </a:lnTo>
                  <a:lnTo>
                    <a:pt x="27865" y="248509"/>
                  </a:lnTo>
                  <a:lnTo>
                    <a:pt x="26575" y="248825"/>
                  </a:lnTo>
                  <a:lnTo>
                    <a:pt x="25362" y="247150"/>
                  </a:lnTo>
                  <a:lnTo>
                    <a:pt x="23054" y="245300"/>
                  </a:lnTo>
                  <a:lnTo>
                    <a:pt x="22269" y="244050"/>
                  </a:lnTo>
                  <a:lnTo>
                    <a:pt x="22019" y="243977"/>
                  </a:lnTo>
                  <a:lnTo>
                    <a:pt x="21761" y="244424"/>
                  </a:lnTo>
                  <a:lnTo>
                    <a:pt x="20856" y="244988"/>
                  </a:lnTo>
                  <a:lnTo>
                    <a:pt x="19919" y="245014"/>
                  </a:lnTo>
                  <a:lnTo>
                    <a:pt x="18475" y="245512"/>
                  </a:lnTo>
                  <a:lnTo>
                    <a:pt x="15962" y="247015"/>
                  </a:lnTo>
                  <a:lnTo>
                    <a:pt x="14947" y="248035"/>
                  </a:lnTo>
                  <a:lnTo>
                    <a:pt x="12765" y="250849"/>
                  </a:lnTo>
                  <a:lnTo>
                    <a:pt x="12321" y="251628"/>
                  </a:lnTo>
                  <a:lnTo>
                    <a:pt x="11527" y="254466"/>
                  </a:lnTo>
                  <a:lnTo>
                    <a:pt x="10315" y="254967"/>
                  </a:lnTo>
                  <a:lnTo>
                    <a:pt x="9207" y="253147"/>
                  </a:lnTo>
                  <a:lnTo>
                    <a:pt x="7945" y="252513"/>
                  </a:lnTo>
                  <a:lnTo>
                    <a:pt x="6614" y="253134"/>
                  </a:lnTo>
                  <a:lnTo>
                    <a:pt x="5809" y="254101"/>
                  </a:lnTo>
                  <a:lnTo>
                    <a:pt x="5433" y="253316"/>
                  </a:lnTo>
                  <a:lnTo>
                    <a:pt x="5421" y="251702"/>
                  </a:lnTo>
                  <a:lnTo>
                    <a:pt x="6393" y="249778"/>
                  </a:lnTo>
                  <a:lnTo>
                    <a:pt x="8986" y="248325"/>
                  </a:lnTo>
                  <a:lnTo>
                    <a:pt x="11263" y="244555"/>
                  </a:lnTo>
                  <a:lnTo>
                    <a:pt x="12380" y="242257"/>
                  </a:lnTo>
                  <a:lnTo>
                    <a:pt x="12823" y="240964"/>
                  </a:lnTo>
                  <a:lnTo>
                    <a:pt x="13368" y="240140"/>
                  </a:lnTo>
                  <a:lnTo>
                    <a:pt x="14082" y="239829"/>
                  </a:lnTo>
                  <a:lnTo>
                    <a:pt x="14448" y="238400"/>
                  </a:lnTo>
                  <a:lnTo>
                    <a:pt x="17609" y="232658"/>
                  </a:lnTo>
                  <a:lnTo>
                    <a:pt x="17870" y="231341"/>
                  </a:lnTo>
                  <a:lnTo>
                    <a:pt x="18027" y="228984"/>
                  </a:lnTo>
                  <a:lnTo>
                    <a:pt x="18289" y="226716"/>
                  </a:lnTo>
                  <a:lnTo>
                    <a:pt x="20862" y="225248"/>
                  </a:lnTo>
                  <a:lnTo>
                    <a:pt x="22092" y="220479"/>
                  </a:lnTo>
                  <a:lnTo>
                    <a:pt x="22430" y="220101"/>
                  </a:lnTo>
                  <a:lnTo>
                    <a:pt x="26019" y="219227"/>
                  </a:lnTo>
                  <a:lnTo>
                    <a:pt x="28681" y="219296"/>
                  </a:lnTo>
                  <a:lnTo>
                    <a:pt x="31325" y="220229"/>
                  </a:lnTo>
                  <a:lnTo>
                    <a:pt x="32680" y="220313"/>
                  </a:lnTo>
                  <a:lnTo>
                    <a:pt x="34040" y="219991"/>
                  </a:lnTo>
                  <a:lnTo>
                    <a:pt x="35107" y="218704"/>
                  </a:lnTo>
                  <a:lnTo>
                    <a:pt x="36932" y="214063"/>
                  </a:lnTo>
                  <a:lnTo>
                    <a:pt x="37959" y="212020"/>
                  </a:lnTo>
                  <a:lnTo>
                    <a:pt x="39136" y="210174"/>
                  </a:lnTo>
                  <a:lnTo>
                    <a:pt x="40237" y="208066"/>
                  </a:lnTo>
                  <a:lnTo>
                    <a:pt x="42022" y="204162"/>
                  </a:lnTo>
                  <a:lnTo>
                    <a:pt x="40815" y="205507"/>
                  </a:lnTo>
                  <a:lnTo>
                    <a:pt x="39358" y="207641"/>
                  </a:lnTo>
                  <a:lnTo>
                    <a:pt x="38512" y="208879"/>
                  </a:lnTo>
                  <a:lnTo>
                    <a:pt x="35828" y="210127"/>
                  </a:lnTo>
                  <a:lnTo>
                    <a:pt x="34671" y="211399"/>
                  </a:lnTo>
                  <a:lnTo>
                    <a:pt x="32645" y="214275"/>
                  </a:lnTo>
                  <a:lnTo>
                    <a:pt x="32256" y="214513"/>
                  </a:lnTo>
                  <a:lnTo>
                    <a:pt x="29198" y="213822"/>
                  </a:lnTo>
                  <a:lnTo>
                    <a:pt x="26923" y="210095"/>
                  </a:lnTo>
                  <a:lnTo>
                    <a:pt x="25469" y="208567"/>
                  </a:lnTo>
                  <a:lnTo>
                    <a:pt x="24868" y="208394"/>
                  </a:lnTo>
                  <a:lnTo>
                    <a:pt x="24247" y="208848"/>
                  </a:lnTo>
                  <a:lnTo>
                    <a:pt x="22919" y="209313"/>
                  </a:lnTo>
                  <a:lnTo>
                    <a:pt x="21565" y="209234"/>
                  </a:lnTo>
                  <a:lnTo>
                    <a:pt x="22256" y="207512"/>
                  </a:lnTo>
                  <a:lnTo>
                    <a:pt x="23195" y="206550"/>
                  </a:lnTo>
                  <a:lnTo>
                    <a:pt x="21092" y="205882"/>
                  </a:lnTo>
                  <a:lnTo>
                    <a:pt x="20508" y="205358"/>
                  </a:lnTo>
                  <a:lnTo>
                    <a:pt x="19842" y="204152"/>
                  </a:lnTo>
                  <a:lnTo>
                    <a:pt x="18193" y="203946"/>
                  </a:lnTo>
                  <a:lnTo>
                    <a:pt x="17406" y="204253"/>
                  </a:lnTo>
                  <a:lnTo>
                    <a:pt x="16080" y="205847"/>
                  </a:lnTo>
                  <a:lnTo>
                    <a:pt x="13983" y="207544"/>
                  </a:lnTo>
                  <a:lnTo>
                    <a:pt x="11456" y="205192"/>
                  </a:lnTo>
                  <a:lnTo>
                    <a:pt x="10961" y="204162"/>
                  </a:lnTo>
                  <a:lnTo>
                    <a:pt x="10974" y="202172"/>
                  </a:lnTo>
                  <a:lnTo>
                    <a:pt x="10595" y="200597"/>
                  </a:lnTo>
                  <a:lnTo>
                    <a:pt x="9894" y="200041"/>
                  </a:lnTo>
                  <a:lnTo>
                    <a:pt x="10791" y="197988"/>
                  </a:lnTo>
                  <a:lnTo>
                    <a:pt x="11873" y="196622"/>
                  </a:lnTo>
                  <a:lnTo>
                    <a:pt x="14253" y="195264"/>
                  </a:lnTo>
                  <a:lnTo>
                    <a:pt x="17857" y="192042"/>
                  </a:lnTo>
                  <a:lnTo>
                    <a:pt x="19878" y="190670"/>
                  </a:lnTo>
                  <a:lnTo>
                    <a:pt x="21756" y="188303"/>
                  </a:lnTo>
                  <a:lnTo>
                    <a:pt x="22532" y="186860"/>
                  </a:lnTo>
                  <a:lnTo>
                    <a:pt x="23096" y="184884"/>
                  </a:lnTo>
                  <a:lnTo>
                    <a:pt x="23655" y="182461"/>
                  </a:lnTo>
                  <a:lnTo>
                    <a:pt x="24452" y="180493"/>
                  </a:lnTo>
                  <a:lnTo>
                    <a:pt x="23679" y="180024"/>
                  </a:lnTo>
                  <a:lnTo>
                    <a:pt x="23333" y="178539"/>
                  </a:lnTo>
                  <a:lnTo>
                    <a:pt x="23426" y="177033"/>
                  </a:lnTo>
                  <a:lnTo>
                    <a:pt x="23783" y="175697"/>
                  </a:lnTo>
                  <a:lnTo>
                    <a:pt x="23463" y="174021"/>
                  </a:lnTo>
                  <a:lnTo>
                    <a:pt x="22894" y="172270"/>
                  </a:lnTo>
                  <a:lnTo>
                    <a:pt x="22926" y="170906"/>
                  </a:lnTo>
                  <a:lnTo>
                    <a:pt x="23076" y="169449"/>
                  </a:lnTo>
                  <a:lnTo>
                    <a:pt x="21626" y="169527"/>
                  </a:lnTo>
                  <a:lnTo>
                    <a:pt x="20181" y="169983"/>
                  </a:lnTo>
                  <a:lnTo>
                    <a:pt x="18871" y="171016"/>
                  </a:lnTo>
                  <a:lnTo>
                    <a:pt x="17600" y="172420"/>
                  </a:lnTo>
                  <a:lnTo>
                    <a:pt x="16472" y="172680"/>
                  </a:lnTo>
                  <a:lnTo>
                    <a:pt x="16490" y="171557"/>
                  </a:lnTo>
                  <a:lnTo>
                    <a:pt x="16980" y="170169"/>
                  </a:lnTo>
                  <a:lnTo>
                    <a:pt x="18259" y="168187"/>
                  </a:lnTo>
                  <a:lnTo>
                    <a:pt x="19629" y="166543"/>
                  </a:lnTo>
                  <a:lnTo>
                    <a:pt x="20116" y="165295"/>
                  </a:lnTo>
                  <a:lnTo>
                    <a:pt x="20499" y="163845"/>
                  </a:lnTo>
                  <a:lnTo>
                    <a:pt x="21179" y="162681"/>
                  </a:lnTo>
                  <a:lnTo>
                    <a:pt x="22968" y="160482"/>
                  </a:lnTo>
                  <a:lnTo>
                    <a:pt x="26394" y="158007"/>
                  </a:lnTo>
                  <a:lnTo>
                    <a:pt x="26906" y="157862"/>
                  </a:lnTo>
                  <a:lnTo>
                    <a:pt x="28250" y="158149"/>
                  </a:lnTo>
                  <a:lnTo>
                    <a:pt x="29570" y="157775"/>
                  </a:lnTo>
                  <a:lnTo>
                    <a:pt x="30727" y="156885"/>
                  </a:lnTo>
                  <a:lnTo>
                    <a:pt x="31880" y="156693"/>
                  </a:lnTo>
                  <a:lnTo>
                    <a:pt x="34476" y="159260"/>
                  </a:lnTo>
                  <a:lnTo>
                    <a:pt x="33704" y="155289"/>
                  </a:lnTo>
                  <a:lnTo>
                    <a:pt x="34849" y="154338"/>
                  </a:lnTo>
                  <a:lnTo>
                    <a:pt x="36509" y="157928"/>
                  </a:lnTo>
                  <a:lnTo>
                    <a:pt x="37127" y="158306"/>
                  </a:lnTo>
                  <a:lnTo>
                    <a:pt x="38428" y="157785"/>
                  </a:lnTo>
                  <a:lnTo>
                    <a:pt x="37926" y="157179"/>
                  </a:lnTo>
                  <a:lnTo>
                    <a:pt x="37339" y="157143"/>
                  </a:lnTo>
                  <a:lnTo>
                    <a:pt x="36571" y="156602"/>
                  </a:lnTo>
                  <a:lnTo>
                    <a:pt x="35925" y="155451"/>
                  </a:lnTo>
                  <a:lnTo>
                    <a:pt x="34850" y="151798"/>
                  </a:lnTo>
                  <a:lnTo>
                    <a:pt x="34909" y="149629"/>
                  </a:lnTo>
                  <a:lnTo>
                    <a:pt x="35633" y="147374"/>
                  </a:lnTo>
                  <a:lnTo>
                    <a:pt x="36435" y="145299"/>
                  </a:lnTo>
                  <a:lnTo>
                    <a:pt x="35762" y="144887"/>
                  </a:lnTo>
                  <a:lnTo>
                    <a:pt x="35223" y="144093"/>
                  </a:lnTo>
                  <a:lnTo>
                    <a:pt x="35069" y="142017"/>
                  </a:lnTo>
                  <a:lnTo>
                    <a:pt x="35280" y="140183"/>
                  </a:lnTo>
                  <a:lnTo>
                    <a:pt x="36721" y="138564"/>
                  </a:lnTo>
                  <a:lnTo>
                    <a:pt x="37146" y="136107"/>
                  </a:lnTo>
                  <a:lnTo>
                    <a:pt x="37327" y="133405"/>
                  </a:lnTo>
                  <a:lnTo>
                    <a:pt x="37088" y="132165"/>
                  </a:lnTo>
                  <a:lnTo>
                    <a:pt x="35658" y="132364"/>
                  </a:lnTo>
                  <a:lnTo>
                    <a:pt x="34962" y="132869"/>
                  </a:lnTo>
                  <a:lnTo>
                    <a:pt x="34339" y="133670"/>
                  </a:lnTo>
                  <a:lnTo>
                    <a:pt x="33699" y="133622"/>
                  </a:lnTo>
                  <a:lnTo>
                    <a:pt x="31933" y="130633"/>
                  </a:lnTo>
                  <a:lnTo>
                    <a:pt x="30925" y="128372"/>
                  </a:lnTo>
                  <a:lnTo>
                    <a:pt x="29118" y="123586"/>
                  </a:lnTo>
                  <a:lnTo>
                    <a:pt x="28861" y="120726"/>
                  </a:lnTo>
                  <a:lnTo>
                    <a:pt x="30308" y="114558"/>
                  </a:lnTo>
                  <a:lnTo>
                    <a:pt x="32542" y="110614"/>
                  </a:lnTo>
                  <a:lnTo>
                    <a:pt x="35173" y="109240"/>
                  </a:lnTo>
                  <a:lnTo>
                    <a:pt x="34664" y="108977"/>
                  </a:lnTo>
                  <a:lnTo>
                    <a:pt x="30655" y="108924"/>
                  </a:lnTo>
                  <a:lnTo>
                    <a:pt x="29334" y="109407"/>
                  </a:lnTo>
                  <a:lnTo>
                    <a:pt x="28109" y="111019"/>
                  </a:lnTo>
                  <a:lnTo>
                    <a:pt x="27417" y="111514"/>
                  </a:lnTo>
                  <a:lnTo>
                    <a:pt x="26690" y="111697"/>
                  </a:lnTo>
                  <a:lnTo>
                    <a:pt x="26027" y="112499"/>
                  </a:lnTo>
                  <a:lnTo>
                    <a:pt x="25380" y="113613"/>
                  </a:lnTo>
                  <a:lnTo>
                    <a:pt x="24706" y="114326"/>
                  </a:lnTo>
                  <a:lnTo>
                    <a:pt x="23368" y="114141"/>
                  </a:lnTo>
                  <a:lnTo>
                    <a:pt x="22719" y="114377"/>
                  </a:lnTo>
                  <a:lnTo>
                    <a:pt x="22252" y="113732"/>
                  </a:lnTo>
                  <a:lnTo>
                    <a:pt x="21862" y="112665"/>
                  </a:lnTo>
                  <a:lnTo>
                    <a:pt x="21351" y="112381"/>
                  </a:lnTo>
                  <a:lnTo>
                    <a:pt x="20780" y="112709"/>
                  </a:lnTo>
                  <a:lnTo>
                    <a:pt x="19574" y="114146"/>
                  </a:lnTo>
                  <a:lnTo>
                    <a:pt x="18352" y="114994"/>
                  </a:lnTo>
                  <a:lnTo>
                    <a:pt x="16875" y="114088"/>
                  </a:lnTo>
                  <a:lnTo>
                    <a:pt x="14939" y="112400"/>
                  </a:lnTo>
                  <a:lnTo>
                    <a:pt x="14557" y="113016"/>
                  </a:lnTo>
                  <a:lnTo>
                    <a:pt x="14128" y="114583"/>
                  </a:lnTo>
                  <a:lnTo>
                    <a:pt x="13881" y="117030"/>
                  </a:lnTo>
                  <a:lnTo>
                    <a:pt x="12506" y="114905"/>
                  </a:lnTo>
                  <a:lnTo>
                    <a:pt x="11334" y="112064"/>
                  </a:lnTo>
                  <a:lnTo>
                    <a:pt x="10941" y="110279"/>
                  </a:lnTo>
                  <a:lnTo>
                    <a:pt x="10912" y="108271"/>
                  </a:lnTo>
                  <a:lnTo>
                    <a:pt x="11548" y="107491"/>
                  </a:lnTo>
                  <a:lnTo>
                    <a:pt x="12239" y="108204"/>
                  </a:lnTo>
                  <a:lnTo>
                    <a:pt x="13268" y="103437"/>
                  </a:lnTo>
                  <a:lnTo>
                    <a:pt x="15317" y="97233"/>
                  </a:lnTo>
                  <a:lnTo>
                    <a:pt x="16040" y="95414"/>
                  </a:lnTo>
                  <a:lnTo>
                    <a:pt x="16544" y="93040"/>
                  </a:lnTo>
                  <a:lnTo>
                    <a:pt x="16457" y="91486"/>
                  </a:lnTo>
                  <a:lnTo>
                    <a:pt x="16005" y="90175"/>
                  </a:lnTo>
                  <a:lnTo>
                    <a:pt x="14101" y="87195"/>
                  </a:lnTo>
                  <a:lnTo>
                    <a:pt x="14126" y="84770"/>
                  </a:lnTo>
                  <a:lnTo>
                    <a:pt x="14330" y="82030"/>
                  </a:lnTo>
                  <a:lnTo>
                    <a:pt x="14848" y="80387"/>
                  </a:lnTo>
                  <a:lnTo>
                    <a:pt x="15067" y="80073"/>
                  </a:lnTo>
                  <a:lnTo>
                    <a:pt x="17596" y="80117"/>
                  </a:lnTo>
                  <a:lnTo>
                    <a:pt x="16610" y="79268"/>
                  </a:lnTo>
                  <a:lnTo>
                    <a:pt x="14643" y="76792"/>
                  </a:lnTo>
                  <a:lnTo>
                    <a:pt x="14678" y="75915"/>
                  </a:lnTo>
                  <a:lnTo>
                    <a:pt x="15141" y="73625"/>
                  </a:lnTo>
                  <a:lnTo>
                    <a:pt x="14927" y="73858"/>
                  </a:lnTo>
                  <a:lnTo>
                    <a:pt x="14505" y="74915"/>
                  </a:lnTo>
                  <a:lnTo>
                    <a:pt x="13701" y="77475"/>
                  </a:lnTo>
                  <a:lnTo>
                    <a:pt x="13210" y="78072"/>
                  </a:lnTo>
                  <a:lnTo>
                    <a:pt x="11819" y="78680"/>
                  </a:lnTo>
                  <a:lnTo>
                    <a:pt x="11567" y="79941"/>
                  </a:lnTo>
                  <a:lnTo>
                    <a:pt x="11344" y="80270"/>
                  </a:lnTo>
                  <a:lnTo>
                    <a:pt x="10649" y="80413"/>
                  </a:lnTo>
                  <a:lnTo>
                    <a:pt x="10436" y="81588"/>
                  </a:lnTo>
                  <a:lnTo>
                    <a:pt x="10282" y="81663"/>
                  </a:lnTo>
                  <a:lnTo>
                    <a:pt x="10084" y="80395"/>
                  </a:lnTo>
                  <a:lnTo>
                    <a:pt x="10065" y="78293"/>
                  </a:lnTo>
                  <a:lnTo>
                    <a:pt x="10341" y="76360"/>
                  </a:lnTo>
                  <a:lnTo>
                    <a:pt x="10870" y="74847"/>
                  </a:lnTo>
                  <a:lnTo>
                    <a:pt x="12907" y="71409"/>
                  </a:lnTo>
                  <a:lnTo>
                    <a:pt x="11916" y="72470"/>
                  </a:lnTo>
                  <a:lnTo>
                    <a:pt x="9667" y="75647"/>
                  </a:lnTo>
                  <a:lnTo>
                    <a:pt x="8519" y="77736"/>
                  </a:lnTo>
                  <a:lnTo>
                    <a:pt x="8212" y="78442"/>
                  </a:lnTo>
                  <a:lnTo>
                    <a:pt x="8116" y="79036"/>
                  </a:lnTo>
                  <a:lnTo>
                    <a:pt x="8123" y="79721"/>
                  </a:lnTo>
                  <a:lnTo>
                    <a:pt x="8639" y="83396"/>
                  </a:lnTo>
                  <a:lnTo>
                    <a:pt x="8492" y="85097"/>
                  </a:lnTo>
                  <a:lnTo>
                    <a:pt x="6554" y="96341"/>
                  </a:lnTo>
                  <a:lnTo>
                    <a:pt x="6187" y="97470"/>
                  </a:lnTo>
                  <a:lnTo>
                    <a:pt x="5850" y="98060"/>
                  </a:lnTo>
                  <a:lnTo>
                    <a:pt x="5531" y="98195"/>
                  </a:lnTo>
                  <a:lnTo>
                    <a:pt x="4576" y="97980"/>
                  </a:lnTo>
                  <a:lnTo>
                    <a:pt x="4150" y="97138"/>
                  </a:lnTo>
                  <a:lnTo>
                    <a:pt x="4154" y="96182"/>
                  </a:lnTo>
                  <a:lnTo>
                    <a:pt x="4333" y="94750"/>
                  </a:lnTo>
                  <a:lnTo>
                    <a:pt x="5136" y="89416"/>
                  </a:lnTo>
                  <a:lnTo>
                    <a:pt x="5485" y="87934"/>
                  </a:lnTo>
                  <a:lnTo>
                    <a:pt x="6003" y="86556"/>
                  </a:lnTo>
                  <a:lnTo>
                    <a:pt x="7144" y="84144"/>
                  </a:lnTo>
                  <a:lnTo>
                    <a:pt x="7117" y="83986"/>
                  </a:lnTo>
                  <a:lnTo>
                    <a:pt x="6356" y="84460"/>
                  </a:lnTo>
                  <a:lnTo>
                    <a:pt x="6033" y="84304"/>
                  </a:lnTo>
                  <a:lnTo>
                    <a:pt x="5800" y="83826"/>
                  </a:lnTo>
                  <a:lnTo>
                    <a:pt x="5951" y="76671"/>
                  </a:lnTo>
                  <a:lnTo>
                    <a:pt x="6568" y="74317"/>
                  </a:lnTo>
                  <a:lnTo>
                    <a:pt x="6798" y="70893"/>
                  </a:lnTo>
                  <a:lnTo>
                    <a:pt x="7333" y="67961"/>
                  </a:lnTo>
                  <a:lnTo>
                    <a:pt x="7952" y="65826"/>
                  </a:lnTo>
                  <a:lnTo>
                    <a:pt x="8422" y="63093"/>
                  </a:lnTo>
                  <a:lnTo>
                    <a:pt x="9132" y="61878"/>
                  </a:lnTo>
                  <a:lnTo>
                    <a:pt x="9322" y="60020"/>
                  </a:lnTo>
                  <a:lnTo>
                    <a:pt x="10118" y="58008"/>
                  </a:lnTo>
                  <a:lnTo>
                    <a:pt x="10734" y="55905"/>
                  </a:lnTo>
                  <a:lnTo>
                    <a:pt x="10402" y="56113"/>
                  </a:lnTo>
                  <a:lnTo>
                    <a:pt x="6466" y="61588"/>
                  </a:lnTo>
                  <a:lnTo>
                    <a:pt x="5464" y="62585"/>
                  </a:lnTo>
                  <a:lnTo>
                    <a:pt x="4098" y="62318"/>
                  </a:lnTo>
                  <a:lnTo>
                    <a:pt x="3052" y="61702"/>
                  </a:lnTo>
                  <a:lnTo>
                    <a:pt x="2236" y="60406"/>
                  </a:lnTo>
                  <a:lnTo>
                    <a:pt x="1871" y="57919"/>
                  </a:lnTo>
                  <a:lnTo>
                    <a:pt x="862" y="57852"/>
                  </a:lnTo>
                  <a:lnTo>
                    <a:pt x="0" y="57423"/>
                  </a:lnTo>
                  <a:lnTo>
                    <a:pt x="10" y="57088"/>
                  </a:lnTo>
                  <a:lnTo>
                    <a:pt x="1123" y="55732"/>
                  </a:lnTo>
                  <a:lnTo>
                    <a:pt x="2907" y="55267"/>
                  </a:lnTo>
                  <a:lnTo>
                    <a:pt x="4577" y="53097"/>
                  </a:lnTo>
                  <a:lnTo>
                    <a:pt x="3091" y="51631"/>
                  </a:lnTo>
                  <a:lnTo>
                    <a:pt x="3217" y="51166"/>
                  </a:lnTo>
                  <a:lnTo>
                    <a:pt x="4512" y="49918"/>
                  </a:lnTo>
                  <a:lnTo>
                    <a:pt x="6159" y="45731"/>
                  </a:lnTo>
                  <a:lnTo>
                    <a:pt x="6492" y="41879"/>
                  </a:lnTo>
                  <a:lnTo>
                    <a:pt x="5705" y="40070"/>
                  </a:lnTo>
                  <a:lnTo>
                    <a:pt x="5420" y="38884"/>
                  </a:lnTo>
                  <a:lnTo>
                    <a:pt x="3846" y="37562"/>
                  </a:lnTo>
                  <a:lnTo>
                    <a:pt x="3584" y="35870"/>
                  </a:lnTo>
                  <a:lnTo>
                    <a:pt x="3767" y="34926"/>
                  </a:lnTo>
                  <a:lnTo>
                    <a:pt x="4280" y="34004"/>
                  </a:lnTo>
                  <a:lnTo>
                    <a:pt x="5053" y="33286"/>
                  </a:lnTo>
                  <a:lnTo>
                    <a:pt x="6267" y="32599"/>
                  </a:lnTo>
                  <a:lnTo>
                    <a:pt x="5165" y="31863"/>
                  </a:lnTo>
                  <a:lnTo>
                    <a:pt x="4755" y="30994"/>
                  </a:lnTo>
                  <a:lnTo>
                    <a:pt x="4443" y="29736"/>
                  </a:lnTo>
                  <a:lnTo>
                    <a:pt x="4414" y="29007"/>
                  </a:lnTo>
                  <a:lnTo>
                    <a:pt x="4984" y="25760"/>
                  </a:lnTo>
                  <a:lnTo>
                    <a:pt x="5316" y="24421"/>
                  </a:lnTo>
                  <a:lnTo>
                    <a:pt x="5965" y="22713"/>
                  </a:lnTo>
                  <a:lnTo>
                    <a:pt x="8910" y="22809"/>
                  </a:lnTo>
                  <a:lnTo>
                    <a:pt x="9249" y="22055"/>
                  </a:lnTo>
                  <a:lnTo>
                    <a:pt x="9582" y="22026"/>
                  </a:lnTo>
                  <a:lnTo>
                    <a:pt x="11088" y="22713"/>
                  </a:lnTo>
                  <a:lnTo>
                    <a:pt x="10864" y="21972"/>
                  </a:lnTo>
                  <a:lnTo>
                    <a:pt x="8402" y="17918"/>
                  </a:lnTo>
                  <a:lnTo>
                    <a:pt x="8181" y="17146"/>
                  </a:lnTo>
                  <a:lnTo>
                    <a:pt x="8883" y="14960"/>
                  </a:lnTo>
                  <a:lnTo>
                    <a:pt x="8934" y="13986"/>
                  </a:lnTo>
                  <a:lnTo>
                    <a:pt x="8831" y="12945"/>
                  </a:lnTo>
                  <a:lnTo>
                    <a:pt x="9032" y="12152"/>
                  </a:lnTo>
                  <a:lnTo>
                    <a:pt x="9812" y="11777"/>
                  </a:lnTo>
                  <a:lnTo>
                    <a:pt x="12192" y="11815"/>
                  </a:lnTo>
                  <a:lnTo>
                    <a:pt x="12779" y="11445"/>
                  </a:lnTo>
                  <a:lnTo>
                    <a:pt x="12512" y="10392"/>
                  </a:lnTo>
                  <a:lnTo>
                    <a:pt x="11958" y="9007"/>
                  </a:lnTo>
                  <a:lnTo>
                    <a:pt x="11850" y="7844"/>
                  </a:lnTo>
                  <a:lnTo>
                    <a:pt x="11979" y="6817"/>
                  </a:lnTo>
                  <a:lnTo>
                    <a:pt x="12010" y="4749"/>
                  </a:lnTo>
                  <a:lnTo>
                    <a:pt x="12118" y="3835"/>
                  </a:lnTo>
                  <a:lnTo>
                    <a:pt x="12683" y="2465"/>
                  </a:lnTo>
                  <a:lnTo>
                    <a:pt x="13150" y="2059"/>
                  </a:lnTo>
                  <a:lnTo>
                    <a:pt x="13729" y="1820"/>
                  </a:lnTo>
                  <a:lnTo>
                    <a:pt x="15035" y="2278"/>
                  </a:lnTo>
                  <a:lnTo>
                    <a:pt x="15533" y="2830"/>
                  </a:lnTo>
                  <a:lnTo>
                    <a:pt x="16105" y="4136"/>
                  </a:lnTo>
                  <a:lnTo>
                    <a:pt x="16527" y="4031"/>
                  </a:lnTo>
                  <a:lnTo>
                    <a:pt x="18154" y="2613"/>
                  </a:lnTo>
                  <a:lnTo>
                    <a:pt x="18643" y="2409"/>
                  </a:lnTo>
                  <a:lnTo>
                    <a:pt x="19309" y="4052"/>
                  </a:lnTo>
                  <a:lnTo>
                    <a:pt x="22087" y="2741"/>
                  </a:lnTo>
                  <a:lnTo>
                    <a:pt x="25824" y="2154"/>
                  </a:lnTo>
                  <a:lnTo>
                    <a:pt x="28069" y="1291"/>
                  </a:lnTo>
                  <a:lnTo>
                    <a:pt x="30434" y="978"/>
                  </a:lnTo>
                  <a:lnTo>
                    <a:pt x="32641" y="0"/>
                  </a:lnTo>
                  <a:lnTo>
                    <a:pt x="34981" y="448"/>
                  </a:lnTo>
                  <a:lnTo>
                    <a:pt x="35059" y="1018"/>
                  </a:lnTo>
                  <a:lnTo>
                    <a:pt x="34937" y="18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8"/>
            <p:cNvSpPr/>
            <p:nvPr/>
          </p:nvSpPr>
          <p:spPr>
            <a:xfrm>
              <a:off x="3134143" y="1895531"/>
              <a:ext cx="1578" cy="2868"/>
            </a:xfrm>
            <a:custGeom>
              <a:avLst/>
              <a:pathLst>
                <a:path w="1578" h="2868">
                  <a:moveTo>
                    <a:pt x="1095" y="2868"/>
                  </a:moveTo>
                  <a:lnTo>
                    <a:pt x="681" y="2327"/>
                  </a:lnTo>
                  <a:lnTo>
                    <a:pt x="0" y="385"/>
                  </a:lnTo>
                  <a:lnTo>
                    <a:pt x="1070" y="0"/>
                  </a:lnTo>
                  <a:lnTo>
                    <a:pt x="1578" y="239"/>
                  </a:lnTo>
                  <a:lnTo>
                    <a:pt x="1389" y="106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89"/>
            <p:cNvSpPr/>
            <p:nvPr/>
          </p:nvSpPr>
          <p:spPr>
            <a:xfrm>
              <a:off x="3129994" y="1893070"/>
              <a:ext cx="2751" cy="4078"/>
            </a:xfrm>
            <a:custGeom>
              <a:avLst/>
              <a:pathLst>
                <a:path w="2751" h="4078">
                  <a:moveTo>
                    <a:pt x="2678" y="3687"/>
                  </a:moveTo>
                  <a:lnTo>
                    <a:pt x="2029" y="4078"/>
                  </a:lnTo>
                  <a:lnTo>
                    <a:pt x="1385" y="4050"/>
                  </a:lnTo>
                  <a:lnTo>
                    <a:pt x="382" y="2341"/>
                  </a:lnTo>
                  <a:lnTo>
                    <a:pt x="0" y="1099"/>
                  </a:lnTo>
                  <a:lnTo>
                    <a:pt x="69" y="277"/>
                  </a:lnTo>
                  <a:lnTo>
                    <a:pt x="492" y="0"/>
                  </a:lnTo>
                  <a:lnTo>
                    <a:pt x="1463" y="405"/>
                  </a:lnTo>
                  <a:lnTo>
                    <a:pt x="1966" y="1826"/>
                  </a:lnTo>
                  <a:lnTo>
                    <a:pt x="2029" y="2751"/>
                  </a:lnTo>
                  <a:lnTo>
                    <a:pt x="2148" y="3115"/>
                  </a:lnTo>
                  <a:lnTo>
                    <a:pt x="2751" y="348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0"/>
            <p:cNvSpPr/>
            <p:nvPr/>
          </p:nvSpPr>
          <p:spPr>
            <a:xfrm>
              <a:off x="3130529" y="1886423"/>
              <a:ext cx="6714" cy="7488"/>
            </a:xfrm>
            <a:custGeom>
              <a:avLst/>
              <a:pathLst>
                <a:path w="6714" h="7488">
                  <a:moveTo>
                    <a:pt x="3364" y="3377"/>
                  </a:moveTo>
                  <a:lnTo>
                    <a:pt x="3213" y="4106"/>
                  </a:lnTo>
                  <a:lnTo>
                    <a:pt x="4076" y="4089"/>
                  </a:lnTo>
                  <a:lnTo>
                    <a:pt x="5327" y="4710"/>
                  </a:lnTo>
                  <a:lnTo>
                    <a:pt x="6084" y="4788"/>
                  </a:lnTo>
                  <a:lnTo>
                    <a:pt x="6714" y="5559"/>
                  </a:lnTo>
                  <a:lnTo>
                    <a:pt x="6366" y="7003"/>
                  </a:lnTo>
                  <a:lnTo>
                    <a:pt x="5989" y="7407"/>
                  </a:lnTo>
                  <a:lnTo>
                    <a:pt x="5563" y="7488"/>
                  </a:lnTo>
                  <a:lnTo>
                    <a:pt x="4075" y="6045"/>
                  </a:lnTo>
                  <a:lnTo>
                    <a:pt x="2124" y="6644"/>
                  </a:lnTo>
                  <a:lnTo>
                    <a:pt x="1736" y="6461"/>
                  </a:lnTo>
                  <a:lnTo>
                    <a:pt x="1480" y="6062"/>
                  </a:lnTo>
                  <a:lnTo>
                    <a:pt x="1375" y="5567"/>
                  </a:lnTo>
                  <a:lnTo>
                    <a:pt x="1372" y="4559"/>
                  </a:lnTo>
                  <a:lnTo>
                    <a:pt x="1266" y="4262"/>
                  </a:lnTo>
                  <a:lnTo>
                    <a:pt x="560" y="5215"/>
                  </a:lnTo>
                  <a:lnTo>
                    <a:pt x="250" y="5103"/>
                  </a:lnTo>
                  <a:lnTo>
                    <a:pt x="75" y="4646"/>
                  </a:lnTo>
                  <a:lnTo>
                    <a:pt x="0" y="3699"/>
                  </a:lnTo>
                  <a:lnTo>
                    <a:pt x="78" y="2333"/>
                  </a:lnTo>
                  <a:lnTo>
                    <a:pt x="492" y="388"/>
                  </a:lnTo>
                  <a:lnTo>
                    <a:pt x="1193" y="0"/>
                  </a:lnTo>
                  <a:lnTo>
                    <a:pt x="2239" y="225"/>
                  </a:lnTo>
                  <a:lnTo>
                    <a:pt x="3436" y="1327"/>
                  </a:lnTo>
                  <a:lnTo>
                    <a:pt x="3798" y="2006"/>
                  </a:lnTo>
                  <a:lnTo>
                    <a:pt x="3789" y="254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1"/>
            <p:cNvSpPr/>
            <p:nvPr/>
          </p:nvSpPr>
          <p:spPr>
            <a:xfrm>
              <a:off x="3138383" y="1881689"/>
              <a:ext cx="2896" cy="2185"/>
            </a:xfrm>
            <a:custGeom>
              <a:avLst/>
              <a:pathLst>
                <a:path w="2896" h="2185">
                  <a:moveTo>
                    <a:pt x="1285" y="2151"/>
                  </a:moveTo>
                  <a:lnTo>
                    <a:pt x="0" y="2185"/>
                  </a:lnTo>
                  <a:lnTo>
                    <a:pt x="663" y="438"/>
                  </a:lnTo>
                  <a:lnTo>
                    <a:pt x="1435" y="0"/>
                  </a:lnTo>
                  <a:lnTo>
                    <a:pt x="2896" y="194"/>
                  </a:lnTo>
                  <a:lnTo>
                    <a:pt x="2637" y="97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2"/>
            <p:cNvSpPr/>
            <p:nvPr/>
          </p:nvSpPr>
          <p:spPr>
            <a:xfrm>
              <a:off x="3133954" y="1880419"/>
              <a:ext cx="3771" cy="5472"/>
            </a:xfrm>
            <a:custGeom>
              <a:avLst/>
              <a:pathLst>
                <a:path w="3771" h="5472">
                  <a:moveTo>
                    <a:pt x="3663" y="4738"/>
                  </a:moveTo>
                  <a:lnTo>
                    <a:pt x="2689" y="5472"/>
                  </a:lnTo>
                  <a:lnTo>
                    <a:pt x="2273" y="4865"/>
                  </a:lnTo>
                  <a:lnTo>
                    <a:pt x="2164" y="2963"/>
                  </a:lnTo>
                  <a:lnTo>
                    <a:pt x="1002" y="2149"/>
                  </a:lnTo>
                  <a:lnTo>
                    <a:pt x="438" y="1644"/>
                  </a:lnTo>
                  <a:lnTo>
                    <a:pt x="0" y="686"/>
                  </a:lnTo>
                  <a:lnTo>
                    <a:pt x="111" y="392"/>
                  </a:lnTo>
                  <a:lnTo>
                    <a:pt x="868" y="0"/>
                  </a:lnTo>
                  <a:lnTo>
                    <a:pt x="2162" y="1737"/>
                  </a:lnTo>
                  <a:lnTo>
                    <a:pt x="2691" y="3141"/>
                  </a:lnTo>
                  <a:lnTo>
                    <a:pt x="3649" y="3556"/>
                  </a:lnTo>
                  <a:lnTo>
                    <a:pt x="3771" y="37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3"/>
            <p:cNvSpPr/>
            <p:nvPr/>
          </p:nvSpPr>
          <p:spPr>
            <a:xfrm>
              <a:off x="3149719" y="1843115"/>
              <a:ext cx="6941" cy="21597"/>
            </a:xfrm>
            <a:custGeom>
              <a:avLst/>
              <a:pathLst>
                <a:path w="6941" h="21597">
                  <a:moveTo>
                    <a:pt x="4038" y="2129"/>
                  </a:moveTo>
                  <a:lnTo>
                    <a:pt x="4273" y="4211"/>
                  </a:lnTo>
                  <a:lnTo>
                    <a:pt x="4860" y="3671"/>
                  </a:lnTo>
                  <a:lnTo>
                    <a:pt x="5745" y="5668"/>
                  </a:lnTo>
                  <a:lnTo>
                    <a:pt x="6197" y="5671"/>
                  </a:lnTo>
                  <a:lnTo>
                    <a:pt x="6941" y="4878"/>
                  </a:lnTo>
                  <a:lnTo>
                    <a:pt x="6791" y="6736"/>
                  </a:lnTo>
                  <a:lnTo>
                    <a:pt x="6019" y="11895"/>
                  </a:lnTo>
                  <a:lnTo>
                    <a:pt x="5802" y="12771"/>
                  </a:lnTo>
                  <a:lnTo>
                    <a:pt x="5655" y="14340"/>
                  </a:lnTo>
                  <a:lnTo>
                    <a:pt x="5501" y="14646"/>
                  </a:lnTo>
                  <a:lnTo>
                    <a:pt x="5274" y="17817"/>
                  </a:lnTo>
                  <a:lnTo>
                    <a:pt x="4751" y="18861"/>
                  </a:lnTo>
                  <a:lnTo>
                    <a:pt x="4314" y="21353"/>
                  </a:lnTo>
                  <a:lnTo>
                    <a:pt x="4136" y="21597"/>
                  </a:lnTo>
                  <a:lnTo>
                    <a:pt x="3496" y="20638"/>
                  </a:lnTo>
                  <a:lnTo>
                    <a:pt x="4136" y="16834"/>
                  </a:lnTo>
                  <a:lnTo>
                    <a:pt x="4401" y="14624"/>
                  </a:lnTo>
                  <a:lnTo>
                    <a:pt x="4233" y="13477"/>
                  </a:lnTo>
                  <a:lnTo>
                    <a:pt x="3871" y="12445"/>
                  </a:lnTo>
                  <a:lnTo>
                    <a:pt x="2892" y="12412"/>
                  </a:lnTo>
                  <a:lnTo>
                    <a:pt x="2069" y="12888"/>
                  </a:lnTo>
                  <a:lnTo>
                    <a:pt x="1895" y="12279"/>
                  </a:lnTo>
                  <a:lnTo>
                    <a:pt x="1869" y="11458"/>
                  </a:lnTo>
                  <a:lnTo>
                    <a:pt x="1671" y="11186"/>
                  </a:lnTo>
                  <a:lnTo>
                    <a:pt x="576" y="11242"/>
                  </a:lnTo>
                  <a:lnTo>
                    <a:pt x="254" y="11015"/>
                  </a:lnTo>
                  <a:lnTo>
                    <a:pt x="42" y="10262"/>
                  </a:lnTo>
                  <a:lnTo>
                    <a:pt x="0" y="9663"/>
                  </a:lnTo>
                  <a:lnTo>
                    <a:pt x="989" y="9194"/>
                  </a:lnTo>
                  <a:lnTo>
                    <a:pt x="1922" y="9369"/>
                  </a:lnTo>
                  <a:lnTo>
                    <a:pt x="3283" y="8174"/>
                  </a:lnTo>
                  <a:lnTo>
                    <a:pt x="2432" y="4166"/>
                  </a:lnTo>
                  <a:lnTo>
                    <a:pt x="1305" y="3790"/>
                  </a:lnTo>
                  <a:lnTo>
                    <a:pt x="1044" y="3402"/>
                  </a:lnTo>
                  <a:lnTo>
                    <a:pt x="1261" y="2722"/>
                  </a:lnTo>
                  <a:lnTo>
                    <a:pt x="1880" y="2356"/>
                  </a:lnTo>
                  <a:lnTo>
                    <a:pt x="2833" y="320"/>
                  </a:lnTo>
                  <a:lnTo>
                    <a:pt x="3404" y="0"/>
                  </a:lnTo>
                  <a:lnTo>
                    <a:pt x="4111" y="5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4"/>
            <p:cNvSpPr/>
            <p:nvPr/>
          </p:nvSpPr>
          <p:spPr>
            <a:xfrm>
              <a:off x="3155377" y="1839845"/>
              <a:ext cx="1974" cy="6439"/>
            </a:xfrm>
            <a:custGeom>
              <a:avLst/>
              <a:pathLst>
                <a:path w="1974" h="6439">
                  <a:moveTo>
                    <a:pt x="1396" y="6097"/>
                  </a:moveTo>
                  <a:lnTo>
                    <a:pt x="1108" y="6439"/>
                  </a:lnTo>
                  <a:lnTo>
                    <a:pt x="0" y="3436"/>
                  </a:lnTo>
                  <a:lnTo>
                    <a:pt x="820" y="0"/>
                  </a:lnTo>
                  <a:lnTo>
                    <a:pt x="1815" y="109"/>
                  </a:lnTo>
                  <a:lnTo>
                    <a:pt x="1974" y="1010"/>
                  </a:lnTo>
                  <a:lnTo>
                    <a:pt x="1875" y="1838"/>
                  </a:lnTo>
                  <a:lnTo>
                    <a:pt x="1368" y="1911"/>
                  </a:lnTo>
                  <a:lnTo>
                    <a:pt x="1322" y="2165"/>
                  </a:lnTo>
                  <a:lnTo>
                    <a:pt x="1480" y="3761"/>
                  </a:lnTo>
                  <a:lnTo>
                    <a:pt x="1490" y="561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5"/>
            <p:cNvSpPr/>
            <p:nvPr/>
          </p:nvSpPr>
          <p:spPr>
            <a:xfrm>
              <a:off x="3157959" y="1836546"/>
              <a:ext cx="1860" cy="4371"/>
            </a:xfrm>
            <a:custGeom>
              <a:avLst/>
              <a:pathLst>
                <a:path w="1860" h="4371">
                  <a:moveTo>
                    <a:pt x="1860" y="588"/>
                  </a:moveTo>
                  <a:lnTo>
                    <a:pt x="1859" y="927"/>
                  </a:lnTo>
                  <a:lnTo>
                    <a:pt x="1270" y="3419"/>
                  </a:lnTo>
                  <a:lnTo>
                    <a:pt x="1278" y="4371"/>
                  </a:lnTo>
                  <a:lnTo>
                    <a:pt x="328" y="4281"/>
                  </a:lnTo>
                  <a:lnTo>
                    <a:pt x="179" y="3977"/>
                  </a:lnTo>
                  <a:lnTo>
                    <a:pt x="0" y="2548"/>
                  </a:lnTo>
                  <a:lnTo>
                    <a:pt x="119" y="1025"/>
                  </a:lnTo>
                  <a:lnTo>
                    <a:pt x="252" y="633"/>
                  </a:lnTo>
                  <a:lnTo>
                    <a:pt x="530" y="471"/>
                  </a:lnTo>
                  <a:lnTo>
                    <a:pt x="830" y="770"/>
                  </a:lnTo>
                  <a:lnTo>
                    <a:pt x="1301" y="0"/>
                  </a:lnTo>
                  <a:lnTo>
                    <a:pt x="1547" y="1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6"/>
            <p:cNvSpPr/>
            <p:nvPr/>
          </p:nvSpPr>
          <p:spPr>
            <a:xfrm>
              <a:off x="3622584" y="2346625"/>
              <a:ext cx="76016" cy="73859"/>
            </a:xfrm>
            <a:custGeom>
              <a:avLst/>
              <a:pathLst>
                <a:path w="76016" h="73859">
                  <a:moveTo>
                    <a:pt x="73260" y="49607"/>
                  </a:moveTo>
                  <a:lnTo>
                    <a:pt x="72983" y="50667"/>
                  </a:lnTo>
                  <a:lnTo>
                    <a:pt x="72333" y="52585"/>
                  </a:lnTo>
                  <a:lnTo>
                    <a:pt x="71814" y="53563"/>
                  </a:lnTo>
                  <a:lnTo>
                    <a:pt x="71238" y="53720"/>
                  </a:lnTo>
                  <a:lnTo>
                    <a:pt x="70671" y="54160"/>
                  </a:lnTo>
                  <a:lnTo>
                    <a:pt x="70471" y="55186"/>
                  </a:lnTo>
                  <a:lnTo>
                    <a:pt x="70447" y="56518"/>
                  </a:lnTo>
                  <a:lnTo>
                    <a:pt x="70542" y="57470"/>
                  </a:lnTo>
                  <a:lnTo>
                    <a:pt x="70689" y="57832"/>
                  </a:lnTo>
                  <a:lnTo>
                    <a:pt x="71271" y="58141"/>
                  </a:lnTo>
                  <a:lnTo>
                    <a:pt x="71847" y="60931"/>
                  </a:lnTo>
                  <a:lnTo>
                    <a:pt x="72750" y="62346"/>
                  </a:lnTo>
                  <a:lnTo>
                    <a:pt x="74156" y="63950"/>
                  </a:lnTo>
                  <a:lnTo>
                    <a:pt x="75407" y="65777"/>
                  </a:lnTo>
                  <a:lnTo>
                    <a:pt x="76016" y="67459"/>
                  </a:lnTo>
                  <a:lnTo>
                    <a:pt x="75900" y="68680"/>
                  </a:lnTo>
                  <a:lnTo>
                    <a:pt x="75491" y="71216"/>
                  </a:lnTo>
                  <a:lnTo>
                    <a:pt x="74446" y="73317"/>
                  </a:lnTo>
                  <a:lnTo>
                    <a:pt x="73578" y="73859"/>
                  </a:lnTo>
                  <a:lnTo>
                    <a:pt x="73272" y="73657"/>
                  </a:lnTo>
                  <a:lnTo>
                    <a:pt x="72702" y="72999"/>
                  </a:lnTo>
                  <a:lnTo>
                    <a:pt x="71558" y="71370"/>
                  </a:lnTo>
                  <a:lnTo>
                    <a:pt x="70317" y="70088"/>
                  </a:lnTo>
                  <a:lnTo>
                    <a:pt x="69361" y="70502"/>
                  </a:lnTo>
                  <a:lnTo>
                    <a:pt x="68733" y="70991"/>
                  </a:lnTo>
                  <a:lnTo>
                    <a:pt x="67492" y="70417"/>
                  </a:lnTo>
                  <a:lnTo>
                    <a:pt x="66025" y="69303"/>
                  </a:lnTo>
                  <a:lnTo>
                    <a:pt x="65261" y="68203"/>
                  </a:lnTo>
                  <a:lnTo>
                    <a:pt x="64923" y="67394"/>
                  </a:lnTo>
                  <a:lnTo>
                    <a:pt x="65149" y="65957"/>
                  </a:lnTo>
                  <a:lnTo>
                    <a:pt x="61818" y="63367"/>
                  </a:lnTo>
                  <a:lnTo>
                    <a:pt x="60213" y="62650"/>
                  </a:lnTo>
                  <a:lnTo>
                    <a:pt x="59489" y="63429"/>
                  </a:lnTo>
                  <a:lnTo>
                    <a:pt x="57038" y="67336"/>
                  </a:lnTo>
                  <a:lnTo>
                    <a:pt x="56749" y="67734"/>
                  </a:lnTo>
                  <a:lnTo>
                    <a:pt x="54881" y="68270"/>
                  </a:lnTo>
                  <a:lnTo>
                    <a:pt x="54876" y="68589"/>
                  </a:lnTo>
                  <a:lnTo>
                    <a:pt x="55303" y="69428"/>
                  </a:lnTo>
                  <a:lnTo>
                    <a:pt x="55222" y="69688"/>
                  </a:lnTo>
                  <a:lnTo>
                    <a:pt x="52082" y="69782"/>
                  </a:lnTo>
                  <a:lnTo>
                    <a:pt x="51039" y="70290"/>
                  </a:lnTo>
                  <a:lnTo>
                    <a:pt x="48249" y="69630"/>
                  </a:lnTo>
                  <a:lnTo>
                    <a:pt x="47331" y="69925"/>
                  </a:lnTo>
                  <a:lnTo>
                    <a:pt x="46545" y="70541"/>
                  </a:lnTo>
                  <a:lnTo>
                    <a:pt x="44636" y="71236"/>
                  </a:lnTo>
                  <a:lnTo>
                    <a:pt x="43319" y="72060"/>
                  </a:lnTo>
                  <a:lnTo>
                    <a:pt x="41637" y="72487"/>
                  </a:lnTo>
                  <a:lnTo>
                    <a:pt x="39899" y="72520"/>
                  </a:lnTo>
                  <a:lnTo>
                    <a:pt x="39302" y="72768"/>
                  </a:lnTo>
                  <a:lnTo>
                    <a:pt x="39327" y="72212"/>
                  </a:lnTo>
                  <a:lnTo>
                    <a:pt x="39233" y="71339"/>
                  </a:lnTo>
                  <a:lnTo>
                    <a:pt x="38881" y="70717"/>
                  </a:lnTo>
                  <a:lnTo>
                    <a:pt x="38388" y="70316"/>
                  </a:lnTo>
                  <a:lnTo>
                    <a:pt x="37484" y="70461"/>
                  </a:lnTo>
                  <a:lnTo>
                    <a:pt x="36645" y="70049"/>
                  </a:lnTo>
                  <a:lnTo>
                    <a:pt x="36048" y="68948"/>
                  </a:lnTo>
                  <a:lnTo>
                    <a:pt x="35913" y="68108"/>
                  </a:lnTo>
                  <a:lnTo>
                    <a:pt x="36257" y="67426"/>
                  </a:lnTo>
                  <a:lnTo>
                    <a:pt x="36004" y="66859"/>
                  </a:lnTo>
                  <a:lnTo>
                    <a:pt x="34961" y="65508"/>
                  </a:lnTo>
                  <a:lnTo>
                    <a:pt x="33253" y="62139"/>
                  </a:lnTo>
                  <a:lnTo>
                    <a:pt x="32287" y="61385"/>
                  </a:lnTo>
                  <a:lnTo>
                    <a:pt x="31903" y="59277"/>
                  </a:lnTo>
                  <a:lnTo>
                    <a:pt x="31520" y="58828"/>
                  </a:lnTo>
                  <a:lnTo>
                    <a:pt x="30706" y="58626"/>
                  </a:lnTo>
                  <a:lnTo>
                    <a:pt x="29847" y="58831"/>
                  </a:lnTo>
                  <a:lnTo>
                    <a:pt x="29661" y="59070"/>
                  </a:lnTo>
                  <a:lnTo>
                    <a:pt x="29399" y="59408"/>
                  </a:lnTo>
                  <a:lnTo>
                    <a:pt x="28724" y="62044"/>
                  </a:lnTo>
                  <a:lnTo>
                    <a:pt x="28253" y="62937"/>
                  </a:lnTo>
                  <a:lnTo>
                    <a:pt x="27094" y="62519"/>
                  </a:lnTo>
                  <a:lnTo>
                    <a:pt x="26136" y="61898"/>
                  </a:lnTo>
                  <a:lnTo>
                    <a:pt x="25354" y="61552"/>
                  </a:lnTo>
                  <a:lnTo>
                    <a:pt x="23839" y="61334"/>
                  </a:lnTo>
                  <a:lnTo>
                    <a:pt x="22114" y="61288"/>
                  </a:lnTo>
                  <a:lnTo>
                    <a:pt x="20953" y="63158"/>
                  </a:lnTo>
                  <a:lnTo>
                    <a:pt x="20451" y="62917"/>
                  </a:lnTo>
                  <a:lnTo>
                    <a:pt x="19570" y="61999"/>
                  </a:lnTo>
                  <a:lnTo>
                    <a:pt x="18148" y="61239"/>
                  </a:lnTo>
                  <a:lnTo>
                    <a:pt x="17393" y="60643"/>
                  </a:lnTo>
                  <a:lnTo>
                    <a:pt x="19570" y="55090"/>
                  </a:lnTo>
                  <a:lnTo>
                    <a:pt x="20218" y="51788"/>
                  </a:lnTo>
                  <a:lnTo>
                    <a:pt x="20240" y="49787"/>
                  </a:lnTo>
                  <a:lnTo>
                    <a:pt x="20265" y="47271"/>
                  </a:lnTo>
                  <a:lnTo>
                    <a:pt x="19133" y="42045"/>
                  </a:lnTo>
                  <a:lnTo>
                    <a:pt x="18162" y="34629"/>
                  </a:lnTo>
                  <a:lnTo>
                    <a:pt x="17151" y="26903"/>
                  </a:lnTo>
                  <a:lnTo>
                    <a:pt x="16364" y="24588"/>
                  </a:lnTo>
                  <a:lnTo>
                    <a:pt x="13063" y="21915"/>
                  </a:lnTo>
                  <a:lnTo>
                    <a:pt x="12301" y="18879"/>
                  </a:lnTo>
                  <a:lnTo>
                    <a:pt x="9746" y="14960"/>
                  </a:lnTo>
                  <a:lnTo>
                    <a:pt x="6196" y="13259"/>
                  </a:lnTo>
                  <a:lnTo>
                    <a:pt x="5493" y="12531"/>
                  </a:lnTo>
                  <a:lnTo>
                    <a:pt x="2410" y="7605"/>
                  </a:lnTo>
                  <a:lnTo>
                    <a:pt x="0" y="4431"/>
                  </a:lnTo>
                  <a:lnTo>
                    <a:pt x="515" y="2509"/>
                  </a:lnTo>
                  <a:lnTo>
                    <a:pt x="1206" y="492"/>
                  </a:lnTo>
                  <a:lnTo>
                    <a:pt x="1951" y="0"/>
                  </a:lnTo>
                  <a:lnTo>
                    <a:pt x="4132" y="799"/>
                  </a:lnTo>
                  <a:lnTo>
                    <a:pt x="6139" y="1707"/>
                  </a:lnTo>
                  <a:lnTo>
                    <a:pt x="7605" y="1060"/>
                  </a:lnTo>
                  <a:lnTo>
                    <a:pt x="9349" y="2654"/>
                  </a:lnTo>
                  <a:lnTo>
                    <a:pt x="10942" y="4483"/>
                  </a:lnTo>
                  <a:lnTo>
                    <a:pt x="12545" y="5771"/>
                  </a:lnTo>
                  <a:lnTo>
                    <a:pt x="15669" y="6984"/>
                  </a:lnTo>
                  <a:lnTo>
                    <a:pt x="16833" y="8671"/>
                  </a:lnTo>
                  <a:lnTo>
                    <a:pt x="18194" y="10358"/>
                  </a:lnTo>
                  <a:lnTo>
                    <a:pt x="23524" y="11218"/>
                  </a:lnTo>
                  <a:lnTo>
                    <a:pt x="23954" y="10952"/>
                  </a:lnTo>
                  <a:lnTo>
                    <a:pt x="24345" y="10710"/>
                  </a:lnTo>
                  <a:lnTo>
                    <a:pt x="26133" y="10096"/>
                  </a:lnTo>
                  <a:lnTo>
                    <a:pt x="27715" y="10211"/>
                  </a:lnTo>
                  <a:lnTo>
                    <a:pt x="29384" y="12252"/>
                  </a:lnTo>
                  <a:lnTo>
                    <a:pt x="30454" y="12135"/>
                  </a:lnTo>
                  <a:lnTo>
                    <a:pt x="31594" y="11825"/>
                  </a:lnTo>
                  <a:lnTo>
                    <a:pt x="33063" y="12917"/>
                  </a:lnTo>
                  <a:lnTo>
                    <a:pt x="34217" y="14132"/>
                  </a:lnTo>
                  <a:lnTo>
                    <a:pt x="34314" y="15369"/>
                  </a:lnTo>
                  <a:lnTo>
                    <a:pt x="35325" y="17159"/>
                  </a:lnTo>
                  <a:lnTo>
                    <a:pt x="38263" y="19889"/>
                  </a:lnTo>
                  <a:lnTo>
                    <a:pt x="40646" y="21431"/>
                  </a:lnTo>
                  <a:lnTo>
                    <a:pt x="41387" y="22518"/>
                  </a:lnTo>
                  <a:lnTo>
                    <a:pt x="43199" y="24311"/>
                  </a:lnTo>
                  <a:lnTo>
                    <a:pt x="43382" y="24880"/>
                  </a:lnTo>
                  <a:lnTo>
                    <a:pt x="43344" y="25613"/>
                  </a:lnTo>
                  <a:lnTo>
                    <a:pt x="42828" y="26956"/>
                  </a:lnTo>
                  <a:lnTo>
                    <a:pt x="42697" y="28153"/>
                  </a:lnTo>
                  <a:lnTo>
                    <a:pt x="42941" y="28837"/>
                  </a:lnTo>
                  <a:lnTo>
                    <a:pt x="43691" y="29497"/>
                  </a:lnTo>
                  <a:lnTo>
                    <a:pt x="45184" y="29644"/>
                  </a:lnTo>
                  <a:lnTo>
                    <a:pt x="45721" y="28785"/>
                  </a:lnTo>
                  <a:lnTo>
                    <a:pt x="46834" y="28172"/>
                  </a:lnTo>
                  <a:lnTo>
                    <a:pt x="47935" y="27071"/>
                  </a:lnTo>
                  <a:lnTo>
                    <a:pt x="49409" y="25597"/>
                  </a:lnTo>
                  <a:lnTo>
                    <a:pt x="51412" y="24264"/>
                  </a:lnTo>
                  <a:lnTo>
                    <a:pt x="52214" y="24268"/>
                  </a:lnTo>
                  <a:lnTo>
                    <a:pt x="52984" y="24675"/>
                  </a:lnTo>
                  <a:lnTo>
                    <a:pt x="53523" y="25416"/>
                  </a:lnTo>
                  <a:lnTo>
                    <a:pt x="54424" y="28159"/>
                  </a:lnTo>
                  <a:lnTo>
                    <a:pt x="55325" y="24317"/>
                  </a:lnTo>
                  <a:lnTo>
                    <a:pt x="55558" y="24034"/>
                  </a:lnTo>
                  <a:lnTo>
                    <a:pt x="56380" y="24806"/>
                  </a:lnTo>
                  <a:lnTo>
                    <a:pt x="57836" y="25874"/>
                  </a:lnTo>
                  <a:lnTo>
                    <a:pt x="58843" y="26439"/>
                  </a:lnTo>
                  <a:lnTo>
                    <a:pt x="59387" y="27230"/>
                  </a:lnTo>
                  <a:lnTo>
                    <a:pt x="60926" y="30730"/>
                  </a:lnTo>
                  <a:lnTo>
                    <a:pt x="63415" y="30554"/>
                  </a:lnTo>
                  <a:lnTo>
                    <a:pt x="64467" y="31088"/>
                  </a:lnTo>
                  <a:lnTo>
                    <a:pt x="65032" y="31667"/>
                  </a:lnTo>
                  <a:lnTo>
                    <a:pt x="65285" y="32348"/>
                  </a:lnTo>
                  <a:lnTo>
                    <a:pt x="64840" y="35825"/>
                  </a:lnTo>
                  <a:lnTo>
                    <a:pt x="64225" y="39449"/>
                  </a:lnTo>
                  <a:lnTo>
                    <a:pt x="64274" y="40325"/>
                  </a:lnTo>
                  <a:lnTo>
                    <a:pt x="65273" y="41690"/>
                  </a:lnTo>
                  <a:lnTo>
                    <a:pt x="66630" y="43136"/>
                  </a:lnTo>
                  <a:lnTo>
                    <a:pt x="67360" y="44296"/>
                  </a:lnTo>
                  <a:lnTo>
                    <a:pt x="67856" y="45339"/>
                  </a:lnTo>
                  <a:lnTo>
                    <a:pt x="68928" y="46127"/>
                  </a:lnTo>
                  <a:lnTo>
                    <a:pt x="70193" y="46620"/>
                  </a:lnTo>
                  <a:lnTo>
                    <a:pt x="70794" y="46684"/>
                  </a:lnTo>
                  <a:lnTo>
                    <a:pt x="71419" y="47557"/>
                  </a:lnTo>
                  <a:lnTo>
                    <a:pt x="73051" y="4920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7"/>
            <p:cNvSpPr/>
            <p:nvPr/>
          </p:nvSpPr>
          <p:spPr>
            <a:xfrm>
              <a:off x="3138563" y="2171197"/>
              <a:ext cx="1519" cy="2301"/>
            </a:xfrm>
            <a:custGeom>
              <a:avLst/>
              <a:pathLst>
                <a:path w="1519" h="2301">
                  <a:moveTo>
                    <a:pt x="1519" y="356"/>
                  </a:moveTo>
                  <a:lnTo>
                    <a:pt x="1121" y="2301"/>
                  </a:lnTo>
                  <a:lnTo>
                    <a:pt x="80" y="1644"/>
                  </a:lnTo>
                  <a:lnTo>
                    <a:pt x="0" y="1134"/>
                  </a:lnTo>
                  <a:lnTo>
                    <a:pt x="1180" y="0"/>
                  </a:lnTo>
                  <a:lnTo>
                    <a:pt x="1422" y="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8"/>
            <p:cNvSpPr/>
            <p:nvPr/>
          </p:nvSpPr>
          <p:spPr>
            <a:xfrm>
              <a:off x="3131776" y="3304099"/>
              <a:ext cx="50317" cy="189245"/>
            </a:xfrm>
            <a:custGeom>
              <a:avLst/>
              <a:pathLst>
                <a:path w="50317" h="189245">
                  <a:moveTo>
                    <a:pt x="36056" y="1514"/>
                  </a:moveTo>
                  <a:lnTo>
                    <a:pt x="36782" y="3289"/>
                  </a:lnTo>
                  <a:lnTo>
                    <a:pt x="36835" y="3631"/>
                  </a:lnTo>
                  <a:lnTo>
                    <a:pt x="36942" y="4311"/>
                  </a:lnTo>
                  <a:lnTo>
                    <a:pt x="36835" y="5861"/>
                  </a:lnTo>
                  <a:lnTo>
                    <a:pt x="36678" y="8141"/>
                  </a:lnTo>
                  <a:lnTo>
                    <a:pt x="36147" y="10824"/>
                  </a:lnTo>
                  <a:lnTo>
                    <a:pt x="35811" y="13337"/>
                  </a:lnTo>
                  <a:lnTo>
                    <a:pt x="35855" y="14592"/>
                  </a:lnTo>
                  <a:lnTo>
                    <a:pt x="36180" y="15846"/>
                  </a:lnTo>
                  <a:lnTo>
                    <a:pt x="36835" y="17018"/>
                  </a:lnTo>
                  <a:lnTo>
                    <a:pt x="37283" y="17818"/>
                  </a:lnTo>
                  <a:lnTo>
                    <a:pt x="37849" y="19097"/>
                  </a:lnTo>
                  <a:lnTo>
                    <a:pt x="38519" y="21042"/>
                  </a:lnTo>
                  <a:lnTo>
                    <a:pt x="39288" y="22940"/>
                  </a:lnTo>
                  <a:lnTo>
                    <a:pt x="40604" y="25411"/>
                  </a:lnTo>
                  <a:lnTo>
                    <a:pt x="41160" y="25856"/>
                  </a:lnTo>
                  <a:lnTo>
                    <a:pt x="41135" y="26545"/>
                  </a:lnTo>
                  <a:lnTo>
                    <a:pt x="40954" y="27493"/>
                  </a:lnTo>
                  <a:lnTo>
                    <a:pt x="40831" y="36699"/>
                  </a:lnTo>
                  <a:lnTo>
                    <a:pt x="40731" y="39073"/>
                  </a:lnTo>
                  <a:lnTo>
                    <a:pt x="40635" y="40273"/>
                  </a:lnTo>
                  <a:lnTo>
                    <a:pt x="40514" y="43711"/>
                  </a:lnTo>
                  <a:lnTo>
                    <a:pt x="40375" y="44202"/>
                  </a:lnTo>
                  <a:lnTo>
                    <a:pt x="40125" y="44163"/>
                  </a:lnTo>
                  <a:lnTo>
                    <a:pt x="39896" y="44293"/>
                  </a:lnTo>
                  <a:lnTo>
                    <a:pt x="39840" y="44978"/>
                  </a:lnTo>
                  <a:lnTo>
                    <a:pt x="39933" y="45681"/>
                  </a:lnTo>
                  <a:lnTo>
                    <a:pt x="40726" y="46177"/>
                  </a:lnTo>
                  <a:lnTo>
                    <a:pt x="40553" y="46697"/>
                  </a:lnTo>
                  <a:lnTo>
                    <a:pt x="39964" y="47168"/>
                  </a:lnTo>
                  <a:lnTo>
                    <a:pt x="39692" y="48201"/>
                  </a:lnTo>
                  <a:lnTo>
                    <a:pt x="39810" y="49385"/>
                  </a:lnTo>
                  <a:lnTo>
                    <a:pt x="39486" y="50332"/>
                  </a:lnTo>
                  <a:lnTo>
                    <a:pt x="39578" y="50972"/>
                  </a:lnTo>
                  <a:lnTo>
                    <a:pt x="39787" y="51441"/>
                  </a:lnTo>
                  <a:lnTo>
                    <a:pt x="40121" y="51269"/>
                  </a:lnTo>
                  <a:lnTo>
                    <a:pt x="41048" y="49682"/>
                  </a:lnTo>
                  <a:lnTo>
                    <a:pt x="41437" y="49507"/>
                  </a:lnTo>
                  <a:lnTo>
                    <a:pt x="41918" y="49838"/>
                  </a:lnTo>
                  <a:lnTo>
                    <a:pt x="42805" y="52254"/>
                  </a:lnTo>
                  <a:lnTo>
                    <a:pt x="42843" y="53442"/>
                  </a:lnTo>
                  <a:lnTo>
                    <a:pt x="42481" y="57492"/>
                  </a:lnTo>
                  <a:lnTo>
                    <a:pt x="42128" y="60621"/>
                  </a:lnTo>
                  <a:lnTo>
                    <a:pt x="42063" y="64791"/>
                  </a:lnTo>
                  <a:lnTo>
                    <a:pt x="42437" y="67134"/>
                  </a:lnTo>
                  <a:lnTo>
                    <a:pt x="42386" y="68418"/>
                  </a:lnTo>
                  <a:lnTo>
                    <a:pt x="41981" y="69532"/>
                  </a:lnTo>
                  <a:lnTo>
                    <a:pt x="41066" y="71142"/>
                  </a:lnTo>
                  <a:lnTo>
                    <a:pt x="41135" y="72243"/>
                  </a:lnTo>
                  <a:lnTo>
                    <a:pt x="41552" y="74291"/>
                  </a:lnTo>
                  <a:lnTo>
                    <a:pt x="42324" y="76579"/>
                  </a:lnTo>
                  <a:lnTo>
                    <a:pt x="43833" y="79405"/>
                  </a:lnTo>
                  <a:lnTo>
                    <a:pt x="44629" y="83092"/>
                  </a:lnTo>
                  <a:lnTo>
                    <a:pt x="44649" y="84588"/>
                  </a:lnTo>
                  <a:lnTo>
                    <a:pt x="44183" y="86089"/>
                  </a:lnTo>
                  <a:lnTo>
                    <a:pt x="43640" y="87386"/>
                  </a:lnTo>
                  <a:lnTo>
                    <a:pt x="43462" y="89270"/>
                  </a:lnTo>
                  <a:lnTo>
                    <a:pt x="43707" y="101609"/>
                  </a:lnTo>
                  <a:lnTo>
                    <a:pt x="42513" y="106968"/>
                  </a:lnTo>
                  <a:lnTo>
                    <a:pt x="42501" y="108497"/>
                  </a:lnTo>
                  <a:lnTo>
                    <a:pt x="42622" y="110270"/>
                  </a:lnTo>
                  <a:lnTo>
                    <a:pt x="42937" y="111345"/>
                  </a:lnTo>
                  <a:lnTo>
                    <a:pt x="43547" y="111638"/>
                  </a:lnTo>
                  <a:lnTo>
                    <a:pt x="44043" y="112677"/>
                  </a:lnTo>
                  <a:lnTo>
                    <a:pt x="43870" y="116433"/>
                  </a:lnTo>
                  <a:lnTo>
                    <a:pt x="43605" y="120272"/>
                  </a:lnTo>
                  <a:lnTo>
                    <a:pt x="43563" y="122123"/>
                  </a:lnTo>
                  <a:lnTo>
                    <a:pt x="43416" y="123006"/>
                  </a:lnTo>
                  <a:lnTo>
                    <a:pt x="42946" y="123727"/>
                  </a:lnTo>
                  <a:lnTo>
                    <a:pt x="42775" y="124934"/>
                  </a:lnTo>
                  <a:lnTo>
                    <a:pt x="42892" y="126427"/>
                  </a:lnTo>
                  <a:lnTo>
                    <a:pt x="42804" y="127532"/>
                  </a:lnTo>
                  <a:lnTo>
                    <a:pt x="43059" y="128963"/>
                  </a:lnTo>
                  <a:lnTo>
                    <a:pt x="43600" y="130745"/>
                  </a:lnTo>
                  <a:lnTo>
                    <a:pt x="44475" y="135168"/>
                  </a:lnTo>
                  <a:lnTo>
                    <a:pt x="44810" y="135515"/>
                  </a:lnTo>
                  <a:lnTo>
                    <a:pt x="44959" y="136445"/>
                  </a:lnTo>
                  <a:lnTo>
                    <a:pt x="44866" y="137348"/>
                  </a:lnTo>
                  <a:lnTo>
                    <a:pt x="45203" y="139303"/>
                  </a:lnTo>
                  <a:lnTo>
                    <a:pt x="46175" y="141259"/>
                  </a:lnTo>
                  <a:lnTo>
                    <a:pt x="47194" y="142968"/>
                  </a:lnTo>
                  <a:lnTo>
                    <a:pt x="48020" y="143211"/>
                  </a:lnTo>
                  <a:lnTo>
                    <a:pt x="48215" y="144741"/>
                  </a:lnTo>
                  <a:lnTo>
                    <a:pt x="48758" y="146689"/>
                  </a:lnTo>
                  <a:lnTo>
                    <a:pt x="49150" y="147541"/>
                  </a:lnTo>
                  <a:lnTo>
                    <a:pt x="49777" y="148095"/>
                  </a:lnTo>
                  <a:lnTo>
                    <a:pt x="50292" y="148391"/>
                  </a:lnTo>
                  <a:lnTo>
                    <a:pt x="50317" y="150035"/>
                  </a:lnTo>
                  <a:lnTo>
                    <a:pt x="49390" y="151158"/>
                  </a:lnTo>
                  <a:lnTo>
                    <a:pt x="48762" y="152854"/>
                  </a:lnTo>
                  <a:lnTo>
                    <a:pt x="48282" y="155442"/>
                  </a:lnTo>
                  <a:lnTo>
                    <a:pt x="47620" y="158283"/>
                  </a:lnTo>
                  <a:lnTo>
                    <a:pt x="45339" y="159765"/>
                  </a:lnTo>
                  <a:lnTo>
                    <a:pt x="44465" y="159776"/>
                  </a:lnTo>
                  <a:lnTo>
                    <a:pt x="39784" y="159847"/>
                  </a:lnTo>
                  <a:lnTo>
                    <a:pt x="36835" y="163606"/>
                  </a:lnTo>
                  <a:lnTo>
                    <a:pt x="35399" y="165437"/>
                  </a:lnTo>
                  <a:lnTo>
                    <a:pt x="32875" y="167428"/>
                  </a:lnTo>
                  <a:lnTo>
                    <a:pt x="31323" y="170576"/>
                  </a:lnTo>
                  <a:lnTo>
                    <a:pt x="29234" y="172812"/>
                  </a:lnTo>
                  <a:lnTo>
                    <a:pt x="27777" y="175526"/>
                  </a:lnTo>
                  <a:lnTo>
                    <a:pt x="24750" y="176828"/>
                  </a:lnTo>
                  <a:lnTo>
                    <a:pt x="19783" y="181103"/>
                  </a:lnTo>
                  <a:lnTo>
                    <a:pt x="18230" y="182791"/>
                  </a:lnTo>
                  <a:lnTo>
                    <a:pt x="16658" y="185760"/>
                  </a:lnTo>
                  <a:lnTo>
                    <a:pt x="14103" y="189245"/>
                  </a:lnTo>
                  <a:lnTo>
                    <a:pt x="13100" y="189197"/>
                  </a:lnTo>
                  <a:lnTo>
                    <a:pt x="11099" y="185946"/>
                  </a:lnTo>
                  <a:lnTo>
                    <a:pt x="9595" y="184313"/>
                  </a:lnTo>
                  <a:lnTo>
                    <a:pt x="5914" y="181820"/>
                  </a:lnTo>
                  <a:lnTo>
                    <a:pt x="3167" y="180858"/>
                  </a:lnTo>
                  <a:lnTo>
                    <a:pt x="1839" y="179788"/>
                  </a:lnTo>
                  <a:lnTo>
                    <a:pt x="1474" y="179605"/>
                  </a:lnTo>
                  <a:lnTo>
                    <a:pt x="1784" y="178434"/>
                  </a:lnTo>
                  <a:lnTo>
                    <a:pt x="2552" y="178360"/>
                  </a:lnTo>
                  <a:lnTo>
                    <a:pt x="3356" y="178714"/>
                  </a:lnTo>
                  <a:lnTo>
                    <a:pt x="3964" y="177822"/>
                  </a:lnTo>
                  <a:lnTo>
                    <a:pt x="4862" y="177704"/>
                  </a:lnTo>
                  <a:lnTo>
                    <a:pt x="5094" y="176773"/>
                  </a:lnTo>
                  <a:lnTo>
                    <a:pt x="5169" y="174421"/>
                  </a:lnTo>
                  <a:lnTo>
                    <a:pt x="5158" y="172527"/>
                  </a:lnTo>
                  <a:lnTo>
                    <a:pt x="5473" y="171678"/>
                  </a:lnTo>
                  <a:lnTo>
                    <a:pt x="5551" y="169445"/>
                  </a:lnTo>
                  <a:lnTo>
                    <a:pt x="5112" y="164493"/>
                  </a:lnTo>
                  <a:lnTo>
                    <a:pt x="4800" y="163929"/>
                  </a:lnTo>
                  <a:lnTo>
                    <a:pt x="3198" y="163225"/>
                  </a:lnTo>
                  <a:lnTo>
                    <a:pt x="3078" y="162242"/>
                  </a:lnTo>
                  <a:lnTo>
                    <a:pt x="2788" y="161206"/>
                  </a:lnTo>
                  <a:lnTo>
                    <a:pt x="2482" y="158653"/>
                  </a:lnTo>
                  <a:lnTo>
                    <a:pt x="2131" y="154855"/>
                  </a:lnTo>
                  <a:lnTo>
                    <a:pt x="1570" y="150146"/>
                  </a:lnTo>
                  <a:lnTo>
                    <a:pt x="491" y="142386"/>
                  </a:lnTo>
                  <a:lnTo>
                    <a:pt x="225" y="139643"/>
                  </a:lnTo>
                  <a:lnTo>
                    <a:pt x="41" y="136849"/>
                  </a:lnTo>
                  <a:lnTo>
                    <a:pt x="0" y="133508"/>
                  </a:lnTo>
                  <a:lnTo>
                    <a:pt x="224" y="132265"/>
                  </a:lnTo>
                  <a:lnTo>
                    <a:pt x="190" y="130541"/>
                  </a:lnTo>
                  <a:lnTo>
                    <a:pt x="92" y="128824"/>
                  </a:lnTo>
                  <a:lnTo>
                    <a:pt x="851" y="124872"/>
                  </a:lnTo>
                  <a:lnTo>
                    <a:pt x="2341" y="120037"/>
                  </a:lnTo>
                  <a:lnTo>
                    <a:pt x="2654" y="118288"/>
                  </a:lnTo>
                  <a:lnTo>
                    <a:pt x="2930" y="117073"/>
                  </a:lnTo>
                  <a:lnTo>
                    <a:pt x="2970" y="115337"/>
                  </a:lnTo>
                  <a:lnTo>
                    <a:pt x="3234" y="109696"/>
                  </a:lnTo>
                  <a:lnTo>
                    <a:pt x="3946" y="102886"/>
                  </a:lnTo>
                  <a:lnTo>
                    <a:pt x="4394" y="100313"/>
                  </a:lnTo>
                  <a:lnTo>
                    <a:pt x="4698" y="98925"/>
                  </a:lnTo>
                  <a:lnTo>
                    <a:pt x="5061" y="96651"/>
                  </a:lnTo>
                  <a:lnTo>
                    <a:pt x="5157" y="95590"/>
                  </a:lnTo>
                  <a:lnTo>
                    <a:pt x="6529" y="92922"/>
                  </a:lnTo>
                  <a:lnTo>
                    <a:pt x="7159" y="92199"/>
                  </a:lnTo>
                  <a:lnTo>
                    <a:pt x="7300" y="91149"/>
                  </a:lnTo>
                  <a:lnTo>
                    <a:pt x="7084" y="90000"/>
                  </a:lnTo>
                  <a:lnTo>
                    <a:pt x="7178" y="89218"/>
                  </a:lnTo>
                  <a:lnTo>
                    <a:pt x="7507" y="88827"/>
                  </a:lnTo>
                  <a:lnTo>
                    <a:pt x="8012" y="88507"/>
                  </a:lnTo>
                  <a:lnTo>
                    <a:pt x="8380" y="87410"/>
                  </a:lnTo>
                  <a:lnTo>
                    <a:pt x="7801" y="79010"/>
                  </a:lnTo>
                  <a:lnTo>
                    <a:pt x="7334" y="70637"/>
                  </a:lnTo>
                  <a:lnTo>
                    <a:pt x="7307" y="69926"/>
                  </a:lnTo>
                  <a:lnTo>
                    <a:pt x="7028" y="68769"/>
                  </a:lnTo>
                  <a:lnTo>
                    <a:pt x="6752" y="65312"/>
                  </a:lnTo>
                  <a:lnTo>
                    <a:pt x="6290" y="63288"/>
                  </a:lnTo>
                  <a:lnTo>
                    <a:pt x="5643" y="62696"/>
                  </a:lnTo>
                  <a:lnTo>
                    <a:pt x="5646" y="60790"/>
                  </a:lnTo>
                  <a:lnTo>
                    <a:pt x="6298" y="57570"/>
                  </a:lnTo>
                  <a:lnTo>
                    <a:pt x="6468" y="55678"/>
                  </a:lnTo>
                  <a:lnTo>
                    <a:pt x="6155" y="55115"/>
                  </a:lnTo>
                  <a:lnTo>
                    <a:pt x="6110" y="53647"/>
                  </a:lnTo>
                  <a:lnTo>
                    <a:pt x="6333" y="51272"/>
                  </a:lnTo>
                  <a:lnTo>
                    <a:pt x="6223" y="49806"/>
                  </a:lnTo>
                  <a:lnTo>
                    <a:pt x="6105" y="48252"/>
                  </a:lnTo>
                  <a:lnTo>
                    <a:pt x="5427" y="44584"/>
                  </a:lnTo>
                  <a:lnTo>
                    <a:pt x="5261" y="41990"/>
                  </a:lnTo>
                  <a:lnTo>
                    <a:pt x="5610" y="40472"/>
                  </a:lnTo>
                  <a:lnTo>
                    <a:pt x="5600" y="37149"/>
                  </a:lnTo>
                  <a:lnTo>
                    <a:pt x="5231" y="32024"/>
                  </a:lnTo>
                  <a:lnTo>
                    <a:pt x="5171" y="28790"/>
                  </a:lnTo>
                  <a:lnTo>
                    <a:pt x="5421" y="27442"/>
                  </a:lnTo>
                  <a:lnTo>
                    <a:pt x="5300" y="26159"/>
                  </a:lnTo>
                  <a:lnTo>
                    <a:pt x="4809" y="24940"/>
                  </a:lnTo>
                  <a:lnTo>
                    <a:pt x="4774" y="23756"/>
                  </a:lnTo>
                  <a:lnTo>
                    <a:pt x="5192" y="22604"/>
                  </a:lnTo>
                  <a:lnTo>
                    <a:pt x="5141" y="21702"/>
                  </a:lnTo>
                  <a:lnTo>
                    <a:pt x="4618" y="21046"/>
                  </a:lnTo>
                  <a:lnTo>
                    <a:pt x="4150" y="19470"/>
                  </a:lnTo>
                  <a:lnTo>
                    <a:pt x="3735" y="16977"/>
                  </a:lnTo>
                  <a:lnTo>
                    <a:pt x="3821" y="12969"/>
                  </a:lnTo>
                  <a:lnTo>
                    <a:pt x="4602" y="5596"/>
                  </a:lnTo>
                  <a:lnTo>
                    <a:pt x="4700" y="4979"/>
                  </a:lnTo>
                  <a:lnTo>
                    <a:pt x="5584" y="5021"/>
                  </a:lnTo>
                  <a:lnTo>
                    <a:pt x="5589" y="5334"/>
                  </a:lnTo>
                  <a:lnTo>
                    <a:pt x="8343" y="5264"/>
                  </a:lnTo>
                  <a:lnTo>
                    <a:pt x="11491" y="5185"/>
                  </a:lnTo>
                  <a:lnTo>
                    <a:pt x="15253" y="5088"/>
                  </a:lnTo>
                  <a:lnTo>
                    <a:pt x="18671" y="5000"/>
                  </a:lnTo>
                  <a:lnTo>
                    <a:pt x="18820" y="4668"/>
                  </a:lnTo>
                  <a:lnTo>
                    <a:pt x="19385" y="4262"/>
                  </a:lnTo>
                  <a:lnTo>
                    <a:pt x="22838" y="5013"/>
                  </a:lnTo>
                  <a:lnTo>
                    <a:pt x="24998" y="4634"/>
                  </a:lnTo>
                  <a:lnTo>
                    <a:pt x="25914" y="4881"/>
                  </a:lnTo>
                  <a:lnTo>
                    <a:pt x="26582" y="5383"/>
                  </a:lnTo>
                  <a:lnTo>
                    <a:pt x="28074" y="5071"/>
                  </a:lnTo>
                  <a:lnTo>
                    <a:pt x="28871" y="5257"/>
                  </a:lnTo>
                  <a:lnTo>
                    <a:pt x="29471" y="7095"/>
                  </a:lnTo>
                  <a:lnTo>
                    <a:pt x="29714" y="7077"/>
                  </a:lnTo>
                  <a:lnTo>
                    <a:pt x="30049" y="6300"/>
                  </a:lnTo>
                  <a:lnTo>
                    <a:pt x="30644" y="5413"/>
                  </a:lnTo>
                  <a:lnTo>
                    <a:pt x="31252" y="4706"/>
                  </a:lnTo>
                  <a:lnTo>
                    <a:pt x="31686" y="3268"/>
                  </a:lnTo>
                  <a:lnTo>
                    <a:pt x="31949" y="2175"/>
                  </a:lnTo>
                  <a:lnTo>
                    <a:pt x="32343" y="2399"/>
                  </a:lnTo>
                  <a:lnTo>
                    <a:pt x="32909" y="2333"/>
                  </a:lnTo>
                  <a:lnTo>
                    <a:pt x="33286" y="1418"/>
                  </a:lnTo>
                  <a:lnTo>
                    <a:pt x="33435" y="0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599"/>
            <p:cNvSpPr/>
            <p:nvPr/>
          </p:nvSpPr>
          <p:spPr>
            <a:xfrm>
              <a:off x="2997698" y="3259568"/>
              <a:ext cx="83689" cy="161278"/>
            </a:xfrm>
            <a:custGeom>
              <a:avLst/>
              <a:pathLst>
                <a:path w="83689" h="161278">
                  <a:moveTo>
                    <a:pt x="41581" y="7964"/>
                  </a:moveTo>
                  <a:lnTo>
                    <a:pt x="41256" y="8753"/>
                  </a:lnTo>
                  <a:lnTo>
                    <a:pt x="40921" y="10480"/>
                  </a:lnTo>
                  <a:lnTo>
                    <a:pt x="40614" y="12610"/>
                  </a:lnTo>
                  <a:lnTo>
                    <a:pt x="40300" y="14044"/>
                  </a:lnTo>
                  <a:lnTo>
                    <a:pt x="40411" y="14980"/>
                  </a:lnTo>
                  <a:lnTo>
                    <a:pt x="41294" y="16840"/>
                  </a:lnTo>
                  <a:lnTo>
                    <a:pt x="42538" y="19457"/>
                  </a:lnTo>
                  <a:lnTo>
                    <a:pt x="43043" y="19794"/>
                  </a:lnTo>
                  <a:lnTo>
                    <a:pt x="43622" y="19179"/>
                  </a:lnTo>
                  <a:lnTo>
                    <a:pt x="44535" y="17106"/>
                  </a:lnTo>
                  <a:lnTo>
                    <a:pt x="45256" y="14866"/>
                  </a:lnTo>
                  <a:lnTo>
                    <a:pt x="45951" y="13781"/>
                  </a:lnTo>
                  <a:lnTo>
                    <a:pt x="46761" y="13851"/>
                  </a:lnTo>
                  <a:lnTo>
                    <a:pt x="47409" y="15426"/>
                  </a:lnTo>
                  <a:lnTo>
                    <a:pt x="48200" y="18901"/>
                  </a:lnTo>
                  <a:lnTo>
                    <a:pt x="48921" y="22063"/>
                  </a:lnTo>
                  <a:lnTo>
                    <a:pt x="49013" y="22382"/>
                  </a:lnTo>
                  <a:lnTo>
                    <a:pt x="49305" y="22906"/>
                  </a:lnTo>
                  <a:lnTo>
                    <a:pt x="49667" y="22886"/>
                  </a:lnTo>
                  <a:lnTo>
                    <a:pt x="50049" y="22114"/>
                  </a:lnTo>
                  <a:lnTo>
                    <a:pt x="50329" y="21651"/>
                  </a:lnTo>
                  <a:lnTo>
                    <a:pt x="50664" y="20200"/>
                  </a:lnTo>
                  <a:lnTo>
                    <a:pt x="52069" y="15816"/>
                  </a:lnTo>
                  <a:lnTo>
                    <a:pt x="53126" y="14608"/>
                  </a:lnTo>
                  <a:lnTo>
                    <a:pt x="53499" y="14291"/>
                  </a:lnTo>
                  <a:lnTo>
                    <a:pt x="54237" y="13630"/>
                  </a:lnTo>
                  <a:lnTo>
                    <a:pt x="55461" y="14670"/>
                  </a:lnTo>
                  <a:lnTo>
                    <a:pt x="57238" y="16472"/>
                  </a:lnTo>
                  <a:lnTo>
                    <a:pt x="59394" y="18658"/>
                  </a:lnTo>
                  <a:lnTo>
                    <a:pt x="60152" y="19029"/>
                  </a:lnTo>
                  <a:lnTo>
                    <a:pt x="60598" y="18658"/>
                  </a:lnTo>
                  <a:lnTo>
                    <a:pt x="61239" y="15684"/>
                  </a:lnTo>
                  <a:lnTo>
                    <a:pt x="62040" y="14522"/>
                  </a:lnTo>
                  <a:lnTo>
                    <a:pt x="63186" y="13157"/>
                  </a:lnTo>
                  <a:lnTo>
                    <a:pt x="64115" y="12454"/>
                  </a:lnTo>
                  <a:lnTo>
                    <a:pt x="64647" y="12366"/>
                  </a:lnTo>
                  <a:lnTo>
                    <a:pt x="64851" y="11558"/>
                  </a:lnTo>
                  <a:lnTo>
                    <a:pt x="64949" y="10347"/>
                  </a:lnTo>
                  <a:lnTo>
                    <a:pt x="64844" y="9098"/>
                  </a:lnTo>
                  <a:lnTo>
                    <a:pt x="64244" y="6846"/>
                  </a:lnTo>
                  <a:lnTo>
                    <a:pt x="64224" y="6183"/>
                  </a:lnTo>
                  <a:lnTo>
                    <a:pt x="64567" y="5751"/>
                  </a:lnTo>
                  <a:lnTo>
                    <a:pt x="65307" y="5426"/>
                  </a:lnTo>
                  <a:lnTo>
                    <a:pt x="66266" y="5645"/>
                  </a:lnTo>
                  <a:lnTo>
                    <a:pt x="67346" y="6618"/>
                  </a:lnTo>
                  <a:lnTo>
                    <a:pt x="68225" y="8024"/>
                  </a:lnTo>
                  <a:lnTo>
                    <a:pt x="68726" y="9692"/>
                  </a:lnTo>
                  <a:lnTo>
                    <a:pt x="69272" y="13248"/>
                  </a:lnTo>
                  <a:lnTo>
                    <a:pt x="69692" y="16706"/>
                  </a:lnTo>
                  <a:lnTo>
                    <a:pt x="70777" y="22203"/>
                  </a:lnTo>
                  <a:lnTo>
                    <a:pt x="70757" y="25613"/>
                  </a:lnTo>
                  <a:lnTo>
                    <a:pt x="70735" y="29569"/>
                  </a:lnTo>
                  <a:lnTo>
                    <a:pt x="71215" y="30307"/>
                  </a:lnTo>
                  <a:lnTo>
                    <a:pt x="71745" y="30625"/>
                  </a:lnTo>
                  <a:lnTo>
                    <a:pt x="71991" y="31208"/>
                  </a:lnTo>
                  <a:lnTo>
                    <a:pt x="72519" y="34245"/>
                  </a:lnTo>
                  <a:lnTo>
                    <a:pt x="73016" y="35128"/>
                  </a:lnTo>
                  <a:lnTo>
                    <a:pt x="73611" y="35336"/>
                  </a:lnTo>
                  <a:lnTo>
                    <a:pt x="74724" y="37282"/>
                  </a:lnTo>
                  <a:lnTo>
                    <a:pt x="75442" y="38048"/>
                  </a:lnTo>
                  <a:lnTo>
                    <a:pt x="75544" y="38631"/>
                  </a:lnTo>
                  <a:lnTo>
                    <a:pt x="75519" y="39433"/>
                  </a:lnTo>
                  <a:lnTo>
                    <a:pt x="75240" y="40458"/>
                  </a:lnTo>
                  <a:lnTo>
                    <a:pt x="74806" y="41168"/>
                  </a:lnTo>
                  <a:lnTo>
                    <a:pt x="74161" y="42491"/>
                  </a:lnTo>
                  <a:lnTo>
                    <a:pt x="73628" y="44232"/>
                  </a:lnTo>
                  <a:lnTo>
                    <a:pt x="72530" y="48403"/>
                  </a:lnTo>
                  <a:lnTo>
                    <a:pt x="72499" y="49182"/>
                  </a:lnTo>
                  <a:lnTo>
                    <a:pt x="72732" y="49744"/>
                  </a:lnTo>
                  <a:lnTo>
                    <a:pt x="73186" y="49848"/>
                  </a:lnTo>
                  <a:lnTo>
                    <a:pt x="73670" y="49561"/>
                  </a:lnTo>
                  <a:lnTo>
                    <a:pt x="74679" y="48033"/>
                  </a:lnTo>
                  <a:lnTo>
                    <a:pt x="75476" y="48578"/>
                  </a:lnTo>
                  <a:lnTo>
                    <a:pt x="76238" y="49739"/>
                  </a:lnTo>
                  <a:lnTo>
                    <a:pt x="76518" y="50947"/>
                  </a:lnTo>
                  <a:lnTo>
                    <a:pt x="76591" y="52533"/>
                  </a:lnTo>
                  <a:lnTo>
                    <a:pt x="76417" y="54576"/>
                  </a:lnTo>
                  <a:lnTo>
                    <a:pt x="76389" y="56864"/>
                  </a:lnTo>
                  <a:lnTo>
                    <a:pt x="76645" y="60763"/>
                  </a:lnTo>
                  <a:lnTo>
                    <a:pt x="77041" y="64651"/>
                  </a:lnTo>
                  <a:lnTo>
                    <a:pt x="77441" y="66069"/>
                  </a:lnTo>
                  <a:lnTo>
                    <a:pt x="79987" y="69500"/>
                  </a:lnTo>
                  <a:lnTo>
                    <a:pt x="80232" y="70784"/>
                  </a:lnTo>
                  <a:lnTo>
                    <a:pt x="80359" y="72229"/>
                  </a:lnTo>
                  <a:lnTo>
                    <a:pt x="80176" y="74210"/>
                  </a:lnTo>
                  <a:lnTo>
                    <a:pt x="79916" y="75309"/>
                  </a:lnTo>
                  <a:lnTo>
                    <a:pt x="79186" y="77029"/>
                  </a:lnTo>
                  <a:lnTo>
                    <a:pt x="78518" y="78359"/>
                  </a:lnTo>
                  <a:lnTo>
                    <a:pt x="78307" y="79804"/>
                  </a:lnTo>
                  <a:lnTo>
                    <a:pt x="78413" y="82506"/>
                  </a:lnTo>
                  <a:lnTo>
                    <a:pt x="78411" y="88621"/>
                  </a:lnTo>
                  <a:lnTo>
                    <a:pt x="78514" y="93913"/>
                  </a:lnTo>
                  <a:lnTo>
                    <a:pt x="79062" y="95835"/>
                  </a:lnTo>
                  <a:lnTo>
                    <a:pt x="79717" y="96810"/>
                  </a:lnTo>
                  <a:lnTo>
                    <a:pt x="80493" y="96627"/>
                  </a:lnTo>
                  <a:lnTo>
                    <a:pt x="81248" y="96272"/>
                  </a:lnTo>
                  <a:lnTo>
                    <a:pt x="81205" y="99439"/>
                  </a:lnTo>
                  <a:lnTo>
                    <a:pt x="81000" y="102990"/>
                  </a:lnTo>
                  <a:lnTo>
                    <a:pt x="81893" y="104081"/>
                  </a:lnTo>
                  <a:lnTo>
                    <a:pt x="82343" y="105161"/>
                  </a:lnTo>
                  <a:lnTo>
                    <a:pt x="82590" y="106171"/>
                  </a:lnTo>
                  <a:lnTo>
                    <a:pt x="81181" y="108055"/>
                  </a:lnTo>
                  <a:lnTo>
                    <a:pt x="80771" y="109158"/>
                  </a:lnTo>
                  <a:lnTo>
                    <a:pt x="80581" y="112123"/>
                  </a:lnTo>
                  <a:lnTo>
                    <a:pt x="80626" y="114860"/>
                  </a:lnTo>
                  <a:lnTo>
                    <a:pt x="82522" y="116816"/>
                  </a:lnTo>
                  <a:lnTo>
                    <a:pt x="83254" y="119109"/>
                  </a:lnTo>
                  <a:lnTo>
                    <a:pt x="83579" y="121488"/>
                  </a:lnTo>
                  <a:lnTo>
                    <a:pt x="83689" y="125984"/>
                  </a:lnTo>
                  <a:lnTo>
                    <a:pt x="83520" y="127011"/>
                  </a:lnTo>
                  <a:lnTo>
                    <a:pt x="83034" y="127021"/>
                  </a:lnTo>
                  <a:lnTo>
                    <a:pt x="82483" y="125641"/>
                  </a:lnTo>
                  <a:lnTo>
                    <a:pt x="82073" y="124290"/>
                  </a:lnTo>
                  <a:lnTo>
                    <a:pt x="81560" y="124294"/>
                  </a:lnTo>
                  <a:lnTo>
                    <a:pt x="80602" y="123993"/>
                  </a:lnTo>
                  <a:lnTo>
                    <a:pt x="79512" y="123474"/>
                  </a:lnTo>
                  <a:lnTo>
                    <a:pt x="78164" y="123611"/>
                  </a:lnTo>
                  <a:lnTo>
                    <a:pt x="77685" y="123830"/>
                  </a:lnTo>
                  <a:lnTo>
                    <a:pt x="77379" y="124645"/>
                  </a:lnTo>
                  <a:lnTo>
                    <a:pt x="77297" y="126056"/>
                  </a:lnTo>
                  <a:lnTo>
                    <a:pt x="77161" y="130613"/>
                  </a:lnTo>
                  <a:lnTo>
                    <a:pt x="77604" y="131618"/>
                  </a:lnTo>
                  <a:lnTo>
                    <a:pt x="78472" y="132748"/>
                  </a:lnTo>
                  <a:lnTo>
                    <a:pt x="79041" y="133230"/>
                  </a:lnTo>
                  <a:lnTo>
                    <a:pt x="79518" y="133094"/>
                  </a:lnTo>
                  <a:lnTo>
                    <a:pt x="79879" y="133827"/>
                  </a:lnTo>
                  <a:lnTo>
                    <a:pt x="79957" y="135789"/>
                  </a:lnTo>
                  <a:lnTo>
                    <a:pt x="79709" y="137231"/>
                  </a:lnTo>
                  <a:lnTo>
                    <a:pt x="79231" y="138570"/>
                  </a:lnTo>
                  <a:lnTo>
                    <a:pt x="78629" y="142018"/>
                  </a:lnTo>
                  <a:lnTo>
                    <a:pt x="78731" y="143309"/>
                  </a:lnTo>
                  <a:lnTo>
                    <a:pt x="78759" y="145179"/>
                  </a:lnTo>
                  <a:lnTo>
                    <a:pt x="77731" y="150218"/>
                  </a:lnTo>
                  <a:lnTo>
                    <a:pt x="77436" y="151208"/>
                  </a:lnTo>
                  <a:lnTo>
                    <a:pt x="76075" y="150208"/>
                  </a:lnTo>
                  <a:lnTo>
                    <a:pt x="75187" y="149874"/>
                  </a:lnTo>
                  <a:lnTo>
                    <a:pt x="74546" y="151156"/>
                  </a:lnTo>
                  <a:lnTo>
                    <a:pt x="74139" y="150356"/>
                  </a:lnTo>
                  <a:lnTo>
                    <a:pt x="73660" y="149188"/>
                  </a:lnTo>
                  <a:lnTo>
                    <a:pt x="73496" y="147652"/>
                  </a:lnTo>
                  <a:lnTo>
                    <a:pt x="73173" y="147331"/>
                  </a:lnTo>
                  <a:lnTo>
                    <a:pt x="72577" y="147318"/>
                  </a:lnTo>
                  <a:lnTo>
                    <a:pt x="72026" y="148189"/>
                  </a:lnTo>
                  <a:lnTo>
                    <a:pt x="71786" y="149773"/>
                  </a:lnTo>
                  <a:lnTo>
                    <a:pt x="71750" y="151597"/>
                  </a:lnTo>
                  <a:lnTo>
                    <a:pt x="71664" y="153011"/>
                  </a:lnTo>
                  <a:lnTo>
                    <a:pt x="71335" y="153865"/>
                  </a:lnTo>
                  <a:lnTo>
                    <a:pt x="70668" y="156077"/>
                  </a:lnTo>
                  <a:lnTo>
                    <a:pt x="70355" y="158120"/>
                  </a:lnTo>
                  <a:lnTo>
                    <a:pt x="69967" y="159896"/>
                  </a:lnTo>
                  <a:lnTo>
                    <a:pt x="69413" y="159794"/>
                  </a:lnTo>
                  <a:lnTo>
                    <a:pt x="69157" y="159544"/>
                  </a:lnTo>
                  <a:lnTo>
                    <a:pt x="68980" y="160009"/>
                  </a:lnTo>
                  <a:lnTo>
                    <a:pt x="68119" y="160996"/>
                  </a:lnTo>
                  <a:lnTo>
                    <a:pt x="67379" y="161278"/>
                  </a:lnTo>
                  <a:lnTo>
                    <a:pt x="67183" y="160254"/>
                  </a:lnTo>
                  <a:lnTo>
                    <a:pt x="66751" y="159432"/>
                  </a:lnTo>
                  <a:lnTo>
                    <a:pt x="66270" y="157810"/>
                  </a:lnTo>
                  <a:lnTo>
                    <a:pt x="65724" y="156497"/>
                  </a:lnTo>
                  <a:lnTo>
                    <a:pt x="64679" y="155582"/>
                  </a:lnTo>
                  <a:lnTo>
                    <a:pt x="64267" y="155989"/>
                  </a:lnTo>
                  <a:lnTo>
                    <a:pt x="63773" y="155885"/>
                  </a:lnTo>
                  <a:lnTo>
                    <a:pt x="63447" y="155370"/>
                  </a:lnTo>
                  <a:lnTo>
                    <a:pt x="63493" y="154582"/>
                  </a:lnTo>
                  <a:lnTo>
                    <a:pt x="64041" y="152590"/>
                  </a:lnTo>
                  <a:lnTo>
                    <a:pt x="64354" y="150760"/>
                  </a:lnTo>
                  <a:lnTo>
                    <a:pt x="64524" y="148760"/>
                  </a:lnTo>
                  <a:lnTo>
                    <a:pt x="64522" y="146862"/>
                  </a:lnTo>
                  <a:lnTo>
                    <a:pt x="64229" y="144178"/>
                  </a:lnTo>
                  <a:lnTo>
                    <a:pt x="63759" y="142048"/>
                  </a:lnTo>
                  <a:lnTo>
                    <a:pt x="63645" y="140813"/>
                  </a:lnTo>
                  <a:lnTo>
                    <a:pt x="63700" y="139057"/>
                  </a:lnTo>
                  <a:lnTo>
                    <a:pt x="63591" y="137423"/>
                  </a:lnTo>
                  <a:lnTo>
                    <a:pt x="63439" y="136570"/>
                  </a:lnTo>
                  <a:lnTo>
                    <a:pt x="63364" y="134948"/>
                  </a:lnTo>
                  <a:lnTo>
                    <a:pt x="63216" y="133471"/>
                  </a:lnTo>
                  <a:lnTo>
                    <a:pt x="62940" y="132901"/>
                  </a:lnTo>
                  <a:lnTo>
                    <a:pt x="62784" y="130426"/>
                  </a:lnTo>
                  <a:lnTo>
                    <a:pt x="62829" y="127883"/>
                  </a:lnTo>
                  <a:lnTo>
                    <a:pt x="62424" y="126922"/>
                  </a:lnTo>
                  <a:lnTo>
                    <a:pt x="61785" y="126221"/>
                  </a:lnTo>
                  <a:lnTo>
                    <a:pt x="61410" y="125225"/>
                  </a:lnTo>
                  <a:lnTo>
                    <a:pt x="61179" y="124117"/>
                  </a:lnTo>
                  <a:lnTo>
                    <a:pt x="60948" y="123795"/>
                  </a:lnTo>
                  <a:lnTo>
                    <a:pt x="60752" y="123862"/>
                  </a:lnTo>
                  <a:lnTo>
                    <a:pt x="60573" y="124550"/>
                  </a:lnTo>
                  <a:lnTo>
                    <a:pt x="60361" y="124696"/>
                  </a:lnTo>
                  <a:lnTo>
                    <a:pt x="59990" y="122314"/>
                  </a:lnTo>
                  <a:lnTo>
                    <a:pt x="59834" y="122221"/>
                  </a:lnTo>
                  <a:lnTo>
                    <a:pt x="59576" y="122768"/>
                  </a:lnTo>
                  <a:lnTo>
                    <a:pt x="56628" y="125407"/>
                  </a:lnTo>
                  <a:lnTo>
                    <a:pt x="56499" y="124381"/>
                  </a:lnTo>
                  <a:lnTo>
                    <a:pt x="56249" y="123162"/>
                  </a:lnTo>
                  <a:lnTo>
                    <a:pt x="55684" y="122752"/>
                  </a:lnTo>
                  <a:lnTo>
                    <a:pt x="54712" y="123665"/>
                  </a:lnTo>
                  <a:lnTo>
                    <a:pt x="54143" y="123774"/>
                  </a:lnTo>
                  <a:lnTo>
                    <a:pt x="53270" y="123468"/>
                  </a:lnTo>
                  <a:lnTo>
                    <a:pt x="52879" y="123898"/>
                  </a:lnTo>
                  <a:lnTo>
                    <a:pt x="51721" y="127410"/>
                  </a:lnTo>
                  <a:lnTo>
                    <a:pt x="51025" y="128782"/>
                  </a:lnTo>
                  <a:lnTo>
                    <a:pt x="50500" y="128669"/>
                  </a:lnTo>
                  <a:lnTo>
                    <a:pt x="49947" y="128350"/>
                  </a:lnTo>
                  <a:lnTo>
                    <a:pt x="49558" y="128604"/>
                  </a:lnTo>
                  <a:lnTo>
                    <a:pt x="49272" y="128203"/>
                  </a:lnTo>
                  <a:lnTo>
                    <a:pt x="49385" y="127347"/>
                  </a:lnTo>
                  <a:lnTo>
                    <a:pt x="49667" y="126273"/>
                  </a:lnTo>
                  <a:lnTo>
                    <a:pt x="50222" y="122449"/>
                  </a:lnTo>
                  <a:lnTo>
                    <a:pt x="51645" y="118598"/>
                  </a:lnTo>
                  <a:lnTo>
                    <a:pt x="51675" y="117793"/>
                  </a:lnTo>
                  <a:lnTo>
                    <a:pt x="51093" y="115541"/>
                  </a:lnTo>
                  <a:lnTo>
                    <a:pt x="50481" y="112473"/>
                  </a:lnTo>
                  <a:lnTo>
                    <a:pt x="50480" y="109187"/>
                  </a:lnTo>
                  <a:lnTo>
                    <a:pt x="50364" y="106812"/>
                  </a:lnTo>
                  <a:lnTo>
                    <a:pt x="49105" y="106147"/>
                  </a:lnTo>
                  <a:lnTo>
                    <a:pt x="48876" y="105746"/>
                  </a:lnTo>
                  <a:lnTo>
                    <a:pt x="48842" y="104945"/>
                  </a:lnTo>
                  <a:lnTo>
                    <a:pt x="49168" y="102814"/>
                  </a:lnTo>
                  <a:lnTo>
                    <a:pt x="49550" y="100844"/>
                  </a:lnTo>
                  <a:lnTo>
                    <a:pt x="49606" y="100010"/>
                  </a:lnTo>
                  <a:lnTo>
                    <a:pt x="49517" y="99274"/>
                  </a:lnTo>
                  <a:lnTo>
                    <a:pt x="48744" y="97174"/>
                  </a:lnTo>
                  <a:lnTo>
                    <a:pt x="47538" y="93300"/>
                  </a:lnTo>
                  <a:lnTo>
                    <a:pt x="46422" y="89010"/>
                  </a:lnTo>
                  <a:lnTo>
                    <a:pt x="45464" y="85325"/>
                  </a:lnTo>
                  <a:lnTo>
                    <a:pt x="44689" y="83646"/>
                  </a:lnTo>
                  <a:lnTo>
                    <a:pt x="43949" y="81218"/>
                  </a:lnTo>
                  <a:lnTo>
                    <a:pt x="43668" y="79669"/>
                  </a:lnTo>
                  <a:lnTo>
                    <a:pt x="42896" y="79114"/>
                  </a:lnTo>
                  <a:lnTo>
                    <a:pt x="40644" y="79146"/>
                  </a:lnTo>
                  <a:lnTo>
                    <a:pt x="37940" y="79183"/>
                  </a:lnTo>
                  <a:lnTo>
                    <a:pt x="35657" y="79218"/>
                  </a:lnTo>
                  <a:lnTo>
                    <a:pt x="35525" y="81294"/>
                  </a:lnTo>
                  <a:lnTo>
                    <a:pt x="33031" y="82694"/>
                  </a:lnTo>
                  <a:lnTo>
                    <a:pt x="31494" y="81086"/>
                  </a:lnTo>
                  <a:lnTo>
                    <a:pt x="29788" y="82021"/>
                  </a:lnTo>
                  <a:lnTo>
                    <a:pt x="28953" y="83085"/>
                  </a:lnTo>
                  <a:lnTo>
                    <a:pt x="28693" y="85299"/>
                  </a:lnTo>
                  <a:lnTo>
                    <a:pt x="28313" y="87729"/>
                  </a:lnTo>
                  <a:lnTo>
                    <a:pt x="27950" y="88729"/>
                  </a:lnTo>
                  <a:lnTo>
                    <a:pt x="27793" y="89820"/>
                  </a:lnTo>
                  <a:lnTo>
                    <a:pt x="27582" y="90812"/>
                  </a:lnTo>
                  <a:lnTo>
                    <a:pt x="27248" y="91956"/>
                  </a:lnTo>
                  <a:lnTo>
                    <a:pt x="26876" y="94253"/>
                  </a:lnTo>
                  <a:lnTo>
                    <a:pt x="26064" y="97521"/>
                  </a:lnTo>
                  <a:lnTo>
                    <a:pt x="25210" y="99629"/>
                  </a:lnTo>
                  <a:lnTo>
                    <a:pt x="23760" y="100779"/>
                  </a:lnTo>
                  <a:lnTo>
                    <a:pt x="23308" y="104219"/>
                  </a:lnTo>
                  <a:lnTo>
                    <a:pt x="22974" y="105500"/>
                  </a:lnTo>
                  <a:lnTo>
                    <a:pt x="22414" y="106503"/>
                  </a:lnTo>
                  <a:lnTo>
                    <a:pt x="21817" y="107155"/>
                  </a:lnTo>
                  <a:lnTo>
                    <a:pt x="21267" y="106761"/>
                  </a:lnTo>
                  <a:lnTo>
                    <a:pt x="20632" y="106489"/>
                  </a:lnTo>
                  <a:lnTo>
                    <a:pt x="19969" y="107106"/>
                  </a:lnTo>
                  <a:lnTo>
                    <a:pt x="19855" y="106245"/>
                  </a:lnTo>
                  <a:lnTo>
                    <a:pt x="20232" y="103521"/>
                  </a:lnTo>
                  <a:lnTo>
                    <a:pt x="19932" y="102104"/>
                  </a:lnTo>
                  <a:lnTo>
                    <a:pt x="18794" y="99273"/>
                  </a:lnTo>
                  <a:lnTo>
                    <a:pt x="18687" y="97904"/>
                  </a:lnTo>
                  <a:lnTo>
                    <a:pt x="18338" y="96141"/>
                  </a:lnTo>
                  <a:lnTo>
                    <a:pt x="16839" y="92503"/>
                  </a:lnTo>
                  <a:lnTo>
                    <a:pt x="15441" y="92728"/>
                  </a:lnTo>
                  <a:lnTo>
                    <a:pt x="15830" y="89675"/>
                  </a:lnTo>
                  <a:lnTo>
                    <a:pt x="15812" y="85620"/>
                  </a:lnTo>
                  <a:lnTo>
                    <a:pt x="15338" y="83406"/>
                  </a:lnTo>
                  <a:lnTo>
                    <a:pt x="15459" y="81145"/>
                  </a:lnTo>
                  <a:lnTo>
                    <a:pt x="15200" y="81288"/>
                  </a:lnTo>
                  <a:lnTo>
                    <a:pt x="14733" y="82845"/>
                  </a:lnTo>
                  <a:lnTo>
                    <a:pt x="13979" y="82344"/>
                  </a:lnTo>
                  <a:lnTo>
                    <a:pt x="12452" y="79936"/>
                  </a:lnTo>
                  <a:lnTo>
                    <a:pt x="11688" y="77597"/>
                  </a:lnTo>
                  <a:lnTo>
                    <a:pt x="11597" y="75609"/>
                  </a:lnTo>
                  <a:lnTo>
                    <a:pt x="11425" y="74837"/>
                  </a:lnTo>
                  <a:lnTo>
                    <a:pt x="10957" y="75251"/>
                  </a:lnTo>
                  <a:lnTo>
                    <a:pt x="10001" y="75211"/>
                  </a:lnTo>
                  <a:lnTo>
                    <a:pt x="7089" y="71673"/>
                  </a:lnTo>
                  <a:lnTo>
                    <a:pt x="5015" y="62764"/>
                  </a:lnTo>
                  <a:lnTo>
                    <a:pt x="4969" y="60755"/>
                  </a:lnTo>
                  <a:lnTo>
                    <a:pt x="5266" y="57295"/>
                  </a:lnTo>
                  <a:lnTo>
                    <a:pt x="5197" y="56356"/>
                  </a:lnTo>
                  <a:lnTo>
                    <a:pt x="4245" y="58653"/>
                  </a:lnTo>
                  <a:lnTo>
                    <a:pt x="4063" y="57115"/>
                  </a:lnTo>
                  <a:lnTo>
                    <a:pt x="3336" y="53538"/>
                  </a:lnTo>
                  <a:lnTo>
                    <a:pt x="3126" y="51482"/>
                  </a:lnTo>
                  <a:lnTo>
                    <a:pt x="2427" y="50569"/>
                  </a:lnTo>
                  <a:lnTo>
                    <a:pt x="1867" y="50406"/>
                  </a:lnTo>
                  <a:lnTo>
                    <a:pt x="1435" y="51090"/>
                  </a:lnTo>
                  <a:lnTo>
                    <a:pt x="865" y="55271"/>
                  </a:lnTo>
                  <a:lnTo>
                    <a:pt x="440" y="55244"/>
                  </a:lnTo>
                  <a:lnTo>
                    <a:pt x="0" y="54351"/>
                  </a:lnTo>
                  <a:lnTo>
                    <a:pt x="93" y="51231"/>
                  </a:lnTo>
                  <a:lnTo>
                    <a:pt x="592" y="49693"/>
                  </a:lnTo>
                  <a:lnTo>
                    <a:pt x="1212" y="47330"/>
                  </a:lnTo>
                  <a:lnTo>
                    <a:pt x="3087" y="37480"/>
                  </a:lnTo>
                  <a:lnTo>
                    <a:pt x="3758" y="35222"/>
                  </a:lnTo>
                  <a:lnTo>
                    <a:pt x="4181" y="34437"/>
                  </a:lnTo>
                  <a:lnTo>
                    <a:pt x="5069" y="34344"/>
                  </a:lnTo>
                  <a:lnTo>
                    <a:pt x="6799" y="33027"/>
                  </a:lnTo>
                  <a:lnTo>
                    <a:pt x="8214" y="30853"/>
                  </a:lnTo>
                  <a:lnTo>
                    <a:pt x="8921" y="29963"/>
                  </a:lnTo>
                  <a:lnTo>
                    <a:pt x="10548" y="30198"/>
                  </a:lnTo>
                  <a:lnTo>
                    <a:pt x="12468" y="29824"/>
                  </a:lnTo>
                  <a:lnTo>
                    <a:pt x="14971" y="27713"/>
                  </a:lnTo>
                  <a:lnTo>
                    <a:pt x="15019" y="24815"/>
                  </a:lnTo>
                  <a:lnTo>
                    <a:pt x="14995" y="21099"/>
                  </a:lnTo>
                  <a:lnTo>
                    <a:pt x="14912" y="19628"/>
                  </a:lnTo>
                  <a:lnTo>
                    <a:pt x="14022" y="18303"/>
                  </a:lnTo>
                  <a:lnTo>
                    <a:pt x="13505" y="17156"/>
                  </a:lnTo>
                  <a:lnTo>
                    <a:pt x="13059" y="15692"/>
                  </a:lnTo>
                  <a:lnTo>
                    <a:pt x="12517" y="14649"/>
                  </a:lnTo>
                  <a:lnTo>
                    <a:pt x="12535" y="13553"/>
                  </a:lnTo>
                  <a:lnTo>
                    <a:pt x="13214" y="12618"/>
                  </a:lnTo>
                  <a:lnTo>
                    <a:pt x="13646" y="12142"/>
                  </a:lnTo>
                  <a:lnTo>
                    <a:pt x="14665" y="12161"/>
                  </a:lnTo>
                  <a:lnTo>
                    <a:pt x="15002" y="11616"/>
                  </a:lnTo>
                  <a:lnTo>
                    <a:pt x="15253" y="10674"/>
                  </a:lnTo>
                  <a:lnTo>
                    <a:pt x="15543" y="8289"/>
                  </a:lnTo>
                  <a:lnTo>
                    <a:pt x="15644" y="5774"/>
                  </a:lnTo>
                  <a:lnTo>
                    <a:pt x="14973" y="2396"/>
                  </a:lnTo>
                  <a:lnTo>
                    <a:pt x="15011" y="0"/>
                  </a:lnTo>
                  <a:lnTo>
                    <a:pt x="18684" y="344"/>
                  </a:lnTo>
                  <a:lnTo>
                    <a:pt x="19061" y="600"/>
                  </a:lnTo>
                  <a:lnTo>
                    <a:pt x="20702" y="1014"/>
                  </a:lnTo>
                  <a:lnTo>
                    <a:pt x="21720" y="1009"/>
                  </a:lnTo>
                  <a:lnTo>
                    <a:pt x="22351" y="1193"/>
                  </a:lnTo>
                  <a:lnTo>
                    <a:pt x="22613" y="1740"/>
                  </a:lnTo>
                  <a:lnTo>
                    <a:pt x="22561" y="2744"/>
                  </a:lnTo>
                  <a:lnTo>
                    <a:pt x="22385" y="4067"/>
                  </a:lnTo>
                  <a:lnTo>
                    <a:pt x="22596" y="5435"/>
                  </a:lnTo>
                  <a:lnTo>
                    <a:pt x="23157" y="5800"/>
                  </a:lnTo>
                  <a:lnTo>
                    <a:pt x="23455" y="5386"/>
                  </a:lnTo>
                  <a:lnTo>
                    <a:pt x="23740" y="4715"/>
                  </a:lnTo>
                  <a:lnTo>
                    <a:pt x="24079" y="4185"/>
                  </a:lnTo>
                  <a:lnTo>
                    <a:pt x="24562" y="4547"/>
                  </a:lnTo>
                  <a:lnTo>
                    <a:pt x="25594" y="6560"/>
                  </a:lnTo>
                  <a:lnTo>
                    <a:pt x="26551" y="7114"/>
                  </a:lnTo>
                  <a:lnTo>
                    <a:pt x="27598" y="8206"/>
                  </a:lnTo>
                  <a:lnTo>
                    <a:pt x="28581" y="8809"/>
                  </a:lnTo>
                  <a:lnTo>
                    <a:pt x="29454" y="8733"/>
                  </a:lnTo>
                  <a:lnTo>
                    <a:pt x="30116" y="9864"/>
                  </a:lnTo>
                  <a:lnTo>
                    <a:pt x="31341" y="10220"/>
                  </a:lnTo>
                  <a:lnTo>
                    <a:pt x="32922" y="8785"/>
                  </a:lnTo>
                  <a:lnTo>
                    <a:pt x="34166" y="8151"/>
                  </a:lnTo>
                  <a:lnTo>
                    <a:pt x="35913" y="7996"/>
                  </a:lnTo>
                  <a:lnTo>
                    <a:pt x="36827" y="8469"/>
                  </a:lnTo>
                  <a:lnTo>
                    <a:pt x="39489" y="7316"/>
                  </a:lnTo>
                  <a:lnTo>
                    <a:pt x="40816" y="7574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0"/>
            <p:cNvSpPr/>
            <p:nvPr/>
          </p:nvSpPr>
          <p:spPr>
            <a:xfrm>
              <a:off x="2977558" y="3225935"/>
              <a:ext cx="34044" cy="22101"/>
            </a:xfrm>
            <a:custGeom>
              <a:avLst/>
              <a:pathLst>
                <a:path w="34044" h="22101">
                  <a:moveTo>
                    <a:pt x="698" y="22101"/>
                  </a:moveTo>
                  <a:lnTo>
                    <a:pt x="629" y="19609"/>
                  </a:lnTo>
                  <a:lnTo>
                    <a:pt x="0" y="13918"/>
                  </a:lnTo>
                  <a:lnTo>
                    <a:pt x="844" y="11427"/>
                  </a:lnTo>
                  <a:lnTo>
                    <a:pt x="1765" y="9961"/>
                  </a:lnTo>
                  <a:lnTo>
                    <a:pt x="2384" y="11134"/>
                  </a:lnTo>
                  <a:lnTo>
                    <a:pt x="2571" y="13452"/>
                  </a:lnTo>
                  <a:lnTo>
                    <a:pt x="3047" y="15037"/>
                  </a:lnTo>
                  <a:lnTo>
                    <a:pt x="4671" y="16026"/>
                  </a:lnTo>
                  <a:lnTo>
                    <a:pt x="6280" y="15315"/>
                  </a:lnTo>
                  <a:lnTo>
                    <a:pt x="7264" y="15643"/>
                  </a:lnTo>
                  <a:lnTo>
                    <a:pt x="7232" y="14358"/>
                  </a:lnTo>
                  <a:lnTo>
                    <a:pt x="7567" y="12649"/>
                  </a:lnTo>
                  <a:lnTo>
                    <a:pt x="9520" y="11916"/>
                  </a:lnTo>
                  <a:lnTo>
                    <a:pt x="11586" y="11427"/>
                  </a:lnTo>
                  <a:lnTo>
                    <a:pt x="13707" y="10401"/>
                  </a:lnTo>
                  <a:lnTo>
                    <a:pt x="15369" y="10444"/>
                  </a:lnTo>
                  <a:lnTo>
                    <a:pt x="15867" y="10157"/>
                  </a:lnTo>
                  <a:lnTo>
                    <a:pt x="15746" y="9718"/>
                  </a:lnTo>
                  <a:lnTo>
                    <a:pt x="14254" y="9226"/>
                  </a:lnTo>
                  <a:lnTo>
                    <a:pt x="11070" y="10405"/>
                  </a:lnTo>
                  <a:lnTo>
                    <a:pt x="7827" y="10751"/>
                  </a:lnTo>
                  <a:lnTo>
                    <a:pt x="5371" y="13851"/>
                  </a:lnTo>
                  <a:lnTo>
                    <a:pt x="4363" y="13561"/>
                  </a:lnTo>
                  <a:lnTo>
                    <a:pt x="3346" y="10464"/>
                  </a:lnTo>
                  <a:lnTo>
                    <a:pt x="2980" y="6642"/>
                  </a:lnTo>
                  <a:lnTo>
                    <a:pt x="5860" y="6359"/>
                  </a:lnTo>
                  <a:lnTo>
                    <a:pt x="9347" y="6481"/>
                  </a:lnTo>
                  <a:lnTo>
                    <a:pt x="13145" y="6613"/>
                  </a:lnTo>
                  <a:lnTo>
                    <a:pt x="14933" y="6674"/>
                  </a:lnTo>
                  <a:lnTo>
                    <a:pt x="15874" y="2514"/>
                  </a:lnTo>
                  <a:lnTo>
                    <a:pt x="17660" y="679"/>
                  </a:lnTo>
                  <a:lnTo>
                    <a:pt x="19491" y="0"/>
                  </a:lnTo>
                  <a:lnTo>
                    <a:pt x="20443" y="180"/>
                  </a:lnTo>
                  <a:lnTo>
                    <a:pt x="21450" y="794"/>
                  </a:lnTo>
                  <a:lnTo>
                    <a:pt x="23378" y="4226"/>
                  </a:lnTo>
                  <a:lnTo>
                    <a:pt x="24580" y="5008"/>
                  </a:lnTo>
                  <a:lnTo>
                    <a:pt x="25594" y="5790"/>
                  </a:lnTo>
                  <a:lnTo>
                    <a:pt x="26319" y="7457"/>
                  </a:lnTo>
                  <a:lnTo>
                    <a:pt x="27472" y="9112"/>
                  </a:lnTo>
                  <a:lnTo>
                    <a:pt x="28380" y="9560"/>
                  </a:lnTo>
                  <a:lnTo>
                    <a:pt x="28919" y="9306"/>
                  </a:lnTo>
                  <a:lnTo>
                    <a:pt x="29816" y="8668"/>
                  </a:lnTo>
                  <a:lnTo>
                    <a:pt x="30408" y="8154"/>
                  </a:lnTo>
                  <a:lnTo>
                    <a:pt x="32333" y="7938"/>
                  </a:lnTo>
                  <a:lnTo>
                    <a:pt x="33748" y="9855"/>
                  </a:lnTo>
                  <a:lnTo>
                    <a:pt x="34044" y="11946"/>
                  </a:lnTo>
                  <a:lnTo>
                    <a:pt x="33808" y="14089"/>
                  </a:lnTo>
                  <a:lnTo>
                    <a:pt x="31907" y="15239"/>
                  </a:lnTo>
                  <a:lnTo>
                    <a:pt x="29274" y="17028"/>
                  </a:lnTo>
                  <a:lnTo>
                    <a:pt x="27096" y="16051"/>
                  </a:lnTo>
                  <a:lnTo>
                    <a:pt x="24446" y="13604"/>
                  </a:lnTo>
                  <a:lnTo>
                    <a:pt x="22898" y="11848"/>
                  </a:lnTo>
                  <a:lnTo>
                    <a:pt x="22254" y="11147"/>
                  </a:lnTo>
                  <a:lnTo>
                    <a:pt x="21285" y="10031"/>
                  </a:lnTo>
                  <a:lnTo>
                    <a:pt x="20442" y="8828"/>
                  </a:lnTo>
                  <a:lnTo>
                    <a:pt x="19626" y="8050"/>
                  </a:lnTo>
                  <a:lnTo>
                    <a:pt x="19005" y="7553"/>
                  </a:lnTo>
                  <a:lnTo>
                    <a:pt x="18545" y="8180"/>
                  </a:lnTo>
                  <a:lnTo>
                    <a:pt x="18312" y="9664"/>
                  </a:lnTo>
                  <a:lnTo>
                    <a:pt x="17944" y="11317"/>
                  </a:lnTo>
                  <a:lnTo>
                    <a:pt x="17471" y="12295"/>
                  </a:lnTo>
                  <a:lnTo>
                    <a:pt x="15250" y="12875"/>
                  </a:lnTo>
                  <a:lnTo>
                    <a:pt x="13257" y="13483"/>
                  </a:lnTo>
                  <a:lnTo>
                    <a:pt x="12187" y="13998"/>
                  </a:lnTo>
                  <a:lnTo>
                    <a:pt x="11473" y="14389"/>
                  </a:lnTo>
                  <a:lnTo>
                    <a:pt x="11247" y="19374"/>
                  </a:lnTo>
                  <a:lnTo>
                    <a:pt x="8990" y="19317"/>
                  </a:lnTo>
                  <a:lnTo>
                    <a:pt x="6773" y="19260"/>
                  </a:lnTo>
                  <a:lnTo>
                    <a:pt x="4473" y="19348"/>
                  </a:lnTo>
                  <a:lnTo>
                    <a:pt x="1998" y="19442"/>
                  </a:lnTo>
                  <a:lnTo>
                    <a:pt x="1365" y="20459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1"/>
            <p:cNvSpPr/>
            <p:nvPr/>
          </p:nvSpPr>
          <p:spPr>
            <a:xfrm>
              <a:off x="2987333" y="3303334"/>
              <a:ext cx="772" cy="4078"/>
            </a:xfrm>
            <a:custGeom>
              <a:avLst/>
              <a:pathLst>
                <a:path w="772" h="4078">
                  <a:moveTo>
                    <a:pt x="772" y="3259"/>
                  </a:moveTo>
                  <a:lnTo>
                    <a:pt x="667" y="4078"/>
                  </a:lnTo>
                  <a:lnTo>
                    <a:pt x="0" y="3953"/>
                  </a:lnTo>
                  <a:lnTo>
                    <a:pt x="151" y="3122"/>
                  </a:lnTo>
                  <a:lnTo>
                    <a:pt x="5" y="2879"/>
                  </a:lnTo>
                  <a:lnTo>
                    <a:pt x="198" y="385"/>
                  </a:lnTo>
                  <a:lnTo>
                    <a:pt x="298" y="0"/>
                  </a:lnTo>
                  <a:lnTo>
                    <a:pt x="622" y="929"/>
                  </a:lnTo>
                  <a:lnTo>
                    <a:pt x="666" y="1312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2"/>
            <p:cNvSpPr/>
            <p:nvPr/>
          </p:nvSpPr>
          <p:spPr>
            <a:xfrm>
              <a:off x="2984240" y="3303157"/>
              <a:ext cx="2085" cy="4556"/>
            </a:xfrm>
            <a:custGeom>
              <a:avLst/>
              <a:pathLst>
                <a:path w="2085" h="4556">
                  <a:moveTo>
                    <a:pt x="1384" y="4117"/>
                  </a:moveTo>
                  <a:lnTo>
                    <a:pt x="475" y="4556"/>
                  </a:lnTo>
                  <a:lnTo>
                    <a:pt x="61" y="3089"/>
                  </a:lnTo>
                  <a:lnTo>
                    <a:pt x="0" y="2522"/>
                  </a:lnTo>
                  <a:lnTo>
                    <a:pt x="474" y="2028"/>
                  </a:lnTo>
                  <a:lnTo>
                    <a:pt x="687" y="2008"/>
                  </a:lnTo>
                  <a:lnTo>
                    <a:pt x="1049" y="943"/>
                  </a:lnTo>
                  <a:lnTo>
                    <a:pt x="1494" y="229"/>
                  </a:lnTo>
                  <a:lnTo>
                    <a:pt x="1691" y="0"/>
                  </a:lnTo>
                  <a:lnTo>
                    <a:pt x="1920" y="46"/>
                  </a:lnTo>
                  <a:lnTo>
                    <a:pt x="2085" y="2400"/>
                  </a:lnTo>
                  <a:lnTo>
                    <a:pt x="1864" y="3389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3"/>
            <p:cNvSpPr/>
            <p:nvPr/>
          </p:nvSpPr>
          <p:spPr>
            <a:xfrm>
              <a:off x="2989425" y="3300114"/>
              <a:ext cx="1378" cy="3760"/>
            </a:xfrm>
            <a:custGeom>
              <a:avLst/>
              <a:pathLst>
                <a:path w="1378" h="3760">
                  <a:moveTo>
                    <a:pt x="620" y="2549"/>
                  </a:moveTo>
                  <a:lnTo>
                    <a:pt x="620" y="3760"/>
                  </a:lnTo>
                  <a:lnTo>
                    <a:pt x="139" y="3530"/>
                  </a:lnTo>
                  <a:lnTo>
                    <a:pt x="0" y="3168"/>
                  </a:lnTo>
                  <a:lnTo>
                    <a:pt x="285" y="976"/>
                  </a:lnTo>
                  <a:lnTo>
                    <a:pt x="707" y="0"/>
                  </a:lnTo>
                  <a:lnTo>
                    <a:pt x="1224" y="155"/>
                  </a:lnTo>
                  <a:lnTo>
                    <a:pt x="1378" y="451"/>
                  </a:lnTo>
                  <a:lnTo>
                    <a:pt x="1278" y="1297"/>
                  </a:lnTo>
                  <a:lnTo>
                    <a:pt x="1052" y="1992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4"/>
            <p:cNvSpPr/>
            <p:nvPr/>
          </p:nvSpPr>
          <p:spPr>
            <a:xfrm>
              <a:off x="2986661" y="3291352"/>
              <a:ext cx="1378" cy="4842"/>
            </a:xfrm>
            <a:custGeom>
              <a:avLst/>
              <a:pathLst>
                <a:path w="1378" h="4842">
                  <a:moveTo>
                    <a:pt x="1378" y="3914"/>
                  </a:moveTo>
                  <a:lnTo>
                    <a:pt x="845" y="4842"/>
                  </a:lnTo>
                  <a:lnTo>
                    <a:pt x="294" y="4406"/>
                  </a:lnTo>
                  <a:lnTo>
                    <a:pt x="0" y="3579"/>
                  </a:lnTo>
                  <a:lnTo>
                    <a:pt x="43" y="2097"/>
                  </a:lnTo>
                  <a:lnTo>
                    <a:pt x="665" y="0"/>
                  </a:lnTo>
                  <a:lnTo>
                    <a:pt x="1224" y="271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5"/>
            <p:cNvSpPr/>
            <p:nvPr/>
          </p:nvSpPr>
          <p:spPr>
            <a:xfrm>
              <a:off x="2991244" y="3290346"/>
              <a:ext cx="1557" cy="3503"/>
            </a:xfrm>
            <a:custGeom>
              <a:avLst/>
              <a:pathLst>
                <a:path w="1557" h="3503">
                  <a:moveTo>
                    <a:pt x="751" y="2816"/>
                  </a:moveTo>
                  <a:lnTo>
                    <a:pt x="645" y="3503"/>
                  </a:lnTo>
                  <a:lnTo>
                    <a:pt x="0" y="2920"/>
                  </a:lnTo>
                  <a:lnTo>
                    <a:pt x="943" y="434"/>
                  </a:lnTo>
                  <a:lnTo>
                    <a:pt x="1557" y="0"/>
                  </a:lnTo>
                  <a:lnTo>
                    <a:pt x="1535" y="1914"/>
                  </a:lnTo>
                  <a:lnTo>
                    <a:pt x="1060" y="2318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6"/>
            <p:cNvSpPr/>
            <p:nvPr/>
          </p:nvSpPr>
          <p:spPr>
            <a:xfrm>
              <a:off x="2985193" y="3282830"/>
              <a:ext cx="1885" cy="3751"/>
            </a:xfrm>
            <a:custGeom>
              <a:avLst/>
              <a:pathLst>
                <a:path w="1885" h="3751">
                  <a:moveTo>
                    <a:pt x="1885" y="137"/>
                  </a:moveTo>
                  <a:lnTo>
                    <a:pt x="1295" y="3751"/>
                  </a:lnTo>
                  <a:lnTo>
                    <a:pt x="567" y="3353"/>
                  </a:lnTo>
                  <a:lnTo>
                    <a:pt x="57" y="1201"/>
                  </a:lnTo>
                  <a:lnTo>
                    <a:pt x="0" y="291"/>
                  </a:lnTo>
                  <a:lnTo>
                    <a:pt x="1482" y="0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7"/>
            <p:cNvSpPr/>
            <p:nvPr/>
          </p:nvSpPr>
          <p:spPr>
            <a:xfrm>
              <a:off x="2978841" y="3259390"/>
              <a:ext cx="34501" cy="51409"/>
            </a:xfrm>
            <a:custGeom>
              <a:avLst/>
              <a:pathLst>
                <a:path w="34501" h="51409">
                  <a:moveTo>
                    <a:pt x="18949" y="51409"/>
                  </a:moveTo>
                  <a:lnTo>
                    <a:pt x="18373" y="49314"/>
                  </a:lnTo>
                  <a:lnTo>
                    <a:pt x="18818" y="45446"/>
                  </a:lnTo>
                  <a:lnTo>
                    <a:pt x="18339" y="45502"/>
                  </a:lnTo>
                  <a:lnTo>
                    <a:pt x="17382" y="48628"/>
                  </a:lnTo>
                  <a:lnTo>
                    <a:pt x="16916" y="48727"/>
                  </a:lnTo>
                  <a:lnTo>
                    <a:pt x="16977" y="45023"/>
                  </a:lnTo>
                  <a:lnTo>
                    <a:pt x="16447" y="44886"/>
                  </a:lnTo>
                  <a:lnTo>
                    <a:pt x="15833" y="45148"/>
                  </a:lnTo>
                  <a:lnTo>
                    <a:pt x="14974" y="43221"/>
                  </a:lnTo>
                  <a:lnTo>
                    <a:pt x="14889" y="41774"/>
                  </a:lnTo>
                  <a:lnTo>
                    <a:pt x="14958" y="39757"/>
                  </a:lnTo>
                  <a:lnTo>
                    <a:pt x="15481" y="38468"/>
                  </a:lnTo>
                  <a:lnTo>
                    <a:pt x="15410" y="37928"/>
                  </a:lnTo>
                  <a:lnTo>
                    <a:pt x="14905" y="37777"/>
                  </a:lnTo>
                  <a:lnTo>
                    <a:pt x="14340" y="38123"/>
                  </a:lnTo>
                  <a:lnTo>
                    <a:pt x="13993" y="37516"/>
                  </a:lnTo>
                  <a:lnTo>
                    <a:pt x="14565" y="34899"/>
                  </a:lnTo>
                  <a:lnTo>
                    <a:pt x="16570" y="32700"/>
                  </a:lnTo>
                  <a:lnTo>
                    <a:pt x="17578" y="32473"/>
                  </a:lnTo>
                  <a:lnTo>
                    <a:pt x="18613" y="31975"/>
                  </a:lnTo>
                  <a:lnTo>
                    <a:pt x="18048" y="30091"/>
                  </a:lnTo>
                  <a:lnTo>
                    <a:pt x="16822" y="29347"/>
                  </a:lnTo>
                  <a:lnTo>
                    <a:pt x="15842" y="29866"/>
                  </a:lnTo>
                  <a:lnTo>
                    <a:pt x="15354" y="31234"/>
                  </a:lnTo>
                  <a:lnTo>
                    <a:pt x="14748" y="31460"/>
                  </a:lnTo>
                  <a:lnTo>
                    <a:pt x="13739" y="28253"/>
                  </a:lnTo>
                  <a:lnTo>
                    <a:pt x="13757" y="26640"/>
                  </a:lnTo>
                  <a:lnTo>
                    <a:pt x="14133" y="24735"/>
                  </a:lnTo>
                  <a:lnTo>
                    <a:pt x="14717" y="23880"/>
                  </a:lnTo>
                  <a:lnTo>
                    <a:pt x="17044" y="23904"/>
                  </a:lnTo>
                  <a:lnTo>
                    <a:pt x="17926" y="22829"/>
                  </a:lnTo>
                  <a:lnTo>
                    <a:pt x="18283" y="22633"/>
                  </a:lnTo>
                  <a:lnTo>
                    <a:pt x="18621" y="21656"/>
                  </a:lnTo>
                  <a:lnTo>
                    <a:pt x="18549" y="21007"/>
                  </a:lnTo>
                  <a:lnTo>
                    <a:pt x="18172" y="20970"/>
                  </a:lnTo>
                  <a:lnTo>
                    <a:pt x="17302" y="22239"/>
                  </a:lnTo>
                  <a:lnTo>
                    <a:pt x="14501" y="21759"/>
                  </a:lnTo>
                  <a:lnTo>
                    <a:pt x="13607" y="22526"/>
                  </a:lnTo>
                  <a:lnTo>
                    <a:pt x="12049" y="25458"/>
                  </a:lnTo>
                  <a:lnTo>
                    <a:pt x="10133" y="27080"/>
                  </a:lnTo>
                  <a:lnTo>
                    <a:pt x="8744" y="26396"/>
                  </a:lnTo>
                  <a:lnTo>
                    <a:pt x="9187" y="22464"/>
                  </a:lnTo>
                  <a:lnTo>
                    <a:pt x="8989" y="21929"/>
                  </a:lnTo>
                  <a:lnTo>
                    <a:pt x="8550" y="21284"/>
                  </a:lnTo>
                  <a:lnTo>
                    <a:pt x="6511" y="22535"/>
                  </a:lnTo>
                  <a:lnTo>
                    <a:pt x="4968" y="20737"/>
                  </a:lnTo>
                  <a:lnTo>
                    <a:pt x="4357" y="18566"/>
                  </a:lnTo>
                  <a:lnTo>
                    <a:pt x="4462" y="15843"/>
                  </a:lnTo>
                  <a:lnTo>
                    <a:pt x="5190" y="14002"/>
                  </a:lnTo>
                  <a:lnTo>
                    <a:pt x="5305" y="13084"/>
                  </a:lnTo>
                  <a:lnTo>
                    <a:pt x="4536" y="12910"/>
                  </a:lnTo>
                  <a:lnTo>
                    <a:pt x="3122" y="14058"/>
                  </a:lnTo>
                  <a:lnTo>
                    <a:pt x="0" y="9606"/>
                  </a:lnTo>
                  <a:lnTo>
                    <a:pt x="623" y="9324"/>
                  </a:lnTo>
                  <a:lnTo>
                    <a:pt x="2162" y="9789"/>
                  </a:lnTo>
                  <a:lnTo>
                    <a:pt x="3355" y="9226"/>
                  </a:lnTo>
                  <a:lnTo>
                    <a:pt x="4196" y="8286"/>
                  </a:lnTo>
                  <a:lnTo>
                    <a:pt x="5340" y="6991"/>
                  </a:lnTo>
                  <a:lnTo>
                    <a:pt x="6445" y="6574"/>
                  </a:lnTo>
                  <a:lnTo>
                    <a:pt x="9904" y="7152"/>
                  </a:lnTo>
                  <a:lnTo>
                    <a:pt x="12911" y="5601"/>
                  </a:lnTo>
                  <a:lnTo>
                    <a:pt x="15146" y="2687"/>
                  </a:lnTo>
                  <a:lnTo>
                    <a:pt x="17211" y="0"/>
                  </a:lnTo>
                  <a:lnTo>
                    <a:pt x="19885" y="28"/>
                  </a:lnTo>
                  <a:lnTo>
                    <a:pt x="22752" y="57"/>
                  </a:lnTo>
                  <a:lnTo>
                    <a:pt x="26828" y="103"/>
                  </a:lnTo>
                  <a:lnTo>
                    <a:pt x="30057" y="137"/>
                  </a:lnTo>
                  <a:lnTo>
                    <a:pt x="33868" y="177"/>
                  </a:lnTo>
                  <a:lnTo>
                    <a:pt x="33830" y="2574"/>
                  </a:lnTo>
                  <a:lnTo>
                    <a:pt x="34501" y="5951"/>
                  </a:lnTo>
                  <a:lnTo>
                    <a:pt x="34400" y="8466"/>
                  </a:lnTo>
                  <a:lnTo>
                    <a:pt x="34110" y="10851"/>
                  </a:lnTo>
                  <a:lnTo>
                    <a:pt x="33859" y="11793"/>
                  </a:lnTo>
                  <a:lnTo>
                    <a:pt x="33521" y="12339"/>
                  </a:lnTo>
                  <a:lnTo>
                    <a:pt x="32503" y="12320"/>
                  </a:lnTo>
                  <a:lnTo>
                    <a:pt x="32071" y="12796"/>
                  </a:lnTo>
                  <a:lnTo>
                    <a:pt x="31392" y="13731"/>
                  </a:lnTo>
                  <a:lnTo>
                    <a:pt x="31374" y="14826"/>
                  </a:lnTo>
                  <a:lnTo>
                    <a:pt x="31916" y="15869"/>
                  </a:lnTo>
                  <a:lnTo>
                    <a:pt x="32361" y="17334"/>
                  </a:lnTo>
                  <a:lnTo>
                    <a:pt x="32879" y="18481"/>
                  </a:lnTo>
                  <a:lnTo>
                    <a:pt x="33769" y="19805"/>
                  </a:lnTo>
                  <a:lnTo>
                    <a:pt x="33852" y="21277"/>
                  </a:lnTo>
                  <a:lnTo>
                    <a:pt x="33876" y="24992"/>
                  </a:lnTo>
                  <a:lnTo>
                    <a:pt x="33828" y="27891"/>
                  </a:lnTo>
                  <a:lnTo>
                    <a:pt x="31325" y="30002"/>
                  </a:lnTo>
                  <a:lnTo>
                    <a:pt x="29404" y="30375"/>
                  </a:lnTo>
                  <a:lnTo>
                    <a:pt x="27778" y="30140"/>
                  </a:lnTo>
                  <a:lnTo>
                    <a:pt x="27071" y="31030"/>
                  </a:lnTo>
                  <a:lnTo>
                    <a:pt x="25656" y="33205"/>
                  </a:lnTo>
                  <a:lnTo>
                    <a:pt x="23926" y="34522"/>
                  </a:lnTo>
                  <a:lnTo>
                    <a:pt x="23038" y="34614"/>
                  </a:lnTo>
                  <a:lnTo>
                    <a:pt x="22614" y="35399"/>
                  </a:lnTo>
                  <a:lnTo>
                    <a:pt x="21944" y="37657"/>
                  </a:lnTo>
                  <a:lnTo>
                    <a:pt x="20069" y="47507"/>
                  </a:lnTo>
                  <a:lnTo>
                    <a:pt x="19449" y="49871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8"/>
            <p:cNvSpPr/>
            <p:nvPr/>
          </p:nvSpPr>
          <p:spPr>
            <a:xfrm>
              <a:off x="3275193" y="3565976"/>
              <a:ext cx="22136" cy="39723"/>
            </a:xfrm>
            <a:custGeom>
              <a:avLst/>
              <a:pathLst>
                <a:path w="22136" h="39723">
                  <a:moveTo>
                    <a:pt x="2326" y="37600"/>
                  </a:moveTo>
                  <a:lnTo>
                    <a:pt x="2424" y="36936"/>
                  </a:lnTo>
                  <a:lnTo>
                    <a:pt x="1407" y="35152"/>
                  </a:lnTo>
                  <a:lnTo>
                    <a:pt x="674" y="34979"/>
                  </a:lnTo>
                  <a:lnTo>
                    <a:pt x="0" y="34430"/>
                  </a:lnTo>
                  <a:lnTo>
                    <a:pt x="546" y="29787"/>
                  </a:lnTo>
                  <a:lnTo>
                    <a:pt x="1229" y="25682"/>
                  </a:lnTo>
                  <a:lnTo>
                    <a:pt x="2252" y="22581"/>
                  </a:lnTo>
                  <a:lnTo>
                    <a:pt x="2795" y="21834"/>
                  </a:lnTo>
                  <a:lnTo>
                    <a:pt x="2971" y="20296"/>
                  </a:lnTo>
                  <a:lnTo>
                    <a:pt x="3780" y="15240"/>
                  </a:lnTo>
                  <a:lnTo>
                    <a:pt x="4781" y="11138"/>
                  </a:lnTo>
                  <a:lnTo>
                    <a:pt x="4471" y="6980"/>
                  </a:lnTo>
                  <a:lnTo>
                    <a:pt x="4710" y="0"/>
                  </a:lnTo>
                  <a:lnTo>
                    <a:pt x="4999" y="196"/>
                  </a:lnTo>
                  <a:lnTo>
                    <a:pt x="5046" y="855"/>
                  </a:lnTo>
                  <a:lnTo>
                    <a:pt x="5121" y="1833"/>
                  </a:lnTo>
                  <a:lnTo>
                    <a:pt x="5498" y="2693"/>
                  </a:lnTo>
                  <a:lnTo>
                    <a:pt x="6744" y="4038"/>
                  </a:lnTo>
                  <a:lnTo>
                    <a:pt x="10459" y="4039"/>
                  </a:lnTo>
                  <a:lnTo>
                    <a:pt x="12676" y="4042"/>
                  </a:lnTo>
                  <a:lnTo>
                    <a:pt x="15954" y="4044"/>
                  </a:lnTo>
                  <a:lnTo>
                    <a:pt x="19425" y="4047"/>
                  </a:lnTo>
                  <a:lnTo>
                    <a:pt x="22061" y="4048"/>
                  </a:lnTo>
                  <a:lnTo>
                    <a:pt x="22076" y="10890"/>
                  </a:lnTo>
                  <a:lnTo>
                    <a:pt x="22088" y="16673"/>
                  </a:lnTo>
                  <a:lnTo>
                    <a:pt x="22102" y="22932"/>
                  </a:lnTo>
                  <a:lnTo>
                    <a:pt x="22116" y="29455"/>
                  </a:lnTo>
                  <a:lnTo>
                    <a:pt x="22128" y="34976"/>
                  </a:lnTo>
                  <a:lnTo>
                    <a:pt x="22136" y="38553"/>
                  </a:lnTo>
                  <a:lnTo>
                    <a:pt x="19812" y="38533"/>
                  </a:lnTo>
                  <a:lnTo>
                    <a:pt x="16726" y="38507"/>
                  </a:lnTo>
                  <a:lnTo>
                    <a:pt x="13640" y="38481"/>
                  </a:lnTo>
                  <a:lnTo>
                    <a:pt x="10554" y="38454"/>
                  </a:lnTo>
                  <a:lnTo>
                    <a:pt x="9004" y="38439"/>
                  </a:lnTo>
                  <a:lnTo>
                    <a:pt x="7296" y="38426"/>
                  </a:lnTo>
                  <a:lnTo>
                    <a:pt x="6743" y="38612"/>
                  </a:lnTo>
                  <a:lnTo>
                    <a:pt x="6367" y="39516"/>
                  </a:lnTo>
                  <a:lnTo>
                    <a:pt x="5913" y="39723"/>
                  </a:lnTo>
                  <a:lnTo>
                    <a:pt x="5387" y="38951"/>
                  </a:lnTo>
                  <a:lnTo>
                    <a:pt x="4746" y="38582"/>
                  </a:lnTo>
                  <a:lnTo>
                    <a:pt x="4573" y="37786"/>
                  </a:lnTo>
                  <a:lnTo>
                    <a:pt x="4253" y="36337"/>
                  </a:lnTo>
                  <a:lnTo>
                    <a:pt x="3618" y="36181"/>
                  </a:lnTo>
                  <a:lnTo>
                    <a:pt x="3299" y="36337"/>
                  </a:lnTo>
                  <a:lnTo>
                    <a:pt x="2841" y="37165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09"/>
            <p:cNvSpPr/>
            <p:nvPr/>
          </p:nvSpPr>
          <p:spPr>
            <a:xfrm>
              <a:off x="3264387" y="3523016"/>
              <a:ext cx="5864" cy="15992"/>
            </a:xfrm>
            <a:custGeom>
              <a:avLst/>
              <a:pathLst>
                <a:path w="5864" h="15992">
                  <a:moveTo>
                    <a:pt x="3423" y="0"/>
                  </a:moveTo>
                  <a:lnTo>
                    <a:pt x="3703" y="116"/>
                  </a:lnTo>
                  <a:lnTo>
                    <a:pt x="5402" y="2"/>
                  </a:lnTo>
                  <a:lnTo>
                    <a:pt x="5864" y="1565"/>
                  </a:lnTo>
                  <a:lnTo>
                    <a:pt x="5811" y="3863"/>
                  </a:lnTo>
                  <a:lnTo>
                    <a:pt x="4064" y="10575"/>
                  </a:lnTo>
                  <a:lnTo>
                    <a:pt x="3738" y="13405"/>
                  </a:lnTo>
                  <a:lnTo>
                    <a:pt x="3062" y="15798"/>
                  </a:lnTo>
                  <a:lnTo>
                    <a:pt x="2476" y="15992"/>
                  </a:lnTo>
                  <a:lnTo>
                    <a:pt x="461" y="14586"/>
                  </a:lnTo>
                  <a:lnTo>
                    <a:pt x="120" y="13734"/>
                  </a:lnTo>
                  <a:lnTo>
                    <a:pt x="0" y="12584"/>
                  </a:lnTo>
                  <a:lnTo>
                    <a:pt x="198" y="9910"/>
                  </a:lnTo>
                  <a:lnTo>
                    <a:pt x="344" y="9092"/>
                  </a:lnTo>
                  <a:lnTo>
                    <a:pt x="1311" y="8589"/>
                  </a:lnTo>
                  <a:lnTo>
                    <a:pt x="1623" y="8153"/>
                  </a:lnTo>
                  <a:lnTo>
                    <a:pt x="2140" y="5269"/>
                  </a:lnTo>
                  <a:lnTo>
                    <a:pt x="2309" y="2643"/>
                  </a:lnTo>
                  <a:lnTo>
                    <a:pt x="2743" y="660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0"/>
            <p:cNvSpPr/>
            <p:nvPr/>
          </p:nvSpPr>
          <p:spPr>
            <a:xfrm>
              <a:off x="3436005" y="2580483"/>
              <a:ext cx="31484" cy="21306"/>
            </a:xfrm>
            <a:custGeom>
              <a:avLst/>
              <a:pathLst>
                <a:path w="31484" h="21306">
                  <a:moveTo>
                    <a:pt x="3459" y="3547"/>
                  </a:moveTo>
                  <a:lnTo>
                    <a:pt x="4236" y="3762"/>
                  </a:lnTo>
                  <a:lnTo>
                    <a:pt x="5288" y="3725"/>
                  </a:lnTo>
                  <a:lnTo>
                    <a:pt x="5528" y="3549"/>
                  </a:lnTo>
                  <a:lnTo>
                    <a:pt x="6197" y="1822"/>
                  </a:lnTo>
                  <a:lnTo>
                    <a:pt x="7022" y="1781"/>
                  </a:lnTo>
                  <a:lnTo>
                    <a:pt x="7383" y="3488"/>
                  </a:lnTo>
                  <a:lnTo>
                    <a:pt x="6546" y="4275"/>
                  </a:lnTo>
                  <a:lnTo>
                    <a:pt x="6375" y="4719"/>
                  </a:lnTo>
                  <a:lnTo>
                    <a:pt x="6536" y="5078"/>
                  </a:lnTo>
                  <a:lnTo>
                    <a:pt x="7164" y="5791"/>
                  </a:lnTo>
                  <a:lnTo>
                    <a:pt x="8037" y="5523"/>
                  </a:lnTo>
                  <a:lnTo>
                    <a:pt x="8064" y="6866"/>
                  </a:lnTo>
                  <a:lnTo>
                    <a:pt x="8259" y="7964"/>
                  </a:lnTo>
                  <a:lnTo>
                    <a:pt x="8690" y="8619"/>
                  </a:lnTo>
                  <a:lnTo>
                    <a:pt x="9157" y="8747"/>
                  </a:lnTo>
                  <a:lnTo>
                    <a:pt x="10189" y="8554"/>
                  </a:lnTo>
                  <a:lnTo>
                    <a:pt x="11207" y="8118"/>
                  </a:lnTo>
                  <a:lnTo>
                    <a:pt x="12257" y="7257"/>
                  </a:lnTo>
                  <a:lnTo>
                    <a:pt x="13328" y="6817"/>
                  </a:lnTo>
                  <a:lnTo>
                    <a:pt x="16528" y="7258"/>
                  </a:lnTo>
                  <a:lnTo>
                    <a:pt x="17677" y="9118"/>
                  </a:lnTo>
                  <a:lnTo>
                    <a:pt x="19863" y="9342"/>
                  </a:lnTo>
                  <a:lnTo>
                    <a:pt x="21894" y="10321"/>
                  </a:lnTo>
                  <a:lnTo>
                    <a:pt x="22961" y="9675"/>
                  </a:lnTo>
                  <a:lnTo>
                    <a:pt x="24784" y="9069"/>
                  </a:lnTo>
                  <a:lnTo>
                    <a:pt x="25076" y="9726"/>
                  </a:lnTo>
                  <a:lnTo>
                    <a:pt x="24841" y="13931"/>
                  </a:lnTo>
                  <a:lnTo>
                    <a:pt x="24953" y="15152"/>
                  </a:lnTo>
                  <a:lnTo>
                    <a:pt x="25478" y="15739"/>
                  </a:lnTo>
                  <a:lnTo>
                    <a:pt x="25998" y="15452"/>
                  </a:lnTo>
                  <a:lnTo>
                    <a:pt x="26637" y="14074"/>
                  </a:lnTo>
                  <a:lnTo>
                    <a:pt x="28166" y="13008"/>
                  </a:lnTo>
                  <a:lnTo>
                    <a:pt x="29754" y="13014"/>
                  </a:lnTo>
                  <a:lnTo>
                    <a:pt x="31091" y="10216"/>
                  </a:lnTo>
                  <a:lnTo>
                    <a:pt x="31484" y="10057"/>
                  </a:lnTo>
                  <a:lnTo>
                    <a:pt x="31239" y="11432"/>
                  </a:lnTo>
                  <a:lnTo>
                    <a:pt x="31037" y="14664"/>
                  </a:lnTo>
                  <a:lnTo>
                    <a:pt x="30750" y="16557"/>
                  </a:lnTo>
                  <a:lnTo>
                    <a:pt x="30623" y="18049"/>
                  </a:lnTo>
                  <a:lnTo>
                    <a:pt x="29729" y="18820"/>
                  </a:lnTo>
                  <a:lnTo>
                    <a:pt x="28378" y="18951"/>
                  </a:lnTo>
                  <a:lnTo>
                    <a:pt x="25914" y="18625"/>
                  </a:lnTo>
                  <a:lnTo>
                    <a:pt x="23430" y="19153"/>
                  </a:lnTo>
                  <a:lnTo>
                    <a:pt x="18829" y="20573"/>
                  </a:lnTo>
                  <a:lnTo>
                    <a:pt x="14219" y="21306"/>
                  </a:lnTo>
                  <a:lnTo>
                    <a:pt x="13599" y="20828"/>
                  </a:lnTo>
                  <a:lnTo>
                    <a:pt x="13585" y="18945"/>
                  </a:lnTo>
                  <a:lnTo>
                    <a:pt x="13485" y="17647"/>
                  </a:lnTo>
                  <a:lnTo>
                    <a:pt x="13187" y="16738"/>
                  </a:lnTo>
                  <a:lnTo>
                    <a:pt x="11762" y="15962"/>
                  </a:lnTo>
                  <a:lnTo>
                    <a:pt x="10402" y="14631"/>
                  </a:lnTo>
                  <a:lnTo>
                    <a:pt x="5073" y="12812"/>
                  </a:lnTo>
                  <a:lnTo>
                    <a:pt x="3815" y="12098"/>
                  </a:lnTo>
                  <a:lnTo>
                    <a:pt x="1775" y="12470"/>
                  </a:lnTo>
                  <a:lnTo>
                    <a:pt x="1027" y="12421"/>
                  </a:lnTo>
                  <a:lnTo>
                    <a:pt x="513" y="11769"/>
                  </a:lnTo>
                  <a:lnTo>
                    <a:pt x="159" y="10648"/>
                  </a:lnTo>
                  <a:lnTo>
                    <a:pt x="0" y="7090"/>
                  </a:lnTo>
                  <a:lnTo>
                    <a:pt x="252" y="3568"/>
                  </a:lnTo>
                  <a:lnTo>
                    <a:pt x="694" y="2637"/>
                  </a:lnTo>
                  <a:lnTo>
                    <a:pt x="897" y="3697"/>
                  </a:lnTo>
                  <a:lnTo>
                    <a:pt x="1420" y="4184"/>
                  </a:lnTo>
                  <a:lnTo>
                    <a:pt x="1906" y="3113"/>
                  </a:lnTo>
                  <a:lnTo>
                    <a:pt x="1901" y="1500"/>
                  </a:lnTo>
                  <a:lnTo>
                    <a:pt x="2150" y="0"/>
                  </a:lnTo>
                  <a:lnTo>
                    <a:pt x="2535" y="629"/>
                  </a:lnTo>
                  <a:lnTo>
                    <a:pt x="2791" y="29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1"/>
            <p:cNvSpPr/>
            <p:nvPr/>
          </p:nvSpPr>
          <p:spPr>
            <a:xfrm>
              <a:off x="3476012" y="2575610"/>
              <a:ext cx="1849" cy="12155"/>
            </a:xfrm>
            <a:custGeom>
              <a:avLst/>
              <a:pathLst>
                <a:path w="1849" h="12155">
                  <a:moveTo>
                    <a:pt x="1196" y="10495"/>
                  </a:moveTo>
                  <a:lnTo>
                    <a:pt x="762" y="12155"/>
                  </a:lnTo>
                  <a:lnTo>
                    <a:pt x="322" y="10756"/>
                  </a:lnTo>
                  <a:lnTo>
                    <a:pt x="512" y="9140"/>
                  </a:lnTo>
                  <a:lnTo>
                    <a:pt x="0" y="6580"/>
                  </a:lnTo>
                  <a:lnTo>
                    <a:pt x="969" y="2783"/>
                  </a:lnTo>
                  <a:lnTo>
                    <a:pt x="991" y="939"/>
                  </a:lnTo>
                  <a:lnTo>
                    <a:pt x="1731" y="0"/>
                  </a:lnTo>
                  <a:lnTo>
                    <a:pt x="1548" y="3132"/>
                  </a:lnTo>
                  <a:lnTo>
                    <a:pt x="982" y="5642"/>
                  </a:lnTo>
                  <a:lnTo>
                    <a:pt x="1569" y="7727"/>
                  </a:lnTo>
                  <a:lnTo>
                    <a:pt x="1849" y="101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2"/>
            <p:cNvSpPr/>
            <p:nvPr/>
          </p:nvSpPr>
          <p:spPr>
            <a:xfrm>
              <a:off x="3428716" y="2558959"/>
              <a:ext cx="2173" cy="7019"/>
            </a:xfrm>
            <a:custGeom>
              <a:avLst/>
              <a:pathLst>
                <a:path w="2173" h="7019">
                  <a:moveTo>
                    <a:pt x="1682" y="5736"/>
                  </a:moveTo>
                  <a:lnTo>
                    <a:pt x="1550" y="7019"/>
                  </a:lnTo>
                  <a:lnTo>
                    <a:pt x="383" y="6137"/>
                  </a:lnTo>
                  <a:lnTo>
                    <a:pt x="58" y="4814"/>
                  </a:lnTo>
                  <a:lnTo>
                    <a:pt x="0" y="1880"/>
                  </a:lnTo>
                  <a:lnTo>
                    <a:pt x="306" y="448"/>
                  </a:lnTo>
                  <a:lnTo>
                    <a:pt x="509" y="0"/>
                  </a:lnTo>
                  <a:lnTo>
                    <a:pt x="1046" y="1649"/>
                  </a:lnTo>
                  <a:lnTo>
                    <a:pt x="2173" y="405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3"/>
            <p:cNvSpPr/>
            <p:nvPr/>
          </p:nvSpPr>
          <p:spPr>
            <a:xfrm>
              <a:off x="3483334" y="2557491"/>
              <a:ext cx="5862" cy="15523"/>
            </a:xfrm>
            <a:custGeom>
              <a:avLst/>
              <a:pathLst>
                <a:path w="5862" h="15523">
                  <a:moveTo>
                    <a:pt x="1444" y="14902"/>
                  </a:moveTo>
                  <a:lnTo>
                    <a:pt x="625" y="15523"/>
                  </a:lnTo>
                  <a:lnTo>
                    <a:pt x="342" y="15442"/>
                  </a:lnTo>
                  <a:lnTo>
                    <a:pt x="0" y="14074"/>
                  </a:lnTo>
                  <a:lnTo>
                    <a:pt x="474" y="10769"/>
                  </a:lnTo>
                  <a:lnTo>
                    <a:pt x="35" y="8643"/>
                  </a:lnTo>
                  <a:lnTo>
                    <a:pt x="8" y="7743"/>
                  </a:lnTo>
                  <a:lnTo>
                    <a:pt x="668" y="6497"/>
                  </a:lnTo>
                  <a:lnTo>
                    <a:pt x="1132" y="4630"/>
                  </a:lnTo>
                  <a:lnTo>
                    <a:pt x="2258" y="2610"/>
                  </a:lnTo>
                  <a:lnTo>
                    <a:pt x="5177" y="219"/>
                  </a:lnTo>
                  <a:lnTo>
                    <a:pt x="5862" y="0"/>
                  </a:lnTo>
                  <a:lnTo>
                    <a:pt x="5842" y="1872"/>
                  </a:lnTo>
                  <a:lnTo>
                    <a:pt x="4865" y="6612"/>
                  </a:lnTo>
                  <a:lnTo>
                    <a:pt x="3998" y="8981"/>
                  </a:lnTo>
                  <a:lnTo>
                    <a:pt x="4227" y="10883"/>
                  </a:lnTo>
                  <a:lnTo>
                    <a:pt x="2838" y="11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4"/>
            <p:cNvSpPr/>
            <p:nvPr/>
          </p:nvSpPr>
          <p:spPr>
            <a:xfrm>
              <a:off x="3456705" y="2556306"/>
              <a:ext cx="1270" cy="3948"/>
            </a:xfrm>
            <a:custGeom>
              <a:avLst/>
              <a:pathLst>
                <a:path w="1270" h="3948">
                  <a:moveTo>
                    <a:pt x="1270" y="2396"/>
                  </a:moveTo>
                  <a:lnTo>
                    <a:pt x="743" y="3948"/>
                  </a:lnTo>
                  <a:lnTo>
                    <a:pt x="0" y="3392"/>
                  </a:lnTo>
                  <a:lnTo>
                    <a:pt x="302" y="2800"/>
                  </a:lnTo>
                  <a:lnTo>
                    <a:pt x="481" y="2034"/>
                  </a:lnTo>
                  <a:lnTo>
                    <a:pt x="501" y="929"/>
                  </a:lnTo>
                  <a:lnTo>
                    <a:pt x="299" y="248"/>
                  </a:lnTo>
                  <a:lnTo>
                    <a:pt x="436" y="0"/>
                  </a:lnTo>
                  <a:lnTo>
                    <a:pt x="1100" y="11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5"/>
            <p:cNvSpPr/>
            <p:nvPr/>
          </p:nvSpPr>
          <p:spPr>
            <a:xfrm>
              <a:off x="3466917" y="2551435"/>
              <a:ext cx="2166" cy="3758"/>
            </a:xfrm>
            <a:custGeom>
              <a:avLst/>
              <a:pathLst>
                <a:path w="2166" h="3758">
                  <a:moveTo>
                    <a:pt x="2166" y="1571"/>
                  </a:moveTo>
                  <a:lnTo>
                    <a:pt x="1269" y="2276"/>
                  </a:lnTo>
                  <a:lnTo>
                    <a:pt x="699" y="3758"/>
                  </a:lnTo>
                  <a:lnTo>
                    <a:pt x="2" y="2708"/>
                  </a:lnTo>
                  <a:lnTo>
                    <a:pt x="0" y="1275"/>
                  </a:lnTo>
                  <a:lnTo>
                    <a:pt x="762" y="1714"/>
                  </a:lnTo>
                  <a:lnTo>
                    <a:pt x="1298" y="907"/>
                  </a:lnTo>
                  <a:lnTo>
                    <a:pt x="1137" y="0"/>
                  </a:lnTo>
                  <a:lnTo>
                    <a:pt x="1719" y="4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6"/>
            <p:cNvSpPr/>
            <p:nvPr/>
          </p:nvSpPr>
          <p:spPr>
            <a:xfrm>
              <a:off x="3484131" y="2551359"/>
              <a:ext cx="954" cy="3048"/>
            </a:xfrm>
            <a:custGeom>
              <a:avLst/>
              <a:pathLst>
                <a:path w="954" h="3048">
                  <a:moveTo>
                    <a:pt x="845" y="2578"/>
                  </a:moveTo>
                  <a:lnTo>
                    <a:pt x="596" y="3048"/>
                  </a:lnTo>
                  <a:lnTo>
                    <a:pt x="26" y="1698"/>
                  </a:lnTo>
                  <a:lnTo>
                    <a:pt x="0" y="994"/>
                  </a:lnTo>
                  <a:lnTo>
                    <a:pt x="579" y="186"/>
                  </a:lnTo>
                  <a:lnTo>
                    <a:pt x="871" y="0"/>
                  </a:lnTo>
                  <a:lnTo>
                    <a:pt x="954" y="551"/>
                  </a:lnTo>
                  <a:lnTo>
                    <a:pt x="945" y="172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7"/>
            <p:cNvSpPr/>
            <p:nvPr/>
          </p:nvSpPr>
          <p:spPr>
            <a:xfrm>
              <a:off x="3444844" y="2547736"/>
              <a:ext cx="2401" cy="3195"/>
            </a:xfrm>
            <a:custGeom>
              <a:avLst/>
              <a:pathLst>
                <a:path w="2401" h="3195">
                  <a:moveTo>
                    <a:pt x="2381" y="0"/>
                  </a:moveTo>
                  <a:lnTo>
                    <a:pt x="2401" y="1735"/>
                  </a:lnTo>
                  <a:lnTo>
                    <a:pt x="2324" y="2357"/>
                  </a:lnTo>
                  <a:lnTo>
                    <a:pt x="0" y="3195"/>
                  </a:lnTo>
                  <a:lnTo>
                    <a:pt x="215" y="1204"/>
                  </a:lnTo>
                  <a:lnTo>
                    <a:pt x="357" y="575"/>
                  </a:lnTo>
                  <a:lnTo>
                    <a:pt x="1126" y="1502"/>
                  </a:lnTo>
                  <a:lnTo>
                    <a:pt x="1410" y="1028"/>
                  </a:lnTo>
                  <a:lnTo>
                    <a:pt x="1525" y="4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8"/>
            <p:cNvSpPr/>
            <p:nvPr/>
          </p:nvSpPr>
          <p:spPr>
            <a:xfrm>
              <a:off x="3455450" y="2546985"/>
              <a:ext cx="1668" cy="3865"/>
            </a:xfrm>
            <a:custGeom>
              <a:avLst/>
              <a:pathLst>
                <a:path w="1668" h="3865">
                  <a:moveTo>
                    <a:pt x="1382" y="3402"/>
                  </a:moveTo>
                  <a:lnTo>
                    <a:pt x="1185" y="3865"/>
                  </a:lnTo>
                  <a:lnTo>
                    <a:pt x="326" y="1998"/>
                  </a:lnTo>
                  <a:lnTo>
                    <a:pt x="0" y="907"/>
                  </a:lnTo>
                  <a:lnTo>
                    <a:pt x="408" y="0"/>
                  </a:lnTo>
                  <a:lnTo>
                    <a:pt x="1668" y="21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19"/>
            <p:cNvSpPr/>
            <p:nvPr/>
          </p:nvSpPr>
          <p:spPr>
            <a:xfrm>
              <a:off x="3474282" y="2543559"/>
              <a:ext cx="4925" cy="5295"/>
            </a:xfrm>
            <a:custGeom>
              <a:avLst/>
              <a:pathLst>
                <a:path w="4925" h="5295">
                  <a:moveTo>
                    <a:pt x="354" y="5260"/>
                  </a:moveTo>
                  <a:lnTo>
                    <a:pt x="0" y="5295"/>
                  </a:lnTo>
                  <a:lnTo>
                    <a:pt x="422" y="3868"/>
                  </a:lnTo>
                  <a:lnTo>
                    <a:pt x="1621" y="1913"/>
                  </a:lnTo>
                  <a:lnTo>
                    <a:pt x="3367" y="191"/>
                  </a:lnTo>
                  <a:lnTo>
                    <a:pt x="3943" y="0"/>
                  </a:lnTo>
                  <a:lnTo>
                    <a:pt x="4925" y="1070"/>
                  </a:lnTo>
                  <a:lnTo>
                    <a:pt x="3120" y="2836"/>
                  </a:lnTo>
                  <a:lnTo>
                    <a:pt x="2641" y="3768"/>
                  </a:lnTo>
                  <a:lnTo>
                    <a:pt x="1308" y="39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0"/>
            <p:cNvSpPr/>
            <p:nvPr/>
          </p:nvSpPr>
          <p:spPr>
            <a:xfrm>
              <a:off x="3460937" y="2542605"/>
              <a:ext cx="3648" cy="4585"/>
            </a:xfrm>
            <a:custGeom>
              <a:avLst/>
              <a:pathLst>
                <a:path w="3648" h="4585">
                  <a:moveTo>
                    <a:pt x="1319" y="4343"/>
                  </a:moveTo>
                  <a:lnTo>
                    <a:pt x="317" y="4585"/>
                  </a:lnTo>
                  <a:lnTo>
                    <a:pt x="0" y="4363"/>
                  </a:lnTo>
                  <a:lnTo>
                    <a:pt x="608" y="3852"/>
                  </a:lnTo>
                  <a:lnTo>
                    <a:pt x="1035" y="3309"/>
                  </a:lnTo>
                  <a:lnTo>
                    <a:pt x="1240" y="2654"/>
                  </a:lnTo>
                  <a:lnTo>
                    <a:pt x="2257" y="1502"/>
                  </a:lnTo>
                  <a:lnTo>
                    <a:pt x="2924" y="0"/>
                  </a:lnTo>
                  <a:lnTo>
                    <a:pt x="3648" y="1024"/>
                  </a:lnTo>
                  <a:lnTo>
                    <a:pt x="2742" y="17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1"/>
            <p:cNvSpPr/>
            <p:nvPr/>
          </p:nvSpPr>
          <p:spPr>
            <a:xfrm>
              <a:off x="3448762" y="2540051"/>
              <a:ext cx="1046" cy="3154"/>
            </a:xfrm>
            <a:custGeom>
              <a:avLst/>
              <a:pathLst>
                <a:path w="1046" h="3154">
                  <a:moveTo>
                    <a:pt x="566" y="3025"/>
                  </a:moveTo>
                  <a:lnTo>
                    <a:pt x="359" y="3154"/>
                  </a:lnTo>
                  <a:lnTo>
                    <a:pt x="62" y="1907"/>
                  </a:lnTo>
                  <a:lnTo>
                    <a:pt x="0" y="745"/>
                  </a:lnTo>
                  <a:lnTo>
                    <a:pt x="118" y="65"/>
                  </a:lnTo>
                  <a:lnTo>
                    <a:pt x="512" y="0"/>
                  </a:lnTo>
                  <a:lnTo>
                    <a:pt x="1046" y="22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2"/>
            <p:cNvSpPr/>
            <p:nvPr/>
          </p:nvSpPr>
          <p:spPr>
            <a:xfrm>
              <a:off x="3473945" y="2538177"/>
              <a:ext cx="1719" cy="4197"/>
            </a:xfrm>
            <a:custGeom>
              <a:avLst/>
              <a:pathLst>
                <a:path w="1719" h="4197">
                  <a:moveTo>
                    <a:pt x="1488" y="3788"/>
                  </a:moveTo>
                  <a:lnTo>
                    <a:pt x="354" y="4197"/>
                  </a:lnTo>
                  <a:lnTo>
                    <a:pt x="556" y="1851"/>
                  </a:lnTo>
                  <a:lnTo>
                    <a:pt x="0" y="0"/>
                  </a:lnTo>
                  <a:lnTo>
                    <a:pt x="884" y="1038"/>
                  </a:lnTo>
                  <a:lnTo>
                    <a:pt x="1446" y="2292"/>
                  </a:lnTo>
                  <a:lnTo>
                    <a:pt x="1719" y="2532"/>
                  </a:lnTo>
                  <a:lnTo>
                    <a:pt x="1656" y="32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3"/>
            <p:cNvSpPr/>
            <p:nvPr/>
          </p:nvSpPr>
          <p:spPr>
            <a:xfrm>
              <a:off x="3453696" y="2536366"/>
              <a:ext cx="1969" cy="4646"/>
            </a:xfrm>
            <a:custGeom>
              <a:avLst/>
              <a:pathLst>
                <a:path w="1969" h="4646">
                  <a:moveTo>
                    <a:pt x="1969" y="2367"/>
                  </a:moveTo>
                  <a:lnTo>
                    <a:pt x="1066" y="4646"/>
                  </a:lnTo>
                  <a:lnTo>
                    <a:pt x="316" y="4399"/>
                  </a:lnTo>
                  <a:lnTo>
                    <a:pt x="0" y="3356"/>
                  </a:lnTo>
                  <a:lnTo>
                    <a:pt x="465" y="1214"/>
                  </a:lnTo>
                  <a:lnTo>
                    <a:pt x="1471" y="0"/>
                  </a:lnTo>
                  <a:lnTo>
                    <a:pt x="1928" y="315"/>
                  </a:lnTo>
                  <a:lnTo>
                    <a:pt x="1885" y="19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4"/>
            <p:cNvSpPr/>
            <p:nvPr/>
          </p:nvSpPr>
          <p:spPr>
            <a:xfrm>
              <a:off x="3456608" y="2534952"/>
              <a:ext cx="2566" cy="7880"/>
            </a:xfrm>
            <a:custGeom>
              <a:avLst/>
              <a:pathLst>
                <a:path w="2566" h="7880">
                  <a:moveTo>
                    <a:pt x="2089" y="6761"/>
                  </a:moveTo>
                  <a:lnTo>
                    <a:pt x="1076" y="7880"/>
                  </a:lnTo>
                  <a:lnTo>
                    <a:pt x="385" y="6264"/>
                  </a:lnTo>
                  <a:lnTo>
                    <a:pt x="0" y="3722"/>
                  </a:lnTo>
                  <a:lnTo>
                    <a:pt x="1855" y="0"/>
                  </a:lnTo>
                  <a:lnTo>
                    <a:pt x="2298" y="333"/>
                  </a:lnTo>
                  <a:lnTo>
                    <a:pt x="2566" y="1295"/>
                  </a:lnTo>
                  <a:lnTo>
                    <a:pt x="2525" y="46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5"/>
            <p:cNvSpPr/>
            <p:nvPr/>
          </p:nvSpPr>
          <p:spPr>
            <a:xfrm>
              <a:off x="3445966" y="2534544"/>
              <a:ext cx="1261" cy="2959"/>
            </a:xfrm>
            <a:custGeom>
              <a:avLst/>
              <a:pathLst>
                <a:path w="1261" h="2959">
                  <a:moveTo>
                    <a:pt x="1121" y="2514"/>
                  </a:moveTo>
                  <a:lnTo>
                    <a:pt x="700" y="2959"/>
                  </a:lnTo>
                  <a:lnTo>
                    <a:pt x="0" y="2311"/>
                  </a:lnTo>
                  <a:lnTo>
                    <a:pt x="186" y="689"/>
                  </a:lnTo>
                  <a:lnTo>
                    <a:pt x="669" y="0"/>
                  </a:lnTo>
                  <a:lnTo>
                    <a:pt x="1184" y="528"/>
                  </a:lnTo>
                  <a:lnTo>
                    <a:pt x="1261" y="12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3445341" y="2526714"/>
              <a:ext cx="1268" cy="4759"/>
            </a:xfrm>
            <a:custGeom>
              <a:avLst/>
              <a:pathLst>
                <a:path w="1268" h="4759">
                  <a:moveTo>
                    <a:pt x="749" y="3863"/>
                  </a:moveTo>
                  <a:lnTo>
                    <a:pt x="104" y="4759"/>
                  </a:lnTo>
                  <a:lnTo>
                    <a:pt x="318" y="2711"/>
                  </a:lnTo>
                  <a:lnTo>
                    <a:pt x="0" y="1642"/>
                  </a:lnTo>
                  <a:lnTo>
                    <a:pt x="284" y="733"/>
                  </a:lnTo>
                  <a:lnTo>
                    <a:pt x="698" y="0"/>
                  </a:lnTo>
                  <a:lnTo>
                    <a:pt x="894" y="757"/>
                  </a:lnTo>
                  <a:lnTo>
                    <a:pt x="1268" y="19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3451309" y="2525718"/>
              <a:ext cx="540" cy="3521"/>
            </a:xfrm>
            <a:custGeom>
              <a:avLst/>
              <a:pathLst>
                <a:path w="540" h="3521">
                  <a:moveTo>
                    <a:pt x="540" y="454"/>
                  </a:moveTo>
                  <a:lnTo>
                    <a:pt x="483" y="3521"/>
                  </a:lnTo>
                  <a:lnTo>
                    <a:pt x="184" y="3495"/>
                  </a:lnTo>
                  <a:lnTo>
                    <a:pt x="9" y="3022"/>
                  </a:lnTo>
                  <a:lnTo>
                    <a:pt x="0" y="1848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3455986" y="2525710"/>
              <a:ext cx="1769" cy="2842"/>
            </a:xfrm>
            <a:custGeom>
              <a:avLst/>
              <a:pathLst>
                <a:path w="1769" h="2842">
                  <a:moveTo>
                    <a:pt x="1085" y="2660"/>
                  </a:moveTo>
                  <a:lnTo>
                    <a:pt x="0" y="2842"/>
                  </a:lnTo>
                  <a:lnTo>
                    <a:pt x="63" y="587"/>
                  </a:lnTo>
                  <a:lnTo>
                    <a:pt x="465" y="0"/>
                  </a:lnTo>
                  <a:lnTo>
                    <a:pt x="1769" y="1125"/>
                  </a:lnTo>
                  <a:lnTo>
                    <a:pt x="1706" y="18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3463654" y="2520830"/>
              <a:ext cx="4189" cy="4394"/>
            </a:xfrm>
            <a:custGeom>
              <a:avLst/>
              <a:pathLst>
                <a:path w="4189" h="4394">
                  <a:moveTo>
                    <a:pt x="532" y="4282"/>
                  </a:moveTo>
                  <a:lnTo>
                    <a:pt x="0" y="4394"/>
                  </a:lnTo>
                  <a:lnTo>
                    <a:pt x="163" y="3213"/>
                  </a:lnTo>
                  <a:lnTo>
                    <a:pt x="1179" y="1164"/>
                  </a:lnTo>
                  <a:lnTo>
                    <a:pt x="2601" y="1064"/>
                  </a:lnTo>
                  <a:lnTo>
                    <a:pt x="3896" y="37"/>
                  </a:lnTo>
                  <a:lnTo>
                    <a:pt x="4189" y="0"/>
                  </a:lnTo>
                  <a:lnTo>
                    <a:pt x="3570" y="1617"/>
                  </a:lnTo>
                  <a:lnTo>
                    <a:pt x="2526" y="31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3452458" y="2520642"/>
              <a:ext cx="2945" cy="4301"/>
            </a:xfrm>
            <a:custGeom>
              <a:avLst/>
              <a:pathLst>
                <a:path w="2945" h="4301">
                  <a:moveTo>
                    <a:pt x="2945" y="2395"/>
                  </a:moveTo>
                  <a:lnTo>
                    <a:pt x="2523" y="4301"/>
                  </a:lnTo>
                  <a:lnTo>
                    <a:pt x="1815" y="4006"/>
                  </a:lnTo>
                  <a:lnTo>
                    <a:pt x="629" y="1956"/>
                  </a:lnTo>
                  <a:lnTo>
                    <a:pt x="225" y="1025"/>
                  </a:lnTo>
                  <a:lnTo>
                    <a:pt x="0" y="111"/>
                  </a:lnTo>
                  <a:lnTo>
                    <a:pt x="486" y="0"/>
                  </a:lnTo>
                  <a:lnTo>
                    <a:pt x="1082" y="965"/>
                  </a:lnTo>
                  <a:lnTo>
                    <a:pt x="2599" y="14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3444293" y="2520582"/>
              <a:ext cx="1400" cy="4563"/>
            </a:xfrm>
            <a:custGeom>
              <a:avLst/>
              <a:pathLst>
                <a:path w="1400" h="4563">
                  <a:moveTo>
                    <a:pt x="891" y="3127"/>
                  </a:moveTo>
                  <a:lnTo>
                    <a:pt x="130" y="4563"/>
                  </a:lnTo>
                  <a:lnTo>
                    <a:pt x="0" y="2410"/>
                  </a:lnTo>
                  <a:lnTo>
                    <a:pt x="487" y="147"/>
                  </a:lnTo>
                  <a:lnTo>
                    <a:pt x="1154" y="0"/>
                  </a:lnTo>
                  <a:lnTo>
                    <a:pt x="1400" y="9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3470452" y="2516778"/>
              <a:ext cx="5382" cy="4925"/>
            </a:xfrm>
            <a:custGeom>
              <a:avLst/>
              <a:pathLst>
                <a:path w="5382" h="4925">
                  <a:moveTo>
                    <a:pt x="2763" y="0"/>
                  </a:moveTo>
                  <a:lnTo>
                    <a:pt x="4159" y="973"/>
                  </a:lnTo>
                  <a:lnTo>
                    <a:pt x="4547" y="869"/>
                  </a:lnTo>
                  <a:lnTo>
                    <a:pt x="5207" y="1223"/>
                  </a:lnTo>
                  <a:lnTo>
                    <a:pt x="5382" y="3018"/>
                  </a:lnTo>
                  <a:lnTo>
                    <a:pt x="4508" y="3278"/>
                  </a:lnTo>
                  <a:lnTo>
                    <a:pt x="2996" y="4925"/>
                  </a:lnTo>
                  <a:lnTo>
                    <a:pt x="2353" y="4563"/>
                  </a:lnTo>
                  <a:lnTo>
                    <a:pt x="1583" y="3130"/>
                  </a:lnTo>
                  <a:lnTo>
                    <a:pt x="361" y="2982"/>
                  </a:lnTo>
                  <a:lnTo>
                    <a:pt x="0" y="2591"/>
                  </a:lnTo>
                  <a:lnTo>
                    <a:pt x="654" y="903"/>
                  </a:lnTo>
                  <a:lnTo>
                    <a:pt x="1843" y="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3402756" y="2513288"/>
              <a:ext cx="4251" cy="7824"/>
            </a:xfrm>
            <a:custGeom>
              <a:avLst/>
              <a:pathLst>
                <a:path w="4251" h="7824">
                  <a:moveTo>
                    <a:pt x="3054" y="3669"/>
                  </a:moveTo>
                  <a:lnTo>
                    <a:pt x="4251" y="6546"/>
                  </a:lnTo>
                  <a:lnTo>
                    <a:pt x="3287" y="5833"/>
                  </a:lnTo>
                  <a:lnTo>
                    <a:pt x="2260" y="7824"/>
                  </a:lnTo>
                  <a:lnTo>
                    <a:pt x="957" y="5498"/>
                  </a:lnTo>
                  <a:lnTo>
                    <a:pt x="176" y="3143"/>
                  </a:lnTo>
                  <a:lnTo>
                    <a:pt x="0" y="2201"/>
                  </a:lnTo>
                  <a:lnTo>
                    <a:pt x="817" y="0"/>
                  </a:lnTo>
                  <a:lnTo>
                    <a:pt x="1580" y="2262"/>
                  </a:lnTo>
                  <a:lnTo>
                    <a:pt x="2501" y="26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3449094" y="2511498"/>
              <a:ext cx="3310" cy="8798"/>
            </a:xfrm>
            <a:custGeom>
              <a:avLst/>
              <a:pathLst>
                <a:path w="3310" h="8798">
                  <a:moveTo>
                    <a:pt x="3310" y="6811"/>
                  </a:moveTo>
                  <a:lnTo>
                    <a:pt x="2975" y="8798"/>
                  </a:lnTo>
                  <a:lnTo>
                    <a:pt x="2088" y="6489"/>
                  </a:lnTo>
                  <a:lnTo>
                    <a:pt x="1116" y="4908"/>
                  </a:lnTo>
                  <a:lnTo>
                    <a:pt x="752" y="3529"/>
                  </a:lnTo>
                  <a:lnTo>
                    <a:pt x="160" y="2696"/>
                  </a:lnTo>
                  <a:lnTo>
                    <a:pt x="0" y="841"/>
                  </a:lnTo>
                  <a:lnTo>
                    <a:pt x="717" y="78"/>
                  </a:lnTo>
                  <a:lnTo>
                    <a:pt x="1024" y="0"/>
                  </a:lnTo>
                  <a:lnTo>
                    <a:pt x="1758" y="2259"/>
                  </a:lnTo>
                  <a:lnTo>
                    <a:pt x="2908" y="2522"/>
                  </a:lnTo>
                  <a:lnTo>
                    <a:pt x="2818" y="3914"/>
                  </a:lnTo>
                  <a:lnTo>
                    <a:pt x="3182" y="57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3434549" y="2511469"/>
              <a:ext cx="1494" cy="2657"/>
            </a:xfrm>
            <a:custGeom>
              <a:avLst/>
              <a:pathLst>
                <a:path w="1494" h="2657">
                  <a:moveTo>
                    <a:pt x="1494" y="1927"/>
                  </a:moveTo>
                  <a:lnTo>
                    <a:pt x="1045" y="2657"/>
                  </a:lnTo>
                  <a:lnTo>
                    <a:pt x="538" y="2621"/>
                  </a:lnTo>
                  <a:lnTo>
                    <a:pt x="180" y="2353"/>
                  </a:lnTo>
                  <a:lnTo>
                    <a:pt x="0" y="1768"/>
                  </a:lnTo>
                  <a:lnTo>
                    <a:pt x="223" y="1490"/>
                  </a:lnTo>
                  <a:lnTo>
                    <a:pt x="486" y="317"/>
                  </a:lnTo>
                  <a:lnTo>
                    <a:pt x="730" y="0"/>
                  </a:lnTo>
                  <a:lnTo>
                    <a:pt x="1092" y="150"/>
                  </a:lnTo>
                  <a:lnTo>
                    <a:pt x="1311" y="61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6"/>
            <p:cNvSpPr/>
            <p:nvPr/>
          </p:nvSpPr>
          <p:spPr>
            <a:xfrm>
              <a:off x="3399721" y="2497172"/>
              <a:ext cx="4958" cy="11949"/>
            </a:xfrm>
            <a:custGeom>
              <a:avLst/>
              <a:pathLst>
                <a:path w="4958" h="11949">
                  <a:moveTo>
                    <a:pt x="2953" y="2706"/>
                  </a:moveTo>
                  <a:lnTo>
                    <a:pt x="3093" y="6119"/>
                  </a:lnTo>
                  <a:lnTo>
                    <a:pt x="3894" y="6759"/>
                  </a:lnTo>
                  <a:lnTo>
                    <a:pt x="4958" y="9835"/>
                  </a:lnTo>
                  <a:lnTo>
                    <a:pt x="4865" y="11409"/>
                  </a:lnTo>
                  <a:lnTo>
                    <a:pt x="4645" y="11949"/>
                  </a:lnTo>
                  <a:lnTo>
                    <a:pt x="2883" y="10496"/>
                  </a:lnTo>
                  <a:lnTo>
                    <a:pt x="2460" y="11148"/>
                  </a:lnTo>
                  <a:lnTo>
                    <a:pt x="1945" y="10883"/>
                  </a:lnTo>
                  <a:lnTo>
                    <a:pt x="1626" y="9183"/>
                  </a:lnTo>
                  <a:lnTo>
                    <a:pt x="1663" y="8586"/>
                  </a:lnTo>
                  <a:lnTo>
                    <a:pt x="1375" y="7568"/>
                  </a:lnTo>
                  <a:lnTo>
                    <a:pt x="1134" y="7114"/>
                  </a:lnTo>
                  <a:lnTo>
                    <a:pt x="440" y="8466"/>
                  </a:lnTo>
                  <a:lnTo>
                    <a:pt x="3" y="8718"/>
                  </a:lnTo>
                  <a:lnTo>
                    <a:pt x="0" y="7482"/>
                  </a:lnTo>
                  <a:lnTo>
                    <a:pt x="640" y="4083"/>
                  </a:lnTo>
                  <a:lnTo>
                    <a:pt x="940" y="3508"/>
                  </a:lnTo>
                  <a:lnTo>
                    <a:pt x="1467" y="4631"/>
                  </a:lnTo>
                  <a:lnTo>
                    <a:pt x="1900" y="4214"/>
                  </a:lnTo>
                  <a:lnTo>
                    <a:pt x="2226" y="2376"/>
                  </a:lnTo>
                  <a:lnTo>
                    <a:pt x="2248" y="543"/>
                  </a:lnTo>
                  <a:lnTo>
                    <a:pt x="239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7"/>
            <p:cNvSpPr/>
            <p:nvPr/>
          </p:nvSpPr>
          <p:spPr>
            <a:xfrm>
              <a:off x="3402802" y="2496905"/>
              <a:ext cx="1533" cy="4886"/>
            </a:xfrm>
            <a:custGeom>
              <a:avLst/>
              <a:pathLst>
                <a:path w="1533" h="4886">
                  <a:moveTo>
                    <a:pt x="1533" y="4566"/>
                  </a:moveTo>
                  <a:lnTo>
                    <a:pt x="972" y="4886"/>
                  </a:lnTo>
                  <a:lnTo>
                    <a:pt x="258" y="2058"/>
                  </a:lnTo>
                  <a:lnTo>
                    <a:pt x="0" y="108"/>
                  </a:lnTo>
                  <a:lnTo>
                    <a:pt x="296" y="0"/>
                  </a:lnTo>
                  <a:lnTo>
                    <a:pt x="581" y="226"/>
                  </a:lnTo>
                  <a:lnTo>
                    <a:pt x="881" y="962"/>
                  </a:lnTo>
                  <a:lnTo>
                    <a:pt x="879" y="1715"/>
                  </a:lnTo>
                  <a:lnTo>
                    <a:pt x="999" y="2522"/>
                  </a:lnTo>
                  <a:lnTo>
                    <a:pt x="1311" y="34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8"/>
            <p:cNvSpPr/>
            <p:nvPr/>
          </p:nvSpPr>
          <p:spPr>
            <a:xfrm>
              <a:off x="3462106" y="2493426"/>
              <a:ext cx="3568" cy="13007"/>
            </a:xfrm>
            <a:custGeom>
              <a:avLst/>
              <a:pathLst>
                <a:path w="3568" h="13007">
                  <a:moveTo>
                    <a:pt x="2815" y="11336"/>
                  </a:moveTo>
                  <a:lnTo>
                    <a:pt x="1731" y="13007"/>
                  </a:lnTo>
                  <a:lnTo>
                    <a:pt x="520" y="10590"/>
                  </a:lnTo>
                  <a:lnTo>
                    <a:pt x="320" y="9812"/>
                  </a:lnTo>
                  <a:lnTo>
                    <a:pt x="1209" y="8837"/>
                  </a:lnTo>
                  <a:lnTo>
                    <a:pt x="1650" y="7333"/>
                  </a:lnTo>
                  <a:lnTo>
                    <a:pt x="1293" y="5487"/>
                  </a:lnTo>
                  <a:lnTo>
                    <a:pt x="58" y="2757"/>
                  </a:lnTo>
                  <a:lnTo>
                    <a:pt x="0" y="818"/>
                  </a:lnTo>
                  <a:lnTo>
                    <a:pt x="1889" y="0"/>
                  </a:lnTo>
                  <a:lnTo>
                    <a:pt x="3001" y="1686"/>
                  </a:lnTo>
                  <a:lnTo>
                    <a:pt x="3568" y="1802"/>
                  </a:lnTo>
                  <a:lnTo>
                    <a:pt x="3351" y="3413"/>
                  </a:lnTo>
                  <a:lnTo>
                    <a:pt x="3446" y="3937"/>
                  </a:lnTo>
                  <a:lnTo>
                    <a:pt x="3530" y="8828"/>
                  </a:lnTo>
                  <a:lnTo>
                    <a:pt x="3005" y="9516"/>
                  </a:lnTo>
                  <a:lnTo>
                    <a:pt x="2918" y="108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39"/>
            <p:cNvSpPr/>
            <p:nvPr/>
          </p:nvSpPr>
          <p:spPr>
            <a:xfrm>
              <a:off x="3402019" y="2486260"/>
              <a:ext cx="1872" cy="7732"/>
            </a:xfrm>
            <a:custGeom>
              <a:avLst/>
              <a:pathLst>
                <a:path w="1872" h="7732">
                  <a:moveTo>
                    <a:pt x="1499" y="6960"/>
                  </a:moveTo>
                  <a:lnTo>
                    <a:pt x="1057" y="7188"/>
                  </a:lnTo>
                  <a:lnTo>
                    <a:pt x="677" y="7032"/>
                  </a:lnTo>
                  <a:lnTo>
                    <a:pt x="332" y="7166"/>
                  </a:lnTo>
                  <a:lnTo>
                    <a:pt x="0" y="7732"/>
                  </a:lnTo>
                  <a:lnTo>
                    <a:pt x="36" y="5388"/>
                  </a:lnTo>
                  <a:lnTo>
                    <a:pt x="429" y="2484"/>
                  </a:lnTo>
                  <a:lnTo>
                    <a:pt x="908" y="787"/>
                  </a:lnTo>
                  <a:lnTo>
                    <a:pt x="1583" y="0"/>
                  </a:lnTo>
                  <a:lnTo>
                    <a:pt x="1872" y="1331"/>
                  </a:lnTo>
                  <a:lnTo>
                    <a:pt x="1818" y="60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3446378" y="2482240"/>
              <a:ext cx="2426" cy="5775"/>
            </a:xfrm>
            <a:custGeom>
              <a:avLst/>
              <a:pathLst>
                <a:path w="2426" h="5775">
                  <a:moveTo>
                    <a:pt x="2426" y="5054"/>
                  </a:moveTo>
                  <a:lnTo>
                    <a:pt x="1226" y="5775"/>
                  </a:lnTo>
                  <a:lnTo>
                    <a:pt x="908" y="5661"/>
                  </a:lnTo>
                  <a:lnTo>
                    <a:pt x="1175" y="4752"/>
                  </a:lnTo>
                  <a:lnTo>
                    <a:pt x="1196" y="4370"/>
                  </a:lnTo>
                  <a:lnTo>
                    <a:pt x="0" y="2708"/>
                  </a:lnTo>
                  <a:lnTo>
                    <a:pt x="140" y="549"/>
                  </a:lnTo>
                  <a:lnTo>
                    <a:pt x="279" y="0"/>
                  </a:lnTo>
                  <a:lnTo>
                    <a:pt x="1169" y="1123"/>
                  </a:lnTo>
                  <a:lnTo>
                    <a:pt x="1365" y="29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1"/>
            <p:cNvSpPr/>
            <p:nvPr/>
          </p:nvSpPr>
          <p:spPr>
            <a:xfrm>
              <a:off x="3428314" y="2480626"/>
              <a:ext cx="19509" cy="31469"/>
            </a:xfrm>
            <a:custGeom>
              <a:avLst/>
              <a:pathLst>
                <a:path w="19509" h="31469">
                  <a:moveTo>
                    <a:pt x="6190" y="2253"/>
                  </a:moveTo>
                  <a:lnTo>
                    <a:pt x="6832" y="5461"/>
                  </a:lnTo>
                  <a:lnTo>
                    <a:pt x="7434" y="6543"/>
                  </a:lnTo>
                  <a:lnTo>
                    <a:pt x="8697" y="7821"/>
                  </a:lnTo>
                  <a:lnTo>
                    <a:pt x="9290" y="7984"/>
                  </a:lnTo>
                  <a:lnTo>
                    <a:pt x="11445" y="10293"/>
                  </a:lnTo>
                  <a:lnTo>
                    <a:pt x="13952" y="10753"/>
                  </a:lnTo>
                  <a:lnTo>
                    <a:pt x="14276" y="11418"/>
                  </a:lnTo>
                  <a:lnTo>
                    <a:pt x="14584" y="13197"/>
                  </a:lnTo>
                  <a:lnTo>
                    <a:pt x="15095" y="14594"/>
                  </a:lnTo>
                  <a:lnTo>
                    <a:pt x="15224" y="15680"/>
                  </a:lnTo>
                  <a:lnTo>
                    <a:pt x="14957" y="16886"/>
                  </a:lnTo>
                  <a:lnTo>
                    <a:pt x="15327" y="20574"/>
                  </a:lnTo>
                  <a:lnTo>
                    <a:pt x="15959" y="24079"/>
                  </a:lnTo>
                  <a:lnTo>
                    <a:pt x="16912" y="25778"/>
                  </a:lnTo>
                  <a:lnTo>
                    <a:pt x="18096" y="26292"/>
                  </a:lnTo>
                  <a:lnTo>
                    <a:pt x="19224" y="26221"/>
                  </a:lnTo>
                  <a:lnTo>
                    <a:pt x="19509" y="26917"/>
                  </a:lnTo>
                  <a:lnTo>
                    <a:pt x="19397" y="29984"/>
                  </a:lnTo>
                  <a:lnTo>
                    <a:pt x="18920" y="31179"/>
                  </a:lnTo>
                  <a:lnTo>
                    <a:pt x="18532" y="31469"/>
                  </a:lnTo>
                  <a:lnTo>
                    <a:pt x="18195" y="31156"/>
                  </a:lnTo>
                  <a:lnTo>
                    <a:pt x="17890" y="30433"/>
                  </a:lnTo>
                  <a:lnTo>
                    <a:pt x="17557" y="30091"/>
                  </a:lnTo>
                  <a:lnTo>
                    <a:pt x="16910" y="30032"/>
                  </a:lnTo>
                  <a:lnTo>
                    <a:pt x="16436" y="28797"/>
                  </a:lnTo>
                  <a:lnTo>
                    <a:pt x="15235" y="27107"/>
                  </a:lnTo>
                  <a:lnTo>
                    <a:pt x="15014" y="26099"/>
                  </a:lnTo>
                  <a:lnTo>
                    <a:pt x="14974" y="24543"/>
                  </a:lnTo>
                  <a:lnTo>
                    <a:pt x="14464" y="23398"/>
                  </a:lnTo>
                  <a:lnTo>
                    <a:pt x="13995" y="21218"/>
                  </a:lnTo>
                  <a:lnTo>
                    <a:pt x="13550" y="20616"/>
                  </a:lnTo>
                  <a:lnTo>
                    <a:pt x="13303" y="19525"/>
                  </a:lnTo>
                  <a:lnTo>
                    <a:pt x="13283" y="19056"/>
                  </a:lnTo>
                  <a:lnTo>
                    <a:pt x="11536" y="18739"/>
                  </a:lnTo>
                  <a:lnTo>
                    <a:pt x="10089" y="18724"/>
                  </a:lnTo>
                  <a:lnTo>
                    <a:pt x="8862" y="17488"/>
                  </a:lnTo>
                  <a:lnTo>
                    <a:pt x="8483" y="14253"/>
                  </a:lnTo>
                  <a:lnTo>
                    <a:pt x="7755" y="13383"/>
                  </a:lnTo>
                  <a:lnTo>
                    <a:pt x="7210" y="12468"/>
                  </a:lnTo>
                  <a:lnTo>
                    <a:pt x="6755" y="11200"/>
                  </a:lnTo>
                  <a:lnTo>
                    <a:pt x="5606" y="8861"/>
                  </a:lnTo>
                  <a:lnTo>
                    <a:pt x="4335" y="6905"/>
                  </a:lnTo>
                  <a:lnTo>
                    <a:pt x="3107" y="5616"/>
                  </a:lnTo>
                  <a:lnTo>
                    <a:pt x="1803" y="4772"/>
                  </a:lnTo>
                  <a:lnTo>
                    <a:pt x="742" y="5769"/>
                  </a:lnTo>
                  <a:lnTo>
                    <a:pt x="125" y="5533"/>
                  </a:lnTo>
                  <a:lnTo>
                    <a:pt x="0" y="4858"/>
                  </a:lnTo>
                  <a:lnTo>
                    <a:pt x="1317" y="3516"/>
                  </a:lnTo>
                  <a:lnTo>
                    <a:pt x="3128" y="952"/>
                  </a:lnTo>
                  <a:lnTo>
                    <a:pt x="4404" y="105"/>
                  </a:lnTo>
                  <a:lnTo>
                    <a:pt x="502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2"/>
            <p:cNvSpPr/>
            <p:nvPr/>
          </p:nvSpPr>
          <p:spPr>
            <a:xfrm>
              <a:off x="3436532" y="2475493"/>
              <a:ext cx="2110" cy="3783"/>
            </a:xfrm>
            <a:custGeom>
              <a:avLst/>
              <a:pathLst>
                <a:path w="2110" h="3783">
                  <a:moveTo>
                    <a:pt x="2110" y="2783"/>
                  </a:moveTo>
                  <a:lnTo>
                    <a:pt x="1603" y="3783"/>
                  </a:lnTo>
                  <a:lnTo>
                    <a:pt x="819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3"/>
            <p:cNvSpPr/>
            <p:nvPr/>
          </p:nvSpPr>
          <p:spPr>
            <a:xfrm>
              <a:off x="3439339" y="2473746"/>
              <a:ext cx="1472" cy="3579"/>
            </a:xfrm>
            <a:custGeom>
              <a:avLst/>
              <a:pathLst>
                <a:path w="1472" h="3579">
                  <a:moveTo>
                    <a:pt x="531" y="3233"/>
                  </a:moveTo>
                  <a:lnTo>
                    <a:pt x="0" y="3579"/>
                  </a:lnTo>
                  <a:lnTo>
                    <a:pt x="532" y="1222"/>
                  </a:lnTo>
                  <a:lnTo>
                    <a:pt x="1472" y="0"/>
                  </a:lnTo>
                  <a:lnTo>
                    <a:pt x="1118" y="19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3462084" y="2470340"/>
              <a:ext cx="8533" cy="12121"/>
            </a:xfrm>
            <a:custGeom>
              <a:avLst/>
              <a:pathLst>
                <a:path w="8533" h="12121">
                  <a:moveTo>
                    <a:pt x="6427" y="1582"/>
                  </a:moveTo>
                  <a:lnTo>
                    <a:pt x="6229" y="3335"/>
                  </a:lnTo>
                  <a:lnTo>
                    <a:pt x="7800" y="6241"/>
                  </a:lnTo>
                  <a:lnTo>
                    <a:pt x="8335" y="8081"/>
                  </a:lnTo>
                  <a:lnTo>
                    <a:pt x="8533" y="9874"/>
                  </a:lnTo>
                  <a:lnTo>
                    <a:pt x="8401" y="10388"/>
                  </a:lnTo>
                  <a:lnTo>
                    <a:pt x="7805" y="9415"/>
                  </a:lnTo>
                  <a:lnTo>
                    <a:pt x="7318" y="9107"/>
                  </a:lnTo>
                  <a:lnTo>
                    <a:pt x="7483" y="10388"/>
                  </a:lnTo>
                  <a:lnTo>
                    <a:pt x="7983" y="11490"/>
                  </a:lnTo>
                  <a:lnTo>
                    <a:pt x="7092" y="12121"/>
                  </a:lnTo>
                  <a:lnTo>
                    <a:pt x="6200" y="12087"/>
                  </a:lnTo>
                  <a:lnTo>
                    <a:pt x="3596" y="10552"/>
                  </a:lnTo>
                  <a:lnTo>
                    <a:pt x="2995" y="8922"/>
                  </a:lnTo>
                  <a:lnTo>
                    <a:pt x="4553" y="6468"/>
                  </a:lnTo>
                  <a:lnTo>
                    <a:pt x="4871" y="5479"/>
                  </a:lnTo>
                  <a:lnTo>
                    <a:pt x="3768" y="5576"/>
                  </a:lnTo>
                  <a:lnTo>
                    <a:pt x="2591" y="8492"/>
                  </a:lnTo>
                  <a:lnTo>
                    <a:pt x="705" y="7211"/>
                  </a:lnTo>
                  <a:lnTo>
                    <a:pt x="128" y="6038"/>
                  </a:lnTo>
                  <a:lnTo>
                    <a:pt x="0" y="5406"/>
                  </a:lnTo>
                  <a:lnTo>
                    <a:pt x="742" y="2820"/>
                  </a:lnTo>
                  <a:lnTo>
                    <a:pt x="2070" y="2907"/>
                  </a:lnTo>
                  <a:lnTo>
                    <a:pt x="2773" y="2325"/>
                  </a:lnTo>
                  <a:lnTo>
                    <a:pt x="3641" y="1507"/>
                  </a:lnTo>
                  <a:lnTo>
                    <a:pt x="3648" y="279"/>
                  </a:lnTo>
                  <a:lnTo>
                    <a:pt x="571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5"/>
            <p:cNvSpPr/>
            <p:nvPr/>
          </p:nvSpPr>
          <p:spPr>
            <a:xfrm>
              <a:off x="3391706" y="2457424"/>
              <a:ext cx="5145" cy="13105"/>
            </a:xfrm>
            <a:custGeom>
              <a:avLst/>
              <a:pathLst>
                <a:path w="5145" h="13105">
                  <a:moveTo>
                    <a:pt x="4899" y="11447"/>
                  </a:moveTo>
                  <a:lnTo>
                    <a:pt x="5145" y="13105"/>
                  </a:lnTo>
                  <a:lnTo>
                    <a:pt x="3730" y="12076"/>
                  </a:lnTo>
                  <a:lnTo>
                    <a:pt x="2696" y="10595"/>
                  </a:lnTo>
                  <a:lnTo>
                    <a:pt x="1844" y="6938"/>
                  </a:lnTo>
                  <a:lnTo>
                    <a:pt x="27" y="2775"/>
                  </a:lnTo>
                  <a:lnTo>
                    <a:pt x="0" y="1566"/>
                  </a:lnTo>
                  <a:lnTo>
                    <a:pt x="690" y="650"/>
                  </a:lnTo>
                  <a:lnTo>
                    <a:pt x="2181" y="0"/>
                  </a:lnTo>
                  <a:lnTo>
                    <a:pt x="2784" y="675"/>
                  </a:lnTo>
                  <a:lnTo>
                    <a:pt x="3174" y="1370"/>
                  </a:lnTo>
                  <a:lnTo>
                    <a:pt x="3296" y="2168"/>
                  </a:lnTo>
                  <a:lnTo>
                    <a:pt x="2449" y="3767"/>
                  </a:lnTo>
                  <a:lnTo>
                    <a:pt x="2273" y="4491"/>
                  </a:lnTo>
                  <a:lnTo>
                    <a:pt x="2925" y="5928"/>
                  </a:lnTo>
                  <a:lnTo>
                    <a:pt x="2914" y="6504"/>
                  </a:lnTo>
                  <a:lnTo>
                    <a:pt x="3189" y="9284"/>
                  </a:lnTo>
                  <a:lnTo>
                    <a:pt x="3506" y="10333"/>
                  </a:lnTo>
                  <a:lnTo>
                    <a:pt x="4329" y="111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6"/>
            <p:cNvSpPr/>
            <p:nvPr/>
          </p:nvSpPr>
          <p:spPr>
            <a:xfrm>
              <a:off x="3453092" y="2451079"/>
              <a:ext cx="4505" cy="6758"/>
            </a:xfrm>
            <a:custGeom>
              <a:avLst/>
              <a:pathLst>
                <a:path w="4505" h="6758">
                  <a:moveTo>
                    <a:pt x="4375" y="1522"/>
                  </a:moveTo>
                  <a:lnTo>
                    <a:pt x="3946" y="2519"/>
                  </a:lnTo>
                  <a:lnTo>
                    <a:pt x="3630" y="4240"/>
                  </a:lnTo>
                  <a:lnTo>
                    <a:pt x="3459" y="6699"/>
                  </a:lnTo>
                  <a:lnTo>
                    <a:pt x="2797" y="6758"/>
                  </a:lnTo>
                  <a:lnTo>
                    <a:pt x="2396" y="6260"/>
                  </a:lnTo>
                  <a:lnTo>
                    <a:pt x="2264" y="5331"/>
                  </a:lnTo>
                  <a:lnTo>
                    <a:pt x="2237" y="4156"/>
                  </a:lnTo>
                  <a:lnTo>
                    <a:pt x="1947" y="4203"/>
                  </a:lnTo>
                  <a:lnTo>
                    <a:pt x="1713" y="5478"/>
                  </a:lnTo>
                  <a:lnTo>
                    <a:pt x="1508" y="6054"/>
                  </a:lnTo>
                  <a:lnTo>
                    <a:pt x="841" y="6175"/>
                  </a:lnTo>
                  <a:lnTo>
                    <a:pt x="112" y="5390"/>
                  </a:lnTo>
                  <a:lnTo>
                    <a:pt x="146" y="3692"/>
                  </a:lnTo>
                  <a:lnTo>
                    <a:pt x="0" y="1727"/>
                  </a:lnTo>
                  <a:lnTo>
                    <a:pt x="64" y="1038"/>
                  </a:lnTo>
                  <a:lnTo>
                    <a:pt x="2064" y="868"/>
                  </a:lnTo>
                  <a:lnTo>
                    <a:pt x="2650" y="2320"/>
                  </a:lnTo>
                  <a:lnTo>
                    <a:pt x="3357" y="1479"/>
                  </a:lnTo>
                  <a:lnTo>
                    <a:pt x="3648" y="570"/>
                  </a:lnTo>
                  <a:lnTo>
                    <a:pt x="450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7"/>
            <p:cNvSpPr/>
            <p:nvPr/>
          </p:nvSpPr>
          <p:spPr>
            <a:xfrm>
              <a:off x="3457586" y="2436865"/>
              <a:ext cx="2699" cy="3410"/>
            </a:xfrm>
            <a:custGeom>
              <a:avLst/>
              <a:pathLst>
                <a:path w="2699" h="3410">
                  <a:moveTo>
                    <a:pt x="2699" y="2639"/>
                  </a:moveTo>
                  <a:lnTo>
                    <a:pt x="1414" y="3410"/>
                  </a:lnTo>
                  <a:lnTo>
                    <a:pt x="0" y="976"/>
                  </a:lnTo>
                  <a:lnTo>
                    <a:pt x="1368" y="0"/>
                  </a:lnTo>
                  <a:lnTo>
                    <a:pt x="2001" y="705"/>
                  </a:lnTo>
                  <a:lnTo>
                    <a:pt x="2455" y="15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8"/>
            <p:cNvSpPr/>
            <p:nvPr/>
          </p:nvSpPr>
          <p:spPr>
            <a:xfrm>
              <a:off x="3446997" y="2428678"/>
              <a:ext cx="3075" cy="6307"/>
            </a:xfrm>
            <a:custGeom>
              <a:avLst/>
              <a:pathLst>
                <a:path w="3075" h="6307">
                  <a:moveTo>
                    <a:pt x="2937" y="5251"/>
                  </a:moveTo>
                  <a:lnTo>
                    <a:pt x="1480" y="6307"/>
                  </a:lnTo>
                  <a:lnTo>
                    <a:pt x="0" y="4311"/>
                  </a:lnTo>
                  <a:lnTo>
                    <a:pt x="13" y="3123"/>
                  </a:lnTo>
                  <a:lnTo>
                    <a:pt x="795" y="714"/>
                  </a:lnTo>
                  <a:lnTo>
                    <a:pt x="1224" y="0"/>
                  </a:lnTo>
                  <a:lnTo>
                    <a:pt x="2312" y="196"/>
                  </a:lnTo>
                  <a:lnTo>
                    <a:pt x="2930" y="1851"/>
                  </a:lnTo>
                  <a:lnTo>
                    <a:pt x="3075" y="2631"/>
                  </a:lnTo>
                  <a:lnTo>
                    <a:pt x="2874" y="39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49"/>
            <p:cNvSpPr/>
            <p:nvPr/>
          </p:nvSpPr>
          <p:spPr>
            <a:xfrm>
              <a:off x="3395735" y="2400581"/>
              <a:ext cx="75214" cy="156517"/>
            </a:xfrm>
            <a:custGeom>
              <a:avLst/>
              <a:pathLst>
                <a:path w="75214" h="156517">
                  <a:moveTo>
                    <a:pt x="68560" y="30052"/>
                  </a:moveTo>
                  <a:lnTo>
                    <a:pt x="68240" y="28800"/>
                  </a:lnTo>
                  <a:lnTo>
                    <a:pt x="66479" y="26585"/>
                  </a:lnTo>
                  <a:lnTo>
                    <a:pt x="62403" y="25294"/>
                  </a:lnTo>
                  <a:lnTo>
                    <a:pt x="60456" y="23659"/>
                  </a:lnTo>
                  <a:lnTo>
                    <a:pt x="59602" y="23963"/>
                  </a:lnTo>
                  <a:lnTo>
                    <a:pt x="57949" y="22134"/>
                  </a:lnTo>
                  <a:lnTo>
                    <a:pt x="56816" y="22937"/>
                  </a:lnTo>
                  <a:lnTo>
                    <a:pt x="54411" y="26188"/>
                  </a:lnTo>
                  <a:lnTo>
                    <a:pt x="53114" y="25835"/>
                  </a:lnTo>
                  <a:lnTo>
                    <a:pt x="51727" y="23881"/>
                  </a:lnTo>
                  <a:lnTo>
                    <a:pt x="50824" y="23522"/>
                  </a:lnTo>
                  <a:lnTo>
                    <a:pt x="49765" y="24556"/>
                  </a:lnTo>
                  <a:lnTo>
                    <a:pt x="48068" y="28298"/>
                  </a:lnTo>
                  <a:lnTo>
                    <a:pt x="46342" y="30131"/>
                  </a:lnTo>
                  <a:lnTo>
                    <a:pt x="44795" y="29414"/>
                  </a:lnTo>
                  <a:lnTo>
                    <a:pt x="42713" y="29430"/>
                  </a:lnTo>
                  <a:lnTo>
                    <a:pt x="42492" y="31522"/>
                  </a:lnTo>
                  <a:lnTo>
                    <a:pt x="42894" y="32971"/>
                  </a:lnTo>
                  <a:lnTo>
                    <a:pt x="44032" y="35441"/>
                  </a:lnTo>
                  <a:lnTo>
                    <a:pt x="43498" y="37298"/>
                  </a:lnTo>
                  <a:lnTo>
                    <a:pt x="43894" y="39159"/>
                  </a:lnTo>
                  <a:lnTo>
                    <a:pt x="44635" y="39537"/>
                  </a:lnTo>
                  <a:lnTo>
                    <a:pt x="45754" y="39432"/>
                  </a:lnTo>
                  <a:lnTo>
                    <a:pt x="47823" y="41841"/>
                  </a:lnTo>
                  <a:lnTo>
                    <a:pt x="48728" y="44382"/>
                  </a:lnTo>
                  <a:lnTo>
                    <a:pt x="49306" y="47163"/>
                  </a:lnTo>
                  <a:lnTo>
                    <a:pt x="48046" y="45168"/>
                  </a:lnTo>
                  <a:lnTo>
                    <a:pt x="47210" y="43252"/>
                  </a:lnTo>
                  <a:lnTo>
                    <a:pt x="46043" y="42557"/>
                  </a:lnTo>
                  <a:lnTo>
                    <a:pt x="44421" y="40925"/>
                  </a:lnTo>
                  <a:lnTo>
                    <a:pt x="43402" y="40653"/>
                  </a:lnTo>
                  <a:lnTo>
                    <a:pt x="42317" y="41784"/>
                  </a:lnTo>
                  <a:lnTo>
                    <a:pt x="42233" y="43068"/>
                  </a:lnTo>
                  <a:lnTo>
                    <a:pt x="43402" y="45466"/>
                  </a:lnTo>
                  <a:lnTo>
                    <a:pt x="44471" y="46940"/>
                  </a:lnTo>
                  <a:lnTo>
                    <a:pt x="45038" y="48142"/>
                  </a:lnTo>
                  <a:lnTo>
                    <a:pt x="45416" y="50800"/>
                  </a:lnTo>
                  <a:lnTo>
                    <a:pt x="45201" y="51703"/>
                  </a:lnTo>
                  <a:lnTo>
                    <a:pt x="44806" y="52544"/>
                  </a:lnTo>
                  <a:lnTo>
                    <a:pt x="43537" y="50869"/>
                  </a:lnTo>
                  <a:lnTo>
                    <a:pt x="41598" y="44913"/>
                  </a:lnTo>
                  <a:lnTo>
                    <a:pt x="38892" y="43727"/>
                  </a:lnTo>
                  <a:lnTo>
                    <a:pt x="38440" y="44968"/>
                  </a:lnTo>
                  <a:lnTo>
                    <a:pt x="38971" y="48116"/>
                  </a:lnTo>
                  <a:lnTo>
                    <a:pt x="39355" y="49343"/>
                  </a:lnTo>
                  <a:lnTo>
                    <a:pt x="41706" y="52742"/>
                  </a:lnTo>
                  <a:lnTo>
                    <a:pt x="41518" y="53463"/>
                  </a:lnTo>
                  <a:lnTo>
                    <a:pt x="41175" y="53771"/>
                  </a:lnTo>
                  <a:lnTo>
                    <a:pt x="38544" y="51827"/>
                  </a:lnTo>
                  <a:lnTo>
                    <a:pt x="37779" y="48869"/>
                  </a:lnTo>
                  <a:lnTo>
                    <a:pt x="37594" y="45131"/>
                  </a:lnTo>
                  <a:lnTo>
                    <a:pt x="35166" y="42535"/>
                  </a:lnTo>
                  <a:lnTo>
                    <a:pt x="32876" y="39710"/>
                  </a:lnTo>
                  <a:lnTo>
                    <a:pt x="32364" y="37030"/>
                  </a:lnTo>
                  <a:lnTo>
                    <a:pt x="32835" y="36036"/>
                  </a:lnTo>
                  <a:lnTo>
                    <a:pt x="33169" y="34067"/>
                  </a:lnTo>
                  <a:lnTo>
                    <a:pt x="31910" y="34430"/>
                  </a:lnTo>
                  <a:lnTo>
                    <a:pt x="31121" y="35675"/>
                  </a:lnTo>
                  <a:lnTo>
                    <a:pt x="29844" y="36884"/>
                  </a:lnTo>
                  <a:lnTo>
                    <a:pt x="29792" y="38862"/>
                  </a:lnTo>
                  <a:lnTo>
                    <a:pt x="29994" y="40694"/>
                  </a:lnTo>
                  <a:lnTo>
                    <a:pt x="29571" y="43359"/>
                  </a:lnTo>
                  <a:lnTo>
                    <a:pt x="29161" y="48001"/>
                  </a:lnTo>
                  <a:lnTo>
                    <a:pt x="29421" y="50436"/>
                  </a:lnTo>
                  <a:lnTo>
                    <a:pt x="32186" y="57420"/>
                  </a:lnTo>
                  <a:lnTo>
                    <a:pt x="33132" y="62493"/>
                  </a:lnTo>
                  <a:lnTo>
                    <a:pt x="33811" y="64416"/>
                  </a:lnTo>
                  <a:lnTo>
                    <a:pt x="35226" y="66537"/>
                  </a:lnTo>
                  <a:lnTo>
                    <a:pt x="36702" y="70484"/>
                  </a:lnTo>
                  <a:lnTo>
                    <a:pt x="37327" y="72542"/>
                  </a:lnTo>
                  <a:lnTo>
                    <a:pt x="37773" y="75908"/>
                  </a:lnTo>
                  <a:lnTo>
                    <a:pt x="36531" y="77991"/>
                  </a:lnTo>
                  <a:lnTo>
                    <a:pt x="35808" y="78078"/>
                  </a:lnTo>
                  <a:lnTo>
                    <a:pt x="35408" y="77153"/>
                  </a:lnTo>
                  <a:lnTo>
                    <a:pt x="35968" y="74858"/>
                  </a:lnTo>
                  <a:lnTo>
                    <a:pt x="35888" y="73459"/>
                  </a:lnTo>
                  <a:lnTo>
                    <a:pt x="33971" y="71294"/>
                  </a:lnTo>
                  <a:lnTo>
                    <a:pt x="33159" y="72024"/>
                  </a:lnTo>
                  <a:lnTo>
                    <a:pt x="32223" y="73435"/>
                  </a:lnTo>
                  <a:lnTo>
                    <a:pt x="32757" y="76054"/>
                  </a:lnTo>
                  <a:lnTo>
                    <a:pt x="33358" y="77781"/>
                  </a:lnTo>
                  <a:lnTo>
                    <a:pt x="33660" y="80163"/>
                  </a:lnTo>
                  <a:lnTo>
                    <a:pt x="34809" y="79955"/>
                  </a:lnTo>
                  <a:lnTo>
                    <a:pt x="33262" y="82621"/>
                  </a:lnTo>
                  <a:lnTo>
                    <a:pt x="31810" y="83983"/>
                  </a:lnTo>
                  <a:lnTo>
                    <a:pt x="30382" y="84063"/>
                  </a:lnTo>
                  <a:lnTo>
                    <a:pt x="29473" y="84309"/>
                  </a:lnTo>
                  <a:lnTo>
                    <a:pt x="29159" y="84992"/>
                  </a:lnTo>
                  <a:lnTo>
                    <a:pt x="29898" y="85488"/>
                  </a:lnTo>
                  <a:lnTo>
                    <a:pt x="30503" y="85533"/>
                  </a:lnTo>
                  <a:lnTo>
                    <a:pt x="31485" y="86974"/>
                  </a:lnTo>
                  <a:lnTo>
                    <a:pt x="34282" y="88703"/>
                  </a:lnTo>
                  <a:lnTo>
                    <a:pt x="35615" y="90887"/>
                  </a:lnTo>
                  <a:lnTo>
                    <a:pt x="36924" y="91086"/>
                  </a:lnTo>
                  <a:lnTo>
                    <a:pt x="38241" y="95096"/>
                  </a:lnTo>
                  <a:lnTo>
                    <a:pt x="40520" y="96164"/>
                  </a:lnTo>
                  <a:lnTo>
                    <a:pt x="41818" y="100211"/>
                  </a:lnTo>
                  <a:lnTo>
                    <a:pt x="43545" y="101007"/>
                  </a:lnTo>
                  <a:lnTo>
                    <a:pt x="45032" y="102499"/>
                  </a:lnTo>
                  <a:lnTo>
                    <a:pt x="45468" y="103923"/>
                  </a:lnTo>
                  <a:lnTo>
                    <a:pt x="45685" y="106494"/>
                  </a:lnTo>
                  <a:lnTo>
                    <a:pt x="45782" y="111945"/>
                  </a:lnTo>
                  <a:lnTo>
                    <a:pt x="46103" y="116005"/>
                  </a:lnTo>
                  <a:lnTo>
                    <a:pt x="46114" y="117288"/>
                  </a:lnTo>
                  <a:lnTo>
                    <a:pt x="46036" y="119206"/>
                  </a:lnTo>
                  <a:lnTo>
                    <a:pt x="45631" y="120148"/>
                  </a:lnTo>
                  <a:lnTo>
                    <a:pt x="45084" y="120177"/>
                  </a:lnTo>
                  <a:lnTo>
                    <a:pt x="44014" y="117191"/>
                  </a:lnTo>
                  <a:lnTo>
                    <a:pt x="42373" y="114050"/>
                  </a:lnTo>
                  <a:lnTo>
                    <a:pt x="40643" y="110313"/>
                  </a:lnTo>
                  <a:lnTo>
                    <a:pt x="40152" y="109657"/>
                  </a:lnTo>
                  <a:lnTo>
                    <a:pt x="39749" y="109595"/>
                  </a:lnTo>
                  <a:lnTo>
                    <a:pt x="38823" y="110859"/>
                  </a:lnTo>
                  <a:lnTo>
                    <a:pt x="36250" y="111836"/>
                  </a:lnTo>
                  <a:lnTo>
                    <a:pt x="35044" y="113201"/>
                  </a:lnTo>
                  <a:lnTo>
                    <a:pt x="34590" y="113502"/>
                  </a:lnTo>
                  <a:lnTo>
                    <a:pt x="34464" y="114219"/>
                  </a:lnTo>
                  <a:lnTo>
                    <a:pt x="35030" y="114965"/>
                  </a:lnTo>
                  <a:lnTo>
                    <a:pt x="35723" y="116674"/>
                  </a:lnTo>
                  <a:lnTo>
                    <a:pt x="35723" y="119009"/>
                  </a:lnTo>
                  <a:lnTo>
                    <a:pt x="36295" y="121847"/>
                  </a:lnTo>
                  <a:lnTo>
                    <a:pt x="37034" y="122580"/>
                  </a:lnTo>
                  <a:lnTo>
                    <a:pt x="37998" y="122517"/>
                  </a:lnTo>
                  <a:lnTo>
                    <a:pt x="38550" y="123042"/>
                  </a:lnTo>
                  <a:lnTo>
                    <a:pt x="38693" y="124172"/>
                  </a:lnTo>
                  <a:lnTo>
                    <a:pt x="39253" y="125491"/>
                  </a:lnTo>
                  <a:lnTo>
                    <a:pt x="39623" y="126467"/>
                  </a:lnTo>
                  <a:lnTo>
                    <a:pt x="39607" y="127167"/>
                  </a:lnTo>
                  <a:lnTo>
                    <a:pt x="36919" y="129025"/>
                  </a:lnTo>
                  <a:lnTo>
                    <a:pt x="36357" y="129875"/>
                  </a:lnTo>
                  <a:lnTo>
                    <a:pt x="35886" y="130310"/>
                  </a:lnTo>
                  <a:lnTo>
                    <a:pt x="35187" y="129425"/>
                  </a:lnTo>
                  <a:lnTo>
                    <a:pt x="35147" y="127156"/>
                  </a:lnTo>
                  <a:lnTo>
                    <a:pt x="34223" y="125938"/>
                  </a:lnTo>
                  <a:lnTo>
                    <a:pt x="33376" y="124895"/>
                  </a:lnTo>
                  <a:lnTo>
                    <a:pt x="32360" y="124447"/>
                  </a:lnTo>
                  <a:lnTo>
                    <a:pt x="31496" y="122885"/>
                  </a:lnTo>
                  <a:lnTo>
                    <a:pt x="30933" y="124155"/>
                  </a:lnTo>
                  <a:lnTo>
                    <a:pt x="31383" y="128552"/>
                  </a:lnTo>
                  <a:lnTo>
                    <a:pt x="32360" y="131581"/>
                  </a:lnTo>
                  <a:lnTo>
                    <a:pt x="33995" y="139705"/>
                  </a:lnTo>
                  <a:lnTo>
                    <a:pt x="34737" y="144503"/>
                  </a:lnTo>
                  <a:lnTo>
                    <a:pt x="34886" y="146824"/>
                  </a:lnTo>
                  <a:lnTo>
                    <a:pt x="34517" y="150678"/>
                  </a:lnTo>
                  <a:lnTo>
                    <a:pt x="35320" y="153542"/>
                  </a:lnTo>
                  <a:lnTo>
                    <a:pt x="35870" y="156482"/>
                  </a:lnTo>
                  <a:lnTo>
                    <a:pt x="35265" y="156371"/>
                  </a:lnTo>
                  <a:lnTo>
                    <a:pt x="34739" y="155334"/>
                  </a:lnTo>
                  <a:lnTo>
                    <a:pt x="33857" y="154111"/>
                  </a:lnTo>
                  <a:lnTo>
                    <a:pt x="32147" y="149420"/>
                  </a:lnTo>
                  <a:lnTo>
                    <a:pt x="31552" y="146492"/>
                  </a:lnTo>
                  <a:lnTo>
                    <a:pt x="30840" y="146263"/>
                  </a:lnTo>
                  <a:lnTo>
                    <a:pt x="29605" y="146683"/>
                  </a:lnTo>
                  <a:lnTo>
                    <a:pt x="28250" y="152934"/>
                  </a:lnTo>
                  <a:lnTo>
                    <a:pt x="28254" y="156517"/>
                  </a:lnTo>
                  <a:lnTo>
                    <a:pt x="27553" y="155664"/>
                  </a:lnTo>
                  <a:lnTo>
                    <a:pt x="26952" y="154548"/>
                  </a:lnTo>
                  <a:lnTo>
                    <a:pt x="27025" y="150629"/>
                  </a:lnTo>
                  <a:lnTo>
                    <a:pt x="26965" y="148983"/>
                  </a:lnTo>
                  <a:lnTo>
                    <a:pt x="25321" y="143644"/>
                  </a:lnTo>
                  <a:lnTo>
                    <a:pt x="24567" y="143045"/>
                  </a:lnTo>
                  <a:lnTo>
                    <a:pt x="24215" y="141241"/>
                  </a:lnTo>
                  <a:lnTo>
                    <a:pt x="23610" y="139319"/>
                  </a:lnTo>
                  <a:lnTo>
                    <a:pt x="22829" y="139687"/>
                  </a:lnTo>
                  <a:lnTo>
                    <a:pt x="22191" y="140467"/>
                  </a:lnTo>
                  <a:lnTo>
                    <a:pt x="22015" y="143371"/>
                  </a:lnTo>
                  <a:lnTo>
                    <a:pt x="21950" y="145976"/>
                  </a:lnTo>
                  <a:lnTo>
                    <a:pt x="21474" y="147937"/>
                  </a:lnTo>
                  <a:lnTo>
                    <a:pt x="19722" y="144216"/>
                  </a:lnTo>
                  <a:lnTo>
                    <a:pt x="17960" y="137782"/>
                  </a:lnTo>
                  <a:lnTo>
                    <a:pt x="17913" y="134253"/>
                  </a:lnTo>
                  <a:lnTo>
                    <a:pt x="19204" y="131035"/>
                  </a:lnTo>
                  <a:lnTo>
                    <a:pt x="19050" y="128733"/>
                  </a:lnTo>
                  <a:lnTo>
                    <a:pt x="17828" y="124188"/>
                  </a:lnTo>
                  <a:lnTo>
                    <a:pt x="16067" y="121265"/>
                  </a:lnTo>
                  <a:lnTo>
                    <a:pt x="15080" y="120396"/>
                  </a:lnTo>
                  <a:lnTo>
                    <a:pt x="14616" y="117288"/>
                  </a:lnTo>
                  <a:lnTo>
                    <a:pt x="13671" y="115682"/>
                  </a:lnTo>
                  <a:lnTo>
                    <a:pt x="12907" y="114935"/>
                  </a:lnTo>
                  <a:lnTo>
                    <a:pt x="12757" y="113828"/>
                  </a:lnTo>
                  <a:lnTo>
                    <a:pt x="12987" y="113010"/>
                  </a:lnTo>
                  <a:lnTo>
                    <a:pt x="14839" y="109814"/>
                  </a:lnTo>
                  <a:lnTo>
                    <a:pt x="15925" y="104813"/>
                  </a:lnTo>
                  <a:lnTo>
                    <a:pt x="16464" y="104575"/>
                  </a:lnTo>
                  <a:lnTo>
                    <a:pt x="17572" y="105761"/>
                  </a:lnTo>
                  <a:lnTo>
                    <a:pt x="18817" y="105451"/>
                  </a:lnTo>
                  <a:lnTo>
                    <a:pt x="19839" y="102522"/>
                  </a:lnTo>
                  <a:lnTo>
                    <a:pt x="20705" y="100929"/>
                  </a:lnTo>
                  <a:lnTo>
                    <a:pt x="22166" y="101134"/>
                  </a:lnTo>
                  <a:lnTo>
                    <a:pt x="25464" y="105049"/>
                  </a:lnTo>
                  <a:lnTo>
                    <a:pt x="29008" y="107279"/>
                  </a:lnTo>
                  <a:lnTo>
                    <a:pt x="30776" y="109239"/>
                  </a:lnTo>
                  <a:lnTo>
                    <a:pt x="31776" y="111181"/>
                  </a:lnTo>
                  <a:lnTo>
                    <a:pt x="32307" y="111583"/>
                  </a:lnTo>
                  <a:lnTo>
                    <a:pt x="33147" y="111857"/>
                  </a:lnTo>
                  <a:lnTo>
                    <a:pt x="33109" y="110404"/>
                  </a:lnTo>
                  <a:lnTo>
                    <a:pt x="32838" y="109120"/>
                  </a:lnTo>
                  <a:lnTo>
                    <a:pt x="33538" y="108421"/>
                  </a:lnTo>
                  <a:lnTo>
                    <a:pt x="35438" y="108458"/>
                  </a:lnTo>
                  <a:lnTo>
                    <a:pt x="35784" y="107777"/>
                  </a:lnTo>
                  <a:lnTo>
                    <a:pt x="36135" y="106675"/>
                  </a:lnTo>
                  <a:lnTo>
                    <a:pt x="35743" y="105422"/>
                  </a:lnTo>
                  <a:lnTo>
                    <a:pt x="35114" y="104821"/>
                  </a:lnTo>
                  <a:lnTo>
                    <a:pt x="34442" y="104653"/>
                  </a:lnTo>
                  <a:lnTo>
                    <a:pt x="33999" y="104257"/>
                  </a:lnTo>
                  <a:lnTo>
                    <a:pt x="33285" y="104658"/>
                  </a:lnTo>
                  <a:lnTo>
                    <a:pt x="32171" y="103690"/>
                  </a:lnTo>
                  <a:lnTo>
                    <a:pt x="31595" y="102892"/>
                  </a:lnTo>
                  <a:lnTo>
                    <a:pt x="31257" y="102071"/>
                  </a:lnTo>
                  <a:lnTo>
                    <a:pt x="29321" y="100433"/>
                  </a:lnTo>
                  <a:lnTo>
                    <a:pt x="27484" y="97667"/>
                  </a:lnTo>
                  <a:lnTo>
                    <a:pt x="27071" y="99233"/>
                  </a:lnTo>
                  <a:lnTo>
                    <a:pt x="26329" y="100081"/>
                  </a:lnTo>
                  <a:lnTo>
                    <a:pt x="25272" y="100199"/>
                  </a:lnTo>
                  <a:lnTo>
                    <a:pt x="22302" y="98438"/>
                  </a:lnTo>
                  <a:lnTo>
                    <a:pt x="20478" y="99782"/>
                  </a:lnTo>
                  <a:lnTo>
                    <a:pt x="19483" y="100134"/>
                  </a:lnTo>
                  <a:lnTo>
                    <a:pt x="18723" y="100165"/>
                  </a:lnTo>
                  <a:lnTo>
                    <a:pt x="17787" y="100768"/>
                  </a:lnTo>
                  <a:lnTo>
                    <a:pt x="16707" y="101128"/>
                  </a:lnTo>
                  <a:lnTo>
                    <a:pt x="15771" y="98575"/>
                  </a:lnTo>
                  <a:lnTo>
                    <a:pt x="15377" y="96595"/>
                  </a:lnTo>
                  <a:lnTo>
                    <a:pt x="15100" y="96226"/>
                  </a:lnTo>
                  <a:lnTo>
                    <a:pt x="15085" y="98086"/>
                  </a:lnTo>
                  <a:lnTo>
                    <a:pt x="14785" y="99576"/>
                  </a:lnTo>
                  <a:lnTo>
                    <a:pt x="13414" y="100414"/>
                  </a:lnTo>
                  <a:lnTo>
                    <a:pt x="12626" y="99258"/>
                  </a:lnTo>
                  <a:lnTo>
                    <a:pt x="12019" y="95754"/>
                  </a:lnTo>
                  <a:lnTo>
                    <a:pt x="11252" y="91300"/>
                  </a:lnTo>
                  <a:lnTo>
                    <a:pt x="9901" y="87703"/>
                  </a:lnTo>
                  <a:lnTo>
                    <a:pt x="8807" y="86764"/>
                  </a:lnTo>
                  <a:lnTo>
                    <a:pt x="8712" y="84787"/>
                  </a:lnTo>
                  <a:lnTo>
                    <a:pt x="8812" y="83207"/>
                  </a:lnTo>
                  <a:lnTo>
                    <a:pt x="10127" y="82816"/>
                  </a:lnTo>
                  <a:lnTo>
                    <a:pt x="12183" y="84470"/>
                  </a:lnTo>
                  <a:lnTo>
                    <a:pt x="12608" y="84141"/>
                  </a:lnTo>
                  <a:lnTo>
                    <a:pt x="13070" y="83379"/>
                  </a:lnTo>
                  <a:lnTo>
                    <a:pt x="12982" y="81691"/>
                  </a:lnTo>
                  <a:lnTo>
                    <a:pt x="12685" y="80190"/>
                  </a:lnTo>
                  <a:lnTo>
                    <a:pt x="12119" y="80122"/>
                  </a:lnTo>
                  <a:lnTo>
                    <a:pt x="11728" y="80300"/>
                  </a:lnTo>
                  <a:lnTo>
                    <a:pt x="10463" y="79990"/>
                  </a:lnTo>
                  <a:lnTo>
                    <a:pt x="8839" y="80824"/>
                  </a:lnTo>
                  <a:lnTo>
                    <a:pt x="8086" y="80037"/>
                  </a:lnTo>
                  <a:lnTo>
                    <a:pt x="7835" y="79082"/>
                  </a:lnTo>
                  <a:lnTo>
                    <a:pt x="6477" y="76712"/>
                  </a:lnTo>
                  <a:lnTo>
                    <a:pt x="5302" y="73533"/>
                  </a:lnTo>
                  <a:lnTo>
                    <a:pt x="3401" y="71411"/>
                  </a:lnTo>
                  <a:lnTo>
                    <a:pt x="2159" y="64948"/>
                  </a:lnTo>
                  <a:lnTo>
                    <a:pt x="1114" y="62127"/>
                  </a:lnTo>
                  <a:lnTo>
                    <a:pt x="0" y="60113"/>
                  </a:lnTo>
                  <a:lnTo>
                    <a:pt x="241" y="60076"/>
                  </a:lnTo>
                  <a:lnTo>
                    <a:pt x="664" y="60418"/>
                  </a:lnTo>
                  <a:lnTo>
                    <a:pt x="1473" y="61526"/>
                  </a:lnTo>
                  <a:lnTo>
                    <a:pt x="2334" y="61765"/>
                  </a:lnTo>
                  <a:lnTo>
                    <a:pt x="2804" y="61031"/>
                  </a:lnTo>
                  <a:lnTo>
                    <a:pt x="3075" y="60357"/>
                  </a:lnTo>
                  <a:lnTo>
                    <a:pt x="3251" y="59252"/>
                  </a:lnTo>
                  <a:lnTo>
                    <a:pt x="3322" y="57962"/>
                  </a:lnTo>
                  <a:lnTo>
                    <a:pt x="3462" y="57535"/>
                  </a:lnTo>
                  <a:lnTo>
                    <a:pt x="4119" y="57681"/>
                  </a:lnTo>
                  <a:lnTo>
                    <a:pt x="4328" y="57359"/>
                  </a:lnTo>
                  <a:lnTo>
                    <a:pt x="4319" y="56202"/>
                  </a:lnTo>
                  <a:lnTo>
                    <a:pt x="3894" y="54759"/>
                  </a:lnTo>
                  <a:lnTo>
                    <a:pt x="3520" y="52981"/>
                  </a:lnTo>
                  <a:lnTo>
                    <a:pt x="3518" y="52134"/>
                  </a:lnTo>
                  <a:lnTo>
                    <a:pt x="3829" y="51791"/>
                  </a:lnTo>
                  <a:lnTo>
                    <a:pt x="4342" y="51019"/>
                  </a:lnTo>
                  <a:lnTo>
                    <a:pt x="4618" y="50066"/>
                  </a:lnTo>
                  <a:lnTo>
                    <a:pt x="5164" y="49589"/>
                  </a:lnTo>
                  <a:lnTo>
                    <a:pt x="5970" y="49503"/>
                  </a:lnTo>
                  <a:lnTo>
                    <a:pt x="6869" y="49084"/>
                  </a:lnTo>
                  <a:lnTo>
                    <a:pt x="7450" y="48059"/>
                  </a:lnTo>
                  <a:lnTo>
                    <a:pt x="7536" y="47043"/>
                  </a:lnTo>
                  <a:lnTo>
                    <a:pt x="7900" y="44247"/>
                  </a:lnTo>
                  <a:lnTo>
                    <a:pt x="8137" y="42879"/>
                  </a:lnTo>
                  <a:lnTo>
                    <a:pt x="8521" y="41631"/>
                  </a:lnTo>
                  <a:lnTo>
                    <a:pt x="8729" y="39947"/>
                  </a:lnTo>
                  <a:lnTo>
                    <a:pt x="9138" y="38364"/>
                  </a:lnTo>
                  <a:lnTo>
                    <a:pt x="9996" y="37701"/>
                  </a:lnTo>
                  <a:lnTo>
                    <a:pt x="10775" y="36918"/>
                  </a:lnTo>
                  <a:lnTo>
                    <a:pt x="11363" y="34880"/>
                  </a:lnTo>
                  <a:lnTo>
                    <a:pt x="11691" y="33134"/>
                  </a:lnTo>
                  <a:lnTo>
                    <a:pt x="11693" y="32065"/>
                  </a:lnTo>
                  <a:lnTo>
                    <a:pt x="11203" y="30318"/>
                  </a:lnTo>
                  <a:lnTo>
                    <a:pt x="10838" y="28618"/>
                  </a:lnTo>
                  <a:lnTo>
                    <a:pt x="10935" y="26413"/>
                  </a:lnTo>
                  <a:lnTo>
                    <a:pt x="12476" y="26229"/>
                  </a:lnTo>
                  <a:lnTo>
                    <a:pt x="13016" y="26022"/>
                  </a:lnTo>
                  <a:lnTo>
                    <a:pt x="15017" y="25904"/>
                  </a:lnTo>
                  <a:lnTo>
                    <a:pt x="15929" y="24721"/>
                  </a:lnTo>
                  <a:lnTo>
                    <a:pt x="16560" y="24826"/>
                  </a:lnTo>
                  <a:lnTo>
                    <a:pt x="17879" y="25851"/>
                  </a:lnTo>
                  <a:lnTo>
                    <a:pt x="18467" y="25041"/>
                  </a:lnTo>
                  <a:lnTo>
                    <a:pt x="20192" y="23442"/>
                  </a:lnTo>
                  <a:lnTo>
                    <a:pt x="21895" y="18804"/>
                  </a:lnTo>
                  <a:lnTo>
                    <a:pt x="22621" y="18108"/>
                  </a:lnTo>
                  <a:lnTo>
                    <a:pt x="24273" y="17825"/>
                  </a:lnTo>
                  <a:lnTo>
                    <a:pt x="24791" y="17290"/>
                  </a:lnTo>
                  <a:lnTo>
                    <a:pt x="25395" y="17393"/>
                  </a:lnTo>
                  <a:lnTo>
                    <a:pt x="27247" y="18332"/>
                  </a:lnTo>
                  <a:lnTo>
                    <a:pt x="28301" y="18476"/>
                  </a:lnTo>
                  <a:lnTo>
                    <a:pt x="29550" y="17836"/>
                  </a:lnTo>
                  <a:lnTo>
                    <a:pt x="30926" y="16703"/>
                  </a:lnTo>
                  <a:lnTo>
                    <a:pt x="31270" y="12737"/>
                  </a:lnTo>
                  <a:lnTo>
                    <a:pt x="31597" y="12168"/>
                  </a:lnTo>
                  <a:lnTo>
                    <a:pt x="32453" y="12010"/>
                  </a:lnTo>
                  <a:lnTo>
                    <a:pt x="33098" y="12041"/>
                  </a:lnTo>
                  <a:lnTo>
                    <a:pt x="34342" y="12356"/>
                  </a:lnTo>
                  <a:lnTo>
                    <a:pt x="35822" y="12461"/>
                  </a:lnTo>
                  <a:lnTo>
                    <a:pt x="36775" y="10603"/>
                  </a:lnTo>
                  <a:lnTo>
                    <a:pt x="38276" y="10464"/>
                  </a:lnTo>
                  <a:lnTo>
                    <a:pt x="38973" y="10196"/>
                  </a:lnTo>
                  <a:lnTo>
                    <a:pt x="40136" y="10571"/>
                  </a:lnTo>
                  <a:lnTo>
                    <a:pt x="41264" y="10549"/>
                  </a:lnTo>
                  <a:lnTo>
                    <a:pt x="42708" y="9775"/>
                  </a:lnTo>
                  <a:lnTo>
                    <a:pt x="44054" y="8505"/>
                  </a:lnTo>
                  <a:lnTo>
                    <a:pt x="45106" y="8613"/>
                  </a:lnTo>
                  <a:lnTo>
                    <a:pt x="45536" y="8384"/>
                  </a:lnTo>
                  <a:lnTo>
                    <a:pt x="45781" y="8117"/>
                  </a:lnTo>
                  <a:lnTo>
                    <a:pt x="46043" y="6398"/>
                  </a:lnTo>
                  <a:lnTo>
                    <a:pt x="48023" y="6293"/>
                  </a:lnTo>
                  <a:lnTo>
                    <a:pt x="48694" y="6463"/>
                  </a:lnTo>
                  <a:lnTo>
                    <a:pt x="49798" y="6508"/>
                  </a:lnTo>
                  <a:lnTo>
                    <a:pt x="50947" y="5572"/>
                  </a:lnTo>
                  <a:lnTo>
                    <a:pt x="51292" y="5651"/>
                  </a:lnTo>
                  <a:lnTo>
                    <a:pt x="51872" y="8167"/>
                  </a:lnTo>
                  <a:lnTo>
                    <a:pt x="52175" y="8896"/>
                  </a:lnTo>
                  <a:lnTo>
                    <a:pt x="52800" y="9568"/>
                  </a:lnTo>
                  <a:lnTo>
                    <a:pt x="54193" y="11456"/>
                  </a:lnTo>
                  <a:lnTo>
                    <a:pt x="54444" y="10959"/>
                  </a:lnTo>
                  <a:lnTo>
                    <a:pt x="55024" y="10329"/>
                  </a:lnTo>
                  <a:lnTo>
                    <a:pt x="56689" y="11193"/>
                  </a:lnTo>
                  <a:lnTo>
                    <a:pt x="58277" y="12647"/>
                  </a:lnTo>
                  <a:lnTo>
                    <a:pt x="59615" y="14781"/>
                  </a:lnTo>
                  <a:lnTo>
                    <a:pt x="61099" y="14167"/>
                  </a:lnTo>
                  <a:lnTo>
                    <a:pt x="62747" y="13119"/>
                  </a:lnTo>
                  <a:lnTo>
                    <a:pt x="63820" y="12815"/>
                  </a:lnTo>
                  <a:lnTo>
                    <a:pt x="64983" y="12669"/>
                  </a:lnTo>
                  <a:lnTo>
                    <a:pt x="65676" y="12214"/>
                  </a:lnTo>
                  <a:lnTo>
                    <a:pt x="67247" y="12761"/>
                  </a:lnTo>
                  <a:lnTo>
                    <a:pt x="68872" y="11616"/>
                  </a:lnTo>
                  <a:lnTo>
                    <a:pt x="69655" y="10580"/>
                  </a:lnTo>
                  <a:lnTo>
                    <a:pt x="69880" y="9128"/>
                  </a:lnTo>
                  <a:lnTo>
                    <a:pt x="69748" y="6567"/>
                  </a:lnTo>
                  <a:lnTo>
                    <a:pt x="69381" y="4006"/>
                  </a:lnTo>
                  <a:lnTo>
                    <a:pt x="68992" y="3061"/>
                  </a:lnTo>
                  <a:lnTo>
                    <a:pt x="68867" y="2084"/>
                  </a:lnTo>
                  <a:lnTo>
                    <a:pt x="69089" y="1171"/>
                  </a:lnTo>
                  <a:lnTo>
                    <a:pt x="69338" y="535"/>
                  </a:lnTo>
                  <a:lnTo>
                    <a:pt x="70396" y="0"/>
                  </a:lnTo>
                  <a:lnTo>
                    <a:pt x="71762" y="805"/>
                  </a:lnTo>
                  <a:lnTo>
                    <a:pt x="72780" y="1402"/>
                  </a:lnTo>
                  <a:lnTo>
                    <a:pt x="73370" y="2376"/>
                  </a:lnTo>
                  <a:lnTo>
                    <a:pt x="73739" y="3266"/>
                  </a:lnTo>
                  <a:lnTo>
                    <a:pt x="74301" y="4035"/>
                  </a:lnTo>
                  <a:lnTo>
                    <a:pt x="74719" y="4211"/>
                  </a:lnTo>
                  <a:lnTo>
                    <a:pt x="75042" y="6844"/>
                  </a:lnTo>
                  <a:lnTo>
                    <a:pt x="75214" y="10106"/>
                  </a:lnTo>
                  <a:lnTo>
                    <a:pt x="74958" y="11513"/>
                  </a:lnTo>
                  <a:lnTo>
                    <a:pt x="74209" y="11839"/>
                  </a:lnTo>
                  <a:lnTo>
                    <a:pt x="71873" y="14923"/>
                  </a:lnTo>
                  <a:lnTo>
                    <a:pt x="71816" y="17745"/>
                  </a:lnTo>
                  <a:lnTo>
                    <a:pt x="71847" y="19111"/>
                  </a:lnTo>
                  <a:lnTo>
                    <a:pt x="71895" y="20078"/>
                  </a:lnTo>
                  <a:lnTo>
                    <a:pt x="72139" y="20892"/>
                  </a:lnTo>
                  <a:lnTo>
                    <a:pt x="72139" y="22065"/>
                  </a:lnTo>
                  <a:lnTo>
                    <a:pt x="71877" y="23323"/>
                  </a:lnTo>
                  <a:lnTo>
                    <a:pt x="70857" y="25429"/>
                  </a:lnTo>
                  <a:lnTo>
                    <a:pt x="70149" y="27104"/>
                  </a:lnTo>
                  <a:lnTo>
                    <a:pt x="69358" y="29375"/>
                  </a:lnTo>
                  <a:lnTo>
                    <a:pt x="68910" y="296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0"/>
            <p:cNvSpPr/>
            <p:nvPr/>
          </p:nvSpPr>
          <p:spPr>
            <a:xfrm>
              <a:off x="2467047" y="3272478"/>
              <a:ext cx="1988" cy="6753"/>
            </a:xfrm>
            <a:custGeom>
              <a:avLst/>
              <a:pathLst>
                <a:path w="1988" h="6753">
                  <a:moveTo>
                    <a:pt x="756" y="6629"/>
                  </a:moveTo>
                  <a:lnTo>
                    <a:pt x="0" y="6753"/>
                  </a:lnTo>
                  <a:lnTo>
                    <a:pt x="299" y="5660"/>
                  </a:lnTo>
                  <a:lnTo>
                    <a:pt x="366" y="3798"/>
                  </a:lnTo>
                  <a:lnTo>
                    <a:pt x="762" y="1532"/>
                  </a:lnTo>
                  <a:lnTo>
                    <a:pt x="1382" y="0"/>
                  </a:lnTo>
                  <a:lnTo>
                    <a:pt x="1988" y="405"/>
                  </a:lnTo>
                  <a:lnTo>
                    <a:pt x="1760" y="54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1"/>
            <p:cNvSpPr/>
            <p:nvPr/>
          </p:nvSpPr>
          <p:spPr>
            <a:xfrm>
              <a:off x="2637290" y="1833248"/>
              <a:ext cx="6640" cy="8368"/>
            </a:xfrm>
            <a:custGeom>
              <a:avLst/>
              <a:pathLst>
                <a:path w="6640" h="8368">
                  <a:moveTo>
                    <a:pt x="5942" y="4790"/>
                  </a:moveTo>
                  <a:lnTo>
                    <a:pt x="4638" y="8368"/>
                  </a:lnTo>
                  <a:lnTo>
                    <a:pt x="3334" y="7589"/>
                  </a:lnTo>
                  <a:lnTo>
                    <a:pt x="2689" y="5990"/>
                  </a:lnTo>
                  <a:lnTo>
                    <a:pt x="1405" y="5247"/>
                  </a:lnTo>
                  <a:lnTo>
                    <a:pt x="21" y="5469"/>
                  </a:lnTo>
                  <a:lnTo>
                    <a:pt x="0" y="4836"/>
                  </a:lnTo>
                  <a:lnTo>
                    <a:pt x="4497" y="1025"/>
                  </a:lnTo>
                  <a:lnTo>
                    <a:pt x="6640" y="0"/>
                  </a:lnTo>
                  <a:lnTo>
                    <a:pt x="6488" y="1605"/>
                  </a:lnTo>
                  <a:lnTo>
                    <a:pt x="6080" y="30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2"/>
            <p:cNvSpPr/>
            <p:nvPr/>
          </p:nvSpPr>
          <p:spPr>
            <a:xfrm>
              <a:off x="2745752" y="1692040"/>
              <a:ext cx="3240" cy="5641"/>
            </a:xfrm>
            <a:custGeom>
              <a:avLst/>
              <a:pathLst>
                <a:path w="3240" h="5641">
                  <a:moveTo>
                    <a:pt x="2352" y="5622"/>
                  </a:moveTo>
                  <a:lnTo>
                    <a:pt x="586" y="5641"/>
                  </a:lnTo>
                  <a:lnTo>
                    <a:pt x="0" y="3321"/>
                  </a:lnTo>
                  <a:lnTo>
                    <a:pt x="176" y="792"/>
                  </a:lnTo>
                  <a:lnTo>
                    <a:pt x="2167" y="0"/>
                  </a:lnTo>
                  <a:lnTo>
                    <a:pt x="3240" y="1741"/>
                  </a:lnTo>
                  <a:lnTo>
                    <a:pt x="2856" y="43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3"/>
            <p:cNvSpPr/>
            <p:nvPr/>
          </p:nvSpPr>
          <p:spPr>
            <a:xfrm>
              <a:off x="2585506" y="1567877"/>
              <a:ext cx="7622" cy="12027"/>
            </a:xfrm>
            <a:custGeom>
              <a:avLst/>
              <a:pathLst>
                <a:path w="7622" h="12027">
                  <a:moveTo>
                    <a:pt x="3822" y="10982"/>
                  </a:moveTo>
                  <a:lnTo>
                    <a:pt x="2042" y="12027"/>
                  </a:lnTo>
                  <a:lnTo>
                    <a:pt x="1683" y="11795"/>
                  </a:lnTo>
                  <a:lnTo>
                    <a:pt x="1320" y="11001"/>
                  </a:lnTo>
                  <a:lnTo>
                    <a:pt x="401" y="7390"/>
                  </a:lnTo>
                  <a:lnTo>
                    <a:pt x="129" y="5677"/>
                  </a:lnTo>
                  <a:lnTo>
                    <a:pt x="355" y="3549"/>
                  </a:lnTo>
                  <a:lnTo>
                    <a:pt x="0" y="2050"/>
                  </a:lnTo>
                  <a:lnTo>
                    <a:pt x="1605" y="302"/>
                  </a:lnTo>
                  <a:lnTo>
                    <a:pt x="2903" y="0"/>
                  </a:lnTo>
                  <a:lnTo>
                    <a:pt x="4656" y="457"/>
                  </a:lnTo>
                  <a:lnTo>
                    <a:pt x="7622" y="2235"/>
                  </a:lnTo>
                  <a:lnTo>
                    <a:pt x="7408" y="2810"/>
                  </a:lnTo>
                  <a:lnTo>
                    <a:pt x="6766" y="3738"/>
                  </a:lnTo>
                  <a:lnTo>
                    <a:pt x="4980" y="4948"/>
                  </a:lnTo>
                  <a:lnTo>
                    <a:pt x="4349" y="7680"/>
                  </a:lnTo>
                  <a:lnTo>
                    <a:pt x="4228" y="9052"/>
                  </a:lnTo>
                  <a:lnTo>
                    <a:pt x="4313" y="1008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4"/>
            <p:cNvSpPr/>
            <p:nvPr/>
          </p:nvSpPr>
          <p:spPr>
            <a:xfrm>
              <a:off x="2544980" y="1556261"/>
              <a:ext cx="34281" cy="31340"/>
            </a:xfrm>
            <a:custGeom>
              <a:avLst/>
              <a:pathLst>
                <a:path w="34281" h="31340">
                  <a:moveTo>
                    <a:pt x="24845" y="11008"/>
                  </a:moveTo>
                  <a:lnTo>
                    <a:pt x="28625" y="13410"/>
                  </a:lnTo>
                  <a:lnTo>
                    <a:pt x="32633" y="15071"/>
                  </a:lnTo>
                  <a:lnTo>
                    <a:pt x="33025" y="15830"/>
                  </a:lnTo>
                  <a:lnTo>
                    <a:pt x="33336" y="16979"/>
                  </a:lnTo>
                  <a:lnTo>
                    <a:pt x="33408" y="17577"/>
                  </a:lnTo>
                  <a:lnTo>
                    <a:pt x="33317" y="18133"/>
                  </a:lnTo>
                  <a:lnTo>
                    <a:pt x="33063" y="18645"/>
                  </a:lnTo>
                  <a:lnTo>
                    <a:pt x="33356" y="19304"/>
                  </a:lnTo>
                  <a:lnTo>
                    <a:pt x="34195" y="20111"/>
                  </a:lnTo>
                  <a:lnTo>
                    <a:pt x="34281" y="21053"/>
                  </a:lnTo>
                  <a:lnTo>
                    <a:pt x="33279" y="22672"/>
                  </a:lnTo>
                  <a:lnTo>
                    <a:pt x="31869" y="24471"/>
                  </a:lnTo>
                  <a:lnTo>
                    <a:pt x="24399" y="28171"/>
                  </a:lnTo>
                  <a:lnTo>
                    <a:pt x="21757" y="28800"/>
                  </a:lnTo>
                  <a:lnTo>
                    <a:pt x="15224" y="31340"/>
                  </a:lnTo>
                  <a:lnTo>
                    <a:pt x="13226" y="31237"/>
                  </a:lnTo>
                  <a:lnTo>
                    <a:pt x="12785" y="31117"/>
                  </a:lnTo>
                  <a:lnTo>
                    <a:pt x="11549" y="30000"/>
                  </a:lnTo>
                  <a:lnTo>
                    <a:pt x="9856" y="28961"/>
                  </a:lnTo>
                  <a:lnTo>
                    <a:pt x="9062" y="28156"/>
                  </a:lnTo>
                  <a:lnTo>
                    <a:pt x="8362" y="27001"/>
                  </a:lnTo>
                  <a:lnTo>
                    <a:pt x="8641" y="26283"/>
                  </a:lnTo>
                  <a:lnTo>
                    <a:pt x="9899" y="26002"/>
                  </a:lnTo>
                  <a:lnTo>
                    <a:pt x="11690" y="26021"/>
                  </a:lnTo>
                  <a:lnTo>
                    <a:pt x="14317" y="25180"/>
                  </a:lnTo>
                  <a:lnTo>
                    <a:pt x="13591" y="24424"/>
                  </a:lnTo>
                  <a:lnTo>
                    <a:pt x="12900" y="23963"/>
                  </a:lnTo>
                  <a:lnTo>
                    <a:pt x="12424" y="22958"/>
                  </a:lnTo>
                  <a:lnTo>
                    <a:pt x="11328" y="23154"/>
                  </a:lnTo>
                  <a:lnTo>
                    <a:pt x="10508" y="22578"/>
                  </a:lnTo>
                  <a:lnTo>
                    <a:pt x="8924" y="22216"/>
                  </a:lnTo>
                  <a:lnTo>
                    <a:pt x="4793" y="21868"/>
                  </a:lnTo>
                  <a:lnTo>
                    <a:pt x="2100" y="20883"/>
                  </a:lnTo>
                  <a:lnTo>
                    <a:pt x="1306" y="20293"/>
                  </a:lnTo>
                  <a:lnTo>
                    <a:pt x="606" y="19273"/>
                  </a:lnTo>
                  <a:lnTo>
                    <a:pt x="0" y="17837"/>
                  </a:lnTo>
                  <a:lnTo>
                    <a:pt x="884" y="12274"/>
                  </a:lnTo>
                  <a:lnTo>
                    <a:pt x="1490" y="10857"/>
                  </a:lnTo>
                  <a:lnTo>
                    <a:pt x="2890" y="10389"/>
                  </a:lnTo>
                  <a:lnTo>
                    <a:pt x="6314" y="11626"/>
                  </a:lnTo>
                  <a:lnTo>
                    <a:pt x="6773" y="11092"/>
                  </a:lnTo>
                  <a:lnTo>
                    <a:pt x="3028" y="9045"/>
                  </a:lnTo>
                  <a:lnTo>
                    <a:pt x="1652" y="7823"/>
                  </a:lnTo>
                  <a:lnTo>
                    <a:pt x="1246" y="6860"/>
                  </a:lnTo>
                  <a:lnTo>
                    <a:pt x="1003" y="5446"/>
                  </a:lnTo>
                  <a:lnTo>
                    <a:pt x="1006" y="4615"/>
                  </a:lnTo>
                  <a:lnTo>
                    <a:pt x="1175" y="3778"/>
                  </a:lnTo>
                  <a:lnTo>
                    <a:pt x="1509" y="2940"/>
                  </a:lnTo>
                  <a:lnTo>
                    <a:pt x="2420" y="1806"/>
                  </a:lnTo>
                  <a:lnTo>
                    <a:pt x="6217" y="0"/>
                  </a:lnTo>
                  <a:lnTo>
                    <a:pt x="10355" y="615"/>
                  </a:lnTo>
                  <a:lnTo>
                    <a:pt x="17532" y="2836"/>
                  </a:lnTo>
                  <a:lnTo>
                    <a:pt x="18423" y="3306"/>
                  </a:lnTo>
                  <a:lnTo>
                    <a:pt x="20623" y="52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5"/>
            <p:cNvSpPr/>
            <p:nvPr/>
          </p:nvSpPr>
          <p:spPr>
            <a:xfrm>
              <a:off x="2576447" y="1536783"/>
              <a:ext cx="6144" cy="3661"/>
            </a:xfrm>
            <a:custGeom>
              <a:avLst/>
              <a:pathLst>
                <a:path w="6144" h="3661">
                  <a:moveTo>
                    <a:pt x="5370" y="3582"/>
                  </a:moveTo>
                  <a:lnTo>
                    <a:pt x="3853" y="3661"/>
                  </a:lnTo>
                  <a:lnTo>
                    <a:pt x="325" y="3126"/>
                  </a:lnTo>
                  <a:lnTo>
                    <a:pt x="43" y="2783"/>
                  </a:lnTo>
                  <a:lnTo>
                    <a:pt x="0" y="2129"/>
                  </a:lnTo>
                  <a:lnTo>
                    <a:pt x="469" y="249"/>
                  </a:lnTo>
                  <a:lnTo>
                    <a:pt x="2023" y="0"/>
                  </a:lnTo>
                  <a:lnTo>
                    <a:pt x="3873" y="1028"/>
                  </a:lnTo>
                  <a:lnTo>
                    <a:pt x="5867" y="2491"/>
                  </a:lnTo>
                  <a:lnTo>
                    <a:pt x="6144" y="317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6"/>
            <p:cNvSpPr/>
            <p:nvPr/>
          </p:nvSpPr>
          <p:spPr>
            <a:xfrm>
              <a:off x="2850241" y="1534798"/>
              <a:ext cx="30551" cy="17423"/>
            </a:xfrm>
            <a:custGeom>
              <a:avLst/>
              <a:pathLst>
                <a:path w="30551" h="17423">
                  <a:moveTo>
                    <a:pt x="29575" y="3614"/>
                  </a:moveTo>
                  <a:lnTo>
                    <a:pt x="29973" y="5354"/>
                  </a:lnTo>
                  <a:lnTo>
                    <a:pt x="30014" y="6175"/>
                  </a:lnTo>
                  <a:lnTo>
                    <a:pt x="29926" y="6866"/>
                  </a:lnTo>
                  <a:lnTo>
                    <a:pt x="29706" y="7359"/>
                  </a:lnTo>
                  <a:lnTo>
                    <a:pt x="29172" y="7800"/>
                  </a:lnTo>
                  <a:lnTo>
                    <a:pt x="30167" y="8955"/>
                  </a:lnTo>
                  <a:lnTo>
                    <a:pt x="30491" y="9731"/>
                  </a:lnTo>
                  <a:lnTo>
                    <a:pt x="30551" y="10352"/>
                  </a:lnTo>
                  <a:lnTo>
                    <a:pt x="29916" y="11552"/>
                  </a:lnTo>
                  <a:lnTo>
                    <a:pt x="25393" y="13141"/>
                  </a:lnTo>
                  <a:lnTo>
                    <a:pt x="24135" y="13906"/>
                  </a:lnTo>
                  <a:lnTo>
                    <a:pt x="22564" y="15794"/>
                  </a:lnTo>
                  <a:lnTo>
                    <a:pt x="20654" y="17422"/>
                  </a:lnTo>
                  <a:lnTo>
                    <a:pt x="20019" y="17413"/>
                  </a:lnTo>
                  <a:lnTo>
                    <a:pt x="19277" y="15727"/>
                  </a:lnTo>
                  <a:lnTo>
                    <a:pt x="16262" y="14487"/>
                  </a:lnTo>
                  <a:lnTo>
                    <a:pt x="10583" y="15133"/>
                  </a:lnTo>
                  <a:lnTo>
                    <a:pt x="3937" y="16695"/>
                  </a:lnTo>
                  <a:lnTo>
                    <a:pt x="1576" y="17423"/>
                  </a:lnTo>
                  <a:lnTo>
                    <a:pt x="383" y="17035"/>
                  </a:lnTo>
                  <a:lnTo>
                    <a:pt x="17" y="16454"/>
                  </a:lnTo>
                  <a:lnTo>
                    <a:pt x="0" y="15640"/>
                  </a:lnTo>
                  <a:lnTo>
                    <a:pt x="786" y="13262"/>
                  </a:lnTo>
                  <a:lnTo>
                    <a:pt x="1104" y="12658"/>
                  </a:lnTo>
                  <a:lnTo>
                    <a:pt x="2629" y="11867"/>
                  </a:lnTo>
                  <a:lnTo>
                    <a:pt x="3663" y="9776"/>
                  </a:lnTo>
                  <a:lnTo>
                    <a:pt x="3325" y="7502"/>
                  </a:lnTo>
                  <a:lnTo>
                    <a:pt x="3723" y="4330"/>
                  </a:lnTo>
                  <a:lnTo>
                    <a:pt x="4764" y="3837"/>
                  </a:lnTo>
                  <a:lnTo>
                    <a:pt x="7373" y="4964"/>
                  </a:lnTo>
                  <a:lnTo>
                    <a:pt x="9061" y="5202"/>
                  </a:lnTo>
                  <a:lnTo>
                    <a:pt x="12050" y="5347"/>
                  </a:lnTo>
                  <a:lnTo>
                    <a:pt x="16068" y="4964"/>
                  </a:lnTo>
                  <a:lnTo>
                    <a:pt x="19297" y="3676"/>
                  </a:lnTo>
                  <a:lnTo>
                    <a:pt x="25185" y="0"/>
                  </a:lnTo>
                  <a:lnTo>
                    <a:pt x="26231" y="47"/>
                  </a:lnTo>
                  <a:lnTo>
                    <a:pt x="26980" y="1350"/>
                  </a:lnTo>
                  <a:lnTo>
                    <a:pt x="27531" y="1989"/>
                  </a:lnTo>
                  <a:lnTo>
                    <a:pt x="29280" y="29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7"/>
            <p:cNvSpPr/>
            <p:nvPr/>
          </p:nvSpPr>
          <p:spPr>
            <a:xfrm>
              <a:off x="2555896" y="1527310"/>
              <a:ext cx="5969" cy="7765"/>
            </a:xfrm>
            <a:custGeom>
              <a:avLst/>
              <a:pathLst>
                <a:path w="5969" h="7765">
                  <a:moveTo>
                    <a:pt x="4798" y="7572"/>
                  </a:moveTo>
                  <a:lnTo>
                    <a:pt x="3736" y="7765"/>
                  </a:lnTo>
                  <a:lnTo>
                    <a:pt x="684" y="6261"/>
                  </a:lnTo>
                  <a:lnTo>
                    <a:pt x="189" y="5696"/>
                  </a:lnTo>
                  <a:lnTo>
                    <a:pt x="0" y="5003"/>
                  </a:lnTo>
                  <a:lnTo>
                    <a:pt x="117" y="4182"/>
                  </a:lnTo>
                  <a:lnTo>
                    <a:pt x="1089" y="2654"/>
                  </a:lnTo>
                  <a:lnTo>
                    <a:pt x="2916" y="415"/>
                  </a:lnTo>
                  <a:lnTo>
                    <a:pt x="4239" y="0"/>
                  </a:lnTo>
                  <a:lnTo>
                    <a:pt x="5058" y="1402"/>
                  </a:lnTo>
                  <a:lnTo>
                    <a:pt x="5864" y="3286"/>
                  </a:lnTo>
                  <a:lnTo>
                    <a:pt x="5969" y="4244"/>
                  </a:lnTo>
                  <a:lnTo>
                    <a:pt x="5915" y="5373"/>
                  </a:lnTo>
                  <a:lnTo>
                    <a:pt x="5704" y="6328"/>
                  </a:lnTo>
                  <a:lnTo>
                    <a:pt x="5337" y="71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8"/>
            <p:cNvSpPr/>
            <p:nvPr/>
          </p:nvSpPr>
          <p:spPr>
            <a:xfrm>
              <a:off x="2530267" y="1481669"/>
              <a:ext cx="13602" cy="8193"/>
            </a:xfrm>
            <a:custGeom>
              <a:avLst/>
              <a:pathLst>
                <a:path w="13602" h="8193">
                  <a:moveTo>
                    <a:pt x="13602" y="1493"/>
                  </a:moveTo>
                  <a:lnTo>
                    <a:pt x="11998" y="3497"/>
                  </a:lnTo>
                  <a:lnTo>
                    <a:pt x="10687" y="4648"/>
                  </a:lnTo>
                  <a:lnTo>
                    <a:pt x="7848" y="8073"/>
                  </a:lnTo>
                  <a:lnTo>
                    <a:pt x="7360" y="8193"/>
                  </a:lnTo>
                  <a:lnTo>
                    <a:pt x="6593" y="7747"/>
                  </a:lnTo>
                  <a:lnTo>
                    <a:pt x="5998" y="6847"/>
                  </a:lnTo>
                  <a:lnTo>
                    <a:pt x="4925" y="6631"/>
                  </a:lnTo>
                  <a:lnTo>
                    <a:pt x="4552" y="6062"/>
                  </a:lnTo>
                  <a:lnTo>
                    <a:pt x="4401" y="5599"/>
                  </a:lnTo>
                  <a:lnTo>
                    <a:pt x="3926" y="5305"/>
                  </a:lnTo>
                  <a:lnTo>
                    <a:pt x="3169" y="5120"/>
                  </a:lnTo>
                  <a:lnTo>
                    <a:pt x="1954" y="5472"/>
                  </a:lnTo>
                  <a:lnTo>
                    <a:pt x="839" y="5117"/>
                  </a:lnTo>
                  <a:lnTo>
                    <a:pt x="0" y="3618"/>
                  </a:lnTo>
                  <a:lnTo>
                    <a:pt x="1552" y="2613"/>
                  </a:lnTo>
                  <a:lnTo>
                    <a:pt x="2512" y="1754"/>
                  </a:lnTo>
                  <a:lnTo>
                    <a:pt x="6226" y="1416"/>
                  </a:lnTo>
                  <a:lnTo>
                    <a:pt x="7274" y="1810"/>
                  </a:lnTo>
                  <a:lnTo>
                    <a:pt x="7932" y="1800"/>
                  </a:lnTo>
                  <a:lnTo>
                    <a:pt x="8935" y="1567"/>
                  </a:lnTo>
                  <a:lnTo>
                    <a:pt x="11129" y="497"/>
                  </a:lnTo>
                  <a:lnTo>
                    <a:pt x="11457" y="0"/>
                  </a:lnTo>
                  <a:lnTo>
                    <a:pt x="13419" y="6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59"/>
            <p:cNvSpPr/>
            <p:nvPr/>
          </p:nvSpPr>
          <p:spPr>
            <a:xfrm>
              <a:off x="2954092" y="1405855"/>
              <a:ext cx="17025" cy="12249"/>
            </a:xfrm>
            <a:custGeom>
              <a:avLst/>
              <a:pathLst>
                <a:path w="17025" h="12249">
                  <a:moveTo>
                    <a:pt x="10115" y="0"/>
                  </a:moveTo>
                  <a:lnTo>
                    <a:pt x="11016" y="3126"/>
                  </a:lnTo>
                  <a:lnTo>
                    <a:pt x="11416" y="5994"/>
                  </a:lnTo>
                  <a:lnTo>
                    <a:pt x="12819" y="7817"/>
                  </a:lnTo>
                  <a:lnTo>
                    <a:pt x="15823" y="7559"/>
                  </a:lnTo>
                  <a:lnTo>
                    <a:pt x="17025" y="10945"/>
                  </a:lnTo>
                  <a:lnTo>
                    <a:pt x="14821" y="12249"/>
                  </a:lnTo>
                  <a:lnTo>
                    <a:pt x="6109" y="11727"/>
                  </a:lnTo>
                  <a:lnTo>
                    <a:pt x="2503" y="11987"/>
                  </a:lnTo>
                  <a:lnTo>
                    <a:pt x="0" y="9903"/>
                  </a:lnTo>
                  <a:lnTo>
                    <a:pt x="100" y="6254"/>
                  </a:lnTo>
                  <a:lnTo>
                    <a:pt x="400" y="2605"/>
                  </a:lnTo>
                  <a:lnTo>
                    <a:pt x="2904" y="522"/>
                  </a:lnTo>
                  <a:lnTo>
                    <a:pt x="5007" y="2344"/>
                  </a:lnTo>
                  <a:lnTo>
                    <a:pt x="7510" y="10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0"/>
            <p:cNvSpPr/>
            <p:nvPr/>
          </p:nvSpPr>
          <p:spPr>
            <a:xfrm>
              <a:off x="2951889" y="1367546"/>
              <a:ext cx="5708" cy="20328"/>
            </a:xfrm>
            <a:custGeom>
              <a:avLst/>
              <a:pathLst>
                <a:path w="5708" h="20328">
                  <a:moveTo>
                    <a:pt x="5708" y="19545"/>
                  </a:moveTo>
                  <a:lnTo>
                    <a:pt x="4406" y="20328"/>
                  </a:lnTo>
                  <a:lnTo>
                    <a:pt x="0" y="8080"/>
                  </a:lnTo>
                  <a:lnTo>
                    <a:pt x="0" y="3650"/>
                  </a:lnTo>
                  <a:lnTo>
                    <a:pt x="300" y="261"/>
                  </a:lnTo>
                  <a:lnTo>
                    <a:pt x="2303" y="0"/>
                  </a:lnTo>
                  <a:lnTo>
                    <a:pt x="4005" y="1825"/>
                  </a:lnTo>
                  <a:lnTo>
                    <a:pt x="4807" y="88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1"/>
            <p:cNvSpPr/>
            <p:nvPr/>
          </p:nvSpPr>
          <p:spPr>
            <a:xfrm>
              <a:off x="2345399" y="1344992"/>
              <a:ext cx="12053" cy="4450"/>
            </a:xfrm>
            <a:custGeom>
              <a:avLst/>
              <a:pathLst>
                <a:path w="12053" h="4450">
                  <a:moveTo>
                    <a:pt x="9397" y="4189"/>
                  </a:moveTo>
                  <a:lnTo>
                    <a:pt x="5352" y="4450"/>
                  </a:lnTo>
                  <a:lnTo>
                    <a:pt x="1368" y="3299"/>
                  </a:lnTo>
                  <a:lnTo>
                    <a:pt x="0" y="2409"/>
                  </a:lnTo>
                  <a:lnTo>
                    <a:pt x="61" y="1047"/>
                  </a:lnTo>
                  <a:lnTo>
                    <a:pt x="664" y="577"/>
                  </a:lnTo>
                  <a:lnTo>
                    <a:pt x="2817" y="105"/>
                  </a:lnTo>
                  <a:lnTo>
                    <a:pt x="4608" y="0"/>
                  </a:lnTo>
                  <a:lnTo>
                    <a:pt x="5815" y="210"/>
                  </a:lnTo>
                  <a:lnTo>
                    <a:pt x="8653" y="1047"/>
                  </a:lnTo>
                  <a:lnTo>
                    <a:pt x="10705" y="1885"/>
                  </a:lnTo>
                  <a:lnTo>
                    <a:pt x="12053" y="2148"/>
                  </a:lnTo>
                  <a:lnTo>
                    <a:pt x="11671" y="33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2"/>
            <p:cNvSpPr/>
            <p:nvPr/>
          </p:nvSpPr>
          <p:spPr>
            <a:xfrm>
              <a:off x="2961715" y="1332950"/>
              <a:ext cx="6570" cy="6863"/>
            </a:xfrm>
            <a:custGeom>
              <a:avLst/>
              <a:pathLst>
                <a:path w="6570" h="6863">
                  <a:moveTo>
                    <a:pt x="3024" y="6863"/>
                  </a:moveTo>
                  <a:lnTo>
                    <a:pt x="817" y="6863"/>
                  </a:lnTo>
                  <a:lnTo>
                    <a:pt x="0" y="6094"/>
                  </a:lnTo>
                  <a:lnTo>
                    <a:pt x="522" y="4735"/>
                  </a:lnTo>
                  <a:lnTo>
                    <a:pt x="3591" y="354"/>
                  </a:lnTo>
                  <a:lnTo>
                    <a:pt x="4615" y="0"/>
                  </a:lnTo>
                  <a:lnTo>
                    <a:pt x="6115" y="472"/>
                  </a:lnTo>
                  <a:lnTo>
                    <a:pt x="6570" y="2722"/>
                  </a:lnTo>
                  <a:lnTo>
                    <a:pt x="5570" y="49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3"/>
            <p:cNvSpPr/>
            <p:nvPr/>
          </p:nvSpPr>
          <p:spPr>
            <a:xfrm>
              <a:off x="2949284" y="1316207"/>
              <a:ext cx="4908" cy="14854"/>
            </a:xfrm>
            <a:custGeom>
              <a:avLst/>
              <a:pathLst>
                <a:path w="4908" h="14854">
                  <a:moveTo>
                    <a:pt x="3605" y="13812"/>
                  </a:moveTo>
                  <a:lnTo>
                    <a:pt x="2103" y="14854"/>
                  </a:lnTo>
                  <a:lnTo>
                    <a:pt x="1102" y="11727"/>
                  </a:lnTo>
                  <a:lnTo>
                    <a:pt x="200" y="7557"/>
                  </a:lnTo>
                  <a:lnTo>
                    <a:pt x="0" y="2866"/>
                  </a:lnTo>
                  <a:lnTo>
                    <a:pt x="2303" y="520"/>
                  </a:lnTo>
                  <a:lnTo>
                    <a:pt x="3505" y="0"/>
                  </a:lnTo>
                  <a:lnTo>
                    <a:pt x="4307" y="520"/>
                  </a:lnTo>
                  <a:lnTo>
                    <a:pt x="4106" y="2607"/>
                  </a:lnTo>
                  <a:lnTo>
                    <a:pt x="4106" y="6775"/>
                  </a:lnTo>
                  <a:lnTo>
                    <a:pt x="4908" y="964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4"/>
            <p:cNvSpPr/>
            <p:nvPr/>
          </p:nvSpPr>
          <p:spPr>
            <a:xfrm>
              <a:off x="2951288" y="1268516"/>
              <a:ext cx="19729" cy="10163"/>
            </a:xfrm>
            <a:custGeom>
              <a:avLst/>
              <a:pathLst>
                <a:path w="19729" h="10163">
                  <a:moveTo>
                    <a:pt x="17325" y="6775"/>
                  </a:moveTo>
                  <a:lnTo>
                    <a:pt x="12518" y="10163"/>
                  </a:lnTo>
                  <a:lnTo>
                    <a:pt x="5408" y="9903"/>
                  </a:lnTo>
                  <a:lnTo>
                    <a:pt x="1202" y="8339"/>
                  </a:lnTo>
                  <a:lnTo>
                    <a:pt x="0" y="5993"/>
                  </a:lnTo>
                  <a:lnTo>
                    <a:pt x="1602" y="3389"/>
                  </a:lnTo>
                  <a:lnTo>
                    <a:pt x="6710" y="1302"/>
                  </a:lnTo>
                  <a:lnTo>
                    <a:pt x="13119" y="0"/>
                  </a:lnTo>
                  <a:lnTo>
                    <a:pt x="18928" y="782"/>
                  </a:lnTo>
                  <a:lnTo>
                    <a:pt x="19729" y="33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5"/>
            <p:cNvSpPr/>
            <p:nvPr/>
          </p:nvSpPr>
          <p:spPr>
            <a:xfrm>
              <a:off x="2945925" y="1207408"/>
              <a:ext cx="10740" cy="9127"/>
            </a:xfrm>
            <a:custGeom>
              <a:avLst/>
              <a:pathLst>
                <a:path w="10740" h="9127">
                  <a:moveTo>
                    <a:pt x="10740" y="8176"/>
                  </a:moveTo>
                  <a:lnTo>
                    <a:pt x="9571" y="9127"/>
                  </a:lnTo>
                  <a:lnTo>
                    <a:pt x="6575" y="8746"/>
                  </a:lnTo>
                  <a:lnTo>
                    <a:pt x="2739" y="6084"/>
                  </a:lnTo>
                  <a:lnTo>
                    <a:pt x="182" y="3898"/>
                  </a:lnTo>
                  <a:lnTo>
                    <a:pt x="0" y="1331"/>
                  </a:lnTo>
                  <a:lnTo>
                    <a:pt x="1315" y="192"/>
                  </a:lnTo>
                  <a:lnTo>
                    <a:pt x="3361" y="0"/>
                  </a:lnTo>
                  <a:lnTo>
                    <a:pt x="6173" y="2187"/>
                  </a:lnTo>
                  <a:lnTo>
                    <a:pt x="9059" y="51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6"/>
            <p:cNvSpPr/>
            <p:nvPr/>
          </p:nvSpPr>
          <p:spPr>
            <a:xfrm>
              <a:off x="2630917" y="1190596"/>
              <a:ext cx="29539" cy="18501"/>
            </a:xfrm>
            <a:custGeom>
              <a:avLst/>
              <a:pathLst>
                <a:path w="29539" h="18501">
                  <a:moveTo>
                    <a:pt x="28237" y="17980"/>
                  </a:moveTo>
                  <a:lnTo>
                    <a:pt x="25933" y="18501"/>
                  </a:lnTo>
                  <a:lnTo>
                    <a:pt x="21126" y="15374"/>
                  </a:lnTo>
                  <a:lnTo>
                    <a:pt x="13515" y="12246"/>
                  </a:lnTo>
                  <a:lnTo>
                    <a:pt x="6805" y="10163"/>
                  </a:lnTo>
                  <a:lnTo>
                    <a:pt x="496" y="4690"/>
                  </a:lnTo>
                  <a:lnTo>
                    <a:pt x="0" y="2745"/>
                  </a:lnTo>
                  <a:lnTo>
                    <a:pt x="896" y="1040"/>
                  </a:lnTo>
                  <a:lnTo>
                    <a:pt x="6404" y="780"/>
                  </a:lnTo>
                  <a:lnTo>
                    <a:pt x="10810" y="0"/>
                  </a:lnTo>
                  <a:lnTo>
                    <a:pt x="22027" y="3386"/>
                  </a:lnTo>
                  <a:lnTo>
                    <a:pt x="27636" y="6253"/>
                  </a:lnTo>
                  <a:lnTo>
                    <a:pt x="29539" y="8599"/>
                  </a:lnTo>
                  <a:lnTo>
                    <a:pt x="29238" y="132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7"/>
            <p:cNvSpPr/>
            <p:nvPr/>
          </p:nvSpPr>
          <p:spPr>
            <a:xfrm>
              <a:off x="2341729" y="1163781"/>
              <a:ext cx="697140" cy="702798"/>
            </a:xfrm>
            <a:custGeom>
              <a:avLst/>
              <a:pathLst>
                <a:path w="697140" h="702798">
                  <a:moveTo>
                    <a:pt x="486753" y="1027"/>
                  </a:moveTo>
                  <a:lnTo>
                    <a:pt x="497665" y="2802"/>
                  </a:lnTo>
                  <a:lnTo>
                    <a:pt x="503436" y="4866"/>
                  </a:lnTo>
                  <a:lnTo>
                    <a:pt x="504648" y="4798"/>
                  </a:lnTo>
                  <a:lnTo>
                    <a:pt x="512468" y="5590"/>
                  </a:lnTo>
                  <a:lnTo>
                    <a:pt x="519894" y="6580"/>
                  </a:lnTo>
                  <a:lnTo>
                    <a:pt x="532237" y="9159"/>
                  </a:lnTo>
                  <a:lnTo>
                    <a:pt x="533967" y="10005"/>
                  </a:lnTo>
                  <a:lnTo>
                    <a:pt x="532634" y="10699"/>
                  </a:lnTo>
                  <a:lnTo>
                    <a:pt x="529565" y="11176"/>
                  </a:lnTo>
                  <a:lnTo>
                    <a:pt x="513791" y="12025"/>
                  </a:lnTo>
                  <a:lnTo>
                    <a:pt x="485174" y="13066"/>
                  </a:lnTo>
                  <a:lnTo>
                    <a:pt x="468799" y="15090"/>
                  </a:lnTo>
                  <a:lnTo>
                    <a:pt x="463591" y="15195"/>
                  </a:lnTo>
                  <a:lnTo>
                    <a:pt x="463136" y="18207"/>
                  </a:lnTo>
                  <a:lnTo>
                    <a:pt x="465361" y="18371"/>
                  </a:lnTo>
                  <a:lnTo>
                    <a:pt x="469008" y="17964"/>
                  </a:lnTo>
                  <a:lnTo>
                    <a:pt x="481835" y="14949"/>
                  </a:lnTo>
                  <a:lnTo>
                    <a:pt x="486632" y="14452"/>
                  </a:lnTo>
                  <a:lnTo>
                    <a:pt x="495587" y="14703"/>
                  </a:lnTo>
                  <a:lnTo>
                    <a:pt x="507209" y="15834"/>
                  </a:lnTo>
                  <a:lnTo>
                    <a:pt x="511898" y="15436"/>
                  </a:lnTo>
                  <a:lnTo>
                    <a:pt x="520261" y="15732"/>
                  </a:lnTo>
                  <a:lnTo>
                    <a:pt x="530041" y="14868"/>
                  </a:lnTo>
                  <a:lnTo>
                    <a:pt x="541594" y="13001"/>
                  </a:lnTo>
                  <a:lnTo>
                    <a:pt x="544754" y="17169"/>
                  </a:lnTo>
                  <a:lnTo>
                    <a:pt x="549010" y="21340"/>
                  </a:lnTo>
                  <a:lnTo>
                    <a:pt x="552379" y="20879"/>
                  </a:lnTo>
                  <a:lnTo>
                    <a:pt x="555265" y="21112"/>
                  </a:lnTo>
                  <a:lnTo>
                    <a:pt x="556241" y="22482"/>
                  </a:lnTo>
                  <a:lnTo>
                    <a:pt x="557819" y="23062"/>
                  </a:lnTo>
                  <a:lnTo>
                    <a:pt x="561086" y="22750"/>
                  </a:lnTo>
                  <a:lnTo>
                    <a:pt x="571101" y="23947"/>
                  </a:lnTo>
                  <a:lnTo>
                    <a:pt x="577974" y="26097"/>
                  </a:lnTo>
                  <a:lnTo>
                    <a:pt x="580562" y="27099"/>
                  </a:lnTo>
                  <a:lnTo>
                    <a:pt x="581803" y="28527"/>
                  </a:lnTo>
                  <a:lnTo>
                    <a:pt x="582505" y="29673"/>
                  </a:lnTo>
                  <a:lnTo>
                    <a:pt x="581425" y="31082"/>
                  </a:lnTo>
                  <a:lnTo>
                    <a:pt x="577131" y="33591"/>
                  </a:lnTo>
                  <a:lnTo>
                    <a:pt x="571696" y="35898"/>
                  </a:lnTo>
                  <a:lnTo>
                    <a:pt x="564366" y="37672"/>
                  </a:lnTo>
                  <a:lnTo>
                    <a:pt x="555916" y="38784"/>
                  </a:lnTo>
                  <a:lnTo>
                    <a:pt x="490994" y="42504"/>
                  </a:lnTo>
                  <a:lnTo>
                    <a:pt x="488799" y="43388"/>
                  </a:lnTo>
                  <a:lnTo>
                    <a:pt x="487497" y="45646"/>
                  </a:lnTo>
                  <a:lnTo>
                    <a:pt x="488365" y="48582"/>
                  </a:lnTo>
                  <a:lnTo>
                    <a:pt x="491398" y="49041"/>
                  </a:lnTo>
                  <a:lnTo>
                    <a:pt x="498489" y="47388"/>
                  </a:lnTo>
                  <a:lnTo>
                    <a:pt x="510752" y="45822"/>
                  </a:lnTo>
                  <a:lnTo>
                    <a:pt x="519763" y="45897"/>
                  </a:lnTo>
                  <a:lnTo>
                    <a:pt x="541306" y="47233"/>
                  </a:lnTo>
                  <a:lnTo>
                    <a:pt x="547661" y="50729"/>
                  </a:lnTo>
                  <a:lnTo>
                    <a:pt x="551023" y="56102"/>
                  </a:lnTo>
                  <a:lnTo>
                    <a:pt x="558478" y="54895"/>
                  </a:lnTo>
                  <a:lnTo>
                    <a:pt x="560073" y="53973"/>
                  </a:lnTo>
                  <a:lnTo>
                    <a:pt x="561244" y="52373"/>
                  </a:lnTo>
                  <a:lnTo>
                    <a:pt x="562180" y="50656"/>
                  </a:lnTo>
                  <a:lnTo>
                    <a:pt x="562881" y="48825"/>
                  </a:lnTo>
                  <a:lnTo>
                    <a:pt x="563664" y="47578"/>
                  </a:lnTo>
                  <a:lnTo>
                    <a:pt x="564529" y="46917"/>
                  </a:lnTo>
                  <a:lnTo>
                    <a:pt x="566387" y="46365"/>
                  </a:lnTo>
                  <a:lnTo>
                    <a:pt x="570665" y="45699"/>
                  </a:lnTo>
                  <a:lnTo>
                    <a:pt x="581882" y="45052"/>
                  </a:lnTo>
                  <a:lnTo>
                    <a:pt x="584579" y="45237"/>
                  </a:lnTo>
                  <a:lnTo>
                    <a:pt x="586517" y="47744"/>
                  </a:lnTo>
                  <a:lnTo>
                    <a:pt x="586938" y="49210"/>
                  </a:lnTo>
                  <a:lnTo>
                    <a:pt x="587078" y="51119"/>
                  </a:lnTo>
                  <a:lnTo>
                    <a:pt x="587016" y="53473"/>
                  </a:lnTo>
                  <a:lnTo>
                    <a:pt x="586753" y="56274"/>
                  </a:lnTo>
                  <a:lnTo>
                    <a:pt x="585800" y="59046"/>
                  </a:lnTo>
                  <a:lnTo>
                    <a:pt x="582695" y="63888"/>
                  </a:lnTo>
                  <a:lnTo>
                    <a:pt x="580200" y="66525"/>
                  </a:lnTo>
                  <a:lnTo>
                    <a:pt x="577508" y="68425"/>
                  </a:lnTo>
                  <a:lnTo>
                    <a:pt x="572346" y="72764"/>
                  </a:lnTo>
                  <a:lnTo>
                    <a:pt x="570558" y="73923"/>
                  </a:lnTo>
                  <a:lnTo>
                    <a:pt x="564884" y="78981"/>
                  </a:lnTo>
                  <a:lnTo>
                    <a:pt x="563476" y="81326"/>
                  </a:lnTo>
                  <a:lnTo>
                    <a:pt x="563394" y="83043"/>
                  </a:lnTo>
                  <a:lnTo>
                    <a:pt x="564370" y="83370"/>
                  </a:lnTo>
                  <a:lnTo>
                    <a:pt x="566015" y="81756"/>
                  </a:lnTo>
                  <a:lnTo>
                    <a:pt x="566627" y="80603"/>
                  </a:lnTo>
                  <a:lnTo>
                    <a:pt x="567686" y="79397"/>
                  </a:lnTo>
                  <a:lnTo>
                    <a:pt x="576047" y="76218"/>
                  </a:lnTo>
                  <a:lnTo>
                    <a:pt x="577841" y="75332"/>
                  </a:lnTo>
                  <a:lnTo>
                    <a:pt x="583310" y="71551"/>
                  </a:lnTo>
                  <a:lnTo>
                    <a:pt x="586800" y="70132"/>
                  </a:lnTo>
                  <a:lnTo>
                    <a:pt x="589669" y="68649"/>
                  </a:lnTo>
                  <a:lnTo>
                    <a:pt x="591190" y="67596"/>
                  </a:lnTo>
                  <a:lnTo>
                    <a:pt x="599594" y="60139"/>
                  </a:lnTo>
                  <a:lnTo>
                    <a:pt x="603975" y="57907"/>
                  </a:lnTo>
                  <a:lnTo>
                    <a:pt x="608576" y="57903"/>
                  </a:lnTo>
                  <a:lnTo>
                    <a:pt x="609391" y="61680"/>
                  </a:lnTo>
                  <a:lnTo>
                    <a:pt x="614905" y="62265"/>
                  </a:lnTo>
                  <a:lnTo>
                    <a:pt x="617300" y="62102"/>
                  </a:lnTo>
                  <a:lnTo>
                    <a:pt x="621145" y="63020"/>
                  </a:lnTo>
                  <a:lnTo>
                    <a:pt x="622831" y="63780"/>
                  </a:lnTo>
                  <a:lnTo>
                    <a:pt x="625701" y="64163"/>
                  </a:lnTo>
                  <a:lnTo>
                    <a:pt x="628661" y="65064"/>
                  </a:lnTo>
                  <a:lnTo>
                    <a:pt x="631270" y="64097"/>
                  </a:lnTo>
                  <a:lnTo>
                    <a:pt x="632033" y="63491"/>
                  </a:lnTo>
                  <a:lnTo>
                    <a:pt x="634554" y="60744"/>
                  </a:lnTo>
                  <a:lnTo>
                    <a:pt x="637960" y="58311"/>
                  </a:lnTo>
                  <a:lnTo>
                    <a:pt x="641118" y="55273"/>
                  </a:lnTo>
                  <a:lnTo>
                    <a:pt x="642165" y="54537"/>
                  </a:lnTo>
                  <a:lnTo>
                    <a:pt x="643824" y="53867"/>
                  </a:lnTo>
                  <a:lnTo>
                    <a:pt x="645548" y="53605"/>
                  </a:lnTo>
                  <a:lnTo>
                    <a:pt x="650242" y="52184"/>
                  </a:lnTo>
                  <a:lnTo>
                    <a:pt x="651433" y="52084"/>
                  </a:lnTo>
                  <a:lnTo>
                    <a:pt x="653967" y="52533"/>
                  </a:lnTo>
                  <a:lnTo>
                    <a:pt x="665158" y="52766"/>
                  </a:lnTo>
                  <a:lnTo>
                    <a:pt x="671261" y="53499"/>
                  </a:lnTo>
                  <a:lnTo>
                    <a:pt x="679761" y="55534"/>
                  </a:lnTo>
                  <a:lnTo>
                    <a:pt x="685683" y="56648"/>
                  </a:lnTo>
                  <a:lnTo>
                    <a:pt x="688426" y="57635"/>
                  </a:lnTo>
                  <a:lnTo>
                    <a:pt x="692421" y="59750"/>
                  </a:lnTo>
                  <a:lnTo>
                    <a:pt x="695642" y="61963"/>
                  </a:lnTo>
                  <a:lnTo>
                    <a:pt x="697140" y="62614"/>
                  </a:lnTo>
                  <a:lnTo>
                    <a:pt x="697082" y="63316"/>
                  </a:lnTo>
                  <a:lnTo>
                    <a:pt x="695967" y="64286"/>
                  </a:lnTo>
                  <a:lnTo>
                    <a:pt x="687989" y="67678"/>
                  </a:lnTo>
                  <a:lnTo>
                    <a:pt x="685379" y="69945"/>
                  </a:lnTo>
                  <a:lnTo>
                    <a:pt x="677828" y="74221"/>
                  </a:lnTo>
                  <a:lnTo>
                    <a:pt x="674138" y="75690"/>
                  </a:lnTo>
                  <a:lnTo>
                    <a:pt x="670128" y="76266"/>
                  </a:lnTo>
                  <a:lnTo>
                    <a:pt x="665664" y="76404"/>
                  </a:lnTo>
                  <a:lnTo>
                    <a:pt x="662769" y="77019"/>
                  </a:lnTo>
                  <a:lnTo>
                    <a:pt x="662340" y="77605"/>
                  </a:lnTo>
                  <a:lnTo>
                    <a:pt x="664402" y="79379"/>
                  </a:lnTo>
                  <a:lnTo>
                    <a:pt x="665310" y="80643"/>
                  </a:lnTo>
                  <a:lnTo>
                    <a:pt x="665178" y="81767"/>
                  </a:lnTo>
                  <a:lnTo>
                    <a:pt x="663009" y="83432"/>
                  </a:lnTo>
                  <a:lnTo>
                    <a:pt x="662187" y="83810"/>
                  </a:lnTo>
                  <a:lnTo>
                    <a:pt x="654344" y="85047"/>
                  </a:lnTo>
                  <a:lnTo>
                    <a:pt x="650388" y="87146"/>
                  </a:lnTo>
                  <a:lnTo>
                    <a:pt x="645223" y="87403"/>
                  </a:lnTo>
                  <a:lnTo>
                    <a:pt x="641573" y="87163"/>
                  </a:lnTo>
                  <a:lnTo>
                    <a:pt x="636558" y="89421"/>
                  </a:lnTo>
                  <a:lnTo>
                    <a:pt x="638520" y="91258"/>
                  </a:lnTo>
                  <a:lnTo>
                    <a:pt x="640318" y="92056"/>
                  </a:lnTo>
                  <a:lnTo>
                    <a:pt x="645907" y="93728"/>
                  </a:lnTo>
                  <a:lnTo>
                    <a:pt x="645960" y="94689"/>
                  </a:lnTo>
                  <a:lnTo>
                    <a:pt x="643290" y="96631"/>
                  </a:lnTo>
                  <a:lnTo>
                    <a:pt x="639644" y="98920"/>
                  </a:lnTo>
                  <a:lnTo>
                    <a:pt x="635334" y="100507"/>
                  </a:lnTo>
                  <a:lnTo>
                    <a:pt x="633713" y="100745"/>
                  </a:lnTo>
                  <a:lnTo>
                    <a:pt x="631668" y="100347"/>
                  </a:lnTo>
                  <a:lnTo>
                    <a:pt x="629783" y="100432"/>
                  </a:lnTo>
                  <a:lnTo>
                    <a:pt x="625631" y="101163"/>
                  </a:lnTo>
                  <a:lnTo>
                    <a:pt x="621678" y="101280"/>
                  </a:lnTo>
                  <a:lnTo>
                    <a:pt x="614619" y="100245"/>
                  </a:lnTo>
                  <a:lnTo>
                    <a:pt x="610799" y="99048"/>
                  </a:lnTo>
                  <a:lnTo>
                    <a:pt x="608789" y="98634"/>
                  </a:lnTo>
                  <a:lnTo>
                    <a:pt x="606255" y="98749"/>
                  </a:lnTo>
                  <a:lnTo>
                    <a:pt x="605280" y="99231"/>
                  </a:lnTo>
                  <a:lnTo>
                    <a:pt x="601285" y="102088"/>
                  </a:lnTo>
                  <a:lnTo>
                    <a:pt x="599324" y="104039"/>
                  </a:lnTo>
                  <a:lnTo>
                    <a:pt x="598068" y="106033"/>
                  </a:lnTo>
                  <a:lnTo>
                    <a:pt x="597531" y="108207"/>
                  </a:lnTo>
                  <a:lnTo>
                    <a:pt x="597714" y="110562"/>
                  </a:lnTo>
                  <a:lnTo>
                    <a:pt x="598200" y="112175"/>
                  </a:lnTo>
                  <a:lnTo>
                    <a:pt x="598991" y="113049"/>
                  </a:lnTo>
                  <a:lnTo>
                    <a:pt x="599939" y="113579"/>
                  </a:lnTo>
                  <a:lnTo>
                    <a:pt x="601598" y="113856"/>
                  </a:lnTo>
                  <a:lnTo>
                    <a:pt x="605248" y="113593"/>
                  </a:lnTo>
                  <a:lnTo>
                    <a:pt x="606683" y="113742"/>
                  </a:lnTo>
                  <a:lnTo>
                    <a:pt x="607120" y="114219"/>
                  </a:lnTo>
                  <a:lnTo>
                    <a:pt x="607908" y="115727"/>
                  </a:lnTo>
                  <a:lnTo>
                    <a:pt x="607767" y="117150"/>
                  </a:lnTo>
                  <a:lnTo>
                    <a:pt x="607106" y="119150"/>
                  </a:lnTo>
                  <a:lnTo>
                    <a:pt x="606594" y="121482"/>
                  </a:lnTo>
                  <a:lnTo>
                    <a:pt x="606232" y="124149"/>
                  </a:lnTo>
                  <a:lnTo>
                    <a:pt x="606427" y="125606"/>
                  </a:lnTo>
                  <a:lnTo>
                    <a:pt x="607904" y="125925"/>
                  </a:lnTo>
                  <a:lnTo>
                    <a:pt x="608597" y="125820"/>
                  </a:lnTo>
                  <a:lnTo>
                    <a:pt x="609400" y="126298"/>
                  </a:lnTo>
                  <a:lnTo>
                    <a:pt x="610313" y="127361"/>
                  </a:lnTo>
                  <a:lnTo>
                    <a:pt x="611000" y="128483"/>
                  </a:lnTo>
                  <a:lnTo>
                    <a:pt x="611460" y="129667"/>
                  </a:lnTo>
                  <a:lnTo>
                    <a:pt x="611219" y="130643"/>
                  </a:lnTo>
                  <a:lnTo>
                    <a:pt x="610277" y="131412"/>
                  </a:lnTo>
                  <a:lnTo>
                    <a:pt x="608151" y="132279"/>
                  </a:lnTo>
                  <a:lnTo>
                    <a:pt x="602918" y="133992"/>
                  </a:lnTo>
                  <a:lnTo>
                    <a:pt x="602387" y="134514"/>
                  </a:lnTo>
                  <a:lnTo>
                    <a:pt x="601975" y="135556"/>
                  </a:lnTo>
                  <a:lnTo>
                    <a:pt x="601685" y="137121"/>
                  </a:lnTo>
                  <a:lnTo>
                    <a:pt x="601054" y="138545"/>
                  </a:lnTo>
                  <a:lnTo>
                    <a:pt x="600081" y="139825"/>
                  </a:lnTo>
                  <a:lnTo>
                    <a:pt x="599200" y="140588"/>
                  </a:lnTo>
                  <a:lnTo>
                    <a:pt x="597503" y="140927"/>
                  </a:lnTo>
                  <a:lnTo>
                    <a:pt x="595279" y="140972"/>
                  </a:lnTo>
                  <a:lnTo>
                    <a:pt x="592783" y="141708"/>
                  </a:lnTo>
                  <a:lnTo>
                    <a:pt x="586899" y="146000"/>
                  </a:lnTo>
                  <a:lnTo>
                    <a:pt x="586811" y="146476"/>
                  </a:lnTo>
                  <a:lnTo>
                    <a:pt x="589014" y="147854"/>
                  </a:lnTo>
                  <a:lnTo>
                    <a:pt x="588921" y="149062"/>
                  </a:lnTo>
                  <a:lnTo>
                    <a:pt x="586206" y="154239"/>
                  </a:lnTo>
                  <a:lnTo>
                    <a:pt x="585463" y="156804"/>
                  </a:lnTo>
                  <a:lnTo>
                    <a:pt x="584874" y="160322"/>
                  </a:lnTo>
                  <a:lnTo>
                    <a:pt x="583906" y="163288"/>
                  </a:lnTo>
                  <a:lnTo>
                    <a:pt x="582558" y="165704"/>
                  </a:lnTo>
                  <a:lnTo>
                    <a:pt x="581233" y="168493"/>
                  </a:lnTo>
                  <a:lnTo>
                    <a:pt x="579929" y="171649"/>
                  </a:lnTo>
                  <a:lnTo>
                    <a:pt x="580133" y="174075"/>
                  </a:lnTo>
                  <a:lnTo>
                    <a:pt x="581844" y="175764"/>
                  </a:lnTo>
                  <a:lnTo>
                    <a:pt x="584106" y="174399"/>
                  </a:lnTo>
                  <a:lnTo>
                    <a:pt x="586920" y="169977"/>
                  </a:lnTo>
                  <a:lnTo>
                    <a:pt x="589978" y="168067"/>
                  </a:lnTo>
                  <a:lnTo>
                    <a:pt x="593279" y="168667"/>
                  </a:lnTo>
                  <a:lnTo>
                    <a:pt x="596155" y="169542"/>
                  </a:lnTo>
                  <a:lnTo>
                    <a:pt x="599828" y="171272"/>
                  </a:lnTo>
                  <a:lnTo>
                    <a:pt x="602903" y="172349"/>
                  </a:lnTo>
                  <a:lnTo>
                    <a:pt x="605559" y="173769"/>
                  </a:lnTo>
                  <a:lnTo>
                    <a:pt x="606654" y="174967"/>
                  </a:lnTo>
                  <a:lnTo>
                    <a:pt x="607757" y="176653"/>
                  </a:lnTo>
                  <a:lnTo>
                    <a:pt x="607766" y="177718"/>
                  </a:lnTo>
                  <a:lnTo>
                    <a:pt x="605819" y="178292"/>
                  </a:lnTo>
                  <a:lnTo>
                    <a:pt x="605177" y="178110"/>
                  </a:lnTo>
                  <a:lnTo>
                    <a:pt x="600304" y="175321"/>
                  </a:lnTo>
                  <a:lnTo>
                    <a:pt x="597933" y="174627"/>
                  </a:lnTo>
                  <a:lnTo>
                    <a:pt x="594785" y="175461"/>
                  </a:lnTo>
                  <a:lnTo>
                    <a:pt x="592042" y="176721"/>
                  </a:lnTo>
                  <a:lnTo>
                    <a:pt x="594507" y="181794"/>
                  </a:lnTo>
                  <a:lnTo>
                    <a:pt x="597139" y="184126"/>
                  </a:lnTo>
                  <a:lnTo>
                    <a:pt x="601946" y="185190"/>
                  </a:lnTo>
                  <a:lnTo>
                    <a:pt x="604456" y="186311"/>
                  </a:lnTo>
                  <a:lnTo>
                    <a:pt x="606286" y="187743"/>
                  </a:lnTo>
                  <a:lnTo>
                    <a:pt x="607718" y="188441"/>
                  </a:lnTo>
                  <a:lnTo>
                    <a:pt x="609641" y="188134"/>
                  </a:lnTo>
                  <a:lnTo>
                    <a:pt x="612225" y="186724"/>
                  </a:lnTo>
                  <a:lnTo>
                    <a:pt x="615831" y="186648"/>
                  </a:lnTo>
                  <a:lnTo>
                    <a:pt x="617458" y="187347"/>
                  </a:lnTo>
                  <a:lnTo>
                    <a:pt x="618634" y="188650"/>
                  </a:lnTo>
                  <a:lnTo>
                    <a:pt x="619164" y="191086"/>
                  </a:lnTo>
                  <a:lnTo>
                    <a:pt x="619046" y="194654"/>
                  </a:lnTo>
                  <a:lnTo>
                    <a:pt x="618654" y="197340"/>
                  </a:lnTo>
                  <a:lnTo>
                    <a:pt x="617987" y="199147"/>
                  </a:lnTo>
                  <a:lnTo>
                    <a:pt x="616689" y="201566"/>
                  </a:lnTo>
                  <a:lnTo>
                    <a:pt x="615605" y="202006"/>
                  </a:lnTo>
                  <a:lnTo>
                    <a:pt x="614077" y="201875"/>
                  </a:lnTo>
                  <a:lnTo>
                    <a:pt x="612658" y="201379"/>
                  </a:lnTo>
                  <a:lnTo>
                    <a:pt x="611344" y="200515"/>
                  </a:lnTo>
                  <a:lnTo>
                    <a:pt x="609353" y="199841"/>
                  </a:lnTo>
                  <a:lnTo>
                    <a:pt x="605351" y="199116"/>
                  </a:lnTo>
                  <a:lnTo>
                    <a:pt x="601307" y="197541"/>
                  </a:lnTo>
                  <a:lnTo>
                    <a:pt x="599042" y="197151"/>
                  </a:lnTo>
                  <a:lnTo>
                    <a:pt x="594246" y="197352"/>
                  </a:lnTo>
                  <a:lnTo>
                    <a:pt x="589075" y="198350"/>
                  </a:lnTo>
                  <a:lnTo>
                    <a:pt x="588873" y="199660"/>
                  </a:lnTo>
                  <a:lnTo>
                    <a:pt x="581437" y="204234"/>
                  </a:lnTo>
                  <a:lnTo>
                    <a:pt x="579912" y="204172"/>
                  </a:lnTo>
                  <a:lnTo>
                    <a:pt x="577848" y="202601"/>
                  </a:lnTo>
                  <a:lnTo>
                    <a:pt x="574958" y="201096"/>
                  </a:lnTo>
                  <a:lnTo>
                    <a:pt x="573266" y="201108"/>
                  </a:lnTo>
                  <a:lnTo>
                    <a:pt x="570765" y="203012"/>
                  </a:lnTo>
                  <a:lnTo>
                    <a:pt x="570143" y="203750"/>
                  </a:lnTo>
                  <a:lnTo>
                    <a:pt x="570173" y="204445"/>
                  </a:lnTo>
                  <a:lnTo>
                    <a:pt x="572015" y="206091"/>
                  </a:lnTo>
                  <a:lnTo>
                    <a:pt x="572763" y="206470"/>
                  </a:lnTo>
                  <a:lnTo>
                    <a:pt x="573714" y="206788"/>
                  </a:lnTo>
                  <a:lnTo>
                    <a:pt x="577020" y="207183"/>
                  </a:lnTo>
                  <a:lnTo>
                    <a:pt x="578455" y="207615"/>
                  </a:lnTo>
                  <a:lnTo>
                    <a:pt x="579809" y="212725"/>
                  </a:lnTo>
                  <a:lnTo>
                    <a:pt x="581955" y="215882"/>
                  </a:lnTo>
                  <a:lnTo>
                    <a:pt x="582873" y="216527"/>
                  </a:lnTo>
                  <a:lnTo>
                    <a:pt x="583684" y="216759"/>
                  </a:lnTo>
                  <a:lnTo>
                    <a:pt x="586312" y="216643"/>
                  </a:lnTo>
                  <a:lnTo>
                    <a:pt x="589696" y="215578"/>
                  </a:lnTo>
                  <a:lnTo>
                    <a:pt x="590878" y="216430"/>
                  </a:lnTo>
                  <a:lnTo>
                    <a:pt x="593370" y="217474"/>
                  </a:lnTo>
                  <a:lnTo>
                    <a:pt x="594829" y="217733"/>
                  </a:lnTo>
                  <a:lnTo>
                    <a:pt x="596601" y="217691"/>
                  </a:lnTo>
                  <a:lnTo>
                    <a:pt x="598596" y="218087"/>
                  </a:lnTo>
                  <a:lnTo>
                    <a:pt x="601330" y="220995"/>
                  </a:lnTo>
                  <a:lnTo>
                    <a:pt x="600253" y="224659"/>
                  </a:lnTo>
                  <a:lnTo>
                    <a:pt x="601966" y="227594"/>
                  </a:lnTo>
                  <a:lnTo>
                    <a:pt x="604701" y="230619"/>
                  </a:lnTo>
                  <a:lnTo>
                    <a:pt x="605349" y="231726"/>
                  </a:lnTo>
                  <a:lnTo>
                    <a:pt x="605613" y="233733"/>
                  </a:lnTo>
                  <a:lnTo>
                    <a:pt x="605675" y="235057"/>
                  </a:lnTo>
                  <a:lnTo>
                    <a:pt x="605880" y="236266"/>
                  </a:lnTo>
                  <a:lnTo>
                    <a:pt x="606229" y="237359"/>
                  </a:lnTo>
                  <a:lnTo>
                    <a:pt x="606592" y="239500"/>
                  </a:lnTo>
                  <a:lnTo>
                    <a:pt x="606967" y="242691"/>
                  </a:lnTo>
                  <a:lnTo>
                    <a:pt x="606867" y="245298"/>
                  </a:lnTo>
                  <a:lnTo>
                    <a:pt x="606291" y="247318"/>
                  </a:lnTo>
                  <a:lnTo>
                    <a:pt x="605151" y="248784"/>
                  </a:lnTo>
                  <a:lnTo>
                    <a:pt x="603449" y="249696"/>
                  </a:lnTo>
                  <a:lnTo>
                    <a:pt x="602061" y="249457"/>
                  </a:lnTo>
                  <a:lnTo>
                    <a:pt x="600986" y="248066"/>
                  </a:lnTo>
                  <a:lnTo>
                    <a:pt x="599471" y="246584"/>
                  </a:lnTo>
                  <a:lnTo>
                    <a:pt x="597517" y="245010"/>
                  </a:lnTo>
                  <a:lnTo>
                    <a:pt x="594266" y="244824"/>
                  </a:lnTo>
                  <a:lnTo>
                    <a:pt x="589486" y="249472"/>
                  </a:lnTo>
                  <a:lnTo>
                    <a:pt x="587352" y="249705"/>
                  </a:lnTo>
                  <a:lnTo>
                    <a:pt x="585618" y="250168"/>
                  </a:lnTo>
                  <a:lnTo>
                    <a:pt x="583768" y="252195"/>
                  </a:lnTo>
                  <a:lnTo>
                    <a:pt x="581044" y="253417"/>
                  </a:lnTo>
                  <a:lnTo>
                    <a:pt x="578640" y="252932"/>
                  </a:lnTo>
                  <a:lnTo>
                    <a:pt x="574418" y="250572"/>
                  </a:lnTo>
                  <a:lnTo>
                    <a:pt x="575952" y="252149"/>
                  </a:lnTo>
                  <a:lnTo>
                    <a:pt x="578148" y="253994"/>
                  </a:lnTo>
                  <a:lnTo>
                    <a:pt x="579515" y="254952"/>
                  </a:lnTo>
                  <a:lnTo>
                    <a:pt x="580524" y="255160"/>
                  </a:lnTo>
                  <a:lnTo>
                    <a:pt x="581631" y="254938"/>
                  </a:lnTo>
                  <a:lnTo>
                    <a:pt x="583224" y="254182"/>
                  </a:lnTo>
                  <a:lnTo>
                    <a:pt x="586821" y="252084"/>
                  </a:lnTo>
                  <a:lnTo>
                    <a:pt x="587774" y="251764"/>
                  </a:lnTo>
                  <a:lnTo>
                    <a:pt x="588579" y="251912"/>
                  </a:lnTo>
                  <a:lnTo>
                    <a:pt x="589237" y="252531"/>
                  </a:lnTo>
                  <a:lnTo>
                    <a:pt x="589995" y="254329"/>
                  </a:lnTo>
                  <a:lnTo>
                    <a:pt x="590851" y="257309"/>
                  </a:lnTo>
                  <a:lnTo>
                    <a:pt x="590742" y="259843"/>
                  </a:lnTo>
                  <a:lnTo>
                    <a:pt x="589667" y="261934"/>
                  </a:lnTo>
                  <a:lnTo>
                    <a:pt x="588747" y="263274"/>
                  </a:lnTo>
                  <a:lnTo>
                    <a:pt x="587983" y="263865"/>
                  </a:lnTo>
                  <a:lnTo>
                    <a:pt x="587980" y="264329"/>
                  </a:lnTo>
                  <a:lnTo>
                    <a:pt x="589989" y="264868"/>
                  </a:lnTo>
                  <a:lnTo>
                    <a:pt x="592833" y="262140"/>
                  </a:lnTo>
                  <a:lnTo>
                    <a:pt x="593735" y="258751"/>
                  </a:lnTo>
                  <a:lnTo>
                    <a:pt x="595037" y="254843"/>
                  </a:lnTo>
                  <a:lnTo>
                    <a:pt x="597340" y="253541"/>
                  </a:lnTo>
                  <a:lnTo>
                    <a:pt x="599944" y="254843"/>
                  </a:lnTo>
                  <a:lnTo>
                    <a:pt x="602047" y="258492"/>
                  </a:lnTo>
                  <a:lnTo>
                    <a:pt x="605021" y="265203"/>
                  </a:lnTo>
                  <a:lnTo>
                    <a:pt x="606276" y="265902"/>
                  </a:lnTo>
                  <a:lnTo>
                    <a:pt x="607869" y="267514"/>
                  </a:lnTo>
                  <a:lnTo>
                    <a:pt x="608572" y="269490"/>
                  </a:lnTo>
                  <a:lnTo>
                    <a:pt x="608384" y="271833"/>
                  </a:lnTo>
                  <a:lnTo>
                    <a:pt x="608044" y="273534"/>
                  </a:lnTo>
                  <a:lnTo>
                    <a:pt x="607552" y="274594"/>
                  </a:lnTo>
                  <a:lnTo>
                    <a:pt x="606937" y="275266"/>
                  </a:lnTo>
                  <a:lnTo>
                    <a:pt x="605828" y="275696"/>
                  </a:lnTo>
                  <a:lnTo>
                    <a:pt x="603790" y="276036"/>
                  </a:lnTo>
                  <a:lnTo>
                    <a:pt x="599233" y="275318"/>
                  </a:lnTo>
                  <a:lnTo>
                    <a:pt x="596861" y="275302"/>
                  </a:lnTo>
                  <a:lnTo>
                    <a:pt x="597155" y="277612"/>
                  </a:lnTo>
                  <a:lnTo>
                    <a:pt x="592356" y="279600"/>
                  </a:lnTo>
                  <a:lnTo>
                    <a:pt x="586948" y="280382"/>
                  </a:lnTo>
                  <a:lnTo>
                    <a:pt x="581825" y="278828"/>
                  </a:lnTo>
                  <a:lnTo>
                    <a:pt x="577574" y="276440"/>
                  </a:lnTo>
                  <a:lnTo>
                    <a:pt x="578969" y="273102"/>
                  </a:lnTo>
                  <a:lnTo>
                    <a:pt x="579765" y="269394"/>
                  </a:lnTo>
                  <a:lnTo>
                    <a:pt x="577710" y="266942"/>
                  </a:lnTo>
                  <a:lnTo>
                    <a:pt x="577259" y="266890"/>
                  </a:lnTo>
                  <a:lnTo>
                    <a:pt x="577968" y="270681"/>
                  </a:lnTo>
                  <a:lnTo>
                    <a:pt x="577372" y="272133"/>
                  </a:lnTo>
                  <a:lnTo>
                    <a:pt x="575050" y="273902"/>
                  </a:lnTo>
                  <a:lnTo>
                    <a:pt x="573410" y="274719"/>
                  </a:lnTo>
                  <a:lnTo>
                    <a:pt x="573266" y="275197"/>
                  </a:lnTo>
                  <a:lnTo>
                    <a:pt x="574069" y="275609"/>
                  </a:lnTo>
                  <a:lnTo>
                    <a:pt x="574594" y="276404"/>
                  </a:lnTo>
                  <a:lnTo>
                    <a:pt x="574840" y="277580"/>
                  </a:lnTo>
                  <a:lnTo>
                    <a:pt x="574564" y="278768"/>
                  </a:lnTo>
                  <a:lnTo>
                    <a:pt x="573762" y="279965"/>
                  </a:lnTo>
                  <a:lnTo>
                    <a:pt x="573326" y="280971"/>
                  </a:lnTo>
                  <a:lnTo>
                    <a:pt x="573255" y="281784"/>
                  </a:lnTo>
                  <a:lnTo>
                    <a:pt x="573990" y="282776"/>
                  </a:lnTo>
                  <a:lnTo>
                    <a:pt x="575531" y="283940"/>
                  </a:lnTo>
                  <a:lnTo>
                    <a:pt x="577202" y="284516"/>
                  </a:lnTo>
                  <a:lnTo>
                    <a:pt x="585030" y="284768"/>
                  </a:lnTo>
                  <a:lnTo>
                    <a:pt x="588165" y="285394"/>
                  </a:lnTo>
                  <a:lnTo>
                    <a:pt x="595602" y="288143"/>
                  </a:lnTo>
                  <a:lnTo>
                    <a:pt x="595935" y="288987"/>
                  </a:lnTo>
                  <a:lnTo>
                    <a:pt x="594675" y="293912"/>
                  </a:lnTo>
                  <a:lnTo>
                    <a:pt x="593985" y="298644"/>
                  </a:lnTo>
                  <a:lnTo>
                    <a:pt x="592543" y="299510"/>
                  </a:lnTo>
                  <a:lnTo>
                    <a:pt x="584717" y="299714"/>
                  </a:lnTo>
                  <a:lnTo>
                    <a:pt x="582195" y="300452"/>
                  </a:lnTo>
                  <a:lnTo>
                    <a:pt x="578506" y="302626"/>
                  </a:lnTo>
                  <a:lnTo>
                    <a:pt x="574961" y="305233"/>
                  </a:lnTo>
                  <a:lnTo>
                    <a:pt x="573123" y="305252"/>
                  </a:lnTo>
                  <a:lnTo>
                    <a:pt x="565848" y="302977"/>
                  </a:lnTo>
                  <a:lnTo>
                    <a:pt x="563058" y="301456"/>
                  </a:lnTo>
                  <a:lnTo>
                    <a:pt x="557070" y="297159"/>
                  </a:lnTo>
                  <a:lnTo>
                    <a:pt x="552560" y="290619"/>
                  </a:lnTo>
                  <a:lnTo>
                    <a:pt x="550491" y="293339"/>
                  </a:lnTo>
                  <a:lnTo>
                    <a:pt x="549227" y="294636"/>
                  </a:lnTo>
                  <a:lnTo>
                    <a:pt x="547920" y="295308"/>
                  </a:lnTo>
                  <a:lnTo>
                    <a:pt x="546661" y="295413"/>
                  </a:lnTo>
                  <a:lnTo>
                    <a:pt x="545446" y="294949"/>
                  </a:lnTo>
                  <a:lnTo>
                    <a:pt x="544069" y="293919"/>
                  </a:lnTo>
                  <a:lnTo>
                    <a:pt x="541760" y="291528"/>
                  </a:lnTo>
                  <a:lnTo>
                    <a:pt x="539005" y="289166"/>
                  </a:lnTo>
                  <a:lnTo>
                    <a:pt x="537076" y="288044"/>
                  </a:lnTo>
                  <a:lnTo>
                    <a:pt x="537003" y="288362"/>
                  </a:lnTo>
                  <a:lnTo>
                    <a:pt x="538142" y="289752"/>
                  </a:lnTo>
                  <a:lnTo>
                    <a:pt x="539810" y="291354"/>
                  </a:lnTo>
                  <a:lnTo>
                    <a:pt x="544030" y="296064"/>
                  </a:lnTo>
                  <a:lnTo>
                    <a:pt x="545513" y="297254"/>
                  </a:lnTo>
                  <a:lnTo>
                    <a:pt x="545366" y="298100"/>
                  </a:lnTo>
                  <a:lnTo>
                    <a:pt x="542702" y="298853"/>
                  </a:lnTo>
                  <a:lnTo>
                    <a:pt x="539467" y="300472"/>
                  </a:lnTo>
                  <a:lnTo>
                    <a:pt x="537884" y="301664"/>
                  </a:lnTo>
                  <a:lnTo>
                    <a:pt x="535439" y="304555"/>
                  </a:lnTo>
                  <a:lnTo>
                    <a:pt x="534590" y="305004"/>
                  </a:lnTo>
                  <a:lnTo>
                    <a:pt x="530933" y="305731"/>
                  </a:lnTo>
                  <a:lnTo>
                    <a:pt x="529726" y="305554"/>
                  </a:lnTo>
                  <a:lnTo>
                    <a:pt x="527021" y="303961"/>
                  </a:lnTo>
                  <a:lnTo>
                    <a:pt x="522948" y="302919"/>
                  </a:lnTo>
                  <a:lnTo>
                    <a:pt x="520549" y="301993"/>
                  </a:lnTo>
                  <a:lnTo>
                    <a:pt x="517214" y="300316"/>
                  </a:lnTo>
                  <a:lnTo>
                    <a:pt x="518361" y="302152"/>
                  </a:lnTo>
                  <a:lnTo>
                    <a:pt x="524786" y="304949"/>
                  </a:lnTo>
                  <a:lnTo>
                    <a:pt x="525487" y="305851"/>
                  </a:lnTo>
                  <a:lnTo>
                    <a:pt x="524173" y="307530"/>
                  </a:lnTo>
                  <a:lnTo>
                    <a:pt x="523366" y="308144"/>
                  </a:lnTo>
                  <a:lnTo>
                    <a:pt x="521837" y="308273"/>
                  </a:lnTo>
                  <a:lnTo>
                    <a:pt x="519582" y="307921"/>
                  </a:lnTo>
                  <a:lnTo>
                    <a:pt x="517277" y="307993"/>
                  </a:lnTo>
                  <a:lnTo>
                    <a:pt x="514921" y="308486"/>
                  </a:lnTo>
                  <a:lnTo>
                    <a:pt x="513907" y="309116"/>
                  </a:lnTo>
                  <a:lnTo>
                    <a:pt x="514237" y="309882"/>
                  </a:lnTo>
                  <a:lnTo>
                    <a:pt x="514798" y="310580"/>
                  </a:lnTo>
                  <a:lnTo>
                    <a:pt x="515591" y="311210"/>
                  </a:lnTo>
                  <a:lnTo>
                    <a:pt x="516332" y="311204"/>
                  </a:lnTo>
                  <a:lnTo>
                    <a:pt x="518128" y="309295"/>
                  </a:lnTo>
                  <a:lnTo>
                    <a:pt x="519490" y="309159"/>
                  </a:lnTo>
                  <a:lnTo>
                    <a:pt x="523087" y="309630"/>
                  </a:lnTo>
                  <a:lnTo>
                    <a:pt x="526725" y="308141"/>
                  </a:lnTo>
                  <a:lnTo>
                    <a:pt x="529346" y="307499"/>
                  </a:lnTo>
                  <a:lnTo>
                    <a:pt x="531314" y="307334"/>
                  </a:lnTo>
                  <a:lnTo>
                    <a:pt x="538464" y="305059"/>
                  </a:lnTo>
                  <a:lnTo>
                    <a:pt x="539949" y="302512"/>
                  </a:lnTo>
                  <a:lnTo>
                    <a:pt x="542348" y="301492"/>
                  </a:lnTo>
                  <a:lnTo>
                    <a:pt x="547683" y="300710"/>
                  </a:lnTo>
                  <a:lnTo>
                    <a:pt x="552845" y="301111"/>
                  </a:lnTo>
                  <a:lnTo>
                    <a:pt x="555498" y="301439"/>
                  </a:lnTo>
                  <a:lnTo>
                    <a:pt x="557648" y="303847"/>
                  </a:lnTo>
                  <a:lnTo>
                    <a:pt x="560531" y="305552"/>
                  </a:lnTo>
                  <a:lnTo>
                    <a:pt x="562935" y="307497"/>
                  </a:lnTo>
                  <a:lnTo>
                    <a:pt x="565751" y="308138"/>
                  </a:lnTo>
                  <a:lnTo>
                    <a:pt x="567384" y="310726"/>
                  </a:lnTo>
                  <a:lnTo>
                    <a:pt x="571950" y="313619"/>
                  </a:lnTo>
                  <a:lnTo>
                    <a:pt x="574856" y="314241"/>
                  </a:lnTo>
                  <a:lnTo>
                    <a:pt x="576649" y="315617"/>
                  </a:lnTo>
                  <a:lnTo>
                    <a:pt x="576795" y="321458"/>
                  </a:lnTo>
                  <a:lnTo>
                    <a:pt x="576985" y="323980"/>
                  </a:lnTo>
                  <a:lnTo>
                    <a:pt x="576212" y="330960"/>
                  </a:lnTo>
                  <a:lnTo>
                    <a:pt x="573880" y="332569"/>
                  </a:lnTo>
                  <a:lnTo>
                    <a:pt x="574345" y="336248"/>
                  </a:lnTo>
                  <a:lnTo>
                    <a:pt x="573732" y="339225"/>
                  </a:lnTo>
                  <a:lnTo>
                    <a:pt x="571412" y="338095"/>
                  </a:lnTo>
                  <a:lnTo>
                    <a:pt x="569035" y="336140"/>
                  </a:lnTo>
                  <a:lnTo>
                    <a:pt x="563344" y="333107"/>
                  </a:lnTo>
                  <a:lnTo>
                    <a:pt x="558049" y="331157"/>
                  </a:lnTo>
                  <a:lnTo>
                    <a:pt x="555991" y="329388"/>
                  </a:lnTo>
                  <a:lnTo>
                    <a:pt x="553567" y="328020"/>
                  </a:lnTo>
                  <a:lnTo>
                    <a:pt x="550279" y="322448"/>
                  </a:lnTo>
                  <a:lnTo>
                    <a:pt x="548137" y="315521"/>
                  </a:lnTo>
                  <a:lnTo>
                    <a:pt x="547197" y="312096"/>
                  </a:lnTo>
                  <a:lnTo>
                    <a:pt x="545396" y="311904"/>
                  </a:lnTo>
                  <a:lnTo>
                    <a:pt x="543081" y="312821"/>
                  </a:lnTo>
                  <a:lnTo>
                    <a:pt x="541059" y="313791"/>
                  </a:lnTo>
                  <a:lnTo>
                    <a:pt x="540090" y="315450"/>
                  </a:lnTo>
                  <a:lnTo>
                    <a:pt x="533220" y="317732"/>
                  </a:lnTo>
                  <a:lnTo>
                    <a:pt x="530726" y="319295"/>
                  </a:lnTo>
                  <a:lnTo>
                    <a:pt x="529304" y="319249"/>
                  </a:lnTo>
                  <a:lnTo>
                    <a:pt x="524173" y="321605"/>
                  </a:lnTo>
                  <a:lnTo>
                    <a:pt x="526229" y="322733"/>
                  </a:lnTo>
                  <a:lnTo>
                    <a:pt x="527188" y="322876"/>
                  </a:lnTo>
                  <a:lnTo>
                    <a:pt x="529261" y="322238"/>
                  </a:lnTo>
                  <a:lnTo>
                    <a:pt x="530507" y="321425"/>
                  </a:lnTo>
                  <a:lnTo>
                    <a:pt x="535183" y="319196"/>
                  </a:lnTo>
                  <a:lnTo>
                    <a:pt x="538937" y="318815"/>
                  </a:lnTo>
                  <a:lnTo>
                    <a:pt x="540299" y="317854"/>
                  </a:lnTo>
                  <a:lnTo>
                    <a:pt x="543168" y="316481"/>
                  </a:lnTo>
                  <a:lnTo>
                    <a:pt x="545115" y="316118"/>
                  </a:lnTo>
                  <a:lnTo>
                    <a:pt x="545386" y="316466"/>
                  </a:lnTo>
                  <a:lnTo>
                    <a:pt x="545595" y="317089"/>
                  </a:lnTo>
                  <a:lnTo>
                    <a:pt x="546970" y="325544"/>
                  </a:lnTo>
                  <a:lnTo>
                    <a:pt x="546394" y="327795"/>
                  </a:lnTo>
                  <a:lnTo>
                    <a:pt x="544847" y="328770"/>
                  </a:lnTo>
                  <a:lnTo>
                    <a:pt x="541542" y="330370"/>
                  </a:lnTo>
                  <a:lnTo>
                    <a:pt x="540682" y="331145"/>
                  </a:lnTo>
                  <a:lnTo>
                    <a:pt x="541657" y="332504"/>
                  </a:lnTo>
                  <a:lnTo>
                    <a:pt x="544765" y="331223"/>
                  </a:lnTo>
                  <a:lnTo>
                    <a:pt x="546779" y="329833"/>
                  </a:lnTo>
                  <a:lnTo>
                    <a:pt x="547852" y="330340"/>
                  </a:lnTo>
                  <a:lnTo>
                    <a:pt x="549614" y="332467"/>
                  </a:lnTo>
                  <a:lnTo>
                    <a:pt x="551600" y="333558"/>
                  </a:lnTo>
                  <a:lnTo>
                    <a:pt x="556648" y="336825"/>
                  </a:lnTo>
                  <a:lnTo>
                    <a:pt x="559040" y="338626"/>
                  </a:lnTo>
                  <a:lnTo>
                    <a:pt x="562403" y="340363"/>
                  </a:lnTo>
                  <a:lnTo>
                    <a:pt x="566209" y="342774"/>
                  </a:lnTo>
                  <a:lnTo>
                    <a:pt x="567200" y="343624"/>
                  </a:lnTo>
                  <a:lnTo>
                    <a:pt x="570678" y="344876"/>
                  </a:lnTo>
                  <a:lnTo>
                    <a:pt x="571420" y="345303"/>
                  </a:lnTo>
                  <a:lnTo>
                    <a:pt x="572858" y="349558"/>
                  </a:lnTo>
                  <a:lnTo>
                    <a:pt x="574058" y="350032"/>
                  </a:lnTo>
                  <a:lnTo>
                    <a:pt x="577520" y="350302"/>
                  </a:lnTo>
                  <a:lnTo>
                    <a:pt x="576911" y="351952"/>
                  </a:lnTo>
                  <a:lnTo>
                    <a:pt x="573530" y="355624"/>
                  </a:lnTo>
                  <a:lnTo>
                    <a:pt x="571782" y="356796"/>
                  </a:lnTo>
                  <a:lnTo>
                    <a:pt x="571348" y="357518"/>
                  </a:lnTo>
                  <a:lnTo>
                    <a:pt x="571514" y="358811"/>
                  </a:lnTo>
                  <a:lnTo>
                    <a:pt x="571615" y="360975"/>
                  </a:lnTo>
                  <a:lnTo>
                    <a:pt x="572320" y="364958"/>
                  </a:lnTo>
                  <a:lnTo>
                    <a:pt x="573113" y="361270"/>
                  </a:lnTo>
                  <a:lnTo>
                    <a:pt x="573666" y="359531"/>
                  </a:lnTo>
                  <a:lnTo>
                    <a:pt x="574407" y="359010"/>
                  </a:lnTo>
                  <a:lnTo>
                    <a:pt x="575136" y="358934"/>
                  </a:lnTo>
                  <a:lnTo>
                    <a:pt x="577500" y="357289"/>
                  </a:lnTo>
                  <a:lnTo>
                    <a:pt x="579875" y="358172"/>
                  </a:lnTo>
                  <a:lnTo>
                    <a:pt x="580492" y="362334"/>
                  </a:lnTo>
                  <a:lnTo>
                    <a:pt x="580796" y="366220"/>
                  </a:lnTo>
                  <a:lnTo>
                    <a:pt x="580586" y="369576"/>
                  </a:lnTo>
                  <a:lnTo>
                    <a:pt x="580848" y="374792"/>
                  </a:lnTo>
                  <a:lnTo>
                    <a:pt x="580758" y="376552"/>
                  </a:lnTo>
                  <a:lnTo>
                    <a:pt x="581319" y="378079"/>
                  </a:lnTo>
                  <a:lnTo>
                    <a:pt x="581900" y="384407"/>
                  </a:lnTo>
                  <a:lnTo>
                    <a:pt x="582482" y="386306"/>
                  </a:lnTo>
                  <a:lnTo>
                    <a:pt x="581314" y="388009"/>
                  </a:lnTo>
                  <a:lnTo>
                    <a:pt x="577703" y="388751"/>
                  </a:lnTo>
                  <a:lnTo>
                    <a:pt x="576275" y="387911"/>
                  </a:lnTo>
                  <a:lnTo>
                    <a:pt x="572700" y="388191"/>
                  </a:lnTo>
                  <a:lnTo>
                    <a:pt x="572696" y="386692"/>
                  </a:lnTo>
                  <a:lnTo>
                    <a:pt x="572521" y="384974"/>
                  </a:lnTo>
                  <a:lnTo>
                    <a:pt x="572507" y="383773"/>
                  </a:lnTo>
                  <a:lnTo>
                    <a:pt x="572269" y="382687"/>
                  </a:lnTo>
                  <a:lnTo>
                    <a:pt x="572099" y="376443"/>
                  </a:lnTo>
                  <a:lnTo>
                    <a:pt x="571088" y="377985"/>
                  </a:lnTo>
                  <a:lnTo>
                    <a:pt x="571028" y="379250"/>
                  </a:lnTo>
                  <a:lnTo>
                    <a:pt x="570759" y="380537"/>
                  </a:lnTo>
                  <a:lnTo>
                    <a:pt x="570139" y="387278"/>
                  </a:lnTo>
                  <a:lnTo>
                    <a:pt x="569219" y="388933"/>
                  </a:lnTo>
                  <a:lnTo>
                    <a:pt x="566359" y="388535"/>
                  </a:lnTo>
                  <a:lnTo>
                    <a:pt x="563542" y="388780"/>
                  </a:lnTo>
                  <a:lnTo>
                    <a:pt x="561984" y="388529"/>
                  </a:lnTo>
                  <a:lnTo>
                    <a:pt x="556715" y="385450"/>
                  </a:lnTo>
                  <a:lnTo>
                    <a:pt x="554676" y="382664"/>
                  </a:lnTo>
                  <a:lnTo>
                    <a:pt x="552871" y="378480"/>
                  </a:lnTo>
                  <a:lnTo>
                    <a:pt x="551756" y="374570"/>
                  </a:lnTo>
                  <a:lnTo>
                    <a:pt x="551334" y="370937"/>
                  </a:lnTo>
                  <a:lnTo>
                    <a:pt x="550070" y="367980"/>
                  </a:lnTo>
                  <a:lnTo>
                    <a:pt x="547967" y="365701"/>
                  </a:lnTo>
                  <a:lnTo>
                    <a:pt x="545482" y="363852"/>
                  </a:lnTo>
                  <a:lnTo>
                    <a:pt x="542616" y="362438"/>
                  </a:lnTo>
                  <a:lnTo>
                    <a:pt x="540100" y="360613"/>
                  </a:lnTo>
                  <a:lnTo>
                    <a:pt x="537933" y="358381"/>
                  </a:lnTo>
                  <a:lnTo>
                    <a:pt x="535548" y="356644"/>
                  </a:lnTo>
                  <a:lnTo>
                    <a:pt x="532944" y="355406"/>
                  </a:lnTo>
                  <a:lnTo>
                    <a:pt x="529239" y="354874"/>
                  </a:lnTo>
                  <a:lnTo>
                    <a:pt x="523822" y="355069"/>
                  </a:lnTo>
                  <a:lnTo>
                    <a:pt x="520164" y="353673"/>
                  </a:lnTo>
                  <a:lnTo>
                    <a:pt x="519294" y="353792"/>
                  </a:lnTo>
                  <a:lnTo>
                    <a:pt x="518442" y="354512"/>
                  </a:lnTo>
                  <a:lnTo>
                    <a:pt x="519069" y="356566"/>
                  </a:lnTo>
                  <a:lnTo>
                    <a:pt x="523269" y="357508"/>
                  </a:lnTo>
                  <a:lnTo>
                    <a:pt x="526507" y="357723"/>
                  </a:lnTo>
                  <a:lnTo>
                    <a:pt x="530799" y="357589"/>
                  </a:lnTo>
                  <a:lnTo>
                    <a:pt x="533426" y="358117"/>
                  </a:lnTo>
                  <a:lnTo>
                    <a:pt x="534390" y="359306"/>
                  </a:lnTo>
                  <a:lnTo>
                    <a:pt x="535053" y="361423"/>
                  </a:lnTo>
                  <a:lnTo>
                    <a:pt x="535415" y="364466"/>
                  </a:lnTo>
                  <a:lnTo>
                    <a:pt x="534567" y="366881"/>
                  </a:lnTo>
                  <a:lnTo>
                    <a:pt x="531480" y="369563"/>
                  </a:lnTo>
                  <a:lnTo>
                    <a:pt x="529851" y="370820"/>
                  </a:lnTo>
                  <a:lnTo>
                    <a:pt x="525100" y="373231"/>
                  </a:lnTo>
                  <a:lnTo>
                    <a:pt x="523488" y="373769"/>
                  </a:lnTo>
                  <a:lnTo>
                    <a:pt x="519520" y="373933"/>
                  </a:lnTo>
                  <a:lnTo>
                    <a:pt x="516473" y="373701"/>
                  </a:lnTo>
                  <a:lnTo>
                    <a:pt x="512463" y="372499"/>
                  </a:lnTo>
                  <a:lnTo>
                    <a:pt x="510191" y="372255"/>
                  </a:lnTo>
                  <a:lnTo>
                    <a:pt x="505487" y="372094"/>
                  </a:lnTo>
                  <a:lnTo>
                    <a:pt x="504405" y="372515"/>
                  </a:lnTo>
                  <a:lnTo>
                    <a:pt x="505618" y="373804"/>
                  </a:lnTo>
                  <a:lnTo>
                    <a:pt x="507613" y="374534"/>
                  </a:lnTo>
                  <a:lnTo>
                    <a:pt x="509018" y="375402"/>
                  </a:lnTo>
                  <a:lnTo>
                    <a:pt x="509164" y="377048"/>
                  </a:lnTo>
                  <a:lnTo>
                    <a:pt x="508658" y="379493"/>
                  </a:lnTo>
                  <a:lnTo>
                    <a:pt x="508136" y="381200"/>
                  </a:lnTo>
                  <a:lnTo>
                    <a:pt x="507275" y="382481"/>
                  </a:lnTo>
                  <a:lnTo>
                    <a:pt x="504189" y="384907"/>
                  </a:lnTo>
                  <a:lnTo>
                    <a:pt x="502910" y="385675"/>
                  </a:lnTo>
                  <a:lnTo>
                    <a:pt x="497156" y="388217"/>
                  </a:lnTo>
                  <a:lnTo>
                    <a:pt x="496755" y="388707"/>
                  </a:lnTo>
                  <a:lnTo>
                    <a:pt x="498102" y="388640"/>
                  </a:lnTo>
                  <a:lnTo>
                    <a:pt x="501740" y="387737"/>
                  </a:lnTo>
                  <a:lnTo>
                    <a:pt x="502787" y="387763"/>
                  </a:lnTo>
                  <a:lnTo>
                    <a:pt x="508758" y="389969"/>
                  </a:lnTo>
                  <a:lnTo>
                    <a:pt x="513516" y="389838"/>
                  </a:lnTo>
                  <a:lnTo>
                    <a:pt x="523155" y="387803"/>
                  </a:lnTo>
                  <a:lnTo>
                    <a:pt x="523947" y="387842"/>
                  </a:lnTo>
                  <a:lnTo>
                    <a:pt x="524580" y="388163"/>
                  </a:lnTo>
                  <a:lnTo>
                    <a:pt x="525219" y="388926"/>
                  </a:lnTo>
                  <a:lnTo>
                    <a:pt x="525867" y="390135"/>
                  </a:lnTo>
                  <a:lnTo>
                    <a:pt x="525090" y="391304"/>
                  </a:lnTo>
                  <a:lnTo>
                    <a:pt x="522889" y="392432"/>
                  </a:lnTo>
                  <a:lnTo>
                    <a:pt x="519461" y="393546"/>
                  </a:lnTo>
                  <a:lnTo>
                    <a:pt x="517977" y="394299"/>
                  </a:lnTo>
                  <a:lnTo>
                    <a:pt x="516559" y="395439"/>
                  </a:lnTo>
                  <a:lnTo>
                    <a:pt x="513916" y="398177"/>
                  </a:lnTo>
                  <a:lnTo>
                    <a:pt x="513144" y="401021"/>
                  </a:lnTo>
                  <a:lnTo>
                    <a:pt x="515922" y="402103"/>
                  </a:lnTo>
                  <a:lnTo>
                    <a:pt x="517171" y="400734"/>
                  </a:lnTo>
                  <a:lnTo>
                    <a:pt x="518644" y="397694"/>
                  </a:lnTo>
                  <a:lnTo>
                    <a:pt x="519970" y="395909"/>
                  </a:lnTo>
                  <a:lnTo>
                    <a:pt x="523099" y="394699"/>
                  </a:lnTo>
                  <a:lnTo>
                    <a:pt x="526920" y="395315"/>
                  </a:lnTo>
                  <a:lnTo>
                    <a:pt x="529872" y="394598"/>
                  </a:lnTo>
                  <a:lnTo>
                    <a:pt x="535900" y="391602"/>
                  </a:lnTo>
                  <a:lnTo>
                    <a:pt x="536979" y="391419"/>
                  </a:lnTo>
                  <a:lnTo>
                    <a:pt x="545848" y="393136"/>
                  </a:lnTo>
                  <a:lnTo>
                    <a:pt x="553885" y="396501"/>
                  </a:lnTo>
                  <a:lnTo>
                    <a:pt x="558129" y="397739"/>
                  </a:lnTo>
                  <a:lnTo>
                    <a:pt x="563739" y="398469"/>
                  </a:lnTo>
                  <a:lnTo>
                    <a:pt x="573832" y="398137"/>
                  </a:lnTo>
                  <a:lnTo>
                    <a:pt x="574716" y="398666"/>
                  </a:lnTo>
                  <a:lnTo>
                    <a:pt x="574388" y="399858"/>
                  </a:lnTo>
                  <a:lnTo>
                    <a:pt x="573802" y="400868"/>
                  </a:lnTo>
                  <a:lnTo>
                    <a:pt x="572121" y="402276"/>
                  </a:lnTo>
                  <a:lnTo>
                    <a:pt x="570079" y="403207"/>
                  </a:lnTo>
                  <a:lnTo>
                    <a:pt x="568815" y="403470"/>
                  </a:lnTo>
                  <a:lnTo>
                    <a:pt x="567740" y="404135"/>
                  </a:lnTo>
                  <a:lnTo>
                    <a:pt x="565324" y="404785"/>
                  </a:lnTo>
                  <a:lnTo>
                    <a:pt x="564705" y="405313"/>
                  </a:lnTo>
                  <a:lnTo>
                    <a:pt x="565541" y="407622"/>
                  </a:lnTo>
                  <a:lnTo>
                    <a:pt x="565144" y="407980"/>
                  </a:lnTo>
                  <a:lnTo>
                    <a:pt x="563016" y="408017"/>
                  </a:lnTo>
                  <a:lnTo>
                    <a:pt x="559432" y="409522"/>
                  </a:lnTo>
                  <a:lnTo>
                    <a:pt x="556490" y="409414"/>
                  </a:lnTo>
                  <a:lnTo>
                    <a:pt x="555876" y="409635"/>
                  </a:lnTo>
                  <a:lnTo>
                    <a:pt x="556434" y="410193"/>
                  </a:lnTo>
                  <a:lnTo>
                    <a:pt x="557028" y="411271"/>
                  </a:lnTo>
                  <a:lnTo>
                    <a:pt x="557656" y="412869"/>
                  </a:lnTo>
                  <a:lnTo>
                    <a:pt x="557310" y="414011"/>
                  </a:lnTo>
                  <a:lnTo>
                    <a:pt x="555991" y="414692"/>
                  </a:lnTo>
                  <a:lnTo>
                    <a:pt x="554991" y="414914"/>
                  </a:lnTo>
                  <a:lnTo>
                    <a:pt x="551540" y="413959"/>
                  </a:lnTo>
                  <a:lnTo>
                    <a:pt x="550982" y="414102"/>
                  </a:lnTo>
                  <a:lnTo>
                    <a:pt x="551486" y="414787"/>
                  </a:lnTo>
                  <a:lnTo>
                    <a:pt x="551773" y="415833"/>
                  </a:lnTo>
                  <a:lnTo>
                    <a:pt x="551843" y="417241"/>
                  </a:lnTo>
                  <a:lnTo>
                    <a:pt x="550995" y="418423"/>
                  </a:lnTo>
                  <a:lnTo>
                    <a:pt x="549229" y="419375"/>
                  </a:lnTo>
                  <a:lnTo>
                    <a:pt x="545941" y="421995"/>
                  </a:lnTo>
                  <a:lnTo>
                    <a:pt x="544510" y="422744"/>
                  </a:lnTo>
                  <a:lnTo>
                    <a:pt x="541491" y="423363"/>
                  </a:lnTo>
                  <a:lnTo>
                    <a:pt x="540854" y="423705"/>
                  </a:lnTo>
                  <a:lnTo>
                    <a:pt x="542082" y="425716"/>
                  </a:lnTo>
                  <a:lnTo>
                    <a:pt x="541946" y="426523"/>
                  </a:lnTo>
                  <a:lnTo>
                    <a:pt x="539904" y="428697"/>
                  </a:lnTo>
                  <a:lnTo>
                    <a:pt x="536818" y="430053"/>
                  </a:lnTo>
                  <a:lnTo>
                    <a:pt x="536396" y="430785"/>
                  </a:lnTo>
                  <a:lnTo>
                    <a:pt x="536110" y="432750"/>
                  </a:lnTo>
                  <a:lnTo>
                    <a:pt x="535886" y="433532"/>
                  </a:lnTo>
                  <a:lnTo>
                    <a:pt x="535069" y="434658"/>
                  </a:lnTo>
                  <a:lnTo>
                    <a:pt x="532141" y="436803"/>
                  </a:lnTo>
                  <a:lnTo>
                    <a:pt x="530066" y="437871"/>
                  </a:lnTo>
                  <a:lnTo>
                    <a:pt x="529037" y="438745"/>
                  </a:lnTo>
                  <a:lnTo>
                    <a:pt x="527763" y="440205"/>
                  </a:lnTo>
                  <a:lnTo>
                    <a:pt x="526156" y="440980"/>
                  </a:lnTo>
                  <a:lnTo>
                    <a:pt x="524217" y="441071"/>
                  </a:lnTo>
                  <a:lnTo>
                    <a:pt x="522382" y="441618"/>
                  </a:lnTo>
                  <a:lnTo>
                    <a:pt x="519363" y="443170"/>
                  </a:lnTo>
                  <a:lnTo>
                    <a:pt x="517261" y="443687"/>
                  </a:lnTo>
                  <a:lnTo>
                    <a:pt x="510619" y="446370"/>
                  </a:lnTo>
                  <a:lnTo>
                    <a:pt x="507493" y="446799"/>
                  </a:lnTo>
                  <a:lnTo>
                    <a:pt x="504790" y="447758"/>
                  </a:lnTo>
                  <a:lnTo>
                    <a:pt x="499228" y="450321"/>
                  </a:lnTo>
                  <a:lnTo>
                    <a:pt x="496578" y="451145"/>
                  </a:lnTo>
                  <a:lnTo>
                    <a:pt x="494740" y="452125"/>
                  </a:lnTo>
                  <a:lnTo>
                    <a:pt x="492734" y="452404"/>
                  </a:lnTo>
                  <a:lnTo>
                    <a:pt x="489471" y="451768"/>
                  </a:lnTo>
                  <a:lnTo>
                    <a:pt x="487711" y="451746"/>
                  </a:lnTo>
                  <a:lnTo>
                    <a:pt x="486630" y="452132"/>
                  </a:lnTo>
                  <a:lnTo>
                    <a:pt x="485638" y="452918"/>
                  </a:lnTo>
                  <a:lnTo>
                    <a:pt x="483998" y="455074"/>
                  </a:lnTo>
                  <a:lnTo>
                    <a:pt x="482606" y="455241"/>
                  </a:lnTo>
                  <a:lnTo>
                    <a:pt x="478042" y="453531"/>
                  </a:lnTo>
                  <a:lnTo>
                    <a:pt x="478135" y="454306"/>
                  </a:lnTo>
                  <a:lnTo>
                    <a:pt x="479341" y="456156"/>
                  </a:lnTo>
                  <a:lnTo>
                    <a:pt x="479283" y="457469"/>
                  </a:lnTo>
                  <a:lnTo>
                    <a:pt x="476569" y="458801"/>
                  </a:lnTo>
                  <a:lnTo>
                    <a:pt x="475106" y="459141"/>
                  </a:lnTo>
                  <a:lnTo>
                    <a:pt x="472950" y="458594"/>
                  </a:lnTo>
                  <a:lnTo>
                    <a:pt x="470099" y="457157"/>
                  </a:lnTo>
                  <a:lnTo>
                    <a:pt x="466437" y="454157"/>
                  </a:lnTo>
                  <a:lnTo>
                    <a:pt x="461949" y="449579"/>
                  </a:lnTo>
                  <a:lnTo>
                    <a:pt x="459789" y="448031"/>
                  </a:lnTo>
                  <a:lnTo>
                    <a:pt x="459945" y="449500"/>
                  </a:lnTo>
                  <a:lnTo>
                    <a:pt x="460446" y="450936"/>
                  </a:lnTo>
                  <a:lnTo>
                    <a:pt x="461291" y="452335"/>
                  </a:lnTo>
                  <a:lnTo>
                    <a:pt x="461462" y="453351"/>
                  </a:lnTo>
                  <a:lnTo>
                    <a:pt x="460961" y="453980"/>
                  </a:lnTo>
                  <a:lnTo>
                    <a:pt x="460301" y="454297"/>
                  </a:lnTo>
                  <a:lnTo>
                    <a:pt x="459481" y="454302"/>
                  </a:lnTo>
                  <a:lnTo>
                    <a:pt x="459342" y="454658"/>
                  </a:lnTo>
                  <a:lnTo>
                    <a:pt x="460681" y="456843"/>
                  </a:lnTo>
                  <a:lnTo>
                    <a:pt x="461736" y="459086"/>
                  </a:lnTo>
                  <a:lnTo>
                    <a:pt x="461639" y="461216"/>
                  </a:lnTo>
                  <a:lnTo>
                    <a:pt x="460387" y="463233"/>
                  </a:lnTo>
                  <a:lnTo>
                    <a:pt x="459311" y="464417"/>
                  </a:lnTo>
                  <a:lnTo>
                    <a:pt x="458412" y="464766"/>
                  </a:lnTo>
                  <a:lnTo>
                    <a:pt x="453083" y="469798"/>
                  </a:lnTo>
                  <a:lnTo>
                    <a:pt x="451599" y="470431"/>
                  </a:lnTo>
                  <a:lnTo>
                    <a:pt x="450924" y="471053"/>
                  </a:lnTo>
                  <a:lnTo>
                    <a:pt x="450369" y="471983"/>
                  </a:lnTo>
                  <a:lnTo>
                    <a:pt x="448818" y="476149"/>
                  </a:lnTo>
                  <a:lnTo>
                    <a:pt x="448190" y="477420"/>
                  </a:lnTo>
                  <a:lnTo>
                    <a:pt x="446945" y="479075"/>
                  </a:lnTo>
                  <a:lnTo>
                    <a:pt x="446424" y="479362"/>
                  </a:lnTo>
                  <a:lnTo>
                    <a:pt x="446275" y="480036"/>
                  </a:lnTo>
                  <a:lnTo>
                    <a:pt x="446500" y="481101"/>
                  </a:lnTo>
                  <a:lnTo>
                    <a:pt x="446156" y="482874"/>
                  </a:lnTo>
                  <a:lnTo>
                    <a:pt x="445246" y="485354"/>
                  </a:lnTo>
                  <a:lnTo>
                    <a:pt x="442144" y="492207"/>
                  </a:lnTo>
                  <a:lnTo>
                    <a:pt x="439642" y="498601"/>
                  </a:lnTo>
                  <a:lnTo>
                    <a:pt x="438545" y="500694"/>
                  </a:lnTo>
                  <a:lnTo>
                    <a:pt x="437743" y="501582"/>
                  </a:lnTo>
                  <a:lnTo>
                    <a:pt x="437235" y="501264"/>
                  </a:lnTo>
                  <a:lnTo>
                    <a:pt x="435995" y="501430"/>
                  </a:lnTo>
                  <a:lnTo>
                    <a:pt x="435393" y="502554"/>
                  </a:lnTo>
                  <a:lnTo>
                    <a:pt x="434847" y="504587"/>
                  </a:lnTo>
                  <a:lnTo>
                    <a:pt x="434253" y="506137"/>
                  </a:lnTo>
                  <a:lnTo>
                    <a:pt x="433611" y="507204"/>
                  </a:lnTo>
                  <a:lnTo>
                    <a:pt x="428593" y="511802"/>
                  </a:lnTo>
                  <a:lnTo>
                    <a:pt x="427300" y="512655"/>
                  </a:lnTo>
                  <a:lnTo>
                    <a:pt x="426138" y="512116"/>
                  </a:lnTo>
                  <a:lnTo>
                    <a:pt x="424766" y="512323"/>
                  </a:lnTo>
                  <a:lnTo>
                    <a:pt x="421923" y="509894"/>
                  </a:lnTo>
                  <a:lnTo>
                    <a:pt x="421430" y="509000"/>
                  </a:lnTo>
                  <a:lnTo>
                    <a:pt x="419593" y="507008"/>
                  </a:lnTo>
                  <a:lnTo>
                    <a:pt x="419654" y="508047"/>
                  </a:lnTo>
                  <a:lnTo>
                    <a:pt x="419962" y="508620"/>
                  </a:lnTo>
                  <a:lnTo>
                    <a:pt x="420219" y="509461"/>
                  </a:lnTo>
                  <a:lnTo>
                    <a:pt x="420862" y="510491"/>
                  </a:lnTo>
                  <a:lnTo>
                    <a:pt x="422286" y="515916"/>
                  </a:lnTo>
                  <a:lnTo>
                    <a:pt x="421159" y="517030"/>
                  </a:lnTo>
                  <a:lnTo>
                    <a:pt x="420153" y="518301"/>
                  </a:lnTo>
                  <a:lnTo>
                    <a:pt x="417584" y="520447"/>
                  </a:lnTo>
                  <a:lnTo>
                    <a:pt x="414807" y="524045"/>
                  </a:lnTo>
                  <a:lnTo>
                    <a:pt x="413780" y="525051"/>
                  </a:lnTo>
                  <a:lnTo>
                    <a:pt x="413552" y="522117"/>
                  </a:lnTo>
                  <a:lnTo>
                    <a:pt x="413669" y="521241"/>
                  </a:lnTo>
                  <a:lnTo>
                    <a:pt x="412098" y="519823"/>
                  </a:lnTo>
                  <a:lnTo>
                    <a:pt x="412149" y="520845"/>
                  </a:lnTo>
                  <a:lnTo>
                    <a:pt x="411988" y="521799"/>
                  </a:lnTo>
                  <a:lnTo>
                    <a:pt x="410849" y="525597"/>
                  </a:lnTo>
                  <a:lnTo>
                    <a:pt x="410532" y="526254"/>
                  </a:lnTo>
                  <a:lnTo>
                    <a:pt x="409972" y="526107"/>
                  </a:lnTo>
                  <a:lnTo>
                    <a:pt x="408749" y="526808"/>
                  </a:lnTo>
                  <a:lnTo>
                    <a:pt x="407497" y="526476"/>
                  </a:lnTo>
                  <a:lnTo>
                    <a:pt x="406436" y="524746"/>
                  </a:lnTo>
                  <a:lnTo>
                    <a:pt x="406017" y="523850"/>
                  </a:lnTo>
                  <a:lnTo>
                    <a:pt x="404082" y="526313"/>
                  </a:lnTo>
                  <a:lnTo>
                    <a:pt x="403142" y="526250"/>
                  </a:lnTo>
                  <a:lnTo>
                    <a:pt x="402985" y="528320"/>
                  </a:lnTo>
                  <a:lnTo>
                    <a:pt x="402074" y="530206"/>
                  </a:lnTo>
                  <a:lnTo>
                    <a:pt x="400870" y="531022"/>
                  </a:lnTo>
                  <a:lnTo>
                    <a:pt x="399193" y="530959"/>
                  </a:lnTo>
                  <a:lnTo>
                    <a:pt x="398166" y="532076"/>
                  </a:lnTo>
                  <a:lnTo>
                    <a:pt x="395888" y="530878"/>
                  </a:lnTo>
                  <a:lnTo>
                    <a:pt x="395360" y="528632"/>
                  </a:lnTo>
                  <a:lnTo>
                    <a:pt x="397166" y="525553"/>
                  </a:lnTo>
                  <a:lnTo>
                    <a:pt x="397676" y="524283"/>
                  </a:lnTo>
                  <a:lnTo>
                    <a:pt x="397345" y="522720"/>
                  </a:lnTo>
                  <a:lnTo>
                    <a:pt x="397784" y="520702"/>
                  </a:lnTo>
                  <a:lnTo>
                    <a:pt x="401229" y="514300"/>
                  </a:lnTo>
                  <a:lnTo>
                    <a:pt x="403565" y="511056"/>
                  </a:lnTo>
                  <a:lnTo>
                    <a:pt x="403429" y="510480"/>
                  </a:lnTo>
                  <a:lnTo>
                    <a:pt x="400258" y="509773"/>
                  </a:lnTo>
                  <a:lnTo>
                    <a:pt x="397488" y="508660"/>
                  </a:lnTo>
                  <a:lnTo>
                    <a:pt x="394788" y="508278"/>
                  </a:lnTo>
                  <a:lnTo>
                    <a:pt x="393596" y="508657"/>
                  </a:lnTo>
                  <a:lnTo>
                    <a:pt x="395498" y="510517"/>
                  </a:lnTo>
                  <a:lnTo>
                    <a:pt x="398187" y="512323"/>
                  </a:lnTo>
                  <a:lnTo>
                    <a:pt x="396863" y="514049"/>
                  </a:lnTo>
                  <a:lnTo>
                    <a:pt x="395722" y="515881"/>
                  </a:lnTo>
                  <a:lnTo>
                    <a:pt x="394541" y="520862"/>
                  </a:lnTo>
                  <a:lnTo>
                    <a:pt x="393786" y="522902"/>
                  </a:lnTo>
                  <a:lnTo>
                    <a:pt x="390854" y="520558"/>
                  </a:lnTo>
                  <a:lnTo>
                    <a:pt x="389466" y="519766"/>
                  </a:lnTo>
                  <a:lnTo>
                    <a:pt x="390348" y="522366"/>
                  </a:lnTo>
                  <a:lnTo>
                    <a:pt x="392918" y="524828"/>
                  </a:lnTo>
                  <a:lnTo>
                    <a:pt x="393082" y="525639"/>
                  </a:lnTo>
                  <a:lnTo>
                    <a:pt x="393065" y="528569"/>
                  </a:lnTo>
                  <a:lnTo>
                    <a:pt x="388144" y="531151"/>
                  </a:lnTo>
                  <a:lnTo>
                    <a:pt x="383009" y="531542"/>
                  </a:lnTo>
                  <a:lnTo>
                    <a:pt x="379325" y="532276"/>
                  </a:lnTo>
                  <a:lnTo>
                    <a:pt x="373107" y="533165"/>
                  </a:lnTo>
                  <a:lnTo>
                    <a:pt x="370693" y="533166"/>
                  </a:lnTo>
                  <a:lnTo>
                    <a:pt x="370489" y="534161"/>
                  </a:lnTo>
                  <a:lnTo>
                    <a:pt x="376570" y="538700"/>
                  </a:lnTo>
                  <a:lnTo>
                    <a:pt x="377456" y="539531"/>
                  </a:lnTo>
                  <a:lnTo>
                    <a:pt x="376609" y="541095"/>
                  </a:lnTo>
                  <a:lnTo>
                    <a:pt x="375353" y="542067"/>
                  </a:lnTo>
                  <a:lnTo>
                    <a:pt x="373376" y="545416"/>
                  </a:lnTo>
                  <a:lnTo>
                    <a:pt x="372345" y="546570"/>
                  </a:lnTo>
                  <a:lnTo>
                    <a:pt x="369789" y="548156"/>
                  </a:lnTo>
                  <a:lnTo>
                    <a:pt x="365083" y="546387"/>
                  </a:lnTo>
                  <a:lnTo>
                    <a:pt x="362664" y="547178"/>
                  </a:lnTo>
                  <a:lnTo>
                    <a:pt x="360350" y="546621"/>
                  </a:lnTo>
                  <a:lnTo>
                    <a:pt x="360301" y="548556"/>
                  </a:lnTo>
                  <a:lnTo>
                    <a:pt x="360993" y="549968"/>
                  </a:lnTo>
                  <a:lnTo>
                    <a:pt x="361694" y="553476"/>
                  </a:lnTo>
                  <a:lnTo>
                    <a:pt x="363247" y="553203"/>
                  </a:lnTo>
                  <a:lnTo>
                    <a:pt x="365221" y="552102"/>
                  </a:lnTo>
                  <a:lnTo>
                    <a:pt x="366746" y="554757"/>
                  </a:lnTo>
                  <a:lnTo>
                    <a:pt x="367750" y="559257"/>
                  </a:lnTo>
                  <a:lnTo>
                    <a:pt x="369502" y="561540"/>
                  </a:lnTo>
                  <a:lnTo>
                    <a:pt x="370281" y="563303"/>
                  </a:lnTo>
                  <a:lnTo>
                    <a:pt x="370594" y="564968"/>
                  </a:lnTo>
                  <a:lnTo>
                    <a:pt x="369502" y="566626"/>
                  </a:lnTo>
                  <a:lnTo>
                    <a:pt x="367240" y="568972"/>
                  </a:lnTo>
                  <a:lnTo>
                    <a:pt x="364731" y="569406"/>
                  </a:lnTo>
                  <a:lnTo>
                    <a:pt x="364869" y="571261"/>
                  </a:lnTo>
                  <a:lnTo>
                    <a:pt x="363787" y="572596"/>
                  </a:lnTo>
                  <a:lnTo>
                    <a:pt x="361483" y="572205"/>
                  </a:lnTo>
                  <a:lnTo>
                    <a:pt x="360407" y="571274"/>
                  </a:lnTo>
                  <a:lnTo>
                    <a:pt x="359290" y="570833"/>
                  </a:lnTo>
                  <a:lnTo>
                    <a:pt x="354711" y="570334"/>
                  </a:lnTo>
                  <a:lnTo>
                    <a:pt x="359321" y="573908"/>
                  </a:lnTo>
                  <a:lnTo>
                    <a:pt x="360961" y="575573"/>
                  </a:lnTo>
                  <a:lnTo>
                    <a:pt x="361691" y="574586"/>
                  </a:lnTo>
                  <a:lnTo>
                    <a:pt x="363288" y="574346"/>
                  </a:lnTo>
                  <a:lnTo>
                    <a:pt x="365649" y="575257"/>
                  </a:lnTo>
                  <a:lnTo>
                    <a:pt x="365256" y="581285"/>
                  </a:lnTo>
                  <a:lnTo>
                    <a:pt x="366290" y="586171"/>
                  </a:lnTo>
                  <a:lnTo>
                    <a:pt x="366414" y="587268"/>
                  </a:lnTo>
                  <a:lnTo>
                    <a:pt x="363903" y="590196"/>
                  </a:lnTo>
                  <a:lnTo>
                    <a:pt x="363861" y="592930"/>
                  </a:lnTo>
                  <a:lnTo>
                    <a:pt x="362366" y="593691"/>
                  </a:lnTo>
                  <a:lnTo>
                    <a:pt x="360755" y="593515"/>
                  </a:lnTo>
                  <a:lnTo>
                    <a:pt x="360671" y="596517"/>
                  </a:lnTo>
                  <a:lnTo>
                    <a:pt x="359579" y="598388"/>
                  </a:lnTo>
                  <a:lnTo>
                    <a:pt x="359773" y="599559"/>
                  </a:lnTo>
                  <a:lnTo>
                    <a:pt x="360085" y="600608"/>
                  </a:lnTo>
                  <a:lnTo>
                    <a:pt x="359089" y="602516"/>
                  </a:lnTo>
                  <a:lnTo>
                    <a:pt x="358189" y="604837"/>
                  </a:lnTo>
                  <a:lnTo>
                    <a:pt x="356904" y="606870"/>
                  </a:lnTo>
                  <a:lnTo>
                    <a:pt x="356223" y="606661"/>
                  </a:lnTo>
                  <a:lnTo>
                    <a:pt x="354178" y="606792"/>
                  </a:lnTo>
                  <a:lnTo>
                    <a:pt x="351719" y="606622"/>
                  </a:lnTo>
                  <a:lnTo>
                    <a:pt x="349729" y="603982"/>
                  </a:lnTo>
                  <a:lnTo>
                    <a:pt x="348904" y="603103"/>
                  </a:lnTo>
                  <a:lnTo>
                    <a:pt x="347971" y="602529"/>
                  </a:lnTo>
                  <a:lnTo>
                    <a:pt x="348329" y="604227"/>
                  </a:lnTo>
                  <a:lnTo>
                    <a:pt x="348885" y="605249"/>
                  </a:lnTo>
                  <a:lnTo>
                    <a:pt x="350722" y="607154"/>
                  </a:lnTo>
                  <a:lnTo>
                    <a:pt x="354104" y="609512"/>
                  </a:lnTo>
                  <a:lnTo>
                    <a:pt x="354000" y="611184"/>
                  </a:lnTo>
                  <a:lnTo>
                    <a:pt x="353095" y="611911"/>
                  </a:lnTo>
                  <a:lnTo>
                    <a:pt x="350986" y="616466"/>
                  </a:lnTo>
                  <a:lnTo>
                    <a:pt x="350238" y="616565"/>
                  </a:lnTo>
                  <a:lnTo>
                    <a:pt x="349291" y="617741"/>
                  </a:lnTo>
                  <a:lnTo>
                    <a:pt x="346369" y="617347"/>
                  </a:lnTo>
                  <a:lnTo>
                    <a:pt x="345141" y="616879"/>
                  </a:lnTo>
                  <a:lnTo>
                    <a:pt x="341537" y="617178"/>
                  </a:lnTo>
                  <a:lnTo>
                    <a:pt x="340311" y="616775"/>
                  </a:lnTo>
                  <a:lnTo>
                    <a:pt x="339260" y="616966"/>
                  </a:lnTo>
                  <a:lnTo>
                    <a:pt x="340241" y="618251"/>
                  </a:lnTo>
                  <a:lnTo>
                    <a:pt x="342303" y="619410"/>
                  </a:lnTo>
                  <a:lnTo>
                    <a:pt x="344648" y="620571"/>
                  </a:lnTo>
                  <a:lnTo>
                    <a:pt x="348216" y="621450"/>
                  </a:lnTo>
                  <a:lnTo>
                    <a:pt x="348086" y="623112"/>
                  </a:lnTo>
                  <a:lnTo>
                    <a:pt x="347192" y="624476"/>
                  </a:lnTo>
                  <a:lnTo>
                    <a:pt x="347705" y="626513"/>
                  </a:lnTo>
                  <a:lnTo>
                    <a:pt x="347306" y="627973"/>
                  </a:lnTo>
                  <a:lnTo>
                    <a:pt x="347135" y="629706"/>
                  </a:lnTo>
                  <a:lnTo>
                    <a:pt x="346302" y="633734"/>
                  </a:lnTo>
                  <a:lnTo>
                    <a:pt x="347271" y="636499"/>
                  </a:lnTo>
                  <a:lnTo>
                    <a:pt x="348328" y="637848"/>
                  </a:lnTo>
                  <a:lnTo>
                    <a:pt x="348206" y="639624"/>
                  </a:lnTo>
                  <a:lnTo>
                    <a:pt x="348701" y="642466"/>
                  </a:lnTo>
                  <a:lnTo>
                    <a:pt x="347117" y="645003"/>
                  </a:lnTo>
                  <a:lnTo>
                    <a:pt x="345803" y="644907"/>
                  </a:lnTo>
                  <a:lnTo>
                    <a:pt x="343930" y="645477"/>
                  </a:lnTo>
                  <a:lnTo>
                    <a:pt x="343306" y="646596"/>
                  </a:lnTo>
                  <a:lnTo>
                    <a:pt x="346278" y="647652"/>
                  </a:lnTo>
                  <a:lnTo>
                    <a:pt x="346008" y="649552"/>
                  </a:lnTo>
                  <a:lnTo>
                    <a:pt x="345198" y="651928"/>
                  </a:lnTo>
                  <a:lnTo>
                    <a:pt x="344346" y="657076"/>
                  </a:lnTo>
                  <a:lnTo>
                    <a:pt x="342617" y="665902"/>
                  </a:lnTo>
                  <a:lnTo>
                    <a:pt x="341810" y="674667"/>
                  </a:lnTo>
                  <a:lnTo>
                    <a:pt x="338097" y="681871"/>
                  </a:lnTo>
                  <a:lnTo>
                    <a:pt x="336781" y="682070"/>
                  </a:lnTo>
                  <a:lnTo>
                    <a:pt x="336450" y="682356"/>
                  </a:lnTo>
                  <a:lnTo>
                    <a:pt x="334642" y="681987"/>
                  </a:lnTo>
                  <a:lnTo>
                    <a:pt x="331803" y="680324"/>
                  </a:lnTo>
                  <a:lnTo>
                    <a:pt x="329604" y="679776"/>
                  </a:lnTo>
                  <a:lnTo>
                    <a:pt x="328120" y="679753"/>
                  </a:lnTo>
                  <a:lnTo>
                    <a:pt x="327928" y="680580"/>
                  </a:lnTo>
                  <a:lnTo>
                    <a:pt x="329159" y="681922"/>
                  </a:lnTo>
                  <a:lnTo>
                    <a:pt x="331041" y="682483"/>
                  </a:lnTo>
                  <a:lnTo>
                    <a:pt x="332544" y="683369"/>
                  </a:lnTo>
                  <a:lnTo>
                    <a:pt x="335240" y="684197"/>
                  </a:lnTo>
                  <a:lnTo>
                    <a:pt x="336179" y="685801"/>
                  </a:lnTo>
                  <a:lnTo>
                    <a:pt x="336820" y="687510"/>
                  </a:lnTo>
                  <a:lnTo>
                    <a:pt x="336725" y="688450"/>
                  </a:lnTo>
                  <a:lnTo>
                    <a:pt x="336720" y="689561"/>
                  </a:lnTo>
                  <a:lnTo>
                    <a:pt x="337202" y="695536"/>
                  </a:lnTo>
                  <a:lnTo>
                    <a:pt x="335931" y="697602"/>
                  </a:lnTo>
                  <a:lnTo>
                    <a:pt x="334962" y="699469"/>
                  </a:lnTo>
                  <a:lnTo>
                    <a:pt x="331592" y="699210"/>
                  </a:lnTo>
                  <a:lnTo>
                    <a:pt x="331006" y="698559"/>
                  </a:lnTo>
                  <a:lnTo>
                    <a:pt x="327753" y="696592"/>
                  </a:lnTo>
                  <a:lnTo>
                    <a:pt x="327953" y="697516"/>
                  </a:lnTo>
                  <a:lnTo>
                    <a:pt x="330306" y="700189"/>
                  </a:lnTo>
                  <a:lnTo>
                    <a:pt x="331126" y="701522"/>
                  </a:lnTo>
                  <a:lnTo>
                    <a:pt x="330578" y="701798"/>
                  </a:lnTo>
                  <a:lnTo>
                    <a:pt x="329628" y="701898"/>
                  </a:lnTo>
                  <a:lnTo>
                    <a:pt x="328303" y="702798"/>
                  </a:lnTo>
                  <a:lnTo>
                    <a:pt x="325913" y="702312"/>
                  </a:lnTo>
                  <a:lnTo>
                    <a:pt x="326045" y="700958"/>
                  </a:lnTo>
                  <a:lnTo>
                    <a:pt x="326498" y="699567"/>
                  </a:lnTo>
                  <a:lnTo>
                    <a:pt x="325405" y="699804"/>
                  </a:lnTo>
                  <a:lnTo>
                    <a:pt x="324188" y="700510"/>
                  </a:lnTo>
                  <a:lnTo>
                    <a:pt x="323480" y="700250"/>
                  </a:lnTo>
                  <a:lnTo>
                    <a:pt x="322886" y="700328"/>
                  </a:lnTo>
                  <a:lnTo>
                    <a:pt x="322553" y="699632"/>
                  </a:lnTo>
                  <a:lnTo>
                    <a:pt x="322093" y="696916"/>
                  </a:lnTo>
                  <a:lnTo>
                    <a:pt x="322644" y="695549"/>
                  </a:lnTo>
                  <a:lnTo>
                    <a:pt x="324615" y="692019"/>
                  </a:lnTo>
                  <a:lnTo>
                    <a:pt x="325242" y="690124"/>
                  </a:lnTo>
                  <a:lnTo>
                    <a:pt x="324694" y="689263"/>
                  </a:lnTo>
                  <a:lnTo>
                    <a:pt x="323286" y="691294"/>
                  </a:lnTo>
                  <a:lnTo>
                    <a:pt x="321832" y="694523"/>
                  </a:lnTo>
                  <a:lnTo>
                    <a:pt x="321188" y="696474"/>
                  </a:lnTo>
                  <a:lnTo>
                    <a:pt x="320278" y="696853"/>
                  </a:lnTo>
                  <a:lnTo>
                    <a:pt x="318019" y="695871"/>
                  </a:lnTo>
                  <a:lnTo>
                    <a:pt x="311580" y="691349"/>
                  </a:lnTo>
                  <a:lnTo>
                    <a:pt x="311772" y="688600"/>
                  </a:lnTo>
                  <a:lnTo>
                    <a:pt x="311710" y="686325"/>
                  </a:lnTo>
                  <a:lnTo>
                    <a:pt x="313587" y="686037"/>
                  </a:lnTo>
                  <a:lnTo>
                    <a:pt x="314952" y="685047"/>
                  </a:lnTo>
                  <a:lnTo>
                    <a:pt x="316174" y="683835"/>
                  </a:lnTo>
                  <a:lnTo>
                    <a:pt x="317550" y="681627"/>
                  </a:lnTo>
                  <a:lnTo>
                    <a:pt x="318811" y="677983"/>
                  </a:lnTo>
                  <a:lnTo>
                    <a:pt x="318649" y="677707"/>
                  </a:lnTo>
                  <a:lnTo>
                    <a:pt x="314947" y="682359"/>
                  </a:lnTo>
                  <a:lnTo>
                    <a:pt x="312669" y="683914"/>
                  </a:lnTo>
                  <a:lnTo>
                    <a:pt x="311565" y="684198"/>
                  </a:lnTo>
                  <a:lnTo>
                    <a:pt x="311017" y="683509"/>
                  </a:lnTo>
                  <a:lnTo>
                    <a:pt x="309183" y="682014"/>
                  </a:lnTo>
                  <a:lnTo>
                    <a:pt x="307992" y="681334"/>
                  </a:lnTo>
                  <a:lnTo>
                    <a:pt x="305277" y="680223"/>
                  </a:lnTo>
                  <a:lnTo>
                    <a:pt x="304798" y="679625"/>
                  </a:lnTo>
                  <a:lnTo>
                    <a:pt x="304001" y="679151"/>
                  </a:lnTo>
                  <a:lnTo>
                    <a:pt x="302919" y="674400"/>
                  </a:lnTo>
                  <a:lnTo>
                    <a:pt x="304319" y="668630"/>
                  </a:lnTo>
                  <a:lnTo>
                    <a:pt x="305283" y="666957"/>
                  </a:lnTo>
                  <a:lnTo>
                    <a:pt x="305895" y="665015"/>
                  </a:lnTo>
                  <a:lnTo>
                    <a:pt x="306241" y="662444"/>
                  </a:lnTo>
                  <a:lnTo>
                    <a:pt x="306005" y="661346"/>
                  </a:lnTo>
                  <a:lnTo>
                    <a:pt x="305186" y="661722"/>
                  </a:lnTo>
                  <a:lnTo>
                    <a:pt x="304807" y="662602"/>
                  </a:lnTo>
                  <a:lnTo>
                    <a:pt x="304867" y="663979"/>
                  </a:lnTo>
                  <a:lnTo>
                    <a:pt x="304398" y="664935"/>
                  </a:lnTo>
                  <a:lnTo>
                    <a:pt x="301162" y="667136"/>
                  </a:lnTo>
                  <a:lnTo>
                    <a:pt x="297917" y="668917"/>
                  </a:lnTo>
                  <a:lnTo>
                    <a:pt x="296380" y="670605"/>
                  </a:lnTo>
                  <a:lnTo>
                    <a:pt x="295382" y="671924"/>
                  </a:lnTo>
                  <a:lnTo>
                    <a:pt x="294601" y="673221"/>
                  </a:lnTo>
                  <a:lnTo>
                    <a:pt x="293406" y="673105"/>
                  </a:lnTo>
                  <a:lnTo>
                    <a:pt x="291758" y="673372"/>
                  </a:lnTo>
                  <a:lnTo>
                    <a:pt x="290627" y="674213"/>
                  </a:lnTo>
                  <a:lnTo>
                    <a:pt x="288977" y="673696"/>
                  </a:lnTo>
                  <a:lnTo>
                    <a:pt x="287899" y="672447"/>
                  </a:lnTo>
                  <a:lnTo>
                    <a:pt x="286600" y="672304"/>
                  </a:lnTo>
                  <a:lnTo>
                    <a:pt x="285142" y="672906"/>
                  </a:lnTo>
                  <a:lnTo>
                    <a:pt x="284134" y="672853"/>
                  </a:lnTo>
                  <a:lnTo>
                    <a:pt x="284218" y="673702"/>
                  </a:lnTo>
                  <a:lnTo>
                    <a:pt x="284887" y="675790"/>
                  </a:lnTo>
                  <a:lnTo>
                    <a:pt x="283774" y="675930"/>
                  </a:lnTo>
                  <a:lnTo>
                    <a:pt x="281661" y="676012"/>
                  </a:lnTo>
                  <a:lnTo>
                    <a:pt x="280599" y="675407"/>
                  </a:lnTo>
                  <a:lnTo>
                    <a:pt x="279767" y="674615"/>
                  </a:lnTo>
                  <a:lnTo>
                    <a:pt x="279073" y="673504"/>
                  </a:lnTo>
                  <a:lnTo>
                    <a:pt x="279490" y="672054"/>
                  </a:lnTo>
                  <a:lnTo>
                    <a:pt x="282888" y="669399"/>
                  </a:lnTo>
                  <a:lnTo>
                    <a:pt x="284428" y="667863"/>
                  </a:lnTo>
                  <a:lnTo>
                    <a:pt x="283424" y="667333"/>
                  </a:lnTo>
                  <a:lnTo>
                    <a:pt x="280160" y="667812"/>
                  </a:lnTo>
                  <a:lnTo>
                    <a:pt x="279618" y="667414"/>
                  </a:lnTo>
                  <a:lnTo>
                    <a:pt x="277432" y="667656"/>
                  </a:lnTo>
                  <a:lnTo>
                    <a:pt x="277526" y="663705"/>
                  </a:lnTo>
                  <a:lnTo>
                    <a:pt x="276994" y="662723"/>
                  </a:lnTo>
                  <a:lnTo>
                    <a:pt x="276958" y="662259"/>
                  </a:lnTo>
                  <a:lnTo>
                    <a:pt x="276201" y="661156"/>
                  </a:lnTo>
                  <a:lnTo>
                    <a:pt x="275485" y="660882"/>
                  </a:lnTo>
                  <a:lnTo>
                    <a:pt x="275039" y="660486"/>
                  </a:lnTo>
                  <a:lnTo>
                    <a:pt x="271350" y="659598"/>
                  </a:lnTo>
                  <a:lnTo>
                    <a:pt x="270868" y="657395"/>
                  </a:lnTo>
                  <a:lnTo>
                    <a:pt x="270610" y="655128"/>
                  </a:lnTo>
                  <a:lnTo>
                    <a:pt x="269906" y="652316"/>
                  </a:lnTo>
                  <a:lnTo>
                    <a:pt x="268140" y="651583"/>
                  </a:lnTo>
                  <a:lnTo>
                    <a:pt x="267182" y="650364"/>
                  </a:lnTo>
                  <a:lnTo>
                    <a:pt x="267941" y="649118"/>
                  </a:lnTo>
                  <a:lnTo>
                    <a:pt x="268272" y="647536"/>
                  </a:lnTo>
                  <a:lnTo>
                    <a:pt x="267453" y="646815"/>
                  </a:lnTo>
                  <a:lnTo>
                    <a:pt x="266930" y="645700"/>
                  </a:lnTo>
                  <a:lnTo>
                    <a:pt x="267007" y="644975"/>
                  </a:lnTo>
                  <a:lnTo>
                    <a:pt x="266344" y="643019"/>
                  </a:lnTo>
                  <a:lnTo>
                    <a:pt x="266146" y="641492"/>
                  </a:lnTo>
                  <a:lnTo>
                    <a:pt x="266905" y="640061"/>
                  </a:lnTo>
                  <a:lnTo>
                    <a:pt x="268991" y="638442"/>
                  </a:lnTo>
                  <a:lnTo>
                    <a:pt x="269663" y="637790"/>
                  </a:lnTo>
                  <a:lnTo>
                    <a:pt x="270014" y="637085"/>
                  </a:lnTo>
                  <a:lnTo>
                    <a:pt x="272410" y="635893"/>
                  </a:lnTo>
                  <a:lnTo>
                    <a:pt x="270372" y="635050"/>
                  </a:lnTo>
                  <a:lnTo>
                    <a:pt x="269097" y="634920"/>
                  </a:lnTo>
                  <a:lnTo>
                    <a:pt x="268167" y="635313"/>
                  </a:lnTo>
                  <a:lnTo>
                    <a:pt x="267309" y="636895"/>
                  </a:lnTo>
                  <a:lnTo>
                    <a:pt x="266507" y="637946"/>
                  </a:lnTo>
                  <a:lnTo>
                    <a:pt x="263381" y="638289"/>
                  </a:lnTo>
                  <a:lnTo>
                    <a:pt x="262922" y="637747"/>
                  </a:lnTo>
                  <a:lnTo>
                    <a:pt x="262704" y="635512"/>
                  </a:lnTo>
                  <a:lnTo>
                    <a:pt x="262882" y="633789"/>
                  </a:lnTo>
                  <a:lnTo>
                    <a:pt x="264180" y="631371"/>
                  </a:lnTo>
                  <a:lnTo>
                    <a:pt x="262683" y="630170"/>
                  </a:lnTo>
                  <a:lnTo>
                    <a:pt x="261311" y="629781"/>
                  </a:lnTo>
                  <a:lnTo>
                    <a:pt x="259752" y="628660"/>
                  </a:lnTo>
                  <a:lnTo>
                    <a:pt x="258312" y="627477"/>
                  </a:lnTo>
                  <a:lnTo>
                    <a:pt x="257075" y="626099"/>
                  </a:lnTo>
                  <a:lnTo>
                    <a:pt x="255870" y="624471"/>
                  </a:lnTo>
                  <a:lnTo>
                    <a:pt x="255484" y="624265"/>
                  </a:lnTo>
                  <a:lnTo>
                    <a:pt x="255919" y="622564"/>
                  </a:lnTo>
                  <a:lnTo>
                    <a:pt x="256164" y="621166"/>
                  </a:lnTo>
                  <a:lnTo>
                    <a:pt x="256202" y="618160"/>
                  </a:lnTo>
                  <a:lnTo>
                    <a:pt x="255717" y="616914"/>
                  </a:lnTo>
                  <a:lnTo>
                    <a:pt x="256795" y="614348"/>
                  </a:lnTo>
                  <a:lnTo>
                    <a:pt x="258246" y="611542"/>
                  </a:lnTo>
                  <a:lnTo>
                    <a:pt x="261458" y="607380"/>
                  </a:lnTo>
                  <a:lnTo>
                    <a:pt x="258062" y="609385"/>
                  </a:lnTo>
                  <a:lnTo>
                    <a:pt x="255267" y="613758"/>
                  </a:lnTo>
                  <a:lnTo>
                    <a:pt x="254680" y="613957"/>
                  </a:lnTo>
                  <a:lnTo>
                    <a:pt x="254474" y="613165"/>
                  </a:lnTo>
                  <a:lnTo>
                    <a:pt x="253414" y="610326"/>
                  </a:lnTo>
                  <a:lnTo>
                    <a:pt x="252614" y="609551"/>
                  </a:lnTo>
                  <a:lnTo>
                    <a:pt x="252256" y="608697"/>
                  </a:lnTo>
                  <a:lnTo>
                    <a:pt x="250666" y="607183"/>
                  </a:lnTo>
                  <a:lnTo>
                    <a:pt x="249976" y="606016"/>
                  </a:lnTo>
                  <a:lnTo>
                    <a:pt x="248997" y="603765"/>
                  </a:lnTo>
                  <a:lnTo>
                    <a:pt x="247605" y="601088"/>
                  </a:lnTo>
                  <a:lnTo>
                    <a:pt x="245623" y="595802"/>
                  </a:lnTo>
                  <a:lnTo>
                    <a:pt x="242430" y="589720"/>
                  </a:lnTo>
                  <a:lnTo>
                    <a:pt x="241642" y="586300"/>
                  </a:lnTo>
                  <a:lnTo>
                    <a:pt x="242632" y="581963"/>
                  </a:lnTo>
                  <a:lnTo>
                    <a:pt x="241536" y="578969"/>
                  </a:lnTo>
                  <a:lnTo>
                    <a:pt x="244573" y="577584"/>
                  </a:lnTo>
                  <a:lnTo>
                    <a:pt x="248917" y="576030"/>
                  </a:lnTo>
                  <a:lnTo>
                    <a:pt x="251168" y="574738"/>
                  </a:lnTo>
                  <a:lnTo>
                    <a:pt x="252466" y="574352"/>
                  </a:lnTo>
                  <a:lnTo>
                    <a:pt x="255227" y="574115"/>
                  </a:lnTo>
                  <a:lnTo>
                    <a:pt x="256149" y="572818"/>
                  </a:lnTo>
                  <a:lnTo>
                    <a:pt x="254613" y="573146"/>
                  </a:lnTo>
                  <a:lnTo>
                    <a:pt x="253583" y="572977"/>
                  </a:lnTo>
                  <a:lnTo>
                    <a:pt x="253519" y="572372"/>
                  </a:lnTo>
                  <a:lnTo>
                    <a:pt x="253900" y="571294"/>
                  </a:lnTo>
                  <a:lnTo>
                    <a:pt x="254146" y="569905"/>
                  </a:lnTo>
                  <a:lnTo>
                    <a:pt x="253620" y="570156"/>
                  </a:lnTo>
                  <a:lnTo>
                    <a:pt x="250921" y="572550"/>
                  </a:lnTo>
                  <a:lnTo>
                    <a:pt x="246933" y="574450"/>
                  </a:lnTo>
                  <a:lnTo>
                    <a:pt x="243817" y="575512"/>
                  </a:lnTo>
                  <a:lnTo>
                    <a:pt x="243312" y="575456"/>
                  </a:lnTo>
                  <a:lnTo>
                    <a:pt x="242222" y="576098"/>
                  </a:lnTo>
                  <a:lnTo>
                    <a:pt x="241596" y="576282"/>
                  </a:lnTo>
                  <a:lnTo>
                    <a:pt x="241112" y="576100"/>
                  </a:lnTo>
                  <a:lnTo>
                    <a:pt x="240009" y="574281"/>
                  </a:lnTo>
                  <a:lnTo>
                    <a:pt x="239716" y="573089"/>
                  </a:lnTo>
                  <a:lnTo>
                    <a:pt x="241692" y="569865"/>
                  </a:lnTo>
                  <a:lnTo>
                    <a:pt x="243169" y="565463"/>
                  </a:lnTo>
                  <a:lnTo>
                    <a:pt x="245124" y="562584"/>
                  </a:lnTo>
                  <a:lnTo>
                    <a:pt x="246506" y="562224"/>
                  </a:lnTo>
                  <a:lnTo>
                    <a:pt x="248815" y="562378"/>
                  </a:lnTo>
                  <a:lnTo>
                    <a:pt x="249628" y="562632"/>
                  </a:lnTo>
                  <a:lnTo>
                    <a:pt x="249369" y="560923"/>
                  </a:lnTo>
                  <a:lnTo>
                    <a:pt x="249466" y="560099"/>
                  </a:lnTo>
                  <a:lnTo>
                    <a:pt x="251338" y="559110"/>
                  </a:lnTo>
                  <a:lnTo>
                    <a:pt x="253521" y="558667"/>
                  </a:lnTo>
                  <a:lnTo>
                    <a:pt x="255077" y="558980"/>
                  </a:lnTo>
                  <a:lnTo>
                    <a:pt x="256055" y="560984"/>
                  </a:lnTo>
                  <a:lnTo>
                    <a:pt x="257313" y="564683"/>
                  </a:lnTo>
                  <a:lnTo>
                    <a:pt x="259007" y="565933"/>
                  </a:lnTo>
                  <a:lnTo>
                    <a:pt x="258933" y="564155"/>
                  </a:lnTo>
                  <a:lnTo>
                    <a:pt x="258053" y="561866"/>
                  </a:lnTo>
                  <a:lnTo>
                    <a:pt x="257728" y="558354"/>
                  </a:lnTo>
                  <a:lnTo>
                    <a:pt x="256612" y="556874"/>
                  </a:lnTo>
                  <a:lnTo>
                    <a:pt x="255715" y="556143"/>
                  </a:lnTo>
                  <a:lnTo>
                    <a:pt x="253238" y="556500"/>
                  </a:lnTo>
                  <a:lnTo>
                    <a:pt x="251749" y="553934"/>
                  </a:lnTo>
                  <a:lnTo>
                    <a:pt x="251411" y="552992"/>
                  </a:lnTo>
                  <a:lnTo>
                    <a:pt x="251373" y="551741"/>
                  </a:lnTo>
                  <a:lnTo>
                    <a:pt x="249887" y="548068"/>
                  </a:lnTo>
                  <a:lnTo>
                    <a:pt x="249409" y="546233"/>
                  </a:lnTo>
                  <a:lnTo>
                    <a:pt x="248620" y="543787"/>
                  </a:lnTo>
                  <a:lnTo>
                    <a:pt x="248201" y="543657"/>
                  </a:lnTo>
                  <a:lnTo>
                    <a:pt x="248733" y="546735"/>
                  </a:lnTo>
                  <a:lnTo>
                    <a:pt x="249430" y="548900"/>
                  </a:lnTo>
                  <a:lnTo>
                    <a:pt x="250424" y="553662"/>
                  </a:lnTo>
                  <a:lnTo>
                    <a:pt x="250915" y="555581"/>
                  </a:lnTo>
                  <a:lnTo>
                    <a:pt x="250250" y="557102"/>
                  </a:lnTo>
                  <a:lnTo>
                    <a:pt x="248991" y="558606"/>
                  </a:lnTo>
                  <a:lnTo>
                    <a:pt x="247878" y="559504"/>
                  </a:lnTo>
                  <a:lnTo>
                    <a:pt x="245249" y="560579"/>
                  </a:lnTo>
                  <a:lnTo>
                    <a:pt x="245814" y="558236"/>
                  </a:lnTo>
                  <a:lnTo>
                    <a:pt x="246176" y="555931"/>
                  </a:lnTo>
                  <a:lnTo>
                    <a:pt x="244854" y="556748"/>
                  </a:lnTo>
                  <a:lnTo>
                    <a:pt x="243625" y="558419"/>
                  </a:lnTo>
                  <a:lnTo>
                    <a:pt x="243201" y="560737"/>
                  </a:lnTo>
                  <a:lnTo>
                    <a:pt x="242411" y="562844"/>
                  </a:lnTo>
                  <a:lnTo>
                    <a:pt x="240069" y="568008"/>
                  </a:lnTo>
                  <a:lnTo>
                    <a:pt x="239145" y="570877"/>
                  </a:lnTo>
                  <a:lnTo>
                    <a:pt x="238272" y="572294"/>
                  </a:lnTo>
                  <a:lnTo>
                    <a:pt x="237277" y="572685"/>
                  </a:lnTo>
                  <a:lnTo>
                    <a:pt x="236413" y="571561"/>
                  </a:lnTo>
                  <a:lnTo>
                    <a:pt x="235681" y="568923"/>
                  </a:lnTo>
                  <a:lnTo>
                    <a:pt x="235337" y="566859"/>
                  </a:lnTo>
                  <a:lnTo>
                    <a:pt x="235296" y="561506"/>
                  </a:lnTo>
                  <a:lnTo>
                    <a:pt x="235389" y="559010"/>
                  </a:lnTo>
                  <a:lnTo>
                    <a:pt x="234990" y="555646"/>
                  </a:lnTo>
                  <a:lnTo>
                    <a:pt x="233725" y="547811"/>
                  </a:lnTo>
                  <a:lnTo>
                    <a:pt x="233457" y="545022"/>
                  </a:lnTo>
                  <a:lnTo>
                    <a:pt x="231315" y="543539"/>
                  </a:lnTo>
                  <a:lnTo>
                    <a:pt x="231284" y="543060"/>
                  </a:lnTo>
                  <a:lnTo>
                    <a:pt x="230724" y="541473"/>
                  </a:lnTo>
                  <a:lnTo>
                    <a:pt x="230292" y="539884"/>
                  </a:lnTo>
                  <a:lnTo>
                    <a:pt x="230650" y="539303"/>
                  </a:lnTo>
                  <a:lnTo>
                    <a:pt x="231159" y="538883"/>
                  </a:lnTo>
                  <a:lnTo>
                    <a:pt x="234359" y="536541"/>
                  </a:lnTo>
                  <a:lnTo>
                    <a:pt x="236731" y="533918"/>
                  </a:lnTo>
                  <a:lnTo>
                    <a:pt x="239565" y="529805"/>
                  </a:lnTo>
                  <a:lnTo>
                    <a:pt x="240723" y="528526"/>
                  </a:lnTo>
                  <a:lnTo>
                    <a:pt x="244882" y="527542"/>
                  </a:lnTo>
                  <a:lnTo>
                    <a:pt x="246727" y="527408"/>
                  </a:lnTo>
                  <a:lnTo>
                    <a:pt x="246710" y="526677"/>
                  </a:lnTo>
                  <a:lnTo>
                    <a:pt x="246091" y="526385"/>
                  </a:lnTo>
                  <a:lnTo>
                    <a:pt x="243282" y="526577"/>
                  </a:lnTo>
                  <a:lnTo>
                    <a:pt x="239539" y="528222"/>
                  </a:lnTo>
                  <a:lnTo>
                    <a:pt x="238898" y="528815"/>
                  </a:lnTo>
                  <a:lnTo>
                    <a:pt x="237260" y="531375"/>
                  </a:lnTo>
                  <a:lnTo>
                    <a:pt x="235997" y="532773"/>
                  </a:lnTo>
                  <a:lnTo>
                    <a:pt x="232444" y="535968"/>
                  </a:lnTo>
                  <a:lnTo>
                    <a:pt x="230138" y="535967"/>
                  </a:lnTo>
                  <a:lnTo>
                    <a:pt x="227757" y="532142"/>
                  </a:lnTo>
                  <a:lnTo>
                    <a:pt x="225100" y="532875"/>
                  </a:lnTo>
                  <a:lnTo>
                    <a:pt x="223306" y="532622"/>
                  </a:lnTo>
                  <a:lnTo>
                    <a:pt x="222783" y="532047"/>
                  </a:lnTo>
                  <a:lnTo>
                    <a:pt x="222389" y="526822"/>
                  </a:lnTo>
                  <a:lnTo>
                    <a:pt x="223835" y="520726"/>
                  </a:lnTo>
                  <a:lnTo>
                    <a:pt x="222275" y="520670"/>
                  </a:lnTo>
                  <a:lnTo>
                    <a:pt x="221952" y="520423"/>
                  </a:lnTo>
                  <a:lnTo>
                    <a:pt x="221128" y="519035"/>
                  </a:lnTo>
                  <a:lnTo>
                    <a:pt x="220591" y="518623"/>
                  </a:lnTo>
                  <a:lnTo>
                    <a:pt x="220990" y="517886"/>
                  </a:lnTo>
                  <a:lnTo>
                    <a:pt x="224840" y="515001"/>
                  </a:lnTo>
                  <a:lnTo>
                    <a:pt x="230597" y="509342"/>
                  </a:lnTo>
                  <a:lnTo>
                    <a:pt x="233075" y="507119"/>
                  </a:lnTo>
                  <a:lnTo>
                    <a:pt x="234605" y="506160"/>
                  </a:lnTo>
                  <a:lnTo>
                    <a:pt x="235761" y="505060"/>
                  </a:lnTo>
                  <a:lnTo>
                    <a:pt x="237168" y="502680"/>
                  </a:lnTo>
                  <a:lnTo>
                    <a:pt x="237634" y="501638"/>
                  </a:lnTo>
                  <a:lnTo>
                    <a:pt x="238418" y="500798"/>
                  </a:lnTo>
                  <a:lnTo>
                    <a:pt x="240073" y="499852"/>
                  </a:lnTo>
                  <a:lnTo>
                    <a:pt x="241882" y="498420"/>
                  </a:lnTo>
                  <a:lnTo>
                    <a:pt x="244817" y="495194"/>
                  </a:lnTo>
                  <a:lnTo>
                    <a:pt x="245199" y="494003"/>
                  </a:lnTo>
                  <a:lnTo>
                    <a:pt x="244562" y="493724"/>
                  </a:lnTo>
                  <a:lnTo>
                    <a:pt x="243189" y="494823"/>
                  </a:lnTo>
                  <a:lnTo>
                    <a:pt x="240399" y="497771"/>
                  </a:lnTo>
                  <a:lnTo>
                    <a:pt x="238408" y="499430"/>
                  </a:lnTo>
                  <a:lnTo>
                    <a:pt x="231615" y="506852"/>
                  </a:lnTo>
                  <a:lnTo>
                    <a:pt x="228723" y="509555"/>
                  </a:lnTo>
                  <a:lnTo>
                    <a:pt x="227150" y="511279"/>
                  </a:lnTo>
                  <a:lnTo>
                    <a:pt x="225929" y="512927"/>
                  </a:lnTo>
                  <a:lnTo>
                    <a:pt x="224636" y="514100"/>
                  </a:lnTo>
                  <a:lnTo>
                    <a:pt x="223271" y="514799"/>
                  </a:lnTo>
                  <a:lnTo>
                    <a:pt x="220356" y="515325"/>
                  </a:lnTo>
                  <a:lnTo>
                    <a:pt x="218925" y="515933"/>
                  </a:lnTo>
                  <a:lnTo>
                    <a:pt x="218063" y="515486"/>
                  </a:lnTo>
                  <a:lnTo>
                    <a:pt x="217683" y="511968"/>
                  </a:lnTo>
                  <a:lnTo>
                    <a:pt x="217973" y="509885"/>
                  </a:lnTo>
                  <a:lnTo>
                    <a:pt x="217835" y="507828"/>
                  </a:lnTo>
                  <a:lnTo>
                    <a:pt x="218562" y="504884"/>
                  </a:lnTo>
                  <a:lnTo>
                    <a:pt x="219641" y="502799"/>
                  </a:lnTo>
                  <a:lnTo>
                    <a:pt x="220094" y="501667"/>
                  </a:lnTo>
                  <a:lnTo>
                    <a:pt x="220288" y="500888"/>
                  </a:lnTo>
                  <a:lnTo>
                    <a:pt x="222514" y="498733"/>
                  </a:lnTo>
                  <a:lnTo>
                    <a:pt x="223741" y="497777"/>
                  </a:lnTo>
                  <a:lnTo>
                    <a:pt x="224608" y="495620"/>
                  </a:lnTo>
                  <a:lnTo>
                    <a:pt x="229549" y="494854"/>
                  </a:lnTo>
                  <a:lnTo>
                    <a:pt x="230822" y="494930"/>
                  </a:lnTo>
                  <a:lnTo>
                    <a:pt x="231499" y="494642"/>
                  </a:lnTo>
                  <a:lnTo>
                    <a:pt x="232005" y="494014"/>
                  </a:lnTo>
                  <a:lnTo>
                    <a:pt x="231518" y="493529"/>
                  </a:lnTo>
                  <a:lnTo>
                    <a:pt x="230038" y="493189"/>
                  </a:lnTo>
                  <a:lnTo>
                    <a:pt x="226102" y="493254"/>
                  </a:lnTo>
                  <a:lnTo>
                    <a:pt x="222466" y="492884"/>
                  </a:lnTo>
                  <a:lnTo>
                    <a:pt x="220806" y="492513"/>
                  </a:lnTo>
                  <a:lnTo>
                    <a:pt x="220005" y="492728"/>
                  </a:lnTo>
                  <a:lnTo>
                    <a:pt x="218684" y="492099"/>
                  </a:lnTo>
                  <a:lnTo>
                    <a:pt x="217240" y="490902"/>
                  </a:lnTo>
                  <a:lnTo>
                    <a:pt x="215000" y="486497"/>
                  </a:lnTo>
                  <a:lnTo>
                    <a:pt x="215896" y="480842"/>
                  </a:lnTo>
                  <a:lnTo>
                    <a:pt x="215974" y="478146"/>
                  </a:lnTo>
                  <a:lnTo>
                    <a:pt x="218821" y="475781"/>
                  </a:lnTo>
                  <a:lnTo>
                    <a:pt x="220343" y="474998"/>
                  </a:lnTo>
                  <a:lnTo>
                    <a:pt x="222504" y="473217"/>
                  </a:lnTo>
                  <a:lnTo>
                    <a:pt x="225389" y="470194"/>
                  </a:lnTo>
                  <a:lnTo>
                    <a:pt x="228830" y="468349"/>
                  </a:lnTo>
                  <a:lnTo>
                    <a:pt x="230584" y="468007"/>
                  </a:lnTo>
                  <a:lnTo>
                    <a:pt x="232042" y="468271"/>
                  </a:lnTo>
                  <a:lnTo>
                    <a:pt x="237431" y="470890"/>
                  </a:lnTo>
                  <a:lnTo>
                    <a:pt x="240202" y="471402"/>
                  </a:lnTo>
                  <a:lnTo>
                    <a:pt x="242637" y="470771"/>
                  </a:lnTo>
                  <a:lnTo>
                    <a:pt x="245693" y="471694"/>
                  </a:lnTo>
                  <a:lnTo>
                    <a:pt x="251099" y="475465"/>
                  </a:lnTo>
                  <a:lnTo>
                    <a:pt x="252143" y="474902"/>
                  </a:lnTo>
                  <a:lnTo>
                    <a:pt x="251840" y="473989"/>
                  </a:lnTo>
                  <a:lnTo>
                    <a:pt x="245811" y="470007"/>
                  </a:lnTo>
                  <a:lnTo>
                    <a:pt x="245846" y="468818"/>
                  </a:lnTo>
                  <a:lnTo>
                    <a:pt x="247389" y="468506"/>
                  </a:lnTo>
                  <a:lnTo>
                    <a:pt x="249037" y="467349"/>
                  </a:lnTo>
                  <a:lnTo>
                    <a:pt x="248107" y="466667"/>
                  </a:lnTo>
                  <a:lnTo>
                    <a:pt x="244103" y="467260"/>
                  </a:lnTo>
                  <a:lnTo>
                    <a:pt x="242948" y="468208"/>
                  </a:lnTo>
                  <a:lnTo>
                    <a:pt x="239064" y="468700"/>
                  </a:lnTo>
                  <a:lnTo>
                    <a:pt x="237036" y="467891"/>
                  </a:lnTo>
                  <a:lnTo>
                    <a:pt x="235215" y="467492"/>
                  </a:lnTo>
                  <a:lnTo>
                    <a:pt x="232483" y="465772"/>
                  </a:lnTo>
                  <a:lnTo>
                    <a:pt x="230196" y="466333"/>
                  </a:lnTo>
                  <a:lnTo>
                    <a:pt x="228753" y="467012"/>
                  </a:lnTo>
                  <a:lnTo>
                    <a:pt x="226197" y="467654"/>
                  </a:lnTo>
                  <a:lnTo>
                    <a:pt x="225275" y="468111"/>
                  </a:lnTo>
                  <a:lnTo>
                    <a:pt x="220287" y="473524"/>
                  </a:lnTo>
                  <a:lnTo>
                    <a:pt x="218188" y="474650"/>
                  </a:lnTo>
                  <a:lnTo>
                    <a:pt x="216694" y="474279"/>
                  </a:lnTo>
                  <a:lnTo>
                    <a:pt x="217743" y="470756"/>
                  </a:lnTo>
                  <a:lnTo>
                    <a:pt x="218045" y="469365"/>
                  </a:lnTo>
                  <a:lnTo>
                    <a:pt x="218044" y="467850"/>
                  </a:lnTo>
                  <a:lnTo>
                    <a:pt x="218480" y="465775"/>
                  </a:lnTo>
                  <a:lnTo>
                    <a:pt x="221035" y="461824"/>
                  </a:lnTo>
                  <a:lnTo>
                    <a:pt x="222642" y="457497"/>
                  </a:lnTo>
                  <a:lnTo>
                    <a:pt x="223322" y="454814"/>
                  </a:lnTo>
                  <a:lnTo>
                    <a:pt x="224578" y="454514"/>
                  </a:lnTo>
                  <a:lnTo>
                    <a:pt x="226294" y="454909"/>
                  </a:lnTo>
                  <a:lnTo>
                    <a:pt x="231446" y="456649"/>
                  </a:lnTo>
                  <a:lnTo>
                    <a:pt x="235734" y="458722"/>
                  </a:lnTo>
                  <a:lnTo>
                    <a:pt x="238897" y="459277"/>
                  </a:lnTo>
                  <a:lnTo>
                    <a:pt x="240976" y="459334"/>
                  </a:lnTo>
                  <a:lnTo>
                    <a:pt x="241867" y="458673"/>
                  </a:lnTo>
                  <a:lnTo>
                    <a:pt x="242570" y="457523"/>
                  </a:lnTo>
                  <a:lnTo>
                    <a:pt x="242841" y="456727"/>
                  </a:lnTo>
                  <a:lnTo>
                    <a:pt x="243045" y="455097"/>
                  </a:lnTo>
                  <a:lnTo>
                    <a:pt x="243283" y="454518"/>
                  </a:lnTo>
                  <a:lnTo>
                    <a:pt x="243978" y="453807"/>
                  </a:lnTo>
                  <a:lnTo>
                    <a:pt x="245400" y="451334"/>
                  </a:lnTo>
                  <a:lnTo>
                    <a:pt x="245833" y="449571"/>
                  </a:lnTo>
                  <a:lnTo>
                    <a:pt x="245367" y="448545"/>
                  </a:lnTo>
                  <a:lnTo>
                    <a:pt x="244421" y="448650"/>
                  </a:lnTo>
                  <a:lnTo>
                    <a:pt x="242574" y="449325"/>
                  </a:lnTo>
                  <a:lnTo>
                    <a:pt x="242325" y="449607"/>
                  </a:lnTo>
                  <a:lnTo>
                    <a:pt x="242359" y="450156"/>
                  </a:lnTo>
                  <a:lnTo>
                    <a:pt x="240572" y="452885"/>
                  </a:lnTo>
                  <a:lnTo>
                    <a:pt x="238624" y="453512"/>
                  </a:lnTo>
                  <a:lnTo>
                    <a:pt x="234144" y="454429"/>
                  </a:lnTo>
                  <a:lnTo>
                    <a:pt x="232100" y="454493"/>
                  </a:lnTo>
                  <a:lnTo>
                    <a:pt x="228468" y="453225"/>
                  </a:lnTo>
                  <a:lnTo>
                    <a:pt x="227918" y="452728"/>
                  </a:lnTo>
                  <a:lnTo>
                    <a:pt x="227541" y="451797"/>
                  </a:lnTo>
                  <a:lnTo>
                    <a:pt x="223084" y="452008"/>
                  </a:lnTo>
                  <a:lnTo>
                    <a:pt x="221751" y="452288"/>
                  </a:lnTo>
                  <a:lnTo>
                    <a:pt x="220692" y="452166"/>
                  </a:lnTo>
                  <a:lnTo>
                    <a:pt x="221211" y="450547"/>
                  </a:lnTo>
                  <a:lnTo>
                    <a:pt x="222621" y="448749"/>
                  </a:lnTo>
                  <a:lnTo>
                    <a:pt x="224595" y="442902"/>
                  </a:lnTo>
                  <a:lnTo>
                    <a:pt x="226248" y="441406"/>
                  </a:lnTo>
                  <a:lnTo>
                    <a:pt x="229533" y="440010"/>
                  </a:lnTo>
                  <a:lnTo>
                    <a:pt x="232960" y="440235"/>
                  </a:lnTo>
                  <a:lnTo>
                    <a:pt x="238889" y="444754"/>
                  </a:lnTo>
                  <a:lnTo>
                    <a:pt x="240678" y="445150"/>
                  </a:lnTo>
                  <a:lnTo>
                    <a:pt x="242318" y="444785"/>
                  </a:lnTo>
                  <a:lnTo>
                    <a:pt x="246240" y="443270"/>
                  </a:lnTo>
                  <a:lnTo>
                    <a:pt x="246960" y="442657"/>
                  </a:lnTo>
                  <a:lnTo>
                    <a:pt x="248370" y="440781"/>
                  </a:lnTo>
                  <a:lnTo>
                    <a:pt x="250018" y="437572"/>
                  </a:lnTo>
                  <a:lnTo>
                    <a:pt x="249937" y="436812"/>
                  </a:lnTo>
                  <a:lnTo>
                    <a:pt x="247410" y="438605"/>
                  </a:lnTo>
                  <a:lnTo>
                    <a:pt x="246063" y="439089"/>
                  </a:lnTo>
                  <a:lnTo>
                    <a:pt x="244921" y="439089"/>
                  </a:lnTo>
                  <a:lnTo>
                    <a:pt x="245982" y="433223"/>
                  </a:lnTo>
                  <a:lnTo>
                    <a:pt x="246394" y="428729"/>
                  </a:lnTo>
                  <a:lnTo>
                    <a:pt x="246790" y="427614"/>
                  </a:lnTo>
                  <a:lnTo>
                    <a:pt x="250112" y="427951"/>
                  </a:lnTo>
                  <a:lnTo>
                    <a:pt x="254650" y="427344"/>
                  </a:lnTo>
                  <a:lnTo>
                    <a:pt x="255732" y="426363"/>
                  </a:lnTo>
                  <a:lnTo>
                    <a:pt x="255715" y="425927"/>
                  </a:lnTo>
                  <a:lnTo>
                    <a:pt x="253893" y="425331"/>
                  </a:lnTo>
                  <a:lnTo>
                    <a:pt x="253016" y="424080"/>
                  </a:lnTo>
                  <a:lnTo>
                    <a:pt x="251489" y="424476"/>
                  </a:lnTo>
                  <a:lnTo>
                    <a:pt x="249445" y="425309"/>
                  </a:lnTo>
                  <a:lnTo>
                    <a:pt x="246880" y="425214"/>
                  </a:lnTo>
                  <a:lnTo>
                    <a:pt x="247097" y="423284"/>
                  </a:lnTo>
                  <a:lnTo>
                    <a:pt x="248977" y="419236"/>
                  </a:lnTo>
                  <a:lnTo>
                    <a:pt x="249171" y="417391"/>
                  </a:lnTo>
                  <a:lnTo>
                    <a:pt x="249904" y="413703"/>
                  </a:lnTo>
                  <a:lnTo>
                    <a:pt x="249978" y="411812"/>
                  </a:lnTo>
                  <a:lnTo>
                    <a:pt x="250930" y="409971"/>
                  </a:lnTo>
                  <a:lnTo>
                    <a:pt x="253896" y="408659"/>
                  </a:lnTo>
                  <a:lnTo>
                    <a:pt x="255141" y="407876"/>
                  </a:lnTo>
                  <a:lnTo>
                    <a:pt x="255209" y="407019"/>
                  </a:lnTo>
                  <a:lnTo>
                    <a:pt x="253431" y="403752"/>
                  </a:lnTo>
                  <a:lnTo>
                    <a:pt x="253883" y="402851"/>
                  </a:lnTo>
                  <a:lnTo>
                    <a:pt x="255277" y="402028"/>
                  </a:lnTo>
                  <a:lnTo>
                    <a:pt x="255797" y="401428"/>
                  </a:lnTo>
                  <a:lnTo>
                    <a:pt x="255442" y="401053"/>
                  </a:lnTo>
                  <a:lnTo>
                    <a:pt x="254157" y="400692"/>
                  </a:lnTo>
                  <a:lnTo>
                    <a:pt x="252184" y="401413"/>
                  </a:lnTo>
                  <a:lnTo>
                    <a:pt x="249998" y="401760"/>
                  </a:lnTo>
                  <a:lnTo>
                    <a:pt x="248064" y="400676"/>
                  </a:lnTo>
                  <a:lnTo>
                    <a:pt x="246553" y="400158"/>
                  </a:lnTo>
                  <a:lnTo>
                    <a:pt x="245597" y="400321"/>
                  </a:lnTo>
                  <a:lnTo>
                    <a:pt x="242997" y="402174"/>
                  </a:lnTo>
                  <a:lnTo>
                    <a:pt x="242086" y="402234"/>
                  </a:lnTo>
                  <a:lnTo>
                    <a:pt x="240962" y="401721"/>
                  </a:lnTo>
                  <a:lnTo>
                    <a:pt x="233507" y="400113"/>
                  </a:lnTo>
                  <a:lnTo>
                    <a:pt x="232582" y="399546"/>
                  </a:lnTo>
                  <a:lnTo>
                    <a:pt x="229912" y="396769"/>
                  </a:lnTo>
                  <a:lnTo>
                    <a:pt x="227711" y="394937"/>
                  </a:lnTo>
                  <a:lnTo>
                    <a:pt x="224781" y="392934"/>
                  </a:lnTo>
                  <a:lnTo>
                    <a:pt x="220983" y="391415"/>
                  </a:lnTo>
                  <a:lnTo>
                    <a:pt x="216316" y="390374"/>
                  </a:lnTo>
                  <a:lnTo>
                    <a:pt x="213523" y="389395"/>
                  </a:lnTo>
                  <a:lnTo>
                    <a:pt x="212147" y="388014"/>
                  </a:lnTo>
                  <a:lnTo>
                    <a:pt x="209789" y="384977"/>
                  </a:lnTo>
                  <a:lnTo>
                    <a:pt x="207996" y="382445"/>
                  </a:lnTo>
                  <a:lnTo>
                    <a:pt x="207660" y="381192"/>
                  </a:lnTo>
                  <a:lnTo>
                    <a:pt x="208714" y="379645"/>
                  </a:lnTo>
                  <a:lnTo>
                    <a:pt x="209786" y="378535"/>
                  </a:lnTo>
                  <a:lnTo>
                    <a:pt x="211804" y="377621"/>
                  </a:lnTo>
                  <a:lnTo>
                    <a:pt x="215286" y="377923"/>
                  </a:lnTo>
                  <a:lnTo>
                    <a:pt x="217157" y="378331"/>
                  </a:lnTo>
                  <a:lnTo>
                    <a:pt x="219216" y="379203"/>
                  </a:lnTo>
                  <a:lnTo>
                    <a:pt x="220773" y="379367"/>
                  </a:lnTo>
                  <a:lnTo>
                    <a:pt x="224006" y="379120"/>
                  </a:lnTo>
                  <a:lnTo>
                    <a:pt x="227292" y="379676"/>
                  </a:lnTo>
                  <a:lnTo>
                    <a:pt x="229239" y="380286"/>
                  </a:lnTo>
                  <a:lnTo>
                    <a:pt x="231797" y="381562"/>
                  </a:lnTo>
                  <a:lnTo>
                    <a:pt x="238853" y="386985"/>
                  </a:lnTo>
                  <a:lnTo>
                    <a:pt x="241798" y="388870"/>
                  </a:lnTo>
                  <a:lnTo>
                    <a:pt x="243078" y="389096"/>
                  </a:lnTo>
                  <a:lnTo>
                    <a:pt x="248357" y="391110"/>
                  </a:lnTo>
                  <a:lnTo>
                    <a:pt x="249203" y="391073"/>
                  </a:lnTo>
                  <a:lnTo>
                    <a:pt x="251363" y="390128"/>
                  </a:lnTo>
                  <a:lnTo>
                    <a:pt x="251577" y="389516"/>
                  </a:lnTo>
                  <a:lnTo>
                    <a:pt x="250848" y="388913"/>
                  </a:lnTo>
                  <a:lnTo>
                    <a:pt x="248518" y="388444"/>
                  </a:lnTo>
                  <a:lnTo>
                    <a:pt x="245785" y="386221"/>
                  </a:lnTo>
                  <a:lnTo>
                    <a:pt x="244088" y="384457"/>
                  </a:lnTo>
                  <a:lnTo>
                    <a:pt x="243894" y="381539"/>
                  </a:lnTo>
                  <a:lnTo>
                    <a:pt x="244115" y="379904"/>
                  </a:lnTo>
                  <a:lnTo>
                    <a:pt x="244542" y="379161"/>
                  </a:lnTo>
                  <a:lnTo>
                    <a:pt x="244840" y="376659"/>
                  </a:lnTo>
                  <a:lnTo>
                    <a:pt x="243256" y="375172"/>
                  </a:lnTo>
                  <a:lnTo>
                    <a:pt x="242149" y="374702"/>
                  </a:lnTo>
                  <a:lnTo>
                    <a:pt x="239207" y="372535"/>
                  </a:lnTo>
                  <a:lnTo>
                    <a:pt x="238961" y="371997"/>
                  </a:lnTo>
                  <a:lnTo>
                    <a:pt x="240371" y="371743"/>
                  </a:lnTo>
                  <a:lnTo>
                    <a:pt x="241753" y="371892"/>
                  </a:lnTo>
                  <a:lnTo>
                    <a:pt x="244721" y="372990"/>
                  </a:lnTo>
                  <a:lnTo>
                    <a:pt x="246277" y="373141"/>
                  </a:lnTo>
                  <a:lnTo>
                    <a:pt x="247408" y="372711"/>
                  </a:lnTo>
                  <a:lnTo>
                    <a:pt x="247539" y="372267"/>
                  </a:lnTo>
                  <a:lnTo>
                    <a:pt x="245735" y="371022"/>
                  </a:lnTo>
                  <a:lnTo>
                    <a:pt x="243477" y="368788"/>
                  </a:lnTo>
                  <a:lnTo>
                    <a:pt x="238761" y="368461"/>
                  </a:lnTo>
                  <a:lnTo>
                    <a:pt x="235701" y="368712"/>
                  </a:lnTo>
                  <a:lnTo>
                    <a:pt x="233746" y="367946"/>
                  </a:lnTo>
                  <a:lnTo>
                    <a:pt x="231664" y="366701"/>
                  </a:lnTo>
                  <a:lnTo>
                    <a:pt x="230328" y="366383"/>
                  </a:lnTo>
                  <a:lnTo>
                    <a:pt x="227598" y="367164"/>
                  </a:lnTo>
                  <a:lnTo>
                    <a:pt x="226216" y="367262"/>
                  </a:lnTo>
                  <a:lnTo>
                    <a:pt x="224957" y="366988"/>
                  </a:lnTo>
                  <a:lnTo>
                    <a:pt x="223714" y="363060"/>
                  </a:lnTo>
                  <a:lnTo>
                    <a:pt x="224045" y="361883"/>
                  </a:lnTo>
                  <a:lnTo>
                    <a:pt x="225019" y="361374"/>
                  </a:lnTo>
                  <a:lnTo>
                    <a:pt x="225755" y="360107"/>
                  </a:lnTo>
                  <a:lnTo>
                    <a:pt x="226271" y="358782"/>
                  </a:lnTo>
                  <a:lnTo>
                    <a:pt x="227888" y="357487"/>
                  </a:lnTo>
                  <a:lnTo>
                    <a:pt x="236770" y="354602"/>
                  </a:lnTo>
                  <a:lnTo>
                    <a:pt x="239011" y="352457"/>
                  </a:lnTo>
                  <a:lnTo>
                    <a:pt x="238912" y="352127"/>
                  </a:lnTo>
                  <a:lnTo>
                    <a:pt x="237401" y="352525"/>
                  </a:lnTo>
                  <a:lnTo>
                    <a:pt x="235468" y="353491"/>
                  </a:lnTo>
                  <a:lnTo>
                    <a:pt x="234175" y="353691"/>
                  </a:lnTo>
                  <a:lnTo>
                    <a:pt x="228946" y="352441"/>
                  </a:lnTo>
                  <a:lnTo>
                    <a:pt x="228131" y="352725"/>
                  </a:lnTo>
                  <a:lnTo>
                    <a:pt x="226013" y="354520"/>
                  </a:lnTo>
                  <a:lnTo>
                    <a:pt x="223140" y="356469"/>
                  </a:lnTo>
                  <a:lnTo>
                    <a:pt x="221817" y="356351"/>
                  </a:lnTo>
                  <a:lnTo>
                    <a:pt x="220045" y="355197"/>
                  </a:lnTo>
                  <a:lnTo>
                    <a:pt x="219764" y="354376"/>
                  </a:lnTo>
                  <a:lnTo>
                    <a:pt x="219637" y="353389"/>
                  </a:lnTo>
                  <a:lnTo>
                    <a:pt x="221582" y="352039"/>
                  </a:lnTo>
                  <a:lnTo>
                    <a:pt x="222207" y="351321"/>
                  </a:lnTo>
                  <a:lnTo>
                    <a:pt x="223466" y="349400"/>
                  </a:lnTo>
                  <a:lnTo>
                    <a:pt x="223402" y="348447"/>
                  </a:lnTo>
                  <a:lnTo>
                    <a:pt x="221253" y="348970"/>
                  </a:lnTo>
                  <a:lnTo>
                    <a:pt x="220974" y="348087"/>
                  </a:lnTo>
                  <a:lnTo>
                    <a:pt x="221008" y="346572"/>
                  </a:lnTo>
                  <a:lnTo>
                    <a:pt x="220800" y="344656"/>
                  </a:lnTo>
                  <a:lnTo>
                    <a:pt x="220272" y="342764"/>
                  </a:lnTo>
                  <a:lnTo>
                    <a:pt x="218509" y="339860"/>
                  </a:lnTo>
                  <a:lnTo>
                    <a:pt x="217778" y="339112"/>
                  </a:lnTo>
                  <a:lnTo>
                    <a:pt x="217175" y="338039"/>
                  </a:lnTo>
                  <a:lnTo>
                    <a:pt x="215846" y="334111"/>
                  </a:lnTo>
                  <a:lnTo>
                    <a:pt x="216231" y="333129"/>
                  </a:lnTo>
                  <a:lnTo>
                    <a:pt x="217412" y="332384"/>
                  </a:lnTo>
                  <a:lnTo>
                    <a:pt x="217637" y="332041"/>
                  </a:lnTo>
                  <a:lnTo>
                    <a:pt x="214817" y="332658"/>
                  </a:lnTo>
                  <a:lnTo>
                    <a:pt x="214508" y="333337"/>
                  </a:lnTo>
                  <a:lnTo>
                    <a:pt x="215040" y="334336"/>
                  </a:lnTo>
                  <a:lnTo>
                    <a:pt x="215419" y="335670"/>
                  </a:lnTo>
                  <a:lnTo>
                    <a:pt x="215646" y="337336"/>
                  </a:lnTo>
                  <a:lnTo>
                    <a:pt x="216039" y="338795"/>
                  </a:lnTo>
                  <a:lnTo>
                    <a:pt x="217061" y="340392"/>
                  </a:lnTo>
                  <a:lnTo>
                    <a:pt x="217878" y="341235"/>
                  </a:lnTo>
                  <a:lnTo>
                    <a:pt x="219210" y="343458"/>
                  </a:lnTo>
                  <a:lnTo>
                    <a:pt x="219791" y="345902"/>
                  </a:lnTo>
                  <a:lnTo>
                    <a:pt x="219620" y="347191"/>
                  </a:lnTo>
                  <a:lnTo>
                    <a:pt x="218585" y="348502"/>
                  </a:lnTo>
                  <a:lnTo>
                    <a:pt x="216919" y="349918"/>
                  </a:lnTo>
                  <a:lnTo>
                    <a:pt x="216414" y="351089"/>
                  </a:lnTo>
                  <a:lnTo>
                    <a:pt x="216189" y="352256"/>
                  </a:lnTo>
                  <a:lnTo>
                    <a:pt x="214890" y="353336"/>
                  </a:lnTo>
                  <a:lnTo>
                    <a:pt x="214092" y="352932"/>
                  </a:lnTo>
                  <a:lnTo>
                    <a:pt x="213461" y="352867"/>
                  </a:lnTo>
                  <a:lnTo>
                    <a:pt x="214206" y="354793"/>
                  </a:lnTo>
                  <a:lnTo>
                    <a:pt x="214686" y="356765"/>
                  </a:lnTo>
                  <a:lnTo>
                    <a:pt x="214108" y="358743"/>
                  </a:lnTo>
                  <a:lnTo>
                    <a:pt x="212564" y="359939"/>
                  </a:lnTo>
                  <a:lnTo>
                    <a:pt x="211726" y="359976"/>
                  </a:lnTo>
                  <a:lnTo>
                    <a:pt x="210079" y="360945"/>
                  </a:lnTo>
                  <a:lnTo>
                    <a:pt x="205863" y="361454"/>
                  </a:lnTo>
                  <a:lnTo>
                    <a:pt x="204395" y="361216"/>
                  </a:lnTo>
                  <a:lnTo>
                    <a:pt x="201703" y="360232"/>
                  </a:lnTo>
                  <a:lnTo>
                    <a:pt x="198512" y="359696"/>
                  </a:lnTo>
                  <a:lnTo>
                    <a:pt x="197246" y="358365"/>
                  </a:lnTo>
                  <a:lnTo>
                    <a:pt x="195586" y="355950"/>
                  </a:lnTo>
                  <a:lnTo>
                    <a:pt x="194748" y="353786"/>
                  </a:lnTo>
                  <a:lnTo>
                    <a:pt x="194731" y="351873"/>
                  </a:lnTo>
                  <a:lnTo>
                    <a:pt x="195180" y="350480"/>
                  </a:lnTo>
                  <a:lnTo>
                    <a:pt x="196095" y="349605"/>
                  </a:lnTo>
                  <a:lnTo>
                    <a:pt x="197194" y="344008"/>
                  </a:lnTo>
                  <a:lnTo>
                    <a:pt x="198748" y="339486"/>
                  </a:lnTo>
                  <a:lnTo>
                    <a:pt x="202662" y="334826"/>
                  </a:lnTo>
                  <a:lnTo>
                    <a:pt x="203778" y="333140"/>
                  </a:lnTo>
                  <a:lnTo>
                    <a:pt x="204147" y="332234"/>
                  </a:lnTo>
                  <a:lnTo>
                    <a:pt x="204142" y="331546"/>
                  </a:lnTo>
                  <a:lnTo>
                    <a:pt x="203509" y="331109"/>
                  </a:lnTo>
                  <a:lnTo>
                    <a:pt x="198697" y="336860"/>
                  </a:lnTo>
                  <a:lnTo>
                    <a:pt x="195729" y="337472"/>
                  </a:lnTo>
                  <a:lnTo>
                    <a:pt x="194843" y="336179"/>
                  </a:lnTo>
                  <a:lnTo>
                    <a:pt x="195112" y="333879"/>
                  </a:lnTo>
                  <a:lnTo>
                    <a:pt x="195640" y="333345"/>
                  </a:lnTo>
                  <a:lnTo>
                    <a:pt x="198040" y="333563"/>
                  </a:lnTo>
                  <a:lnTo>
                    <a:pt x="198974" y="332285"/>
                  </a:lnTo>
                  <a:lnTo>
                    <a:pt x="197472" y="330350"/>
                  </a:lnTo>
                  <a:lnTo>
                    <a:pt x="195873" y="329844"/>
                  </a:lnTo>
                  <a:lnTo>
                    <a:pt x="195499" y="329357"/>
                  </a:lnTo>
                  <a:lnTo>
                    <a:pt x="197145" y="327886"/>
                  </a:lnTo>
                  <a:lnTo>
                    <a:pt x="200948" y="327994"/>
                  </a:lnTo>
                  <a:lnTo>
                    <a:pt x="201807" y="326965"/>
                  </a:lnTo>
                  <a:lnTo>
                    <a:pt x="203184" y="325856"/>
                  </a:lnTo>
                  <a:lnTo>
                    <a:pt x="204712" y="323798"/>
                  </a:lnTo>
                  <a:lnTo>
                    <a:pt x="205284" y="322067"/>
                  </a:lnTo>
                  <a:lnTo>
                    <a:pt x="205412" y="320581"/>
                  </a:lnTo>
                  <a:lnTo>
                    <a:pt x="205083" y="319382"/>
                  </a:lnTo>
                  <a:lnTo>
                    <a:pt x="205048" y="318180"/>
                  </a:lnTo>
                  <a:lnTo>
                    <a:pt x="205308" y="316975"/>
                  </a:lnTo>
                  <a:lnTo>
                    <a:pt x="204908" y="315643"/>
                  </a:lnTo>
                  <a:lnTo>
                    <a:pt x="203851" y="314188"/>
                  </a:lnTo>
                  <a:lnTo>
                    <a:pt x="201502" y="312761"/>
                  </a:lnTo>
                  <a:lnTo>
                    <a:pt x="200810" y="314371"/>
                  </a:lnTo>
                  <a:lnTo>
                    <a:pt x="200078" y="315033"/>
                  </a:lnTo>
                  <a:lnTo>
                    <a:pt x="199051" y="315182"/>
                  </a:lnTo>
                  <a:lnTo>
                    <a:pt x="198103" y="314503"/>
                  </a:lnTo>
                  <a:lnTo>
                    <a:pt x="197114" y="314260"/>
                  </a:lnTo>
                  <a:lnTo>
                    <a:pt x="196142" y="313654"/>
                  </a:lnTo>
                  <a:lnTo>
                    <a:pt x="195133" y="313462"/>
                  </a:lnTo>
                  <a:lnTo>
                    <a:pt x="194740" y="312974"/>
                  </a:lnTo>
                  <a:lnTo>
                    <a:pt x="194487" y="311609"/>
                  </a:lnTo>
                  <a:lnTo>
                    <a:pt x="194465" y="309873"/>
                  </a:lnTo>
                  <a:lnTo>
                    <a:pt x="195606" y="309063"/>
                  </a:lnTo>
                  <a:lnTo>
                    <a:pt x="197195" y="308424"/>
                  </a:lnTo>
                  <a:lnTo>
                    <a:pt x="198259" y="307212"/>
                  </a:lnTo>
                  <a:lnTo>
                    <a:pt x="198957" y="305457"/>
                  </a:lnTo>
                  <a:lnTo>
                    <a:pt x="199058" y="303542"/>
                  </a:lnTo>
                  <a:lnTo>
                    <a:pt x="198561" y="301466"/>
                  </a:lnTo>
                  <a:lnTo>
                    <a:pt x="197271" y="299600"/>
                  </a:lnTo>
                  <a:lnTo>
                    <a:pt x="194880" y="301416"/>
                  </a:lnTo>
                  <a:lnTo>
                    <a:pt x="193942" y="301862"/>
                  </a:lnTo>
                  <a:lnTo>
                    <a:pt x="193725" y="300563"/>
                  </a:lnTo>
                  <a:lnTo>
                    <a:pt x="193394" y="299600"/>
                  </a:lnTo>
                  <a:lnTo>
                    <a:pt x="192390" y="298296"/>
                  </a:lnTo>
                  <a:lnTo>
                    <a:pt x="191067" y="297346"/>
                  </a:lnTo>
                  <a:lnTo>
                    <a:pt x="189795" y="296715"/>
                  </a:lnTo>
                  <a:lnTo>
                    <a:pt x="189737" y="295751"/>
                  </a:lnTo>
                  <a:lnTo>
                    <a:pt x="190038" y="294666"/>
                  </a:lnTo>
                  <a:lnTo>
                    <a:pt x="190602" y="293401"/>
                  </a:lnTo>
                  <a:lnTo>
                    <a:pt x="191335" y="290763"/>
                  </a:lnTo>
                  <a:lnTo>
                    <a:pt x="192142" y="290998"/>
                  </a:lnTo>
                  <a:lnTo>
                    <a:pt x="192813" y="290759"/>
                  </a:lnTo>
                  <a:lnTo>
                    <a:pt x="192425" y="288580"/>
                  </a:lnTo>
                  <a:lnTo>
                    <a:pt x="191777" y="286749"/>
                  </a:lnTo>
                  <a:lnTo>
                    <a:pt x="191016" y="285709"/>
                  </a:lnTo>
                  <a:lnTo>
                    <a:pt x="190989" y="285256"/>
                  </a:lnTo>
                  <a:lnTo>
                    <a:pt x="190812" y="284726"/>
                  </a:lnTo>
                  <a:lnTo>
                    <a:pt x="190225" y="283444"/>
                  </a:lnTo>
                  <a:lnTo>
                    <a:pt x="189566" y="282505"/>
                  </a:lnTo>
                  <a:lnTo>
                    <a:pt x="188417" y="279844"/>
                  </a:lnTo>
                  <a:lnTo>
                    <a:pt x="187587" y="278830"/>
                  </a:lnTo>
                  <a:lnTo>
                    <a:pt x="186523" y="278304"/>
                  </a:lnTo>
                  <a:lnTo>
                    <a:pt x="185376" y="278275"/>
                  </a:lnTo>
                  <a:lnTo>
                    <a:pt x="183537" y="278974"/>
                  </a:lnTo>
                  <a:lnTo>
                    <a:pt x="180140" y="279782"/>
                  </a:lnTo>
                  <a:lnTo>
                    <a:pt x="177451" y="280166"/>
                  </a:lnTo>
                  <a:lnTo>
                    <a:pt x="177003" y="279957"/>
                  </a:lnTo>
                  <a:lnTo>
                    <a:pt x="178348" y="278946"/>
                  </a:lnTo>
                  <a:lnTo>
                    <a:pt x="180331" y="277895"/>
                  </a:lnTo>
                  <a:lnTo>
                    <a:pt x="182955" y="277182"/>
                  </a:lnTo>
                  <a:lnTo>
                    <a:pt x="183721" y="275433"/>
                  </a:lnTo>
                  <a:lnTo>
                    <a:pt x="183437" y="273920"/>
                  </a:lnTo>
                  <a:lnTo>
                    <a:pt x="183547" y="272486"/>
                  </a:lnTo>
                  <a:lnTo>
                    <a:pt x="182827" y="270975"/>
                  </a:lnTo>
                  <a:lnTo>
                    <a:pt x="183527" y="270138"/>
                  </a:lnTo>
                  <a:lnTo>
                    <a:pt x="185917" y="269295"/>
                  </a:lnTo>
                  <a:lnTo>
                    <a:pt x="186999" y="269166"/>
                  </a:lnTo>
                  <a:lnTo>
                    <a:pt x="188075" y="268092"/>
                  </a:lnTo>
                  <a:lnTo>
                    <a:pt x="185048" y="265507"/>
                  </a:lnTo>
                  <a:lnTo>
                    <a:pt x="181877" y="263811"/>
                  </a:lnTo>
                  <a:lnTo>
                    <a:pt x="181084" y="263123"/>
                  </a:lnTo>
                  <a:lnTo>
                    <a:pt x="180387" y="261989"/>
                  </a:lnTo>
                  <a:lnTo>
                    <a:pt x="179785" y="260411"/>
                  </a:lnTo>
                  <a:lnTo>
                    <a:pt x="178807" y="258831"/>
                  </a:lnTo>
                  <a:lnTo>
                    <a:pt x="177454" y="257249"/>
                  </a:lnTo>
                  <a:lnTo>
                    <a:pt x="175479" y="255721"/>
                  </a:lnTo>
                  <a:lnTo>
                    <a:pt x="170387" y="252928"/>
                  </a:lnTo>
                  <a:lnTo>
                    <a:pt x="168639" y="251002"/>
                  </a:lnTo>
                  <a:lnTo>
                    <a:pt x="167030" y="248054"/>
                  </a:lnTo>
                  <a:lnTo>
                    <a:pt x="166225" y="246797"/>
                  </a:lnTo>
                  <a:lnTo>
                    <a:pt x="165389" y="245867"/>
                  </a:lnTo>
                  <a:lnTo>
                    <a:pt x="161844" y="243687"/>
                  </a:lnTo>
                  <a:lnTo>
                    <a:pt x="161413" y="242725"/>
                  </a:lnTo>
                  <a:lnTo>
                    <a:pt x="165072" y="240161"/>
                  </a:lnTo>
                  <a:lnTo>
                    <a:pt x="165430" y="239138"/>
                  </a:lnTo>
                  <a:lnTo>
                    <a:pt x="163936" y="236026"/>
                  </a:lnTo>
                  <a:lnTo>
                    <a:pt x="162404" y="233749"/>
                  </a:lnTo>
                  <a:lnTo>
                    <a:pt x="160736" y="232941"/>
                  </a:lnTo>
                  <a:lnTo>
                    <a:pt x="158256" y="232525"/>
                  </a:lnTo>
                  <a:lnTo>
                    <a:pt x="155983" y="231514"/>
                  </a:lnTo>
                  <a:lnTo>
                    <a:pt x="153916" y="229912"/>
                  </a:lnTo>
                  <a:lnTo>
                    <a:pt x="151853" y="228739"/>
                  </a:lnTo>
                  <a:lnTo>
                    <a:pt x="148763" y="227625"/>
                  </a:lnTo>
                  <a:lnTo>
                    <a:pt x="143593" y="224758"/>
                  </a:lnTo>
                  <a:lnTo>
                    <a:pt x="135623" y="221689"/>
                  </a:lnTo>
                  <a:lnTo>
                    <a:pt x="132062" y="219896"/>
                  </a:lnTo>
                  <a:lnTo>
                    <a:pt x="129943" y="219242"/>
                  </a:lnTo>
                  <a:lnTo>
                    <a:pt x="127149" y="219075"/>
                  </a:lnTo>
                  <a:lnTo>
                    <a:pt x="121746" y="217400"/>
                  </a:lnTo>
                  <a:lnTo>
                    <a:pt x="117209" y="216865"/>
                  </a:lnTo>
                  <a:lnTo>
                    <a:pt x="114408" y="217110"/>
                  </a:lnTo>
                  <a:lnTo>
                    <a:pt x="113493" y="216833"/>
                  </a:lnTo>
                  <a:lnTo>
                    <a:pt x="111422" y="215132"/>
                  </a:lnTo>
                  <a:lnTo>
                    <a:pt x="108180" y="214158"/>
                  </a:lnTo>
                  <a:lnTo>
                    <a:pt x="106505" y="214530"/>
                  </a:lnTo>
                  <a:lnTo>
                    <a:pt x="104425" y="216350"/>
                  </a:lnTo>
                  <a:lnTo>
                    <a:pt x="101915" y="218144"/>
                  </a:lnTo>
                  <a:lnTo>
                    <a:pt x="100583" y="218387"/>
                  </a:lnTo>
                  <a:lnTo>
                    <a:pt x="98597" y="216745"/>
                  </a:lnTo>
                  <a:lnTo>
                    <a:pt x="97598" y="215598"/>
                  </a:lnTo>
                  <a:lnTo>
                    <a:pt x="96643" y="215208"/>
                  </a:lnTo>
                  <a:lnTo>
                    <a:pt x="95735" y="215578"/>
                  </a:lnTo>
                  <a:lnTo>
                    <a:pt x="93962" y="217082"/>
                  </a:lnTo>
                  <a:lnTo>
                    <a:pt x="92274" y="218171"/>
                  </a:lnTo>
                  <a:lnTo>
                    <a:pt x="89777" y="219463"/>
                  </a:lnTo>
                  <a:lnTo>
                    <a:pt x="87782" y="220084"/>
                  </a:lnTo>
                  <a:lnTo>
                    <a:pt x="85220" y="220235"/>
                  </a:lnTo>
                  <a:lnTo>
                    <a:pt x="84577" y="220702"/>
                  </a:lnTo>
                  <a:lnTo>
                    <a:pt x="83590" y="220724"/>
                  </a:lnTo>
                  <a:lnTo>
                    <a:pt x="82262" y="220299"/>
                  </a:lnTo>
                  <a:lnTo>
                    <a:pt x="81018" y="219457"/>
                  </a:lnTo>
                  <a:lnTo>
                    <a:pt x="79858" y="218198"/>
                  </a:lnTo>
                  <a:lnTo>
                    <a:pt x="78833" y="217518"/>
                  </a:lnTo>
                  <a:lnTo>
                    <a:pt x="77944" y="217419"/>
                  </a:lnTo>
                  <a:lnTo>
                    <a:pt x="75900" y="218071"/>
                  </a:lnTo>
                  <a:lnTo>
                    <a:pt x="73314" y="219987"/>
                  </a:lnTo>
                  <a:lnTo>
                    <a:pt x="72133" y="220449"/>
                  </a:lnTo>
                  <a:lnTo>
                    <a:pt x="71140" y="220248"/>
                  </a:lnTo>
                  <a:lnTo>
                    <a:pt x="69928" y="219651"/>
                  </a:lnTo>
                  <a:lnTo>
                    <a:pt x="67497" y="218123"/>
                  </a:lnTo>
                  <a:lnTo>
                    <a:pt x="66151" y="218269"/>
                  </a:lnTo>
                  <a:lnTo>
                    <a:pt x="65173" y="218804"/>
                  </a:lnTo>
                  <a:lnTo>
                    <a:pt x="65444" y="220074"/>
                  </a:lnTo>
                  <a:lnTo>
                    <a:pt x="67725" y="223083"/>
                  </a:lnTo>
                  <a:lnTo>
                    <a:pt x="69759" y="225229"/>
                  </a:lnTo>
                  <a:lnTo>
                    <a:pt x="68040" y="225483"/>
                  </a:lnTo>
                  <a:lnTo>
                    <a:pt x="53022" y="222580"/>
                  </a:lnTo>
                  <a:lnTo>
                    <a:pt x="51108" y="221878"/>
                  </a:lnTo>
                  <a:lnTo>
                    <a:pt x="48344" y="220123"/>
                  </a:lnTo>
                  <a:lnTo>
                    <a:pt x="46046" y="219046"/>
                  </a:lnTo>
                  <a:lnTo>
                    <a:pt x="42134" y="216262"/>
                  </a:lnTo>
                  <a:lnTo>
                    <a:pt x="39121" y="214754"/>
                  </a:lnTo>
                  <a:lnTo>
                    <a:pt x="38122" y="213577"/>
                  </a:lnTo>
                  <a:lnTo>
                    <a:pt x="37858" y="212766"/>
                  </a:lnTo>
                  <a:lnTo>
                    <a:pt x="38817" y="211669"/>
                  </a:lnTo>
                  <a:lnTo>
                    <a:pt x="44889" y="207973"/>
                  </a:lnTo>
                  <a:lnTo>
                    <a:pt x="47208" y="207227"/>
                  </a:lnTo>
                  <a:lnTo>
                    <a:pt x="51924" y="206336"/>
                  </a:lnTo>
                  <a:lnTo>
                    <a:pt x="53039" y="205778"/>
                  </a:lnTo>
                  <a:lnTo>
                    <a:pt x="53413" y="205335"/>
                  </a:lnTo>
                  <a:lnTo>
                    <a:pt x="52174" y="204536"/>
                  </a:lnTo>
                  <a:lnTo>
                    <a:pt x="45997" y="204821"/>
                  </a:lnTo>
                  <a:lnTo>
                    <a:pt x="40493" y="204286"/>
                  </a:lnTo>
                  <a:lnTo>
                    <a:pt x="35704" y="202816"/>
                  </a:lnTo>
                  <a:lnTo>
                    <a:pt x="34870" y="202328"/>
                  </a:lnTo>
                  <a:lnTo>
                    <a:pt x="34059" y="201431"/>
                  </a:lnTo>
                  <a:lnTo>
                    <a:pt x="33271" y="200122"/>
                  </a:lnTo>
                  <a:lnTo>
                    <a:pt x="33451" y="198657"/>
                  </a:lnTo>
                  <a:lnTo>
                    <a:pt x="34600" y="197037"/>
                  </a:lnTo>
                  <a:lnTo>
                    <a:pt x="35274" y="195926"/>
                  </a:lnTo>
                  <a:lnTo>
                    <a:pt x="35472" y="195323"/>
                  </a:lnTo>
                  <a:lnTo>
                    <a:pt x="29451" y="199308"/>
                  </a:lnTo>
                  <a:lnTo>
                    <a:pt x="26989" y="200704"/>
                  </a:lnTo>
                  <a:lnTo>
                    <a:pt x="25038" y="200276"/>
                  </a:lnTo>
                  <a:lnTo>
                    <a:pt x="23669" y="199616"/>
                  </a:lnTo>
                  <a:lnTo>
                    <a:pt x="22997" y="198880"/>
                  </a:lnTo>
                  <a:lnTo>
                    <a:pt x="23022" y="198070"/>
                  </a:lnTo>
                  <a:lnTo>
                    <a:pt x="23242" y="197479"/>
                  </a:lnTo>
                  <a:lnTo>
                    <a:pt x="23658" y="197110"/>
                  </a:lnTo>
                  <a:lnTo>
                    <a:pt x="20474" y="195459"/>
                  </a:lnTo>
                  <a:lnTo>
                    <a:pt x="19038" y="194165"/>
                  </a:lnTo>
                  <a:lnTo>
                    <a:pt x="18886" y="192829"/>
                  </a:lnTo>
                  <a:lnTo>
                    <a:pt x="20015" y="191451"/>
                  </a:lnTo>
                  <a:lnTo>
                    <a:pt x="21120" y="190451"/>
                  </a:lnTo>
                  <a:lnTo>
                    <a:pt x="22202" y="189828"/>
                  </a:lnTo>
                  <a:lnTo>
                    <a:pt x="25145" y="189284"/>
                  </a:lnTo>
                  <a:lnTo>
                    <a:pt x="35900" y="188245"/>
                  </a:lnTo>
                  <a:lnTo>
                    <a:pt x="43602" y="189240"/>
                  </a:lnTo>
                  <a:lnTo>
                    <a:pt x="46223" y="185942"/>
                  </a:lnTo>
                  <a:lnTo>
                    <a:pt x="47993" y="184890"/>
                  </a:lnTo>
                  <a:lnTo>
                    <a:pt x="53172" y="183795"/>
                  </a:lnTo>
                  <a:lnTo>
                    <a:pt x="61140" y="183645"/>
                  </a:lnTo>
                  <a:lnTo>
                    <a:pt x="66771" y="184250"/>
                  </a:lnTo>
                  <a:lnTo>
                    <a:pt x="69408" y="185023"/>
                  </a:lnTo>
                  <a:lnTo>
                    <a:pt x="72999" y="186730"/>
                  </a:lnTo>
                  <a:lnTo>
                    <a:pt x="73206" y="186215"/>
                  </a:lnTo>
                  <a:lnTo>
                    <a:pt x="72338" y="184675"/>
                  </a:lnTo>
                  <a:lnTo>
                    <a:pt x="72277" y="183397"/>
                  </a:lnTo>
                  <a:lnTo>
                    <a:pt x="73728" y="181177"/>
                  </a:lnTo>
                  <a:lnTo>
                    <a:pt x="74396" y="179783"/>
                  </a:lnTo>
                  <a:lnTo>
                    <a:pt x="73942" y="178331"/>
                  </a:lnTo>
                  <a:lnTo>
                    <a:pt x="72364" y="176819"/>
                  </a:lnTo>
                  <a:lnTo>
                    <a:pt x="69573" y="174883"/>
                  </a:lnTo>
                  <a:lnTo>
                    <a:pt x="68070" y="174723"/>
                  </a:lnTo>
                  <a:lnTo>
                    <a:pt x="66400" y="175189"/>
                  </a:lnTo>
                  <a:lnTo>
                    <a:pt x="64393" y="176262"/>
                  </a:lnTo>
                  <a:lnTo>
                    <a:pt x="60222" y="178969"/>
                  </a:lnTo>
                  <a:lnTo>
                    <a:pt x="58253" y="179534"/>
                  </a:lnTo>
                  <a:lnTo>
                    <a:pt x="54968" y="179679"/>
                  </a:lnTo>
                  <a:lnTo>
                    <a:pt x="53152" y="179337"/>
                  </a:lnTo>
                  <a:lnTo>
                    <a:pt x="51396" y="178931"/>
                  </a:lnTo>
                  <a:lnTo>
                    <a:pt x="48653" y="177496"/>
                  </a:lnTo>
                  <a:lnTo>
                    <a:pt x="47653" y="177227"/>
                  </a:lnTo>
                  <a:lnTo>
                    <a:pt x="46442" y="177856"/>
                  </a:lnTo>
                  <a:lnTo>
                    <a:pt x="45017" y="179385"/>
                  </a:lnTo>
                  <a:lnTo>
                    <a:pt x="43644" y="180455"/>
                  </a:lnTo>
                  <a:lnTo>
                    <a:pt x="42323" y="181067"/>
                  </a:lnTo>
                  <a:lnTo>
                    <a:pt x="41088" y="181332"/>
                  </a:lnTo>
                  <a:lnTo>
                    <a:pt x="39366" y="181208"/>
                  </a:lnTo>
                  <a:lnTo>
                    <a:pt x="32264" y="178829"/>
                  </a:lnTo>
                  <a:lnTo>
                    <a:pt x="30658" y="177770"/>
                  </a:lnTo>
                  <a:lnTo>
                    <a:pt x="30565" y="176166"/>
                  </a:lnTo>
                  <a:lnTo>
                    <a:pt x="28385" y="174611"/>
                  </a:lnTo>
                  <a:lnTo>
                    <a:pt x="25920" y="174340"/>
                  </a:lnTo>
                  <a:lnTo>
                    <a:pt x="25619" y="173819"/>
                  </a:lnTo>
                  <a:lnTo>
                    <a:pt x="28745" y="171424"/>
                  </a:lnTo>
                  <a:lnTo>
                    <a:pt x="31075" y="170445"/>
                  </a:lnTo>
                  <a:lnTo>
                    <a:pt x="30700" y="170150"/>
                  </a:lnTo>
                  <a:lnTo>
                    <a:pt x="27317" y="170099"/>
                  </a:lnTo>
                  <a:lnTo>
                    <a:pt x="25033" y="171372"/>
                  </a:lnTo>
                  <a:lnTo>
                    <a:pt x="23725" y="171587"/>
                  </a:lnTo>
                  <a:lnTo>
                    <a:pt x="20717" y="171622"/>
                  </a:lnTo>
                  <a:lnTo>
                    <a:pt x="17560" y="170984"/>
                  </a:lnTo>
                  <a:lnTo>
                    <a:pt x="16218" y="170426"/>
                  </a:lnTo>
                  <a:lnTo>
                    <a:pt x="14826" y="169145"/>
                  </a:lnTo>
                  <a:lnTo>
                    <a:pt x="13265" y="168423"/>
                  </a:lnTo>
                  <a:lnTo>
                    <a:pt x="8552" y="167330"/>
                  </a:lnTo>
                  <a:lnTo>
                    <a:pt x="7489" y="166735"/>
                  </a:lnTo>
                  <a:lnTo>
                    <a:pt x="6481" y="165746"/>
                  </a:lnTo>
                  <a:lnTo>
                    <a:pt x="2631" y="162945"/>
                  </a:lnTo>
                  <a:lnTo>
                    <a:pt x="301" y="160886"/>
                  </a:lnTo>
                  <a:lnTo>
                    <a:pt x="0" y="159720"/>
                  </a:lnTo>
                  <a:lnTo>
                    <a:pt x="2688" y="157215"/>
                  </a:lnTo>
                  <a:lnTo>
                    <a:pt x="2806" y="156635"/>
                  </a:lnTo>
                  <a:lnTo>
                    <a:pt x="1653" y="155555"/>
                  </a:lnTo>
                  <a:lnTo>
                    <a:pt x="1172" y="154757"/>
                  </a:lnTo>
                  <a:lnTo>
                    <a:pt x="1570" y="153656"/>
                  </a:lnTo>
                  <a:lnTo>
                    <a:pt x="3923" y="151219"/>
                  </a:lnTo>
                  <a:lnTo>
                    <a:pt x="4797" y="150560"/>
                  </a:lnTo>
                  <a:lnTo>
                    <a:pt x="9020" y="149128"/>
                  </a:lnTo>
                  <a:lnTo>
                    <a:pt x="13248" y="147049"/>
                  </a:lnTo>
                  <a:lnTo>
                    <a:pt x="14789" y="146582"/>
                  </a:lnTo>
                  <a:lnTo>
                    <a:pt x="16162" y="146474"/>
                  </a:lnTo>
                  <a:lnTo>
                    <a:pt x="21715" y="146596"/>
                  </a:lnTo>
                  <a:lnTo>
                    <a:pt x="23437" y="146084"/>
                  </a:lnTo>
                  <a:lnTo>
                    <a:pt x="24898" y="145070"/>
                  </a:lnTo>
                  <a:lnTo>
                    <a:pt x="27296" y="144042"/>
                  </a:lnTo>
                  <a:lnTo>
                    <a:pt x="32301" y="142483"/>
                  </a:lnTo>
                  <a:lnTo>
                    <a:pt x="43430" y="140127"/>
                  </a:lnTo>
                  <a:lnTo>
                    <a:pt x="44154" y="139850"/>
                  </a:lnTo>
                  <a:lnTo>
                    <a:pt x="44219" y="139402"/>
                  </a:lnTo>
                  <a:lnTo>
                    <a:pt x="43220" y="138187"/>
                  </a:lnTo>
                  <a:lnTo>
                    <a:pt x="43009" y="137602"/>
                  </a:lnTo>
                  <a:lnTo>
                    <a:pt x="45288" y="136512"/>
                  </a:lnTo>
                  <a:lnTo>
                    <a:pt x="50429" y="134795"/>
                  </a:lnTo>
                  <a:lnTo>
                    <a:pt x="53944" y="133969"/>
                  </a:lnTo>
                  <a:lnTo>
                    <a:pt x="56206" y="133908"/>
                  </a:lnTo>
                  <a:lnTo>
                    <a:pt x="58029" y="133539"/>
                  </a:lnTo>
                  <a:lnTo>
                    <a:pt x="60590" y="132459"/>
                  </a:lnTo>
                  <a:lnTo>
                    <a:pt x="62040" y="132269"/>
                  </a:lnTo>
                  <a:lnTo>
                    <a:pt x="70793" y="131845"/>
                  </a:lnTo>
                  <a:lnTo>
                    <a:pt x="74665" y="132432"/>
                  </a:lnTo>
                  <a:lnTo>
                    <a:pt x="76566" y="132421"/>
                  </a:lnTo>
                  <a:lnTo>
                    <a:pt x="77787" y="132002"/>
                  </a:lnTo>
                  <a:lnTo>
                    <a:pt x="79403" y="130780"/>
                  </a:lnTo>
                  <a:lnTo>
                    <a:pt x="82421" y="127744"/>
                  </a:lnTo>
                  <a:lnTo>
                    <a:pt x="84009" y="125860"/>
                  </a:lnTo>
                  <a:lnTo>
                    <a:pt x="85509" y="122991"/>
                  </a:lnTo>
                  <a:lnTo>
                    <a:pt x="87449" y="118509"/>
                  </a:lnTo>
                  <a:lnTo>
                    <a:pt x="88899" y="114137"/>
                  </a:lnTo>
                  <a:lnTo>
                    <a:pt x="89860" y="109874"/>
                  </a:lnTo>
                  <a:lnTo>
                    <a:pt x="90606" y="107275"/>
                  </a:lnTo>
                  <a:lnTo>
                    <a:pt x="91136" y="106346"/>
                  </a:lnTo>
                  <a:lnTo>
                    <a:pt x="92951" y="105166"/>
                  </a:lnTo>
                  <a:lnTo>
                    <a:pt x="94844" y="104246"/>
                  </a:lnTo>
                  <a:lnTo>
                    <a:pt x="98098" y="103431"/>
                  </a:lnTo>
                  <a:lnTo>
                    <a:pt x="97802" y="103052"/>
                  </a:lnTo>
                  <a:lnTo>
                    <a:pt x="96422" y="102417"/>
                  </a:lnTo>
                  <a:lnTo>
                    <a:pt x="95137" y="102173"/>
                  </a:lnTo>
                  <a:lnTo>
                    <a:pt x="93948" y="102319"/>
                  </a:lnTo>
                  <a:lnTo>
                    <a:pt x="91784" y="103278"/>
                  </a:lnTo>
                  <a:lnTo>
                    <a:pt x="88979" y="103927"/>
                  </a:lnTo>
                  <a:lnTo>
                    <a:pt x="86255" y="103825"/>
                  </a:lnTo>
                  <a:lnTo>
                    <a:pt x="84293" y="104068"/>
                  </a:lnTo>
                  <a:lnTo>
                    <a:pt x="82493" y="104946"/>
                  </a:lnTo>
                  <a:lnTo>
                    <a:pt x="79574" y="105653"/>
                  </a:lnTo>
                  <a:lnTo>
                    <a:pt x="77627" y="105493"/>
                  </a:lnTo>
                  <a:lnTo>
                    <a:pt x="74112" y="104229"/>
                  </a:lnTo>
                  <a:lnTo>
                    <a:pt x="72338" y="103992"/>
                  </a:lnTo>
                  <a:lnTo>
                    <a:pt x="67842" y="104112"/>
                  </a:lnTo>
                  <a:lnTo>
                    <a:pt x="66527" y="103645"/>
                  </a:lnTo>
                  <a:lnTo>
                    <a:pt x="65378" y="102726"/>
                  </a:lnTo>
                  <a:lnTo>
                    <a:pt x="64462" y="101446"/>
                  </a:lnTo>
                  <a:lnTo>
                    <a:pt x="63779" y="99800"/>
                  </a:lnTo>
                  <a:lnTo>
                    <a:pt x="63873" y="98089"/>
                  </a:lnTo>
                  <a:lnTo>
                    <a:pt x="65491" y="95002"/>
                  </a:lnTo>
                  <a:lnTo>
                    <a:pt x="66113" y="94161"/>
                  </a:lnTo>
                  <a:lnTo>
                    <a:pt x="70494" y="90716"/>
                  </a:lnTo>
                  <a:lnTo>
                    <a:pt x="73194" y="89103"/>
                  </a:lnTo>
                  <a:lnTo>
                    <a:pt x="75881" y="87896"/>
                  </a:lnTo>
                  <a:lnTo>
                    <a:pt x="77839" y="87188"/>
                  </a:lnTo>
                  <a:lnTo>
                    <a:pt x="79682" y="86870"/>
                  </a:lnTo>
                  <a:lnTo>
                    <a:pt x="81451" y="86122"/>
                  </a:lnTo>
                  <a:lnTo>
                    <a:pt x="84710" y="83715"/>
                  </a:lnTo>
                  <a:lnTo>
                    <a:pt x="88071" y="81652"/>
                  </a:lnTo>
                  <a:lnTo>
                    <a:pt x="92254" y="77820"/>
                  </a:lnTo>
                  <a:lnTo>
                    <a:pt x="94279" y="76815"/>
                  </a:lnTo>
                  <a:lnTo>
                    <a:pt x="101364" y="75148"/>
                  </a:lnTo>
                  <a:lnTo>
                    <a:pt x="103290" y="75122"/>
                  </a:lnTo>
                  <a:lnTo>
                    <a:pt x="104924" y="75537"/>
                  </a:lnTo>
                  <a:lnTo>
                    <a:pt x="106472" y="76406"/>
                  </a:lnTo>
                  <a:lnTo>
                    <a:pt x="110823" y="80196"/>
                  </a:lnTo>
                  <a:lnTo>
                    <a:pt x="111163" y="80079"/>
                  </a:lnTo>
                  <a:lnTo>
                    <a:pt x="110404" y="78645"/>
                  </a:lnTo>
                  <a:lnTo>
                    <a:pt x="108817" y="74353"/>
                  </a:lnTo>
                  <a:lnTo>
                    <a:pt x="109075" y="72586"/>
                  </a:lnTo>
                  <a:lnTo>
                    <a:pt x="111565" y="70699"/>
                  </a:lnTo>
                  <a:lnTo>
                    <a:pt x="112585" y="70363"/>
                  </a:lnTo>
                  <a:lnTo>
                    <a:pt x="115214" y="70489"/>
                  </a:lnTo>
                  <a:lnTo>
                    <a:pt x="119450" y="71071"/>
                  </a:lnTo>
                  <a:lnTo>
                    <a:pt x="122283" y="71711"/>
                  </a:lnTo>
                  <a:lnTo>
                    <a:pt x="124429" y="72750"/>
                  </a:lnTo>
                  <a:lnTo>
                    <a:pt x="126982" y="73396"/>
                  </a:lnTo>
                  <a:lnTo>
                    <a:pt x="128305" y="73364"/>
                  </a:lnTo>
                  <a:lnTo>
                    <a:pt x="129248" y="72868"/>
                  </a:lnTo>
                  <a:lnTo>
                    <a:pt x="130599" y="71246"/>
                  </a:lnTo>
                  <a:lnTo>
                    <a:pt x="132359" y="68498"/>
                  </a:lnTo>
                  <a:lnTo>
                    <a:pt x="133064" y="65111"/>
                  </a:lnTo>
                  <a:lnTo>
                    <a:pt x="132714" y="61086"/>
                  </a:lnTo>
                  <a:lnTo>
                    <a:pt x="132201" y="58144"/>
                  </a:lnTo>
                  <a:lnTo>
                    <a:pt x="131523" y="56291"/>
                  </a:lnTo>
                  <a:lnTo>
                    <a:pt x="131895" y="54746"/>
                  </a:lnTo>
                  <a:lnTo>
                    <a:pt x="134028" y="52893"/>
                  </a:lnTo>
                  <a:lnTo>
                    <a:pt x="135983" y="51540"/>
                  </a:lnTo>
                  <a:lnTo>
                    <a:pt x="140645" y="49625"/>
                  </a:lnTo>
                  <a:lnTo>
                    <a:pt x="144425" y="49118"/>
                  </a:lnTo>
                  <a:lnTo>
                    <a:pt x="146668" y="49246"/>
                  </a:lnTo>
                  <a:lnTo>
                    <a:pt x="149617" y="50144"/>
                  </a:lnTo>
                  <a:lnTo>
                    <a:pt x="153708" y="50693"/>
                  </a:lnTo>
                  <a:lnTo>
                    <a:pt x="157401" y="52432"/>
                  </a:lnTo>
                  <a:lnTo>
                    <a:pt x="163385" y="56425"/>
                  </a:lnTo>
                  <a:lnTo>
                    <a:pt x="167358" y="58430"/>
                  </a:lnTo>
                  <a:lnTo>
                    <a:pt x="170646" y="59330"/>
                  </a:lnTo>
                  <a:lnTo>
                    <a:pt x="173888" y="60862"/>
                  </a:lnTo>
                  <a:lnTo>
                    <a:pt x="178680" y="64111"/>
                  </a:lnTo>
                  <a:lnTo>
                    <a:pt x="181187" y="65507"/>
                  </a:lnTo>
                  <a:lnTo>
                    <a:pt x="182679" y="66012"/>
                  </a:lnTo>
                  <a:lnTo>
                    <a:pt x="183991" y="66092"/>
                  </a:lnTo>
                  <a:lnTo>
                    <a:pt x="183503" y="65165"/>
                  </a:lnTo>
                  <a:lnTo>
                    <a:pt x="181214" y="63224"/>
                  </a:lnTo>
                  <a:lnTo>
                    <a:pt x="177709" y="61090"/>
                  </a:lnTo>
                  <a:lnTo>
                    <a:pt x="169934" y="57253"/>
                  </a:lnTo>
                  <a:lnTo>
                    <a:pt x="165653" y="54545"/>
                  </a:lnTo>
                  <a:lnTo>
                    <a:pt x="161813" y="51456"/>
                  </a:lnTo>
                  <a:lnTo>
                    <a:pt x="158991" y="49618"/>
                  </a:lnTo>
                  <a:lnTo>
                    <a:pt x="153867" y="47796"/>
                  </a:lnTo>
                  <a:lnTo>
                    <a:pt x="153937" y="47070"/>
                  </a:lnTo>
                  <a:lnTo>
                    <a:pt x="160119" y="44516"/>
                  </a:lnTo>
                  <a:lnTo>
                    <a:pt x="171480" y="42293"/>
                  </a:lnTo>
                  <a:lnTo>
                    <a:pt x="184284" y="40555"/>
                  </a:lnTo>
                  <a:lnTo>
                    <a:pt x="188569" y="40732"/>
                  </a:lnTo>
                  <a:lnTo>
                    <a:pt x="196101" y="40005"/>
                  </a:lnTo>
                  <a:lnTo>
                    <a:pt x="196810" y="38908"/>
                  </a:lnTo>
                  <a:lnTo>
                    <a:pt x="198430" y="38415"/>
                  </a:lnTo>
                  <a:lnTo>
                    <a:pt x="205445" y="36884"/>
                  </a:lnTo>
                  <a:lnTo>
                    <a:pt x="207455" y="36906"/>
                  </a:lnTo>
                  <a:lnTo>
                    <a:pt x="210541" y="37631"/>
                  </a:lnTo>
                  <a:lnTo>
                    <a:pt x="213831" y="39015"/>
                  </a:lnTo>
                  <a:lnTo>
                    <a:pt x="215354" y="40267"/>
                  </a:lnTo>
                  <a:lnTo>
                    <a:pt x="217419" y="42419"/>
                  </a:lnTo>
                  <a:lnTo>
                    <a:pt x="218434" y="45447"/>
                  </a:lnTo>
                  <a:lnTo>
                    <a:pt x="218280" y="55007"/>
                  </a:lnTo>
                  <a:lnTo>
                    <a:pt x="218334" y="56815"/>
                  </a:lnTo>
                  <a:lnTo>
                    <a:pt x="218733" y="57512"/>
                  </a:lnTo>
                  <a:lnTo>
                    <a:pt x="220158" y="56475"/>
                  </a:lnTo>
                  <a:lnTo>
                    <a:pt x="221863" y="54547"/>
                  </a:lnTo>
                  <a:lnTo>
                    <a:pt x="223396" y="53183"/>
                  </a:lnTo>
                  <a:lnTo>
                    <a:pt x="224575" y="51078"/>
                  </a:lnTo>
                  <a:lnTo>
                    <a:pt x="225400" y="48237"/>
                  </a:lnTo>
                  <a:lnTo>
                    <a:pt x="225888" y="46132"/>
                  </a:lnTo>
                  <a:lnTo>
                    <a:pt x="223885" y="43752"/>
                  </a:lnTo>
                  <a:lnTo>
                    <a:pt x="223785" y="39843"/>
                  </a:lnTo>
                  <a:lnTo>
                    <a:pt x="224787" y="37760"/>
                  </a:lnTo>
                  <a:lnTo>
                    <a:pt x="227591" y="37760"/>
                  </a:lnTo>
                  <a:lnTo>
                    <a:pt x="239192" y="44955"/>
                  </a:lnTo>
                  <a:lnTo>
                    <a:pt x="243758" y="46509"/>
                  </a:lnTo>
                  <a:lnTo>
                    <a:pt x="248952" y="50363"/>
                  </a:lnTo>
                  <a:lnTo>
                    <a:pt x="255020" y="49953"/>
                  </a:lnTo>
                  <a:lnTo>
                    <a:pt x="260619" y="50428"/>
                  </a:lnTo>
                  <a:lnTo>
                    <a:pt x="263097" y="50286"/>
                  </a:lnTo>
                  <a:lnTo>
                    <a:pt x="264321" y="49687"/>
                  </a:lnTo>
                  <a:lnTo>
                    <a:pt x="262581" y="48090"/>
                  </a:lnTo>
                  <a:lnTo>
                    <a:pt x="254626" y="43700"/>
                  </a:lnTo>
                  <a:lnTo>
                    <a:pt x="251011" y="40253"/>
                  </a:lnTo>
                  <a:lnTo>
                    <a:pt x="248486" y="35955"/>
                  </a:lnTo>
                  <a:lnTo>
                    <a:pt x="247868" y="33669"/>
                  </a:lnTo>
                  <a:lnTo>
                    <a:pt x="249803" y="33258"/>
                  </a:lnTo>
                  <a:lnTo>
                    <a:pt x="258688" y="33307"/>
                  </a:lnTo>
                  <a:lnTo>
                    <a:pt x="272041" y="35287"/>
                  </a:lnTo>
                  <a:lnTo>
                    <a:pt x="289117" y="42136"/>
                  </a:lnTo>
                  <a:lnTo>
                    <a:pt x="297521" y="44401"/>
                  </a:lnTo>
                  <a:lnTo>
                    <a:pt x="312581" y="52325"/>
                  </a:lnTo>
                  <a:lnTo>
                    <a:pt x="317125" y="53522"/>
                  </a:lnTo>
                  <a:lnTo>
                    <a:pt x="318958" y="53772"/>
                  </a:lnTo>
                  <a:lnTo>
                    <a:pt x="320342" y="52794"/>
                  </a:lnTo>
                  <a:lnTo>
                    <a:pt x="321196" y="51731"/>
                  </a:lnTo>
                  <a:lnTo>
                    <a:pt x="321259" y="50315"/>
                  </a:lnTo>
                  <a:lnTo>
                    <a:pt x="320531" y="48546"/>
                  </a:lnTo>
                  <a:lnTo>
                    <a:pt x="320114" y="46502"/>
                  </a:lnTo>
                  <a:lnTo>
                    <a:pt x="320007" y="44180"/>
                  </a:lnTo>
                  <a:lnTo>
                    <a:pt x="321030" y="39582"/>
                  </a:lnTo>
                  <a:lnTo>
                    <a:pt x="323458" y="38083"/>
                  </a:lnTo>
                  <a:lnTo>
                    <a:pt x="324529" y="36388"/>
                  </a:lnTo>
                  <a:lnTo>
                    <a:pt x="323534" y="33327"/>
                  </a:lnTo>
                  <a:lnTo>
                    <a:pt x="320687" y="31232"/>
                  </a:lnTo>
                  <a:lnTo>
                    <a:pt x="309613" y="25836"/>
                  </a:lnTo>
                  <a:lnTo>
                    <a:pt x="309567" y="25193"/>
                  </a:lnTo>
                  <a:lnTo>
                    <a:pt x="311803" y="24486"/>
                  </a:lnTo>
                  <a:lnTo>
                    <a:pt x="315121" y="24072"/>
                  </a:lnTo>
                  <a:lnTo>
                    <a:pt x="342563" y="25357"/>
                  </a:lnTo>
                  <a:lnTo>
                    <a:pt x="347307" y="25829"/>
                  </a:lnTo>
                  <a:lnTo>
                    <a:pt x="349332" y="26292"/>
                  </a:lnTo>
                  <a:lnTo>
                    <a:pt x="350219" y="26903"/>
                  </a:lnTo>
                  <a:lnTo>
                    <a:pt x="351356" y="27164"/>
                  </a:lnTo>
                  <a:lnTo>
                    <a:pt x="357251" y="26435"/>
                  </a:lnTo>
                  <a:lnTo>
                    <a:pt x="357111" y="25105"/>
                  </a:lnTo>
                  <a:lnTo>
                    <a:pt x="356375" y="24259"/>
                  </a:lnTo>
                  <a:lnTo>
                    <a:pt x="324526" y="21949"/>
                  </a:lnTo>
                  <a:lnTo>
                    <a:pt x="318589" y="21159"/>
                  </a:lnTo>
                  <a:lnTo>
                    <a:pt x="315569" y="21098"/>
                  </a:lnTo>
                  <a:lnTo>
                    <a:pt x="312446" y="21704"/>
                  </a:lnTo>
                  <a:lnTo>
                    <a:pt x="305969" y="22006"/>
                  </a:lnTo>
                  <a:lnTo>
                    <a:pt x="302977" y="21889"/>
                  </a:lnTo>
                  <a:lnTo>
                    <a:pt x="299101" y="19139"/>
                  </a:lnTo>
                  <a:lnTo>
                    <a:pt x="302611" y="15830"/>
                  </a:lnTo>
                  <a:lnTo>
                    <a:pt x="305566" y="15905"/>
                  </a:lnTo>
                  <a:lnTo>
                    <a:pt x="311178" y="17195"/>
                  </a:lnTo>
                  <a:lnTo>
                    <a:pt x="314504" y="15393"/>
                  </a:lnTo>
                  <a:lnTo>
                    <a:pt x="319782" y="13904"/>
                  </a:lnTo>
                  <a:lnTo>
                    <a:pt x="325001" y="13379"/>
                  </a:lnTo>
                  <a:lnTo>
                    <a:pt x="336388" y="10179"/>
                  </a:lnTo>
                  <a:lnTo>
                    <a:pt x="338492" y="9899"/>
                  </a:lnTo>
                  <a:lnTo>
                    <a:pt x="341146" y="10070"/>
                  </a:lnTo>
                  <a:lnTo>
                    <a:pt x="347006" y="10863"/>
                  </a:lnTo>
                  <a:lnTo>
                    <a:pt x="349333" y="11655"/>
                  </a:lnTo>
                  <a:lnTo>
                    <a:pt x="351999" y="13351"/>
                  </a:lnTo>
                  <a:lnTo>
                    <a:pt x="353547" y="13875"/>
                  </a:lnTo>
                  <a:lnTo>
                    <a:pt x="355381" y="13972"/>
                  </a:lnTo>
                  <a:lnTo>
                    <a:pt x="357900" y="14739"/>
                  </a:lnTo>
                  <a:lnTo>
                    <a:pt x="361542" y="12255"/>
                  </a:lnTo>
                  <a:lnTo>
                    <a:pt x="364835" y="9585"/>
                  </a:lnTo>
                  <a:lnTo>
                    <a:pt x="368612" y="7902"/>
                  </a:lnTo>
                  <a:lnTo>
                    <a:pt x="373955" y="8884"/>
                  </a:lnTo>
                  <a:lnTo>
                    <a:pt x="377337" y="10166"/>
                  </a:lnTo>
                  <a:lnTo>
                    <a:pt x="380431" y="11692"/>
                  </a:lnTo>
                  <a:lnTo>
                    <a:pt x="384801" y="12536"/>
                  </a:lnTo>
                  <a:lnTo>
                    <a:pt x="392214" y="17751"/>
                  </a:lnTo>
                  <a:lnTo>
                    <a:pt x="393600" y="17758"/>
                  </a:lnTo>
                  <a:lnTo>
                    <a:pt x="394255" y="17316"/>
                  </a:lnTo>
                  <a:lnTo>
                    <a:pt x="394954" y="16350"/>
                  </a:lnTo>
                  <a:lnTo>
                    <a:pt x="395205" y="14915"/>
                  </a:lnTo>
                  <a:lnTo>
                    <a:pt x="396115" y="12968"/>
                  </a:lnTo>
                  <a:lnTo>
                    <a:pt x="395457" y="12248"/>
                  </a:lnTo>
                  <a:lnTo>
                    <a:pt x="389248" y="10089"/>
                  </a:lnTo>
                  <a:lnTo>
                    <a:pt x="388074" y="9258"/>
                  </a:lnTo>
                  <a:lnTo>
                    <a:pt x="386883" y="7890"/>
                  </a:lnTo>
                  <a:lnTo>
                    <a:pt x="386863" y="6759"/>
                  </a:lnTo>
                  <a:lnTo>
                    <a:pt x="388014" y="5868"/>
                  </a:lnTo>
                  <a:lnTo>
                    <a:pt x="389226" y="5461"/>
                  </a:lnTo>
                  <a:lnTo>
                    <a:pt x="393240" y="5830"/>
                  </a:lnTo>
                  <a:lnTo>
                    <a:pt x="394567" y="5540"/>
                  </a:lnTo>
                  <a:lnTo>
                    <a:pt x="395819" y="4785"/>
                  </a:lnTo>
                  <a:lnTo>
                    <a:pt x="397327" y="3370"/>
                  </a:lnTo>
                  <a:lnTo>
                    <a:pt x="398516" y="3009"/>
                  </a:lnTo>
                  <a:lnTo>
                    <a:pt x="401201" y="2969"/>
                  </a:lnTo>
                  <a:lnTo>
                    <a:pt x="405333" y="3876"/>
                  </a:lnTo>
                  <a:lnTo>
                    <a:pt x="408950" y="3953"/>
                  </a:lnTo>
                  <a:lnTo>
                    <a:pt x="410255" y="3536"/>
                  </a:lnTo>
                  <a:lnTo>
                    <a:pt x="410453" y="2650"/>
                  </a:lnTo>
                  <a:lnTo>
                    <a:pt x="410768" y="2087"/>
                  </a:lnTo>
                  <a:lnTo>
                    <a:pt x="411198" y="1851"/>
                  </a:lnTo>
                  <a:lnTo>
                    <a:pt x="424310" y="1802"/>
                  </a:lnTo>
                  <a:lnTo>
                    <a:pt x="427561" y="1591"/>
                  </a:lnTo>
                  <a:lnTo>
                    <a:pt x="430104" y="920"/>
                  </a:lnTo>
                  <a:lnTo>
                    <a:pt x="433214" y="841"/>
                  </a:lnTo>
                  <a:lnTo>
                    <a:pt x="435933" y="1242"/>
                  </a:lnTo>
                  <a:lnTo>
                    <a:pt x="439298" y="2096"/>
                  </a:lnTo>
                  <a:lnTo>
                    <a:pt x="442643" y="2057"/>
                  </a:lnTo>
                  <a:lnTo>
                    <a:pt x="447629" y="660"/>
                  </a:lnTo>
                  <a:lnTo>
                    <a:pt x="452329" y="0"/>
                  </a:lnTo>
                  <a:lnTo>
                    <a:pt x="478236" y="1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8"/>
            <p:cNvSpPr/>
            <p:nvPr/>
          </p:nvSpPr>
          <p:spPr>
            <a:xfrm>
              <a:off x="2121239" y="3107612"/>
              <a:ext cx="45499" cy="120556"/>
            </a:xfrm>
            <a:custGeom>
              <a:avLst/>
              <a:pathLst>
                <a:path w="45499" h="120556">
                  <a:moveTo>
                    <a:pt x="34903" y="46"/>
                  </a:moveTo>
                  <a:lnTo>
                    <a:pt x="34793" y="7214"/>
                  </a:lnTo>
                  <a:lnTo>
                    <a:pt x="34667" y="15518"/>
                  </a:lnTo>
                  <a:lnTo>
                    <a:pt x="34574" y="21622"/>
                  </a:lnTo>
                  <a:lnTo>
                    <a:pt x="34451" y="29768"/>
                  </a:lnTo>
                  <a:lnTo>
                    <a:pt x="34324" y="38096"/>
                  </a:lnTo>
                  <a:lnTo>
                    <a:pt x="34151" y="49452"/>
                  </a:lnTo>
                  <a:lnTo>
                    <a:pt x="34039" y="56792"/>
                  </a:lnTo>
                  <a:lnTo>
                    <a:pt x="34092" y="56962"/>
                  </a:lnTo>
                  <a:lnTo>
                    <a:pt x="35446" y="56607"/>
                  </a:lnTo>
                  <a:lnTo>
                    <a:pt x="37450" y="56928"/>
                  </a:lnTo>
                  <a:lnTo>
                    <a:pt x="37939" y="56904"/>
                  </a:lnTo>
                  <a:lnTo>
                    <a:pt x="38553" y="57544"/>
                  </a:lnTo>
                  <a:lnTo>
                    <a:pt x="39026" y="57736"/>
                  </a:lnTo>
                  <a:lnTo>
                    <a:pt x="40045" y="59389"/>
                  </a:lnTo>
                  <a:lnTo>
                    <a:pt x="41240" y="60641"/>
                  </a:lnTo>
                  <a:lnTo>
                    <a:pt x="42002" y="58116"/>
                  </a:lnTo>
                  <a:lnTo>
                    <a:pt x="41601" y="56596"/>
                  </a:lnTo>
                  <a:lnTo>
                    <a:pt x="41301" y="55820"/>
                  </a:lnTo>
                  <a:lnTo>
                    <a:pt x="41347" y="55141"/>
                  </a:lnTo>
                  <a:lnTo>
                    <a:pt x="45499" y="61680"/>
                  </a:lnTo>
                  <a:lnTo>
                    <a:pt x="45009" y="62689"/>
                  </a:lnTo>
                  <a:lnTo>
                    <a:pt x="43952" y="65019"/>
                  </a:lnTo>
                  <a:lnTo>
                    <a:pt x="42036" y="69003"/>
                  </a:lnTo>
                  <a:lnTo>
                    <a:pt x="40319" y="72569"/>
                  </a:lnTo>
                  <a:lnTo>
                    <a:pt x="38667" y="75804"/>
                  </a:lnTo>
                  <a:lnTo>
                    <a:pt x="37179" y="78717"/>
                  </a:lnTo>
                  <a:lnTo>
                    <a:pt x="37004" y="79006"/>
                  </a:lnTo>
                  <a:lnTo>
                    <a:pt x="35117" y="81085"/>
                  </a:lnTo>
                  <a:lnTo>
                    <a:pt x="34802" y="82043"/>
                  </a:lnTo>
                  <a:lnTo>
                    <a:pt x="34396" y="86159"/>
                  </a:lnTo>
                  <a:lnTo>
                    <a:pt x="34211" y="87179"/>
                  </a:lnTo>
                  <a:lnTo>
                    <a:pt x="34553" y="89465"/>
                  </a:lnTo>
                  <a:lnTo>
                    <a:pt x="34894" y="92995"/>
                  </a:lnTo>
                  <a:lnTo>
                    <a:pt x="34786" y="94838"/>
                  </a:lnTo>
                  <a:lnTo>
                    <a:pt x="33480" y="97110"/>
                  </a:lnTo>
                  <a:lnTo>
                    <a:pt x="32882" y="99156"/>
                  </a:lnTo>
                  <a:lnTo>
                    <a:pt x="32619" y="100478"/>
                  </a:lnTo>
                  <a:lnTo>
                    <a:pt x="32384" y="100134"/>
                  </a:lnTo>
                  <a:lnTo>
                    <a:pt x="31980" y="100032"/>
                  </a:lnTo>
                  <a:lnTo>
                    <a:pt x="31048" y="100544"/>
                  </a:lnTo>
                  <a:lnTo>
                    <a:pt x="30598" y="100658"/>
                  </a:lnTo>
                  <a:lnTo>
                    <a:pt x="30222" y="101244"/>
                  </a:lnTo>
                  <a:lnTo>
                    <a:pt x="30185" y="102515"/>
                  </a:lnTo>
                  <a:lnTo>
                    <a:pt x="30434" y="104578"/>
                  </a:lnTo>
                  <a:lnTo>
                    <a:pt x="30523" y="105642"/>
                  </a:lnTo>
                  <a:lnTo>
                    <a:pt x="30261" y="106132"/>
                  </a:lnTo>
                  <a:lnTo>
                    <a:pt x="29113" y="107372"/>
                  </a:lnTo>
                  <a:lnTo>
                    <a:pt x="28661" y="108595"/>
                  </a:lnTo>
                  <a:lnTo>
                    <a:pt x="28227" y="110495"/>
                  </a:lnTo>
                  <a:lnTo>
                    <a:pt x="27723" y="111290"/>
                  </a:lnTo>
                  <a:lnTo>
                    <a:pt x="27198" y="111143"/>
                  </a:lnTo>
                  <a:lnTo>
                    <a:pt x="26826" y="111423"/>
                  </a:lnTo>
                  <a:lnTo>
                    <a:pt x="26032" y="112849"/>
                  </a:lnTo>
                  <a:lnTo>
                    <a:pt x="24834" y="115606"/>
                  </a:lnTo>
                  <a:lnTo>
                    <a:pt x="24191" y="117653"/>
                  </a:lnTo>
                  <a:lnTo>
                    <a:pt x="24178" y="119183"/>
                  </a:lnTo>
                  <a:lnTo>
                    <a:pt x="24299" y="120556"/>
                  </a:lnTo>
                  <a:lnTo>
                    <a:pt x="19940" y="115698"/>
                  </a:lnTo>
                  <a:lnTo>
                    <a:pt x="18489" y="114869"/>
                  </a:lnTo>
                  <a:lnTo>
                    <a:pt x="12367" y="114970"/>
                  </a:lnTo>
                  <a:lnTo>
                    <a:pt x="9740" y="113061"/>
                  </a:lnTo>
                  <a:lnTo>
                    <a:pt x="6747" y="109374"/>
                  </a:lnTo>
                  <a:lnTo>
                    <a:pt x="4724" y="106027"/>
                  </a:lnTo>
                  <a:lnTo>
                    <a:pt x="0" y="96654"/>
                  </a:lnTo>
                  <a:lnTo>
                    <a:pt x="296" y="95898"/>
                  </a:lnTo>
                  <a:lnTo>
                    <a:pt x="546" y="94152"/>
                  </a:lnTo>
                  <a:lnTo>
                    <a:pt x="854" y="92352"/>
                  </a:lnTo>
                  <a:lnTo>
                    <a:pt x="666" y="90274"/>
                  </a:lnTo>
                  <a:lnTo>
                    <a:pt x="553" y="88589"/>
                  </a:lnTo>
                  <a:lnTo>
                    <a:pt x="902" y="86138"/>
                  </a:lnTo>
                  <a:lnTo>
                    <a:pt x="869" y="84298"/>
                  </a:lnTo>
                  <a:lnTo>
                    <a:pt x="1032" y="83164"/>
                  </a:lnTo>
                  <a:lnTo>
                    <a:pt x="1549" y="82431"/>
                  </a:lnTo>
                  <a:lnTo>
                    <a:pt x="1820" y="81029"/>
                  </a:lnTo>
                  <a:lnTo>
                    <a:pt x="349" y="76198"/>
                  </a:lnTo>
                  <a:lnTo>
                    <a:pt x="350" y="75096"/>
                  </a:lnTo>
                  <a:lnTo>
                    <a:pt x="545" y="73739"/>
                  </a:lnTo>
                  <a:lnTo>
                    <a:pt x="1737" y="68578"/>
                  </a:lnTo>
                  <a:lnTo>
                    <a:pt x="3155" y="62442"/>
                  </a:lnTo>
                  <a:lnTo>
                    <a:pt x="4720" y="55671"/>
                  </a:lnTo>
                  <a:lnTo>
                    <a:pt x="5661" y="51599"/>
                  </a:lnTo>
                  <a:lnTo>
                    <a:pt x="9097" y="51591"/>
                  </a:lnTo>
                  <a:lnTo>
                    <a:pt x="11370" y="51585"/>
                  </a:lnTo>
                  <a:lnTo>
                    <a:pt x="14257" y="51580"/>
                  </a:lnTo>
                  <a:lnTo>
                    <a:pt x="17395" y="51573"/>
                  </a:lnTo>
                  <a:lnTo>
                    <a:pt x="19453" y="51569"/>
                  </a:lnTo>
                  <a:lnTo>
                    <a:pt x="20303" y="51524"/>
                  </a:lnTo>
                  <a:lnTo>
                    <a:pt x="20159" y="48875"/>
                  </a:lnTo>
                  <a:lnTo>
                    <a:pt x="20269" y="45949"/>
                  </a:lnTo>
                  <a:lnTo>
                    <a:pt x="20646" y="43291"/>
                  </a:lnTo>
                  <a:lnTo>
                    <a:pt x="20646" y="42118"/>
                  </a:lnTo>
                  <a:lnTo>
                    <a:pt x="20031" y="40684"/>
                  </a:lnTo>
                  <a:lnTo>
                    <a:pt x="18842" y="39849"/>
                  </a:lnTo>
                  <a:lnTo>
                    <a:pt x="18180" y="38581"/>
                  </a:lnTo>
                  <a:lnTo>
                    <a:pt x="18177" y="36973"/>
                  </a:lnTo>
                  <a:lnTo>
                    <a:pt x="17886" y="35030"/>
                  </a:lnTo>
                  <a:lnTo>
                    <a:pt x="17310" y="32749"/>
                  </a:lnTo>
                  <a:lnTo>
                    <a:pt x="16114" y="30414"/>
                  </a:lnTo>
                  <a:lnTo>
                    <a:pt x="14300" y="28029"/>
                  </a:lnTo>
                  <a:lnTo>
                    <a:pt x="12755" y="24828"/>
                  </a:lnTo>
                  <a:lnTo>
                    <a:pt x="11480" y="20806"/>
                  </a:lnTo>
                  <a:lnTo>
                    <a:pt x="10401" y="18219"/>
                  </a:lnTo>
                  <a:lnTo>
                    <a:pt x="9570" y="17137"/>
                  </a:lnTo>
                  <a:lnTo>
                    <a:pt x="9374" y="16563"/>
                  </a:lnTo>
                  <a:lnTo>
                    <a:pt x="11805" y="16615"/>
                  </a:lnTo>
                  <a:lnTo>
                    <a:pt x="14105" y="16664"/>
                  </a:lnTo>
                  <a:lnTo>
                    <a:pt x="14121" y="10902"/>
                  </a:lnTo>
                  <a:lnTo>
                    <a:pt x="14134" y="5781"/>
                  </a:lnTo>
                  <a:lnTo>
                    <a:pt x="14148" y="0"/>
                  </a:lnTo>
                  <a:lnTo>
                    <a:pt x="18317" y="8"/>
                  </a:lnTo>
                  <a:lnTo>
                    <a:pt x="23296" y="20"/>
                  </a:lnTo>
                  <a:lnTo>
                    <a:pt x="28460" y="31"/>
                  </a:lnTo>
                  <a:lnTo>
                    <a:pt x="32517" y="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69"/>
            <p:cNvSpPr/>
            <p:nvPr/>
          </p:nvSpPr>
          <p:spPr>
            <a:xfrm>
              <a:off x="4811171" y="3231542"/>
              <a:ext cx="3310" cy="10780"/>
            </a:xfrm>
            <a:custGeom>
              <a:avLst/>
              <a:pathLst>
                <a:path w="3310" h="10780">
                  <a:moveTo>
                    <a:pt x="1050" y="10728"/>
                  </a:moveTo>
                  <a:lnTo>
                    <a:pt x="569" y="10780"/>
                  </a:lnTo>
                  <a:lnTo>
                    <a:pt x="152" y="9789"/>
                  </a:lnTo>
                  <a:lnTo>
                    <a:pt x="7" y="9127"/>
                  </a:lnTo>
                  <a:lnTo>
                    <a:pt x="0" y="5722"/>
                  </a:lnTo>
                  <a:lnTo>
                    <a:pt x="1601" y="2822"/>
                  </a:lnTo>
                  <a:lnTo>
                    <a:pt x="2127" y="0"/>
                  </a:lnTo>
                  <a:lnTo>
                    <a:pt x="2567" y="227"/>
                  </a:lnTo>
                  <a:lnTo>
                    <a:pt x="2956" y="689"/>
                  </a:lnTo>
                  <a:lnTo>
                    <a:pt x="3310" y="1538"/>
                  </a:lnTo>
                  <a:lnTo>
                    <a:pt x="1482" y="624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0"/>
            <p:cNvSpPr/>
            <p:nvPr/>
          </p:nvSpPr>
          <p:spPr>
            <a:xfrm>
              <a:off x="2471491" y="3381446"/>
              <a:ext cx="55732" cy="217129"/>
            </a:xfrm>
            <a:custGeom>
              <a:avLst/>
              <a:pathLst>
                <a:path w="55732" h="217129">
                  <a:moveTo>
                    <a:pt x="47648" y="88673"/>
                  </a:moveTo>
                  <a:lnTo>
                    <a:pt x="47044" y="90540"/>
                  </a:lnTo>
                  <a:lnTo>
                    <a:pt x="46935" y="91724"/>
                  </a:lnTo>
                  <a:lnTo>
                    <a:pt x="46545" y="93828"/>
                  </a:lnTo>
                  <a:lnTo>
                    <a:pt x="46242" y="94969"/>
                  </a:lnTo>
                  <a:lnTo>
                    <a:pt x="46684" y="97586"/>
                  </a:lnTo>
                  <a:lnTo>
                    <a:pt x="47187" y="97702"/>
                  </a:lnTo>
                  <a:lnTo>
                    <a:pt x="47379" y="98037"/>
                  </a:lnTo>
                  <a:lnTo>
                    <a:pt x="47505" y="98549"/>
                  </a:lnTo>
                  <a:lnTo>
                    <a:pt x="47477" y="99104"/>
                  </a:lnTo>
                  <a:lnTo>
                    <a:pt x="47283" y="99603"/>
                  </a:lnTo>
                  <a:lnTo>
                    <a:pt x="46801" y="100238"/>
                  </a:lnTo>
                  <a:lnTo>
                    <a:pt x="46344" y="101750"/>
                  </a:lnTo>
                  <a:lnTo>
                    <a:pt x="46387" y="103414"/>
                  </a:lnTo>
                  <a:lnTo>
                    <a:pt x="46101" y="104283"/>
                  </a:lnTo>
                  <a:lnTo>
                    <a:pt x="45179" y="104743"/>
                  </a:lnTo>
                  <a:lnTo>
                    <a:pt x="43376" y="104746"/>
                  </a:lnTo>
                  <a:lnTo>
                    <a:pt x="42492" y="104858"/>
                  </a:lnTo>
                  <a:lnTo>
                    <a:pt x="41785" y="105142"/>
                  </a:lnTo>
                  <a:lnTo>
                    <a:pt x="41320" y="106223"/>
                  </a:lnTo>
                  <a:lnTo>
                    <a:pt x="40728" y="106975"/>
                  </a:lnTo>
                  <a:lnTo>
                    <a:pt x="40265" y="107152"/>
                  </a:lnTo>
                  <a:lnTo>
                    <a:pt x="39854" y="108406"/>
                  </a:lnTo>
                  <a:lnTo>
                    <a:pt x="39446" y="110185"/>
                  </a:lnTo>
                  <a:lnTo>
                    <a:pt x="39584" y="111400"/>
                  </a:lnTo>
                  <a:lnTo>
                    <a:pt x="40004" y="113025"/>
                  </a:lnTo>
                  <a:lnTo>
                    <a:pt x="40253" y="114684"/>
                  </a:lnTo>
                  <a:lnTo>
                    <a:pt x="39927" y="117375"/>
                  </a:lnTo>
                  <a:lnTo>
                    <a:pt x="39568" y="119452"/>
                  </a:lnTo>
                  <a:lnTo>
                    <a:pt x="39359" y="121038"/>
                  </a:lnTo>
                  <a:lnTo>
                    <a:pt x="39074" y="124087"/>
                  </a:lnTo>
                  <a:lnTo>
                    <a:pt x="38382" y="127440"/>
                  </a:lnTo>
                  <a:lnTo>
                    <a:pt x="37885" y="129347"/>
                  </a:lnTo>
                  <a:lnTo>
                    <a:pt x="37887" y="131423"/>
                  </a:lnTo>
                  <a:lnTo>
                    <a:pt x="38138" y="134370"/>
                  </a:lnTo>
                  <a:lnTo>
                    <a:pt x="39552" y="138662"/>
                  </a:lnTo>
                  <a:lnTo>
                    <a:pt x="40019" y="140714"/>
                  </a:lnTo>
                  <a:lnTo>
                    <a:pt x="40404" y="144002"/>
                  </a:lnTo>
                  <a:lnTo>
                    <a:pt x="41679" y="146593"/>
                  </a:lnTo>
                  <a:lnTo>
                    <a:pt x="42484" y="148688"/>
                  </a:lnTo>
                  <a:lnTo>
                    <a:pt x="42409" y="151456"/>
                  </a:lnTo>
                  <a:lnTo>
                    <a:pt x="42515" y="152318"/>
                  </a:lnTo>
                  <a:lnTo>
                    <a:pt x="43015" y="153015"/>
                  </a:lnTo>
                  <a:lnTo>
                    <a:pt x="43618" y="153551"/>
                  </a:lnTo>
                  <a:lnTo>
                    <a:pt x="44289" y="153507"/>
                  </a:lnTo>
                  <a:lnTo>
                    <a:pt x="44887" y="153272"/>
                  </a:lnTo>
                  <a:lnTo>
                    <a:pt x="45027" y="152883"/>
                  </a:lnTo>
                  <a:lnTo>
                    <a:pt x="46411" y="152834"/>
                  </a:lnTo>
                  <a:lnTo>
                    <a:pt x="46567" y="153528"/>
                  </a:lnTo>
                  <a:lnTo>
                    <a:pt x="46647" y="157510"/>
                  </a:lnTo>
                  <a:lnTo>
                    <a:pt x="46703" y="159121"/>
                  </a:lnTo>
                  <a:lnTo>
                    <a:pt x="47032" y="159772"/>
                  </a:lnTo>
                  <a:lnTo>
                    <a:pt x="47229" y="160759"/>
                  </a:lnTo>
                  <a:lnTo>
                    <a:pt x="47241" y="161655"/>
                  </a:lnTo>
                  <a:lnTo>
                    <a:pt x="47304" y="163886"/>
                  </a:lnTo>
                  <a:lnTo>
                    <a:pt x="47509" y="165059"/>
                  </a:lnTo>
                  <a:lnTo>
                    <a:pt x="47477" y="167439"/>
                  </a:lnTo>
                  <a:lnTo>
                    <a:pt x="47618" y="168312"/>
                  </a:lnTo>
                  <a:lnTo>
                    <a:pt x="48001" y="168904"/>
                  </a:lnTo>
                  <a:lnTo>
                    <a:pt x="48484" y="170609"/>
                  </a:lnTo>
                  <a:lnTo>
                    <a:pt x="48665" y="170824"/>
                  </a:lnTo>
                  <a:lnTo>
                    <a:pt x="48759" y="171427"/>
                  </a:lnTo>
                  <a:lnTo>
                    <a:pt x="49173" y="173856"/>
                  </a:lnTo>
                  <a:lnTo>
                    <a:pt x="49383" y="174581"/>
                  </a:lnTo>
                  <a:lnTo>
                    <a:pt x="49530" y="174688"/>
                  </a:lnTo>
                  <a:lnTo>
                    <a:pt x="49593" y="175531"/>
                  </a:lnTo>
                  <a:lnTo>
                    <a:pt x="49892" y="177800"/>
                  </a:lnTo>
                  <a:lnTo>
                    <a:pt x="50094" y="178360"/>
                  </a:lnTo>
                  <a:lnTo>
                    <a:pt x="50481" y="180026"/>
                  </a:lnTo>
                  <a:lnTo>
                    <a:pt x="50637" y="181843"/>
                  </a:lnTo>
                  <a:lnTo>
                    <a:pt x="51149" y="183893"/>
                  </a:lnTo>
                  <a:lnTo>
                    <a:pt x="51670" y="185336"/>
                  </a:lnTo>
                  <a:lnTo>
                    <a:pt x="51905" y="186828"/>
                  </a:lnTo>
                  <a:lnTo>
                    <a:pt x="52572" y="190131"/>
                  </a:lnTo>
                  <a:lnTo>
                    <a:pt x="53217" y="192448"/>
                  </a:lnTo>
                  <a:lnTo>
                    <a:pt x="54093" y="193052"/>
                  </a:lnTo>
                  <a:lnTo>
                    <a:pt x="54825" y="193375"/>
                  </a:lnTo>
                  <a:lnTo>
                    <a:pt x="55283" y="194270"/>
                  </a:lnTo>
                  <a:lnTo>
                    <a:pt x="55732" y="195235"/>
                  </a:lnTo>
                  <a:lnTo>
                    <a:pt x="55248" y="195675"/>
                  </a:lnTo>
                  <a:lnTo>
                    <a:pt x="54815" y="196267"/>
                  </a:lnTo>
                  <a:lnTo>
                    <a:pt x="54215" y="195811"/>
                  </a:lnTo>
                  <a:lnTo>
                    <a:pt x="53381" y="196058"/>
                  </a:lnTo>
                  <a:lnTo>
                    <a:pt x="52514" y="196711"/>
                  </a:lnTo>
                  <a:lnTo>
                    <a:pt x="51713" y="197034"/>
                  </a:lnTo>
                  <a:lnTo>
                    <a:pt x="50205" y="195996"/>
                  </a:lnTo>
                  <a:lnTo>
                    <a:pt x="49745" y="195853"/>
                  </a:lnTo>
                  <a:lnTo>
                    <a:pt x="49432" y="195403"/>
                  </a:lnTo>
                  <a:lnTo>
                    <a:pt x="48807" y="193354"/>
                  </a:lnTo>
                  <a:lnTo>
                    <a:pt x="48509" y="193113"/>
                  </a:lnTo>
                  <a:lnTo>
                    <a:pt x="47706" y="194069"/>
                  </a:lnTo>
                  <a:lnTo>
                    <a:pt x="46730" y="194730"/>
                  </a:lnTo>
                  <a:lnTo>
                    <a:pt x="46254" y="194605"/>
                  </a:lnTo>
                  <a:lnTo>
                    <a:pt x="45694" y="195294"/>
                  </a:lnTo>
                  <a:lnTo>
                    <a:pt x="45173" y="196216"/>
                  </a:lnTo>
                  <a:lnTo>
                    <a:pt x="44177" y="200209"/>
                  </a:lnTo>
                  <a:lnTo>
                    <a:pt x="43662" y="201620"/>
                  </a:lnTo>
                  <a:lnTo>
                    <a:pt x="43109" y="202269"/>
                  </a:lnTo>
                  <a:lnTo>
                    <a:pt x="42004" y="202249"/>
                  </a:lnTo>
                  <a:lnTo>
                    <a:pt x="40824" y="202390"/>
                  </a:lnTo>
                  <a:lnTo>
                    <a:pt x="39941" y="203357"/>
                  </a:lnTo>
                  <a:lnTo>
                    <a:pt x="39113" y="203850"/>
                  </a:lnTo>
                  <a:lnTo>
                    <a:pt x="38699" y="203914"/>
                  </a:lnTo>
                  <a:lnTo>
                    <a:pt x="38559" y="206104"/>
                  </a:lnTo>
                  <a:lnTo>
                    <a:pt x="38370" y="207120"/>
                  </a:lnTo>
                  <a:lnTo>
                    <a:pt x="38110" y="207701"/>
                  </a:lnTo>
                  <a:lnTo>
                    <a:pt x="37467" y="207876"/>
                  </a:lnTo>
                  <a:lnTo>
                    <a:pt x="36889" y="207798"/>
                  </a:lnTo>
                  <a:lnTo>
                    <a:pt x="36538" y="206886"/>
                  </a:lnTo>
                  <a:lnTo>
                    <a:pt x="35887" y="206430"/>
                  </a:lnTo>
                  <a:lnTo>
                    <a:pt x="35311" y="206104"/>
                  </a:lnTo>
                  <a:lnTo>
                    <a:pt x="34936" y="205583"/>
                  </a:lnTo>
                  <a:lnTo>
                    <a:pt x="34635" y="205713"/>
                  </a:lnTo>
                  <a:lnTo>
                    <a:pt x="34385" y="206625"/>
                  </a:lnTo>
                  <a:lnTo>
                    <a:pt x="34185" y="207407"/>
                  </a:lnTo>
                  <a:lnTo>
                    <a:pt x="34009" y="208840"/>
                  </a:lnTo>
                  <a:lnTo>
                    <a:pt x="33133" y="209297"/>
                  </a:lnTo>
                  <a:lnTo>
                    <a:pt x="32757" y="210112"/>
                  </a:lnTo>
                  <a:lnTo>
                    <a:pt x="32975" y="212799"/>
                  </a:lnTo>
                  <a:lnTo>
                    <a:pt x="32875" y="213848"/>
                  </a:lnTo>
                  <a:lnTo>
                    <a:pt x="32691" y="214663"/>
                  </a:lnTo>
                  <a:lnTo>
                    <a:pt x="31633" y="214826"/>
                  </a:lnTo>
                  <a:lnTo>
                    <a:pt x="30730" y="214770"/>
                  </a:lnTo>
                  <a:lnTo>
                    <a:pt x="30211" y="215761"/>
                  </a:lnTo>
                  <a:lnTo>
                    <a:pt x="29565" y="216914"/>
                  </a:lnTo>
                  <a:lnTo>
                    <a:pt x="29172" y="217129"/>
                  </a:lnTo>
                  <a:lnTo>
                    <a:pt x="28710" y="217058"/>
                  </a:lnTo>
                  <a:lnTo>
                    <a:pt x="28095" y="215721"/>
                  </a:lnTo>
                  <a:lnTo>
                    <a:pt x="27506" y="214074"/>
                  </a:lnTo>
                  <a:lnTo>
                    <a:pt x="26008" y="212920"/>
                  </a:lnTo>
                  <a:lnTo>
                    <a:pt x="24523" y="211963"/>
                  </a:lnTo>
                  <a:lnTo>
                    <a:pt x="23549" y="209346"/>
                  </a:lnTo>
                  <a:lnTo>
                    <a:pt x="23319" y="208058"/>
                  </a:lnTo>
                  <a:lnTo>
                    <a:pt x="22860" y="207492"/>
                  </a:lnTo>
                  <a:lnTo>
                    <a:pt x="21704" y="204387"/>
                  </a:lnTo>
                  <a:lnTo>
                    <a:pt x="21065" y="202390"/>
                  </a:lnTo>
                  <a:lnTo>
                    <a:pt x="20373" y="201858"/>
                  </a:lnTo>
                  <a:lnTo>
                    <a:pt x="19579" y="201022"/>
                  </a:lnTo>
                  <a:lnTo>
                    <a:pt x="19611" y="199577"/>
                  </a:lnTo>
                  <a:lnTo>
                    <a:pt x="19557" y="198184"/>
                  </a:lnTo>
                  <a:lnTo>
                    <a:pt x="19216" y="197619"/>
                  </a:lnTo>
                  <a:lnTo>
                    <a:pt x="18737" y="197244"/>
                  </a:lnTo>
                  <a:lnTo>
                    <a:pt x="18561" y="196462"/>
                  </a:lnTo>
                  <a:lnTo>
                    <a:pt x="18612" y="194637"/>
                  </a:lnTo>
                  <a:lnTo>
                    <a:pt x="18705" y="189931"/>
                  </a:lnTo>
                  <a:lnTo>
                    <a:pt x="18572" y="185426"/>
                  </a:lnTo>
                  <a:lnTo>
                    <a:pt x="17506" y="183862"/>
                  </a:lnTo>
                  <a:lnTo>
                    <a:pt x="17046" y="182801"/>
                  </a:lnTo>
                  <a:lnTo>
                    <a:pt x="16238" y="176140"/>
                  </a:lnTo>
                  <a:lnTo>
                    <a:pt x="15857" y="173137"/>
                  </a:lnTo>
                  <a:lnTo>
                    <a:pt x="15840" y="170908"/>
                  </a:lnTo>
                  <a:lnTo>
                    <a:pt x="16107" y="164258"/>
                  </a:lnTo>
                  <a:lnTo>
                    <a:pt x="16410" y="161381"/>
                  </a:lnTo>
                  <a:lnTo>
                    <a:pt x="17234" y="155611"/>
                  </a:lnTo>
                  <a:lnTo>
                    <a:pt x="17710" y="153657"/>
                  </a:lnTo>
                  <a:lnTo>
                    <a:pt x="17737" y="152199"/>
                  </a:lnTo>
                  <a:lnTo>
                    <a:pt x="17689" y="150320"/>
                  </a:lnTo>
                  <a:lnTo>
                    <a:pt x="17446" y="146616"/>
                  </a:lnTo>
                  <a:lnTo>
                    <a:pt x="18840" y="144281"/>
                  </a:lnTo>
                  <a:lnTo>
                    <a:pt x="19438" y="143298"/>
                  </a:lnTo>
                  <a:lnTo>
                    <a:pt x="19538" y="141734"/>
                  </a:lnTo>
                  <a:lnTo>
                    <a:pt x="20285" y="139756"/>
                  </a:lnTo>
                  <a:lnTo>
                    <a:pt x="20615" y="137871"/>
                  </a:lnTo>
                  <a:lnTo>
                    <a:pt x="20890" y="136391"/>
                  </a:lnTo>
                  <a:lnTo>
                    <a:pt x="20815" y="135609"/>
                  </a:lnTo>
                  <a:lnTo>
                    <a:pt x="20489" y="135155"/>
                  </a:lnTo>
                  <a:lnTo>
                    <a:pt x="20106" y="133744"/>
                  </a:lnTo>
                  <a:lnTo>
                    <a:pt x="19299" y="129688"/>
                  </a:lnTo>
                  <a:lnTo>
                    <a:pt x="19008" y="128867"/>
                  </a:lnTo>
                  <a:lnTo>
                    <a:pt x="18761" y="127727"/>
                  </a:lnTo>
                  <a:lnTo>
                    <a:pt x="18887" y="125928"/>
                  </a:lnTo>
                  <a:lnTo>
                    <a:pt x="19203" y="123981"/>
                  </a:lnTo>
                  <a:lnTo>
                    <a:pt x="19162" y="123166"/>
                  </a:lnTo>
                  <a:lnTo>
                    <a:pt x="18679" y="122116"/>
                  </a:lnTo>
                  <a:lnTo>
                    <a:pt x="17685" y="120364"/>
                  </a:lnTo>
                  <a:lnTo>
                    <a:pt x="16859" y="120234"/>
                  </a:lnTo>
                  <a:lnTo>
                    <a:pt x="16220" y="119602"/>
                  </a:lnTo>
                  <a:lnTo>
                    <a:pt x="15282" y="119517"/>
                  </a:lnTo>
                  <a:lnTo>
                    <a:pt x="14531" y="119323"/>
                  </a:lnTo>
                  <a:lnTo>
                    <a:pt x="14105" y="118670"/>
                  </a:lnTo>
                  <a:lnTo>
                    <a:pt x="14193" y="117595"/>
                  </a:lnTo>
                  <a:lnTo>
                    <a:pt x="14378" y="116767"/>
                  </a:lnTo>
                  <a:lnTo>
                    <a:pt x="15010" y="114729"/>
                  </a:lnTo>
                  <a:lnTo>
                    <a:pt x="15432" y="112546"/>
                  </a:lnTo>
                  <a:lnTo>
                    <a:pt x="15489" y="110413"/>
                  </a:lnTo>
                  <a:lnTo>
                    <a:pt x="15617" y="107611"/>
                  </a:lnTo>
                  <a:lnTo>
                    <a:pt x="15800" y="105179"/>
                  </a:lnTo>
                  <a:lnTo>
                    <a:pt x="15899" y="102430"/>
                  </a:lnTo>
                  <a:lnTo>
                    <a:pt x="14906" y="100624"/>
                  </a:lnTo>
                  <a:lnTo>
                    <a:pt x="14590" y="99139"/>
                  </a:lnTo>
                  <a:lnTo>
                    <a:pt x="14180" y="97822"/>
                  </a:lnTo>
                  <a:lnTo>
                    <a:pt x="13729" y="97822"/>
                  </a:lnTo>
                  <a:lnTo>
                    <a:pt x="13049" y="97256"/>
                  </a:lnTo>
                  <a:lnTo>
                    <a:pt x="11986" y="98989"/>
                  </a:lnTo>
                  <a:lnTo>
                    <a:pt x="11151" y="98668"/>
                  </a:lnTo>
                  <a:lnTo>
                    <a:pt x="10575" y="99321"/>
                  </a:lnTo>
                  <a:lnTo>
                    <a:pt x="9247" y="99191"/>
                  </a:lnTo>
                  <a:lnTo>
                    <a:pt x="8396" y="98344"/>
                  </a:lnTo>
                  <a:lnTo>
                    <a:pt x="7366" y="98908"/>
                  </a:lnTo>
                  <a:lnTo>
                    <a:pt x="4960" y="91954"/>
                  </a:lnTo>
                  <a:lnTo>
                    <a:pt x="2539" y="84956"/>
                  </a:lnTo>
                  <a:lnTo>
                    <a:pt x="159" y="78078"/>
                  </a:lnTo>
                  <a:lnTo>
                    <a:pt x="0" y="77139"/>
                  </a:lnTo>
                  <a:lnTo>
                    <a:pt x="995" y="73866"/>
                  </a:lnTo>
                  <a:lnTo>
                    <a:pt x="1883" y="71512"/>
                  </a:lnTo>
                  <a:lnTo>
                    <a:pt x="2627" y="70176"/>
                  </a:lnTo>
                  <a:lnTo>
                    <a:pt x="2976" y="68997"/>
                  </a:lnTo>
                  <a:lnTo>
                    <a:pt x="2708" y="63950"/>
                  </a:lnTo>
                  <a:lnTo>
                    <a:pt x="2722" y="62135"/>
                  </a:lnTo>
                  <a:lnTo>
                    <a:pt x="2375" y="60160"/>
                  </a:lnTo>
                  <a:lnTo>
                    <a:pt x="2125" y="57943"/>
                  </a:lnTo>
                  <a:lnTo>
                    <a:pt x="2425" y="56095"/>
                  </a:lnTo>
                  <a:lnTo>
                    <a:pt x="2784" y="54807"/>
                  </a:lnTo>
                  <a:lnTo>
                    <a:pt x="3248" y="54309"/>
                  </a:lnTo>
                  <a:lnTo>
                    <a:pt x="4357" y="53859"/>
                  </a:lnTo>
                  <a:lnTo>
                    <a:pt x="5142" y="53677"/>
                  </a:lnTo>
                  <a:lnTo>
                    <a:pt x="5419" y="52937"/>
                  </a:lnTo>
                  <a:lnTo>
                    <a:pt x="5876" y="52077"/>
                  </a:lnTo>
                  <a:lnTo>
                    <a:pt x="6472" y="52031"/>
                  </a:lnTo>
                  <a:lnTo>
                    <a:pt x="7641" y="52627"/>
                  </a:lnTo>
                  <a:lnTo>
                    <a:pt x="8173" y="51514"/>
                  </a:lnTo>
                  <a:lnTo>
                    <a:pt x="9138" y="50003"/>
                  </a:lnTo>
                  <a:lnTo>
                    <a:pt x="11307" y="47395"/>
                  </a:lnTo>
                  <a:lnTo>
                    <a:pt x="11795" y="45695"/>
                  </a:lnTo>
                  <a:lnTo>
                    <a:pt x="12136" y="43061"/>
                  </a:lnTo>
                  <a:lnTo>
                    <a:pt x="12097" y="41821"/>
                  </a:lnTo>
                  <a:lnTo>
                    <a:pt x="11874" y="41348"/>
                  </a:lnTo>
                  <a:lnTo>
                    <a:pt x="11337" y="40918"/>
                  </a:lnTo>
                  <a:lnTo>
                    <a:pt x="10513" y="40859"/>
                  </a:lnTo>
                  <a:lnTo>
                    <a:pt x="9852" y="41534"/>
                  </a:lnTo>
                  <a:lnTo>
                    <a:pt x="9170" y="41165"/>
                  </a:lnTo>
                  <a:lnTo>
                    <a:pt x="8601" y="39543"/>
                  </a:lnTo>
                  <a:lnTo>
                    <a:pt x="8569" y="38198"/>
                  </a:lnTo>
                  <a:lnTo>
                    <a:pt x="8905" y="36300"/>
                  </a:lnTo>
                  <a:lnTo>
                    <a:pt x="8710" y="35044"/>
                  </a:lnTo>
                  <a:lnTo>
                    <a:pt x="7626" y="31045"/>
                  </a:lnTo>
                  <a:lnTo>
                    <a:pt x="7632" y="29944"/>
                  </a:lnTo>
                  <a:lnTo>
                    <a:pt x="8418" y="28150"/>
                  </a:lnTo>
                  <a:lnTo>
                    <a:pt x="8865" y="26623"/>
                  </a:lnTo>
                  <a:lnTo>
                    <a:pt x="9475" y="22968"/>
                  </a:lnTo>
                  <a:lnTo>
                    <a:pt x="9960" y="21752"/>
                  </a:lnTo>
                  <a:lnTo>
                    <a:pt x="11471" y="21324"/>
                  </a:lnTo>
                  <a:lnTo>
                    <a:pt x="11855" y="20545"/>
                  </a:lnTo>
                  <a:lnTo>
                    <a:pt x="12626" y="18612"/>
                  </a:lnTo>
                  <a:lnTo>
                    <a:pt x="13770" y="16407"/>
                  </a:lnTo>
                  <a:lnTo>
                    <a:pt x="15425" y="14648"/>
                  </a:lnTo>
                  <a:lnTo>
                    <a:pt x="15898" y="11444"/>
                  </a:lnTo>
                  <a:lnTo>
                    <a:pt x="16192" y="10570"/>
                  </a:lnTo>
                  <a:lnTo>
                    <a:pt x="17507" y="8883"/>
                  </a:lnTo>
                  <a:lnTo>
                    <a:pt x="17736" y="7983"/>
                  </a:lnTo>
                  <a:lnTo>
                    <a:pt x="17705" y="7191"/>
                  </a:lnTo>
                  <a:lnTo>
                    <a:pt x="15594" y="0"/>
                  </a:lnTo>
                  <a:lnTo>
                    <a:pt x="16013" y="493"/>
                  </a:lnTo>
                  <a:lnTo>
                    <a:pt x="17649" y="5185"/>
                  </a:lnTo>
                  <a:lnTo>
                    <a:pt x="18555" y="6199"/>
                  </a:lnTo>
                  <a:lnTo>
                    <a:pt x="18746" y="6222"/>
                  </a:lnTo>
                  <a:lnTo>
                    <a:pt x="18753" y="5003"/>
                  </a:lnTo>
                  <a:lnTo>
                    <a:pt x="19584" y="5517"/>
                  </a:lnTo>
                  <a:lnTo>
                    <a:pt x="21733" y="8726"/>
                  </a:lnTo>
                  <a:lnTo>
                    <a:pt x="24875" y="14027"/>
                  </a:lnTo>
                  <a:lnTo>
                    <a:pt x="29288" y="24044"/>
                  </a:lnTo>
                  <a:lnTo>
                    <a:pt x="30543" y="27855"/>
                  </a:lnTo>
                  <a:lnTo>
                    <a:pt x="31388" y="29650"/>
                  </a:lnTo>
                  <a:lnTo>
                    <a:pt x="32700" y="34018"/>
                  </a:lnTo>
                  <a:lnTo>
                    <a:pt x="33084" y="36154"/>
                  </a:lnTo>
                  <a:lnTo>
                    <a:pt x="33047" y="44653"/>
                  </a:lnTo>
                  <a:lnTo>
                    <a:pt x="31885" y="50400"/>
                  </a:lnTo>
                  <a:lnTo>
                    <a:pt x="31601" y="54724"/>
                  </a:lnTo>
                  <a:lnTo>
                    <a:pt x="31538" y="60480"/>
                  </a:lnTo>
                  <a:lnTo>
                    <a:pt x="30862" y="63782"/>
                  </a:lnTo>
                  <a:lnTo>
                    <a:pt x="31759" y="61988"/>
                  </a:lnTo>
                  <a:lnTo>
                    <a:pt x="32037" y="56795"/>
                  </a:lnTo>
                  <a:lnTo>
                    <a:pt x="32800" y="53641"/>
                  </a:lnTo>
                  <a:lnTo>
                    <a:pt x="33791" y="50178"/>
                  </a:lnTo>
                  <a:lnTo>
                    <a:pt x="35115" y="49347"/>
                  </a:lnTo>
                  <a:lnTo>
                    <a:pt x="36541" y="50822"/>
                  </a:lnTo>
                  <a:lnTo>
                    <a:pt x="37689" y="51081"/>
                  </a:lnTo>
                  <a:lnTo>
                    <a:pt x="38702" y="52107"/>
                  </a:lnTo>
                  <a:lnTo>
                    <a:pt x="40856" y="57643"/>
                  </a:lnTo>
                  <a:lnTo>
                    <a:pt x="42960" y="62021"/>
                  </a:lnTo>
                  <a:lnTo>
                    <a:pt x="43726" y="65533"/>
                  </a:lnTo>
                  <a:lnTo>
                    <a:pt x="45957" y="67289"/>
                  </a:lnTo>
                  <a:lnTo>
                    <a:pt x="47275" y="70057"/>
                  </a:lnTo>
                  <a:lnTo>
                    <a:pt x="47699" y="72454"/>
                  </a:lnTo>
                  <a:lnTo>
                    <a:pt x="47960" y="78727"/>
                  </a:lnTo>
                  <a:lnTo>
                    <a:pt x="47528" y="8819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1"/>
            <p:cNvSpPr/>
            <p:nvPr/>
          </p:nvSpPr>
          <p:spPr>
            <a:xfrm>
              <a:off x="4464661" y="2975226"/>
              <a:ext cx="1276" cy="2998"/>
            </a:xfrm>
            <a:custGeom>
              <a:avLst/>
              <a:pathLst>
                <a:path w="1276" h="2998">
                  <a:moveTo>
                    <a:pt x="1107" y="2543"/>
                  </a:moveTo>
                  <a:lnTo>
                    <a:pt x="826" y="2998"/>
                  </a:lnTo>
                  <a:lnTo>
                    <a:pt x="48" y="835"/>
                  </a:lnTo>
                  <a:lnTo>
                    <a:pt x="0" y="129"/>
                  </a:lnTo>
                  <a:lnTo>
                    <a:pt x="600" y="0"/>
                  </a:lnTo>
                  <a:lnTo>
                    <a:pt x="1276" y="976"/>
                  </a:lnTo>
                  <a:lnTo>
                    <a:pt x="1238" y="18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2"/>
            <p:cNvSpPr/>
            <p:nvPr/>
          </p:nvSpPr>
          <p:spPr>
            <a:xfrm>
              <a:off x="4461304" y="2974139"/>
              <a:ext cx="2328" cy="3633"/>
            </a:xfrm>
            <a:custGeom>
              <a:avLst/>
              <a:pathLst>
                <a:path w="2328" h="3633">
                  <a:moveTo>
                    <a:pt x="1804" y="3631"/>
                  </a:moveTo>
                  <a:lnTo>
                    <a:pt x="436" y="3633"/>
                  </a:lnTo>
                  <a:lnTo>
                    <a:pt x="144" y="3337"/>
                  </a:lnTo>
                  <a:lnTo>
                    <a:pt x="0" y="2709"/>
                  </a:lnTo>
                  <a:lnTo>
                    <a:pt x="484" y="1569"/>
                  </a:lnTo>
                  <a:lnTo>
                    <a:pt x="2328" y="0"/>
                  </a:lnTo>
                  <a:lnTo>
                    <a:pt x="1867" y="16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3"/>
            <p:cNvSpPr/>
            <p:nvPr/>
          </p:nvSpPr>
          <p:spPr>
            <a:xfrm>
              <a:off x="4461958" y="2967296"/>
              <a:ext cx="4982" cy="7961"/>
            </a:xfrm>
            <a:custGeom>
              <a:avLst/>
              <a:pathLst>
                <a:path w="4982" h="7961">
                  <a:moveTo>
                    <a:pt x="1382" y="1493"/>
                  </a:moveTo>
                  <a:lnTo>
                    <a:pt x="1747" y="650"/>
                  </a:lnTo>
                  <a:lnTo>
                    <a:pt x="2286" y="405"/>
                  </a:lnTo>
                  <a:lnTo>
                    <a:pt x="2570" y="0"/>
                  </a:lnTo>
                  <a:lnTo>
                    <a:pt x="3312" y="0"/>
                  </a:lnTo>
                  <a:lnTo>
                    <a:pt x="3766" y="326"/>
                  </a:lnTo>
                  <a:lnTo>
                    <a:pt x="4237" y="833"/>
                  </a:lnTo>
                  <a:lnTo>
                    <a:pt x="4481" y="1936"/>
                  </a:lnTo>
                  <a:lnTo>
                    <a:pt x="4406" y="3172"/>
                  </a:lnTo>
                  <a:lnTo>
                    <a:pt x="4868" y="3770"/>
                  </a:lnTo>
                  <a:lnTo>
                    <a:pt x="4982" y="4986"/>
                  </a:lnTo>
                  <a:lnTo>
                    <a:pt x="4474" y="5650"/>
                  </a:lnTo>
                  <a:lnTo>
                    <a:pt x="4444" y="7082"/>
                  </a:lnTo>
                  <a:lnTo>
                    <a:pt x="4218" y="7961"/>
                  </a:lnTo>
                  <a:lnTo>
                    <a:pt x="2754" y="6398"/>
                  </a:lnTo>
                  <a:lnTo>
                    <a:pt x="1548" y="5588"/>
                  </a:lnTo>
                  <a:lnTo>
                    <a:pt x="463" y="5909"/>
                  </a:lnTo>
                  <a:lnTo>
                    <a:pt x="68" y="4990"/>
                  </a:lnTo>
                  <a:lnTo>
                    <a:pt x="0" y="4042"/>
                  </a:lnTo>
                  <a:lnTo>
                    <a:pt x="1251" y="23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4"/>
            <p:cNvSpPr/>
            <p:nvPr/>
          </p:nvSpPr>
          <p:spPr>
            <a:xfrm>
              <a:off x="4000412" y="5199174"/>
              <a:ext cx="6661" cy="6449"/>
            </a:xfrm>
            <a:custGeom>
              <a:avLst/>
              <a:pathLst>
                <a:path w="6661" h="6449">
                  <a:moveTo>
                    <a:pt x="5180" y="5046"/>
                  </a:moveTo>
                  <a:lnTo>
                    <a:pt x="3824" y="6449"/>
                  </a:lnTo>
                  <a:lnTo>
                    <a:pt x="2429" y="6437"/>
                  </a:lnTo>
                  <a:lnTo>
                    <a:pt x="1840" y="5332"/>
                  </a:lnTo>
                  <a:lnTo>
                    <a:pt x="967" y="1878"/>
                  </a:lnTo>
                  <a:lnTo>
                    <a:pt x="389" y="1630"/>
                  </a:lnTo>
                  <a:lnTo>
                    <a:pt x="31" y="681"/>
                  </a:lnTo>
                  <a:lnTo>
                    <a:pt x="0" y="279"/>
                  </a:lnTo>
                  <a:lnTo>
                    <a:pt x="614" y="0"/>
                  </a:lnTo>
                  <a:lnTo>
                    <a:pt x="1554" y="992"/>
                  </a:lnTo>
                  <a:lnTo>
                    <a:pt x="3799" y="1797"/>
                  </a:lnTo>
                  <a:lnTo>
                    <a:pt x="5451" y="3690"/>
                  </a:lnTo>
                  <a:lnTo>
                    <a:pt x="6661" y="4328"/>
                  </a:lnTo>
                  <a:lnTo>
                    <a:pt x="6176" y="48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5"/>
            <p:cNvSpPr/>
            <p:nvPr/>
          </p:nvSpPr>
          <p:spPr>
            <a:xfrm>
              <a:off x="2153858" y="3160571"/>
              <a:ext cx="70461" cy="89974"/>
            </a:xfrm>
            <a:custGeom>
              <a:avLst/>
              <a:pathLst>
                <a:path w="70461" h="89974">
                  <a:moveTo>
                    <a:pt x="70461" y="30468"/>
                  </a:moveTo>
                  <a:lnTo>
                    <a:pt x="67537" y="30025"/>
                  </a:lnTo>
                  <a:lnTo>
                    <a:pt x="66157" y="30942"/>
                  </a:lnTo>
                  <a:lnTo>
                    <a:pt x="65553" y="32994"/>
                  </a:lnTo>
                  <a:lnTo>
                    <a:pt x="65033" y="33915"/>
                  </a:lnTo>
                  <a:lnTo>
                    <a:pt x="64600" y="33704"/>
                  </a:lnTo>
                  <a:lnTo>
                    <a:pt x="63723" y="34510"/>
                  </a:lnTo>
                  <a:lnTo>
                    <a:pt x="62401" y="36336"/>
                  </a:lnTo>
                  <a:lnTo>
                    <a:pt x="61209" y="37027"/>
                  </a:lnTo>
                  <a:lnTo>
                    <a:pt x="60147" y="36584"/>
                  </a:lnTo>
                  <a:lnTo>
                    <a:pt x="59838" y="37032"/>
                  </a:lnTo>
                  <a:lnTo>
                    <a:pt x="59755" y="37631"/>
                  </a:lnTo>
                  <a:lnTo>
                    <a:pt x="59595" y="38211"/>
                  </a:lnTo>
                  <a:lnTo>
                    <a:pt x="59182" y="38524"/>
                  </a:lnTo>
                  <a:lnTo>
                    <a:pt x="58710" y="38358"/>
                  </a:lnTo>
                  <a:lnTo>
                    <a:pt x="58178" y="37713"/>
                  </a:lnTo>
                  <a:lnTo>
                    <a:pt x="57897" y="37989"/>
                  </a:lnTo>
                  <a:lnTo>
                    <a:pt x="57866" y="39182"/>
                  </a:lnTo>
                  <a:lnTo>
                    <a:pt x="57579" y="39501"/>
                  </a:lnTo>
                  <a:lnTo>
                    <a:pt x="57036" y="38940"/>
                  </a:lnTo>
                  <a:lnTo>
                    <a:pt x="56424" y="39371"/>
                  </a:lnTo>
                  <a:lnTo>
                    <a:pt x="55744" y="40791"/>
                  </a:lnTo>
                  <a:lnTo>
                    <a:pt x="54789" y="41095"/>
                  </a:lnTo>
                  <a:lnTo>
                    <a:pt x="53559" y="40277"/>
                  </a:lnTo>
                  <a:lnTo>
                    <a:pt x="52607" y="38732"/>
                  </a:lnTo>
                  <a:lnTo>
                    <a:pt x="51933" y="36457"/>
                  </a:lnTo>
                  <a:lnTo>
                    <a:pt x="51123" y="35884"/>
                  </a:lnTo>
                  <a:lnTo>
                    <a:pt x="49707" y="37578"/>
                  </a:lnTo>
                  <a:lnTo>
                    <a:pt x="49115" y="39555"/>
                  </a:lnTo>
                  <a:lnTo>
                    <a:pt x="48986" y="40761"/>
                  </a:lnTo>
                  <a:lnTo>
                    <a:pt x="49124" y="41856"/>
                  </a:lnTo>
                  <a:lnTo>
                    <a:pt x="48865" y="42586"/>
                  </a:lnTo>
                  <a:lnTo>
                    <a:pt x="48207" y="42951"/>
                  </a:lnTo>
                  <a:lnTo>
                    <a:pt x="47707" y="44294"/>
                  </a:lnTo>
                  <a:lnTo>
                    <a:pt x="47364" y="46614"/>
                  </a:lnTo>
                  <a:lnTo>
                    <a:pt x="47295" y="48406"/>
                  </a:lnTo>
                  <a:lnTo>
                    <a:pt x="47500" y="49667"/>
                  </a:lnTo>
                  <a:lnTo>
                    <a:pt x="47173" y="50598"/>
                  </a:lnTo>
                  <a:lnTo>
                    <a:pt x="46312" y="51194"/>
                  </a:lnTo>
                  <a:lnTo>
                    <a:pt x="45294" y="53196"/>
                  </a:lnTo>
                  <a:lnTo>
                    <a:pt x="44122" y="56600"/>
                  </a:lnTo>
                  <a:lnTo>
                    <a:pt x="42955" y="58978"/>
                  </a:lnTo>
                  <a:lnTo>
                    <a:pt x="41795" y="60327"/>
                  </a:lnTo>
                  <a:lnTo>
                    <a:pt x="41236" y="61826"/>
                  </a:lnTo>
                  <a:lnTo>
                    <a:pt x="41275" y="63474"/>
                  </a:lnTo>
                  <a:lnTo>
                    <a:pt x="41205" y="63987"/>
                  </a:lnTo>
                  <a:lnTo>
                    <a:pt x="40983" y="64184"/>
                  </a:lnTo>
                  <a:lnTo>
                    <a:pt x="40605" y="64409"/>
                  </a:lnTo>
                  <a:lnTo>
                    <a:pt x="38367" y="60826"/>
                  </a:lnTo>
                  <a:lnTo>
                    <a:pt x="37725" y="58330"/>
                  </a:lnTo>
                  <a:lnTo>
                    <a:pt x="37170" y="58712"/>
                  </a:lnTo>
                  <a:lnTo>
                    <a:pt x="36466" y="59972"/>
                  </a:lnTo>
                  <a:lnTo>
                    <a:pt x="35478" y="62783"/>
                  </a:lnTo>
                  <a:lnTo>
                    <a:pt x="34416" y="66606"/>
                  </a:lnTo>
                  <a:lnTo>
                    <a:pt x="33903" y="67032"/>
                  </a:lnTo>
                  <a:lnTo>
                    <a:pt x="31254" y="66465"/>
                  </a:lnTo>
                  <a:lnTo>
                    <a:pt x="29852" y="66801"/>
                  </a:lnTo>
                  <a:lnTo>
                    <a:pt x="29565" y="67313"/>
                  </a:lnTo>
                  <a:lnTo>
                    <a:pt x="29433" y="68714"/>
                  </a:lnTo>
                  <a:lnTo>
                    <a:pt x="29513" y="70590"/>
                  </a:lnTo>
                  <a:lnTo>
                    <a:pt x="29898" y="77328"/>
                  </a:lnTo>
                  <a:lnTo>
                    <a:pt x="30113" y="80101"/>
                  </a:lnTo>
                  <a:lnTo>
                    <a:pt x="29902" y="80958"/>
                  </a:lnTo>
                  <a:lnTo>
                    <a:pt x="29188" y="81093"/>
                  </a:lnTo>
                  <a:lnTo>
                    <a:pt x="28264" y="81486"/>
                  </a:lnTo>
                  <a:lnTo>
                    <a:pt x="27757" y="82754"/>
                  </a:lnTo>
                  <a:lnTo>
                    <a:pt x="27636" y="84060"/>
                  </a:lnTo>
                  <a:lnTo>
                    <a:pt x="27587" y="85888"/>
                  </a:lnTo>
                  <a:lnTo>
                    <a:pt x="27295" y="87774"/>
                  </a:lnTo>
                  <a:lnTo>
                    <a:pt x="26722" y="89130"/>
                  </a:lnTo>
                  <a:lnTo>
                    <a:pt x="26156" y="89613"/>
                  </a:lnTo>
                  <a:lnTo>
                    <a:pt x="22998" y="89974"/>
                  </a:lnTo>
                  <a:lnTo>
                    <a:pt x="23052" y="86858"/>
                  </a:lnTo>
                  <a:lnTo>
                    <a:pt x="22140" y="85595"/>
                  </a:lnTo>
                  <a:lnTo>
                    <a:pt x="21622" y="82995"/>
                  </a:lnTo>
                  <a:lnTo>
                    <a:pt x="21168" y="81238"/>
                  </a:lnTo>
                  <a:lnTo>
                    <a:pt x="21319" y="80183"/>
                  </a:lnTo>
                  <a:lnTo>
                    <a:pt x="21274" y="78932"/>
                  </a:lnTo>
                  <a:lnTo>
                    <a:pt x="19989" y="77967"/>
                  </a:lnTo>
                  <a:lnTo>
                    <a:pt x="18784" y="78721"/>
                  </a:lnTo>
                  <a:lnTo>
                    <a:pt x="18091" y="78231"/>
                  </a:lnTo>
                  <a:lnTo>
                    <a:pt x="17582" y="77566"/>
                  </a:lnTo>
                  <a:lnTo>
                    <a:pt x="18459" y="76023"/>
                  </a:lnTo>
                  <a:lnTo>
                    <a:pt x="18520" y="75086"/>
                  </a:lnTo>
                  <a:lnTo>
                    <a:pt x="18238" y="74409"/>
                  </a:lnTo>
                  <a:lnTo>
                    <a:pt x="17949" y="73954"/>
                  </a:lnTo>
                  <a:lnTo>
                    <a:pt x="18036" y="72213"/>
                  </a:lnTo>
                  <a:lnTo>
                    <a:pt x="18214" y="70155"/>
                  </a:lnTo>
                  <a:lnTo>
                    <a:pt x="18705" y="65346"/>
                  </a:lnTo>
                  <a:lnTo>
                    <a:pt x="18522" y="64508"/>
                  </a:lnTo>
                  <a:lnTo>
                    <a:pt x="17718" y="63062"/>
                  </a:lnTo>
                  <a:lnTo>
                    <a:pt x="16699" y="62915"/>
                  </a:lnTo>
                  <a:lnTo>
                    <a:pt x="15574" y="63368"/>
                  </a:lnTo>
                  <a:lnTo>
                    <a:pt x="15033" y="62630"/>
                  </a:lnTo>
                  <a:lnTo>
                    <a:pt x="14559" y="60976"/>
                  </a:lnTo>
                  <a:lnTo>
                    <a:pt x="13757" y="60185"/>
                  </a:lnTo>
                  <a:lnTo>
                    <a:pt x="12336" y="61506"/>
                  </a:lnTo>
                  <a:lnTo>
                    <a:pt x="10834" y="63494"/>
                  </a:lnTo>
                  <a:lnTo>
                    <a:pt x="10372" y="64215"/>
                  </a:lnTo>
                  <a:lnTo>
                    <a:pt x="9991" y="64119"/>
                  </a:lnTo>
                  <a:lnTo>
                    <a:pt x="9821" y="62633"/>
                  </a:lnTo>
                  <a:lnTo>
                    <a:pt x="9745" y="60869"/>
                  </a:lnTo>
                  <a:lnTo>
                    <a:pt x="9652" y="60434"/>
                  </a:lnTo>
                  <a:lnTo>
                    <a:pt x="8850" y="59807"/>
                  </a:lnTo>
                  <a:lnTo>
                    <a:pt x="7914" y="59353"/>
                  </a:lnTo>
                  <a:lnTo>
                    <a:pt x="7437" y="58864"/>
                  </a:lnTo>
                  <a:lnTo>
                    <a:pt x="6986" y="57676"/>
                  </a:lnTo>
                  <a:lnTo>
                    <a:pt x="5866" y="56125"/>
                  </a:lnTo>
                  <a:lnTo>
                    <a:pt x="5612" y="54975"/>
                  </a:lnTo>
                  <a:lnTo>
                    <a:pt x="4115" y="52344"/>
                  </a:lnTo>
                  <a:lnTo>
                    <a:pt x="3812" y="51037"/>
                  </a:lnTo>
                  <a:lnTo>
                    <a:pt x="3468" y="50086"/>
                  </a:lnTo>
                  <a:lnTo>
                    <a:pt x="2749" y="48872"/>
                  </a:lnTo>
                  <a:lnTo>
                    <a:pt x="2185" y="49165"/>
                  </a:lnTo>
                  <a:lnTo>
                    <a:pt x="287" y="47656"/>
                  </a:lnTo>
                  <a:lnTo>
                    <a:pt x="0" y="47519"/>
                  </a:lnTo>
                  <a:lnTo>
                    <a:pt x="263" y="46197"/>
                  </a:lnTo>
                  <a:lnTo>
                    <a:pt x="861" y="44151"/>
                  </a:lnTo>
                  <a:lnTo>
                    <a:pt x="2166" y="41879"/>
                  </a:lnTo>
                  <a:lnTo>
                    <a:pt x="2275" y="40036"/>
                  </a:lnTo>
                  <a:lnTo>
                    <a:pt x="1934" y="36506"/>
                  </a:lnTo>
                  <a:lnTo>
                    <a:pt x="1592" y="34220"/>
                  </a:lnTo>
                  <a:lnTo>
                    <a:pt x="1777" y="33200"/>
                  </a:lnTo>
                  <a:lnTo>
                    <a:pt x="2183" y="29084"/>
                  </a:lnTo>
                  <a:lnTo>
                    <a:pt x="2498" y="28126"/>
                  </a:lnTo>
                  <a:lnTo>
                    <a:pt x="4385" y="26047"/>
                  </a:lnTo>
                  <a:lnTo>
                    <a:pt x="4560" y="25758"/>
                  </a:lnTo>
                  <a:lnTo>
                    <a:pt x="6048" y="22845"/>
                  </a:lnTo>
                  <a:lnTo>
                    <a:pt x="7700" y="19610"/>
                  </a:lnTo>
                  <a:lnTo>
                    <a:pt x="9416" y="16044"/>
                  </a:lnTo>
                  <a:lnTo>
                    <a:pt x="11333" y="12060"/>
                  </a:lnTo>
                  <a:lnTo>
                    <a:pt x="12390" y="9730"/>
                  </a:lnTo>
                  <a:lnTo>
                    <a:pt x="12880" y="8721"/>
                  </a:lnTo>
                  <a:lnTo>
                    <a:pt x="13984" y="9548"/>
                  </a:lnTo>
                  <a:lnTo>
                    <a:pt x="14853" y="7662"/>
                  </a:lnTo>
                  <a:lnTo>
                    <a:pt x="15354" y="7032"/>
                  </a:lnTo>
                  <a:lnTo>
                    <a:pt x="16528" y="4774"/>
                  </a:lnTo>
                  <a:lnTo>
                    <a:pt x="16892" y="4279"/>
                  </a:lnTo>
                  <a:lnTo>
                    <a:pt x="18858" y="3354"/>
                  </a:lnTo>
                  <a:lnTo>
                    <a:pt x="19808" y="3377"/>
                  </a:lnTo>
                  <a:lnTo>
                    <a:pt x="20639" y="5667"/>
                  </a:lnTo>
                  <a:lnTo>
                    <a:pt x="21299" y="6914"/>
                  </a:lnTo>
                  <a:lnTo>
                    <a:pt x="22541" y="5841"/>
                  </a:lnTo>
                  <a:lnTo>
                    <a:pt x="23581" y="5606"/>
                  </a:lnTo>
                  <a:lnTo>
                    <a:pt x="27881" y="7736"/>
                  </a:lnTo>
                  <a:lnTo>
                    <a:pt x="29587" y="6794"/>
                  </a:lnTo>
                  <a:lnTo>
                    <a:pt x="32723" y="6592"/>
                  </a:lnTo>
                  <a:lnTo>
                    <a:pt x="34133" y="7120"/>
                  </a:lnTo>
                  <a:lnTo>
                    <a:pt x="36126" y="4107"/>
                  </a:lnTo>
                  <a:lnTo>
                    <a:pt x="37405" y="3501"/>
                  </a:lnTo>
                  <a:lnTo>
                    <a:pt x="38907" y="2090"/>
                  </a:lnTo>
                  <a:lnTo>
                    <a:pt x="38707" y="647"/>
                  </a:lnTo>
                  <a:lnTo>
                    <a:pt x="38346" y="0"/>
                  </a:lnTo>
                  <a:lnTo>
                    <a:pt x="40636" y="630"/>
                  </a:lnTo>
                  <a:lnTo>
                    <a:pt x="44046" y="3683"/>
                  </a:lnTo>
                  <a:lnTo>
                    <a:pt x="47680" y="3132"/>
                  </a:lnTo>
                  <a:lnTo>
                    <a:pt x="48991" y="1483"/>
                  </a:lnTo>
                  <a:lnTo>
                    <a:pt x="49837" y="1012"/>
                  </a:lnTo>
                  <a:lnTo>
                    <a:pt x="53558" y="4153"/>
                  </a:lnTo>
                  <a:lnTo>
                    <a:pt x="54539" y="6564"/>
                  </a:lnTo>
                  <a:lnTo>
                    <a:pt x="55304" y="6802"/>
                  </a:lnTo>
                  <a:lnTo>
                    <a:pt x="55897" y="6251"/>
                  </a:lnTo>
                  <a:lnTo>
                    <a:pt x="56057" y="5752"/>
                  </a:lnTo>
                  <a:lnTo>
                    <a:pt x="55326" y="5227"/>
                  </a:lnTo>
                  <a:lnTo>
                    <a:pt x="54994" y="4474"/>
                  </a:lnTo>
                  <a:lnTo>
                    <a:pt x="57926" y="5955"/>
                  </a:lnTo>
                  <a:lnTo>
                    <a:pt x="63444" y="17354"/>
                  </a:lnTo>
                  <a:lnTo>
                    <a:pt x="63560" y="18282"/>
                  </a:lnTo>
                  <a:lnTo>
                    <a:pt x="61203" y="14908"/>
                  </a:lnTo>
                  <a:lnTo>
                    <a:pt x="59954" y="15166"/>
                  </a:lnTo>
                  <a:lnTo>
                    <a:pt x="59630" y="15712"/>
                  </a:lnTo>
                  <a:lnTo>
                    <a:pt x="59700" y="17553"/>
                  </a:lnTo>
                  <a:lnTo>
                    <a:pt x="59815" y="18416"/>
                  </a:lnTo>
                  <a:lnTo>
                    <a:pt x="60350" y="18514"/>
                  </a:lnTo>
                  <a:lnTo>
                    <a:pt x="60745" y="18017"/>
                  </a:lnTo>
                  <a:lnTo>
                    <a:pt x="61718" y="18619"/>
                  </a:lnTo>
                  <a:lnTo>
                    <a:pt x="62363" y="19840"/>
                  </a:lnTo>
                  <a:lnTo>
                    <a:pt x="63146" y="21715"/>
                  </a:lnTo>
                  <a:lnTo>
                    <a:pt x="63614" y="23751"/>
                  </a:lnTo>
                  <a:lnTo>
                    <a:pt x="64120" y="23784"/>
                  </a:lnTo>
                  <a:lnTo>
                    <a:pt x="64617" y="22558"/>
                  </a:lnTo>
                  <a:lnTo>
                    <a:pt x="65554" y="22409"/>
                  </a:lnTo>
                  <a:lnTo>
                    <a:pt x="66164" y="23780"/>
                  </a:lnTo>
                  <a:lnTo>
                    <a:pt x="66595" y="23699"/>
                  </a:lnTo>
                  <a:lnTo>
                    <a:pt x="65992" y="21576"/>
                  </a:lnTo>
                  <a:lnTo>
                    <a:pt x="64572" y="19465"/>
                  </a:lnTo>
                  <a:lnTo>
                    <a:pt x="64910" y="19377"/>
                  </a:lnTo>
                  <a:lnTo>
                    <a:pt x="68057" y="23171"/>
                  </a:lnTo>
                  <a:lnTo>
                    <a:pt x="68947" y="27931"/>
                  </a:lnTo>
                  <a:lnTo>
                    <a:pt x="69688" y="290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6"/>
            <p:cNvSpPr/>
            <p:nvPr/>
          </p:nvSpPr>
          <p:spPr>
            <a:xfrm>
              <a:off x="2184884" y="3148307"/>
              <a:ext cx="4257" cy="4106"/>
            </a:xfrm>
            <a:custGeom>
              <a:avLst/>
              <a:pathLst>
                <a:path w="4257" h="4106">
                  <a:moveTo>
                    <a:pt x="2390" y="1797"/>
                  </a:moveTo>
                  <a:lnTo>
                    <a:pt x="569" y="4106"/>
                  </a:lnTo>
                  <a:lnTo>
                    <a:pt x="0" y="4061"/>
                  </a:lnTo>
                  <a:lnTo>
                    <a:pt x="834" y="2278"/>
                  </a:lnTo>
                  <a:lnTo>
                    <a:pt x="2181" y="748"/>
                  </a:lnTo>
                  <a:lnTo>
                    <a:pt x="3322" y="0"/>
                  </a:lnTo>
                  <a:lnTo>
                    <a:pt x="4257" y="3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7"/>
            <p:cNvSpPr/>
            <p:nvPr/>
          </p:nvSpPr>
          <p:spPr>
            <a:xfrm>
              <a:off x="2192485" y="3146098"/>
              <a:ext cx="1444" cy="3260"/>
            </a:xfrm>
            <a:custGeom>
              <a:avLst/>
              <a:pathLst>
                <a:path w="1444" h="3260">
                  <a:moveTo>
                    <a:pt x="1022" y="1549"/>
                  </a:moveTo>
                  <a:lnTo>
                    <a:pt x="156" y="3260"/>
                  </a:lnTo>
                  <a:lnTo>
                    <a:pt x="0" y="2490"/>
                  </a:lnTo>
                  <a:lnTo>
                    <a:pt x="417" y="906"/>
                  </a:lnTo>
                  <a:lnTo>
                    <a:pt x="939" y="0"/>
                  </a:lnTo>
                  <a:lnTo>
                    <a:pt x="1444" y="90"/>
                  </a:lnTo>
                  <a:lnTo>
                    <a:pt x="1323" y="7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8"/>
            <p:cNvSpPr/>
            <p:nvPr/>
          </p:nvSpPr>
          <p:spPr>
            <a:xfrm>
              <a:off x="3365562" y="2369359"/>
              <a:ext cx="4543" cy="2956"/>
            </a:xfrm>
            <a:custGeom>
              <a:avLst/>
              <a:pathLst>
                <a:path w="4543" h="2956">
                  <a:moveTo>
                    <a:pt x="2994" y="926"/>
                  </a:moveTo>
                  <a:lnTo>
                    <a:pt x="4543" y="2956"/>
                  </a:lnTo>
                  <a:lnTo>
                    <a:pt x="0" y="295"/>
                  </a:lnTo>
                  <a:lnTo>
                    <a:pt x="515" y="51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79"/>
            <p:cNvSpPr/>
            <p:nvPr/>
          </p:nvSpPr>
          <p:spPr>
            <a:xfrm>
              <a:off x="3357688" y="2363562"/>
              <a:ext cx="6104" cy="2986"/>
            </a:xfrm>
            <a:custGeom>
              <a:avLst/>
              <a:pathLst>
                <a:path w="6104" h="2986">
                  <a:moveTo>
                    <a:pt x="0" y="0"/>
                  </a:moveTo>
                  <a:lnTo>
                    <a:pt x="2099" y="825"/>
                  </a:lnTo>
                  <a:lnTo>
                    <a:pt x="3638" y="445"/>
                  </a:lnTo>
                  <a:lnTo>
                    <a:pt x="5030" y="952"/>
                  </a:lnTo>
                  <a:lnTo>
                    <a:pt x="5895" y="1890"/>
                  </a:lnTo>
                  <a:lnTo>
                    <a:pt x="6104" y="2350"/>
                  </a:lnTo>
                  <a:lnTo>
                    <a:pt x="4981" y="2413"/>
                  </a:lnTo>
                  <a:lnTo>
                    <a:pt x="3711" y="2032"/>
                  </a:lnTo>
                  <a:lnTo>
                    <a:pt x="2271" y="2986"/>
                  </a:lnTo>
                  <a:lnTo>
                    <a:pt x="1001" y="2477"/>
                  </a:lnTo>
                  <a:lnTo>
                    <a:pt x="518" y="1858"/>
                  </a:lnTo>
                  <a:lnTo>
                    <a:pt x="177" y="10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0"/>
            <p:cNvSpPr/>
            <p:nvPr/>
          </p:nvSpPr>
          <p:spPr>
            <a:xfrm>
              <a:off x="3362170" y="2362696"/>
              <a:ext cx="16716" cy="17521"/>
            </a:xfrm>
            <a:custGeom>
              <a:avLst/>
              <a:pathLst>
                <a:path w="16716" h="17521">
                  <a:moveTo>
                    <a:pt x="7064" y="3804"/>
                  </a:moveTo>
                  <a:lnTo>
                    <a:pt x="7890" y="3262"/>
                  </a:lnTo>
                  <a:lnTo>
                    <a:pt x="8590" y="3653"/>
                  </a:lnTo>
                  <a:lnTo>
                    <a:pt x="9037" y="5342"/>
                  </a:lnTo>
                  <a:lnTo>
                    <a:pt x="9918" y="6455"/>
                  </a:lnTo>
                  <a:lnTo>
                    <a:pt x="11345" y="8410"/>
                  </a:lnTo>
                  <a:lnTo>
                    <a:pt x="12247" y="9907"/>
                  </a:lnTo>
                  <a:lnTo>
                    <a:pt x="14291" y="12601"/>
                  </a:lnTo>
                  <a:lnTo>
                    <a:pt x="14775" y="12978"/>
                  </a:lnTo>
                  <a:lnTo>
                    <a:pt x="15794" y="13774"/>
                  </a:lnTo>
                  <a:lnTo>
                    <a:pt x="15814" y="14861"/>
                  </a:lnTo>
                  <a:lnTo>
                    <a:pt x="16252" y="16097"/>
                  </a:lnTo>
                  <a:lnTo>
                    <a:pt x="16716" y="17521"/>
                  </a:lnTo>
                  <a:lnTo>
                    <a:pt x="14621" y="14715"/>
                  </a:lnTo>
                  <a:lnTo>
                    <a:pt x="12663" y="11578"/>
                  </a:lnTo>
                  <a:lnTo>
                    <a:pt x="8839" y="6750"/>
                  </a:lnTo>
                  <a:lnTo>
                    <a:pt x="6126" y="5576"/>
                  </a:lnTo>
                  <a:lnTo>
                    <a:pt x="2416" y="1696"/>
                  </a:lnTo>
                  <a:lnTo>
                    <a:pt x="0" y="324"/>
                  </a:lnTo>
                  <a:lnTo>
                    <a:pt x="920" y="8"/>
                  </a:lnTo>
                  <a:lnTo>
                    <a:pt x="1980" y="0"/>
                  </a:lnTo>
                  <a:lnTo>
                    <a:pt x="7701" y="51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1"/>
            <p:cNvSpPr/>
            <p:nvPr/>
          </p:nvSpPr>
          <p:spPr>
            <a:xfrm>
              <a:off x="3354574" y="2356687"/>
              <a:ext cx="9283" cy="3363"/>
            </a:xfrm>
            <a:custGeom>
              <a:avLst/>
              <a:pathLst>
                <a:path w="9283" h="3363">
                  <a:moveTo>
                    <a:pt x="9283" y="3057"/>
                  </a:moveTo>
                  <a:lnTo>
                    <a:pt x="8489" y="3363"/>
                  </a:lnTo>
                  <a:lnTo>
                    <a:pt x="3437" y="3135"/>
                  </a:lnTo>
                  <a:lnTo>
                    <a:pt x="1968" y="2522"/>
                  </a:lnTo>
                  <a:lnTo>
                    <a:pt x="333" y="942"/>
                  </a:lnTo>
                  <a:lnTo>
                    <a:pt x="0" y="457"/>
                  </a:lnTo>
                  <a:lnTo>
                    <a:pt x="1645" y="0"/>
                  </a:lnTo>
                  <a:lnTo>
                    <a:pt x="3173" y="457"/>
                  </a:lnTo>
                  <a:lnTo>
                    <a:pt x="3642" y="1604"/>
                  </a:lnTo>
                  <a:lnTo>
                    <a:pt x="7774" y="25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2"/>
            <p:cNvSpPr/>
            <p:nvPr/>
          </p:nvSpPr>
          <p:spPr>
            <a:xfrm>
              <a:off x="3355104" y="2352024"/>
              <a:ext cx="5316" cy="3516"/>
            </a:xfrm>
            <a:custGeom>
              <a:avLst/>
              <a:pathLst>
                <a:path w="5316" h="3516">
                  <a:moveTo>
                    <a:pt x="4111" y="3439"/>
                  </a:moveTo>
                  <a:lnTo>
                    <a:pt x="2319" y="3516"/>
                  </a:lnTo>
                  <a:lnTo>
                    <a:pt x="762" y="2980"/>
                  </a:lnTo>
                  <a:lnTo>
                    <a:pt x="0" y="2063"/>
                  </a:lnTo>
                  <a:lnTo>
                    <a:pt x="56" y="1289"/>
                  </a:lnTo>
                  <a:lnTo>
                    <a:pt x="292" y="0"/>
                  </a:lnTo>
                  <a:lnTo>
                    <a:pt x="2026" y="152"/>
                  </a:lnTo>
                  <a:lnTo>
                    <a:pt x="4669" y="1070"/>
                  </a:lnTo>
                  <a:lnTo>
                    <a:pt x="5316" y="2139"/>
                  </a:lnTo>
                  <a:lnTo>
                    <a:pt x="5115" y="26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3"/>
            <p:cNvSpPr/>
            <p:nvPr/>
          </p:nvSpPr>
          <p:spPr>
            <a:xfrm>
              <a:off x="3342010" y="2333595"/>
              <a:ext cx="1898" cy="3286"/>
            </a:xfrm>
            <a:custGeom>
              <a:avLst/>
              <a:pathLst>
                <a:path w="1898" h="3286">
                  <a:moveTo>
                    <a:pt x="1151" y="1090"/>
                  </a:moveTo>
                  <a:lnTo>
                    <a:pt x="1898" y="3286"/>
                  </a:lnTo>
                  <a:lnTo>
                    <a:pt x="1183" y="2835"/>
                  </a:lnTo>
                  <a:lnTo>
                    <a:pt x="438" y="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4"/>
            <p:cNvSpPr/>
            <p:nvPr/>
          </p:nvSpPr>
          <p:spPr>
            <a:xfrm>
              <a:off x="3339691" y="2329253"/>
              <a:ext cx="2053" cy="3859"/>
            </a:xfrm>
            <a:custGeom>
              <a:avLst/>
              <a:pathLst>
                <a:path w="2053" h="3859">
                  <a:moveTo>
                    <a:pt x="1876" y="2817"/>
                  </a:moveTo>
                  <a:lnTo>
                    <a:pt x="2053" y="3859"/>
                  </a:lnTo>
                  <a:lnTo>
                    <a:pt x="636" y="1901"/>
                  </a:lnTo>
                  <a:lnTo>
                    <a:pt x="99" y="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5"/>
            <p:cNvSpPr/>
            <p:nvPr/>
          </p:nvSpPr>
          <p:spPr>
            <a:xfrm>
              <a:off x="3337411" y="2328949"/>
              <a:ext cx="3838" cy="7984"/>
            </a:xfrm>
            <a:custGeom>
              <a:avLst/>
              <a:pathLst>
                <a:path w="3838" h="7984">
                  <a:moveTo>
                    <a:pt x="3676" y="7257"/>
                  </a:moveTo>
                  <a:lnTo>
                    <a:pt x="3838" y="7690"/>
                  </a:lnTo>
                  <a:lnTo>
                    <a:pt x="3822" y="7984"/>
                  </a:lnTo>
                  <a:lnTo>
                    <a:pt x="3233" y="7569"/>
                  </a:lnTo>
                  <a:lnTo>
                    <a:pt x="3075" y="7703"/>
                  </a:lnTo>
                  <a:lnTo>
                    <a:pt x="298" y="1253"/>
                  </a:lnTo>
                  <a:lnTo>
                    <a:pt x="0" y="0"/>
                  </a:lnTo>
                  <a:lnTo>
                    <a:pt x="993" y="15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6"/>
            <p:cNvSpPr/>
            <p:nvPr/>
          </p:nvSpPr>
          <p:spPr>
            <a:xfrm>
              <a:off x="3336013" y="2313306"/>
              <a:ext cx="5655" cy="11470"/>
            </a:xfrm>
            <a:custGeom>
              <a:avLst/>
              <a:pathLst>
                <a:path w="5655" h="11470">
                  <a:moveTo>
                    <a:pt x="5071" y="10685"/>
                  </a:moveTo>
                  <a:lnTo>
                    <a:pt x="4777" y="11470"/>
                  </a:lnTo>
                  <a:lnTo>
                    <a:pt x="4043" y="10023"/>
                  </a:lnTo>
                  <a:lnTo>
                    <a:pt x="3368" y="8993"/>
                  </a:lnTo>
                  <a:lnTo>
                    <a:pt x="2886" y="7772"/>
                  </a:lnTo>
                  <a:lnTo>
                    <a:pt x="1940" y="6250"/>
                  </a:lnTo>
                  <a:lnTo>
                    <a:pt x="1621" y="4510"/>
                  </a:lnTo>
                  <a:lnTo>
                    <a:pt x="210" y="963"/>
                  </a:lnTo>
                  <a:lnTo>
                    <a:pt x="0" y="0"/>
                  </a:lnTo>
                  <a:lnTo>
                    <a:pt x="703" y="1438"/>
                  </a:lnTo>
                  <a:lnTo>
                    <a:pt x="1288" y="2337"/>
                  </a:lnTo>
                  <a:lnTo>
                    <a:pt x="1773" y="2556"/>
                  </a:lnTo>
                  <a:lnTo>
                    <a:pt x="3004" y="4820"/>
                  </a:lnTo>
                  <a:lnTo>
                    <a:pt x="4213" y="7730"/>
                  </a:lnTo>
                  <a:lnTo>
                    <a:pt x="5655" y="10258"/>
                  </a:lnTo>
                  <a:lnTo>
                    <a:pt x="5356" y="103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7"/>
            <p:cNvSpPr/>
            <p:nvPr/>
          </p:nvSpPr>
          <p:spPr>
            <a:xfrm>
              <a:off x="3335087" y="2308850"/>
              <a:ext cx="2228" cy="3938"/>
            </a:xfrm>
            <a:custGeom>
              <a:avLst/>
              <a:pathLst>
                <a:path w="2228" h="3938">
                  <a:moveTo>
                    <a:pt x="1942" y="2635"/>
                  </a:moveTo>
                  <a:lnTo>
                    <a:pt x="2228" y="3938"/>
                  </a:lnTo>
                  <a:lnTo>
                    <a:pt x="1159" y="2763"/>
                  </a:lnTo>
                  <a:lnTo>
                    <a:pt x="202" y="2312"/>
                  </a:lnTo>
                  <a:lnTo>
                    <a:pt x="0" y="1428"/>
                  </a:lnTo>
                  <a:lnTo>
                    <a:pt x="137" y="702"/>
                  </a:lnTo>
                  <a:lnTo>
                    <a:pt x="342" y="0"/>
                  </a:lnTo>
                  <a:lnTo>
                    <a:pt x="1065" y="98"/>
                  </a:lnTo>
                  <a:lnTo>
                    <a:pt x="1174" y="79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8"/>
            <p:cNvSpPr/>
            <p:nvPr/>
          </p:nvSpPr>
          <p:spPr>
            <a:xfrm>
              <a:off x="3330834" y="2299415"/>
              <a:ext cx="2296" cy="16139"/>
            </a:xfrm>
            <a:custGeom>
              <a:avLst/>
              <a:pathLst>
                <a:path w="2296" h="16139">
                  <a:moveTo>
                    <a:pt x="2296" y="14992"/>
                  </a:moveTo>
                  <a:lnTo>
                    <a:pt x="2208" y="16139"/>
                  </a:lnTo>
                  <a:lnTo>
                    <a:pt x="1518" y="14689"/>
                  </a:lnTo>
                  <a:lnTo>
                    <a:pt x="1169" y="12089"/>
                  </a:lnTo>
                  <a:lnTo>
                    <a:pt x="301" y="7890"/>
                  </a:lnTo>
                  <a:lnTo>
                    <a:pt x="189" y="6707"/>
                  </a:lnTo>
                  <a:lnTo>
                    <a:pt x="639" y="5540"/>
                  </a:lnTo>
                  <a:lnTo>
                    <a:pt x="615" y="4357"/>
                  </a:lnTo>
                  <a:lnTo>
                    <a:pt x="0" y="673"/>
                  </a:lnTo>
                  <a:lnTo>
                    <a:pt x="515" y="72"/>
                  </a:lnTo>
                  <a:lnTo>
                    <a:pt x="821" y="0"/>
                  </a:lnTo>
                  <a:lnTo>
                    <a:pt x="945" y="2555"/>
                  </a:lnTo>
                  <a:lnTo>
                    <a:pt x="1225" y="4024"/>
                  </a:lnTo>
                  <a:lnTo>
                    <a:pt x="2061" y="5827"/>
                  </a:lnTo>
                  <a:lnTo>
                    <a:pt x="1892" y="8812"/>
                  </a:lnTo>
                  <a:lnTo>
                    <a:pt x="2063" y="13063"/>
                  </a:lnTo>
                  <a:lnTo>
                    <a:pt x="2233" y="140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89"/>
            <p:cNvSpPr/>
            <p:nvPr/>
          </p:nvSpPr>
          <p:spPr>
            <a:xfrm>
              <a:off x="3332560" y="2297722"/>
              <a:ext cx="4228" cy="7952"/>
            </a:xfrm>
            <a:custGeom>
              <a:avLst/>
              <a:pathLst>
                <a:path w="4228" h="7952">
                  <a:moveTo>
                    <a:pt x="4228" y="7319"/>
                  </a:moveTo>
                  <a:lnTo>
                    <a:pt x="2828" y="7952"/>
                  </a:lnTo>
                  <a:lnTo>
                    <a:pt x="2162" y="6820"/>
                  </a:lnTo>
                  <a:lnTo>
                    <a:pt x="1988" y="5889"/>
                  </a:lnTo>
                  <a:lnTo>
                    <a:pt x="838" y="5595"/>
                  </a:lnTo>
                  <a:lnTo>
                    <a:pt x="141" y="4300"/>
                  </a:lnTo>
                  <a:lnTo>
                    <a:pt x="0" y="3726"/>
                  </a:lnTo>
                  <a:lnTo>
                    <a:pt x="984" y="2302"/>
                  </a:lnTo>
                  <a:lnTo>
                    <a:pt x="1512" y="0"/>
                  </a:lnTo>
                  <a:lnTo>
                    <a:pt x="2181" y="1380"/>
                  </a:lnTo>
                  <a:lnTo>
                    <a:pt x="2989" y="3980"/>
                  </a:lnTo>
                  <a:lnTo>
                    <a:pt x="3421" y="47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0"/>
            <p:cNvSpPr/>
            <p:nvPr/>
          </p:nvSpPr>
          <p:spPr>
            <a:xfrm>
              <a:off x="3322105" y="2259016"/>
              <a:ext cx="66813" cy="106265"/>
            </a:xfrm>
            <a:custGeom>
              <a:avLst/>
              <a:pathLst>
                <a:path w="66813" h="106265">
                  <a:moveTo>
                    <a:pt x="61185" y="17814"/>
                  </a:moveTo>
                  <a:lnTo>
                    <a:pt x="61136" y="18527"/>
                  </a:lnTo>
                  <a:lnTo>
                    <a:pt x="61051" y="19770"/>
                  </a:lnTo>
                  <a:lnTo>
                    <a:pt x="60432" y="20651"/>
                  </a:lnTo>
                  <a:lnTo>
                    <a:pt x="61062" y="22679"/>
                  </a:lnTo>
                  <a:lnTo>
                    <a:pt x="61661" y="25967"/>
                  </a:lnTo>
                  <a:lnTo>
                    <a:pt x="61327" y="27592"/>
                  </a:lnTo>
                  <a:lnTo>
                    <a:pt x="61734" y="28857"/>
                  </a:lnTo>
                  <a:lnTo>
                    <a:pt x="62885" y="29766"/>
                  </a:lnTo>
                  <a:lnTo>
                    <a:pt x="62989" y="30128"/>
                  </a:lnTo>
                  <a:lnTo>
                    <a:pt x="62637" y="30507"/>
                  </a:lnTo>
                  <a:lnTo>
                    <a:pt x="62346" y="31581"/>
                  </a:lnTo>
                  <a:lnTo>
                    <a:pt x="62313" y="33541"/>
                  </a:lnTo>
                  <a:lnTo>
                    <a:pt x="63316" y="35391"/>
                  </a:lnTo>
                  <a:lnTo>
                    <a:pt x="65358" y="37132"/>
                  </a:lnTo>
                  <a:lnTo>
                    <a:pt x="66010" y="37425"/>
                  </a:lnTo>
                  <a:lnTo>
                    <a:pt x="66259" y="38094"/>
                  </a:lnTo>
                  <a:lnTo>
                    <a:pt x="66601" y="38531"/>
                  </a:lnTo>
                  <a:lnTo>
                    <a:pt x="66802" y="39067"/>
                  </a:lnTo>
                  <a:lnTo>
                    <a:pt x="66813" y="39759"/>
                  </a:lnTo>
                  <a:lnTo>
                    <a:pt x="66666" y="40234"/>
                  </a:lnTo>
                  <a:lnTo>
                    <a:pt x="65700" y="40403"/>
                  </a:lnTo>
                  <a:lnTo>
                    <a:pt x="64598" y="40388"/>
                  </a:lnTo>
                  <a:lnTo>
                    <a:pt x="63814" y="39547"/>
                  </a:lnTo>
                  <a:lnTo>
                    <a:pt x="63744" y="40161"/>
                  </a:lnTo>
                  <a:lnTo>
                    <a:pt x="63732" y="40863"/>
                  </a:lnTo>
                  <a:lnTo>
                    <a:pt x="62973" y="41292"/>
                  </a:lnTo>
                  <a:lnTo>
                    <a:pt x="63395" y="46121"/>
                  </a:lnTo>
                  <a:lnTo>
                    <a:pt x="63227" y="47510"/>
                  </a:lnTo>
                  <a:lnTo>
                    <a:pt x="62947" y="47976"/>
                  </a:lnTo>
                  <a:lnTo>
                    <a:pt x="62686" y="47783"/>
                  </a:lnTo>
                  <a:lnTo>
                    <a:pt x="62368" y="47728"/>
                  </a:lnTo>
                  <a:lnTo>
                    <a:pt x="62208" y="48183"/>
                  </a:lnTo>
                  <a:lnTo>
                    <a:pt x="62340" y="49211"/>
                  </a:lnTo>
                  <a:lnTo>
                    <a:pt x="61593" y="49330"/>
                  </a:lnTo>
                  <a:lnTo>
                    <a:pt x="60402" y="48796"/>
                  </a:lnTo>
                  <a:lnTo>
                    <a:pt x="59856" y="47861"/>
                  </a:lnTo>
                  <a:lnTo>
                    <a:pt x="59763" y="46906"/>
                  </a:lnTo>
                  <a:lnTo>
                    <a:pt x="59754" y="46018"/>
                  </a:lnTo>
                  <a:lnTo>
                    <a:pt x="59376" y="44563"/>
                  </a:lnTo>
                  <a:lnTo>
                    <a:pt x="58428" y="43058"/>
                  </a:lnTo>
                  <a:lnTo>
                    <a:pt x="56449" y="42810"/>
                  </a:lnTo>
                  <a:lnTo>
                    <a:pt x="55718" y="42332"/>
                  </a:lnTo>
                  <a:lnTo>
                    <a:pt x="54965" y="41784"/>
                  </a:lnTo>
                  <a:lnTo>
                    <a:pt x="54140" y="41378"/>
                  </a:lnTo>
                  <a:lnTo>
                    <a:pt x="53379" y="41419"/>
                  </a:lnTo>
                  <a:lnTo>
                    <a:pt x="52462" y="41818"/>
                  </a:lnTo>
                  <a:lnTo>
                    <a:pt x="50862" y="41156"/>
                  </a:lnTo>
                  <a:lnTo>
                    <a:pt x="50321" y="42040"/>
                  </a:lnTo>
                  <a:lnTo>
                    <a:pt x="49478" y="43063"/>
                  </a:lnTo>
                  <a:lnTo>
                    <a:pt x="48778" y="43037"/>
                  </a:lnTo>
                  <a:lnTo>
                    <a:pt x="47385" y="40665"/>
                  </a:lnTo>
                  <a:lnTo>
                    <a:pt x="46969" y="40515"/>
                  </a:lnTo>
                  <a:lnTo>
                    <a:pt x="45752" y="41725"/>
                  </a:lnTo>
                  <a:lnTo>
                    <a:pt x="45256" y="41789"/>
                  </a:lnTo>
                  <a:lnTo>
                    <a:pt x="44876" y="41407"/>
                  </a:lnTo>
                  <a:lnTo>
                    <a:pt x="43229" y="40501"/>
                  </a:lnTo>
                  <a:lnTo>
                    <a:pt x="42486" y="40306"/>
                  </a:lnTo>
                  <a:lnTo>
                    <a:pt x="41940" y="40735"/>
                  </a:lnTo>
                  <a:lnTo>
                    <a:pt x="40972" y="40270"/>
                  </a:lnTo>
                  <a:lnTo>
                    <a:pt x="38625" y="37174"/>
                  </a:lnTo>
                  <a:lnTo>
                    <a:pt x="37173" y="39528"/>
                  </a:lnTo>
                  <a:lnTo>
                    <a:pt x="34219" y="38943"/>
                  </a:lnTo>
                  <a:lnTo>
                    <a:pt x="33343" y="40559"/>
                  </a:lnTo>
                  <a:lnTo>
                    <a:pt x="32338" y="43622"/>
                  </a:lnTo>
                  <a:lnTo>
                    <a:pt x="31524" y="45085"/>
                  </a:lnTo>
                  <a:lnTo>
                    <a:pt x="30817" y="44560"/>
                  </a:lnTo>
                  <a:lnTo>
                    <a:pt x="29979" y="43212"/>
                  </a:lnTo>
                  <a:lnTo>
                    <a:pt x="28515" y="39743"/>
                  </a:lnTo>
                  <a:lnTo>
                    <a:pt x="27775" y="39117"/>
                  </a:lnTo>
                  <a:lnTo>
                    <a:pt x="26924" y="38972"/>
                  </a:lnTo>
                  <a:lnTo>
                    <a:pt x="26181" y="39354"/>
                  </a:lnTo>
                  <a:lnTo>
                    <a:pt x="25787" y="40058"/>
                  </a:lnTo>
                  <a:lnTo>
                    <a:pt x="25485" y="45124"/>
                  </a:lnTo>
                  <a:lnTo>
                    <a:pt x="25218" y="49589"/>
                  </a:lnTo>
                  <a:lnTo>
                    <a:pt x="25202" y="52266"/>
                  </a:lnTo>
                  <a:lnTo>
                    <a:pt x="26831" y="54745"/>
                  </a:lnTo>
                  <a:lnTo>
                    <a:pt x="28750" y="59010"/>
                  </a:lnTo>
                  <a:lnTo>
                    <a:pt x="29367" y="59500"/>
                  </a:lnTo>
                  <a:lnTo>
                    <a:pt x="29672" y="60897"/>
                  </a:lnTo>
                  <a:lnTo>
                    <a:pt x="30121" y="64494"/>
                  </a:lnTo>
                  <a:lnTo>
                    <a:pt x="30626" y="68538"/>
                  </a:lnTo>
                  <a:lnTo>
                    <a:pt x="31601" y="71216"/>
                  </a:lnTo>
                  <a:lnTo>
                    <a:pt x="32480" y="73133"/>
                  </a:lnTo>
                  <a:lnTo>
                    <a:pt x="33554" y="74819"/>
                  </a:lnTo>
                  <a:lnTo>
                    <a:pt x="34899" y="77460"/>
                  </a:lnTo>
                  <a:lnTo>
                    <a:pt x="36002" y="80361"/>
                  </a:lnTo>
                  <a:lnTo>
                    <a:pt x="36295" y="81431"/>
                  </a:lnTo>
                  <a:lnTo>
                    <a:pt x="38434" y="85266"/>
                  </a:lnTo>
                  <a:lnTo>
                    <a:pt x="40509" y="89180"/>
                  </a:lnTo>
                  <a:lnTo>
                    <a:pt x="42365" y="90550"/>
                  </a:lnTo>
                  <a:lnTo>
                    <a:pt x="42658" y="91273"/>
                  </a:lnTo>
                  <a:lnTo>
                    <a:pt x="42675" y="94284"/>
                  </a:lnTo>
                  <a:lnTo>
                    <a:pt x="42876" y="95413"/>
                  </a:lnTo>
                  <a:lnTo>
                    <a:pt x="44116" y="98566"/>
                  </a:lnTo>
                  <a:lnTo>
                    <a:pt x="46643" y="103180"/>
                  </a:lnTo>
                  <a:lnTo>
                    <a:pt x="46935" y="104249"/>
                  </a:lnTo>
                  <a:lnTo>
                    <a:pt x="47018" y="105033"/>
                  </a:lnTo>
                  <a:lnTo>
                    <a:pt x="46855" y="105633"/>
                  </a:lnTo>
                  <a:lnTo>
                    <a:pt x="46193" y="106265"/>
                  </a:lnTo>
                  <a:lnTo>
                    <a:pt x="45650" y="105559"/>
                  </a:lnTo>
                  <a:lnTo>
                    <a:pt x="43294" y="101049"/>
                  </a:lnTo>
                  <a:lnTo>
                    <a:pt x="41018" y="98205"/>
                  </a:lnTo>
                  <a:lnTo>
                    <a:pt x="38448" y="92848"/>
                  </a:lnTo>
                  <a:lnTo>
                    <a:pt x="35010" y="90732"/>
                  </a:lnTo>
                  <a:lnTo>
                    <a:pt x="32666" y="88388"/>
                  </a:lnTo>
                  <a:lnTo>
                    <a:pt x="31247" y="88746"/>
                  </a:lnTo>
                  <a:lnTo>
                    <a:pt x="29681" y="89483"/>
                  </a:lnTo>
                  <a:lnTo>
                    <a:pt x="28715" y="89506"/>
                  </a:lnTo>
                  <a:lnTo>
                    <a:pt x="28029" y="89085"/>
                  </a:lnTo>
                  <a:lnTo>
                    <a:pt x="27541" y="87632"/>
                  </a:lnTo>
                  <a:lnTo>
                    <a:pt x="27615" y="86508"/>
                  </a:lnTo>
                  <a:lnTo>
                    <a:pt x="27529" y="85041"/>
                  </a:lnTo>
                  <a:lnTo>
                    <a:pt x="26156" y="82698"/>
                  </a:lnTo>
                  <a:lnTo>
                    <a:pt x="24283" y="80472"/>
                  </a:lnTo>
                  <a:lnTo>
                    <a:pt x="22509" y="77590"/>
                  </a:lnTo>
                  <a:lnTo>
                    <a:pt x="18948" y="69809"/>
                  </a:lnTo>
                  <a:lnTo>
                    <a:pt x="18234" y="67307"/>
                  </a:lnTo>
                  <a:lnTo>
                    <a:pt x="18935" y="66831"/>
                  </a:lnTo>
                  <a:lnTo>
                    <a:pt x="19465" y="66874"/>
                  </a:lnTo>
                  <a:lnTo>
                    <a:pt x="20066" y="66361"/>
                  </a:lnTo>
                  <a:lnTo>
                    <a:pt x="21036" y="66348"/>
                  </a:lnTo>
                  <a:lnTo>
                    <a:pt x="22186" y="66859"/>
                  </a:lnTo>
                  <a:lnTo>
                    <a:pt x="21168" y="65195"/>
                  </a:lnTo>
                  <a:lnTo>
                    <a:pt x="19901" y="63563"/>
                  </a:lnTo>
                  <a:lnTo>
                    <a:pt x="16626" y="57079"/>
                  </a:lnTo>
                  <a:lnTo>
                    <a:pt x="15648" y="54016"/>
                  </a:lnTo>
                  <a:lnTo>
                    <a:pt x="15535" y="50716"/>
                  </a:lnTo>
                  <a:lnTo>
                    <a:pt x="15776" y="46192"/>
                  </a:lnTo>
                  <a:lnTo>
                    <a:pt x="15186" y="42952"/>
                  </a:lnTo>
                  <a:lnTo>
                    <a:pt x="12659" y="38760"/>
                  </a:lnTo>
                  <a:lnTo>
                    <a:pt x="11733" y="36549"/>
                  </a:lnTo>
                  <a:lnTo>
                    <a:pt x="9867" y="35236"/>
                  </a:lnTo>
                  <a:lnTo>
                    <a:pt x="9033" y="35365"/>
                  </a:lnTo>
                  <a:lnTo>
                    <a:pt x="8532" y="36998"/>
                  </a:lnTo>
                  <a:lnTo>
                    <a:pt x="8166" y="40628"/>
                  </a:lnTo>
                  <a:lnTo>
                    <a:pt x="6511" y="45417"/>
                  </a:lnTo>
                  <a:lnTo>
                    <a:pt x="5959" y="47497"/>
                  </a:lnTo>
                  <a:lnTo>
                    <a:pt x="5094" y="50203"/>
                  </a:lnTo>
                  <a:lnTo>
                    <a:pt x="4344" y="50389"/>
                  </a:lnTo>
                  <a:lnTo>
                    <a:pt x="3901" y="50151"/>
                  </a:lnTo>
                  <a:lnTo>
                    <a:pt x="2558" y="45597"/>
                  </a:lnTo>
                  <a:lnTo>
                    <a:pt x="1273" y="42149"/>
                  </a:lnTo>
                  <a:lnTo>
                    <a:pt x="1093" y="40517"/>
                  </a:lnTo>
                  <a:lnTo>
                    <a:pt x="978" y="38508"/>
                  </a:lnTo>
                  <a:lnTo>
                    <a:pt x="0" y="31110"/>
                  </a:lnTo>
                  <a:lnTo>
                    <a:pt x="689" y="30072"/>
                  </a:lnTo>
                  <a:lnTo>
                    <a:pt x="1113" y="31258"/>
                  </a:lnTo>
                  <a:lnTo>
                    <a:pt x="4105" y="32688"/>
                  </a:lnTo>
                  <a:lnTo>
                    <a:pt x="4751" y="32055"/>
                  </a:lnTo>
                  <a:lnTo>
                    <a:pt x="5143" y="31085"/>
                  </a:lnTo>
                  <a:lnTo>
                    <a:pt x="5145" y="30472"/>
                  </a:lnTo>
                  <a:lnTo>
                    <a:pt x="5400" y="30293"/>
                  </a:lnTo>
                  <a:lnTo>
                    <a:pt x="6453" y="31227"/>
                  </a:lnTo>
                  <a:lnTo>
                    <a:pt x="7313" y="31010"/>
                  </a:lnTo>
                  <a:lnTo>
                    <a:pt x="8696" y="30967"/>
                  </a:lnTo>
                  <a:lnTo>
                    <a:pt x="9683" y="31120"/>
                  </a:lnTo>
                  <a:lnTo>
                    <a:pt x="10335" y="30401"/>
                  </a:lnTo>
                  <a:lnTo>
                    <a:pt x="11219" y="27758"/>
                  </a:lnTo>
                  <a:lnTo>
                    <a:pt x="11546" y="26279"/>
                  </a:lnTo>
                  <a:lnTo>
                    <a:pt x="11942" y="25926"/>
                  </a:lnTo>
                  <a:lnTo>
                    <a:pt x="12202" y="26102"/>
                  </a:lnTo>
                  <a:lnTo>
                    <a:pt x="12393" y="27318"/>
                  </a:lnTo>
                  <a:lnTo>
                    <a:pt x="12858" y="28459"/>
                  </a:lnTo>
                  <a:lnTo>
                    <a:pt x="13812" y="30320"/>
                  </a:lnTo>
                  <a:lnTo>
                    <a:pt x="14488" y="31215"/>
                  </a:lnTo>
                  <a:lnTo>
                    <a:pt x="15101" y="31537"/>
                  </a:lnTo>
                  <a:lnTo>
                    <a:pt x="15702" y="30788"/>
                  </a:lnTo>
                  <a:lnTo>
                    <a:pt x="16322" y="30574"/>
                  </a:lnTo>
                  <a:lnTo>
                    <a:pt x="18092" y="32026"/>
                  </a:lnTo>
                  <a:lnTo>
                    <a:pt x="19587" y="32303"/>
                  </a:lnTo>
                  <a:lnTo>
                    <a:pt x="20692" y="31545"/>
                  </a:lnTo>
                  <a:lnTo>
                    <a:pt x="20547" y="30504"/>
                  </a:lnTo>
                  <a:lnTo>
                    <a:pt x="20144" y="29344"/>
                  </a:lnTo>
                  <a:lnTo>
                    <a:pt x="20058" y="28217"/>
                  </a:lnTo>
                  <a:lnTo>
                    <a:pt x="20132" y="27243"/>
                  </a:lnTo>
                  <a:lnTo>
                    <a:pt x="20891" y="26272"/>
                  </a:lnTo>
                  <a:lnTo>
                    <a:pt x="20854" y="25846"/>
                  </a:lnTo>
                  <a:lnTo>
                    <a:pt x="19937" y="24138"/>
                  </a:lnTo>
                  <a:lnTo>
                    <a:pt x="19984" y="23698"/>
                  </a:lnTo>
                  <a:lnTo>
                    <a:pt x="21994" y="21777"/>
                  </a:lnTo>
                  <a:lnTo>
                    <a:pt x="23932" y="20701"/>
                  </a:lnTo>
                  <a:lnTo>
                    <a:pt x="24243" y="19870"/>
                  </a:lnTo>
                  <a:lnTo>
                    <a:pt x="24424" y="18621"/>
                  </a:lnTo>
                  <a:lnTo>
                    <a:pt x="24509" y="16279"/>
                  </a:lnTo>
                  <a:lnTo>
                    <a:pt x="24403" y="14364"/>
                  </a:lnTo>
                  <a:lnTo>
                    <a:pt x="23615" y="12569"/>
                  </a:lnTo>
                  <a:lnTo>
                    <a:pt x="23567" y="11660"/>
                  </a:lnTo>
                  <a:lnTo>
                    <a:pt x="23753" y="10717"/>
                  </a:lnTo>
                  <a:lnTo>
                    <a:pt x="24059" y="9865"/>
                  </a:lnTo>
                  <a:lnTo>
                    <a:pt x="24834" y="9496"/>
                  </a:lnTo>
                  <a:lnTo>
                    <a:pt x="25743" y="8883"/>
                  </a:lnTo>
                  <a:lnTo>
                    <a:pt x="26462" y="8177"/>
                  </a:lnTo>
                  <a:lnTo>
                    <a:pt x="27436" y="7593"/>
                  </a:lnTo>
                  <a:lnTo>
                    <a:pt x="28201" y="6774"/>
                  </a:lnTo>
                  <a:lnTo>
                    <a:pt x="28948" y="4824"/>
                  </a:lnTo>
                  <a:lnTo>
                    <a:pt x="29402" y="4503"/>
                  </a:lnTo>
                  <a:lnTo>
                    <a:pt x="30776" y="4780"/>
                  </a:lnTo>
                  <a:lnTo>
                    <a:pt x="31070" y="4299"/>
                  </a:lnTo>
                  <a:lnTo>
                    <a:pt x="30881" y="1500"/>
                  </a:lnTo>
                  <a:lnTo>
                    <a:pt x="31127" y="789"/>
                  </a:lnTo>
                  <a:lnTo>
                    <a:pt x="31613" y="390"/>
                  </a:lnTo>
                  <a:lnTo>
                    <a:pt x="31840" y="0"/>
                  </a:lnTo>
                  <a:lnTo>
                    <a:pt x="33049" y="301"/>
                  </a:lnTo>
                  <a:lnTo>
                    <a:pt x="34055" y="1025"/>
                  </a:lnTo>
                  <a:lnTo>
                    <a:pt x="34665" y="1465"/>
                  </a:lnTo>
                  <a:lnTo>
                    <a:pt x="36687" y="3493"/>
                  </a:lnTo>
                  <a:lnTo>
                    <a:pt x="38089" y="5771"/>
                  </a:lnTo>
                  <a:lnTo>
                    <a:pt x="38866" y="8301"/>
                  </a:lnTo>
                  <a:lnTo>
                    <a:pt x="39920" y="10262"/>
                  </a:lnTo>
                  <a:lnTo>
                    <a:pt x="41247" y="11650"/>
                  </a:lnTo>
                  <a:lnTo>
                    <a:pt x="42299" y="13533"/>
                  </a:lnTo>
                  <a:lnTo>
                    <a:pt x="43076" y="15911"/>
                  </a:lnTo>
                  <a:lnTo>
                    <a:pt x="44163" y="17243"/>
                  </a:lnTo>
                  <a:lnTo>
                    <a:pt x="45558" y="17531"/>
                  </a:lnTo>
                  <a:lnTo>
                    <a:pt x="46442" y="18345"/>
                  </a:lnTo>
                  <a:lnTo>
                    <a:pt x="46812" y="19687"/>
                  </a:lnTo>
                  <a:lnTo>
                    <a:pt x="47570" y="20902"/>
                  </a:lnTo>
                  <a:lnTo>
                    <a:pt x="48714" y="21990"/>
                  </a:lnTo>
                  <a:lnTo>
                    <a:pt x="50494" y="22585"/>
                  </a:lnTo>
                  <a:lnTo>
                    <a:pt x="53901" y="22727"/>
                  </a:lnTo>
                  <a:lnTo>
                    <a:pt x="54204" y="22757"/>
                  </a:lnTo>
                  <a:lnTo>
                    <a:pt x="54973" y="23095"/>
                  </a:lnTo>
                  <a:lnTo>
                    <a:pt x="55870" y="22672"/>
                  </a:lnTo>
                  <a:lnTo>
                    <a:pt x="56963" y="21821"/>
                  </a:lnTo>
                  <a:lnTo>
                    <a:pt x="57316" y="21314"/>
                  </a:lnTo>
                  <a:lnTo>
                    <a:pt x="58467" y="18531"/>
                  </a:lnTo>
                  <a:lnTo>
                    <a:pt x="59100" y="18771"/>
                  </a:lnTo>
                  <a:lnTo>
                    <a:pt x="60363" y="184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1"/>
            <p:cNvSpPr/>
            <p:nvPr/>
          </p:nvSpPr>
          <p:spPr>
            <a:xfrm>
              <a:off x="2336424" y="3073605"/>
              <a:ext cx="5458" cy="7687"/>
            </a:xfrm>
            <a:custGeom>
              <a:avLst/>
              <a:pathLst>
                <a:path w="5458" h="7687">
                  <a:moveTo>
                    <a:pt x="5458" y="5602"/>
                  </a:moveTo>
                  <a:lnTo>
                    <a:pt x="5258" y="7687"/>
                  </a:lnTo>
                  <a:lnTo>
                    <a:pt x="2353" y="5211"/>
                  </a:lnTo>
                  <a:lnTo>
                    <a:pt x="0" y="2084"/>
                  </a:lnTo>
                  <a:lnTo>
                    <a:pt x="100" y="390"/>
                  </a:lnTo>
                  <a:lnTo>
                    <a:pt x="1301" y="0"/>
                  </a:lnTo>
                  <a:lnTo>
                    <a:pt x="2454" y="1041"/>
                  </a:lnTo>
                  <a:lnTo>
                    <a:pt x="4156" y="31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2"/>
            <p:cNvSpPr/>
            <p:nvPr/>
          </p:nvSpPr>
          <p:spPr>
            <a:xfrm>
              <a:off x="2322878" y="3045214"/>
              <a:ext cx="32167" cy="55815"/>
            </a:xfrm>
            <a:custGeom>
              <a:avLst/>
              <a:pathLst>
                <a:path w="32167" h="55815">
                  <a:moveTo>
                    <a:pt x="30646" y="6202"/>
                  </a:moveTo>
                  <a:lnTo>
                    <a:pt x="30894" y="7088"/>
                  </a:lnTo>
                  <a:lnTo>
                    <a:pt x="31416" y="13046"/>
                  </a:lnTo>
                  <a:lnTo>
                    <a:pt x="31468" y="14954"/>
                  </a:lnTo>
                  <a:lnTo>
                    <a:pt x="30943" y="17836"/>
                  </a:lnTo>
                  <a:lnTo>
                    <a:pt x="31019" y="18977"/>
                  </a:lnTo>
                  <a:lnTo>
                    <a:pt x="32146" y="21633"/>
                  </a:lnTo>
                  <a:lnTo>
                    <a:pt x="32167" y="22591"/>
                  </a:lnTo>
                  <a:lnTo>
                    <a:pt x="32034" y="23559"/>
                  </a:lnTo>
                  <a:lnTo>
                    <a:pt x="31069" y="26079"/>
                  </a:lnTo>
                  <a:lnTo>
                    <a:pt x="30330" y="27807"/>
                  </a:lnTo>
                  <a:lnTo>
                    <a:pt x="30566" y="29787"/>
                  </a:lnTo>
                  <a:lnTo>
                    <a:pt x="31164" y="31667"/>
                  </a:lnTo>
                  <a:lnTo>
                    <a:pt x="31239" y="33238"/>
                  </a:lnTo>
                  <a:lnTo>
                    <a:pt x="31056" y="35316"/>
                  </a:lnTo>
                  <a:lnTo>
                    <a:pt x="30136" y="37898"/>
                  </a:lnTo>
                  <a:lnTo>
                    <a:pt x="29656" y="38824"/>
                  </a:lnTo>
                  <a:lnTo>
                    <a:pt x="28289" y="38937"/>
                  </a:lnTo>
                  <a:lnTo>
                    <a:pt x="28135" y="39305"/>
                  </a:lnTo>
                  <a:lnTo>
                    <a:pt x="28817" y="41826"/>
                  </a:lnTo>
                  <a:lnTo>
                    <a:pt x="29587" y="44674"/>
                  </a:lnTo>
                  <a:lnTo>
                    <a:pt x="30843" y="46887"/>
                  </a:lnTo>
                  <a:lnTo>
                    <a:pt x="31123" y="48970"/>
                  </a:lnTo>
                  <a:lnTo>
                    <a:pt x="30822" y="50946"/>
                  </a:lnTo>
                  <a:lnTo>
                    <a:pt x="30771" y="55815"/>
                  </a:lnTo>
                  <a:lnTo>
                    <a:pt x="29810" y="53452"/>
                  </a:lnTo>
                  <a:lnTo>
                    <a:pt x="28752" y="51474"/>
                  </a:lnTo>
                  <a:lnTo>
                    <a:pt x="28116" y="50708"/>
                  </a:lnTo>
                  <a:lnTo>
                    <a:pt x="27460" y="50218"/>
                  </a:lnTo>
                  <a:lnTo>
                    <a:pt x="22422" y="50474"/>
                  </a:lnTo>
                  <a:lnTo>
                    <a:pt x="21858" y="50814"/>
                  </a:lnTo>
                  <a:lnTo>
                    <a:pt x="21419" y="51449"/>
                  </a:lnTo>
                  <a:lnTo>
                    <a:pt x="20948" y="51765"/>
                  </a:lnTo>
                  <a:lnTo>
                    <a:pt x="19563" y="52358"/>
                  </a:lnTo>
                  <a:lnTo>
                    <a:pt x="18185" y="52488"/>
                  </a:lnTo>
                  <a:lnTo>
                    <a:pt x="14967" y="50897"/>
                  </a:lnTo>
                  <a:lnTo>
                    <a:pt x="13693" y="50071"/>
                  </a:lnTo>
                  <a:lnTo>
                    <a:pt x="12411" y="49550"/>
                  </a:lnTo>
                  <a:lnTo>
                    <a:pt x="10938" y="49722"/>
                  </a:lnTo>
                  <a:lnTo>
                    <a:pt x="9471" y="50204"/>
                  </a:lnTo>
                  <a:lnTo>
                    <a:pt x="8298" y="51351"/>
                  </a:lnTo>
                  <a:lnTo>
                    <a:pt x="7419" y="53374"/>
                  </a:lnTo>
                  <a:lnTo>
                    <a:pt x="7255" y="55252"/>
                  </a:lnTo>
                  <a:lnTo>
                    <a:pt x="6735" y="55734"/>
                  </a:lnTo>
                  <a:lnTo>
                    <a:pt x="5549" y="52742"/>
                  </a:lnTo>
                  <a:lnTo>
                    <a:pt x="4459" y="50615"/>
                  </a:lnTo>
                  <a:lnTo>
                    <a:pt x="3219" y="49018"/>
                  </a:lnTo>
                  <a:lnTo>
                    <a:pt x="670" y="46743"/>
                  </a:lnTo>
                  <a:lnTo>
                    <a:pt x="206" y="45358"/>
                  </a:lnTo>
                  <a:lnTo>
                    <a:pt x="0" y="43675"/>
                  </a:lnTo>
                  <a:lnTo>
                    <a:pt x="1029" y="38513"/>
                  </a:lnTo>
                  <a:lnTo>
                    <a:pt x="2198" y="37568"/>
                  </a:lnTo>
                  <a:lnTo>
                    <a:pt x="2843" y="37390"/>
                  </a:lnTo>
                  <a:lnTo>
                    <a:pt x="4289" y="38028"/>
                  </a:lnTo>
                  <a:lnTo>
                    <a:pt x="5702" y="39201"/>
                  </a:lnTo>
                  <a:lnTo>
                    <a:pt x="6990" y="39969"/>
                  </a:lnTo>
                  <a:lnTo>
                    <a:pt x="8983" y="40267"/>
                  </a:lnTo>
                  <a:lnTo>
                    <a:pt x="10066" y="41537"/>
                  </a:lnTo>
                  <a:lnTo>
                    <a:pt x="17724" y="43506"/>
                  </a:lnTo>
                  <a:lnTo>
                    <a:pt x="19176" y="44124"/>
                  </a:lnTo>
                  <a:lnTo>
                    <a:pt x="19743" y="43908"/>
                  </a:lnTo>
                  <a:lnTo>
                    <a:pt x="20236" y="43137"/>
                  </a:lnTo>
                  <a:lnTo>
                    <a:pt x="20648" y="41745"/>
                  </a:lnTo>
                  <a:lnTo>
                    <a:pt x="21121" y="40697"/>
                  </a:lnTo>
                  <a:lnTo>
                    <a:pt x="23392" y="40464"/>
                  </a:lnTo>
                  <a:lnTo>
                    <a:pt x="23869" y="39997"/>
                  </a:lnTo>
                  <a:lnTo>
                    <a:pt x="24202" y="38542"/>
                  </a:lnTo>
                  <a:lnTo>
                    <a:pt x="24192" y="37028"/>
                  </a:lnTo>
                  <a:lnTo>
                    <a:pt x="22857" y="35001"/>
                  </a:lnTo>
                  <a:lnTo>
                    <a:pt x="20769" y="30551"/>
                  </a:lnTo>
                  <a:lnTo>
                    <a:pt x="18929" y="25308"/>
                  </a:lnTo>
                  <a:lnTo>
                    <a:pt x="19723" y="23542"/>
                  </a:lnTo>
                  <a:lnTo>
                    <a:pt x="19419" y="20313"/>
                  </a:lnTo>
                  <a:lnTo>
                    <a:pt x="19716" y="17322"/>
                  </a:lnTo>
                  <a:lnTo>
                    <a:pt x="20154" y="14390"/>
                  </a:lnTo>
                  <a:lnTo>
                    <a:pt x="18335" y="11878"/>
                  </a:lnTo>
                  <a:lnTo>
                    <a:pt x="16185" y="9376"/>
                  </a:lnTo>
                  <a:lnTo>
                    <a:pt x="13201" y="8592"/>
                  </a:lnTo>
                  <a:lnTo>
                    <a:pt x="12284" y="7960"/>
                  </a:lnTo>
                  <a:lnTo>
                    <a:pt x="11806" y="6085"/>
                  </a:lnTo>
                  <a:lnTo>
                    <a:pt x="12236" y="3565"/>
                  </a:lnTo>
                  <a:lnTo>
                    <a:pt x="13204" y="2171"/>
                  </a:lnTo>
                  <a:lnTo>
                    <a:pt x="14311" y="1311"/>
                  </a:lnTo>
                  <a:lnTo>
                    <a:pt x="15447" y="717"/>
                  </a:lnTo>
                  <a:lnTo>
                    <a:pt x="18187" y="0"/>
                  </a:lnTo>
                  <a:lnTo>
                    <a:pt x="20906" y="803"/>
                  </a:lnTo>
                  <a:lnTo>
                    <a:pt x="23258" y="3392"/>
                  </a:lnTo>
                  <a:lnTo>
                    <a:pt x="25644" y="5420"/>
                  </a:lnTo>
                  <a:lnTo>
                    <a:pt x="28659" y="6098"/>
                  </a:lnTo>
                  <a:lnTo>
                    <a:pt x="30017" y="68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3"/>
            <p:cNvSpPr/>
            <p:nvPr/>
          </p:nvSpPr>
          <p:spPr>
            <a:xfrm>
              <a:off x="2340113" y="3040322"/>
              <a:ext cx="3825" cy="3185"/>
            </a:xfrm>
            <a:custGeom>
              <a:avLst/>
              <a:pathLst>
                <a:path w="3825" h="3185">
                  <a:moveTo>
                    <a:pt x="3364" y="1659"/>
                  </a:moveTo>
                  <a:lnTo>
                    <a:pt x="3825" y="2348"/>
                  </a:lnTo>
                  <a:lnTo>
                    <a:pt x="3650" y="3185"/>
                  </a:lnTo>
                  <a:lnTo>
                    <a:pt x="2504" y="2666"/>
                  </a:lnTo>
                  <a:lnTo>
                    <a:pt x="1318" y="1719"/>
                  </a:lnTo>
                  <a:lnTo>
                    <a:pt x="930" y="1956"/>
                  </a:lnTo>
                  <a:lnTo>
                    <a:pt x="693" y="1838"/>
                  </a:lnTo>
                  <a:lnTo>
                    <a:pt x="0" y="927"/>
                  </a:lnTo>
                  <a:lnTo>
                    <a:pt x="608" y="230"/>
                  </a:lnTo>
                  <a:lnTo>
                    <a:pt x="1236" y="0"/>
                  </a:lnTo>
                  <a:lnTo>
                    <a:pt x="1922" y="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4"/>
            <p:cNvSpPr/>
            <p:nvPr/>
          </p:nvSpPr>
          <p:spPr>
            <a:xfrm>
              <a:off x="3351356" y="2199361"/>
              <a:ext cx="77030" cy="82750"/>
            </a:xfrm>
            <a:custGeom>
              <a:avLst/>
              <a:pathLst>
                <a:path w="77030" h="82750">
                  <a:moveTo>
                    <a:pt x="68572" y="4377"/>
                  </a:moveTo>
                  <a:lnTo>
                    <a:pt x="69700" y="4175"/>
                  </a:lnTo>
                  <a:lnTo>
                    <a:pt x="69956" y="4316"/>
                  </a:lnTo>
                  <a:lnTo>
                    <a:pt x="70166" y="5775"/>
                  </a:lnTo>
                  <a:lnTo>
                    <a:pt x="70427" y="6683"/>
                  </a:lnTo>
                  <a:lnTo>
                    <a:pt x="70672" y="7885"/>
                  </a:lnTo>
                  <a:lnTo>
                    <a:pt x="71052" y="8788"/>
                  </a:lnTo>
                  <a:lnTo>
                    <a:pt x="71888" y="9164"/>
                  </a:lnTo>
                  <a:lnTo>
                    <a:pt x="72982" y="10285"/>
                  </a:lnTo>
                  <a:lnTo>
                    <a:pt x="73689" y="12393"/>
                  </a:lnTo>
                  <a:lnTo>
                    <a:pt x="74832" y="13292"/>
                  </a:lnTo>
                  <a:lnTo>
                    <a:pt x="75042" y="13191"/>
                  </a:lnTo>
                  <a:lnTo>
                    <a:pt x="75809" y="13115"/>
                  </a:lnTo>
                  <a:lnTo>
                    <a:pt x="75958" y="13540"/>
                  </a:lnTo>
                  <a:lnTo>
                    <a:pt x="76571" y="14572"/>
                  </a:lnTo>
                  <a:lnTo>
                    <a:pt x="76810" y="15481"/>
                  </a:lnTo>
                  <a:lnTo>
                    <a:pt x="76688" y="16440"/>
                  </a:lnTo>
                  <a:lnTo>
                    <a:pt x="76796" y="17527"/>
                  </a:lnTo>
                  <a:lnTo>
                    <a:pt x="77030" y="17912"/>
                  </a:lnTo>
                  <a:lnTo>
                    <a:pt x="76748" y="18642"/>
                  </a:lnTo>
                  <a:lnTo>
                    <a:pt x="74760" y="22293"/>
                  </a:lnTo>
                  <a:lnTo>
                    <a:pt x="73984" y="23259"/>
                  </a:lnTo>
                  <a:lnTo>
                    <a:pt x="73467" y="23458"/>
                  </a:lnTo>
                  <a:lnTo>
                    <a:pt x="72656" y="23075"/>
                  </a:lnTo>
                  <a:lnTo>
                    <a:pt x="71816" y="23368"/>
                  </a:lnTo>
                  <a:lnTo>
                    <a:pt x="71066" y="24148"/>
                  </a:lnTo>
                  <a:lnTo>
                    <a:pt x="70376" y="24396"/>
                  </a:lnTo>
                  <a:lnTo>
                    <a:pt x="69853" y="25325"/>
                  </a:lnTo>
                  <a:lnTo>
                    <a:pt x="69177" y="27315"/>
                  </a:lnTo>
                  <a:lnTo>
                    <a:pt x="68346" y="29000"/>
                  </a:lnTo>
                  <a:lnTo>
                    <a:pt x="67507" y="30046"/>
                  </a:lnTo>
                  <a:lnTo>
                    <a:pt x="67072" y="30980"/>
                  </a:lnTo>
                  <a:lnTo>
                    <a:pt x="67022" y="34210"/>
                  </a:lnTo>
                  <a:lnTo>
                    <a:pt x="66556" y="35139"/>
                  </a:lnTo>
                  <a:lnTo>
                    <a:pt x="65931" y="36076"/>
                  </a:lnTo>
                  <a:lnTo>
                    <a:pt x="65592" y="36903"/>
                  </a:lnTo>
                  <a:lnTo>
                    <a:pt x="64639" y="41821"/>
                  </a:lnTo>
                  <a:lnTo>
                    <a:pt x="63916" y="43397"/>
                  </a:lnTo>
                  <a:lnTo>
                    <a:pt x="63231" y="44606"/>
                  </a:lnTo>
                  <a:lnTo>
                    <a:pt x="63118" y="45710"/>
                  </a:lnTo>
                  <a:lnTo>
                    <a:pt x="63131" y="46974"/>
                  </a:lnTo>
                  <a:lnTo>
                    <a:pt x="62354" y="49497"/>
                  </a:lnTo>
                  <a:lnTo>
                    <a:pt x="61334" y="52116"/>
                  </a:lnTo>
                  <a:lnTo>
                    <a:pt x="61137" y="53191"/>
                  </a:lnTo>
                  <a:lnTo>
                    <a:pt x="61364" y="54641"/>
                  </a:lnTo>
                  <a:lnTo>
                    <a:pt x="60387" y="56309"/>
                  </a:lnTo>
                  <a:lnTo>
                    <a:pt x="59823" y="57109"/>
                  </a:lnTo>
                  <a:lnTo>
                    <a:pt x="59356" y="57492"/>
                  </a:lnTo>
                  <a:lnTo>
                    <a:pt x="59065" y="58536"/>
                  </a:lnTo>
                  <a:lnTo>
                    <a:pt x="58584" y="61080"/>
                  </a:lnTo>
                  <a:lnTo>
                    <a:pt x="58710" y="62221"/>
                  </a:lnTo>
                  <a:lnTo>
                    <a:pt x="58724" y="63269"/>
                  </a:lnTo>
                  <a:lnTo>
                    <a:pt x="57898" y="63882"/>
                  </a:lnTo>
                  <a:lnTo>
                    <a:pt x="57655" y="65030"/>
                  </a:lnTo>
                  <a:lnTo>
                    <a:pt x="57445" y="66459"/>
                  </a:lnTo>
                  <a:lnTo>
                    <a:pt x="57102" y="67107"/>
                  </a:lnTo>
                  <a:lnTo>
                    <a:pt x="56172" y="68294"/>
                  </a:lnTo>
                  <a:lnTo>
                    <a:pt x="53869" y="67778"/>
                  </a:lnTo>
                  <a:lnTo>
                    <a:pt x="52998" y="68176"/>
                  </a:lnTo>
                  <a:lnTo>
                    <a:pt x="52738" y="69026"/>
                  </a:lnTo>
                  <a:lnTo>
                    <a:pt x="52685" y="69707"/>
                  </a:lnTo>
                  <a:lnTo>
                    <a:pt x="52398" y="70346"/>
                  </a:lnTo>
                  <a:lnTo>
                    <a:pt x="51871" y="71148"/>
                  </a:lnTo>
                  <a:lnTo>
                    <a:pt x="51333" y="71507"/>
                  </a:lnTo>
                  <a:lnTo>
                    <a:pt x="50134" y="70519"/>
                  </a:lnTo>
                  <a:lnTo>
                    <a:pt x="47555" y="71522"/>
                  </a:lnTo>
                  <a:lnTo>
                    <a:pt x="47110" y="72243"/>
                  </a:lnTo>
                  <a:lnTo>
                    <a:pt x="46751" y="71728"/>
                  </a:lnTo>
                  <a:lnTo>
                    <a:pt x="46198" y="71259"/>
                  </a:lnTo>
                  <a:lnTo>
                    <a:pt x="43616" y="70681"/>
                  </a:lnTo>
                  <a:lnTo>
                    <a:pt x="42598" y="71141"/>
                  </a:lnTo>
                  <a:lnTo>
                    <a:pt x="41236" y="70963"/>
                  </a:lnTo>
                  <a:lnTo>
                    <a:pt x="39975" y="70453"/>
                  </a:lnTo>
                  <a:lnTo>
                    <a:pt x="39036" y="70867"/>
                  </a:lnTo>
                  <a:lnTo>
                    <a:pt x="38204" y="72871"/>
                  </a:lnTo>
                  <a:lnTo>
                    <a:pt x="37793" y="73547"/>
                  </a:lnTo>
                  <a:lnTo>
                    <a:pt x="37470" y="73980"/>
                  </a:lnTo>
                  <a:lnTo>
                    <a:pt x="36759" y="74609"/>
                  </a:lnTo>
                  <a:lnTo>
                    <a:pt x="36167" y="75367"/>
                  </a:lnTo>
                  <a:lnTo>
                    <a:pt x="35376" y="75912"/>
                  </a:lnTo>
                  <a:lnTo>
                    <a:pt x="34670" y="75836"/>
                  </a:lnTo>
                  <a:lnTo>
                    <a:pt x="34000" y="74974"/>
                  </a:lnTo>
                  <a:lnTo>
                    <a:pt x="33761" y="75171"/>
                  </a:lnTo>
                  <a:lnTo>
                    <a:pt x="33550" y="75964"/>
                  </a:lnTo>
                  <a:lnTo>
                    <a:pt x="33188" y="76642"/>
                  </a:lnTo>
                  <a:lnTo>
                    <a:pt x="32190" y="77479"/>
                  </a:lnTo>
                  <a:lnTo>
                    <a:pt x="31877" y="77469"/>
                  </a:lnTo>
                  <a:lnTo>
                    <a:pt x="31113" y="78087"/>
                  </a:lnTo>
                  <a:lnTo>
                    <a:pt x="29850" y="78426"/>
                  </a:lnTo>
                  <a:lnTo>
                    <a:pt x="29217" y="78186"/>
                  </a:lnTo>
                  <a:lnTo>
                    <a:pt x="28065" y="80969"/>
                  </a:lnTo>
                  <a:lnTo>
                    <a:pt x="27713" y="81476"/>
                  </a:lnTo>
                  <a:lnTo>
                    <a:pt x="26619" y="82327"/>
                  </a:lnTo>
                  <a:lnTo>
                    <a:pt x="25722" y="82750"/>
                  </a:lnTo>
                  <a:lnTo>
                    <a:pt x="24954" y="82412"/>
                  </a:lnTo>
                  <a:lnTo>
                    <a:pt x="24651" y="82382"/>
                  </a:lnTo>
                  <a:lnTo>
                    <a:pt x="21243" y="82240"/>
                  </a:lnTo>
                  <a:lnTo>
                    <a:pt x="19463" y="81645"/>
                  </a:lnTo>
                  <a:lnTo>
                    <a:pt x="18320" y="80557"/>
                  </a:lnTo>
                  <a:lnTo>
                    <a:pt x="17562" y="79342"/>
                  </a:lnTo>
                  <a:lnTo>
                    <a:pt x="17191" y="78000"/>
                  </a:lnTo>
                  <a:lnTo>
                    <a:pt x="16307" y="77186"/>
                  </a:lnTo>
                  <a:lnTo>
                    <a:pt x="14912" y="76898"/>
                  </a:lnTo>
                  <a:lnTo>
                    <a:pt x="13826" y="75566"/>
                  </a:lnTo>
                  <a:lnTo>
                    <a:pt x="13048" y="73188"/>
                  </a:lnTo>
                  <a:lnTo>
                    <a:pt x="11997" y="71305"/>
                  </a:lnTo>
                  <a:lnTo>
                    <a:pt x="10670" y="69917"/>
                  </a:lnTo>
                  <a:lnTo>
                    <a:pt x="9616" y="67957"/>
                  </a:lnTo>
                  <a:lnTo>
                    <a:pt x="8839" y="65426"/>
                  </a:lnTo>
                  <a:lnTo>
                    <a:pt x="7437" y="63148"/>
                  </a:lnTo>
                  <a:lnTo>
                    <a:pt x="5414" y="61120"/>
                  </a:lnTo>
                  <a:lnTo>
                    <a:pt x="4804" y="60680"/>
                  </a:lnTo>
                  <a:lnTo>
                    <a:pt x="4685" y="60025"/>
                  </a:lnTo>
                  <a:lnTo>
                    <a:pt x="3694" y="57509"/>
                  </a:lnTo>
                  <a:lnTo>
                    <a:pt x="3272" y="56580"/>
                  </a:lnTo>
                  <a:lnTo>
                    <a:pt x="3310" y="55335"/>
                  </a:lnTo>
                  <a:lnTo>
                    <a:pt x="3112" y="54626"/>
                  </a:lnTo>
                  <a:lnTo>
                    <a:pt x="2752" y="54128"/>
                  </a:lnTo>
                  <a:lnTo>
                    <a:pt x="2559" y="52329"/>
                  </a:lnTo>
                  <a:lnTo>
                    <a:pt x="2446" y="50986"/>
                  </a:lnTo>
                  <a:lnTo>
                    <a:pt x="2163" y="50120"/>
                  </a:lnTo>
                  <a:lnTo>
                    <a:pt x="0" y="49943"/>
                  </a:lnTo>
                  <a:lnTo>
                    <a:pt x="1810" y="46733"/>
                  </a:lnTo>
                  <a:lnTo>
                    <a:pt x="2711" y="45838"/>
                  </a:lnTo>
                  <a:lnTo>
                    <a:pt x="3757" y="45992"/>
                  </a:lnTo>
                  <a:lnTo>
                    <a:pt x="4091" y="45702"/>
                  </a:lnTo>
                  <a:lnTo>
                    <a:pt x="4180" y="45239"/>
                  </a:lnTo>
                  <a:lnTo>
                    <a:pt x="4359" y="44193"/>
                  </a:lnTo>
                  <a:lnTo>
                    <a:pt x="4447" y="43206"/>
                  </a:lnTo>
                  <a:lnTo>
                    <a:pt x="4537" y="42279"/>
                  </a:lnTo>
                  <a:lnTo>
                    <a:pt x="4425" y="41755"/>
                  </a:lnTo>
                  <a:lnTo>
                    <a:pt x="3921" y="41592"/>
                  </a:lnTo>
                  <a:lnTo>
                    <a:pt x="3677" y="39301"/>
                  </a:lnTo>
                  <a:lnTo>
                    <a:pt x="3936" y="38435"/>
                  </a:lnTo>
                  <a:lnTo>
                    <a:pt x="4196" y="37832"/>
                  </a:lnTo>
                  <a:lnTo>
                    <a:pt x="3875" y="35046"/>
                  </a:lnTo>
                  <a:lnTo>
                    <a:pt x="3972" y="34098"/>
                  </a:lnTo>
                  <a:lnTo>
                    <a:pt x="4788" y="33949"/>
                  </a:lnTo>
                  <a:lnTo>
                    <a:pt x="5465" y="33355"/>
                  </a:lnTo>
                  <a:lnTo>
                    <a:pt x="6018" y="32678"/>
                  </a:lnTo>
                  <a:lnTo>
                    <a:pt x="6172" y="31820"/>
                  </a:lnTo>
                  <a:lnTo>
                    <a:pt x="6625" y="30064"/>
                  </a:lnTo>
                  <a:lnTo>
                    <a:pt x="6207" y="27911"/>
                  </a:lnTo>
                  <a:lnTo>
                    <a:pt x="3850" y="26510"/>
                  </a:lnTo>
                  <a:lnTo>
                    <a:pt x="3727" y="25973"/>
                  </a:lnTo>
                  <a:lnTo>
                    <a:pt x="4276" y="25364"/>
                  </a:lnTo>
                  <a:lnTo>
                    <a:pt x="4860" y="24496"/>
                  </a:lnTo>
                  <a:lnTo>
                    <a:pt x="5199" y="23819"/>
                  </a:lnTo>
                  <a:lnTo>
                    <a:pt x="5653" y="23725"/>
                  </a:lnTo>
                  <a:lnTo>
                    <a:pt x="6295" y="24066"/>
                  </a:lnTo>
                  <a:lnTo>
                    <a:pt x="7432" y="25624"/>
                  </a:lnTo>
                  <a:lnTo>
                    <a:pt x="7867" y="25849"/>
                  </a:lnTo>
                  <a:lnTo>
                    <a:pt x="8289" y="25396"/>
                  </a:lnTo>
                  <a:lnTo>
                    <a:pt x="8739" y="25299"/>
                  </a:lnTo>
                  <a:lnTo>
                    <a:pt x="9996" y="25357"/>
                  </a:lnTo>
                  <a:lnTo>
                    <a:pt x="11054" y="24995"/>
                  </a:lnTo>
                  <a:lnTo>
                    <a:pt x="10816" y="23334"/>
                  </a:lnTo>
                  <a:lnTo>
                    <a:pt x="10819" y="22129"/>
                  </a:lnTo>
                  <a:lnTo>
                    <a:pt x="10640" y="21167"/>
                  </a:lnTo>
                  <a:lnTo>
                    <a:pt x="10752" y="20108"/>
                  </a:lnTo>
                  <a:lnTo>
                    <a:pt x="11181" y="19283"/>
                  </a:lnTo>
                  <a:lnTo>
                    <a:pt x="11309" y="17429"/>
                  </a:lnTo>
                  <a:lnTo>
                    <a:pt x="11972" y="16178"/>
                  </a:lnTo>
                  <a:lnTo>
                    <a:pt x="12281" y="15998"/>
                  </a:lnTo>
                  <a:lnTo>
                    <a:pt x="13446" y="16226"/>
                  </a:lnTo>
                  <a:lnTo>
                    <a:pt x="13723" y="16550"/>
                  </a:lnTo>
                  <a:lnTo>
                    <a:pt x="13901" y="16622"/>
                  </a:lnTo>
                  <a:lnTo>
                    <a:pt x="15756" y="19675"/>
                  </a:lnTo>
                  <a:lnTo>
                    <a:pt x="17512" y="21971"/>
                  </a:lnTo>
                  <a:lnTo>
                    <a:pt x="18950" y="23145"/>
                  </a:lnTo>
                  <a:lnTo>
                    <a:pt x="21063" y="23242"/>
                  </a:lnTo>
                  <a:lnTo>
                    <a:pt x="23307" y="23344"/>
                  </a:lnTo>
                  <a:lnTo>
                    <a:pt x="27062" y="22943"/>
                  </a:lnTo>
                  <a:lnTo>
                    <a:pt x="29877" y="22643"/>
                  </a:lnTo>
                  <a:lnTo>
                    <a:pt x="30064" y="22072"/>
                  </a:lnTo>
                  <a:lnTo>
                    <a:pt x="30488" y="20701"/>
                  </a:lnTo>
                  <a:lnTo>
                    <a:pt x="30151" y="19525"/>
                  </a:lnTo>
                  <a:lnTo>
                    <a:pt x="30171" y="18143"/>
                  </a:lnTo>
                  <a:lnTo>
                    <a:pt x="30646" y="16345"/>
                  </a:lnTo>
                  <a:lnTo>
                    <a:pt x="32034" y="14852"/>
                  </a:lnTo>
                  <a:lnTo>
                    <a:pt x="36020" y="14195"/>
                  </a:lnTo>
                  <a:lnTo>
                    <a:pt x="38312" y="13083"/>
                  </a:lnTo>
                  <a:lnTo>
                    <a:pt x="38658" y="11564"/>
                  </a:lnTo>
                  <a:lnTo>
                    <a:pt x="39416" y="10065"/>
                  </a:lnTo>
                  <a:lnTo>
                    <a:pt x="40111" y="9762"/>
                  </a:lnTo>
                  <a:lnTo>
                    <a:pt x="41062" y="10450"/>
                  </a:lnTo>
                  <a:lnTo>
                    <a:pt x="42208" y="11773"/>
                  </a:lnTo>
                  <a:lnTo>
                    <a:pt x="43213" y="12473"/>
                  </a:lnTo>
                  <a:lnTo>
                    <a:pt x="43801" y="12021"/>
                  </a:lnTo>
                  <a:lnTo>
                    <a:pt x="45825" y="9793"/>
                  </a:lnTo>
                  <a:lnTo>
                    <a:pt x="48155" y="7620"/>
                  </a:lnTo>
                  <a:lnTo>
                    <a:pt x="49758" y="1724"/>
                  </a:lnTo>
                  <a:lnTo>
                    <a:pt x="49929" y="784"/>
                  </a:lnTo>
                  <a:lnTo>
                    <a:pt x="51668" y="111"/>
                  </a:lnTo>
                  <a:lnTo>
                    <a:pt x="54205" y="230"/>
                  </a:lnTo>
                  <a:lnTo>
                    <a:pt x="55506" y="998"/>
                  </a:lnTo>
                  <a:lnTo>
                    <a:pt x="56484" y="1405"/>
                  </a:lnTo>
                  <a:lnTo>
                    <a:pt x="57950" y="1266"/>
                  </a:lnTo>
                  <a:lnTo>
                    <a:pt x="60063" y="0"/>
                  </a:lnTo>
                  <a:lnTo>
                    <a:pt x="60845" y="36"/>
                  </a:lnTo>
                  <a:lnTo>
                    <a:pt x="61451" y="933"/>
                  </a:lnTo>
                  <a:lnTo>
                    <a:pt x="62115" y="1706"/>
                  </a:lnTo>
                  <a:lnTo>
                    <a:pt x="62563" y="2653"/>
                  </a:lnTo>
                  <a:lnTo>
                    <a:pt x="62903" y="3987"/>
                  </a:lnTo>
                  <a:lnTo>
                    <a:pt x="63085" y="4491"/>
                  </a:lnTo>
                  <a:lnTo>
                    <a:pt x="63380" y="5173"/>
                  </a:lnTo>
                  <a:lnTo>
                    <a:pt x="63913" y="6113"/>
                  </a:lnTo>
                  <a:lnTo>
                    <a:pt x="64429" y="6364"/>
                  </a:lnTo>
                  <a:lnTo>
                    <a:pt x="68340" y="47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5"/>
            <p:cNvSpPr/>
            <p:nvPr/>
          </p:nvSpPr>
          <p:spPr>
            <a:xfrm>
              <a:off x="4563271" y="3943521"/>
              <a:ext cx="6809" cy="12919"/>
            </a:xfrm>
            <a:custGeom>
              <a:avLst/>
              <a:pathLst>
                <a:path w="6809" h="12919">
                  <a:moveTo>
                    <a:pt x="1481" y="12907"/>
                  </a:moveTo>
                  <a:lnTo>
                    <a:pt x="424" y="12919"/>
                  </a:lnTo>
                  <a:lnTo>
                    <a:pt x="87" y="12607"/>
                  </a:lnTo>
                  <a:lnTo>
                    <a:pt x="0" y="10004"/>
                  </a:lnTo>
                  <a:lnTo>
                    <a:pt x="309" y="8550"/>
                  </a:lnTo>
                  <a:lnTo>
                    <a:pt x="2759" y="6677"/>
                  </a:lnTo>
                  <a:lnTo>
                    <a:pt x="3717" y="4948"/>
                  </a:lnTo>
                  <a:lnTo>
                    <a:pt x="5075" y="1350"/>
                  </a:lnTo>
                  <a:lnTo>
                    <a:pt x="5918" y="406"/>
                  </a:lnTo>
                  <a:lnTo>
                    <a:pt x="6132" y="0"/>
                  </a:lnTo>
                  <a:lnTo>
                    <a:pt x="6275" y="72"/>
                  </a:lnTo>
                  <a:lnTo>
                    <a:pt x="6411" y="2810"/>
                  </a:lnTo>
                  <a:lnTo>
                    <a:pt x="6750" y="4438"/>
                  </a:lnTo>
                  <a:lnTo>
                    <a:pt x="6809" y="5283"/>
                  </a:lnTo>
                  <a:lnTo>
                    <a:pt x="5590" y="6677"/>
                  </a:lnTo>
                  <a:lnTo>
                    <a:pt x="4501" y="9860"/>
                  </a:lnTo>
                  <a:lnTo>
                    <a:pt x="2121" y="1193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6"/>
            <p:cNvSpPr/>
            <p:nvPr/>
          </p:nvSpPr>
          <p:spPr>
            <a:xfrm>
              <a:off x="4550624" y="3942355"/>
              <a:ext cx="3334" cy="4997"/>
            </a:xfrm>
            <a:custGeom>
              <a:avLst/>
              <a:pathLst>
                <a:path w="3334" h="4997">
                  <a:moveTo>
                    <a:pt x="2024" y="4648"/>
                  </a:moveTo>
                  <a:lnTo>
                    <a:pt x="1458" y="4997"/>
                  </a:lnTo>
                  <a:lnTo>
                    <a:pt x="244" y="4140"/>
                  </a:lnTo>
                  <a:lnTo>
                    <a:pt x="0" y="3624"/>
                  </a:lnTo>
                  <a:lnTo>
                    <a:pt x="1040" y="2198"/>
                  </a:lnTo>
                  <a:lnTo>
                    <a:pt x="1843" y="173"/>
                  </a:lnTo>
                  <a:lnTo>
                    <a:pt x="2780" y="0"/>
                  </a:lnTo>
                  <a:lnTo>
                    <a:pt x="3334" y="412"/>
                  </a:lnTo>
                  <a:lnTo>
                    <a:pt x="3141" y="281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7"/>
            <p:cNvSpPr/>
            <p:nvPr/>
          </p:nvSpPr>
          <p:spPr>
            <a:xfrm>
              <a:off x="4569030" y="3933696"/>
              <a:ext cx="1943" cy="5837"/>
            </a:xfrm>
            <a:custGeom>
              <a:avLst/>
              <a:pathLst>
                <a:path w="1943" h="5837">
                  <a:moveTo>
                    <a:pt x="1029" y="4807"/>
                  </a:moveTo>
                  <a:lnTo>
                    <a:pt x="4" y="5837"/>
                  </a:lnTo>
                  <a:lnTo>
                    <a:pt x="0" y="3670"/>
                  </a:lnTo>
                  <a:lnTo>
                    <a:pt x="791" y="929"/>
                  </a:lnTo>
                  <a:lnTo>
                    <a:pt x="1512" y="0"/>
                  </a:lnTo>
                  <a:lnTo>
                    <a:pt x="1911" y="1093"/>
                  </a:lnTo>
                  <a:lnTo>
                    <a:pt x="1943" y="1595"/>
                  </a:lnTo>
                  <a:lnTo>
                    <a:pt x="902" y="257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8"/>
            <p:cNvSpPr/>
            <p:nvPr/>
          </p:nvSpPr>
          <p:spPr>
            <a:xfrm>
              <a:off x="4519443" y="3908919"/>
              <a:ext cx="21278" cy="29329"/>
            </a:xfrm>
            <a:custGeom>
              <a:avLst/>
              <a:pathLst>
                <a:path w="21278" h="29329">
                  <a:moveTo>
                    <a:pt x="11965" y="2164"/>
                  </a:moveTo>
                  <a:lnTo>
                    <a:pt x="12477" y="3494"/>
                  </a:lnTo>
                  <a:lnTo>
                    <a:pt x="14334" y="6054"/>
                  </a:lnTo>
                  <a:lnTo>
                    <a:pt x="14640" y="7133"/>
                  </a:lnTo>
                  <a:lnTo>
                    <a:pt x="14756" y="8913"/>
                  </a:lnTo>
                  <a:lnTo>
                    <a:pt x="15129" y="10235"/>
                  </a:lnTo>
                  <a:lnTo>
                    <a:pt x="15965" y="10437"/>
                  </a:lnTo>
                  <a:lnTo>
                    <a:pt x="16861" y="10169"/>
                  </a:lnTo>
                  <a:lnTo>
                    <a:pt x="17543" y="11008"/>
                  </a:lnTo>
                  <a:lnTo>
                    <a:pt x="18132" y="12339"/>
                  </a:lnTo>
                  <a:lnTo>
                    <a:pt x="19006" y="14921"/>
                  </a:lnTo>
                  <a:lnTo>
                    <a:pt x="19776" y="17778"/>
                  </a:lnTo>
                  <a:lnTo>
                    <a:pt x="20731" y="19371"/>
                  </a:lnTo>
                  <a:lnTo>
                    <a:pt x="21278" y="21749"/>
                  </a:lnTo>
                  <a:lnTo>
                    <a:pt x="20955" y="23847"/>
                  </a:lnTo>
                  <a:lnTo>
                    <a:pt x="19750" y="26747"/>
                  </a:lnTo>
                  <a:lnTo>
                    <a:pt x="19095" y="27376"/>
                  </a:lnTo>
                  <a:lnTo>
                    <a:pt x="18201" y="27604"/>
                  </a:lnTo>
                  <a:lnTo>
                    <a:pt x="16810" y="29329"/>
                  </a:lnTo>
                  <a:lnTo>
                    <a:pt x="16303" y="28426"/>
                  </a:lnTo>
                  <a:lnTo>
                    <a:pt x="14724" y="27800"/>
                  </a:lnTo>
                  <a:lnTo>
                    <a:pt x="13467" y="26553"/>
                  </a:lnTo>
                  <a:lnTo>
                    <a:pt x="12413" y="24271"/>
                  </a:lnTo>
                  <a:lnTo>
                    <a:pt x="11805" y="21815"/>
                  </a:lnTo>
                  <a:lnTo>
                    <a:pt x="11036" y="19651"/>
                  </a:lnTo>
                  <a:lnTo>
                    <a:pt x="9697" y="18202"/>
                  </a:lnTo>
                  <a:lnTo>
                    <a:pt x="7293" y="13949"/>
                  </a:lnTo>
                  <a:lnTo>
                    <a:pt x="5808" y="13565"/>
                  </a:lnTo>
                  <a:lnTo>
                    <a:pt x="5197" y="13877"/>
                  </a:lnTo>
                  <a:lnTo>
                    <a:pt x="4585" y="13897"/>
                  </a:lnTo>
                  <a:lnTo>
                    <a:pt x="1438" y="11981"/>
                  </a:lnTo>
                  <a:lnTo>
                    <a:pt x="949" y="10861"/>
                  </a:lnTo>
                  <a:lnTo>
                    <a:pt x="563" y="9427"/>
                  </a:lnTo>
                  <a:lnTo>
                    <a:pt x="210" y="8019"/>
                  </a:lnTo>
                  <a:lnTo>
                    <a:pt x="0" y="6437"/>
                  </a:lnTo>
                  <a:lnTo>
                    <a:pt x="401" y="5041"/>
                  </a:lnTo>
                  <a:lnTo>
                    <a:pt x="824" y="4100"/>
                  </a:lnTo>
                  <a:lnTo>
                    <a:pt x="2575" y="2452"/>
                  </a:lnTo>
                  <a:lnTo>
                    <a:pt x="3827" y="1942"/>
                  </a:lnTo>
                  <a:lnTo>
                    <a:pt x="5281" y="2019"/>
                  </a:lnTo>
                  <a:lnTo>
                    <a:pt x="7448" y="1506"/>
                  </a:lnTo>
                  <a:lnTo>
                    <a:pt x="9496" y="2334"/>
                  </a:lnTo>
                  <a:lnTo>
                    <a:pt x="10128" y="1716"/>
                  </a:lnTo>
                  <a:lnTo>
                    <a:pt x="11165" y="0"/>
                  </a:lnTo>
                  <a:lnTo>
                    <a:pt x="11526" y="5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699"/>
            <p:cNvSpPr/>
            <p:nvPr/>
          </p:nvSpPr>
          <p:spPr>
            <a:xfrm>
              <a:off x="4572024" y="3898312"/>
              <a:ext cx="17716" cy="41507"/>
            </a:xfrm>
            <a:custGeom>
              <a:avLst/>
              <a:pathLst>
                <a:path w="17716" h="41507">
                  <a:moveTo>
                    <a:pt x="16793" y="16826"/>
                  </a:moveTo>
                  <a:lnTo>
                    <a:pt x="15996" y="18404"/>
                  </a:lnTo>
                  <a:lnTo>
                    <a:pt x="15600" y="21368"/>
                  </a:lnTo>
                  <a:lnTo>
                    <a:pt x="14223" y="24149"/>
                  </a:lnTo>
                  <a:lnTo>
                    <a:pt x="12708" y="28712"/>
                  </a:lnTo>
                  <a:lnTo>
                    <a:pt x="11498" y="31040"/>
                  </a:lnTo>
                  <a:lnTo>
                    <a:pt x="10435" y="33793"/>
                  </a:lnTo>
                  <a:lnTo>
                    <a:pt x="9519" y="35640"/>
                  </a:lnTo>
                  <a:lnTo>
                    <a:pt x="8374" y="36266"/>
                  </a:lnTo>
                  <a:lnTo>
                    <a:pt x="6662" y="36665"/>
                  </a:lnTo>
                  <a:lnTo>
                    <a:pt x="4335" y="39960"/>
                  </a:lnTo>
                  <a:lnTo>
                    <a:pt x="3047" y="41400"/>
                  </a:lnTo>
                  <a:lnTo>
                    <a:pt x="1794" y="41507"/>
                  </a:lnTo>
                  <a:lnTo>
                    <a:pt x="623" y="40436"/>
                  </a:lnTo>
                  <a:lnTo>
                    <a:pt x="176" y="39230"/>
                  </a:lnTo>
                  <a:lnTo>
                    <a:pt x="281" y="37602"/>
                  </a:lnTo>
                  <a:lnTo>
                    <a:pt x="669" y="36206"/>
                  </a:lnTo>
                  <a:lnTo>
                    <a:pt x="1145" y="35054"/>
                  </a:lnTo>
                  <a:lnTo>
                    <a:pt x="1443" y="33571"/>
                  </a:lnTo>
                  <a:lnTo>
                    <a:pt x="115" y="31695"/>
                  </a:lnTo>
                  <a:lnTo>
                    <a:pt x="0" y="30267"/>
                  </a:lnTo>
                  <a:lnTo>
                    <a:pt x="527" y="26464"/>
                  </a:lnTo>
                  <a:lnTo>
                    <a:pt x="869" y="22539"/>
                  </a:lnTo>
                  <a:lnTo>
                    <a:pt x="1363" y="19867"/>
                  </a:lnTo>
                  <a:lnTo>
                    <a:pt x="3264" y="15089"/>
                  </a:lnTo>
                  <a:lnTo>
                    <a:pt x="4404" y="12719"/>
                  </a:lnTo>
                  <a:lnTo>
                    <a:pt x="5076" y="11793"/>
                  </a:lnTo>
                  <a:lnTo>
                    <a:pt x="5259" y="12792"/>
                  </a:lnTo>
                  <a:lnTo>
                    <a:pt x="5687" y="14004"/>
                  </a:lnTo>
                  <a:lnTo>
                    <a:pt x="5976" y="14203"/>
                  </a:lnTo>
                  <a:lnTo>
                    <a:pt x="6192" y="13929"/>
                  </a:lnTo>
                  <a:lnTo>
                    <a:pt x="7870" y="14344"/>
                  </a:lnTo>
                  <a:lnTo>
                    <a:pt x="8290" y="13926"/>
                  </a:lnTo>
                  <a:lnTo>
                    <a:pt x="8930" y="12038"/>
                  </a:lnTo>
                  <a:lnTo>
                    <a:pt x="9353" y="10988"/>
                  </a:lnTo>
                  <a:lnTo>
                    <a:pt x="9641" y="8749"/>
                  </a:lnTo>
                  <a:lnTo>
                    <a:pt x="9710" y="7323"/>
                  </a:lnTo>
                  <a:lnTo>
                    <a:pt x="11199" y="6290"/>
                  </a:lnTo>
                  <a:lnTo>
                    <a:pt x="11998" y="5147"/>
                  </a:lnTo>
                  <a:lnTo>
                    <a:pt x="12706" y="3526"/>
                  </a:lnTo>
                  <a:lnTo>
                    <a:pt x="14767" y="767"/>
                  </a:lnTo>
                  <a:lnTo>
                    <a:pt x="15136" y="0"/>
                  </a:lnTo>
                  <a:lnTo>
                    <a:pt x="15054" y="2631"/>
                  </a:lnTo>
                  <a:lnTo>
                    <a:pt x="15302" y="3278"/>
                  </a:lnTo>
                  <a:lnTo>
                    <a:pt x="15715" y="3598"/>
                  </a:lnTo>
                  <a:lnTo>
                    <a:pt x="17159" y="1817"/>
                  </a:lnTo>
                  <a:lnTo>
                    <a:pt x="17432" y="2155"/>
                  </a:lnTo>
                  <a:lnTo>
                    <a:pt x="17711" y="2957"/>
                  </a:lnTo>
                  <a:lnTo>
                    <a:pt x="17716" y="5332"/>
                  </a:lnTo>
                  <a:lnTo>
                    <a:pt x="17160" y="7309"/>
                  </a:lnTo>
                  <a:lnTo>
                    <a:pt x="15764" y="7459"/>
                  </a:lnTo>
                  <a:lnTo>
                    <a:pt x="15567" y="8016"/>
                  </a:lnTo>
                  <a:lnTo>
                    <a:pt x="15549" y="9225"/>
                  </a:lnTo>
                  <a:lnTo>
                    <a:pt x="15659" y="10394"/>
                  </a:lnTo>
                  <a:lnTo>
                    <a:pt x="15985" y="11331"/>
                  </a:lnTo>
                  <a:lnTo>
                    <a:pt x="16401" y="1298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0"/>
            <p:cNvSpPr/>
            <p:nvPr/>
          </p:nvSpPr>
          <p:spPr>
            <a:xfrm>
              <a:off x="4479945" y="3890258"/>
              <a:ext cx="1508" cy="3967"/>
            </a:xfrm>
            <a:custGeom>
              <a:avLst/>
              <a:pathLst>
                <a:path w="1508" h="3967">
                  <a:moveTo>
                    <a:pt x="1470" y="2952"/>
                  </a:moveTo>
                  <a:lnTo>
                    <a:pt x="1152" y="3967"/>
                  </a:lnTo>
                  <a:lnTo>
                    <a:pt x="231" y="2155"/>
                  </a:lnTo>
                  <a:lnTo>
                    <a:pt x="0" y="1344"/>
                  </a:lnTo>
                  <a:lnTo>
                    <a:pt x="683" y="161"/>
                  </a:lnTo>
                  <a:lnTo>
                    <a:pt x="919" y="0"/>
                  </a:lnTo>
                  <a:lnTo>
                    <a:pt x="1508" y="127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1"/>
            <p:cNvSpPr/>
            <p:nvPr/>
          </p:nvSpPr>
          <p:spPr>
            <a:xfrm>
              <a:off x="4564059" y="3883459"/>
              <a:ext cx="3012" cy="4850"/>
            </a:xfrm>
            <a:custGeom>
              <a:avLst/>
              <a:pathLst>
                <a:path w="3012" h="4850">
                  <a:moveTo>
                    <a:pt x="1016" y="3113"/>
                  </a:moveTo>
                  <a:lnTo>
                    <a:pt x="655" y="4850"/>
                  </a:lnTo>
                  <a:lnTo>
                    <a:pt x="0" y="4357"/>
                  </a:lnTo>
                  <a:lnTo>
                    <a:pt x="178" y="2683"/>
                  </a:lnTo>
                  <a:lnTo>
                    <a:pt x="511" y="1691"/>
                  </a:lnTo>
                  <a:lnTo>
                    <a:pt x="1393" y="251"/>
                  </a:lnTo>
                  <a:lnTo>
                    <a:pt x="2289" y="0"/>
                  </a:lnTo>
                  <a:lnTo>
                    <a:pt x="2839" y="505"/>
                  </a:lnTo>
                  <a:lnTo>
                    <a:pt x="3012" y="1061"/>
                  </a:lnTo>
                  <a:lnTo>
                    <a:pt x="1615" y="162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2"/>
            <p:cNvSpPr/>
            <p:nvPr/>
          </p:nvSpPr>
          <p:spPr>
            <a:xfrm>
              <a:off x="4524214" y="3883145"/>
              <a:ext cx="2024" cy="9493"/>
            </a:xfrm>
            <a:custGeom>
              <a:avLst/>
              <a:pathLst>
                <a:path w="2024" h="9493">
                  <a:moveTo>
                    <a:pt x="967" y="9213"/>
                  </a:moveTo>
                  <a:lnTo>
                    <a:pt x="522" y="9493"/>
                  </a:lnTo>
                  <a:lnTo>
                    <a:pt x="75" y="9066"/>
                  </a:lnTo>
                  <a:lnTo>
                    <a:pt x="258" y="6437"/>
                  </a:lnTo>
                  <a:lnTo>
                    <a:pt x="0" y="4648"/>
                  </a:lnTo>
                  <a:lnTo>
                    <a:pt x="465" y="3246"/>
                  </a:lnTo>
                  <a:lnTo>
                    <a:pt x="582" y="761"/>
                  </a:lnTo>
                  <a:lnTo>
                    <a:pt x="767" y="0"/>
                  </a:lnTo>
                  <a:lnTo>
                    <a:pt x="1040" y="781"/>
                  </a:lnTo>
                  <a:lnTo>
                    <a:pt x="1167" y="1292"/>
                  </a:lnTo>
                  <a:lnTo>
                    <a:pt x="1399" y="1532"/>
                  </a:lnTo>
                  <a:lnTo>
                    <a:pt x="1908" y="1578"/>
                  </a:lnTo>
                  <a:lnTo>
                    <a:pt x="2024" y="2649"/>
                  </a:lnTo>
                  <a:lnTo>
                    <a:pt x="2004" y="3670"/>
                  </a:lnTo>
                  <a:lnTo>
                    <a:pt x="1787" y="4732"/>
                  </a:lnTo>
                  <a:lnTo>
                    <a:pt x="1179" y="5880"/>
                  </a:lnTo>
                  <a:lnTo>
                    <a:pt x="739" y="716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3"/>
            <p:cNvSpPr/>
            <p:nvPr/>
          </p:nvSpPr>
          <p:spPr>
            <a:xfrm>
              <a:off x="4565617" y="3877420"/>
              <a:ext cx="3531" cy="4821"/>
            </a:xfrm>
            <a:custGeom>
              <a:avLst/>
              <a:pathLst>
                <a:path w="3531" h="4821">
                  <a:moveTo>
                    <a:pt x="3321" y="3526"/>
                  </a:moveTo>
                  <a:lnTo>
                    <a:pt x="3091" y="4821"/>
                  </a:lnTo>
                  <a:lnTo>
                    <a:pt x="0" y="4729"/>
                  </a:lnTo>
                  <a:lnTo>
                    <a:pt x="86" y="3024"/>
                  </a:lnTo>
                  <a:lnTo>
                    <a:pt x="945" y="1162"/>
                  </a:lnTo>
                  <a:lnTo>
                    <a:pt x="1232" y="542"/>
                  </a:lnTo>
                  <a:lnTo>
                    <a:pt x="2181" y="0"/>
                  </a:lnTo>
                  <a:lnTo>
                    <a:pt x="3531" y="99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4"/>
            <p:cNvSpPr/>
            <p:nvPr/>
          </p:nvSpPr>
          <p:spPr>
            <a:xfrm>
              <a:off x="4484225" y="3876496"/>
              <a:ext cx="9955" cy="21417"/>
            </a:xfrm>
            <a:custGeom>
              <a:avLst/>
              <a:pathLst>
                <a:path w="9955" h="21417">
                  <a:moveTo>
                    <a:pt x="8896" y="12105"/>
                  </a:moveTo>
                  <a:lnTo>
                    <a:pt x="7459" y="18225"/>
                  </a:lnTo>
                  <a:lnTo>
                    <a:pt x="7972" y="19212"/>
                  </a:lnTo>
                  <a:lnTo>
                    <a:pt x="8280" y="20150"/>
                  </a:lnTo>
                  <a:lnTo>
                    <a:pt x="5903" y="21417"/>
                  </a:lnTo>
                  <a:lnTo>
                    <a:pt x="4911" y="20742"/>
                  </a:lnTo>
                  <a:lnTo>
                    <a:pt x="4338" y="20918"/>
                  </a:lnTo>
                  <a:lnTo>
                    <a:pt x="1923" y="19766"/>
                  </a:lnTo>
                  <a:lnTo>
                    <a:pt x="196" y="18361"/>
                  </a:lnTo>
                  <a:lnTo>
                    <a:pt x="0" y="17247"/>
                  </a:lnTo>
                  <a:lnTo>
                    <a:pt x="136" y="15914"/>
                  </a:lnTo>
                  <a:lnTo>
                    <a:pt x="648" y="16364"/>
                  </a:lnTo>
                  <a:lnTo>
                    <a:pt x="1979" y="16578"/>
                  </a:lnTo>
                  <a:lnTo>
                    <a:pt x="2488" y="15977"/>
                  </a:lnTo>
                  <a:lnTo>
                    <a:pt x="2502" y="12030"/>
                  </a:lnTo>
                  <a:lnTo>
                    <a:pt x="2314" y="6890"/>
                  </a:lnTo>
                  <a:lnTo>
                    <a:pt x="4116" y="2689"/>
                  </a:lnTo>
                  <a:lnTo>
                    <a:pt x="5075" y="998"/>
                  </a:lnTo>
                  <a:lnTo>
                    <a:pt x="6179" y="0"/>
                  </a:lnTo>
                  <a:lnTo>
                    <a:pt x="8966" y="2320"/>
                  </a:lnTo>
                  <a:lnTo>
                    <a:pt x="9426" y="2951"/>
                  </a:lnTo>
                  <a:lnTo>
                    <a:pt x="9783" y="3895"/>
                  </a:lnTo>
                  <a:lnTo>
                    <a:pt x="9955" y="539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5"/>
            <p:cNvSpPr/>
            <p:nvPr/>
          </p:nvSpPr>
          <p:spPr>
            <a:xfrm>
              <a:off x="4575868" y="3876424"/>
              <a:ext cx="4278" cy="10339"/>
            </a:xfrm>
            <a:custGeom>
              <a:avLst/>
              <a:pathLst>
                <a:path w="4278" h="10339">
                  <a:moveTo>
                    <a:pt x="4075" y="3774"/>
                  </a:moveTo>
                  <a:lnTo>
                    <a:pt x="3384" y="5601"/>
                  </a:lnTo>
                  <a:lnTo>
                    <a:pt x="2914" y="8775"/>
                  </a:lnTo>
                  <a:lnTo>
                    <a:pt x="2486" y="9741"/>
                  </a:lnTo>
                  <a:lnTo>
                    <a:pt x="1566" y="10339"/>
                  </a:lnTo>
                  <a:lnTo>
                    <a:pt x="1016" y="7153"/>
                  </a:lnTo>
                  <a:lnTo>
                    <a:pt x="0" y="7303"/>
                  </a:lnTo>
                  <a:lnTo>
                    <a:pt x="496" y="4501"/>
                  </a:lnTo>
                  <a:lnTo>
                    <a:pt x="976" y="3454"/>
                  </a:lnTo>
                  <a:lnTo>
                    <a:pt x="1601" y="3428"/>
                  </a:lnTo>
                  <a:lnTo>
                    <a:pt x="1908" y="4562"/>
                  </a:lnTo>
                  <a:lnTo>
                    <a:pt x="2075" y="4801"/>
                  </a:lnTo>
                  <a:lnTo>
                    <a:pt x="3540" y="49"/>
                  </a:lnTo>
                  <a:lnTo>
                    <a:pt x="3836" y="0"/>
                  </a:lnTo>
                  <a:lnTo>
                    <a:pt x="4080" y="204"/>
                  </a:lnTo>
                  <a:lnTo>
                    <a:pt x="4278" y="79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6"/>
            <p:cNvSpPr/>
            <p:nvPr/>
          </p:nvSpPr>
          <p:spPr>
            <a:xfrm>
              <a:off x="4567946" y="3876089"/>
              <a:ext cx="7888" cy="11707"/>
            </a:xfrm>
            <a:custGeom>
              <a:avLst/>
              <a:pathLst>
                <a:path w="7888" h="11707">
                  <a:moveTo>
                    <a:pt x="7888" y="2423"/>
                  </a:moveTo>
                  <a:lnTo>
                    <a:pt x="6288" y="3226"/>
                  </a:lnTo>
                  <a:lnTo>
                    <a:pt x="5311" y="6914"/>
                  </a:lnTo>
                  <a:lnTo>
                    <a:pt x="4532" y="6856"/>
                  </a:lnTo>
                  <a:lnTo>
                    <a:pt x="4105" y="8495"/>
                  </a:lnTo>
                  <a:lnTo>
                    <a:pt x="4003" y="9196"/>
                  </a:lnTo>
                  <a:lnTo>
                    <a:pt x="4063" y="9851"/>
                  </a:lnTo>
                  <a:lnTo>
                    <a:pt x="3975" y="10474"/>
                  </a:lnTo>
                  <a:lnTo>
                    <a:pt x="3667" y="11121"/>
                  </a:lnTo>
                  <a:lnTo>
                    <a:pt x="2936" y="10102"/>
                  </a:lnTo>
                  <a:lnTo>
                    <a:pt x="2313" y="11395"/>
                  </a:lnTo>
                  <a:lnTo>
                    <a:pt x="2051" y="11707"/>
                  </a:lnTo>
                  <a:lnTo>
                    <a:pt x="1134" y="10200"/>
                  </a:lnTo>
                  <a:lnTo>
                    <a:pt x="263" y="10287"/>
                  </a:lnTo>
                  <a:lnTo>
                    <a:pt x="0" y="10053"/>
                  </a:lnTo>
                  <a:lnTo>
                    <a:pt x="1077" y="7346"/>
                  </a:lnTo>
                  <a:lnTo>
                    <a:pt x="2549" y="4824"/>
                  </a:lnTo>
                  <a:lnTo>
                    <a:pt x="2791" y="3895"/>
                  </a:lnTo>
                  <a:lnTo>
                    <a:pt x="2215" y="3633"/>
                  </a:lnTo>
                  <a:lnTo>
                    <a:pt x="1871" y="3255"/>
                  </a:lnTo>
                  <a:lnTo>
                    <a:pt x="1829" y="2660"/>
                  </a:lnTo>
                  <a:lnTo>
                    <a:pt x="2761" y="2265"/>
                  </a:lnTo>
                  <a:lnTo>
                    <a:pt x="3405" y="2210"/>
                  </a:lnTo>
                  <a:lnTo>
                    <a:pt x="3895" y="2986"/>
                  </a:lnTo>
                  <a:lnTo>
                    <a:pt x="4207" y="2980"/>
                  </a:lnTo>
                  <a:lnTo>
                    <a:pt x="6198" y="0"/>
                  </a:lnTo>
                  <a:lnTo>
                    <a:pt x="6988" y="678"/>
                  </a:lnTo>
                  <a:lnTo>
                    <a:pt x="7562" y="144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7"/>
            <p:cNvSpPr/>
            <p:nvPr/>
          </p:nvSpPr>
          <p:spPr>
            <a:xfrm>
              <a:off x="4742062" y="3875587"/>
              <a:ext cx="3795" cy="6746"/>
            </a:xfrm>
            <a:custGeom>
              <a:avLst/>
              <a:pathLst>
                <a:path w="3795" h="6746">
                  <a:moveTo>
                    <a:pt x="3767" y="6359"/>
                  </a:moveTo>
                  <a:lnTo>
                    <a:pt x="3203" y="6746"/>
                  </a:lnTo>
                  <a:lnTo>
                    <a:pt x="350" y="5852"/>
                  </a:lnTo>
                  <a:lnTo>
                    <a:pt x="43" y="4634"/>
                  </a:lnTo>
                  <a:lnTo>
                    <a:pt x="0" y="4008"/>
                  </a:lnTo>
                  <a:lnTo>
                    <a:pt x="654" y="2807"/>
                  </a:lnTo>
                  <a:lnTo>
                    <a:pt x="1286" y="761"/>
                  </a:lnTo>
                  <a:lnTo>
                    <a:pt x="2263" y="0"/>
                  </a:lnTo>
                  <a:lnTo>
                    <a:pt x="2643" y="5"/>
                  </a:lnTo>
                  <a:lnTo>
                    <a:pt x="3795" y="484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8"/>
            <p:cNvSpPr/>
            <p:nvPr/>
          </p:nvSpPr>
          <p:spPr>
            <a:xfrm>
              <a:off x="4502675" y="3874843"/>
              <a:ext cx="2124" cy="6492"/>
            </a:xfrm>
            <a:custGeom>
              <a:avLst/>
              <a:pathLst>
                <a:path w="2124" h="6492">
                  <a:moveTo>
                    <a:pt x="842" y="6472"/>
                  </a:moveTo>
                  <a:lnTo>
                    <a:pt x="584" y="6492"/>
                  </a:lnTo>
                  <a:lnTo>
                    <a:pt x="94" y="5924"/>
                  </a:lnTo>
                  <a:lnTo>
                    <a:pt x="270" y="4692"/>
                  </a:lnTo>
                  <a:lnTo>
                    <a:pt x="0" y="2689"/>
                  </a:lnTo>
                  <a:lnTo>
                    <a:pt x="95" y="1038"/>
                  </a:lnTo>
                  <a:lnTo>
                    <a:pt x="726" y="109"/>
                  </a:lnTo>
                  <a:lnTo>
                    <a:pt x="2076" y="0"/>
                  </a:lnTo>
                  <a:lnTo>
                    <a:pt x="2124" y="121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09"/>
            <p:cNvSpPr/>
            <p:nvPr/>
          </p:nvSpPr>
          <p:spPr>
            <a:xfrm>
              <a:off x="4520148" y="3874574"/>
              <a:ext cx="1294" cy="2980"/>
            </a:xfrm>
            <a:custGeom>
              <a:avLst/>
              <a:pathLst>
                <a:path w="1294" h="2980">
                  <a:moveTo>
                    <a:pt x="601" y="2946"/>
                  </a:moveTo>
                  <a:lnTo>
                    <a:pt x="103" y="2980"/>
                  </a:lnTo>
                  <a:lnTo>
                    <a:pt x="0" y="1794"/>
                  </a:lnTo>
                  <a:lnTo>
                    <a:pt x="178" y="551"/>
                  </a:lnTo>
                  <a:lnTo>
                    <a:pt x="656" y="31"/>
                  </a:lnTo>
                  <a:lnTo>
                    <a:pt x="872" y="0"/>
                  </a:lnTo>
                  <a:lnTo>
                    <a:pt x="1219" y="1122"/>
                  </a:lnTo>
                  <a:lnTo>
                    <a:pt x="1294" y="1711"/>
                  </a:lnTo>
                  <a:lnTo>
                    <a:pt x="974" y="249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0"/>
            <p:cNvSpPr/>
            <p:nvPr/>
          </p:nvSpPr>
          <p:spPr>
            <a:xfrm>
              <a:off x="4580726" y="3874465"/>
              <a:ext cx="8813" cy="9135"/>
            </a:xfrm>
            <a:custGeom>
              <a:avLst/>
              <a:pathLst>
                <a:path w="8813" h="9135">
                  <a:moveTo>
                    <a:pt x="2498" y="158"/>
                  </a:moveTo>
                  <a:lnTo>
                    <a:pt x="2771" y="1959"/>
                  </a:lnTo>
                  <a:lnTo>
                    <a:pt x="3648" y="963"/>
                  </a:lnTo>
                  <a:lnTo>
                    <a:pt x="4504" y="712"/>
                  </a:lnTo>
                  <a:lnTo>
                    <a:pt x="6456" y="903"/>
                  </a:lnTo>
                  <a:lnTo>
                    <a:pt x="7888" y="1304"/>
                  </a:lnTo>
                  <a:lnTo>
                    <a:pt x="8732" y="2048"/>
                  </a:lnTo>
                  <a:lnTo>
                    <a:pt x="8813" y="5644"/>
                  </a:lnTo>
                  <a:lnTo>
                    <a:pt x="8416" y="6423"/>
                  </a:lnTo>
                  <a:lnTo>
                    <a:pt x="1007" y="9135"/>
                  </a:lnTo>
                  <a:lnTo>
                    <a:pt x="285" y="8264"/>
                  </a:lnTo>
                  <a:lnTo>
                    <a:pt x="0" y="7401"/>
                  </a:lnTo>
                  <a:lnTo>
                    <a:pt x="799" y="4738"/>
                  </a:lnTo>
                  <a:lnTo>
                    <a:pt x="431" y="3474"/>
                  </a:lnTo>
                  <a:lnTo>
                    <a:pt x="852" y="1411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1"/>
            <p:cNvSpPr/>
            <p:nvPr/>
          </p:nvSpPr>
          <p:spPr>
            <a:xfrm>
              <a:off x="4619683" y="3873383"/>
              <a:ext cx="3781" cy="4625"/>
            </a:xfrm>
            <a:custGeom>
              <a:avLst/>
              <a:pathLst>
                <a:path w="3781" h="4625">
                  <a:moveTo>
                    <a:pt x="422" y="0"/>
                  </a:moveTo>
                  <a:lnTo>
                    <a:pt x="2409" y="1188"/>
                  </a:lnTo>
                  <a:lnTo>
                    <a:pt x="3549" y="1064"/>
                  </a:lnTo>
                  <a:lnTo>
                    <a:pt x="3781" y="2123"/>
                  </a:lnTo>
                  <a:lnTo>
                    <a:pt x="2694" y="4625"/>
                  </a:lnTo>
                  <a:lnTo>
                    <a:pt x="393" y="2700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2"/>
            <p:cNvSpPr/>
            <p:nvPr/>
          </p:nvSpPr>
          <p:spPr>
            <a:xfrm>
              <a:off x="4529075" y="3873218"/>
              <a:ext cx="36325" cy="24885"/>
            </a:xfrm>
            <a:custGeom>
              <a:avLst/>
              <a:pathLst>
                <a:path w="36325" h="24885">
                  <a:moveTo>
                    <a:pt x="33792" y="15319"/>
                  </a:moveTo>
                  <a:lnTo>
                    <a:pt x="32186" y="16370"/>
                  </a:lnTo>
                  <a:lnTo>
                    <a:pt x="31190" y="17365"/>
                  </a:lnTo>
                  <a:lnTo>
                    <a:pt x="30241" y="18681"/>
                  </a:lnTo>
                  <a:lnTo>
                    <a:pt x="29640" y="18952"/>
                  </a:lnTo>
                  <a:lnTo>
                    <a:pt x="28552" y="19059"/>
                  </a:lnTo>
                  <a:lnTo>
                    <a:pt x="27011" y="18823"/>
                  </a:lnTo>
                  <a:lnTo>
                    <a:pt x="25971" y="19250"/>
                  </a:lnTo>
                  <a:lnTo>
                    <a:pt x="23070" y="22666"/>
                  </a:lnTo>
                  <a:lnTo>
                    <a:pt x="21930" y="22963"/>
                  </a:lnTo>
                  <a:lnTo>
                    <a:pt x="20943" y="23800"/>
                  </a:lnTo>
                  <a:lnTo>
                    <a:pt x="20601" y="22473"/>
                  </a:lnTo>
                  <a:lnTo>
                    <a:pt x="20184" y="21492"/>
                  </a:lnTo>
                  <a:lnTo>
                    <a:pt x="19219" y="21244"/>
                  </a:lnTo>
                  <a:lnTo>
                    <a:pt x="18255" y="21322"/>
                  </a:lnTo>
                  <a:lnTo>
                    <a:pt x="17274" y="24337"/>
                  </a:lnTo>
                  <a:lnTo>
                    <a:pt x="15713" y="23705"/>
                  </a:lnTo>
                  <a:lnTo>
                    <a:pt x="15108" y="23971"/>
                  </a:lnTo>
                  <a:lnTo>
                    <a:pt x="14524" y="24605"/>
                  </a:lnTo>
                  <a:lnTo>
                    <a:pt x="13946" y="24885"/>
                  </a:lnTo>
                  <a:lnTo>
                    <a:pt x="13340" y="24675"/>
                  </a:lnTo>
                  <a:lnTo>
                    <a:pt x="11059" y="22326"/>
                  </a:lnTo>
                  <a:lnTo>
                    <a:pt x="8442" y="20938"/>
                  </a:lnTo>
                  <a:lnTo>
                    <a:pt x="5819" y="21483"/>
                  </a:lnTo>
                  <a:lnTo>
                    <a:pt x="3564" y="20202"/>
                  </a:lnTo>
                  <a:lnTo>
                    <a:pt x="2328" y="21183"/>
                  </a:lnTo>
                  <a:lnTo>
                    <a:pt x="1162" y="22585"/>
                  </a:lnTo>
                  <a:lnTo>
                    <a:pt x="818" y="21108"/>
                  </a:lnTo>
                  <a:lnTo>
                    <a:pt x="390" y="19807"/>
                  </a:lnTo>
                  <a:lnTo>
                    <a:pt x="9" y="17859"/>
                  </a:lnTo>
                  <a:lnTo>
                    <a:pt x="0" y="15651"/>
                  </a:lnTo>
                  <a:lnTo>
                    <a:pt x="126" y="14102"/>
                  </a:lnTo>
                  <a:lnTo>
                    <a:pt x="461" y="12693"/>
                  </a:lnTo>
                  <a:lnTo>
                    <a:pt x="670" y="11225"/>
                  </a:lnTo>
                  <a:lnTo>
                    <a:pt x="769" y="9649"/>
                  </a:lnTo>
                  <a:lnTo>
                    <a:pt x="1262" y="10396"/>
                  </a:lnTo>
                  <a:lnTo>
                    <a:pt x="1779" y="10114"/>
                  </a:lnTo>
                  <a:lnTo>
                    <a:pt x="3317" y="8400"/>
                  </a:lnTo>
                  <a:lnTo>
                    <a:pt x="4815" y="5808"/>
                  </a:lnTo>
                  <a:lnTo>
                    <a:pt x="6212" y="4862"/>
                  </a:lnTo>
                  <a:lnTo>
                    <a:pt x="7016" y="4599"/>
                  </a:lnTo>
                  <a:lnTo>
                    <a:pt x="7704" y="5107"/>
                  </a:lnTo>
                  <a:lnTo>
                    <a:pt x="8404" y="4922"/>
                  </a:lnTo>
                  <a:lnTo>
                    <a:pt x="9120" y="4348"/>
                  </a:lnTo>
                  <a:lnTo>
                    <a:pt x="10248" y="6339"/>
                  </a:lnTo>
                  <a:lnTo>
                    <a:pt x="10723" y="6743"/>
                  </a:lnTo>
                  <a:lnTo>
                    <a:pt x="12253" y="6896"/>
                  </a:lnTo>
                  <a:lnTo>
                    <a:pt x="13645" y="8045"/>
                  </a:lnTo>
                  <a:lnTo>
                    <a:pt x="14888" y="9759"/>
                  </a:lnTo>
                  <a:lnTo>
                    <a:pt x="16688" y="11366"/>
                  </a:lnTo>
                  <a:lnTo>
                    <a:pt x="17770" y="13522"/>
                  </a:lnTo>
                  <a:lnTo>
                    <a:pt x="18594" y="14318"/>
                  </a:lnTo>
                  <a:lnTo>
                    <a:pt x="19206" y="14534"/>
                  </a:lnTo>
                  <a:lnTo>
                    <a:pt x="19768" y="14243"/>
                  </a:lnTo>
                  <a:lnTo>
                    <a:pt x="20477" y="12792"/>
                  </a:lnTo>
                  <a:lnTo>
                    <a:pt x="21306" y="12191"/>
                  </a:lnTo>
                  <a:lnTo>
                    <a:pt x="22029" y="12214"/>
                  </a:lnTo>
                  <a:lnTo>
                    <a:pt x="23345" y="11839"/>
                  </a:lnTo>
                  <a:lnTo>
                    <a:pt x="23899" y="11490"/>
                  </a:lnTo>
                  <a:lnTo>
                    <a:pt x="24521" y="10694"/>
                  </a:lnTo>
                  <a:lnTo>
                    <a:pt x="25130" y="11187"/>
                  </a:lnTo>
                  <a:lnTo>
                    <a:pt x="25663" y="11920"/>
                  </a:lnTo>
                  <a:lnTo>
                    <a:pt x="27889" y="15709"/>
                  </a:lnTo>
                  <a:lnTo>
                    <a:pt x="28572" y="15810"/>
                  </a:lnTo>
                  <a:lnTo>
                    <a:pt x="29824" y="14996"/>
                  </a:lnTo>
                  <a:lnTo>
                    <a:pt x="30200" y="13980"/>
                  </a:lnTo>
                  <a:lnTo>
                    <a:pt x="30393" y="12419"/>
                  </a:lnTo>
                  <a:lnTo>
                    <a:pt x="30736" y="11121"/>
                  </a:lnTo>
                  <a:lnTo>
                    <a:pt x="31214" y="9995"/>
                  </a:lnTo>
                  <a:lnTo>
                    <a:pt x="31755" y="9135"/>
                  </a:lnTo>
                  <a:lnTo>
                    <a:pt x="33418" y="7678"/>
                  </a:lnTo>
                  <a:lnTo>
                    <a:pt x="34559" y="6238"/>
                  </a:lnTo>
                  <a:lnTo>
                    <a:pt x="35339" y="3800"/>
                  </a:lnTo>
                  <a:lnTo>
                    <a:pt x="33516" y="2738"/>
                  </a:lnTo>
                  <a:lnTo>
                    <a:pt x="33900" y="983"/>
                  </a:lnTo>
                  <a:lnTo>
                    <a:pt x="34505" y="0"/>
                  </a:lnTo>
                  <a:lnTo>
                    <a:pt x="35314" y="363"/>
                  </a:lnTo>
                  <a:lnTo>
                    <a:pt x="36011" y="1734"/>
                  </a:lnTo>
                  <a:lnTo>
                    <a:pt x="36325" y="6968"/>
                  </a:lnTo>
                  <a:lnTo>
                    <a:pt x="35751" y="7707"/>
                  </a:lnTo>
                  <a:lnTo>
                    <a:pt x="35390" y="8501"/>
                  </a:lnTo>
                  <a:lnTo>
                    <a:pt x="35146" y="9545"/>
                  </a:lnTo>
                  <a:lnTo>
                    <a:pt x="34112" y="11461"/>
                  </a:lnTo>
                  <a:lnTo>
                    <a:pt x="34517" y="13856"/>
                  </a:lnTo>
                  <a:lnTo>
                    <a:pt x="34213" y="1484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3"/>
            <p:cNvSpPr/>
            <p:nvPr/>
          </p:nvSpPr>
          <p:spPr>
            <a:xfrm>
              <a:off x="4653624" y="3873160"/>
              <a:ext cx="4555" cy="7641"/>
            </a:xfrm>
            <a:custGeom>
              <a:avLst/>
              <a:pathLst>
                <a:path w="4555" h="7641">
                  <a:moveTo>
                    <a:pt x="987" y="6720"/>
                  </a:moveTo>
                  <a:lnTo>
                    <a:pt x="0" y="7641"/>
                  </a:lnTo>
                  <a:lnTo>
                    <a:pt x="660" y="5303"/>
                  </a:lnTo>
                  <a:lnTo>
                    <a:pt x="2780" y="0"/>
                  </a:lnTo>
                  <a:lnTo>
                    <a:pt x="3545" y="981"/>
                  </a:lnTo>
                  <a:lnTo>
                    <a:pt x="4555" y="1165"/>
                  </a:lnTo>
                  <a:lnTo>
                    <a:pt x="3049" y="3566"/>
                  </a:lnTo>
                  <a:lnTo>
                    <a:pt x="1509" y="456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4"/>
            <p:cNvSpPr/>
            <p:nvPr/>
          </p:nvSpPr>
          <p:spPr>
            <a:xfrm>
              <a:off x="4494565" y="3873094"/>
              <a:ext cx="26818" cy="29843"/>
            </a:xfrm>
            <a:custGeom>
              <a:avLst/>
              <a:pathLst>
                <a:path w="26818" h="29843">
                  <a:moveTo>
                    <a:pt x="16742" y="6758"/>
                  </a:moveTo>
                  <a:lnTo>
                    <a:pt x="17310" y="7924"/>
                  </a:lnTo>
                  <a:lnTo>
                    <a:pt x="17827" y="7814"/>
                  </a:lnTo>
                  <a:lnTo>
                    <a:pt x="18909" y="6033"/>
                  </a:lnTo>
                  <a:lnTo>
                    <a:pt x="19561" y="5390"/>
                  </a:lnTo>
                  <a:lnTo>
                    <a:pt x="20260" y="5358"/>
                  </a:lnTo>
                  <a:lnTo>
                    <a:pt x="20938" y="5661"/>
                  </a:lnTo>
                  <a:lnTo>
                    <a:pt x="21605" y="6925"/>
                  </a:lnTo>
                  <a:lnTo>
                    <a:pt x="21845" y="8994"/>
                  </a:lnTo>
                  <a:lnTo>
                    <a:pt x="22096" y="9629"/>
                  </a:lnTo>
                  <a:lnTo>
                    <a:pt x="22488" y="7153"/>
                  </a:lnTo>
                  <a:lnTo>
                    <a:pt x="23009" y="6406"/>
                  </a:lnTo>
                  <a:lnTo>
                    <a:pt x="23593" y="6028"/>
                  </a:lnTo>
                  <a:lnTo>
                    <a:pt x="24507" y="6163"/>
                  </a:lnTo>
                  <a:lnTo>
                    <a:pt x="25207" y="7346"/>
                  </a:lnTo>
                  <a:lnTo>
                    <a:pt x="25843" y="10864"/>
                  </a:lnTo>
                  <a:lnTo>
                    <a:pt x="25823" y="13943"/>
                  </a:lnTo>
                  <a:lnTo>
                    <a:pt x="26055" y="15091"/>
                  </a:lnTo>
                  <a:lnTo>
                    <a:pt x="26493" y="15931"/>
                  </a:lnTo>
                  <a:lnTo>
                    <a:pt x="26818" y="17111"/>
                  </a:lnTo>
                  <a:lnTo>
                    <a:pt x="26528" y="18346"/>
                  </a:lnTo>
                  <a:lnTo>
                    <a:pt x="26241" y="18952"/>
                  </a:lnTo>
                  <a:lnTo>
                    <a:pt x="25416" y="19518"/>
                  </a:lnTo>
                  <a:lnTo>
                    <a:pt x="25021" y="19270"/>
                  </a:lnTo>
                  <a:lnTo>
                    <a:pt x="24657" y="18439"/>
                  </a:lnTo>
                  <a:lnTo>
                    <a:pt x="24247" y="18133"/>
                  </a:lnTo>
                  <a:lnTo>
                    <a:pt x="23315" y="18410"/>
                  </a:lnTo>
                  <a:lnTo>
                    <a:pt x="22460" y="19100"/>
                  </a:lnTo>
                  <a:lnTo>
                    <a:pt x="22577" y="20228"/>
                  </a:lnTo>
                  <a:lnTo>
                    <a:pt x="23279" y="20736"/>
                  </a:lnTo>
                  <a:lnTo>
                    <a:pt x="23491" y="21270"/>
                  </a:lnTo>
                  <a:lnTo>
                    <a:pt x="23444" y="21994"/>
                  </a:lnTo>
                  <a:lnTo>
                    <a:pt x="23168" y="22138"/>
                  </a:lnTo>
                  <a:lnTo>
                    <a:pt x="22256" y="21163"/>
                  </a:lnTo>
                  <a:lnTo>
                    <a:pt x="21639" y="21359"/>
                  </a:lnTo>
                  <a:lnTo>
                    <a:pt x="19425" y="22675"/>
                  </a:lnTo>
                  <a:lnTo>
                    <a:pt x="18838" y="22646"/>
                  </a:lnTo>
                  <a:lnTo>
                    <a:pt x="18507" y="21402"/>
                  </a:lnTo>
                  <a:lnTo>
                    <a:pt x="18531" y="18162"/>
                  </a:lnTo>
                  <a:lnTo>
                    <a:pt x="18292" y="17302"/>
                  </a:lnTo>
                  <a:lnTo>
                    <a:pt x="16647" y="21238"/>
                  </a:lnTo>
                  <a:lnTo>
                    <a:pt x="16146" y="22205"/>
                  </a:lnTo>
                  <a:lnTo>
                    <a:pt x="15483" y="22661"/>
                  </a:lnTo>
                  <a:lnTo>
                    <a:pt x="14793" y="22502"/>
                  </a:lnTo>
                  <a:lnTo>
                    <a:pt x="12414" y="24891"/>
                  </a:lnTo>
                  <a:lnTo>
                    <a:pt x="11666" y="24556"/>
                  </a:lnTo>
                  <a:lnTo>
                    <a:pt x="10942" y="24551"/>
                  </a:lnTo>
                  <a:lnTo>
                    <a:pt x="8402" y="27139"/>
                  </a:lnTo>
                  <a:lnTo>
                    <a:pt x="7039" y="27860"/>
                  </a:lnTo>
                  <a:lnTo>
                    <a:pt x="6340" y="27912"/>
                  </a:lnTo>
                  <a:lnTo>
                    <a:pt x="5644" y="27690"/>
                  </a:lnTo>
                  <a:lnTo>
                    <a:pt x="5022" y="27924"/>
                  </a:lnTo>
                  <a:lnTo>
                    <a:pt x="4465" y="28963"/>
                  </a:lnTo>
                  <a:lnTo>
                    <a:pt x="3331" y="29843"/>
                  </a:lnTo>
                  <a:lnTo>
                    <a:pt x="2160" y="29173"/>
                  </a:lnTo>
                  <a:lnTo>
                    <a:pt x="1170" y="28282"/>
                  </a:lnTo>
                  <a:lnTo>
                    <a:pt x="232" y="27104"/>
                  </a:lnTo>
                  <a:lnTo>
                    <a:pt x="0" y="25601"/>
                  </a:lnTo>
                  <a:lnTo>
                    <a:pt x="46" y="23795"/>
                  </a:lnTo>
                  <a:lnTo>
                    <a:pt x="442" y="21330"/>
                  </a:lnTo>
                  <a:lnTo>
                    <a:pt x="171" y="17008"/>
                  </a:lnTo>
                  <a:lnTo>
                    <a:pt x="378" y="15037"/>
                  </a:lnTo>
                  <a:lnTo>
                    <a:pt x="761" y="13100"/>
                  </a:lnTo>
                  <a:lnTo>
                    <a:pt x="1342" y="12388"/>
                  </a:lnTo>
                  <a:lnTo>
                    <a:pt x="2102" y="12243"/>
                  </a:lnTo>
                  <a:lnTo>
                    <a:pt x="3357" y="10500"/>
                  </a:lnTo>
                  <a:lnTo>
                    <a:pt x="4506" y="8218"/>
                  </a:lnTo>
                  <a:lnTo>
                    <a:pt x="5174" y="8434"/>
                  </a:lnTo>
                  <a:lnTo>
                    <a:pt x="6684" y="10030"/>
                  </a:lnTo>
                  <a:lnTo>
                    <a:pt x="7569" y="10221"/>
                  </a:lnTo>
                  <a:lnTo>
                    <a:pt x="9074" y="9967"/>
                  </a:lnTo>
                  <a:lnTo>
                    <a:pt x="9695" y="10948"/>
                  </a:lnTo>
                  <a:lnTo>
                    <a:pt x="9940" y="13193"/>
                  </a:lnTo>
                  <a:lnTo>
                    <a:pt x="10275" y="14012"/>
                  </a:lnTo>
                  <a:lnTo>
                    <a:pt x="10721" y="14584"/>
                  </a:lnTo>
                  <a:lnTo>
                    <a:pt x="11787" y="18381"/>
                  </a:lnTo>
                  <a:lnTo>
                    <a:pt x="12777" y="18182"/>
                  </a:lnTo>
                  <a:lnTo>
                    <a:pt x="13644" y="18880"/>
                  </a:lnTo>
                  <a:lnTo>
                    <a:pt x="15172" y="16583"/>
                  </a:lnTo>
                  <a:lnTo>
                    <a:pt x="16328" y="16638"/>
                  </a:lnTo>
                  <a:lnTo>
                    <a:pt x="16657" y="14858"/>
                  </a:lnTo>
                  <a:lnTo>
                    <a:pt x="15966" y="12956"/>
                  </a:lnTo>
                  <a:lnTo>
                    <a:pt x="15131" y="11409"/>
                  </a:lnTo>
                  <a:lnTo>
                    <a:pt x="14683" y="11086"/>
                  </a:lnTo>
                  <a:lnTo>
                    <a:pt x="14193" y="11179"/>
                  </a:lnTo>
                  <a:lnTo>
                    <a:pt x="13752" y="10927"/>
                  </a:lnTo>
                  <a:lnTo>
                    <a:pt x="11887" y="7476"/>
                  </a:lnTo>
                  <a:lnTo>
                    <a:pt x="11337" y="5612"/>
                  </a:lnTo>
                  <a:lnTo>
                    <a:pt x="11019" y="3413"/>
                  </a:lnTo>
                  <a:lnTo>
                    <a:pt x="11211" y="1786"/>
                  </a:lnTo>
                  <a:lnTo>
                    <a:pt x="12494" y="349"/>
                  </a:lnTo>
                  <a:lnTo>
                    <a:pt x="13093" y="0"/>
                  </a:lnTo>
                  <a:lnTo>
                    <a:pt x="15324" y="981"/>
                  </a:lnTo>
                  <a:lnTo>
                    <a:pt x="15701" y="1800"/>
                  </a:lnTo>
                  <a:lnTo>
                    <a:pt x="16293" y="526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5"/>
            <p:cNvSpPr/>
            <p:nvPr/>
          </p:nvSpPr>
          <p:spPr>
            <a:xfrm>
              <a:off x="4468443" y="3872404"/>
              <a:ext cx="14043" cy="23145"/>
            </a:xfrm>
            <a:custGeom>
              <a:avLst/>
              <a:pathLst>
                <a:path w="14043" h="23145">
                  <a:moveTo>
                    <a:pt x="11131" y="2643"/>
                  </a:moveTo>
                  <a:lnTo>
                    <a:pt x="12284" y="4213"/>
                  </a:lnTo>
                  <a:lnTo>
                    <a:pt x="13891" y="8801"/>
                  </a:lnTo>
                  <a:lnTo>
                    <a:pt x="14043" y="10088"/>
                  </a:lnTo>
                  <a:lnTo>
                    <a:pt x="13556" y="11303"/>
                  </a:lnTo>
                  <a:lnTo>
                    <a:pt x="12404" y="13250"/>
                  </a:lnTo>
                  <a:lnTo>
                    <a:pt x="9836" y="16251"/>
                  </a:lnTo>
                  <a:lnTo>
                    <a:pt x="9395" y="17668"/>
                  </a:lnTo>
                  <a:lnTo>
                    <a:pt x="8852" y="20441"/>
                  </a:lnTo>
                  <a:lnTo>
                    <a:pt x="8727" y="21625"/>
                  </a:lnTo>
                  <a:lnTo>
                    <a:pt x="8546" y="22274"/>
                  </a:lnTo>
                  <a:lnTo>
                    <a:pt x="8251" y="22744"/>
                  </a:lnTo>
                  <a:lnTo>
                    <a:pt x="7691" y="23145"/>
                  </a:lnTo>
                  <a:lnTo>
                    <a:pt x="7084" y="22565"/>
                  </a:lnTo>
                  <a:lnTo>
                    <a:pt x="7632" y="20779"/>
                  </a:lnTo>
                  <a:lnTo>
                    <a:pt x="7653" y="18649"/>
                  </a:lnTo>
                  <a:lnTo>
                    <a:pt x="7245" y="16658"/>
                  </a:lnTo>
                  <a:lnTo>
                    <a:pt x="6671" y="14990"/>
                  </a:lnTo>
                  <a:lnTo>
                    <a:pt x="5501" y="12725"/>
                  </a:lnTo>
                  <a:lnTo>
                    <a:pt x="4252" y="10720"/>
                  </a:lnTo>
                  <a:lnTo>
                    <a:pt x="2995" y="9698"/>
                  </a:lnTo>
                  <a:lnTo>
                    <a:pt x="1653" y="9236"/>
                  </a:lnTo>
                  <a:lnTo>
                    <a:pt x="1173" y="8264"/>
                  </a:lnTo>
                  <a:lnTo>
                    <a:pt x="388" y="5765"/>
                  </a:lnTo>
                  <a:lnTo>
                    <a:pt x="128" y="4403"/>
                  </a:lnTo>
                  <a:lnTo>
                    <a:pt x="0" y="2972"/>
                  </a:lnTo>
                  <a:lnTo>
                    <a:pt x="87" y="1587"/>
                  </a:lnTo>
                  <a:lnTo>
                    <a:pt x="416" y="1503"/>
                  </a:lnTo>
                  <a:lnTo>
                    <a:pt x="1730" y="1832"/>
                  </a:lnTo>
                  <a:lnTo>
                    <a:pt x="4149" y="3454"/>
                  </a:lnTo>
                  <a:lnTo>
                    <a:pt x="5347" y="3586"/>
                  </a:lnTo>
                  <a:lnTo>
                    <a:pt x="6024" y="3211"/>
                  </a:lnTo>
                  <a:lnTo>
                    <a:pt x="7794" y="0"/>
                  </a:lnTo>
                  <a:lnTo>
                    <a:pt x="8215" y="51"/>
                  </a:lnTo>
                  <a:lnTo>
                    <a:pt x="9909" y="146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6"/>
            <p:cNvSpPr/>
            <p:nvPr/>
          </p:nvSpPr>
          <p:spPr>
            <a:xfrm>
              <a:off x="4640187" y="3864400"/>
              <a:ext cx="2857" cy="7436"/>
            </a:xfrm>
            <a:custGeom>
              <a:avLst/>
              <a:pathLst>
                <a:path w="2857" h="7436">
                  <a:moveTo>
                    <a:pt x="2804" y="4720"/>
                  </a:moveTo>
                  <a:lnTo>
                    <a:pt x="2133" y="7436"/>
                  </a:lnTo>
                  <a:lnTo>
                    <a:pt x="1380" y="7266"/>
                  </a:lnTo>
                  <a:lnTo>
                    <a:pt x="0" y="3621"/>
                  </a:lnTo>
                  <a:lnTo>
                    <a:pt x="77" y="1079"/>
                  </a:lnTo>
                  <a:lnTo>
                    <a:pt x="194" y="253"/>
                  </a:lnTo>
                  <a:lnTo>
                    <a:pt x="721" y="0"/>
                  </a:lnTo>
                  <a:lnTo>
                    <a:pt x="2510" y="735"/>
                  </a:lnTo>
                  <a:lnTo>
                    <a:pt x="2857" y="279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7"/>
            <p:cNvSpPr/>
            <p:nvPr/>
          </p:nvSpPr>
          <p:spPr>
            <a:xfrm>
              <a:off x="4597108" y="3857809"/>
              <a:ext cx="11539" cy="12197"/>
            </a:xfrm>
            <a:custGeom>
              <a:avLst/>
              <a:pathLst>
                <a:path w="11539" h="12197">
                  <a:moveTo>
                    <a:pt x="11386" y="2839"/>
                  </a:moveTo>
                  <a:lnTo>
                    <a:pt x="11539" y="4276"/>
                  </a:lnTo>
                  <a:lnTo>
                    <a:pt x="11519" y="4908"/>
                  </a:lnTo>
                  <a:lnTo>
                    <a:pt x="10158" y="5370"/>
                  </a:lnTo>
                  <a:lnTo>
                    <a:pt x="8846" y="6968"/>
                  </a:lnTo>
                  <a:lnTo>
                    <a:pt x="8174" y="8809"/>
                  </a:lnTo>
                  <a:lnTo>
                    <a:pt x="7651" y="11187"/>
                  </a:lnTo>
                  <a:lnTo>
                    <a:pt x="5843" y="10220"/>
                  </a:lnTo>
                  <a:lnTo>
                    <a:pt x="4233" y="10062"/>
                  </a:lnTo>
                  <a:lnTo>
                    <a:pt x="3521" y="9225"/>
                  </a:lnTo>
                  <a:lnTo>
                    <a:pt x="2745" y="9280"/>
                  </a:lnTo>
                  <a:lnTo>
                    <a:pt x="1740" y="10021"/>
                  </a:lnTo>
                  <a:lnTo>
                    <a:pt x="317" y="12041"/>
                  </a:lnTo>
                  <a:lnTo>
                    <a:pt x="0" y="12197"/>
                  </a:lnTo>
                  <a:lnTo>
                    <a:pt x="115" y="9127"/>
                  </a:lnTo>
                  <a:lnTo>
                    <a:pt x="510" y="7237"/>
                  </a:lnTo>
                  <a:lnTo>
                    <a:pt x="2010" y="2706"/>
                  </a:lnTo>
                  <a:lnTo>
                    <a:pt x="3260" y="3710"/>
                  </a:lnTo>
                  <a:lnTo>
                    <a:pt x="4717" y="3987"/>
                  </a:lnTo>
                  <a:lnTo>
                    <a:pt x="6371" y="3102"/>
                  </a:lnTo>
                  <a:lnTo>
                    <a:pt x="7547" y="1064"/>
                  </a:lnTo>
                  <a:lnTo>
                    <a:pt x="9212" y="0"/>
                  </a:lnTo>
                  <a:lnTo>
                    <a:pt x="10539" y="267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8"/>
            <p:cNvSpPr/>
            <p:nvPr/>
          </p:nvSpPr>
          <p:spPr>
            <a:xfrm>
              <a:off x="4614789" y="3856066"/>
              <a:ext cx="1361" cy="3950"/>
            </a:xfrm>
            <a:custGeom>
              <a:avLst/>
              <a:pathLst>
                <a:path w="1361" h="3950">
                  <a:moveTo>
                    <a:pt x="728" y="3257"/>
                  </a:moveTo>
                  <a:lnTo>
                    <a:pt x="0" y="3950"/>
                  </a:lnTo>
                  <a:lnTo>
                    <a:pt x="223" y="1763"/>
                  </a:lnTo>
                  <a:lnTo>
                    <a:pt x="175" y="0"/>
                  </a:lnTo>
                  <a:lnTo>
                    <a:pt x="1361" y="539"/>
                  </a:lnTo>
                  <a:lnTo>
                    <a:pt x="1348" y="1942"/>
                  </a:lnTo>
                  <a:lnTo>
                    <a:pt x="1234" y="248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19"/>
            <p:cNvSpPr/>
            <p:nvPr/>
          </p:nvSpPr>
          <p:spPr>
            <a:xfrm>
              <a:off x="4731695" y="3852130"/>
              <a:ext cx="15201" cy="30498"/>
            </a:xfrm>
            <a:custGeom>
              <a:avLst/>
              <a:pathLst>
                <a:path w="15201" h="30498">
                  <a:moveTo>
                    <a:pt x="10049" y="26418"/>
                  </a:moveTo>
                  <a:lnTo>
                    <a:pt x="7334" y="30305"/>
                  </a:lnTo>
                  <a:lnTo>
                    <a:pt x="3774" y="29618"/>
                  </a:lnTo>
                  <a:lnTo>
                    <a:pt x="2515" y="29551"/>
                  </a:lnTo>
                  <a:lnTo>
                    <a:pt x="423" y="30498"/>
                  </a:lnTo>
                  <a:lnTo>
                    <a:pt x="0" y="29742"/>
                  </a:lnTo>
                  <a:lnTo>
                    <a:pt x="394" y="26080"/>
                  </a:lnTo>
                  <a:lnTo>
                    <a:pt x="2068" y="16329"/>
                  </a:lnTo>
                  <a:lnTo>
                    <a:pt x="4055" y="7742"/>
                  </a:lnTo>
                  <a:lnTo>
                    <a:pt x="4899" y="5514"/>
                  </a:lnTo>
                  <a:lnTo>
                    <a:pt x="6074" y="3419"/>
                  </a:lnTo>
                  <a:lnTo>
                    <a:pt x="7325" y="1740"/>
                  </a:lnTo>
                  <a:lnTo>
                    <a:pt x="10145" y="0"/>
                  </a:lnTo>
                  <a:lnTo>
                    <a:pt x="12711" y="320"/>
                  </a:lnTo>
                  <a:lnTo>
                    <a:pt x="13076" y="1035"/>
                  </a:lnTo>
                  <a:lnTo>
                    <a:pt x="14183" y="3901"/>
                  </a:lnTo>
                  <a:lnTo>
                    <a:pt x="14900" y="6157"/>
                  </a:lnTo>
                  <a:lnTo>
                    <a:pt x="15201" y="9352"/>
                  </a:lnTo>
                  <a:lnTo>
                    <a:pt x="14109" y="14849"/>
                  </a:lnTo>
                  <a:lnTo>
                    <a:pt x="12894" y="20078"/>
                  </a:lnTo>
                  <a:lnTo>
                    <a:pt x="10916" y="2419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0"/>
            <p:cNvSpPr/>
            <p:nvPr/>
          </p:nvSpPr>
          <p:spPr>
            <a:xfrm>
              <a:off x="4657162" y="3844246"/>
              <a:ext cx="7373" cy="26536"/>
            </a:xfrm>
            <a:custGeom>
              <a:avLst/>
              <a:pathLst>
                <a:path w="7373" h="26536">
                  <a:moveTo>
                    <a:pt x="2711" y="26201"/>
                  </a:moveTo>
                  <a:lnTo>
                    <a:pt x="2525" y="26536"/>
                  </a:lnTo>
                  <a:lnTo>
                    <a:pt x="1114" y="26152"/>
                  </a:lnTo>
                  <a:lnTo>
                    <a:pt x="305" y="26138"/>
                  </a:lnTo>
                  <a:lnTo>
                    <a:pt x="415" y="23907"/>
                  </a:lnTo>
                  <a:lnTo>
                    <a:pt x="0" y="22228"/>
                  </a:lnTo>
                  <a:lnTo>
                    <a:pt x="567" y="19766"/>
                  </a:lnTo>
                  <a:lnTo>
                    <a:pt x="578" y="16904"/>
                  </a:lnTo>
                  <a:lnTo>
                    <a:pt x="1172" y="16520"/>
                  </a:lnTo>
                  <a:lnTo>
                    <a:pt x="1255" y="14889"/>
                  </a:lnTo>
                  <a:lnTo>
                    <a:pt x="1967" y="10570"/>
                  </a:lnTo>
                  <a:lnTo>
                    <a:pt x="2385" y="9612"/>
                  </a:lnTo>
                  <a:lnTo>
                    <a:pt x="2979" y="9236"/>
                  </a:lnTo>
                  <a:lnTo>
                    <a:pt x="3681" y="6717"/>
                  </a:lnTo>
                  <a:lnTo>
                    <a:pt x="4080" y="5984"/>
                  </a:lnTo>
                  <a:lnTo>
                    <a:pt x="4494" y="4074"/>
                  </a:lnTo>
                  <a:lnTo>
                    <a:pt x="5092" y="3185"/>
                  </a:lnTo>
                  <a:lnTo>
                    <a:pt x="5042" y="1546"/>
                  </a:lnTo>
                  <a:lnTo>
                    <a:pt x="5381" y="678"/>
                  </a:lnTo>
                  <a:lnTo>
                    <a:pt x="6320" y="0"/>
                  </a:lnTo>
                  <a:lnTo>
                    <a:pt x="6971" y="810"/>
                  </a:lnTo>
                  <a:lnTo>
                    <a:pt x="7373" y="2490"/>
                  </a:lnTo>
                  <a:lnTo>
                    <a:pt x="6325" y="4553"/>
                  </a:lnTo>
                  <a:lnTo>
                    <a:pt x="6862" y="9635"/>
                  </a:lnTo>
                  <a:lnTo>
                    <a:pt x="6104" y="15169"/>
                  </a:lnTo>
                  <a:lnTo>
                    <a:pt x="5603" y="16826"/>
                  </a:lnTo>
                  <a:lnTo>
                    <a:pt x="4673" y="18257"/>
                  </a:lnTo>
                  <a:lnTo>
                    <a:pt x="4391" y="19616"/>
                  </a:lnTo>
                  <a:lnTo>
                    <a:pt x="3295" y="22349"/>
                  </a:lnTo>
                  <a:lnTo>
                    <a:pt x="2962" y="24680"/>
                  </a:lnTo>
                  <a:lnTo>
                    <a:pt x="2914" y="2566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1"/>
            <p:cNvSpPr/>
            <p:nvPr/>
          </p:nvSpPr>
          <p:spPr>
            <a:xfrm>
              <a:off x="4664702" y="3844001"/>
              <a:ext cx="2625" cy="4339"/>
            </a:xfrm>
            <a:custGeom>
              <a:avLst/>
              <a:pathLst>
                <a:path w="2625" h="4339">
                  <a:moveTo>
                    <a:pt x="2625" y="2882"/>
                  </a:moveTo>
                  <a:lnTo>
                    <a:pt x="2484" y="4339"/>
                  </a:lnTo>
                  <a:lnTo>
                    <a:pt x="1999" y="3560"/>
                  </a:lnTo>
                  <a:lnTo>
                    <a:pt x="1518" y="1861"/>
                  </a:lnTo>
                  <a:lnTo>
                    <a:pt x="818" y="1615"/>
                  </a:lnTo>
                  <a:lnTo>
                    <a:pt x="303" y="1165"/>
                  </a:lnTo>
                  <a:lnTo>
                    <a:pt x="0" y="363"/>
                  </a:lnTo>
                  <a:lnTo>
                    <a:pt x="1947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2"/>
            <p:cNvSpPr/>
            <p:nvPr/>
          </p:nvSpPr>
          <p:spPr>
            <a:xfrm>
              <a:off x="4466527" y="3843083"/>
              <a:ext cx="1291" cy="2946"/>
            </a:xfrm>
            <a:custGeom>
              <a:avLst/>
              <a:pathLst>
                <a:path w="1291" h="2946">
                  <a:moveTo>
                    <a:pt x="1291" y="1774"/>
                  </a:moveTo>
                  <a:lnTo>
                    <a:pt x="1122" y="2946"/>
                  </a:lnTo>
                  <a:lnTo>
                    <a:pt x="545" y="2654"/>
                  </a:lnTo>
                  <a:lnTo>
                    <a:pt x="0" y="712"/>
                  </a:lnTo>
                  <a:lnTo>
                    <a:pt x="265" y="204"/>
                  </a:lnTo>
                  <a:lnTo>
                    <a:pt x="568" y="0"/>
                  </a:lnTo>
                  <a:lnTo>
                    <a:pt x="962" y="21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3"/>
            <p:cNvSpPr/>
            <p:nvPr/>
          </p:nvSpPr>
          <p:spPr>
            <a:xfrm>
              <a:off x="4628126" y="3842945"/>
              <a:ext cx="1628" cy="4132"/>
            </a:xfrm>
            <a:custGeom>
              <a:avLst/>
              <a:pathLst>
                <a:path w="1628" h="4132">
                  <a:moveTo>
                    <a:pt x="1593" y="3384"/>
                  </a:moveTo>
                  <a:lnTo>
                    <a:pt x="1081" y="4132"/>
                  </a:lnTo>
                  <a:lnTo>
                    <a:pt x="231" y="2588"/>
                  </a:lnTo>
                  <a:lnTo>
                    <a:pt x="0" y="1944"/>
                  </a:lnTo>
                  <a:lnTo>
                    <a:pt x="540" y="427"/>
                  </a:lnTo>
                  <a:lnTo>
                    <a:pt x="1112" y="0"/>
                  </a:lnTo>
                  <a:lnTo>
                    <a:pt x="1459" y="660"/>
                  </a:lnTo>
                  <a:lnTo>
                    <a:pt x="1628" y="1318"/>
                  </a:lnTo>
                  <a:lnTo>
                    <a:pt x="1557" y="204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4"/>
            <p:cNvSpPr/>
            <p:nvPr/>
          </p:nvSpPr>
          <p:spPr>
            <a:xfrm>
              <a:off x="4538459" y="3841453"/>
              <a:ext cx="1684" cy="3145"/>
            </a:xfrm>
            <a:custGeom>
              <a:avLst/>
              <a:pathLst>
                <a:path w="1684" h="3145">
                  <a:moveTo>
                    <a:pt x="1601" y="2975"/>
                  </a:moveTo>
                  <a:lnTo>
                    <a:pt x="442" y="3145"/>
                  </a:lnTo>
                  <a:lnTo>
                    <a:pt x="84" y="2882"/>
                  </a:lnTo>
                  <a:lnTo>
                    <a:pt x="0" y="0"/>
                  </a:lnTo>
                  <a:lnTo>
                    <a:pt x="1273" y="1237"/>
                  </a:lnTo>
                  <a:lnTo>
                    <a:pt x="1684" y="132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5"/>
            <p:cNvSpPr/>
            <p:nvPr/>
          </p:nvSpPr>
          <p:spPr>
            <a:xfrm>
              <a:off x="4448666" y="3837162"/>
              <a:ext cx="15410" cy="10373"/>
            </a:xfrm>
            <a:custGeom>
              <a:avLst/>
              <a:pathLst>
                <a:path w="15410" h="10373">
                  <a:moveTo>
                    <a:pt x="12702" y="6864"/>
                  </a:moveTo>
                  <a:lnTo>
                    <a:pt x="12487" y="7294"/>
                  </a:lnTo>
                  <a:lnTo>
                    <a:pt x="10560" y="7052"/>
                  </a:lnTo>
                  <a:lnTo>
                    <a:pt x="9317" y="9464"/>
                  </a:lnTo>
                  <a:lnTo>
                    <a:pt x="8457" y="10206"/>
                  </a:lnTo>
                  <a:lnTo>
                    <a:pt x="5366" y="10203"/>
                  </a:lnTo>
                  <a:lnTo>
                    <a:pt x="4997" y="9877"/>
                  </a:lnTo>
                  <a:lnTo>
                    <a:pt x="4724" y="9886"/>
                  </a:lnTo>
                  <a:lnTo>
                    <a:pt x="4554" y="10373"/>
                  </a:lnTo>
                  <a:lnTo>
                    <a:pt x="3571" y="10010"/>
                  </a:lnTo>
                  <a:lnTo>
                    <a:pt x="430" y="7877"/>
                  </a:lnTo>
                  <a:lnTo>
                    <a:pt x="0" y="5901"/>
                  </a:lnTo>
                  <a:lnTo>
                    <a:pt x="486" y="3788"/>
                  </a:lnTo>
                  <a:lnTo>
                    <a:pt x="1614" y="793"/>
                  </a:lnTo>
                  <a:lnTo>
                    <a:pt x="3877" y="204"/>
                  </a:lnTo>
                  <a:lnTo>
                    <a:pt x="14180" y="0"/>
                  </a:lnTo>
                  <a:lnTo>
                    <a:pt x="15304" y="2573"/>
                  </a:lnTo>
                  <a:lnTo>
                    <a:pt x="15410" y="3436"/>
                  </a:lnTo>
                  <a:lnTo>
                    <a:pt x="13166" y="519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6"/>
            <p:cNvSpPr/>
            <p:nvPr/>
          </p:nvSpPr>
          <p:spPr>
            <a:xfrm>
              <a:off x="4476991" y="3836140"/>
              <a:ext cx="3699" cy="4412"/>
            </a:xfrm>
            <a:custGeom>
              <a:avLst/>
              <a:pathLst>
                <a:path w="3699" h="4412">
                  <a:moveTo>
                    <a:pt x="1779" y="3910"/>
                  </a:moveTo>
                  <a:lnTo>
                    <a:pt x="857" y="4412"/>
                  </a:lnTo>
                  <a:lnTo>
                    <a:pt x="0" y="3370"/>
                  </a:lnTo>
                  <a:lnTo>
                    <a:pt x="20" y="1970"/>
                  </a:lnTo>
                  <a:lnTo>
                    <a:pt x="229" y="672"/>
                  </a:lnTo>
                  <a:lnTo>
                    <a:pt x="1514" y="0"/>
                  </a:lnTo>
                  <a:lnTo>
                    <a:pt x="2204" y="37"/>
                  </a:lnTo>
                  <a:lnTo>
                    <a:pt x="2939" y="937"/>
                  </a:lnTo>
                  <a:lnTo>
                    <a:pt x="3450" y="1872"/>
                  </a:lnTo>
                  <a:lnTo>
                    <a:pt x="3699" y="2960"/>
                  </a:lnTo>
                  <a:lnTo>
                    <a:pt x="2314" y="301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7"/>
            <p:cNvSpPr/>
            <p:nvPr/>
          </p:nvSpPr>
          <p:spPr>
            <a:xfrm>
              <a:off x="4697387" y="3829783"/>
              <a:ext cx="1210" cy="4195"/>
            </a:xfrm>
            <a:custGeom>
              <a:avLst/>
              <a:pathLst>
                <a:path w="1210" h="4195">
                  <a:moveTo>
                    <a:pt x="514" y="3736"/>
                  </a:moveTo>
                  <a:lnTo>
                    <a:pt x="321" y="4195"/>
                  </a:lnTo>
                  <a:lnTo>
                    <a:pt x="26" y="3237"/>
                  </a:lnTo>
                  <a:lnTo>
                    <a:pt x="0" y="2643"/>
                  </a:lnTo>
                  <a:lnTo>
                    <a:pt x="390" y="1015"/>
                  </a:lnTo>
                  <a:lnTo>
                    <a:pt x="778" y="69"/>
                  </a:lnTo>
                  <a:lnTo>
                    <a:pt x="1210" y="0"/>
                  </a:lnTo>
                  <a:lnTo>
                    <a:pt x="1101" y="133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8"/>
            <p:cNvSpPr/>
            <p:nvPr/>
          </p:nvSpPr>
          <p:spPr>
            <a:xfrm>
              <a:off x="4362313" y="3826846"/>
              <a:ext cx="1772" cy="4094"/>
            </a:xfrm>
            <a:custGeom>
              <a:avLst/>
              <a:pathLst>
                <a:path w="1772" h="4094">
                  <a:moveTo>
                    <a:pt x="1492" y="3442"/>
                  </a:moveTo>
                  <a:lnTo>
                    <a:pt x="784" y="4094"/>
                  </a:lnTo>
                  <a:lnTo>
                    <a:pt x="242" y="3520"/>
                  </a:lnTo>
                  <a:lnTo>
                    <a:pt x="0" y="2689"/>
                  </a:lnTo>
                  <a:lnTo>
                    <a:pt x="805" y="640"/>
                  </a:lnTo>
                  <a:lnTo>
                    <a:pt x="1184" y="152"/>
                  </a:lnTo>
                  <a:lnTo>
                    <a:pt x="1580" y="0"/>
                  </a:lnTo>
                  <a:lnTo>
                    <a:pt x="1772" y="110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29"/>
            <p:cNvSpPr/>
            <p:nvPr/>
          </p:nvSpPr>
          <p:spPr>
            <a:xfrm>
              <a:off x="4697439" y="3824840"/>
              <a:ext cx="1076" cy="3038"/>
            </a:xfrm>
            <a:custGeom>
              <a:avLst/>
              <a:pathLst>
                <a:path w="1076" h="3038">
                  <a:moveTo>
                    <a:pt x="935" y="2758"/>
                  </a:moveTo>
                  <a:lnTo>
                    <a:pt x="308" y="3038"/>
                  </a:lnTo>
                  <a:lnTo>
                    <a:pt x="0" y="626"/>
                  </a:lnTo>
                  <a:lnTo>
                    <a:pt x="515" y="0"/>
                  </a:lnTo>
                  <a:lnTo>
                    <a:pt x="1076" y="14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0"/>
            <p:cNvSpPr/>
            <p:nvPr/>
          </p:nvSpPr>
          <p:spPr>
            <a:xfrm>
              <a:off x="4699272" y="3820924"/>
              <a:ext cx="1030" cy="3511"/>
            </a:xfrm>
            <a:custGeom>
              <a:avLst/>
              <a:pathLst>
                <a:path w="1030" h="3511">
                  <a:moveTo>
                    <a:pt x="277" y="3269"/>
                  </a:moveTo>
                  <a:lnTo>
                    <a:pt x="0" y="3511"/>
                  </a:lnTo>
                  <a:lnTo>
                    <a:pt x="2" y="2054"/>
                  </a:lnTo>
                  <a:lnTo>
                    <a:pt x="316" y="770"/>
                  </a:lnTo>
                  <a:lnTo>
                    <a:pt x="644" y="31"/>
                  </a:lnTo>
                  <a:lnTo>
                    <a:pt x="103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1"/>
            <p:cNvSpPr/>
            <p:nvPr/>
          </p:nvSpPr>
          <p:spPr>
            <a:xfrm>
              <a:off x="4690915" y="3816573"/>
              <a:ext cx="5423" cy="21645"/>
            </a:xfrm>
            <a:custGeom>
              <a:avLst/>
              <a:pathLst>
                <a:path w="5423" h="21645">
                  <a:moveTo>
                    <a:pt x="5423" y="7860"/>
                  </a:moveTo>
                  <a:lnTo>
                    <a:pt x="5237" y="9941"/>
                  </a:lnTo>
                  <a:lnTo>
                    <a:pt x="5054" y="12266"/>
                  </a:lnTo>
                  <a:lnTo>
                    <a:pt x="4011" y="14875"/>
                  </a:lnTo>
                  <a:lnTo>
                    <a:pt x="3369" y="18869"/>
                  </a:lnTo>
                  <a:lnTo>
                    <a:pt x="2992" y="19870"/>
                  </a:lnTo>
                  <a:lnTo>
                    <a:pt x="1598" y="21645"/>
                  </a:lnTo>
                  <a:lnTo>
                    <a:pt x="359" y="19429"/>
                  </a:lnTo>
                  <a:lnTo>
                    <a:pt x="0" y="17524"/>
                  </a:lnTo>
                  <a:lnTo>
                    <a:pt x="543" y="8726"/>
                  </a:lnTo>
                  <a:lnTo>
                    <a:pt x="1078" y="9017"/>
                  </a:lnTo>
                  <a:lnTo>
                    <a:pt x="1426" y="8954"/>
                  </a:lnTo>
                  <a:lnTo>
                    <a:pt x="1537" y="8377"/>
                  </a:lnTo>
                  <a:lnTo>
                    <a:pt x="742" y="7393"/>
                  </a:lnTo>
                  <a:lnTo>
                    <a:pt x="590" y="2337"/>
                  </a:lnTo>
                  <a:lnTo>
                    <a:pt x="629" y="429"/>
                  </a:lnTo>
                  <a:lnTo>
                    <a:pt x="1236" y="0"/>
                  </a:lnTo>
                  <a:lnTo>
                    <a:pt x="1987" y="1480"/>
                  </a:lnTo>
                  <a:lnTo>
                    <a:pt x="2936" y="4132"/>
                  </a:lnTo>
                  <a:lnTo>
                    <a:pt x="4040" y="621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2"/>
            <p:cNvSpPr/>
            <p:nvPr/>
          </p:nvSpPr>
          <p:spPr>
            <a:xfrm>
              <a:off x="4363696" y="3808533"/>
              <a:ext cx="106242" cy="84670"/>
            </a:xfrm>
            <a:custGeom>
              <a:avLst/>
              <a:pathLst>
                <a:path w="106242" h="84670">
                  <a:moveTo>
                    <a:pt x="24195" y="3055"/>
                  </a:moveTo>
                  <a:lnTo>
                    <a:pt x="25340" y="6429"/>
                  </a:lnTo>
                  <a:lnTo>
                    <a:pt x="26342" y="8229"/>
                  </a:lnTo>
                  <a:lnTo>
                    <a:pt x="27521" y="9208"/>
                  </a:lnTo>
                  <a:lnTo>
                    <a:pt x="28762" y="9300"/>
                  </a:lnTo>
                  <a:lnTo>
                    <a:pt x="29985" y="9724"/>
                  </a:lnTo>
                  <a:lnTo>
                    <a:pt x="31404" y="11014"/>
                  </a:lnTo>
                  <a:lnTo>
                    <a:pt x="32867" y="11597"/>
                  </a:lnTo>
                  <a:lnTo>
                    <a:pt x="33547" y="11372"/>
                  </a:lnTo>
                  <a:lnTo>
                    <a:pt x="34194" y="10708"/>
                  </a:lnTo>
                  <a:lnTo>
                    <a:pt x="34655" y="10662"/>
                  </a:lnTo>
                  <a:lnTo>
                    <a:pt x="35054" y="11282"/>
                  </a:lnTo>
                  <a:lnTo>
                    <a:pt x="36064" y="14142"/>
                  </a:lnTo>
                  <a:lnTo>
                    <a:pt x="37163" y="16754"/>
                  </a:lnTo>
                  <a:lnTo>
                    <a:pt x="37414" y="18084"/>
                  </a:lnTo>
                  <a:lnTo>
                    <a:pt x="38159" y="24377"/>
                  </a:lnTo>
                  <a:lnTo>
                    <a:pt x="39002" y="26190"/>
                  </a:lnTo>
                  <a:lnTo>
                    <a:pt x="40158" y="26715"/>
                  </a:lnTo>
                  <a:lnTo>
                    <a:pt x="41518" y="26718"/>
                  </a:lnTo>
                  <a:lnTo>
                    <a:pt x="42869" y="26980"/>
                  </a:lnTo>
                  <a:lnTo>
                    <a:pt x="46001" y="28449"/>
                  </a:lnTo>
                  <a:lnTo>
                    <a:pt x="47244" y="28247"/>
                  </a:lnTo>
                  <a:lnTo>
                    <a:pt x="48344" y="26770"/>
                  </a:lnTo>
                  <a:lnTo>
                    <a:pt x="49325" y="27728"/>
                  </a:lnTo>
                  <a:lnTo>
                    <a:pt x="51983" y="29497"/>
                  </a:lnTo>
                  <a:lnTo>
                    <a:pt x="53291" y="29892"/>
                  </a:lnTo>
                  <a:lnTo>
                    <a:pt x="54777" y="29387"/>
                  </a:lnTo>
                  <a:lnTo>
                    <a:pt x="56269" y="29280"/>
                  </a:lnTo>
                  <a:lnTo>
                    <a:pt x="56979" y="29791"/>
                  </a:lnTo>
                  <a:lnTo>
                    <a:pt x="57662" y="30559"/>
                  </a:lnTo>
                  <a:lnTo>
                    <a:pt x="58248" y="30836"/>
                  </a:lnTo>
                  <a:lnTo>
                    <a:pt x="58856" y="30821"/>
                  </a:lnTo>
                  <a:lnTo>
                    <a:pt x="59931" y="29344"/>
                  </a:lnTo>
                  <a:lnTo>
                    <a:pt x="60642" y="26637"/>
                  </a:lnTo>
                  <a:lnTo>
                    <a:pt x="61218" y="23223"/>
                  </a:lnTo>
                  <a:lnTo>
                    <a:pt x="61669" y="19668"/>
                  </a:lnTo>
                  <a:lnTo>
                    <a:pt x="61973" y="18139"/>
                  </a:lnTo>
                  <a:lnTo>
                    <a:pt x="62384" y="16788"/>
                  </a:lnTo>
                  <a:lnTo>
                    <a:pt x="62920" y="15911"/>
                  </a:lnTo>
                  <a:lnTo>
                    <a:pt x="63495" y="15366"/>
                  </a:lnTo>
                  <a:lnTo>
                    <a:pt x="65056" y="15703"/>
                  </a:lnTo>
                  <a:lnTo>
                    <a:pt x="65379" y="16563"/>
                  </a:lnTo>
                  <a:lnTo>
                    <a:pt x="67124" y="22600"/>
                  </a:lnTo>
                  <a:lnTo>
                    <a:pt x="67433" y="23122"/>
                  </a:lnTo>
                  <a:lnTo>
                    <a:pt x="69256" y="23500"/>
                  </a:lnTo>
                  <a:lnTo>
                    <a:pt x="69760" y="23304"/>
                  </a:lnTo>
                  <a:lnTo>
                    <a:pt x="70872" y="22092"/>
                  </a:lnTo>
                  <a:lnTo>
                    <a:pt x="71507" y="21985"/>
                  </a:lnTo>
                  <a:lnTo>
                    <a:pt x="72679" y="23477"/>
                  </a:lnTo>
                  <a:lnTo>
                    <a:pt x="73185" y="24747"/>
                  </a:lnTo>
                  <a:lnTo>
                    <a:pt x="73747" y="25685"/>
                  </a:lnTo>
                  <a:lnTo>
                    <a:pt x="76611" y="26646"/>
                  </a:lnTo>
                  <a:lnTo>
                    <a:pt x="77718" y="29228"/>
                  </a:lnTo>
                  <a:lnTo>
                    <a:pt x="78279" y="29575"/>
                  </a:lnTo>
                  <a:lnTo>
                    <a:pt x="80273" y="29260"/>
                  </a:lnTo>
                  <a:lnTo>
                    <a:pt x="81650" y="29514"/>
                  </a:lnTo>
                  <a:lnTo>
                    <a:pt x="82850" y="30206"/>
                  </a:lnTo>
                  <a:lnTo>
                    <a:pt x="83391" y="33874"/>
                  </a:lnTo>
                  <a:lnTo>
                    <a:pt x="83835" y="37640"/>
                  </a:lnTo>
                  <a:lnTo>
                    <a:pt x="84093" y="38918"/>
                  </a:lnTo>
                  <a:lnTo>
                    <a:pt x="85265" y="40211"/>
                  </a:lnTo>
                  <a:lnTo>
                    <a:pt x="85746" y="41377"/>
                  </a:lnTo>
                  <a:lnTo>
                    <a:pt x="85617" y="45134"/>
                  </a:lnTo>
                  <a:lnTo>
                    <a:pt x="85749" y="48703"/>
                  </a:lnTo>
                  <a:lnTo>
                    <a:pt x="88236" y="51814"/>
                  </a:lnTo>
                  <a:lnTo>
                    <a:pt x="90903" y="53600"/>
                  </a:lnTo>
                  <a:lnTo>
                    <a:pt x="93733" y="53768"/>
                  </a:lnTo>
                  <a:lnTo>
                    <a:pt x="96570" y="53153"/>
                  </a:lnTo>
                  <a:lnTo>
                    <a:pt x="98032" y="52391"/>
                  </a:lnTo>
                  <a:lnTo>
                    <a:pt x="99861" y="51058"/>
                  </a:lnTo>
                  <a:lnTo>
                    <a:pt x="100240" y="51084"/>
                  </a:lnTo>
                  <a:lnTo>
                    <a:pt x="103783" y="55164"/>
                  </a:lnTo>
                  <a:lnTo>
                    <a:pt x="104085" y="55796"/>
                  </a:lnTo>
                  <a:lnTo>
                    <a:pt x="104482" y="58844"/>
                  </a:lnTo>
                  <a:lnTo>
                    <a:pt x="104471" y="62064"/>
                  </a:lnTo>
                  <a:lnTo>
                    <a:pt x="103809" y="69708"/>
                  </a:lnTo>
                  <a:lnTo>
                    <a:pt x="103768" y="71806"/>
                  </a:lnTo>
                  <a:lnTo>
                    <a:pt x="103831" y="73901"/>
                  </a:lnTo>
                  <a:lnTo>
                    <a:pt x="104534" y="78455"/>
                  </a:lnTo>
                  <a:lnTo>
                    <a:pt x="104908" y="79770"/>
                  </a:lnTo>
                  <a:lnTo>
                    <a:pt x="106194" y="82163"/>
                  </a:lnTo>
                  <a:lnTo>
                    <a:pt x="106242" y="83418"/>
                  </a:lnTo>
                  <a:lnTo>
                    <a:pt x="106067" y="84670"/>
                  </a:lnTo>
                  <a:lnTo>
                    <a:pt x="104652" y="83810"/>
                  </a:lnTo>
                  <a:lnTo>
                    <a:pt x="103789" y="82771"/>
                  </a:lnTo>
                  <a:lnTo>
                    <a:pt x="103290" y="81057"/>
                  </a:lnTo>
                  <a:lnTo>
                    <a:pt x="102582" y="80091"/>
                  </a:lnTo>
                  <a:lnTo>
                    <a:pt x="101250" y="80440"/>
                  </a:lnTo>
                  <a:lnTo>
                    <a:pt x="98760" y="78723"/>
                  </a:lnTo>
                  <a:lnTo>
                    <a:pt x="95946" y="76054"/>
                  </a:lnTo>
                  <a:lnTo>
                    <a:pt x="90958" y="70401"/>
                  </a:lnTo>
                  <a:lnTo>
                    <a:pt x="89600" y="70447"/>
                  </a:lnTo>
                  <a:lnTo>
                    <a:pt x="88297" y="71168"/>
                  </a:lnTo>
                  <a:lnTo>
                    <a:pt x="86921" y="72608"/>
                  </a:lnTo>
                  <a:lnTo>
                    <a:pt x="85489" y="73633"/>
                  </a:lnTo>
                  <a:lnTo>
                    <a:pt x="84435" y="74019"/>
                  </a:lnTo>
                  <a:lnTo>
                    <a:pt x="83381" y="73736"/>
                  </a:lnTo>
                  <a:lnTo>
                    <a:pt x="80719" y="72377"/>
                  </a:lnTo>
                  <a:lnTo>
                    <a:pt x="78034" y="71500"/>
                  </a:lnTo>
                  <a:lnTo>
                    <a:pt x="71162" y="70943"/>
                  </a:lnTo>
                  <a:lnTo>
                    <a:pt x="69216" y="69662"/>
                  </a:lnTo>
                  <a:lnTo>
                    <a:pt x="66000" y="69007"/>
                  </a:lnTo>
                  <a:lnTo>
                    <a:pt x="63443" y="67896"/>
                  </a:lnTo>
                  <a:lnTo>
                    <a:pt x="60911" y="66343"/>
                  </a:lnTo>
                  <a:lnTo>
                    <a:pt x="54455" y="58694"/>
                  </a:lnTo>
                  <a:lnTo>
                    <a:pt x="52342" y="56858"/>
                  </a:lnTo>
                  <a:lnTo>
                    <a:pt x="45858" y="53208"/>
                  </a:lnTo>
                  <a:lnTo>
                    <a:pt x="44858" y="52914"/>
                  </a:lnTo>
                  <a:lnTo>
                    <a:pt x="42509" y="53185"/>
                  </a:lnTo>
                  <a:lnTo>
                    <a:pt x="41028" y="52114"/>
                  </a:lnTo>
                  <a:lnTo>
                    <a:pt x="39721" y="52091"/>
                  </a:lnTo>
                  <a:lnTo>
                    <a:pt x="37783" y="53277"/>
                  </a:lnTo>
                  <a:lnTo>
                    <a:pt x="37186" y="54128"/>
                  </a:lnTo>
                  <a:lnTo>
                    <a:pt x="36435" y="55929"/>
                  </a:lnTo>
                  <a:lnTo>
                    <a:pt x="35115" y="55843"/>
                  </a:lnTo>
                  <a:lnTo>
                    <a:pt x="33809" y="55496"/>
                  </a:lnTo>
                  <a:lnTo>
                    <a:pt x="30368" y="53776"/>
                  </a:lnTo>
                  <a:lnTo>
                    <a:pt x="29083" y="52720"/>
                  </a:lnTo>
                  <a:lnTo>
                    <a:pt x="27850" y="51159"/>
                  </a:lnTo>
                  <a:lnTo>
                    <a:pt x="26738" y="49125"/>
                  </a:lnTo>
                  <a:lnTo>
                    <a:pt x="26159" y="48392"/>
                  </a:lnTo>
                  <a:lnTo>
                    <a:pt x="23185" y="46317"/>
                  </a:lnTo>
                  <a:lnTo>
                    <a:pt x="20758" y="45601"/>
                  </a:lnTo>
                  <a:lnTo>
                    <a:pt x="15764" y="44658"/>
                  </a:lnTo>
                  <a:lnTo>
                    <a:pt x="14673" y="44029"/>
                  </a:lnTo>
                  <a:lnTo>
                    <a:pt x="13764" y="43273"/>
                  </a:lnTo>
                  <a:lnTo>
                    <a:pt x="13265" y="41590"/>
                  </a:lnTo>
                  <a:lnTo>
                    <a:pt x="13328" y="39452"/>
                  </a:lnTo>
                  <a:lnTo>
                    <a:pt x="13686" y="37602"/>
                  </a:lnTo>
                  <a:lnTo>
                    <a:pt x="14175" y="35744"/>
                  </a:lnTo>
                  <a:lnTo>
                    <a:pt x="14495" y="33966"/>
                  </a:lnTo>
                  <a:lnTo>
                    <a:pt x="10845" y="30247"/>
                  </a:lnTo>
                  <a:lnTo>
                    <a:pt x="7962" y="28212"/>
                  </a:lnTo>
                  <a:lnTo>
                    <a:pt x="6717" y="27823"/>
                  </a:lnTo>
                  <a:lnTo>
                    <a:pt x="5469" y="27832"/>
                  </a:lnTo>
                  <a:lnTo>
                    <a:pt x="4063" y="28253"/>
                  </a:lnTo>
                  <a:lnTo>
                    <a:pt x="2671" y="28057"/>
                  </a:lnTo>
                  <a:lnTo>
                    <a:pt x="2017" y="27451"/>
                  </a:lnTo>
                  <a:lnTo>
                    <a:pt x="1348" y="27243"/>
                  </a:lnTo>
                  <a:lnTo>
                    <a:pt x="678" y="27682"/>
                  </a:lnTo>
                  <a:lnTo>
                    <a:pt x="139" y="27511"/>
                  </a:lnTo>
                  <a:lnTo>
                    <a:pt x="0" y="25820"/>
                  </a:lnTo>
                  <a:lnTo>
                    <a:pt x="343" y="24383"/>
                  </a:lnTo>
                  <a:lnTo>
                    <a:pt x="1050" y="22750"/>
                  </a:lnTo>
                  <a:lnTo>
                    <a:pt x="1450" y="22461"/>
                  </a:lnTo>
                  <a:lnTo>
                    <a:pt x="1633" y="25015"/>
                  </a:lnTo>
                  <a:lnTo>
                    <a:pt x="1834" y="25523"/>
                  </a:lnTo>
                  <a:lnTo>
                    <a:pt x="2459" y="26083"/>
                  </a:lnTo>
                  <a:lnTo>
                    <a:pt x="2731" y="25924"/>
                  </a:lnTo>
                  <a:lnTo>
                    <a:pt x="3834" y="22658"/>
                  </a:lnTo>
                  <a:lnTo>
                    <a:pt x="4142" y="21053"/>
                  </a:lnTo>
                  <a:lnTo>
                    <a:pt x="4677" y="16705"/>
                  </a:lnTo>
                  <a:lnTo>
                    <a:pt x="5256" y="17544"/>
                  </a:lnTo>
                  <a:lnTo>
                    <a:pt x="5839" y="17025"/>
                  </a:lnTo>
                  <a:lnTo>
                    <a:pt x="6174" y="16332"/>
                  </a:lnTo>
                  <a:lnTo>
                    <a:pt x="7098" y="6270"/>
                  </a:lnTo>
                  <a:lnTo>
                    <a:pt x="7868" y="3332"/>
                  </a:lnTo>
                  <a:lnTo>
                    <a:pt x="8921" y="888"/>
                  </a:lnTo>
                  <a:lnTo>
                    <a:pt x="9445" y="294"/>
                  </a:lnTo>
                  <a:lnTo>
                    <a:pt x="10477" y="1789"/>
                  </a:lnTo>
                  <a:lnTo>
                    <a:pt x="12565" y="2360"/>
                  </a:lnTo>
                  <a:lnTo>
                    <a:pt x="13807" y="3350"/>
                  </a:lnTo>
                  <a:lnTo>
                    <a:pt x="15052" y="3477"/>
                  </a:lnTo>
                  <a:lnTo>
                    <a:pt x="16269" y="3964"/>
                  </a:lnTo>
                  <a:lnTo>
                    <a:pt x="17964" y="5733"/>
                  </a:lnTo>
                  <a:lnTo>
                    <a:pt x="18563" y="5549"/>
                  </a:lnTo>
                  <a:lnTo>
                    <a:pt x="19173" y="5000"/>
                  </a:lnTo>
                  <a:lnTo>
                    <a:pt x="20081" y="3081"/>
                  </a:lnTo>
                  <a:lnTo>
                    <a:pt x="20475" y="0"/>
                  </a:lnTo>
                  <a:lnTo>
                    <a:pt x="21790" y="1564"/>
                  </a:lnTo>
                  <a:lnTo>
                    <a:pt x="23717" y="218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3"/>
            <p:cNvSpPr/>
            <p:nvPr/>
          </p:nvSpPr>
          <p:spPr>
            <a:xfrm>
              <a:off x="4576373" y="3807824"/>
              <a:ext cx="897" cy="4178"/>
            </a:xfrm>
            <a:custGeom>
              <a:avLst/>
              <a:pathLst>
                <a:path w="897" h="4178">
                  <a:moveTo>
                    <a:pt x="897" y="2764"/>
                  </a:moveTo>
                  <a:lnTo>
                    <a:pt x="792" y="4178"/>
                  </a:lnTo>
                  <a:lnTo>
                    <a:pt x="379" y="2556"/>
                  </a:lnTo>
                  <a:lnTo>
                    <a:pt x="0" y="1748"/>
                  </a:lnTo>
                  <a:lnTo>
                    <a:pt x="40" y="0"/>
                  </a:lnTo>
                  <a:lnTo>
                    <a:pt x="575" y="64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4536212" y="3804724"/>
              <a:ext cx="1290" cy="20375"/>
            </a:xfrm>
            <a:custGeom>
              <a:avLst/>
              <a:pathLst>
                <a:path w="1290" h="20375">
                  <a:moveTo>
                    <a:pt x="1053" y="15458"/>
                  </a:moveTo>
                  <a:lnTo>
                    <a:pt x="587" y="20375"/>
                  </a:lnTo>
                  <a:lnTo>
                    <a:pt x="368" y="18641"/>
                  </a:lnTo>
                  <a:lnTo>
                    <a:pt x="285" y="14145"/>
                  </a:lnTo>
                  <a:lnTo>
                    <a:pt x="0" y="11963"/>
                  </a:lnTo>
                  <a:lnTo>
                    <a:pt x="181" y="9444"/>
                  </a:lnTo>
                  <a:lnTo>
                    <a:pt x="124" y="2983"/>
                  </a:lnTo>
                  <a:lnTo>
                    <a:pt x="474" y="0"/>
                  </a:lnTo>
                  <a:lnTo>
                    <a:pt x="1119" y="3797"/>
                  </a:lnTo>
                  <a:lnTo>
                    <a:pt x="1290" y="573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5"/>
            <p:cNvSpPr/>
            <p:nvPr/>
          </p:nvSpPr>
          <p:spPr>
            <a:xfrm>
              <a:off x="4447078" y="3803273"/>
              <a:ext cx="1604" cy="3555"/>
            </a:xfrm>
            <a:custGeom>
              <a:avLst/>
              <a:pathLst>
                <a:path w="1604" h="3555">
                  <a:moveTo>
                    <a:pt x="1514" y="2507"/>
                  </a:moveTo>
                  <a:lnTo>
                    <a:pt x="1270" y="3555"/>
                  </a:lnTo>
                  <a:lnTo>
                    <a:pt x="182" y="3471"/>
                  </a:lnTo>
                  <a:lnTo>
                    <a:pt x="0" y="2288"/>
                  </a:lnTo>
                  <a:lnTo>
                    <a:pt x="709" y="138"/>
                  </a:lnTo>
                  <a:lnTo>
                    <a:pt x="1181" y="0"/>
                  </a:lnTo>
                  <a:lnTo>
                    <a:pt x="1604" y="78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6"/>
            <p:cNvSpPr/>
            <p:nvPr/>
          </p:nvSpPr>
          <p:spPr>
            <a:xfrm>
              <a:off x="4674688" y="3799752"/>
              <a:ext cx="2009" cy="10047"/>
            </a:xfrm>
            <a:custGeom>
              <a:avLst/>
              <a:pathLst>
                <a:path w="2009" h="10047">
                  <a:moveTo>
                    <a:pt x="2009" y="7202"/>
                  </a:moveTo>
                  <a:lnTo>
                    <a:pt x="1318" y="10047"/>
                  </a:lnTo>
                  <a:lnTo>
                    <a:pt x="848" y="9043"/>
                  </a:lnTo>
                  <a:lnTo>
                    <a:pt x="582" y="9029"/>
                  </a:lnTo>
                  <a:lnTo>
                    <a:pt x="421" y="7358"/>
                  </a:lnTo>
                  <a:lnTo>
                    <a:pt x="580" y="3895"/>
                  </a:lnTo>
                  <a:lnTo>
                    <a:pt x="0" y="0"/>
                  </a:lnTo>
                  <a:lnTo>
                    <a:pt x="768" y="57"/>
                  </a:lnTo>
                  <a:lnTo>
                    <a:pt x="980" y="1220"/>
                  </a:lnTo>
                  <a:lnTo>
                    <a:pt x="1222" y="1615"/>
                  </a:lnTo>
                  <a:lnTo>
                    <a:pt x="1977" y="537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7"/>
            <p:cNvSpPr/>
            <p:nvPr/>
          </p:nvSpPr>
          <p:spPr>
            <a:xfrm>
              <a:off x="4691982" y="3794443"/>
              <a:ext cx="6869" cy="27716"/>
            </a:xfrm>
            <a:custGeom>
              <a:avLst/>
              <a:pathLst>
                <a:path w="6869" h="27716">
                  <a:moveTo>
                    <a:pt x="6743" y="8264"/>
                  </a:moveTo>
                  <a:lnTo>
                    <a:pt x="6653" y="9404"/>
                  </a:lnTo>
                  <a:lnTo>
                    <a:pt x="6645" y="11507"/>
                  </a:lnTo>
                  <a:lnTo>
                    <a:pt x="6834" y="13455"/>
                  </a:lnTo>
                  <a:lnTo>
                    <a:pt x="6348" y="15435"/>
                  </a:lnTo>
                  <a:lnTo>
                    <a:pt x="6802" y="18401"/>
                  </a:lnTo>
                  <a:lnTo>
                    <a:pt x="6869" y="19876"/>
                  </a:lnTo>
                  <a:lnTo>
                    <a:pt x="6844" y="21962"/>
                  </a:lnTo>
                  <a:lnTo>
                    <a:pt x="6714" y="22900"/>
                  </a:lnTo>
                  <a:lnTo>
                    <a:pt x="6370" y="25641"/>
                  </a:lnTo>
                  <a:lnTo>
                    <a:pt x="6027" y="26617"/>
                  </a:lnTo>
                  <a:lnTo>
                    <a:pt x="5768" y="26888"/>
                  </a:lnTo>
                  <a:lnTo>
                    <a:pt x="5501" y="27716"/>
                  </a:lnTo>
                  <a:lnTo>
                    <a:pt x="3270" y="26816"/>
                  </a:lnTo>
                  <a:lnTo>
                    <a:pt x="2305" y="24914"/>
                  </a:lnTo>
                  <a:lnTo>
                    <a:pt x="1446" y="22854"/>
                  </a:lnTo>
                  <a:lnTo>
                    <a:pt x="1264" y="21994"/>
                  </a:lnTo>
                  <a:lnTo>
                    <a:pt x="252" y="19590"/>
                  </a:lnTo>
                  <a:lnTo>
                    <a:pt x="20" y="18779"/>
                  </a:lnTo>
                  <a:lnTo>
                    <a:pt x="0" y="17498"/>
                  </a:lnTo>
                  <a:lnTo>
                    <a:pt x="817" y="17172"/>
                  </a:lnTo>
                  <a:lnTo>
                    <a:pt x="1690" y="17210"/>
                  </a:lnTo>
                  <a:lnTo>
                    <a:pt x="1652" y="16055"/>
                  </a:lnTo>
                  <a:lnTo>
                    <a:pt x="2157" y="11986"/>
                  </a:lnTo>
                  <a:lnTo>
                    <a:pt x="829" y="9369"/>
                  </a:lnTo>
                  <a:lnTo>
                    <a:pt x="593" y="8270"/>
                  </a:lnTo>
                  <a:lnTo>
                    <a:pt x="1069" y="7522"/>
                  </a:lnTo>
                  <a:lnTo>
                    <a:pt x="2136" y="8437"/>
                  </a:lnTo>
                  <a:lnTo>
                    <a:pt x="3443" y="3846"/>
                  </a:lnTo>
                  <a:lnTo>
                    <a:pt x="3829" y="2888"/>
                  </a:lnTo>
                  <a:lnTo>
                    <a:pt x="4012" y="328"/>
                  </a:lnTo>
                  <a:lnTo>
                    <a:pt x="4742" y="0"/>
                  </a:lnTo>
                  <a:lnTo>
                    <a:pt x="5261" y="331"/>
                  </a:lnTo>
                  <a:lnTo>
                    <a:pt x="5597" y="1921"/>
                  </a:lnTo>
                  <a:lnTo>
                    <a:pt x="5730" y="3306"/>
                  </a:lnTo>
                  <a:lnTo>
                    <a:pt x="5591" y="4550"/>
                  </a:lnTo>
                  <a:lnTo>
                    <a:pt x="6219" y="519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8"/>
            <p:cNvSpPr/>
            <p:nvPr/>
          </p:nvSpPr>
          <p:spPr>
            <a:xfrm>
              <a:off x="4677128" y="3790994"/>
              <a:ext cx="3722" cy="20014"/>
            </a:xfrm>
            <a:custGeom>
              <a:avLst/>
              <a:pathLst>
                <a:path w="3722" h="20014">
                  <a:moveTo>
                    <a:pt x="922" y="17475"/>
                  </a:moveTo>
                  <a:lnTo>
                    <a:pt x="0" y="20014"/>
                  </a:lnTo>
                  <a:lnTo>
                    <a:pt x="870" y="14024"/>
                  </a:lnTo>
                  <a:lnTo>
                    <a:pt x="1052" y="10991"/>
                  </a:lnTo>
                  <a:lnTo>
                    <a:pt x="1859" y="9182"/>
                  </a:lnTo>
                  <a:lnTo>
                    <a:pt x="3061" y="0"/>
                  </a:lnTo>
                  <a:lnTo>
                    <a:pt x="3332" y="213"/>
                  </a:lnTo>
                  <a:lnTo>
                    <a:pt x="3722" y="1108"/>
                  </a:lnTo>
                  <a:lnTo>
                    <a:pt x="3118" y="7840"/>
                  </a:lnTo>
                  <a:lnTo>
                    <a:pt x="1431" y="1256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39"/>
            <p:cNvSpPr/>
            <p:nvPr/>
          </p:nvSpPr>
          <p:spPr>
            <a:xfrm>
              <a:off x="4328126" y="3790273"/>
              <a:ext cx="3346" cy="5829"/>
            </a:xfrm>
            <a:custGeom>
              <a:avLst/>
              <a:pathLst>
                <a:path w="3346" h="5829">
                  <a:moveTo>
                    <a:pt x="2912" y="5687"/>
                  </a:moveTo>
                  <a:lnTo>
                    <a:pt x="1989" y="5829"/>
                  </a:lnTo>
                  <a:lnTo>
                    <a:pt x="281" y="2195"/>
                  </a:lnTo>
                  <a:lnTo>
                    <a:pt x="0" y="1073"/>
                  </a:lnTo>
                  <a:lnTo>
                    <a:pt x="485" y="0"/>
                  </a:lnTo>
                  <a:lnTo>
                    <a:pt x="995" y="77"/>
                  </a:lnTo>
                  <a:lnTo>
                    <a:pt x="2964" y="2369"/>
                  </a:lnTo>
                  <a:lnTo>
                    <a:pt x="3346" y="350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0"/>
            <p:cNvSpPr/>
            <p:nvPr/>
          </p:nvSpPr>
          <p:spPr>
            <a:xfrm>
              <a:off x="4571475" y="3789197"/>
              <a:ext cx="974" cy="3641"/>
            </a:xfrm>
            <a:custGeom>
              <a:avLst/>
              <a:pathLst>
                <a:path w="974" h="3641">
                  <a:moveTo>
                    <a:pt x="974" y="643"/>
                  </a:moveTo>
                  <a:lnTo>
                    <a:pt x="929" y="3641"/>
                  </a:lnTo>
                  <a:lnTo>
                    <a:pt x="473" y="3474"/>
                  </a:lnTo>
                  <a:lnTo>
                    <a:pt x="104" y="2423"/>
                  </a:lnTo>
                  <a:lnTo>
                    <a:pt x="0" y="1434"/>
                  </a:lnTo>
                  <a:lnTo>
                    <a:pt x="20" y="629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1"/>
            <p:cNvSpPr/>
            <p:nvPr/>
          </p:nvSpPr>
          <p:spPr>
            <a:xfrm>
              <a:off x="4551803" y="3783951"/>
              <a:ext cx="2876" cy="11597"/>
            </a:xfrm>
            <a:custGeom>
              <a:avLst/>
              <a:pathLst>
                <a:path w="2876" h="11597">
                  <a:moveTo>
                    <a:pt x="2662" y="10806"/>
                  </a:moveTo>
                  <a:lnTo>
                    <a:pt x="1942" y="11597"/>
                  </a:lnTo>
                  <a:lnTo>
                    <a:pt x="577" y="8215"/>
                  </a:lnTo>
                  <a:lnTo>
                    <a:pt x="0" y="5433"/>
                  </a:lnTo>
                  <a:lnTo>
                    <a:pt x="138" y="3860"/>
                  </a:lnTo>
                  <a:lnTo>
                    <a:pt x="546" y="2481"/>
                  </a:lnTo>
                  <a:lnTo>
                    <a:pt x="740" y="2138"/>
                  </a:lnTo>
                  <a:lnTo>
                    <a:pt x="656" y="701"/>
                  </a:lnTo>
                  <a:lnTo>
                    <a:pt x="1194" y="0"/>
                  </a:lnTo>
                  <a:lnTo>
                    <a:pt x="1785" y="98"/>
                  </a:lnTo>
                  <a:lnTo>
                    <a:pt x="2173" y="2025"/>
                  </a:lnTo>
                  <a:lnTo>
                    <a:pt x="2640" y="2556"/>
                  </a:lnTo>
                  <a:lnTo>
                    <a:pt x="2876" y="440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2"/>
            <p:cNvSpPr/>
            <p:nvPr/>
          </p:nvSpPr>
          <p:spPr>
            <a:xfrm>
              <a:off x="4557192" y="3770547"/>
              <a:ext cx="5413" cy="22828"/>
            </a:xfrm>
            <a:custGeom>
              <a:avLst/>
              <a:pathLst>
                <a:path w="5413" h="22828">
                  <a:moveTo>
                    <a:pt x="4110" y="19229"/>
                  </a:moveTo>
                  <a:lnTo>
                    <a:pt x="3818" y="21192"/>
                  </a:lnTo>
                  <a:lnTo>
                    <a:pt x="3188" y="22718"/>
                  </a:lnTo>
                  <a:lnTo>
                    <a:pt x="2686" y="22828"/>
                  </a:lnTo>
                  <a:lnTo>
                    <a:pt x="2163" y="22516"/>
                  </a:lnTo>
                  <a:lnTo>
                    <a:pt x="1236" y="21180"/>
                  </a:lnTo>
                  <a:lnTo>
                    <a:pt x="1001" y="22588"/>
                  </a:lnTo>
                  <a:lnTo>
                    <a:pt x="271" y="22525"/>
                  </a:lnTo>
                  <a:lnTo>
                    <a:pt x="0" y="20710"/>
                  </a:lnTo>
                  <a:lnTo>
                    <a:pt x="521" y="15337"/>
                  </a:lnTo>
                  <a:lnTo>
                    <a:pt x="1285" y="13331"/>
                  </a:lnTo>
                  <a:lnTo>
                    <a:pt x="1214" y="11225"/>
                  </a:lnTo>
                  <a:lnTo>
                    <a:pt x="583" y="6735"/>
                  </a:lnTo>
                  <a:lnTo>
                    <a:pt x="974" y="4389"/>
                  </a:lnTo>
                  <a:lnTo>
                    <a:pt x="2740" y="2614"/>
                  </a:lnTo>
                  <a:lnTo>
                    <a:pt x="4279" y="450"/>
                  </a:lnTo>
                  <a:lnTo>
                    <a:pt x="4756" y="0"/>
                  </a:lnTo>
                  <a:lnTo>
                    <a:pt x="5185" y="1665"/>
                  </a:lnTo>
                  <a:lnTo>
                    <a:pt x="5413" y="9314"/>
                  </a:lnTo>
                  <a:lnTo>
                    <a:pt x="3758" y="1536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3"/>
            <p:cNvSpPr/>
            <p:nvPr/>
          </p:nvSpPr>
          <p:spPr>
            <a:xfrm>
              <a:off x="4560620" y="3763699"/>
              <a:ext cx="7018" cy="37952"/>
            </a:xfrm>
            <a:custGeom>
              <a:avLst/>
              <a:pathLst>
                <a:path w="7018" h="37952">
                  <a:moveTo>
                    <a:pt x="6754" y="4853"/>
                  </a:moveTo>
                  <a:lnTo>
                    <a:pt x="7018" y="11207"/>
                  </a:lnTo>
                  <a:lnTo>
                    <a:pt x="6935" y="12875"/>
                  </a:lnTo>
                  <a:lnTo>
                    <a:pt x="6296" y="10431"/>
                  </a:lnTo>
                  <a:lnTo>
                    <a:pt x="6067" y="9943"/>
                  </a:lnTo>
                  <a:lnTo>
                    <a:pt x="5891" y="10431"/>
                  </a:lnTo>
                  <a:lnTo>
                    <a:pt x="5665" y="10700"/>
                  </a:lnTo>
                  <a:lnTo>
                    <a:pt x="5339" y="10676"/>
                  </a:lnTo>
                  <a:lnTo>
                    <a:pt x="4916" y="13144"/>
                  </a:lnTo>
                  <a:lnTo>
                    <a:pt x="4879" y="15464"/>
                  </a:lnTo>
                  <a:lnTo>
                    <a:pt x="4559" y="17025"/>
                  </a:lnTo>
                  <a:lnTo>
                    <a:pt x="4391" y="22207"/>
                  </a:lnTo>
                  <a:lnTo>
                    <a:pt x="4497" y="23604"/>
                  </a:lnTo>
                  <a:lnTo>
                    <a:pt x="4992" y="22914"/>
                  </a:lnTo>
                  <a:lnTo>
                    <a:pt x="5297" y="22738"/>
                  </a:lnTo>
                  <a:lnTo>
                    <a:pt x="6415" y="24735"/>
                  </a:lnTo>
                  <a:lnTo>
                    <a:pt x="7006" y="26193"/>
                  </a:lnTo>
                  <a:lnTo>
                    <a:pt x="6840" y="27956"/>
                  </a:lnTo>
                  <a:lnTo>
                    <a:pt x="6083" y="29733"/>
                  </a:lnTo>
                  <a:lnTo>
                    <a:pt x="5205" y="30507"/>
                  </a:lnTo>
                  <a:lnTo>
                    <a:pt x="4551" y="29745"/>
                  </a:lnTo>
                  <a:lnTo>
                    <a:pt x="4358" y="30105"/>
                  </a:lnTo>
                  <a:lnTo>
                    <a:pt x="3971" y="31020"/>
                  </a:lnTo>
                  <a:lnTo>
                    <a:pt x="3677" y="32224"/>
                  </a:lnTo>
                  <a:lnTo>
                    <a:pt x="3761" y="33461"/>
                  </a:lnTo>
                  <a:lnTo>
                    <a:pt x="3011" y="36968"/>
                  </a:lnTo>
                  <a:lnTo>
                    <a:pt x="2579" y="37952"/>
                  </a:lnTo>
                  <a:lnTo>
                    <a:pt x="1682" y="36878"/>
                  </a:lnTo>
                  <a:lnTo>
                    <a:pt x="1129" y="37802"/>
                  </a:lnTo>
                  <a:lnTo>
                    <a:pt x="682" y="37718"/>
                  </a:lnTo>
                  <a:lnTo>
                    <a:pt x="0" y="34209"/>
                  </a:lnTo>
                  <a:lnTo>
                    <a:pt x="16" y="32561"/>
                  </a:lnTo>
                  <a:lnTo>
                    <a:pt x="650" y="30711"/>
                  </a:lnTo>
                  <a:lnTo>
                    <a:pt x="654" y="29378"/>
                  </a:lnTo>
                  <a:lnTo>
                    <a:pt x="967" y="27892"/>
                  </a:lnTo>
                  <a:lnTo>
                    <a:pt x="1663" y="25855"/>
                  </a:lnTo>
                  <a:lnTo>
                    <a:pt x="2061" y="24326"/>
                  </a:lnTo>
                  <a:lnTo>
                    <a:pt x="2073" y="23353"/>
                  </a:lnTo>
                  <a:lnTo>
                    <a:pt x="2369" y="19665"/>
                  </a:lnTo>
                  <a:lnTo>
                    <a:pt x="2485" y="18119"/>
                  </a:lnTo>
                  <a:lnTo>
                    <a:pt x="2685" y="16474"/>
                  </a:lnTo>
                  <a:lnTo>
                    <a:pt x="3003" y="13129"/>
                  </a:lnTo>
                  <a:lnTo>
                    <a:pt x="3047" y="6839"/>
                  </a:lnTo>
                  <a:lnTo>
                    <a:pt x="4109" y="1647"/>
                  </a:lnTo>
                  <a:lnTo>
                    <a:pt x="5147" y="230"/>
                  </a:lnTo>
                  <a:lnTo>
                    <a:pt x="5560" y="0"/>
                  </a:lnTo>
                  <a:lnTo>
                    <a:pt x="5495" y="137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4"/>
            <p:cNvSpPr/>
            <p:nvPr/>
          </p:nvSpPr>
          <p:spPr>
            <a:xfrm>
              <a:off x="4682531" y="3755547"/>
              <a:ext cx="3417" cy="5563"/>
            </a:xfrm>
            <a:custGeom>
              <a:avLst/>
              <a:pathLst>
                <a:path w="3417" h="5563">
                  <a:moveTo>
                    <a:pt x="2837" y="3985"/>
                  </a:moveTo>
                  <a:lnTo>
                    <a:pt x="3417" y="5563"/>
                  </a:lnTo>
                  <a:lnTo>
                    <a:pt x="2067" y="4325"/>
                  </a:lnTo>
                  <a:lnTo>
                    <a:pt x="137" y="1731"/>
                  </a:lnTo>
                  <a:lnTo>
                    <a:pt x="0" y="0"/>
                  </a:lnTo>
                  <a:lnTo>
                    <a:pt x="1629" y="262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5"/>
            <p:cNvSpPr/>
            <p:nvPr/>
          </p:nvSpPr>
          <p:spPr>
            <a:xfrm>
              <a:off x="4564981" y="3751703"/>
              <a:ext cx="3156" cy="7456"/>
            </a:xfrm>
            <a:custGeom>
              <a:avLst/>
              <a:pathLst>
                <a:path w="3156" h="7456">
                  <a:moveTo>
                    <a:pt x="3103" y="3901"/>
                  </a:moveTo>
                  <a:lnTo>
                    <a:pt x="1992" y="7456"/>
                  </a:lnTo>
                  <a:lnTo>
                    <a:pt x="1216" y="7274"/>
                  </a:lnTo>
                  <a:lnTo>
                    <a:pt x="291" y="4937"/>
                  </a:lnTo>
                  <a:lnTo>
                    <a:pt x="21" y="2374"/>
                  </a:lnTo>
                  <a:lnTo>
                    <a:pt x="0" y="1448"/>
                  </a:lnTo>
                  <a:lnTo>
                    <a:pt x="634" y="0"/>
                  </a:lnTo>
                  <a:lnTo>
                    <a:pt x="2757" y="490"/>
                  </a:lnTo>
                  <a:lnTo>
                    <a:pt x="3156" y="17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4626557" y="3737927"/>
              <a:ext cx="1941" cy="3638"/>
            </a:xfrm>
            <a:custGeom>
              <a:avLst/>
              <a:pathLst>
                <a:path w="1941" h="3638">
                  <a:moveTo>
                    <a:pt x="1941" y="2089"/>
                  </a:moveTo>
                  <a:lnTo>
                    <a:pt x="0" y="3638"/>
                  </a:lnTo>
                  <a:lnTo>
                    <a:pt x="416" y="758"/>
                  </a:lnTo>
                  <a:lnTo>
                    <a:pt x="680" y="0"/>
                  </a:lnTo>
                  <a:lnTo>
                    <a:pt x="1643" y="78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4621259" y="3737855"/>
              <a:ext cx="4588" cy="7644"/>
            </a:xfrm>
            <a:custGeom>
              <a:avLst/>
              <a:pathLst>
                <a:path w="4588" h="7644">
                  <a:moveTo>
                    <a:pt x="3981" y="4795"/>
                  </a:moveTo>
                  <a:lnTo>
                    <a:pt x="3689" y="5875"/>
                  </a:lnTo>
                  <a:lnTo>
                    <a:pt x="3029" y="6587"/>
                  </a:lnTo>
                  <a:lnTo>
                    <a:pt x="2477" y="6512"/>
                  </a:lnTo>
                  <a:lnTo>
                    <a:pt x="2656" y="5476"/>
                  </a:lnTo>
                  <a:lnTo>
                    <a:pt x="2519" y="4870"/>
                  </a:lnTo>
                  <a:lnTo>
                    <a:pt x="2110" y="5145"/>
                  </a:lnTo>
                  <a:lnTo>
                    <a:pt x="1444" y="5976"/>
                  </a:lnTo>
                  <a:lnTo>
                    <a:pt x="602" y="7644"/>
                  </a:lnTo>
                  <a:lnTo>
                    <a:pt x="106" y="6818"/>
                  </a:lnTo>
                  <a:lnTo>
                    <a:pt x="0" y="5526"/>
                  </a:lnTo>
                  <a:lnTo>
                    <a:pt x="28" y="4937"/>
                  </a:lnTo>
                  <a:lnTo>
                    <a:pt x="1035" y="2617"/>
                  </a:lnTo>
                  <a:lnTo>
                    <a:pt x="2204" y="2221"/>
                  </a:lnTo>
                  <a:lnTo>
                    <a:pt x="3853" y="0"/>
                  </a:lnTo>
                  <a:lnTo>
                    <a:pt x="4588" y="106"/>
                  </a:lnTo>
                  <a:lnTo>
                    <a:pt x="4413" y="1517"/>
                  </a:lnTo>
                  <a:lnTo>
                    <a:pt x="4156" y="2522"/>
                  </a:lnTo>
                  <a:lnTo>
                    <a:pt x="4002" y="357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4628755" y="3737339"/>
              <a:ext cx="1559" cy="3182"/>
            </a:xfrm>
            <a:custGeom>
              <a:avLst/>
              <a:pathLst>
                <a:path w="1559" h="3182">
                  <a:moveTo>
                    <a:pt x="1559" y="1538"/>
                  </a:moveTo>
                  <a:lnTo>
                    <a:pt x="1532" y="2787"/>
                  </a:lnTo>
                  <a:lnTo>
                    <a:pt x="1454" y="3182"/>
                  </a:lnTo>
                  <a:lnTo>
                    <a:pt x="836" y="2747"/>
                  </a:lnTo>
                  <a:lnTo>
                    <a:pt x="390" y="2770"/>
                  </a:lnTo>
                  <a:lnTo>
                    <a:pt x="0" y="513"/>
                  </a:lnTo>
                  <a:lnTo>
                    <a:pt x="110" y="0"/>
                  </a:lnTo>
                  <a:lnTo>
                    <a:pt x="923" y="646"/>
                  </a:lnTo>
                  <a:lnTo>
                    <a:pt x="1230" y="87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4489553" y="3734534"/>
              <a:ext cx="1140" cy="6997"/>
            </a:xfrm>
            <a:custGeom>
              <a:avLst/>
              <a:pathLst>
                <a:path w="1140" h="6997">
                  <a:moveTo>
                    <a:pt x="1107" y="1907"/>
                  </a:moveTo>
                  <a:lnTo>
                    <a:pt x="695" y="6997"/>
                  </a:lnTo>
                  <a:lnTo>
                    <a:pt x="0" y="4112"/>
                  </a:lnTo>
                  <a:lnTo>
                    <a:pt x="780" y="692"/>
                  </a:lnTo>
                  <a:lnTo>
                    <a:pt x="114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4616293" y="3730231"/>
              <a:ext cx="1607" cy="3099"/>
            </a:xfrm>
            <a:custGeom>
              <a:avLst/>
              <a:pathLst>
                <a:path w="1607" h="3099">
                  <a:moveTo>
                    <a:pt x="1346" y="1797"/>
                  </a:moveTo>
                  <a:lnTo>
                    <a:pt x="1607" y="3099"/>
                  </a:lnTo>
                  <a:lnTo>
                    <a:pt x="492" y="2276"/>
                  </a:lnTo>
                  <a:lnTo>
                    <a:pt x="0" y="1001"/>
                  </a:lnTo>
                  <a:lnTo>
                    <a:pt x="485" y="213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4486053" y="3730136"/>
              <a:ext cx="3410" cy="23728"/>
            </a:xfrm>
            <a:custGeom>
              <a:avLst/>
              <a:pathLst>
                <a:path w="3410" h="23728">
                  <a:moveTo>
                    <a:pt x="3235" y="18234"/>
                  </a:moveTo>
                  <a:lnTo>
                    <a:pt x="851" y="23728"/>
                  </a:lnTo>
                  <a:lnTo>
                    <a:pt x="459" y="22334"/>
                  </a:lnTo>
                  <a:lnTo>
                    <a:pt x="665" y="16736"/>
                  </a:lnTo>
                  <a:lnTo>
                    <a:pt x="0" y="13262"/>
                  </a:lnTo>
                  <a:lnTo>
                    <a:pt x="46" y="10676"/>
                  </a:lnTo>
                  <a:lnTo>
                    <a:pt x="513" y="6111"/>
                  </a:lnTo>
                  <a:lnTo>
                    <a:pt x="1124" y="2614"/>
                  </a:lnTo>
                  <a:lnTo>
                    <a:pt x="2509" y="274"/>
                  </a:lnTo>
                  <a:lnTo>
                    <a:pt x="2854" y="0"/>
                  </a:lnTo>
                  <a:lnTo>
                    <a:pt x="2767" y="4247"/>
                  </a:lnTo>
                  <a:lnTo>
                    <a:pt x="3045" y="5843"/>
                  </a:lnTo>
                  <a:lnTo>
                    <a:pt x="3142" y="7208"/>
                  </a:lnTo>
                  <a:lnTo>
                    <a:pt x="2994" y="8382"/>
                  </a:lnTo>
                  <a:lnTo>
                    <a:pt x="3256" y="13813"/>
                  </a:lnTo>
                  <a:lnTo>
                    <a:pt x="3410" y="15126"/>
                  </a:lnTo>
                  <a:lnTo>
                    <a:pt x="3076" y="1683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4599700" y="3724645"/>
              <a:ext cx="13828" cy="22409"/>
            </a:xfrm>
            <a:custGeom>
              <a:avLst/>
              <a:pathLst>
                <a:path w="13828" h="22409">
                  <a:moveTo>
                    <a:pt x="9477" y="669"/>
                  </a:moveTo>
                  <a:lnTo>
                    <a:pt x="11344" y="2977"/>
                  </a:lnTo>
                  <a:lnTo>
                    <a:pt x="11769" y="4484"/>
                  </a:lnTo>
                  <a:lnTo>
                    <a:pt x="12103" y="6273"/>
                  </a:lnTo>
                  <a:lnTo>
                    <a:pt x="12470" y="7257"/>
                  </a:lnTo>
                  <a:lnTo>
                    <a:pt x="12911" y="8062"/>
                  </a:lnTo>
                  <a:lnTo>
                    <a:pt x="13636" y="9626"/>
                  </a:lnTo>
                  <a:lnTo>
                    <a:pt x="13828" y="11992"/>
                  </a:lnTo>
                  <a:lnTo>
                    <a:pt x="13661" y="16777"/>
                  </a:lnTo>
                  <a:lnTo>
                    <a:pt x="12816" y="17198"/>
                  </a:lnTo>
                  <a:lnTo>
                    <a:pt x="12020" y="17896"/>
                  </a:lnTo>
                  <a:lnTo>
                    <a:pt x="10384" y="20664"/>
                  </a:lnTo>
                  <a:lnTo>
                    <a:pt x="9577" y="21206"/>
                  </a:lnTo>
                  <a:lnTo>
                    <a:pt x="8717" y="21391"/>
                  </a:lnTo>
                  <a:lnTo>
                    <a:pt x="8106" y="22115"/>
                  </a:lnTo>
                  <a:lnTo>
                    <a:pt x="7492" y="22409"/>
                  </a:lnTo>
                  <a:lnTo>
                    <a:pt x="5907" y="20874"/>
                  </a:lnTo>
                  <a:lnTo>
                    <a:pt x="4367" y="19071"/>
                  </a:lnTo>
                  <a:lnTo>
                    <a:pt x="2135" y="15954"/>
                  </a:lnTo>
                  <a:lnTo>
                    <a:pt x="1724" y="15192"/>
                  </a:lnTo>
                  <a:lnTo>
                    <a:pt x="1365" y="13519"/>
                  </a:lnTo>
                  <a:lnTo>
                    <a:pt x="341" y="10512"/>
                  </a:lnTo>
                  <a:lnTo>
                    <a:pt x="85" y="8587"/>
                  </a:lnTo>
                  <a:lnTo>
                    <a:pt x="0" y="3110"/>
                  </a:lnTo>
                  <a:lnTo>
                    <a:pt x="268" y="1858"/>
                  </a:lnTo>
                  <a:lnTo>
                    <a:pt x="701" y="1188"/>
                  </a:lnTo>
                  <a:lnTo>
                    <a:pt x="2193" y="2449"/>
                  </a:lnTo>
                  <a:lnTo>
                    <a:pt x="3177" y="1122"/>
                  </a:lnTo>
                  <a:lnTo>
                    <a:pt x="6002" y="0"/>
                  </a:lnTo>
                  <a:lnTo>
                    <a:pt x="8877" y="11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4620228" y="3720841"/>
              <a:ext cx="1744" cy="2467"/>
            </a:xfrm>
            <a:custGeom>
              <a:avLst/>
              <a:pathLst>
                <a:path w="1744" h="2467">
                  <a:moveTo>
                    <a:pt x="1744" y="0"/>
                  </a:moveTo>
                  <a:lnTo>
                    <a:pt x="1174" y="2467"/>
                  </a:lnTo>
                  <a:lnTo>
                    <a:pt x="174" y="2357"/>
                  </a:lnTo>
                  <a:lnTo>
                    <a:pt x="0" y="2005"/>
                  </a:lnTo>
                  <a:lnTo>
                    <a:pt x="1182" y="46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4380726" y="3719730"/>
              <a:ext cx="1905" cy="3734"/>
            </a:xfrm>
            <a:custGeom>
              <a:avLst/>
              <a:pathLst>
                <a:path w="1905" h="3734">
                  <a:moveTo>
                    <a:pt x="1630" y="3142"/>
                  </a:moveTo>
                  <a:lnTo>
                    <a:pt x="1440" y="3734"/>
                  </a:lnTo>
                  <a:lnTo>
                    <a:pt x="810" y="3413"/>
                  </a:lnTo>
                  <a:lnTo>
                    <a:pt x="357" y="2597"/>
                  </a:lnTo>
                  <a:lnTo>
                    <a:pt x="71" y="1817"/>
                  </a:lnTo>
                  <a:lnTo>
                    <a:pt x="0" y="1001"/>
                  </a:lnTo>
                  <a:lnTo>
                    <a:pt x="613" y="0"/>
                  </a:lnTo>
                  <a:lnTo>
                    <a:pt x="1905" y="103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4388215" y="3717832"/>
              <a:ext cx="1104" cy="2677"/>
            </a:xfrm>
            <a:custGeom>
              <a:avLst/>
              <a:pathLst>
                <a:path w="1104" h="2677">
                  <a:moveTo>
                    <a:pt x="805" y="1916"/>
                  </a:moveTo>
                  <a:lnTo>
                    <a:pt x="344" y="2677"/>
                  </a:lnTo>
                  <a:lnTo>
                    <a:pt x="77" y="1947"/>
                  </a:lnTo>
                  <a:lnTo>
                    <a:pt x="0" y="1131"/>
                  </a:lnTo>
                  <a:lnTo>
                    <a:pt x="191" y="100"/>
                  </a:lnTo>
                  <a:lnTo>
                    <a:pt x="817" y="0"/>
                  </a:lnTo>
                  <a:lnTo>
                    <a:pt x="1104" y="30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4620724" y="3716386"/>
              <a:ext cx="33862" cy="31675"/>
            </a:xfrm>
            <a:custGeom>
              <a:avLst/>
              <a:pathLst>
                <a:path w="33862" h="31675">
                  <a:moveTo>
                    <a:pt x="21311" y="2366"/>
                  </a:moveTo>
                  <a:lnTo>
                    <a:pt x="23919" y="5641"/>
                  </a:lnTo>
                  <a:lnTo>
                    <a:pt x="25271" y="6123"/>
                  </a:lnTo>
                  <a:lnTo>
                    <a:pt x="27544" y="5696"/>
                  </a:lnTo>
                  <a:lnTo>
                    <a:pt x="28401" y="6016"/>
                  </a:lnTo>
                  <a:lnTo>
                    <a:pt x="30568" y="10197"/>
                  </a:lnTo>
                  <a:lnTo>
                    <a:pt x="31200" y="13069"/>
                  </a:lnTo>
                  <a:lnTo>
                    <a:pt x="31383" y="15547"/>
                  </a:lnTo>
                  <a:lnTo>
                    <a:pt x="31717" y="17899"/>
                  </a:lnTo>
                  <a:lnTo>
                    <a:pt x="32251" y="18485"/>
                  </a:lnTo>
                  <a:lnTo>
                    <a:pt x="32879" y="18704"/>
                  </a:lnTo>
                  <a:lnTo>
                    <a:pt x="33699" y="22089"/>
                  </a:lnTo>
                  <a:lnTo>
                    <a:pt x="33862" y="23183"/>
                  </a:lnTo>
                  <a:lnTo>
                    <a:pt x="33239" y="31675"/>
                  </a:lnTo>
                  <a:lnTo>
                    <a:pt x="30687" y="28458"/>
                  </a:lnTo>
                  <a:lnTo>
                    <a:pt x="28220" y="24805"/>
                  </a:lnTo>
                  <a:lnTo>
                    <a:pt x="27159" y="23448"/>
                  </a:lnTo>
                  <a:lnTo>
                    <a:pt x="24318" y="20358"/>
                  </a:lnTo>
                  <a:lnTo>
                    <a:pt x="23883" y="19299"/>
                  </a:lnTo>
                  <a:lnTo>
                    <a:pt x="23564" y="17902"/>
                  </a:lnTo>
                  <a:lnTo>
                    <a:pt x="22327" y="15998"/>
                  </a:lnTo>
                  <a:lnTo>
                    <a:pt x="19857" y="15703"/>
                  </a:lnTo>
                  <a:lnTo>
                    <a:pt x="18930" y="15752"/>
                  </a:lnTo>
                  <a:lnTo>
                    <a:pt x="18552" y="16038"/>
                  </a:lnTo>
                  <a:lnTo>
                    <a:pt x="18651" y="17062"/>
                  </a:lnTo>
                  <a:lnTo>
                    <a:pt x="18665" y="19146"/>
                  </a:lnTo>
                  <a:lnTo>
                    <a:pt x="18052" y="19723"/>
                  </a:lnTo>
                  <a:lnTo>
                    <a:pt x="16520" y="18407"/>
                  </a:lnTo>
                  <a:lnTo>
                    <a:pt x="15150" y="17934"/>
                  </a:lnTo>
                  <a:lnTo>
                    <a:pt x="13963" y="16650"/>
                  </a:lnTo>
                  <a:lnTo>
                    <a:pt x="12372" y="15966"/>
                  </a:lnTo>
                  <a:lnTo>
                    <a:pt x="12197" y="15319"/>
                  </a:lnTo>
                  <a:lnTo>
                    <a:pt x="12333" y="14358"/>
                  </a:lnTo>
                  <a:lnTo>
                    <a:pt x="12262" y="13455"/>
                  </a:lnTo>
                  <a:lnTo>
                    <a:pt x="11894" y="13106"/>
                  </a:lnTo>
                  <a:lnTo>
                    <a:pt x="11180" y="13273"/>
                  </a:lnTo>
                  <a:lnTo>
                    <a:pt x="10490" y="14180"/>
                  </a:lnTo>
                  <a:lnTo>
                    <a:pt x="9917" y="15210"/>
                  </a:lnTo>
                  <a:lnTo>
                    <a:pt x="9073" y="18049"/>
                  </a:lnTo>
                  <a:lnTo>
                    <a:pt x="8641" y="19137"/>
                  </a:lnTo>
                  <a:lnTo>
                    <a:pt x="7252" y="19602"/>
                  </a:lnTo>
                  <a:lnTo>
                    <a:pt x="6676" y="19328"/>
                  </a:lnTo>
                  <a:lnTo>
                    <a:pt x="6146" y="18623"/>
                  </a:lnTo>
                  <a:lnTo>
                    <a:pt x="4565" y="13438"/>
                  </a:lnTo>
                  <a:lnTo>
                    <a:pt x="4032" y="12318"/>
                  </a:lnTo>
                  <a:lnTo>
                    <a:pt x="3437" y="11404"/>
                  </a:lnTo>
                  <a:lnTo>
                    <a:pt x="2885" y="10982"/>
                  </a:lnTo>
                  <a:lnTo>
                    <a:pt x="2318" y="11770"/>
                  </a:lnTo>
                  <a:lnTo>
                    <a:pt x="2019" y="13380"/>
                  </a:lnTo>
                  <a:lnTo>
                    <a:pt x="1885" y="15293"/>
                  </a:lnTo>
                  <a:lnTo>
                    <a:pt x="1727" y="16393"/>
                  </a:lnTo>
                  <a:lnTo>
                    <a:pt x="1045" y="19460"/>
                  </a:lnTo>
                  <a:lnTo>
                    <a:pt x="482" y="21284"/>
                  </a:lnTo>
                  <a:lnTo>
                    <a:pt x="277" y="20995"/>
                  </a:lnTo>
                  <a:lnTo>
                    <a:pt x="566" y="18069"/>
                  </a:lnTo>
                  <a:lnTo>
                    <a:pt x="567" y="16419"/>
                  </a:lnTo>
                  <a:lnTo>
                    <a:pt x="218" y="14673"/>
                  </a:lnTo>
                  <a:lnTo>
                    <a:pt x="0" y="12893"/>
                  </a:lnTo>
                  <a:lnTo>
                    <a:pt x="2673" y="4397"/>
                  </a:lnTo>
                  <a:lnTo>
                    <a:pt x="3640" y="2369"/>
                  </a:lnTo>
                  <a:lnTo>
                    <a:pt x="7856" y="1667"/>
                  </a:lnTo>
                  <a:lnTo>
                    <a:pt x="10362" y="2094"/>
                  </a:lnTo>
                  <a:lnTo>
                    <a:pt x="11727" y="1887"/>
                  </a:lnTo>
                  <a:lnTo>
                    <a:pt x="12640" y="1263"/>
                  </a:lnTo>
                  <a:lnTo>
                    <a:pt x="13396" y="1558"/>
                  </a:lnTo>
                  <a:lnTo>
                    <a:pt x="13585" y="3231"/>
                  </a:lnTo>
                  <a:lnTo>
                    <a:pt x="14062" y="4469"/>
                  </a:lnTo>
                  <a:lnTo>
                    <a:pt x="14722" y="4366"/>
                  </a:lnTo>
                  <a:lnTo>
                    <a:pt x="15916" y="3053"/>
                  </a:lnTo>
                  <a:lnTo>
                    <a:pt x="16955" y="1027"/>
                  </a:lnTo>
                  <a:lnTo>
                    <a:pt x="17594" y="147"/>
                  </a:lnTo>
                  <a:lnTo>
                    <a:pt x="18239" y="0"/>
                  </a:lnTo>
                  <a:lnTo>
                    <a:pt x="18907" y="135"/>
                  </a:lnTo>
                  <a:lnTo>
                    <a:pt x="19560" y="60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4306193" y="3716311"/>
              <a:ext cx="3287" cy="16113"/>
            </a:xfrm>
            <a:custGeom>
              <a:avLst/>
              <a:pathLst>
                <a:path w="3287" h="16113">
                  <a:moveTo>
                    <a:pt x="2791" y="11810"/>
                  </a:moveTo>
                  <a:lnTo>
                    <a:pt x="3245" y="16113"/>
                  </a:lnTo>
                  <a:lnTo>
                    <a:pt x="1894" y="13178"/>
                  </a:lnTo>
                  <a:lnTo>
                    <a:pt x="1920" y="11098"/>
                  </a:lnTo>
                  <a:lnTo>
                    <a:pt x="1734" y="9747"/>
                  </a:lnTo>
                  <a:lnTo>
                    <a:pt x="915" y="8088"/>
                  </a:lnTo>
                  <a:lnTo>
                    <a:pt x="283" y="6016"/>
                  </a:lnTo>
                  <a:lnTo>
                    <a:pt x="0" y="1093"/>
                  </a:lnTo>
                  <a:lnTo>
                    <a:pt x="218" y="69"/>
                  </a:lnTo>
                  <a:lnTo>
                    <a:pt x="752" y="0"/>
                  </a:lnTo>
                  <a:lnTo>
                    <a:pt x="3126" y="6463"/>
                  </a:lnTo>
                  <a:lnTo>
                    <a:pt x="3287" y="7557"/>
                  </a:lnTo>
                  <a:lnTo>
                    <a:pt x="3235" y="9860"/>
                  </a:lnTo>
                  <a:lnTo>
                    <a:pt x="2891" y="1058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4390044" y="3708837"/>
              <a:ext cx="8257" cy="20583"/>
            </a:xfrm>
            <a:custGeom>
              <a:avLst/>
              <a:pathLst>
                <a:path w="8257" h="20583">
                  <a:moveTo>
                    <a:pt x="7310" y="13810"/>
                  </a:moveTo>
                  <a:lnTo>
                    <a:pt x="7134" y="16924"/>
                  </a:lnTo>
                  <a:lnTo>
                    <a:pt x="6856" y="18098"/>
                  </a:lnTo>
                  <a:lnTo>
                    <a:pt x="5906" y="19639"/>
                  </a:lnTo>
                  <a:lnTo>
                    <a:pt x="5584" y="20583"/>
                  </a:lnTo>
                  <a:lnTo>
                    <a:pt x="4697" y="20433"/>
                  </a:lnTo>
                  <a:lnTo>
                    <a:pt x="4585" y="18802"/>
                  </a:lnTo>
                  <a:lnTo>
                    <a:pt x="4288" y="17700"/>
                  </a:lnTo>
                  <a:lnTo>
                    <a:pt x="3346" y="16430"/>
                  </a:lnTo>
                  <a:lnTo>
                    <a:pt x="3101" y="16736"/>
                  </a:lnTo>
                  <a:lnTo>
                    <a:pt x="2933" y="18629"/>
                  </a:lnTo>
                  <a:lnTo>
                    <a:pt x="1091" y="19954"/>
                  </a:lnTo>
                  <a:lnTo>
                    <a:pt x="578" y="20066"/>
                  </a:lnTo>
                  <a:lnTo>
                    <a:pt x="831" y="17567"/>
                  </a:lnTo>
                  <a:lnTo>
                    <a:pt x="357" y="15605"/>
                  </a:lnTo>
                  <a:lnTo>
                    <a:pt x="319" y="13187"/>
                  </a:lnTo>
                  <a:lnTo>
                    <a:pt x="231" y="12128"/>
                  </a:lnTo>
                  <a:lnTo>
                    <a:pt x="0" y="11519"/>
                  </a:lnTo>
                  <a:lnTo>
                    <a:pt x="470" y="9834"/>
                  </a:lnTo>
                  <a:lnTo>
                    <a:pt x="393" y="7961"/>
                  </a:lnTo>
                  <a:lnTo>
                    <a:pt x="887" y="5947"/>
                  </a:lnTo>
                  <a:lnTo>
                    <a:pt x="1167" y="1064"/>
                  </a:lnTo>
                  <a:lnTo>
                    <a:pt x="3114" y="0"/>
                  </a:lnTo>
                  <a:lnTo>
                    <a:pt x="3534" y="868"/>
                  </a:lnTo>
                  <a:lnTo>
                    <a:pt x="5801" y="1970"/>
                  </a:lnTo>
                  <a:lnTo>
                    <a:pt x="7399" y="4925"/>
                  </a:lnTo>
                  <a:lnTo>
                    <a:pt x="8257" y="885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4303796" y="3708246"/>
              <a:ext cx="2679" cy="9193"/>
            </a:xfrm>
            <a:custGeom>
              <a:avLst/>
              <a:pathLst>
                <a:path w="2679" h="9193">
                  <a:moveTo>
                    <a:pt x="2679" y="6818"/>
                  </a:moveTo>
                  <a:lnTo>
                    <a:pt x="1868" y="9193"/>
                  </a:lnTo>
                  <a:lnTo>
                    <a:pt x="531" y="9144"/>
                  </a:lnTo>
                  <a:lnTo>
                    <a:pt x="269" y="7670"/>
                  </a:lnTo>
                  <a:lnTo>
                    <a:pt x="326" y="4109"/>
                  </a:lnTo>
                  <a:lnTo>
                    <a:pt x="0" y="2940"/>
                  </a:lnTo>
                  <a:lnTo>
                    <a:pt x="13" y="2478"/>
                  </a:lnTo>
                  <a:lnTo>
                    <a:pt x="224" y="447"/>
                  </a:lnTo>
                  <a:lnTo>
                    <a:pt x="496" y="0"/>
                  </a:lnTo>
                  <a:lnTo>
                    <a:pt x="2654" y="500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4694048" y="3693985"/>
              <a:ext cx="953" cy="3283"/>
            </a:xfrm>
            <a:custGeom>
              <a:avLst/>
              <a:pathLst>
                <a:path w="953" h="3283">
                  <a:moveTo>
                    <a:pt x="444" y="2833"/>
                  </a:moveTo>
                  <a:lnTo>
                    <a:pt x="115" y="3283"/>
                  </a:lnTo>
                  <a:lnTo>
                    <a:pt x="0" y="1996"/>
                  </a:lnTo>
                  <a:lnTo>
                    <a:pt x="178" y="274"/>
                  </a:lnTo>
                  <a:lnTo>
                    <a:pt x="391" y="0"/>
                  </a:lnTo>
                  <a:lnTo>
                    <a:pt x="635" y="92"/>
                  </a:lnTo>
                  <a:lnTo>
                    <a:pt x="953" y="71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4298904" y="3693659"/>
              <a:ext cx="3525" cy="10434"/>
            </a:xfrm>
            <a:custGeom>
              <a:avLst/>
              <a:pathLst>
                <a:path w="3525" h="10434">
                  <a:moveTo>
                    <a:pt x="3470" y="9646"/>
                  </a:moveTo>
                  <a:lnTo>
                    <a:pt x="3525" y="10434"/>
                  </a:lnTo>
                  <a:lnTo>
                    <a:pt x="1677" y="7834"/>
                  </a:lnTo>
                  <a:lnTo>
                    <a:pt x="790" y="7118"/>
                  </a:lnTo>
                  <a:lnTo>
                    <a:pt x="0" y="4282"/>
                  </a:lnTo>
                  <a:lnTo>
                    <a:pt x="243" y="2920"/>
                  </a:lnTo>
                  <a:lnTo>
                    <a:pt x="277" y="1021"/>
                  </a:lnTo>
                  <a:lnTo>
                    <a:pt x="394" y="271"/>
                  </a:lnTo>
                  <a:lnTo>
                    <a:pt x="961" y="0"/>
                  </a:lnTo>
                  <a:lnTo>
                    <a:pt x="1692" y="1382"/>
                  </a:lnTo>
                  <a:lnTo>
                    <a:pt x="2241" y="4761"/>
                  </a:lnTo>
                  <a:lnTo>
                    <a:pt x="3160" y="791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4597842" y="3692424"/>
              <a:ext cx="2303" cy="14615"/>
            </a:xfrm>
            <a:custGeom>
              <a:avLst/>
              <a:pathLst>
                <a:path w="2303" h="14615">
                  <a:moveTo>
                    <a:pt x="2182" y="14079"/>
                  </a:moveTo>
                  <a:lnTo>
                    <a:pt x="1987" y="14615"/>
                  </a:lnTo>
                  <a:lnTo>
                    <a:pt x="1306" y="13020"/>
                  </a:lnTo>
                  <a:lnTo>
                    <a:pt x="848" y="8509"/>
                  </a:lnTo>
                  <a:lnTo>
                    <a:pt x="458" y="7309"/>
                  </a:lnTo>
                  <a:lnTo>
                    <a:pt x="0" y="3024"/>
                  </a:lnTo>
                  <a:lnTo>
                    <a:pt x="117" y="1806"/>
                  </a:lnTo>
                  <a:lnTo>
                    <a:pt x="679" y="0"/>
                  </a:lnTo>
                  <a:lnTo>
                    <a:pt x="1134" y="28"/>
                  </a:lnTo>
                  <a:lnTo>
                    <a:pt x="1473" y="1093"/>
                  </a:lnTo>
                  <a:lnTo>
                    <a:pt x="1284" y="5710"/>
                  </a:lnTo>
                  <a:lnTo>
                    <a:pt x="2303" y="1155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574159" y="3689573"/>
              <a:ext cx="1008" cy="3468"/>
            </a:xfrm>
            <a:custGeom>
              <a:avLst/>
              <a:pathLst>
                <a:path w="1008" h="3468">
                  <a:moveTo>
                    <a:pt x="806" y="2279"/>
                  </a:moveTo>
                  <a:lnTo>
                    <a:pt x="1008" y="3468"/>
                  </a:lnTo>
                  <a:lnTo>
                    <a:pt x="298" y="3428"/>
                  </a:lnTo>
                  <a:lnTo>
                    <a:pt x="0" y="1191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592441" y="3686955"/>
              <a:ext cx="10725" cy="4441"/>
            </a:xfrm>
            <a:custGeom>
              <a:avLst/>
              <a:pathLst>
                <a:path w="10725" h="4441">
                  <a:moveTo>
                    <a:pt x="7233" y="0"/>
                  </a:moveTo>
                  <a:lnTo>
                    <a:pt x="10725" y="978"/>
                  </a:lnTo>
                  <a:lnTo>
                    <a:pt x="10229" y="2043"/>
                  </a:lnTo>
                  <a:lnTo>
                    <a:pt x="6463" y="3748"/>
                  </a:lnTo>
                  <a:lnTo>
                    <a:pt x="5128" y="3439"/>
                  </a:lnTo>
                  <a:lnTo>
                    <a:pt x="1044" y="4441"/>
                  </a:lnTo>
                  <a:lnTo>
                    <a:pt x="515" y="4383"/>
                  </a:lnTo>
                  <a:lnTo>
                    <a:pt x="440" y="2732"/>
                  </a:lnTo>
                  <a:lnTo>
                    <a:pt x="0" y="1575"/>
                  </a:lnTo>
                  <a:lnTo>
                    <a:pt x="653" y="568"/>
                  </a:lnTo>
                  <a:lnTo>
                    <a:pt x="1518" y="328"/>
                  </a:lnTo>
                  <a:lnTo>
                    <a:pt x="3782" y="7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566138" y="3686450"/>
              <a:ext cx="927" cy="3731"/>
            </a:xfrm>
            <a:custGeom>
              <a:avLst/>
              <a:pathLst>
                <a:path w="927" h="3731">
                  <a:moveTo>
                    <a:pt x="927" y="1295"/>
                  </a:moveTo>
                  <a:lnTo>
                    <a:pt x="89" y="3731"/>
                  </a:lnTo>
                  <a:lnTo>
                    <a:pt x="0" y="2429"/>
                  </a:lnTo>
                  <a:lnTo>
                    <a:pt x="169" y="1246"/>
                  </a:lnTo>
                  <a:lnTo>
                    <a:pt x="403" y="415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641843" y="3684023"/>
              <a:ext cx="7804" cy="11031"/>
            </a:xfrm>
            <a:custGeom>
              <a:avLst/>
              <a:pathLst>
                <a:path w="7804" h="11031">
                  <a:moveTo>
                    <a:pt x="6990" y="0"/>
                  </a:moveTo>
                  <a:lnTo>
                    <a:pt x="7128" y="1751"/>
                  </a:lnTo>
                  <a:lnTo>
                    <a:pt x="7804" y="3370"/>
                  </a:lnTo>
                  <a:lnTo>
                    <a:pt x="7569" y="5889"/>
                  </a:lnTo>
                  <a:lnTo>
                    <a:pt x="7300" y="6267"/>
                  </a:lnTo>
                  <a:lnTo>
                    <a:pt x="7445" y="7419"/>
                  </a:lnTo>
                  <a:lnTo>
                    <a:pt x="7734" y="8296"/>
                  </a:lnTo>
                  <a:lnTo>
                    <a:pt x="7210" y="8905"/>
                  </a:lnTo>
                  <a:lnTo>
                    <a:pt x="6827" y="8607"/>
                  </a:lnTo>
                  <a:lnTo>
                    <a:pt x="6205" y="9421"/>
                  </a:lnTo>
                  <a:lnTo>
                    <a:pt x="5795" y="10555"/>
                  </a:lnTo>
                  <a:lnTo>
                    <a:pt x="4494" y="11031"/>
                  </a:lnTo>
                  <a:lnTo>
                    <a:pt x="4038" y="9981"/>
                  </a:lnTo>
                  <a:lnTo>
                    <a:pt x="1689" y="8743"/>
                  </a:lnTo>
                  <a:lnTo>
                    <a:pt x="189" y="6025"/>
                  </a:lnTo>
                  <a:lnTo>
                    <a:pt x="0" y="5211"/>
                  </a:lnTo>
                  <a:lnTo>
                    <a:pt x="2906" y="2019"/>
                  </a:lnTo>
                  <a:lnTo>
                    <a:pt x="4179" y="1180"/>
                  </a:lnTo>
                  <a:lnTo>
                    <a:pt x="5245" y="1232"/>
                  </a:lnTo>
                  <a:lnTo>
                    <a:pt x="6589" y="4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580432" y="3682410"/>
              <a:ext cx="11247" cy="10962"/>
            </a:xfrm>
            <a:custGeom>
              <a:avLst/>
              <a:pathLst>
                <a:path w="11247" h="10962">
                  <a:moveTo>
                    <a:pt x="7265" y="2054"/>
                  </a:moveTo>
                  <a:lnTo>
                    <a:pt x="8326" y="3104"/>
                  </a:lnTo>
                  <a:lnTo>
                    <a:pt x="8700" y="3099"/>
                  </a:lnTo>
                  <a:lnTo>
                    <a:pt x="9051" y="1872"/>
                  </a:lnTo>
                  <a:lnTo>
                    <a:pt x="9267" y="1673"/>
                  </a:lnTo>
                  <a:lnTo>
                    <a:pt x="9745" y="2273"/>
                  </a:lnTo>
                  <a:lnTo>
                    <a:pt x="9856" y="4264"/>
                  </a:lnTo>
                  <a:lnTo>
                    <a:pt x="10543" y="3987"/>
                  </a:lnTo>
                  <a:lnTo>
                    <a:pt x="11079" y="4668"/>
                  </a:lnTo>
                  <a:lnTo>
                    <a:pt x="11247" y="5145"/>
                  </a:lnTo>
                  <a:lnTo>
                    <a:pt x="11178" y="7127"/>
                  </a:lnTo>
                  <a:lnTo>
                    <a:pt x="9142" y="7476"/>
                  </a:lnTo>
                  <a:lnTo>
                    <a:pt x="7688" y="9075"/>
                  </a:lnTo>
                  <a:lnTo>
                    <a:pt x="5732" y="7638"/>
                  </a:lnTo>
                  <a:lnTo>
                    <a:pt x="3514" y="10114"/>
                  </a:lnTo>
                  <a:lnTo>
                    <a:pt x="2167" y="10962"/>
                  </a:lnTo>
                  <a:lnTo>
                    <a:pt x="1000" y="10910"/>
                  </a:lnTo>
                  <a:lnTo>
                    <a:pt x="0" y="6587"/>
                  </a:lnTo>
                  <a:lnTo>
                    <a:pt x="581" y="1523"/>
                  </a:lnTo>
                  <a:lnTo>
                    <a:pt x="998" y="689"/>
                  </a:lnTo>
                  <a:lnTo>
                    <a:pt x="1741" y="248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706932" y="3681106"/>
              <a:ext cx="16157" cy="8919"/>
            </a:xfrm>
            <a:custGeom>
              <a:avLst/>
              <a:pathLst>
                <a:path w="16157" h="8919">
                  <a:moveTo>
                    <a:pt x="51" y="0"/>
                  </a:moveTo>
                  <a:lnTo>
                    <a:pt x="4535" y="1483"/>
                  </a:lnTo>
                  <a:lnTo>
                    <a:pt x="5750" y="1292"/>
                  </a:lnTo>
                  <a:lnTo>
                    <a:pt x="8310" y="1867"/>
                  </a:lnTo>
                  <a:lnTo>
                    <a:pt x="10446" y="3835"/>
                  </a:lnTo>
                  <a:lnTo>
                    <a:pt x="14180" y="4201"/>
                  </a:lnTo>
                  <a:lnTo>
                    <a:pt x="15295" y="4787"/>
                  </a:lnTo>
                  <a:lnTo>
                    <a:pt x="16157" y="6143"/>
                  </a:lnTo>
                  <a:lnTo>
                    <a:pt x="14068" y="7266"/>
                  </a:lnTo>
                  <a:lnTo>
                    <a:pt x="13083" y="8310"/>
                  </a:lnTo>
                  <a:lnTo>
                    <a:pt x="11254" y="8824"/>
                  </a:lnTo>
                  <a:lnTo>
                    <a:pt x="9724" y="8293"/>
                  </a:lnTo>
                  <a:lnTo>
                    <a:pt x="8611" y="8919"/>
                  </a:lnTo>
                  <a:lnTo>
                    <a:pt x="8208" y="7900"/>
                  </a:lnTo>
                  <a:lnTo>
                    <a:pt x="6580" y="6864"/>
                  </a:lnTo>
                  <a:lnTo>
                    <a:pt x="4496" y="4738"/>
                  </a:lnTo>
                  <a:lnTo>
                    <a:pt x="202" y="2262"/>
                  </a:lnTo>
                  <a:lnTo>
                    <a:pt x="0" y="72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4404128" y="3679571"/>
              <a:ext cx="1738" cy="3598"/>
            </a:xfrm>
            <a:custGeom>
              <a:avLst/>
              <a:pathLst>
                <a:path w="1738" h="3598">
                  <a:moveTo>
                    <a:pt x="1696" y="2357"/>
                  </a:moveTo>
                  <a:lnTo>
                    <a:pt x="388" y="3598"/>
                  </a:lnTo>
                  <a:lnTo>
                    <a:pt x="0" y="825"/>
                  </a:lnTo>
                  <a:lnTo>
                    <a:pt x="834" y="0"/>
                  </a:lnTo>
                  <a:lnTo>
                    <a:pt x="1738" y="71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4362449" y="3678541"/>
              <a:ext cx="19134" cy="46297"/>
            </a:xfrm>
            <a:custGeom>
              <a:avLst/>
              <a:pathLst>
                <a:path w="19134" h="46297">
                  <a:moveTo>
                    <a:pt x="10359" y="4859"/>
                  </a:moveTo>
                  <a:lnTo>
                    <a:pt x="10749" y="6893"/>
                  </a:lnTo>
                  <a:lnTo>
                    <a:pt x="11284" y="8723"/>
                  </a:lnTo>
                  <a:lnTo>
                    <a:pt x="11677" y="10697"/>
                  </a:lnTo>
                  <a:lnTo>
                    <a:pt x="12211" y="20202"/>
                  </a:lnTo>
                  <a:lnTo>
                    <a:pt x="13995" y="28363"/>
                  </a:lnTo>
                  <a:lnTo>
                    <a:pt x="19134" y="31569"/>
                  </a:lnTo>
                  <a:lnTo>
                    <a:pt x="18292" y="32887"/>
                  </a:lnTo>
                  <a:lnTo>
                    <a:pt x="17864" y="34070"/>
                  </a:lnTo>
                  <a:lnTo>
                    <a:pt x="17548" y="35430"/>
                  </a:lnTo>
                  <a:lnTo>
                    <a:pt x="16790" y="41088"/>
                  </a:lnTo>
                  <a:lnTo>
                    <a:pt x="16864" y="42289"/>
                  </a:lnTo>
                  <a:lnTo>
                    <a:pt x="17308" y="44211"/>
                  </a:lnTo>
                  <a:lnTo>
                    <a:pt x="17416" y="46297"/>
                  </a:lnTo>
                  <a:lnTo>
                    <a:pt x="16773" y="46285"/>
                  </a:lnTo>
                  <a:lnTo>
                    <a:pt x="16049" y="45818"/>
                  </a:lnTo>
                  <a:lnTo>
                    <a:pt x="15474" y="45033"/>
                  </a:lnTo>
                  <a:lnTo>
                    <a:pt x="14936" y="44006"/>
                  </a:lnTo>
                  <a:lnTo>
                    <a:pt x="14352" y="43189"/>
                  </a:lnTo>
                  <a:lnTo>
                    <a:pt x="13719" y="42661"/>
                  </a:lnTo>
                  <a:lnTo>
                    <a:pt x="12680" y="41045"/>
                  </a:lnTo>
                  <a:lnTo>
                    <a:pt x="11270" y="39902"/>
                  </a:lnTo>
                  <a:lnTo>
                    <a:pt x="9826" y="39002"/>
                  </a:lnTo>
                  <a:lnTo>
                    <a:pt x="9127" y="36598"/>
                  </a:lnTo>
                  <a:lnTo>
                    <a:pt x="8795" y="33635"/>
                  </a:lnTo>
                  <a:lnTo>
                    <a:pt x="9148" y="29208"/>
                  </a:lnTo>
                  <a:lnTo>
                    <a:pt x="8791" y="27982"/>
                  </a:lnTo>
                  <a:lnTo>
                    <a:pt x="8278" y="26902"/>
                  </a:lnTo>
                  <a:lnTo>
                    <a:pt x="7647" y="23711"/>
                  </a:lnTo>
                  <a:lnTo>
                    <a:pt x="7408" y="19986"/>
                  </a:lnTo>
                  <a:lnTo>
                    <a:pt x="6493" y="18546"/>
                  </a:lnTo>
                  <a:lnTo>
                    <a:pt x="5287" y="17674"/>
                  </a:lnTo>
                  <a:lnTo>
                    <a:pt x="4761" y="16961"/>
                  </a:lnTo>
                  <a:lnTo>
                    <a:pt x="2378" y="18323"/>
                  </a:lnTo>
                  <a:lnTo>
                    <a:pt x="1807" y="18003"/>
                  </a:lnTo>
                  <a:lnTo>
                    <a:pt x="1297" y="16973"/>
                  </a:lnTo>
                  <a:lnTo>
                    <a:pt x="0" y="15885"/>
                  </a:lnTo>
                  <a:lnTo>
                    <a:pt x="48" y="13819"/>
                  </a:lnTo>
                  <a:lnTo>
                    <a:pt x="654" y="12171"/>
                  </a:lnTo>
                  <a:lnTo>
                    <a:pt x="2075" y="10506"/>
                  </a:lnTo>
                  <a:lnTo>
                    <a:pt x="2741" y="9107"/>
                  </a:lnTo>
                  <a:lnTo>
                    <a:pt x="2874" y="7263"/>
                  </a:lnTo>
                  <a:lnTo>
                    <a:pt x="2621" y="5912"/>
                  </a:lnTo>
                  <a:lnTo>
                    <a:pt x="2722" y="4501"/>
                  </a:lnTo>
                  <a:lnTo>
                    <a:pt x="3171" y="3133"/>
                  </a:lnTo>
                  <a:lnTo>
                    <a:pt x="3703" y="2060"/>
                  </a:lnTo>
                  <a:lnTo>
                    <a:pt x="5133" y="643"/>
                  </a:lnTo>
                  <a:lnTo>
                    <a:pt x="5757" y="3116"/>
                  </a:lnTo>
                  <a:lnTo>
                    <a:pt x="6065" y="5182"/>
                  </a:lnTo>
                  <a:lnTo>
                    <a:pt x="6444" y="6680"/>
                  </a:lnTo>
                  <a:lnTo>
                    <a:pt x="7052" y="4542"/>
                  </a:lnTo>
                  <a:lnTo>
                    <a:pt x="6665" y="854"/>
                  </a:lnTo>
                  <a:lnTo>
                    <a:pt x="7752" y="31"/>
                  </a:lnTo>
                  <a:lnTo>
                    <a:pt x="8819" y="0"/>
                  </a:lnTo>
                  <a:lnTo>
                    <a:pt x="9624" y="1009"/>
                  </a:lnTo>
                  <a:lnTo>
                    <a:pt x="10151" y="260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570812" y="3678477"/>
              <a:ext cx="1520" cy="6146"/>
            </a:xfrm>
            <a:custGeom>
              <a:avLst/>
              <a:pathLst>
                <a:path w="1520" h="6146">
                  <a:moveTo>
                    <a:pt x="1306" y="5953"/>
                  </a:moveTo>
                  <a:lnTo>
                    <a:pt x="523" y="6146"/>
                  </a:lnTo>
                  <a:lnTo>
                    <a:pt x="0" y="5277"/>
                  </a:lnTo>
                  <a:lnTo>
                    <a:pt x="46" y="946"/>
                  </a:lnTo>
                  <a:lnTo>
                    <a:pt x="522" y="0"/>
                  </a:lnTo>
                  <a:lnTo>
                    <a:pt x="749" y="158"/>
                  </a:lnTo>
                  <a:lnTo>
                    <a:pt x="894" y="1448"/>
                  </a:lnTo>
                  <a:lnTo>
                    <a:pt x="1129" y="2602"/>
                  </a:lnTo>
                  <a:lnTo>
                    <a:pt x="1520" y="368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615208" y="3673442"/>
              <a:ext cx="8639" cy="11704"/>
            </a:xfrm>
            <a:custGeom>
              <a:avLst/>
              <a:pathLst>
                <a:path w="8639" h="11704">
                  <a:moveTo>
                    <a:pt x="8639" y="9695"/>
                  </a:moveTo>
                  <a:lnTo>
                    <a:pt x="7944" y="10896"/>
                  </a:lnTo>
                  <a:lnTo>
                    <a:pt x="7597" y="11228"/>
                  </a:lnTo>
                  <a:lnTo>
                    <a:pt x="5922" y="10422"/>
                  </a:lnTo>
                  <a:lnTo>
                    <a:pt x="3960" y="10590"/>
                  </a:lnTo>
                  <a:lnTo>
                    <a:pt x="1923" y="11704"/>
                  </a:lnTo>
                  <a:lnTo>
                    <a:pt x="742" y="10763"/>
                  </a:lnTo>
                  <a:lnTo>
                    <a:pt x="0" y="9231"/>
                  </a:lnTo>
                  <a:lnTo>
                    <a:pt x="32" y="7606"/>
                  </a:lnTo>
                  <a:lnTo>
                    <a:pt x="732" y="3583"/>
                  </a:lnTo>
                  <a:lnTo>
                    <a:pt x="2266" y="542"/>
                  </a:lnTo>
                  <a:lnTo>
                    <a:pt x="2889" y="0"/>
                  </a:lnTo>
                  <a:lnTo>
                    <a:pt x="3983" y="822"/>
                  </a:lnTo>
                  <a:lnTo>
                    <a:pt x="5823" y="3151"/>
                  </a:lnTo>
                  <a:lnTo>
                    <a:pt x="7274" y="5886"/>
                  </a:lnTo>
                  <a:lnTo>
                    <a:pt x="8590" y="801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563185" y="3668274"/>
              <a:ext cx="8362" cy="13548"/>
            </a:xfrm>
            <a:custGeom>
              <a:avLst/>
              <a:pathLst>
                <a:path w="8362" h="13548">
                  <a:moveTo>
                    <a:pt x="4558" y="406"/>
                  </a:moveTo>
                  <a:lnTo>
                    <a:pt x="4808" y="2250"/>
                  </a:lnTo>
                  <a:lnTo>
                    <a:pt x="4396" y="3846"/>
                  </a:lnTo>
                  <a:lnTo>
                    <a:pt x="4848" y="6850"/>
                  </a:lnTo>
                  <a:lnTo>
                    <a:pt x="5992" y="2851"/>
                  </a:lnTo>
                  <a:lnTo>
                    <a:pt x="7084" y="2343"/>
                  </a:lnTo>
                  <a:lnTo>
                    <a:pt x="7704" y="3006"/>
                  </a:lnTo>
                  <a:lnTo>
                    <a:pt x="8130" y="3797"/>
                  </a:lnTo>
                  <a:lnTo>
                    <a:pt x="8362" y="5315"/>
                  </a:lnTo>
                  <a:lnTo>
                    <a:pt x="7960" y="8564"/>
                  </a:lnTo>
                  <a:lnTo>
                    <a:pt x="7243" y="10085"/>
                  </a:lnTo>
                  <a:lnTo>
                    <a:pt x="6315" y="10330"/>
                  </a:lnTo>
                  <a:lnTo>
                    <a:pt x="5879" y="8437"/>
                  </a:lnTo>
                  <a:lnTo>
                    <a:pt x="5269" y="8264"/>
                  </a:lnTo>
                  <a:lnTo>
                    <a:pt x="4843" y="12393"/>
                  </a:lnTo>
                  <a:lnTo>
                    <a:pt x="4651" y="13025"/>
                  </a:lnTo>
                  <a:lnTo>
                    <a:pt x="4111" y="13548"/>
                  </a:lnTo>
                  <a:lnTo>
                    <a:pt x="3628" y="12408"/>
                  </a:lnTo>
                  <a:lnTo>
                    <a:pt x="3543" y="11776"/>
                  </a:lnTo>
                  <a:lnTo>
                    <a:pt x="4225" y="9906"/>
                  </a:lnTo>
                  <a:lnTo>
                    <a:pt x="3855" y="4342"/>
                  </a:lnTo>
                  <a:lnTo>
                    <a:pt x="3342" y="5387"/>
                  </a:lnTo>
                  <a:lnTo>
                    <a:pt x="1970" y="10434"/>
                  </a:lnTo>
                  <a:lnTo>
                    <a:pt x="903" y="12696"/>
                  </a:lnTo>
                  <a:lnTo>
                    <a:pt x="541" y="11545"/>
                  </a:lnTo>
                  <a:lnTo>
                    <a:pt x="0" y="8114"/>
                  </a:lnTo>
                  <a:lnTo>
                    <a:pt x="242" y="3708"/>
                  </a:lnTo>
                  <a:lnTo>
                    <a:pt x="1103" y="730"/>
                  </a:lnTo>
                  <a:lnTo>
                    <a:pt x="1835" y="934"/>
                  </a:lnTo>
                  <a:lnTo>
                    <a:pt x="3945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4411218" y="3663001"/>
              <a:ext cx="3774" cy="8974"/>
            </a:xfrm>
            <a:custGeom>
              <a:avLst/>
              <a:pathLst>
                <a:path w="3774" h="8974">
                  <a:moveTo>
                    <a:pt x="3203" y="5955"/>
                  </a:moveTo>
                  <a:lnTo>
                    <a:pt x="939" y="8974"/>
                  </a:lnTo>
                  <a:lnTo>
                    <a:pt x="403" y="8818"/>
                  </a:lnTo>
                  <a:lnTo>
                    <a:pt x="0" y="7745"/>
                  </a:lnTo>
                  <a:lnTo>
                    <a:pt x="251" y="1921"/>
                  </a:lnTo>
                  <a:lnTo>
                    <a:pt x="543" y="184"/>
                  </a:lnTo>
                  <a:lnTo>
                    <a:pt x="2118" y="0"/>
                  </a:lnTo>
                  <a:lnTo>
                    <a:pt x="3081" y="833"/>
                  </a:lnTo>
                  <a:lnTo>
                    <a:pt x="3579" y="1780"/>
                  </a:lnTo>
                  <a:lnTo>
                    <a:pt x="3774" y="3725"/>
                  </a:lnTo>
                  <a:lnTo>
                    <a:pt x="3663" y="490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4699428" y="3661801"/>
              <a:ext cx="2127" cy="5785"/>
            </a:xfrm>
            <a:custGeom>
              <a:avLst/>
              <a:pathLst>
                <a:path w="2127" h="5785">
                  <a:moveTo>
                    <a:pt x="1776" y="5246"/>
                  </a:moveTo>
                  <a:lnTo>
                    <a:pt x="1231" y="5785"/>
                  </a:lnTo>
                  <a:lnTo>
                    <a:pt x="599" y="5191"/>
                  </a:lnTo>
                  <a:lnTo>
                    <a:pt x="0" y="2928"/>
                  </a:lnTo>
                  <a:lnTo>
                    <a:pt x="216" y="1191"/>
                  </a:lnTo>
                  <a:lnTo>
                    <a:pt x="912" y="0"/>
                  </a:lnTo>
                  <a:lnTo>
                    <a:pt x="1498" y="1194"/>
                  </a:lnTo>
                  <a:lnTo>
                    <a:pt x="1678" y="2721"/>
                  </a:lnTo>
                  <a:lnTo>
                    <a:pt x="2127" y="282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4288280" y="3661126"/>
              <a:ext cx="7605" cy="25644"/>
            </a:xfrm>
            <a:custGeom>
              <a:avLst/>
              <a:pathLst>
                <a:path w="7605" h="25644">
                  <a:moveTo>
                    <a:pt x="6383" y="25480"/>
                  </a:moveTo>
                  <a:lnTo>
                    <a:pt x="5337" y="25644"/>
                  </a:lnTo>
                  <a:lnTo>
                    <a:pt x="3094" y="22104"/>
                  </a:lnTo>
                  <a:lnTo>
                    <a:pt x="2566" y="20516"/>
                  </a:lnTo>
                  <a:lnTo>
                    <a:pt x="2436" y="18398"/>
                  </a:lnTo>
                  <a:lnTo>
                    <a:pt x="286" y="10215"/>
                  </a:lnTo>
                  <a:lnTo>
                    <a:pt x="0" y="8339"/>
                  </a:lnTo>
                  <a:lnTo>
                    <a:pt x="843" y="1621"/>
                  </a:lnTo>
                  <a:lnTo>
                    <a:pt x="3035" y="0"/>
                  </a:lnTo>
                  <a:lnTo>
                    <a:pt x="3757" y="1134"/>
                  </a:lnTo>
                  <a:lnTo>
                    <a:pt x="4008" y="4155"/>
                  </a:lnTo>
                  <a:lnTo>
                    <a:pt x="5260" y="9606"/>
                  </a:lnTo>
                  <a:lnTo>
                    <a:pt x="5674" y="12543"/>
                  </a:lnTo>
                  <a:lnTo>
                    <a:pt x="5985" y="13845"/>
                  </a:lnTo>
                  <a:lnTo>
                    <a:pt x="6116" y="14858"/>
                  </a:lnTo>
                  <a:lnTo>
                    <a:pt x="6005" y="15565"/>
                  </a:lnTo>
                  <a:lnTo>
                    <a:pt x="6910" y="19019"/>
                  </a:lnTo>
                  <a:lnTo>
                    <a:pt x="7557" y="21042"/>
                  </a:lnTo>
                  <a:lnTo>
                    <a:pt x="7605" y="2431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4652406" y="3660370"/>
              <a:ext cx="4609" cy="13398"/>
            </a:xfrm>
            <a:custGeom>
              <a:avLst/>
              <a:pathLst>
                <a:path w="4609" h="13398">
                  <a:moveTo>
                    <a:pt x="3791" y="12572"/>
                  </a:moveTo>
                  <a:lnTo>
                    <a:pt x="3391" y="13398"/>
                  </a:lnTo>
                  <a:lnTo>
                    <a:pt x="2011" y="12624"/>
                  </a:lnTo>
                  <a:lnTo>
                    <a:pt x="1298" y="10798"/>
                  </a:lnTo>
                  <a:lnTo>
                    <a:pt x="810" y="8348"/>
                  </a:lnTo>
                  <a:lnTo>
                    <a:pt x="501" y="6334"/>
                  </a:lnTo>
                  <a:lnTo>
                    <a:pt x="413" y="4732"/>
                  </a:lnTo>
                  <a:lnTo>
                    <a:pt x="0" y="2776"/>
                  </a:lnTo>
                  <a:lnTo>
                    <a:pt x="56" y="2060"/>
                  </a:lnTo>
                  <a:lnTo>
                    <a:pt x="2602" y="0"/>
                  </a:lnTo>
                  <a:lnTo>
                    <a:pt x="3082" y="747"/>
                  </a:lnTo>
                  <a:lnTo>
                    <a:pt x="4145" y="813"/>
                  </a:lnTo>
                  <a:lnTo>
                    <a:pt x="4609" y="2311"/>
                  </a:lnTo>
                  <a:lnTo>
                    <a:pt x="4294" y="88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4649391" y="3656676"/>
              <a:ext cx="5709" cy="4694"/>
            </a:xfrm>
            <a:custGeom>
              <a:avLst/>
              <a:pathLst>
                <a:path w="5709" h="4694">
                  <a:moveTo>
                    <a:pt x="5709" y="366"/>
                  </a:moveTo>
                  <a:lnTo>
                    <a:pt x="5420" y="1872"/>
                  </a:lnTo>
                  <a:lnTo>
                    <a:pt x="4882" y="2891"/>
                  </a:lnTo>
                  <a:lnTo>
                    <a:pt x="0" y="4694"/>
                  </a:lnTo>
                  <a:lnTo>
                    <a:pt x="415" y="3615"/>
                  </a:lnTo>
                  <a:lnTo>
                    <a:pt x="623" y="2545"/>
                  </a:lnTo>
                  <a:lnTo>
                    <a:pt x="929" y="1993"/>
                  </a:lnTo>
                  <a:lnTo>
                    <a:pt x="1413" y="2135"/>
                  </a:lnTo>
                  <a:lnTo>
                    <a:pt x="1654" y="1809"/>
                  </a:lnTo>
                  <a:lnTo>
                    <a:pt x="1897" y="1679"/>
                  </a:lnTo>
                  <a:lnTo>
                    <a:pt x="2172" y="1820"/>
                  </a:lnTo>
                  <a:lnTo>
                    <a:pt x="2646" y="1376"/>
                  </a:lnTo>
                  <a:lnTo>
                    <a:pt x="3642" y="1696"/>
                  </a:lnTo>
                  <a:lnTo>
                    <a:pt x="4667" y="1442"/>
                  </a:lnTo>
                  <a:lnTo>
                    <a:pt x="459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4705948" y="3653317"/>
              <a:ext cx="11267" cy="16707"/>
            </a:xfrm>
            <a:custGeom>
              <a:avLst/>
              <a:pathLst>
                <a:path w="11267" h="16707">
                  <a:moveTo>
                    <a:pt x="0" y="0"/>
                  </a:moveTo>
                  <a:lnTo>
                    <a:pt x="2415" y="1154"/>
                  </a:lnTo>
                  <a:lnTo>
                    <a:pt x="3295" y="1090"/>
                  </a:lnTo>
                  <a:lnTo>
                    <a:pt x="4156" y="2397"/>
                  </a:lnTo>
                  <a:lnTo>
                    <a:pt x="5202" y="1780"/>
                  </a:lnTo>
                  <a:lnTo>
                    <a:pt x="5797" y="2198"/>
                  </a:lnTo>
                  <a:lnTo>
                    <a:pt x="7786" y="6688"/>
                  </a:lnTo>
                  <a:lnTo>
                    <a:pt x="8762" y="9661"/>
                  </a:lnTo>
                  <a:lnTo>
                    <a:pt x="10215" y="12212"/>
                  </a:lnTo>
                  <a:lnTo>
                    <a:pt x="11267" y="13080"/>
                  </a:lnTo>
                  <a:lnTo>
                    <a:pt x="10473" y="15418"/>
                  </a:lnTo>
                  <a:lnTo>
                    <a:pt x="8876" y="16647"/>
                  </a:lnTo>
                  <a:lnTo>
                    <a:pt x="8259" y="16707"/>
                  </a:lnTo>
                  <a:lnTo>
                    <a:pt x="7034" y="15317"/>
                  </a:lnTo>
                  <a:lnTo>
                    <a:pt x="6041" y="15573"/>
                  </a:lnTo>
                  <a:lnTo>
                    <a:pt x="5175" y="13830"/>
                  </a:lnTo>
                  <a:lnTo>
                    <a:pt x="5025" y="11138"/>
                  </a:lnTo>
                  <a:lnTo>
                    <a:pt x="4134" y="5072"/>
                  </a:lnTo>
                  <a:lnTo>
                    <a:pt x="2983" y="6813"/>
                  </a:lnTo>
                  <a:lnTo>
                    <a:pt x="1599" y="4016"/>
                  </a:lnTo>
                  <a:lnTo>
                    <a:pt x="1227" y="3950"/>
                  </a:lnTo>
                  <a:lnTo>
                    <a:pt x="1139" y="4423"/>
                  </a:lnTo>
                  <a:lnTo>
                    <a:pt x="552" y="3471"/>
                  </a:lnTo>
                  <a:lnTo>
                    <a:pt x="53" y="158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4612531" y="3652371"/>
              <a:ext cx="1644" cy="5384"/>
            </a:xfrm>
            <a:custGeom>
              <a:avLst/>
              <a:pathLst>
                <a:path w="1644" h="5384">
                  <a:moveTo>
                    <a:pt x="1634" y="4775"/>
                  </a:moveTo>
                  <a:lnTo>
                    <a:pt x="1505" y="5384"/>
                  </a:lnTo>
                  <a:lnTo>
                    <a:pt x="319" y="4608"/>
                  </a:lnTo>
                  <a:lnTo>
                    <a:pt x="0" y="4184"/>
                  </a:lnTo>
                  <a:lnTo>
                    <a:pt x="597" y="0"/>
                  </a:lnTo>
                  <a:lnTo>
                    <a:pt x="1155" y="121"/>
                  </a:lnTo>
                  <a:lnTo>
                    <a:pt x="1644" y="41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4650106" y="3646400"/>
              <a:ext cx="2485" cy="3330"/>
            </a:xfrm>
            <a:custGeom>
              <a:avLst/>
              <a:pathLst>
                <a:path w="2485" h="3330">
                  <a:moveTo>
                    <a:pt x="1830" y="3292"/>
                  </a:moveTo>
                  <a:lnTo>
                    <a:pt x="1177" y="3330"/>
                  </a:lnTo>
                  <a:lnTo>
                    <a:pt x="0" y="2045"/>
                  </a:lnTo>
                  <a:lnTo>
                    <a:pt x="686" y="929"/>
                  </a:lnTo>
                  <a:lnTo>
                    <a:pt x="1121" y="698"/>
                  </a:lnTo>
                  <a:lnTo>
                    <a:pt x="1499" y="28"/>
                  </a:lnTo>
                  <a:lnTo>
                    <a:pt x="1708" y="0"/>
                  </a:lnTo>
                  <a:lnTo>
                    <a:pt x="2174" y="568"/>
                  </a:lnTo>
                  <a:lnTo>
                    <a:pt x="2485" y="153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4550063" y="3646092"/>
              <a:ext cx="2856" cy="3526"/>
            </a:xfrm>
            <a:custGeom>
              <a:avLst/>
              <a:pathLst>
                <a:path w="2856" h="3526">
                  <a:moveTo>
                    <a:pt x="2374" y="0"/>
                  </a:moveTo>
                  <a:lnTo>
                    <a:pt x="2856" y="1312"/>
                  </a:lnTo>
                  <a:lnTo>
                    <a:pt x="2566" y="2830"/>
                  </a:lnTo>
                  <a:lnTo>
                    <a:pt x="2175" y="2452"/>
                  </a:lnTo>
                  <a:lnTo>
                    <a:pt x="1144" y="2481"/>
                  </a:lnTo>
                  <a:lnTo>
                    <a:pt x="755" y="2597"/>
                  </a:lnTo>
                  <a:lnTo>
                    <a:pt x="291" y="3491"/>
                  </a:lnTo>
                  <a:lnTo>
                    <a:pt x="0" y="3526"/>
                  </a:lnTo>
                  <a:lnTo>
                    <a:pt x="194" y="2126"/>
                  </a:lnTo>
                  <a:lnTo>
                    <a:pt x="1067" y="5"/>
                  </a:lnTo>
                  <a:lnTo>
                    <a:pt x="1613" y="32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4656130" y="3644337"/>
              <a:ext cx="113330" cy="259183"/>
            </a:xfrm>
            <a:custGeom>
              <a:avLst/>
              <a:pathLst>
                <a:path w="113330" h="259183">
                  <a:moveTo>
                    <a:pt x="113299" y="66848"/>
                  </a:moveTo>
                  <a:lnTo>
                    <a:pt x="113300" y="72571"/>
                  </a:lnTo>
                  <a:lnTo>
                    <a:pt x="113301" y="78576"/>
                  </a:lnTo>
                  <a:lnTo>
                    <a:pt x="113302" y="84584"/>
                  </a:lnTo>
                  <a:lnTo>
                    <a:pt x="113304" y="90592"/>
                  </a:lnTo>
                  <a:lnTo>
                    <a:pt x="113305" y="96599"/>
                  </a:lnTo>
                  <a:lnTo>
                    <a:pt x="113306" y="102605"/>
                  </a:lnTo>
                  <a:lnTo>
                    <a:pt x="113306" y="108612"/>
                  </a:lnTo>
                  <a:lnTo>
                    <a:pt x="113308" y="114620"/>
                  </a:lnTo>
                  <a:lnTo>
                    <a:pt x="113308" y="120628"/>
                  </a:lnTo>
                  <a:lnTo>
                    <a:pt x="113309" y="126633"/>
                  </a:lnTo>
                  <a:lnTo>
                    <a:pt x="113310" y="132641"/>
                  </a:lnTo>
                  <a:lnTo>
                    <a:pt x="113311" y="138649"/>
                  </a:lnTo>
                  <a:lnTo>
                    <a:pt x="113312" y="144657"/>
                  </a:lnTo>
                  <a:lnTo>
                    <a:pt x="113312" y="150662"/>
                  </a:lnTo>
                  <a:lnTo>
                    <a:pt x="113313" y="156670"/>
                  </a:lnTo>
                  <a:lnTo>
                    <a:pt x="113315" y="162678"/>
                  </a:lnTo>
                  <a:lnTo>
                    <a:pt x="113316" y="168686"/>
                  </a:lnTo>
                  <a:lnTo>
                    <a:pt x="113317" y="174691"/>
                  </a:lnTo>
                  <a:lnTo>
                    <a:pt x="113317" y="177253"/>
                  </a:lnTo>
                  <a:lnTo>
                    <a:pt x="112965" y="180390"/>
                  </a:lnTo>
                  <a:lnTo>
                    <a:pt x="112177" y="185097"/>
                  </a:lnTo>
                  <a:lnTo>
                    <a:pt x="112037" y="188894"/>
                  </a:lnTo>
                  <a:lnTo>
                    <a:pt x="112687" y="191849"/>
                  </a:lnTo>
                  <a:lnTo>
                    <a:pt x="113319" y="193779"/>
                  </a:lnTo>
                  <a:lnTo>
                    <a:pt x="113319" y="198720"/>
                  </a:lnTo>
                  <a:lnTo>
                    <a:pt x="113320" y="204728"/>
                  </a:lnTo>
                  <a:lnTo>
                    <a:pt x="113321" y="210736"/>
                  </a:lnTo>
                  <a:lnTo>
                    <a:pt x="113322" y="216743"/>
                  </a:lnTo>
                  <a:lnTo>
                    <a:pt x="113323" y="222749"/>
                  </a:lnTo>
                  <a:lnTo>
                    <a:pt x="113323" y="228756"/>
                  </a:lnTo>
                  <a:lnTo>
                    <a:pt x="113324" y="234764"/>
                  </a:lnTo>
                  <a:lnTo>
                    <a:pt x="113326" y="240772"/>
                  </a:lnTo>
                  <a:lnTo>
                    <a:pt x="113327" y="246777"/>
                  </a:lnTo>
                  <a:lnTo>
                    <a:pt x="113328" y="252785"/>
                  </a:lnTo>
                  <a:lnTo>
                    <a:pt x="113328" y="258793"/>
                  </a:lnTo>
                  <a:lnTo>
                    <a:pt x="113330" y="259183"/>
                  </a:lnTo>
                  <a:lnTo>
                    <a:pt x="112745" y="258187"/>
                  </a:lnTo>
                  <a:lnTo>
                    <a:pt x="111177" y="254898"/>
                  </a:lnTo>
                  <a:lnTo>
                    <a:pt x="109757" y="251146"/>
                  </a:lnTo>
                  <a:lnTo>
                    <a:pt x="108843" y="247646"/>
                  </a:lnTo>
                  <a:lnTo>
                    <a:pt x="107807" y="244457"/>
                  </a:lnTo>
                  <a:lnTo>
                    <a:pt x="103400" y="235007"/>
                  </a:lnTo>
                  <a:lnTo>
                    <a:pt x="102278" y="231902"/>
                  </a:lnTo>
                  <a:lnTo>
                    <a:pt x="102056" y="231045"/>
                  </a:lnTo>
                  <a:lnTo>
                    <a:pt x="102161" y="230243"/>
                  </a:lnTo>
                  <a:lnTo>
                    <a:pt x="102670" y="228606"/>
                  </a:lnTo>
                  <a:lnTo>
                    <a:pt x="103574" y="223871"/>
                  </a:lnTo>
                  <a:lnTo>
                    <a:pt x="102629" y="226797"/>
                  </a:lnTo>
                  <a:lnTo>
                    <a:pt x="101504" y="229114"/>
                  </a:lnTo>
                  <a:lnTo>
                    <a:pt x="99870" y="229267"/>
                  </a:lnTo>
                  <a:lnTo>
                    <a:pt x="98264" y="229830"/>
                  </a:lnTo>
                  <a:lnTo>
                    <a:pt x="96778" y="231229"/>
                  </a:lnTo>
                  <a:lnTo>
                    <a:pt x="95269" y="231711"/>
                  </a:lnTo>
                  <a:lnTo>
                    <a:pt x="94514" y="231025"/>
                  </a:lnTo>
                  <a:lnTo>
                    <a:pt x="94059" y="229285"/>
                  </a:lnTo>
                  <a:lnTo>
                    <a:pt x="93823" y="227501"/>
                  </a:lnTo>
                  <a:lnTo>
                    <a:pt x="93715" y="225605"/>
                  </a:lnTo>
                  <a:lnTo>
                    <a:pt x="93081" y="228670"/>
                  </a:lnTo>
                  <a:lnTo>
                    <a:pt x="91834" y="230346"/>
                  </a:lnTo>
                  <a:lnTo>
                    <a:pt x="90134" y="233878"/>
                  </a:lnTo>
                  <a:lnTo>
                    <a:pt x="89648" y="233151"/>
                  </a:lnTo>
                  <a:lnTo>
                    <a:pt x="89354" y="231807"/>
                  </a:lnTo>
                  <a:lnTo>
                    <a:pt x="89256" y="230413"/>
                  </a:lnTo>
                  <a:lnTo>
                    <a:pt x="89585" y="228924"/>
                  </a:lnTo>
                  <a:lnTo>
                    <a:pt x="89816" y="227342"/>
                  </a:lnTo>
                  <a:lnTo>
                    <a:pt x="90162" y="223556"/>
                  </a:lnTo>
                  <a:lnTo>
                    <a:pt x="90924" y="221326"/>
                  </a:lnTo>
                  <a:lnTo>
                    <a:pt x="91409" y="217006"/>
                  </a:lnTo>
                  <a:lnTo>
                    <a:pt x="91726" y="215465"/>
                  </a:lnTo>
                  <a:lnTo>
                    <a:pt x="91889" y="213927"/>
                  </a:lnTo>
                  <a:lnTo>
                    <a:pt x="91445" y="212187"/>
                  </a:lnTo>
                  <a:lnTo>
                    <a:pt x="90697" y="211593"/>
                  </a:lnTo>
                  <a:lnTo>
                    <a:pt x="90185" y="210536"/>
                  </a:lnTo>
                  <a:lnTo>
                    <a:pt x="89590" y="207605"/>
                  </a:lnTo>
                  <a:lnTo>
                    <a:pt x="89222" y="206612"/>
                  </a:lnTo>
                  <a:lnTo>
                    <a:pt x="88547" y="205409"/>
                  </a:lnTo>
                  <a:lnTo>
                    <a:pt x="88028" y="204006"/>
                  </a:lnTo>
                  <a:lnTo>
                    <a:pt x="88601" y="202950"/>
                  </a:lnTo>
                  <a:lnTo>
                    <a:pt x="89355" y="202526"/>
                  </a:lnTo>
                  <a:lnTo>
                    <a:pt x="89974" y="202592"/>
                  </a:lnTo>
                  <a:lnTo>
                    <a:pt x="91094" y="203250"/>
                  </a:lnTo>
                  <a:lnTo>
                    <a:pt x="91599" y="203288"/>
                  </a:lnTo>
                  <a:lnTo>
                    <a:pt x="92898" y="202203"/>
                  </a:lnTo>
                  <a:lnTo>
                    <a:pt x="92168" y="202537"/>
                  </a:lnTo>
                  <a:lnTo>
                    <a:pt x="91446" y="202503"/>
                  </a:lnTo>
                  <a:lnTo>
                    <a:pt x="89138" y="200604"/>
                  </a:lnTo>
                  <a:lnTo>
                    <a:pt x="87710" y="198639"/>
                  </a:lnTo>
                  <a:lnTo>
                    <a:pt x="86363" y="194700"/>
                  </a:lnTo>
                  <a:lnTo>
                    <a:pt x="86350" y="193938"/>
                  </a:lnTo>
                  <a:lnTo>
                    <a:pt x="87299" y="193223"/>
                  </a:lnTo>
                  <a:lnTo>
                    <a:pt x="89352" y="192391"/>
                  </a:lnTo>
                  <a:lnTo>
                    <a:pt x="88715" y="190383"/>
                  </a:lnTo>
                  <a:lnTo>
                    <a:pt x="87786" y="188631"/>
                  </a:lnTo>
                  <a:lnTo>
                    <a:pt x="87462" y="185515"/>
                  </a:lnTo>
                  <a:lnTo>
                    <a:pt x="86827" y="183587"/>
                  </a:lnTo>
                  <a:lnTo>
                    <a:pt x="85457" y="180436"/>
                  </a:lnTo>
                  <a:lnTo>
                    <a:pt x="84516" y="177173"/>
                  </a:lnTo>
                  <a:lnTo>
                    <a:pt x="83717" y="170530"/>
                  </a:lnTo>
                  <a:lnTo>
                    <a:pt x="82899" y="165520"/>
                  </a:lnTo>
                  <a:lnTo>
                    <a:pt x="83098" y="163702"/>
                  </a:lnTo>
                  <a:lnTo>
                    <a:pt x="83788" y="162407"/>
                  </a:lnTo>
                  <a:lnTo>
                    <a:pt x="82746" y="162257"/>
                  </a:lnTo>
                  <a:lnTo>
                    <a:pt x="81801" y="161325"/>
                  </a:lnTo>
                  <a:lnTo>
                    <a:pt x="82300" y="158883"/>
                  </a:lnTo>
                  <a:lnTo>
                    <a:pt x="83391" y="157443"/>
                  </a:lnTo>
                  <a:lnTo>
                    <a:pt x="82398" y="157813"/>
                  </a:lnTo>
                  <a:lnTo>
                    <a:pt x="81425" y="158517"/>
                  </a:lnTo>
                  <a:lnTo>
                    <a:pt x="80981" y="158650"/>
                  </a:lnTo>
                  <a:lnTo>
                    <a:pt x="80524" y="158433"/>
                  </a:lnTo>
                  <a:lnTo>
                    <a:pt x="80283" y="157452"/>
                  </a:lnTo>
                  <a:lnTo>
                    <a:pt x="80251" y="156061"/>
                  </a:lnTo>
                  <a:lnTo>
                    <a:pt x="80393" y="153605"/>
                  </a:lnTo>
                  <a:lnTo>
                    <a:pt x="80225" y="151225"/>
                  </a:lnTo>
                  <a:lnTo>
                    <a:pt x="79363" y="150114"/>
                  </a:lnTo>
                  <a:lnTo>
                    <a:pt x="78652" y="148414"/>
                  </a:lnTo>
                  <a:lnTo>
                    <a:pt x="78249" y="147785"/>
                  </a:lnTo>
                  <a:lnTo>
                    <a:pt x="77721" y="147834"/>
                  </a:lnTo>
                  <a:lnTo>
                    <a:pt x="77209" y="146697"/>
                  </a:lnTo>
                  <a:lnTo>
                    <a:pt x="76799" y="145047"/>
                  </a:lnTo>
                  <a:lnTo>
                    <a:pt x="71661" y="137902"/>
                  </a:lnTo>
                  <a:lnTo>
                    <a:pt x="71356" y="135864"/>
                  </a:lnTo>
                  <a:lnTo>
                    <a:pt x="70880" y="136759"/>
                  </a:lnTo>
                  <a:lnTo>
                    <a:pt x="70403" y="137195"/>
                  </a:lnTo>
                  <a:lnTo>
                    <a:pt x="69811" y="136023"/>
                  </a:lnTo>
                  <a:lnTo>
                    <a:pt x="69192" y="135244"/>
                  </a:lnTo>
                  <a:lnTo>
                    <a:pt x="68516" y="135371"/>
                  </a:lnTo>
                  <a:lnTo>
                    <a:pt x="67891" y="134739"/>
                  </a:lnTo>
                  <a:lnTo>
                    <a:pt x="67236" y="134378"/>
                  </a:lnTo>
                  <a:lnTo>
                    <a:pt x="66553" y="134321"/>
                  </a:lnTo>
                  <a:lnTo>
                    <a:pt x="63851" y="132122"/>
                  </a:lnTo>
                  <a:lnTo>
                    <a:pt x="61295" y="128650"/>
                  </a:lnTo>
                  <a:lnTo>
                    <a:pt x="59215" y="127156"/>
                  </a:lnTo>
                  <a:lnTo>
                    <a:pt x="57930" y="125208"/>
                  </a:lnTo>
                  <a:lnTo>
                    <a:pt x="56593" y="123615"/>
                  </a:lnTo>
                  <a:lnTo>
                    <a:pt x="53605" y="122065"/>
                  </a:lnTo>
                  <a:lnTo>
                    <a:pt x="50580" y="121021"/>
                  </a:lnTo>
                  <a:lnTo>
                    <a:pt x="49487" y="120983"/>
                  </a:lnTo>
                  <a:lnTo>
                    <a:pt x="48569" y="121318"/>
                  </a:lnTo>
                  <a:lnTo>
                    <a:pt x="47689" y="121246"/>
                  </a:lnTo>
                  <a:lnTo>
                    <a:pt x="42677" y="113703"/>
                  </a:lnTo>
                  <a:lnTo>
                    <a:pt x="41831" y="110266"/>
                  </a:lnTo>
                  <a:lnTo>
                    <a:pt x="41913" y="108257"/>
                  </a:lnTo>
                  <a:lnTo>
                    <a:pt x="42136" y="106592"/>
                  </a:lnTo>
                  <a:lnTo>
                    <a:pt x="44179" y="106111"/>
                  </a:lnTo>
                  <a:lnTo>
                    <a:pt x="42740" y="105629"/>
                  </a:lnTo>
                  <a:lnTo>
                    <a:pt x="42148" y="105857"/>
                  </a:lnTo>
                  <a:lnTo>
                    <a:pt x="40964" y="107222"/>
                  </a:lnTo>
                  <a:lnTo>
                    <a:pt x="40322" y="107317"/>
                  </a:lnTo>
                  <a:lnTo>
                    <a:pt x="39418" y="106411"/>
                  </a:lnTo>
                  <a:lnTo>
                    <a:pt x="38553" y="105268"/>
                  </a:lnTo>
                  <a:lnTo>
                    <a:pt x="37135" y="106327"/>
                  </a:lnTo>
                  <a:lnTo>
                    <a:pt x="36410" y="104590"/>
                  </a:lnTo>
                  <a:lnTo>
                    <a:pt x="36162" y="102760"/>
                  </a:lnTo>
                  <a:lnTo>
                    <a:pt x="35783" y="101924"/>
                  </a:lnTo>
                  <a:lnTo>
                    <a:pt x="35248" y="102010"/>
                  </a:lnTo>
                  <a:lnTo>
                    <a:pt x="34532" y="102668"/>
                  </a:lnTo>
                  <a:lnTo>
                    <a:pt x="33815" y="102550"/>
                  </a:lnTo>
                  <a:lnTo>
                    <a:pt x="33354" y="101297"/>
                  </a:lnTo>
                  <a:lnTo>
                    <a:pt x="33022" y="99658"/>
                  </a:lnTo>
                  <a:lnTo>
                    <a:pt x="32531" y="98484"/>
                  </a:lnTo>
                  <a:lnTo>
                    <a:pt x="31938" y="97586"/>
                  </a:lnTo>
                  <a:lnTo>
                    <a:pt x="30967" y="95457"/>
                  </a:lnTo>
                  <a:lnTo>
                    <a:pt x="30460" y="92548"/>
                  </a:lnTo>
                  <a:lnTo>
                    <a:pt x="30517" y="87515"/>
                  </a:lnTo>
                  <a:lnTo>
                    <a:pt x="30674" y="85712"/>
                  </a:lnTo>
                  <a:lnTo>
                    <a:pt x="31633" y="82780"/>
                  </a:lnTo>
                  <a:lnTo>
                    <a:pt x="32313" y="79998"/>
                  </a:lnTo>
                  <a:lnTo>
                    <a:pt x="31471" y="79690"/>
                  </a:lnTo>
                  <a:lnTo>
                    <a:pt x="30710" y="80965"/>
                  </a:lnTo>
                  <a:lnTo>
                    <a:pt x="30388" y="82275"/>
                  </a:lnTo>
                  <a:lnTo>
                    <a:pt x="30260" y="83862"/>
                  </a:lnTo>
                  <a:lnTo>
                    <a:pt x="30174" y="89146"/>
                  </a:lnTo>
                  <a:lnTo>
                    <a:pt x="29564" y="90675"/>
                  </a:lnTo>
                  <a:lnTo>
                    <a:pt x="28641" y="90551"/>
                  </a:lnTo>
                  <a:lnTo>
                    <a:pt x="28915" y="93639"/>
                  </a:lnTo>
                  <a:lnTo>
                    <a:pt x="28539" y="96568"/>
                  </a:lnTo>
                  <a:lnTo>
                    <a:pt x="27471" y="100013"/>
                  </a:lnTo>
                  <a:lnTo>
                    <a:pt x="27381" y="101580"/>
                  </a:lnTo>
                  <a:lnTo>
                    <a:pt x="27552" y="103277"/>
                  </a:lnTo>
                  <a:lnTo>
                    <a:pt x="27309" y="104945"/>
                  </a:lnTo>
                  <a:lnTo>
                    <a:pt x="25582" y="109770"/>
                  </a:lnTo>
                  <a:lnTo>
                    <a:pt x="25006" y="110000"/>
                  </a:lnTo>
                  <a:lnTo>
                    <a:pt x="23724" y="109969"/>
                  </a:lnTo>
                  <a:lnTo>
                    <a:pt x="22400" y="110733"/>
                  </a:lnTo>
                  <a:lnTo>
                    <a:pt x="21786" y="109611"/>
                  </a:lnTo>
                  <a:lnTo>
                    <a:pt x="21282" y="108148"/>
                  </a:lnTo>
                  <a:lnTo>
                    <a:pt x="20907" y="106419"/>
                  </a:lnTo>
                  <a:lnTo>
                    <a:pt x="20383" y="102850"/>
                  </a:lnTo>
                  <a:lnTo>
                    <a:pt x="19963" y="99171"/>
                  </a:lnTo>
                  <a:lnTo>
                    <a:pt x="21278" y="94660"/>
                  </a:lnTo>
                  <a:lnTo>
                    <a:pt x="20824" y="90583"/>
                  </a:lnTo>
                  <a:lnTo>
                    <a:pt x="19934" y="87085"/>
                  </a:lnTo>
                  <a:lnTo>
                    <a:pt x="17687" y="82240"/>
                  </a:lnTo>
                  <a:lnTo>
                    <a:pt x="15356" y="77644"/>
                  </a:lnTo>
                  <a:lnTo>
                    <a:pt x="14297" y="76709"/>
                  </a:lnTo>
                  <a:lnTo>
                    <a:pt x="12560" y="76299"/>
                  </a:lnTo>
                  <a:lnTo>
                    <a:pt x="12014" y="75855"/>
                  </a:lnTo>
                  <a:lnTo>
                    <a:pt x="11474" y="74126"/>
                  </a:lnTo>
                  <a:lnTo>
                    <a:pt x="11074" y="72132"/>
                  </a:lnTo>
                  <a:lnTo>
                    <a:pt x="12161" y="71275"/>
                  </a:lnTo>
                  <a:lnTo>
                    <a:pt x="14021" y="68935"/>
                  </a:lnTo>
                  <a:lnTo>
                    <a:pt x="15073" y="69047"/>
                  </a:lnTo>
                  <a:lnTo>
                    <a:pt x="17936" y="70317"/>
                  </a:lnTo>
                  <a:lnTo>
                    <a:pt x="18816" y="71471"/>
                  </a:lnTo>
                  <a:lnTo>
                    <a:pt x="19634" y="72146"/>
                  </a:lnTo>
                  <a:lnTo>
                    <a:pt x="21591" y="68280"/>
                  </a:lnTo>
                  <a:lnTo>
                    <a:pt x="23141" y="63233"/>
                  </a:lnTo>
                  <a:lnTo>
                    <a:pt x="24107" y="62136"/>
                  </a:lnTo>
                  <a:lnTo>
                    <a:pt x="24926" y="61767"/>
                  </a:lnTo>
                  <a:lnTo>
                    <a:pt x="25766" y="62254"/>
                  </a:lnTo>
                  <a:lnTo>
                    <a:pt x="27429" y="64018"/>
                  </a:lnTo>
                  <a:lnTo>
                    <a:pt x="28736" y="64837"/>
                  </a:lnTo>
                  <a:lnTo>
                    <a:pt x="29669" y="64999"/>
                  </a:lnTo>
                  <a:lnTo>
                    <a:pt x="30156" y="66577"/>
                  </a:lnTo>
                  <a:lnTo>
                    <a:pt x="30707" y="67287"/>
                  </a:lnTo>
                  <a:lnTo>
                    <a:pt x="30830" y="64906"/>
                  </a:lnTo>
                  <a:lnTo>
                    <a:pt x="31311" y="62148"/>
                  </a:lnTo>
                  <a:lnTo>
                    <a:pt x="32235" y="61291"/>
                  </a:lnTo>
                  <a:lnTo>
                    <a:pt x="32723" y="61094"/>
                  </a:lnTo>
                  <a:lnTo>
                    <a:pt x="33032" y="60382"/>
                  </a:lnTo>
                  <a:lnTo>
                    <a:pt x="32965" y="57828"/>
                  </a:lnTo>
                  <a:lnTo>
                    <a:pt x="31739" y="57508"/>
                  </a:lnTo>
                  <a:lnTo>
                    <a:pt x="32406" y="55320"/>
                  </a:lnTo>
                  <a:lnTo>
                    <a:pt x="33005" y="54255"/>
                  </a:lnTo>
                  <a:lnTo>
                    <a:pt x="33210" y="53188"/>
                  </a:lnTo>
                  <a:lnTo>
                    <a:pt x="33222" y="51846"/>
                  </a:lnTo>
                  <a:lnTo>
                    <a:pt x="30823" y="54420"/>
                  </a:lnTo>
                  <a:lnTo>
                    <a:pt x="28296" y="55496"/>
                  </a:lnTo>
                  <a:lnTo>
                    <a:pt x="26802" y="55205"/>
                  </a:lnTo>
                  <a:lnTo>
                    <a:pt x="25311" y="55167"/>
                  </a:lnTo>
                  <a:lnTo>
                    <a:pt x="22334" y="56884"/>
                  </a:lnTo>
                  <a:lnTo>
                    <a:pt x="21205" y="56815"/>
                  </a:lnTo>
                  <a:lnTo>
                    <a:pt x="18568" y="56120"/>
                  </a:lnTo>
                  <a:lnTo>
                    <a:pt x="17109" y="55286"/>
                  </a:lnTo>
                  <a:lnTo>
                    <a:pt x="15981" y="55935"/>
                  </a:lnTo>
                  <a:lnTo>
                    <a:pt x="14895" y="55990"/>
                  </a:lnTo>
                  <a:lnTo>
                    <a:pt x="13757" y="54025"/>
                  </a:lnTo>
                  <a:lnTo>
                    <a:pt x="12789" y="51560"/>
                  </a:lnTo>
                  <a:lnTo>
                    <a:pt x="12309" y="49812"/>
                  </a:lnTo>
                  <a:lnTo>
                    <a:pt x="11668" y="48545"/>
                  </a:lnTo>
                  <a:lnTo>
                    <a:pt x="11384" y="46836"/>
                  </a:lnTo>
                  <a:lnTo>
                    <a:pt x="10676" y="40407"/>
                  </a:lnTo>
                  <a:lnTo>
                    <a:pt x="10611" y="35819"/>
                  </a:lnTo>
                  <a:lnTo>
                    <a:pt x="9469" y="35727"/>
                  </a:lnTo>
                  <a:lnTo>
                    <a:pt x="8352" y="35274"/>
                  </a:lnTo>
                  <a:lnTo>
                    <a:pt x="3382" y="30908"/>
                  </a:lnTo>
                  <a:lnTo>
                    <a:pt x="2781" y="31978"/>
                  </a:lnTo>
                  <a:lnTo>
                    <a:pt x="2081" y="32529"/>
                  </a:lnTo>
                  <a:lnTo>
                    <a:pt x="1384" y="32734"/>
                  </a:lnTo>
                  <a:lnTo>
                    <a:pt x="691" y="32509"/>
                  </a:lnTo>
                  <a:lnTo>
                    <a:pt x="0" y="31831"/>
                  </a:lnTo>
                  <a:lnTo>
                    <a:pt x="57" y="30628"/>
                  </a:lnTo>
                  <a:lnTo>
                    <a:pt x="571" y="27676"/>
                  </a:lnTo>
                  <a:lnTo>
                    <a:pt x="1074" y="26588"/>
                  </a:lnTo>
                  <a:lnTo>
                    <a:pt x="1770" y="25748"/>
                  </a:lnTo>
                  <a:lnTo>
                    <a:pt x="2213" y="24181"/>
                  </a:lnTo>
                  <a:lnTo>
                    <a:pt x="2932" y="19486"/>
                  </a:lnTo>
                  <a:lnTo>
                    <a:pt x="2987" y="17882"/>
                  </a:lnTo>
                  <a:lnTo>
                    <a:pt x="2908" y="16243"/>
                  </a:lnTo>
                  <a:lnTo>
                    <a:pt x="2967" y="15011"/>
                  </a:lnTo>
                  <a:lnTo>
                    <a:pt x="3412" y="14364"/>
                  </a:lnTo>
                  <a:lnTo>
                    <a:pt x="5287" y="12835"/>
                  </a:lnTo>
                  <a:lnTo>
                    <a:pt x="9179" y="10529"/>
                  </a:lnTo>
                  <a:lnTo>
                    <a:pt x="10163" y="9150"/>
                  </a:lnTo>
                  <a:lnTo>
                    <a:pt x="10975" y="6942"/>
                  </a:lnTo>
                  <a:lnTo>
                    <a:pt x="11924" y="5601"/>
                  </a:lnTo>
                  <a:lnTo>
                    <a:pt x="12361" y="4244"/>
                  </a:lnTo>
                  <a:lnTo>
                    <a:pt x="12860" y="3151"/>
                  </a:lnTo>
                  <a:lnTo>
                    <a:pt x="15873" y="236"/>
                  </a:lnTo>
                  <a:lnTo>
                    <a:pt x="17170" y="0"/>
                  </a:lnTo>
                  <a:lnTo>
                    <a:pt x="18500" y="337"/>
                  </a:lnTo>
                  <a:lnTo>
                    <a:pt x="21127" y="2066"/>
                  </a:lnTo>
                  <a:lnTo>
                    <a:pt x="23633" y="4856"/>
                  </a:lnTo>
                  <a:lnTo>
                    <a:pt x="25805" y="8518"/>
                  </a:lnTo>
                  <a:lnTo>
                    <a:pt x="28124" y="11190"/>
                  </a:lnTo>
                  <a:lnTo>
                    <a:pt x="30974" y="11640"/>
                  </a:lnTo>
                  <a:lnTo>
                    <a:pt x="32412" y="11346"/>
                  </a:lnTo>
                  <a:lnTo>
                    <a:pt x="33823" y="11727"/>
                  </a:lnTo>
                  <a:lnTo>
                    <a:pt x="34395" y="12477"/>
                  </a:lnTo>
                  <a:lnTo>
                    <a:pt x="35379" y="14754"/>
                  </a:lnTo>
                  <a:lnTo>
                    <a:pt x="35097" y="16249"/>
                  </a:lnTo>
                  <a:lnTo>
                    <a:pt x="34930" y="19336"/>
                  </a:lnTo>
                  <a:lnTo>
                    <a:pt x="35432" y="22308"/>
                  </a:lnTo>
                  <a:lnTo>
                    <a:pt x="36251" y="25284"/>
                  </a:lnTo>
                  <a:lnTo>
                    <a:pt x="36919" y="28458"/>
                  </a:lnTo>
                  <a:lnTo>
                    <a:pt x="37060" y="30007"/>
                  </a:lnTo>
                  <a:lnTo>
                    <a:pt x="36806" y="33291"/>
                  </a:lnTo>
                  <a:lnTo>
                    <a:pt x="36576" y="34916"/>
                  </a:lnTo>
                  <a:lnTo>
                    <a:pt x="35764" y="37625"/>
                  </a:lnTo>
                  <a:lnTo>
                    <a:pt x="35315" y="40586"/>
                  </a:lnTo>
                  <a:lnTo>
                    <a:pt x="35603" y="44236"/>
                  </a:lnTo>
                  <a:lnTo>
                    <a:pt x="35764" y="47907"/>
                  </a:lnTo>
                  <a:lnTo>
                    <a:pt x="35734" y="51280"/>
                  </a:lnTo>
                  <a:lnTo>
                    <a:pt x="35880" y="54599"/>
                  </a:lnTo>
                  <a:lnTo>
                    <a:pt x="36325" y="57964"/>
                  </a:lnTo>
                  <a:lnTo>
                    <a:pt x="38225" y="67180"/>
                  </a:lnTo>
                  <a:lnTo>
                    <a:pt x="39336" y="73425"/>
                  </a:lnTo>
                  <a:lnTo>
                    <a:pt x="39690" y="69936"/>
                  </a:lnTo>
                  <a:lnTo>
                    <a:pt x="39600" y="66058"/>
                  </a:lnTo>
                  <a:lnTo>
                    <a:pt x="39994" y="64658"/>
                  </a:lnTo>
                  <a:lnTo>
                    <a:pt x="40550" y="63914"/>
                  </a:lnTo>
                  <a:lnTo>
                    <a:pt x="41237" y="64690"/>
                  </a:lnTo>
                  <a:lnTo>
                    <a:pt x="41434" y="66260"/>
                  </a:lnTo>
                  <a:lnTo>
                    <a:pt x="41482" y="69688"/>
                  </a:lnTo>
                  <a:lnTo>
                    <a:pt x="42086" y="76417"/>
                  </a:lnTo>
                  <a:lnTo>
                    <a:pt x="42854" y="76726"/>
                  </a:lnTo>
                  <a:lnTo>
                    <a:pt x="43689" y="75696"/>
                  </a:lnTo>
                  <a:lnTo>
                    <a:pt x="43826" y="77753"/>
                  </a:lnTo>
                  <a:lnTo>
                    <a:pt x="43796" y="81559"/>
                  </a:lnTo>
                  <a:lnTo>
                    <a:pt x="44183" y="84581"/>
                  </a:lnTo>
                  <a:lnTo>
                    <a:pt x="44528" y="85764"/>
                  </a:lnTo>
                  <a:lnTo>
                    <a:pt x="45893" y="88222"/>
                  </a:lnTo>
                  <a:lnTo>
                    <a:pt x="46515" y="88678"/>
                  </a:lnTo>
                  <a:lnTo>
                    <a:pt x="48324" y="89270"/>
                  </a:lnTo>
                  <a:lnTo>
                    <a:pt x="49687" y="89458"/>
                  </a:lnTo>
                  <a:lnTo>
                    <a:pt x="50994" y="88577"/>
                  </a:lnTo>
                  <a:lnTo>
                    <a:pt x="51835" y="86321"/>
                  </a:lnTo>
                  <a:lnTo>
                    <a:pt x="52596" y="83877"/>
                  </a:lnTo>
                  <a:lnTo>
                    <a:pt x="55224" y="78241"/>
                  </a:lnTo>
                  <a:lnTo>
                    <a:pt x="55985" y="75546"/>
                  </a:lnTo>
                  <a:lnTo>
                    <a:pt x="56718" y="71414"/>
                  </a:lnTo>
                  <a:lnTo>
                    <a:pt x="56971" y="70528"/>
                  </a:lnTo>
                  <a:lnTo>
                    <a:pt x="59586" y="66061"/>
                  </a:lnTo>
                  <a:lnTo>
                    <a:pt x="59884" y="64476"/>
                  </a:lnTo>
                  <a:lnTo>
                    <a:pt x="60259" y="61409"/>
                  </a:lnTo>
                  <a:lnTo>
                    <a:pt x="60826" y="58440"/>
                  </a:lnTo>
                  <a:lnTo>
                    <a:pt x="61251" y="56907"/>
                  </a:lnTo>
                  <a:lnTo>
                    <a:pt x="63776" y="55459"/>
                  </a:lnTo>
                  <a:lnTo>
                    <a:pt x="66399" y="54671"/>
                  </a:lnTo>
                  <a:lnTo>
                    <a:pt x="68997" y="51935"/>
                  </a:lnTo>
                  <a:lnTo>
                    <a:pt x="70122" y="49584"/>
                  </a:lnTo>
                  <a:lnTo>
                    <a:pt x="70175" y="48037"/>
                  </a:lnTo>
                  <a:lnTo>
                    <a:pt x="69604" y="45322"/>
                  </a:lnTo>
                  <a:lnTo>
                    <a:pt x="69581" y="44130"/>
                  </a:lnTo>
                  <a:lnTo>
                    <a:pt x="70183" y="42984"/>
                  </a:lnTo>
                  <a:lnTo>
                    <a:pt x="72500" y="39542"/>
                  </a:lnTo>
                  <a:lnTo>
                    <a:pt x="75181" y="36001"/>
                  </a:lnTo>
                  <a:lnTo>
                    <a:pt x="77334" y="33560"/>
                  </a:lnTo>
                  <a:lnTo>
                    <a:pt x="78525" y="33577"/>
                  </a:lnTo>
                  <a:lnTo>
                    <a:pt x="79623" y="35727"/>
                  </a:lnTo>
                  <a:lnTo>
                    <a:pt x="80794" y="37481"/>
                  </a:lnTo>
                  <a:lnTo>
                    <a:pt x="86913" y="42658"/>
                  </a:lnTo>
                  <a:lnTo>
                    <a:pt x="87893" y="44265"/>
                  </a:lnTo>
                  <a:lnTo>
                    <a:pt x="88748" y="46401"/>
                  </a:lnTo>
                  <a:lnTo>
                    <a:pt x="89971" y="47881"/>
                  </a:lnTo>
                  <a:lnTo>
                    <a:pt x="91338" y="48597"/>
                  </a:lnTo>
                  <a:lnTo>
                    <a:pt x="92580" y="49979"/>
                  </a:lnTo>
                  <a:lnTo>
                    <a:pt x="93759" y="51762"/>
                  </a:lnTo>
                  <a:lnTo>
                    <a:pt x="96361" y="55089"/>
                  </a:lnTo>
                  <a:lnTo>
                    <a:pt x="99855" y="59121"/>
                  </a:lnTo>
                  <a:lnTo>
                    <a:pt x="100750" y="59363"/>
                  </a:lnTo>
                  <a:lnTo>
                    <a:pt x="104001" y="59173"/>
                  </a:lnTo>
                  <a:lnTo>
                    <a:pt x="104562" y="59932"/>
                  </a:lnTo>
                  <a:lnTo>
                    <a:pt x="105095" y="61005"/>
                  </a:lnTo>
                  <a:lnTo>
                    <a:pt x="105591" y="61253"/>
                  </a:lnTo>
                  <a:lnTo>
                    <a:pt x="109315" y="62003"/>
                  </a:lnTo>
                  <a:lnTo>
                    <a:pt x="109888" y="62780"/>
                  </a:lnTo>
                  <a:lnTo>
                    <a:pt x="110427" y="63844"/>
                  </a:lnTo>
                  <a:lnTo>
                    <a:pt x="110733" y="667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4352499" y="3643959"/>
              <a:ext cx="3781" cy="9571"/>
            </a:xfrm>
            <a:custGeom>
              <a:avLst/>
              <a:pathLst>
                <a:path w="3781" h="9571">
                  <a:moveTo>
                    <a:pt x="2465" y="0"/>
                  </a:moveTo>
                  <a:lnTo>
                    <a:pt x="3527" y="2871"/>
                  </a:lnTo>
                  <a:lnTo>
                    <a:pt x="3781" y="3898"/>
                  </a:lnTo>
                  <a:lnTo>
                    <a:pt x="3256" y="5491"/>
                  </a:lnTo>
                  <a:lnTo>
                    <a:pt x="2832" y="7742"/>
                  </a:lnTo>
                  <a:lnTo>
                    <a:pt x="2591" y="8221"/>
                  </a:lnTo>
                  <a:lnTo>
                    <a:pt x="1779" y="7358"/>
                  </a:lnTo>
                  <a:lnTo>
                    <a:pt x="1204" y="9571"/>
                  </a:lnTo>
                  <a:lnTo>
                    <a:pt x="825" y="6039"/>
                  </a:lnTo>
                  <a:lnTo>
                    <a:pt x="0" y="3800"/>
                  </a:lnTo>
                  <a:lnTo>
                    <a:pt x="513" y="1509"/>
                  </a:lnTo>
                  <a:lnTo>
                    <a:pt x="699" y="1344"/>
                  </a:lnTo>
                  <a:lnTo>
                    <a:pt x="949" y="1416"/>
                  </a:lnTo>
                  <a:lnTo>
                    <a:pt x="1208" y="201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4614128" y="3643131"/>
              <a:ext cx="6621" cy="17051"/>
            </a:xfrm>
            <a:custGeom>
              <a:avLst/>
              <a:pathLst>
                <a:path w="6621" h="17051">
                  <a:moveTo>
                    <a:pt x="3065" y="363"/>
                  </a:moveTo>
                  <a:lnTo>
                    <a:pt x="4375" y="4778"/>
                  </a:lnTo>
                  <a:lnTo>
                    <a:pt x="3496" y="8968"/>
                  </a:lnTo>
                  <a:lnTo>
                    <a:pt x="4105" y="11311"/>
                  </a:lnTo>
                  <a:lnTo>
                    <a:pt x="5759" y="11458"/>
                  </a:lnTo>
                  <a:lnTo>
                    <a:pt x="6141" y="12336"/>
                  </a:lnTo>
                  <a:lnTo>
                    <a:pt x="6429" y="13392"/>
                  </a:lnTo>
                  <a:lnTo>
                    <a:pt x="6621" y="14835"/>
                  </a:lnTo>
                  <a:lnTo>
                    <a:pt x="6191" y="15989"/>
                  </a:lnTo>
                  <a:lnTo>
                    <a:pt x="5269" y="17051"/>
                  </a:lnTo>
                  <a:lnTo>
                    <a:pt x="4207" y="15524"/>
                  </a:lnTo>
                  <a:lnTo>
                    <a:pt x="3926" y="14105"/>
                  </a:lnTo>
                  <a:lnTo>
                    <a:pt x="3710" y="13574"/>
                  </a:lnTo>
                  <a:lnTo>
                    <a:pt x="2279" y="14650"/>
                  </a:lnTo>
                  <a:lnTo>
                    <a:pt x="1880" y="14754"/>
                  </a:lnTo>
                  <a:lnTo>
                    <a:pt x="1603" y="12777"/>
                  </a:lnTo>
                  <a:lnTo>
                    <a:pt x="1948" y="9938"/>
                  </a:lnTo>
                  <a:lnTo>
                    <a:pt x="948" y="8656"/>
                  </a:lnTo>
                  <a:lnTo>
                    <a:pt x="33" y="5722"/>
                  </a:lnTo>
                  <a:lnTo>
                    <a:pt x="0" y="4539"/>
                  </a:lnTo>
                  <a:lnTo>
                    <a:pt x="368" y="2490"/>
                  </a:lnTo>
                  <a:lnTo>
                    <a:pt x="318" y="862"/>
                  </a:lnTo>
                  <a:lnTo>
                    <a:pt x="841" y="738"/>
                  </a:lnTo>
                  <a:lnTo>
                    <a:pt x="1795" y="2946"/>
                  </a:lnTo>
                  <a:lnTo>
                    <a:pt x="2210" y="86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4611940" y="3641627"/>
              <a:ext cx="2108" cy="7843"/>
            </a:xfrm>
            <a:custGeom>
              <a:avLst/>
              <a:pathLst>
                <a:path w="2108" h="7843">
                  <a:moveTo>
                    <a:pt x="1652" y="7078"/>
                  </a:moveTo>
                  <a:lnTo>
                    <a:pt x="941" y="7843"/>
                  </a:lnTo>
                  <a:lnTo>
                    <a:pt x="167" y="7823"/>
                  </a:lnTo>
                  <a:lnTo>
                    <a:pt x="0" y="4671"/>
                  </a:lnTo>
                  <a:lnTo>
                    <a:pt x="250" y="675"/>
                  </a:lnTo>
                  <a:lnTo>
                    <a:pt x="968" y="0"/>
                  </a:lnTo>
                  <a:lnTo>
                    <a:pt x="2108" y="845"/>
                  </a:lnTo>
                  <a:lnTo>
                    <a:pt x="1687" y="1858"/>
                  </a:lnTo>
                  <a:lnTo>
                    <a:pt x="2000" y="399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4343462" y="3640794"/>
              <a:ext cx="3439" cy="4591"/>
            </a:xfrm>
            <a:custGeom>
              <a:avLst/>
              <a:pathLst>
                <a:path w="3439" h="4591">
                  <a:moveTo>
                    <a:pt x="3125" y="3557"/>
                  </a:moveTo>
                  <a:lnTo>
                    <a:pt x="1646" y="4591"/>
                  </a:lnTo>
                  <a:lnTo>
                    <a:pt x="0" y="3843"/>
                  </a:lnTo>
                  <a:lnTo>
                    <a:pt x="200" y="2066"/>
                  </a:lnTo>
                  <a:lnTo>
                    <a:pt x="994" y="0"/>
                  </a:lnTo>
                  <a:lnTo>
                    <a:pt x="1698" y="89"/>
                  </a:lnTo>
                  <a:lnTo>
                    <a:pt x="2981" y="1451"/>
                  </a:lnTo>
                  <a:lnTo>
                    <a:pt x="3439" y="266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4647508" y="3634191"/>
              <a:ext cx="12526" cy="12994"/>
            </a:xfrm>
            <a:custGeom>
              <a:avLst/>
              <a:pathLst>
                <a:path w="12526" h="12994">
                  <a:moveTo>
                    <a:pt x="6548" y="0"/>
                  </a:moveTo>
                  <a:lnTo>
                    <a:pt x="8515" y="1255"/>
                  </a:lnTo>
                  <a:lnTo>
                    <a:pt x="8961" y="1059"/>
                  </a:lnTo>
                  <a:lnTo>
                    <a:pt x="11812" y="4305"/>
                  </a:lnTo>
                  <a:lnTo>
                    <a:pt x="12266" y="5915"/>
                  </a:lnTo>
                  <a:lnTo>
                    <a:pt x="12106" y="7003"/>
                  </a:lnTo>
                  <a:lnTo>
                    <a:pt x="12526" y="8457"/>
                  </a:lnTo>
                  <a:lnTo>
                    <a:pt x="11592" y="10685"/>
                  </a:lnTo>
                  <a:lnTo>
                    <a:pt x="11142" y="10933"/>
                  </a:lnTo>
                  <a:lnTo>
                    <a:pt x="10686" y="10102"/>
                  </a:lnTo>
                  <a:lnTo>
                    <a:pt x="9778" y="9632"/>
                  </a:lnTo>
                  <a:lnTo>
                    <a:pt x="8729" y="10538"/>
                  </a:lnTo>
                  <a:lnTo>
                    <a:pt x="8060" y="9854"/>
                  </a:lnTo>
                  <a:lnTo>
                    <a:pt x="7495" y="7811"/>
                  </a:lnTo>
                  <a:lnTo>
                    <a:pt x="6492" y="6570"/>
                  </a:lnTo>
                  <a:lnTo>
                    <a:pt x="5074" y="2262"/>
                  </a:lnTo>
                  <a:lnTo>
                    <a:pt x="4377" y="2418"/>
                  </a:lnTo>
                  <a:lnTo>
                    <a:pt x="4560" y="4103"/>
                  </a:lnTo>
                  <a:lnTo>
                    <a:pt x="5163" y="5214"/>
                  </a:lnTo>
                  <a:lnTo>
                    <a:pt x="5958" y="8489"/>
                  </a:lnTo>
                  <a:lnTo>
                    <a:pt x="6414" y="8807"/>
                  </a:lnTo>
                  <a:lnTo>
                    <a:pt x="6887" y="8694"/>
                  </a:lnTo>
                  <a:lnTo>
                    <a:pt x="7523" y="10056"/>
                  </a:lnTo>
                  <a:lnTo>
                    <a:pt x="7490" y="12171"/>
                  </a:lnTo>
                  <a:lnTo>
                    <a:pt x="5831" y="12994"/>
                  </a:lnTo>
                  <a:lnTo>
                    <a:pt x="5259" y="11450"/>
                  </a:lnTo>
                  <a:lnTo>
                    <a:pt x="5133" y="8642"/>
                  </a:lnTo>
                  <a:lnTo>
                    <a:pt x="4200" y="9588"/>
                  </a:lnTo>
                  <a:lnTo>
                    <a:pt x="3841" y="10570"/>
                  </a:lnTo>
                  <a:lnTo>
                    <a:pt x="3567" y="10705"/>
                  </a:lnTo>
                  <a:lnTo>
                    <a:pt x="2948" y="7779"/>
                  </a:lnTo>
                  <a:lnTo>
                    <a:pt x="1179" y="7629"/>
                  </a:lnTo>
                  <a:lnTo>
                    <a:pt x="0" y="6074"/>
                  </a:lnTo>
                  <a:lnTo>
                    <a:pt x="579" y="4449"/>
                  </a:lnTo>
                  <a:lnTo>
                    <a:pt x="661" y="2876"/>
                  </a:lnTo>
                  <a:lnTo>
                    <a:pt x="1429" y="2031"/>
                  </a:lnTo>
                  <a:lnTo>
                    <a:pt x="2206" y="2788"/>
                  </a:lnTo>
                  <a:lnTo>
                    <a:pt x="2986" y="1654"/>
                  </a:lnTo>
                  <a:lnTo>
                    <a:pt x="3539" y="1944"/>
                  </a:lnTo>
                  <a:lnTo>
                    <a:pt x="3947" y="1220"/>
                  </a:lnTo>
                  <a:lnTo>
                    <a:pt x="5515" y="76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4284963" y="3633861"/>
              <a:ext cx="2662" cy="17254"/>
            </a:xfrm>
            <a:custGeom>
              <a:avLst/>
              <a:pathLst>
                <a:path w="2662" h="17254">
                  <a:moveTo>
                    <a:pt x="1699" y="15884"/>
                  </a:moveTo>
                  <a:lnTo>
                    <a:pt x="1022" y="17254"/>
                  </a:lnTo>
                  <a:lnTo>
                    <a:pt x="0" y="15924"/>
                  </a:lnTo>
                  <a:lnTo>
                    <a:pt x="343" y="14034"/>
                  </a:lnTo>
                  <a:lnTo>
                    <a:pt x="512" y="11417"/>
                  </a:lnTo>
                  <a:lnTo>
                    <a:pt x="1125" y="9339"/>
                  </a:lnTo>
                  <a:lnTo>
                    <a:pt x="1334" y="6901"/>
                  </a:lnTo>
                  <a:lnTo>
                    <a:pt x="150" y="232"/>
                  </a:lnTo>
                  <a:lnTo>
                    <a:pt x="736" y="0"/>
                  </a:lnTo>
                  <a:lnTo>
                    <a:pt x="1201" y="727"/>
                  </a:lnTo>
                  <a:lnTo>
                    <a:pt x="1983" y="5163"/>
                  </a:lnTo>
                  <a:lnTo>
                    <a:pt x="2662" y="7821"/>
                  </a:lnTo>
                  <a:lnTo>
                    <a:pt x="2389" y="1142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4354656" y="3633546"/>
              <a:ext cx="6339" cy="10078"/>
            </a:xfrm>
            <a:custGeom>
              <a:avLst/>
              <a:pathLst>
                <a:path w="6339" h="10078">
                  <a:moveTo>
                    <a:pt x="3764" y="5723"/>
                  </a:moveTo>
                  <a:lnTo>
                    <a:pt x="4093" y="6211"/>
                  </a:lnTo>
                  <a:lnTo>
                    <a:pt x="4497" y="4679"/>
                  </a:lnTo>
                  <a:lnTo>
                    <a:pt x="5245" y="6779"/>
                  </a:lnTo>
                  <a:lnTo>
                    <a:pt x="5707" y="7830"/>
                  </a:lnTo>
                  <a:lnTo>
                    <a:pt x="6339" y="8880"/>
                  </a:lnTo>
                  <a:lnTo>
                    <a:pt x="5717" y="8929"/>
                  </a:lnTo>
                  <a:lnTo>
                    <a:pt x="5467" y="9890"/>
                  </a:lnTo>
                  <a:lnTo>
                    <a:pt x="5305" y="10078"/>
                  </a:lnTo>
                  <a:lnTo>
                    <a:pt x="2897" y="6690"/>
                  </a:lnTo>
                  <a:lnTo>
                    <a:pt x="1357" y="7781"/>
                  </a:lnTo>
                  <a:lnTo>
                    <a:pt x="300" y="6791"/>
                  </a:lnTo>
                  <a:lnTo>
                    <a:pt x="0" y="6113"/>
                  </a:lnTo>
                  <a:lnTo>
                    <a:pt x="567" y="4257"/>
                  </a:lnTo>
                  <a:lnTo>
                    <a:pt x="1085" y="0"/>
                  </a:lnTo>
                  <a:lnTo>
                    <a:pt x="2141" y="1069"/>
                  </a:lnTo>
                  <a:lnTo>
                    <a:pt x="2399" y="2380"/>
                  </a:lnTo>
                  <a:lnTo>
                    <a:pt x="2335" y="2770"/>
                  </a:lnTo>
                  <a:lnTo>
                    <a:pt x="3025" y="356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4636972" y="3632728"/>
              <a:ext cx="2726" cy="6951"/>
            </a:xfrm>
            <a:custGeom>
              <a:avLst/>
              <a:pathLst>
                <a:path w="2726" h="6951">
                  <a:moveTo>
                    <a:pt x="2726" y="6867"/>
                  </a:moveTo>
                  <a:lnTo>
                    <a:pt x="2235" y="6951"/>
                  </a:lnTo>
                  <a:lnTo>
                    <a:pt x="1821" y="5225"/>
                  </a:lnTo>
                  <a:lnTo>
                    <a:pt x="696" y="3304"/>
                  </a:lnTo>
                  <a:lnTo>
                    <a:pt x="0" y="0"/>
                  </a:lnTo>
                  <a:lnTo>
                    <a:pt x="2648" y="545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4615260" y="3629857"/>
              <a:ext cx="643" cy="5295"/>
            </a:xfrm>
            <a:custGeom>
              <a:avLst/>
              <a:pathLst>
                <a:path w="643" h="5295">
                  <a:moveTo>
                    <a:pt x="643" y="4386"/>
                  </a:moveTo>
                  <a:lnTo>
                    <a:pt x="588" y="5295"/>
                  </a:lnTo>
                  <a:lnTo>
                    <a:pt x="239" y="4025"/>
                  </a:lnTo>
                  <a:lnTo>
                    <a:pt x="0" y="3722"/>
                  </a:lnTo>
                  <a:lnTo>
                    <a:pt x="258" y="536"/>
                  </a:lnTo>
                  <a:lnTo>
                    <a:pt x="392" y="0"/>
                  </a:lnTo>
                  <a:lnTo>
                    <a:pt x="597" y="217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4355248" y="3627212"/>
              <a:ext cx="2258" cy="5833"/>
            </a:xfrm>
            <a:custGeom>
              <a:avLst/>
              <a:pathLst>
                <a:path w="2258" h="5833">
                  <a:moveTo>
                    <a:pt x="2158" y="5098"/>
                  </a:moveTo>
                  <a:lnTo>
                    <a:pt x="2258" y="5833"/>
                  </a:lnTo>
                  <a:lnTo>
                    <a:pt x="1722" y="5005"/>
                  </a:lnTo>
                  <a:lnTo>
                    <a:pt x="1398" y="4504"/>
                  </a:lnTo>
                  <a:lnTo>
                    <a:pt x="1184" y="4044"/>
                  </a:lnTo>
                  <a:lnTo>
                    <a:pt x="0" y="0"/>
                  </a:lnTo>
                  <a:lnTo>
                    <a:pt x="506" y="259"/>
                  </a:lnTo>
                  <a:lnTo>
                    <a:pt x="1824" y="381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4339808" y="3613393"/>
              <a:ext cx="1766" cy="4833"/>
            </a:xfrm>
            <a:custGeom>
              <a:avLst/>
              <a:pathLst>
                <a:path w="1766" h="4833">
                  <a:moveTo>
                    <a:pt x="1645" y="4663"/>
                  </a:moveTo>
                  <a:lnTo>
                    <a:pt x="370" y="4833"/>
                  </a:lnTo>
                  <a:lnTo>
                    <a:pt x="0" y="4452"/>
                  </a:lnTo>
                  <a:lnTo>
                    <a:pt x="156" y="1673"/>
                  </a:lnTo>
                  <a:lnTo>
                    <a:pt x="543" y="0"/>
                  </a:lnTo>
                  <a:lnTo>
                    <a:pt x="1120" y="33"/>
                  </a:lnTo>
                  <a:lnTo>
                    <a:pt x="1766" y="253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4614876" y="3612074"/>
              <a:ext cx="942" cy="3236"/>
            </a:xfrm>
            <a:custGeom>
              <a:avLst/>
              <a:pathLst>
                <a:path w="942" h="3236">
                  <a:moveTo>
                    <a:pt x="645" y="3022"/>
                  </a:moveTo>
                  <a:lnTo>
                    <a:pt x="121" y="3236"/>
                  </a:lnTo>
                  <a:lnTo>
                    <a:pt x="0" y="2045"/>
                  </a:lnTo>
                  <a:lnTo>
                    <a:pt x="224" y="24"/>
                  </a:lnTo>
                  <a:lnTo>
                    <a:pt x="703" y="0"/>
                  </a:lnTo>
                  <a:lnTo>
                    <a:pt x="904" y="323"/>
                  </a:lnTo>
                  <a:lnTo>
                    <a:pt x="942" y="180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4614007" y="3608598"/>
              <a:ext cx="979" cy="3060"/>
            </a:xfrm>
            <a:custGeom>
              <a:avLst/>
              <a:pathLst>
                <a:path w="979" h="3060">
                  <a:moveTo>
                    <a:pt x="979" y="2089"/>
                  </a:moveTo>
                  <a:lnTo>
                    <a:pt x="590" y="3060"/>
                  </a:lnTo>
                  <a:lnTo>
                    <a:pt x="222" y="2735"/>
                  </a:lnTo>
                  <a:lnTo>
                    <a:pt x="0" y="1480"/>
                  </a:lnTo>
                  <a:lnTo>
                    <a:pt x="72" y="577"/>
                  </a:lnTo>
                  <a:lnTo>
                    <a:pt x="379" y="0"/>
                  </a:lnTo>
                  <a:lnTo>
                    <a:pt x="765" y="42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4342135" y="3608375"/>
              <a:ext cx="1737" cy="6462"/>
            </a:xfrm>
            <a:custGeom>
              <a:avLst/>
              <a:pathLst>
                <a:path w="1737" h="6462">
                  <a:moveTo>
                    <a:pt x="1200" y="6061"/>
                  </a:moveTo>
                  <a:lnTo>
                    <a:pt x="968" y="6462"/>
                  </a:lnTo>
                  <a:lnTo>
                    <a:pt x="0" y="2709"/>
                  </a:lnTo>
                  <a:lnTo>
                    <a:pt x="241" y="545"/>
                  </a:lnTo>
                  <a:lnTo>
                    <a:pt x="473" y="0"/>
                  </a:lnTo>
                  <a:lnTo>
                    <a:pt x="1006" y="1317"/>
                  </a:lnTo>
                  <a:lnTo>
                    <a:pt x="1429" y="2702"/>
                  </a:lnTo>
                  <a:lnTo>
                    <a:pt x="1737" y="434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4346627" y="3607731"/>
              <a:ext cx="1066" cy="3520"/>
            </a:xfrm>
            <a:custGeom>
              <a:avLst/>
              <a:pathLst>
                <a:path w="1066" h="3520">
                  <a:moveTo>
                    <a:pt x="1005" y="2669"/>
                  </a:moveTo>
                  <a:lnTo>
                    <a:pt x="1066" y="3520"/>
                  </a:lnTo>
                  <a:lnTo>
                    <a:pt x="26" y="1813"/>
                  </a:lnTo>
                  <a:lnTo>
                    <a:pt x="0" y="577"/>
                  </a:lnTo>
                  <a:lnTo>
                    <a:pt x="135" y="0"/>
                  </a:lnTo>
                  <a:lnTo>
                    <a:pt x="756" y="133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4350694" y="3606176"/>
              <a:ext cx="1603" cy="4110"/>
            </a:xfrm>
            <a:custGeom>
              <a:avLst/>
              <a:pathLst>
                <a:path w="1603" h="4110">
                  <a:moveTo>
                    <a:pt x="1603" y="3250"/>
                  </a:moveTo>
                  <a:lnTo>
                    <a:pt x="892" y="4110"/>
                  </a:lnTo>
                  <a:lnTo>
                    <a:pt x="0" y="1411"/>
                  </a:lnTo>
                  <a:lnTo>
                    <a:pt x="33" y="783"/>
                  </a:lnTo>
                  <a:lnTo>
                    <a:pt x="115" y="308"/>
                  </a:lnTo>
                  <a:lnTo>
                    <a:pt x="279" y="0"/>
                  </a:lnTo>
                  <a:lnTo>
                    <a:pt x="821" y="1396"/>
                  </a:lnTo>
                  <a:lnTo>
                    <a:pt x="1463" y="18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4332023" y="3600673"/>
              <a:ext cx="6513" cy="12473"/>
            </a:xfrm>
            <a:custGeom>
              <a:avLst/>
              <a:pathLst>
                <a:path w="6513" h="12473">
                  <a:moveTo>
                    <a:pt x="6513" y="11334"/>
                  </a:moveTo>
                  <a:lnTo>
                    <a:pt x="6300" y="12473"/>
                  </a:lnTo>
                  <a:lnTo>
                    <a:pt x="5877" y="11633"/>
                  </a:lnTo>
                  <a:lnTo>
                    <a:pt x="3660" y="10360"/>
                  </a:lnTo>
                  <a:lnTo>
                    <a:pt x="2914" y="10219"/>
                  </a:lnTo>
                  <a:lnTo>
                    <a:pt x="995" y="8824"/>
                  </a:lnTo>
                  <a:lnTo>
                    <a:pt x="414" y="8084"/>
                  </a:lnTo>
                  <a:lnTo>
                    <a:pt x="0" y="7113"/>
                  </a:lnTo>
                  <a:lnTo>
                    <a:pt x="141" y="5315"/>
                  </a:lnTo>
                  <a:lnTo>
                    <a:pt x="425" y="4236"/>
                  </a:lnTo>
                  <a:lnTo>
                    <a:pt x="598" y="1224"/>
                  </a:lnTo>
                  <a:lnTo>
                    <a:pt x="1082" y="0"/>
                  </a:lnTo>
                  <a:lnTo>
                    <a:pt x="2035" y="2240"/>
                  </a:lnTo>
                  <a:lnTo>
                    <a:pt x="3091" y="4166"/>
                  </a:lnTo>
                  <a:lnTo>
                    <a:pt x="3703" y="5048"/>
                  </a:lnTo>
                  <a:lnTo>
                    <a:pt x="5566" y="7017"/>
                  </a:lnTo>
                  <a:lnTo>
                    <a:pt x="6228" y="800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4341806" y="3600572"/>
              <a:ext cx="1297" cy="4145"/>
            </a:xfrm>
            <a:custGeom>
              <a:avLst/>
              <a:pathLst>
                <a:path w="1297" h="4145">
                  <a:moveTo>
                    <a:pt x="1232" y="2520"/>
                  </a:moveTo>
                  <a:lnTo>
                    <a:pt x="1297" y="4145"/>
                  </a:lnTo>
                  <a:lnTo>
                    <a:pt x="543" y="3747"/>
                  </a:lnTo>
                  <a:lnTo>
                    <a:pt x="0" y="1842"/>
                  </a:lnTo>
                  <a:lnTo>
                    <a:pt x="449" y="484"/>
                  </a:lnTo>
                  <a:lnTo>
                    <a:pt x="733" y="0"/>
                  </a:lnTo>
                  <a:lnTo>
                    <a:pt x="1015" y="180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4334838" y="3599631"/>
              <a:ext cx="5275" cy="9568"/>
            </a:xfrm>
            <a:custGeom>
              <a:avLst/>
              <a:pathLst>
                <a:path w="5275" h="9568">
                  <a:moveTo>
                    <a:pt x="5275" y="8726"/>
                  </a:moveTo>
                  <a:lnTo>
                    <a:pt x="4943" y="9568"/>
                  </a:lnTo>
                  <a:lnTo>
                    <a:pt x="4370" y="9376"/>
                  </a:lnTo>
                  <a:lnTo>
                    <a:pt x="3764" y="8375"/>
                  </a:lnTo>
                  <a:lnTo>
                    <a:pt x="2976" y="6583"/>
                  </a:lnTo>
                  <a:lnTo>
                    <a:pt x="2094" y="4984"/>
                  </a:lnTo>
                  <a:lnTo>
                    <a:pt x="978" y="3974"/>
                  </a:lnTo>
                  <a:lnTo>
                    <a:pt x="279" y="3670"/>
                  </a:lnTo>
                  <a:lnTo>
                    <a:pt x="0" y="3302"/>
                  </a:lnTo>
                  <a:lnTo>
                    <a:pt x="269" y="196"/>
                  </a:lnTo>
                  <a:lnTo>
                    <a:pt x="1002" y="0"/>
                  </a:lnTo>
                  <a:lnTo>
                    <a:pt x="3379" y="2887"/>
                  </a:lnTo>
                  <a:lnTo>
                    <a:pt x="4152" y="445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4348810" y="3599185"/>
              <a:ext cx="2357" cy="5644"/>
            </a:xfrm>
            <a:custGeom>
              <a:avLst/>
              <a:pathLst>
                <a:path w="2357" h="5644">
                  <a:moveTo>
                    <a:pt x="1051" y="0"/>
                  </a:moveTo>
                  <a:lnTo>
                    <a:pt x="1769" y="1286"/>
                  </a:lnTo>
                  <a:lnTo>
                    <a:pt x="2357" y="442"/>
                  </a:lnTo>
                  <a:lnTo>
                    <a:pt x="2334" y="1546"/>
                  </a:lnTo>
                  <a:lnTo>
                    <a:pt x="2215" y="2605"/>
                  </a:lnTo>
                  <a:lnTo>
                    <a:pt x="1520" y="5644"/>
                  </a:lnTo>
                  <a:lnTo>
                    <a:pt x="355" y="4944"/>
                  </a:lnTo>
                  <a:lnTo>
                    <a:pt x="86" y="3961"/>
                  </a:lnTo>
                  <a:lnTo>
                    <a:pt x="0" y="3226"/>
                  </a:lnTo>
                  <a:lnTo>
                    <a:pt x="167" y="2764"/>
                  </a:lnTo>
                  <a:lnTo>
                    <a:pt x="262" y="1274"/>
                  </a:lnTo>
                  <a:lnTo>
                    <a:pt x="767" y="127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4352353" y="3598135"/>
              <a:ext cx="4753" cy="11352"/>
            </a:xfrm>
            <a:custGeom>
              <a:avLst/>
              <a:pathLst>
                <a:path w="4753" h="11352">
                  <a:moveTo>
                    <a:pt x="3873" y="0"/>
                  </a:moveTo>
                  <a:lnTo>
                    <a:pt x="3937" y="2217"/>
                  </a:lnTo>
                  <a:lnTo>
                    <a:pt x="4586" y="3295"/>
                  </a:lnTo>
                  <a:lnTo>
                    <a:pt x="4753" y="4922"/>
                  </a:lnTo>
                  <a:lnTo>
                    <a:pt x="4639" y="7537"/>
                  </a:lnTo>
                  <a:lnTo>
                    <a:pt x="4029" y="10552"/>
                  </a:lnTo>
                  <a:lnTo>
                    <a:pt x="3758" y="11352"/>
                  </a:lnTo>
                  <a:lnTo>
                    <a:pt x="2953" y="10740"/>
                  </a:lnTo>
                  <a:lnTo>
                    <a:pt x="2684" y="9731"/>
                  </a:lnTo>
                  <a:lnTo>
                    <a:pt x="2577" y="8942"/>
                  </a:lnTo>
                  <a:lnTo>
                    <a:pt x="2689" y="8379"/>
                  </a:lnTo>
                  <a:lnTo>
                    <a:pt x="2093" y="7671"/>
                  </a:lnTo>
                  <a:lnTo>
                    <a:pt x="2477" y="6517"/>
                  </a:lnTo>
                  <a:lnTo>
                    <a:pt x="2214" y="4895"/>
                  </a:lnTo>
                  <a:lnTo>
                    <a:pt x="564" y="5909"/>
                  </a:lnTo>
                  <a:lnTo>
                    <a:pt x="87" y="5945"/>
                  </a:lnTo>
                  <a:lnTo>
                    <a:pt x="0" y="4099"/>
                  </a:lnTo>
                  <a:lnTo>
                    <a:pt x="67" y="3353"/>
                  </a:lnTo>
                  <a:lnTo>
                    <a:pt x="1335" y="1022"/>
                  </a:lnTo>
                  <a:lnTo>
                    <a:pt x="2091" y="593"/>
                  </a:lnTo>
                  <a:lnTo>
                    <a:pt x="2905" y="106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4329464" y="3592788"/>
              <a:ext cx="2500" cy="12921"/>
            </a:xfrm>
            <a:custGeom>
              <a:avLst/>
              <a:pathLst>
                <a:path w="2500" h="12921">
                  <a:moveTo>
                    <a:pt x="2254" y="12024"/>
                  </a:moveTo>
                  <a:lnTo>
                    <a:pt x="1728" y="12921"/>
                  </a:lnTo>
                  <a:lnTo>
                    <a:pt x="1097" y="11525"/>
                  </a:lnTo>
                  <a:lnTo>
                    <a:pt x="578" y="9496"/>
                  </a:lnTo>
                  <a:lnTo>
                    <a:pt x="304" y="7384"/>
                  </a:lnTo>
                  <a:lnTo>
                    <a:pt x="63" y="3933"/>
                  </a:lnTo>
                  <a:lnTo>
                    <a:pt x="0" y="1454"/>
                  </a:lnTo>
                  <a:lnTo>
                    <a:pt x="314" y="0"/>
                  </a:lnTo>
                  <a:lnTo>
                    <a:pt x="543" y="53"/>
                  </a:lnTo>
                  <a:lnTo>
                    <a:pt x="1476" y="1519"/>
                  </a:lnTo>
                  <a:lnTo>
                    <a:pt x="2092" y="4026"/>
                  </a:lnTo>
                  <a:lnTo>
                    <a:pt x="2432" y="4811"/>
                  </a:lnTo>
                  <a:lnTo>
                    <a:pt x="2500" y="7116"/>
                  </a:lnTo>
                  <a:lnTo>
                    <a:pt x="2274" y="974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4270990" y="3588572"/>
              <a:ext cx="9683" cy="28818"/>
            </a:xfrm>
            <a:custGeom>
              <a:avLst/>
              <a:pathLst>
                <a:path w="9683" h="28818">
                  <a:moveTo>
                    <a:pt x="4568" y="2206"/>
                  </a:moveTo>
                  <a:lnTo>
                    <a:pt x="7030" y="10519"/>
                  </a:lnTo>
                  <a:lnTo>
                    <a:pt x="8030" y="11637"/>
                  </a:lnTo>
                  <a:lnTo>
                    <a:pt x="9357" y="15409"/>
                  </a:lnTo>
                  <a:lnTo>
                    <a:pt x="9683" y="16719"/>
                  </a:lnTo>
                  <a:lnTo>
                    <a:pt x="9343" y="19369"/>
                  </a:lnTo>
                  <a:lnTo>
                    <a:pt x="9053" y="26931"/>
                  </a:lnTo>
                  <a:lnTo>
                    <a:pt x="8416" y="28818"/>
                  </a:lnTo>
                  <a:lnTo>
                    <a:pt x="6867" y="27884"/>
                  </a:lnTo>
                  <a:lnTo>
                    <a:pt x="6850" y="26555"/>
                  </a:lnTo>
                  <a:lnTo>
                    <a:pt x="5958" y="20857"/>
                  </a:lnTo>
                  <a:lnTo>
                    <a:pt x="4338" y="17680"/>
                  </a:lnTo>
                  <a:lnTo>
                    <a:pt x="3703" y="17515"/>
                  </a:lnTo>
                  <a:lnTo>
                    <a:pt x="3289" y="14266"/>
                  </a:lnTo>
                  <a:lnTo>
                    <a:pt x="2471" y="10412"/>
                  </a:lnTo>
                  <a:lnTo>
                    <a:pt x="0" y="3376"/>
                  </a:lnTo>
                  <a:lnTo>
                    <a:pt x="1874" y="3431"/>
                  </a:lnTo>
                  <a:lnTo>
                    <a:pt x="2784" y="1716"/>
                  </a:lnTo>
                  <a:lnTo>
                    <a:pt x="2992" y="349"/>
                  </a:lnTo>
                  <a:lnTo>
                    <a:pt x="3142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7"/>
            <p:cNvSpPr/>
            <p:nvPr/>
          </p:nvSpPr>
          <p:spPr>
            <a:xfrm>
              <a:off x="4327077" y="3586041"/>
              <a:ext cx="5462" cy="8701"/>
            </a:xfrm>
            <a:custGeom>
              <a:avLst/>
              <a:pathLst>
                <a:path w="5462" h="8701">
                  <a:moveTo>
                    <a:pt x="5377" y="4911"/>
                  </a:moveTo>
                  <a:lnTo>
                    <a:pt x="5462" y="8701"/>
                  </a:lnTo>
                  <a:lnTo>
                    <a:pt x="4619" y="7710"/>
                  </a:lnTo>
                  <a:lnTo>
                    <a:pt x="3957" y="6202"/>
                  </a:lnTo>
                  <a:lnTo>
                    <a:pt x="2905" y="5090"/>
                  </a:lnTo>
                  <a:lnTo>
                    <a:pt x="1623" y="4726"/>
                  </a:lnTo>
                  <a:lnTo>
                    <a:pt x="685" y="3747"/>
                  </a:lnTo>
                  <a:lnTo>
                    <a:pt x="28" y="1985"/>
                  </a:lnTo>
                  <a:lnTo>
                    <a:pt x="0" y="1174"/>
                  </a:lnTo>
                  <a:lnTo>
                    <a:pt x="64" y="515"/>
                  </a:lnTo>
                  <a:lnTo>
                    <a:pt x="270" y="0"/>
                  </a:lnTo>
                  <a:lnTo>
                    <a:pt x="5123" y="340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8"/>
            <p:cNvSpPr/>
            <p:nvPr/>
          </p:nvSpPr>
          <p:spPr>
            <a:xfrm>
              <a:off x="4517450" y="3583806"/>
              <a:ext cx="73248" cy="218497"/>
            </a:xfrm>
            <a:custGeom>
              <a:avLst/>
              <a:pathLst>
                <a:path w="73248" h="218497">
                  <a:moveTo>
                    <a:pt x="69331" y="20853"/>
                  </a:moveTo>
                  <a:lnTo>
                    <a:pt x="67165" y="25868"/>
                  </a:lnTo>
                  <a:lnTo>
                    <a:pt x="66503" y="28292"/>
                  </a:lnTo>
                  <a:lnTo>
                    <a:pt x="65927" y="30900"/>
                  </a:lnTo>
                  <a:lnTo>
                    <a:pt x="65075" y="33801"/>
                  </a:lnTo>
                  <a:lnTo>
                    <a:pt x="64092" y="36357"/>
                  </a:lnTo>
                  <a:lnTo>
                    <a:pt x="63602" y="37115"/>
                  </a:lnTo>
                  <a:lnTo>
                    <a:pt x="62395" y="38490"/>
                  </a:lnTo>
                  <a:lnTo>
                    <a:pt x="61699" y="39024"/>
                  </a:lnTo>
                  <a:lnTo>
                    <a:pt x="60389" y="39195"/>
                  </a:lnTo>
                  <a:lnTo>
                    <a:pt x="56442" y="41235"/>
                  </a:lnTo>
                  <a:lnTo>
                    <a:pt x="55146" y="41473"/>
                  </a:lnTo>
                  <a:lnTo>
                    <a:pt x="53855" y="41388"/>
                  </a:lnTo>
                  <a:lnTo>
                    <a:pt x="51407" y="40879"/>
                  </a:lnTo>
                  <a:lnTo>
                    <a:pt x="50896" y="40612"/>
                  </a:lnTo>
                  <a:lnTo>
                    <a:pt x="49920" y="37985"/>
                  </a:lnTo>
                  <a:lnTo>
                    <a:pt x="48819" y="35907"/>
                  </a:lnTo>
                  <a:lnTo>
                    <a:pt x="47847" y="35681"/>
                  </a:lnTo>
                  <a:lnTo>
                    <a:pt x="46855" y="35903"/>
                  </a:lnTo>
                  <a:lnTo>
                    <a:pt x="39715" y="36048"/>
                  </a:lnTo>
                  <a:lnTo>
                    <a:pt x="37218" y="36434"/>
                  </a:lnTo>
                  <a:lnTo>
                    <a:pt x="34732" y="37363"/>
                  </a:lnTo>
                  <a:lnTo>
                    <a:pt x="33378" y="36940"/>
                  </a:lnTo>
                  <a:lnTo>
                    <a:pt x="32037" y="35898"/>
                  </a:lnTo>
                  <a:lnTo>
                    <a:pt x="31027" y="35535"/>
                  </a:lnTo>
                  <a:lnTo>
                    <a:pt x="30006" y="35642"/>
                  </a:lnTo>
                  <a:lnTo>
                    <a:pt x="25319" y="37211"/>
                  </a:lnTo>
                  <a:lnTo>
                    <a:pt x="24140" y="37061"/>
                  </a:lnTo>
                  <a:lnTo>
                    <a:pt x="21769" y="35054"/>
                  </a:lnTo>
                  <a:lnTo>
                    <a:pt x="20390" y="34652"/>
                  </a:lnTo>
                  <a:lnTo>
                    <a:pt x="19039" y="35184"/>
                  </a:lnTo>
                  <a:lnTo>
                    <a:pt x="17779" y="36989"/>
                  </a:lnTo>
                  <a:lnTo>
                    <a:pt x="17302" y="38200"/>
                  </a:lnTo>
                  <a:lnTo>
                    <a:pt x="15999" y="42329"/>
                  </a:lnTo>
                  <a:lnTo>
                    <a:pt x="15262" y="45342"/>
                  </a:lnTo>
                  <a:lnTo>
                    <a:pt x="14705" y="49089"/>
                  </a:lnTo>
                  <a:lnTo>
                    <a:pt x="14225" y="52921"/>
                  </a:lnTo>
                  <a:lnTo>
                    <a:pt x="13966" y="56060"/>
                  </a:lnTo>
                  <a:lnTo>
                    <a:pt x="13953" y="59339"/>
                  </a:lnTo>
                  <a:lnTo>
                    <a:pt x="14176" y="63029"/>
                  </a:lnTo>
                  <a:lnTo>
                    <a:pt x="14530" y="66680"/>
                  </a:lnTo>
                  <a:lnTo>
                    <a:pt x="14922" y="69467"/>
                  </a:lnTo>
                  <a:lnTo>
                    <a:pt x="16548" y="75919"/>
                  </a:lnTo>
                  <a:lnTo>
                    <a:pt x="16880" y="76834"/>
                  </a:lnTo>
                  <a:lnTo>
                    <a:pt x="18646" y="78649"/>
                  </a:lnTo>
                  <a:lnTo>
                    <a:pt x="19693" y="80978"/>
                  </a:lnTo>
                  <a:lnTo>
                    <a:pt x="20687" y="87451"/>
                  </a:lnTo>
                  <a:lnTo>
                    <a:pt x="21394" y="90749"/>
                  </a:lnTo>
                  <a:lnTo>
                    <a:pt x="22089" y="90789"/>
                  </a:lnTo>
                  <a:lnTo>
                    <a:pt x="22866" y="90558"/>
                  </a:lnTo>
                  <a:lnTo>
                    <a:pt x="24215" y="90977"/>
                  </a:lnTo>
                  <a:lnTo>
                    <a:pt x="25554" y="91825"/>
                  </a:lnTo>
                  <a:lnTo>
                    <a:pt x="26858" y="89843"/>
                  </a:lnTo>
                  <a:lnTo>
                    <a:pt x="27585" y="86091"/>
                  </a:lnTo>
                  <a:lnTo>
                    <a:pt x="28315" y="83304"/>
                  </a:lnTo>
                  <a:lnTo>
                    <a:pt x="30069" y="77997"/>
                  </a:lnTo>
                  <a:lnTo>
                    <a:pt x="31068" y="75544"/>
                  </a:lnTo>
                  <a:lnTo>
                    <a:pt x="31707" y="74745"/>
                  </a:lnTo>
                  <a:lnTo>
                    <a:pt x="32356" y="75094"/>
                  </a:lnTo>
                  <a:lnTo>
                    <a:pt x="32906" y="76499"/>
                  </a:lnTo>
                  <a:lnTo>
                    <a:pt x="33548" y="77616"/>
                  </a:lnTo>
                  <a:lnTo>
                    <a:pt x="34859" y="78216"/>
                  </a:lnTo>
                  <a:lnTo>
                    <a:pt x="36182" y="77841"/>
                  </a:lnTo>
                  <a:lnTo>
                    <a:pt x="37590" y="76119"/>
                  </a:lnTo>
                  <a:lnTo>
                    <a:pt x="38095" y="75062"/>
                  </a:lnTo>
                  <a:lnTo>
                    <a:pt x="38513" y="73718"/>
                  </a:lnTo>
                  <a:lnTo>
                    <a:pt x="39706" y="72633"/>
                  </a:lnTo>
                  <a:lnTo>
                    <a:pt x="42541" y="72621"/>
                  </a:lnTo>
                  <a:lnTo>
                    <a:pt x="44007" y="73011"/>
                  </a:lnTo>
                  <a:lnTo>
                    <a:pt x="46619" y="72578"/>
                  </a:lnTo>
                  <a:lnTo>
                    <a:pt x="46582" y="71600"/>
                  </a:lnTo>
                  <a:lnTo>
                    <a:pt x="46078" y="70564"/>
                  </a:lnTo>
                  <a:lnTo>
                    <a:pt x="45946" y="69733"/>
                  </a:lnTo>
                  <a:lnTo>
                    <a:pt x="46431" y="69196"/>
                  </a:lnTo>
                  <a:lnTo>
                    <a:pt x="48114" y="67987"/>
                  </a:lnTo>
                  <a:lnTo>
                    <a:pt x="49829" y="67127"/>
                  </a:lnTo>
                  <a:lnTo>
                    <a:pt x="51078" y="67742"/>
                  </a:lnTo>
                  <a:lnTo>
                    <a:pt x="52194" y="69427"/>
                  </a:lnTo>
                  <a:lnTo>
                    <a:pt x="52622" y="71167"/>
                  </a:lnTo>
                  <a:lnTo>
                    <a:pt x="52812" y="73259"/>
                  </a:lnTo>
                  <a:lnTo>
                    <a:pt x="52382" y="78678"/>
                  </a:lnTo>
                  <a:lnTo>
                    <a:pt x="52174" y="79933"/>
                  </a:lnTo>
                  <a:lnTo>
                    <a:pt x="51284" y="80583"/>
                  </a:lnTo>
                  <a:lnTo>
                    <a:pt x="50446" y="79864"/>
                  </a:lnTo>
                  <a:lnTo>
                    <a:pt x="49616" y="77065"/>
                  </a:lnTo>
                  <a:lnTo>
                    <a:pt x="48443" y="76041"/>
                  </a:lnTo>
                  <a:lnTo>
                    <a:pt x="46779" y="76886"/>
                  </a:lnTo>
                  <a:lnTo>
                    <a:pt x="46208" y="77688"/>
                  </a:lnTo>
                  <a:lnTo>
                    <a:pt x="45695" y="78808"/>
                  </a:lnTo>
                  <a:lnTo>
                    <a:pt x="44755" y="81711"/>
                  </a:lnTo>
                  <a:lnTo>
                    <a:pt x="43972" y="84989"/>
                  </a:lnTo>
                  <a:lnTo>
                    <a:pt x="42280" y="90091"/>
                  </a:lnTo>
                  <a:lnTo>
                    <a:pt x="40321" y="94523"/>
                  </a:lnTo>
                  <a:lnTo>
                    <a:pt x="39373" y="96220"/>
                  </a:lnTo>
                  <a:lnTo>
                    <a:pt x="38316" y="97363"/>
                  </a:lnTo>
                  <a:lnTo>
                    <a:pt x="34921" y="100297"/>
                  </a:lnTo>
                  <a:lnTo>
                    <a:pt x="34027" y="102476"/>
                  </a:lnTo>
                  <a:lnTo>
                    <a:pt x="33333" y="105307"/>
                  </a:lnTo>
                  <a:lnTo>
                    <a:pt x="32563" y="106271"/>
                  </a:lnTo>
                  <a:lnTo>
                    <a:pt x="31674" y="106577"/>
                  </a:lnTo>
                  <a:lnTo>
                    <a:pt x="31006" y="106046"/>
                  </a:lnTo>
                  <a:lnTo>
                    <a:pt x="29653" y="104450"/>
                  </a:lnTo>
                  <a:lnTo>
                    <a:pt x="29208" y="105763"/>
                  </a:lnTo>
                  <a:lnTo>
                    <a:pt x="29132" y="107766"/>
                  </a:lnTo>
                  <a:lnTo>
                    <a:pt x="29799" y="108478"/>
                  </a:lnTo>
                  <a:lnTo>
                    <a:pt x="30871" y="110692"/>
                  </a:lnTo>
                  <a:lnTo>
                    <a:pt x="31701" y="113820"/>
                  </a:lnTo>
                  <a:lnTo>
                    <a:pt x="32233" y="114492"/>
                  </a:lnTo>
                  <a:lnTo>
                    <a:pt x="33415" y="115508"/>
                  </a:lnTo>
                  <a:lnTo>
                    <a:pt x="33912" y="116480"/>
                  </a:lnTo>
                  <a:lnTo>
                    <a:pt x="34803" y="119158"/>
                  </a:lnTo>
                  <a:lnTo>
                    <a:pt x="36207" y="125388"/>
                  </a:lnTo>
                  <a:lnTo>
                    <a:pt x="36685" y="128759"/>
                  </a:lnTo>
                  <a:lnTo>
                    <a:pt x="37465" y="131509"/>
                  </a:lnTo>
                  <a:lnTo>
                    <a:pt x="39839" y="136180"/>
                  </a:lnTo>
                  <a:lnTo>
                    <a:pt x="39971" y="137499"/>
                  </a:lnTo>
                  <a:lnTo>
                    <a:pt x="39825" y="139034"/>
                  </a:lnTo>
                  <a:lnTo>
                    <a:pt x="40007" y="140434"/>
                  </a:lnTo>
                  <a:lnTo>
                    <a:pt x="40856" y="143118"/>
                  </a:lnTo>
                  <a:lnTo>
                    <a:pt x="41058" y="144846"/>
                  </a:lnTo>
                  <a:lnTo>
                    <a:pt x="40129" y="147039"/>
                  </a:lnTo>
                  <a:lnTo>
                    <a:pt x="40078" y="150219"/>
                  </a:lnTo>
                  <a:lnTo>
                    <a:pt x="39510" y="154496"/>
                  </a:lnTo>
                  <a:lnTo>
                    <a:pt x="39381" y="155939"/>
                  </a:lnTo>
                  <a:lnTo>
                    <a:pt x="39399" y="157243"/>
                  </a:lnTo>
                  <a:lnTo>
                    <a:pt x="39798" y="158461"/>
                  </a:lnTo>
                  <a:lnTo>
                    <a:pt x="40264" y="159424"/>
                  </a:lnTo>
                  <a:lnTo>
                    <a:pt x="40902" y="159932"/>
                  </a:lnTo>
                  <a:lnTo>
                    <a:pt x="41461" y="160772"/>
                  </a:lnTo>
                  <a:lnTo>
                    <a:pt x="42536" y="164105"/>
                  </a:lnTo>
                  <a:lnTo>
                    <a:pt x="43097" y="164982"/>
                  </a:lnTo>
                  <a:lnTo>
                    <a:pt x="43453" y="166197"/>
                  </a:lnTo>
                  <a:lnTo>
                    <a:pt x="43416" y="168006"/>
                  </a:lnTo>
                  <a:lnTo>
                    <a:pt x="43906" y="169065"/>
                  </a:lnTo>
                  <a:lnTo>
                    <a:pt x="44358" y="170955"/>
                  </a:lnTo>
                  <a:lnTo>
                    <a:pt x="45047" y="171414"/>
                  </a:lnTo>
                  <a:lnTo>
                    <a:pt x="45370" y="170872"/>
                  </a:lnTo>
                  <a:lnTo>
                    <a:pt x="45591" y="170061"/>
                  </a:lnTo>
                  <a:lnTo>
                    <a:pt x="46155" y="170367"/>
                  </a:lnTo>
                  <a:lnTo>
                    <a:pt x="46489" y="171683"/>
                  </a:lnTo>
                  <a:lnTo>
                    <a:pt x="46682" y="173374"/>
                  </a:lnTo>
                  <a:lnTo>
                    <a:pt x="46744" y="175238"/>
                  </a:lnTo>
                  <a:lnTo>
                    <a:pt x="46717" y="178776"/>
                  </a:lnTo>
                  <a:lnTo>
                    <a:pt x="46431" y="180042"/>
                  </a:lnTo>
                  <a:lnTo>
                    <a:pt x="45811" y="179982"/>
                  </a:lnTo>
                  <a:lnTo>
                    <a:pt x="44699" y="178527"/>
                  </a:lnTo>
                  <a:lnTo>
                    <a:pt x="44646" y="179578"/>
                  </a:lnTo>
                  <a:lnTo>
                    <a:pt x="44722" y="180596"/>
                  </a:lnTo>
                  <a:lnTo>
                    <a:pt x="44156" y="180934"/>
                  </a:lnTo>
                  <a:lnTo>
                    <a:pt x="43507" y="180793"/>
                  </a:lnTo>
                  <a:lnTo>
                    <a:pt x="41879" y="180931"/>
                  </a:lnTo>
                  <a:lnTo>
                    <a:pt x="38879" y="183127"/>
                  </a:lnTo>
                  <a:lnTo>
                    <a:pt x="37824" y="184423"/>
                  </a:lnTo>
                  <a:lnTo>
                    <a:pt x="37142" y="186783"/>
                  </a:lnTo>
                  <a:lnTo>
                    <a:pt x="37094" y="188414"/>
                  </a:lnTo>
                  <a:lnTo>
                    <a:pt x="37358" y="191853"/>
                  </a:lnTo>
                  <a:lnTo>
                    <a:pt x="36959" y="193057"/>
                  </a:lnTo>
                  <a:lnTo>
                    <a:pt x="35584" y="193515"/>
                  </a:lnTo>
                  <a:lnTo>
                    <a:pt x="33666" y="192592"/>
                  </a:lnTo>
                  <a:lnTo>
                    <a:pt x="32503" y="191674"/>
                  </a:lnTo>
                  <a:lnTo>
                    <a:pt x="31856" y="190904"/>
                  </a:lnTo>
                  <a:lnTo>
                    <a:pt x="31012" y="188590"/>
                  </a:lnTo>
                  <a:lnTo>
                    <a:pt x="30696" y="185629"/>
                  </a:lnTo>
                  <a:lnTo>
                    <a:pt x="31317" y="176819"/>
                  </a:lnTo>
                  <a:lnTo>
                    <a:pt x="31493" y="175688"/>
                  </a:lnTo>
                  <a:lnTo>
                    <a:pt x="31796" y="174681"/>
                  </a:lnTo>
                  <a:lnTo>
                    <a:pt x="32115" y="173079"/>
                  </a:lnTo>
                  <a:lnTo>
                    <a:pt x="32190" y="171198"/>
                  </a:lnTo>
                  <a:lnTo>
                    <a:pt x="31274" y="168898"/>
                  </a:lnTo>
                  <a:lnTo>
                    <a:pt x="29893" y="167995"/>
                  </a:lnTo>
                  <a:lnTo>
                    <a:pt x="28722" y="166079"/>
                  </a:lnTo>
                  <a:lnTo>
                    <a:pt x="24197" y="155333"/>
                  </a:lnTo>
                  <a:lnTo>
                    <a:pt x="23942" y="154294"/>
                  </a:lnTo>
                  <a:lnTo>
                    <a:pt x="23932" y="152513"/>
                  </a:lnTo>
                  <a:lnTo>
                    <a:pt x="24114" y="150848"/>
                  </a:lnTo>
                  <a:lnTo>
                    <a:pt x="25601" y="144973"/>
                  </a:lnTo>
                  <a:lnTo>
                    <a:pt x="25788" y="143848"/>
                  </a:lnTo>
                  <a:lnTo>
                    <a:pt x="25969" y="139210"/>
                  </a:lnTo>
                  <a:lnTo>
                    <a:pt x="25930" y="135393"/>
                  </a:lnTo>
                  <a:lnTo>
                    <a:pt x="25763" y="131572"/>
                  </a:lnTo>
                  <a:lnTo>
                    <a:pt x="25059" y="129168"/>
                  </a:lnTo>
                  <a:lnTo>
                    <a:pt x="23801" y="128438"/>
                  </a:lnTo>
                  <a:lnTo>
                    <a:pt x="22503" y="128320"/>
                  </a:lnTo>
                  <a:lnTo>
                    <a:pt x="21238" y="129088"/>
                  </a:lnTo>
                  <a:lnTo>
                    <a:pt x="19992" y="131009"/>
                  </a:lnTo>
                  <a:lnTo>
                    <a:pt x="17692" y="135058"/>
                  </a:lnTo>
                  <a:lnTo>
                    <a:pt x="16780" y="137413"/>
                  </a:lnTo>
                  <a:lnTo>
                    <a:pt x="16701" y="140471"/>
                  </a:lnTo>
                  <a:lnTo>
                    <a:pt x="17228" y="143470"/>
                  </a:lnTo>
                  <a:lnTo>
                    <a:pt x="17909" y="146205"/>
                  </a:lnTo>
                  <a:lnTo>
                    <a:pt x="18271" y="149198"/>
                  </a:lnTo>
                  <a:lnTo>
                    <a:pt x="18774" y="159811"/>
                  </a:lnTo>
                  <a:lnTo>
                    <a:pt x="18757" y="161009"/>
                  </a:lnTo>
                  <a:lnTo>
                    <a:pt x="18165" y="164096"/>
                  </a:lnTo>
                  <a:lnTo>
                    <a:pt x="17932" y="170993"/>
                  </a:lnTo>
                  <a:lnTo>
                    <a:pt x="18183" y="180726"/>
                  </a:lnTo>
                  <a:lnTo>
                    <a:pt x="18586" y="186702"/>
                  </a:lnTo>
                  <a:lnTo>
                    <a:pt x="18414" y="189949"/>
                  </a:lnTo>
                  <a:lnTo>
                    <a:pt x="17338" y="196921"/>
                  </a:lnTo>
                  <a:lnTo>
                    <a:pt x="17012" y="200747"/>
                  </a:lnTo>
                  <a:lnTo>
                    <a:pt x="16987" y="202325"/>
                  </a:lnTo>
                  <a:lnTo>
                    <a:pt x="18255" y="209609"/>
                  </a:lnTo>
                  <a:lnTo>
                    <a:pt x="18546" y="212489"/>
                  </a:lnTo>
                  <a:lnTo>
                    <a:pt x="18703" y="215472"/>
                  </a:lnTo>
                  <a:lnTo>
                    <a:pt x="17354" y="214012"/>
                  </a:lnTo>
                  <a:lnTo>
                    <a:pt x="16728" y="214087"/>
                  </a:lnTo>
                  <a:lnTo>
                    <a:pt x="16096" y="214537"/>
                  </a:lnTo>
                  <a:lnTo>
                    <a:pt x="14691" y="215014"/>
                  </a:lnTo>
                  <a:lnTo>
                    <a:pt x="13266" y="215077"/>
                  </a:lnTo>
                  <a:lnTo>
                    <a:pt x="12767" y="215628"/>
                  </a:lnTo>
                  <a:lnTo>
                    <a:pt x="11754" y="217564"/>
                  </a:lnTo>
                  <a:lnTo>
                    <a:pt x="11141" y="218346"/>
                  </a:lnTo>
                  <a:lnTo>
                    <a:pt x="10605" y="218497"/>
                  </a:lnTo>
                  <a:lnTo>
                    <a:pt x="8790" y="216064"/>
                  </a:lnTo>
                  <a:lnTo>
                    <a:pt x="7719" y="213424"/>
                  </a:lnTo>
                  <a:lnTo>
                    <a:pt x="6732" y="210561"/>
                  </a:lnTo>
                  <a:lnTo>
                    <a:pt x="6552" y="207292"/>
                  </a:lnTo>
                  <a:lnTo>
                    <a:pt x="6896" y="203936"/>
                  </a:lnTo>
                  <a:lnTo>
                    <a:pt x="7384" y="200349"/>
                  </a:lnTo>
                  <a:lnTo>
                    <a:pt x="8360" y="194384"/>
                  </a:lnTo>
                  <a:lnTo>
                    <a:pt x="8314" y="190382"/>
                  </a:lnTo>
                  <a:lnTo>
                    <a:pt x="8648" y="187101"/>
                  </a:lnTo>
                  <a:lnTo>
                    <a:pt x="9206" y="183918"/>
                  </a:lnTo>
                  <a:lnTo>
                    <a:pt x="9407" y="180974"/>
                  </a:lnTo>
                  <a:lnTo>
                    <a:pt x="9542" y="169475"/>
                  </a:lnTo>
                  <a:lnTo>
                    <a:pt x="9403" y="168454"/>
                  </a:lnTo>
                  <a:lnTo>
                    <a:pt x="8066" y="161620"/>
                  </a:lnTo>
                  <a:lnTo>
                    <a:pt x="7912" y="160475"/>
                  </a:lnTo>
                  <a:lnTo>
                    <a:pt x="7903" y="158631"/>
                  </a:lnTo>
                  <a:lnTo>
                    <a:pt x="8047" y="156871"/>
                  </a:lnTo>
                  <a:lnTo>
                    <a:pt x="8076" y="155283"/>
                  </a:lnTo>
                  <a:lnTo>
                    <a:pt x="7769" y="154069"/>
                  </a:lnTo>
                  <a:lnTo>
                    <a:pt x="7227" y="152958"/>
                  </a:lnTo>
                  <a:lnTo>
                    <a:pt x="6572" y="152473"/>
                  </a:lnTo>
                  <a:lnTo>
                    <a:pt x="5186" y="152955"/>
                  </a:lnTo>
                  <a:lnTo>
                    <a:pt x="2399" y="154796"/>
                  </a:lnTo>
                  <a:lnTo>
                    <a:pt x="1576" y="153174"/>
                  </a:lnTo>
                  <a:lnTo>
                    <a:pt x="958" y="150672"/>
                  </a:lnTo>
                  <a:lnTo>
                    <a:pt x="562" y="147189"/>
                  </a:lnTo>
                  <a:lnTo>
                    <a:pt x="331" y="143539"/>
                  </a:lnTo>
                  <a:lnTo>
                    <a:pt x="438" y="140111"/>
                  </a:lnTo>
                  <a:lnTo>
                    <a:pt x="849" y="136798"/>
                  </a:lnTo>
                  <a:lnTo>
                    <a:pt x="517" y="134481"/>
                  </a:lnTo>
                  <a:lnTo>
                    <a:pt x="4" y="131959"/>
                  </a:lnTo>
                  <a:lnTo>
                    <a:pt x="0" y="130660"/>
                  </a:lnTo>
                  <a:lnTo>
                    <a:pt x="291" y="129523"/>
                  </a:lnTo>
                  <a:lnTo>
                    <a:pt x="795" y="128574"/>
                  </a:lnTo>
                  <a:lnTo>
                    <a:pt x="1410" y="128020"/>
                  </a:lnTo>
                  <a:lnTo>
                    <a:pt x="1986" y="127016"/>
                  </a:lnTo>
                  <a:lnTo>
                    <a:pt x="3507" y="123631"/>
                  </a:lnTo>
                  <a:lnTo>
                    <a:pt x="3997" y="120659"/>
                  </a:lnTo>
                  <a:lnTo>
                    <a:pt x="4029" y="117000"/>
                  </a:lnTo>
                  <a:lnTo>
                    <a:pt x="4416" y="113499"/>
                  </a:lnTo>
                  <a:lnTo>
                    <a:pt x="5195" y="110276"/>
                  </a:lnTo>
                  <a:lnTo>
                    <a:pt x="6115" y="107284"/>
                  </a:lnTo>
                  <a:lnTo>
                    <a:pt x="6415" y="104199"/>
                  </a:lnTo>
                  <a:lnTo>
                    <a:pt x="5961" y="99305"/>
                  </a:lnTo>
                  <a:lnTo>
                    <a:pt x="6141" y="97077"/>
                  </a:lnTo>
                  <a:lnTo>
                    <a:pt x="5984" y="94460"/>
                  </a:lnTo>
                  <a:lnTo>
                    <a:pt x="5969" y="91874"/>
                  </a:lnTo>
                  <a:lnTo>
                    <a:pt x="6539" y="87006"/>
                  </a:lnTo>
                  <a:lnTo>
                    <a:pt x="8231" y="77056"/>
                  </a:lnTo>
                  <a:lnTo>
                    <a:pt x="9881" y="71773"/>
                  </a:lnTo>
                  <a:lnTo>
                    <a:pt x="10538" y="70379"/>
                  </a:lnTo>
                  <a:lnTo>
                    <a:pt x="11394" y="72838"/>
                  </a:lnTo>
                  <a:lnTo>
                    <a:pt x="12048" y="75732"/>
                  </a:lnTo>
                  <a:lnTo>
                    <a:pt x="12058" y="73112"/>
                  </a:lnTo>
                  <a:lnTo>
                    <a:pt x="11884" y="70544"/>
                  </a:lnTo>
                  <a:lnTo>
                    <a:pt x="11223" y="64553"/>
                  </a:lnTo>
                  <a:lnTo>
                    <a:pt x="10657" y="52878"/>
                  </a:lnTo>
                  <a:lnTo>
                    <a:pt x="10816" y="51771"/>
                  </a:lnTo>
                  <a:lnTo>
                    <a:pt x="11392" y="51947"/>
                  </a:lnTo>
                  <a:lnTo>
                    <a:pt x="11979" y="50917"/>
                  </a:lnTo>
                  <a:lnTo>
                    <a:pt x="12290" y="49079"/>
                  </a:lnTo>
                  <a:lnTo>
                    <a:pt x="11678" y="44740"/>
                  </a:lnTo>
                  <a:lnTo>
                    <a:pt x="11650" y="43211"/>
                  </a:lnTo>
                  <a:lnTo>
                    <a:pt x="12831" y="37112"/>
                  </a:lnTo>
                  <a:lnTo>
                    <a:pt x="13793" y="34891"/>
                  </a:lnTo>
                  <a:lnTo>
                    <a:pt x="14215" y="33521"/>
                  </a:lnTo>
                  <a:lnTo>
                    <a:pt x="14457" y="29800"/>
                  </a:lnTo>
                  <a:lnTo>
                    <a:pt x="14958" y="28393"/>
                  </a:lnTo>
                  <a:lnTo>
                    <a:pt x="15593" y="27387"/>
                  </a:lnTo>
                  <a:lnTo>
                    <a:pt x="16425" y="24815"/>
                  </a:lnTo>
                  <a:lnTo>
                    <a:pt x="16876" y="21577"/>
                  </a:lnTo>
                  <a:lnTo>
                    <a:pt x="17153" y="21330"/>
                  </a:lnTo>
                  <a:lnTo>
                    <a:pt x="17477" y="21212"/>
                  </a:lnTo>
                  <a:lnTo>
                    <a:pt x="17977" y="24037"/>
                  </a:lnTo>
                  <a:lnTo>
                    <a:pt x="18540" y="25185"/>
                  </a:lnTo>
                  <a:lnTo>
                    <a:pt x="19682" y="26106"/>
                  </a:lnTo>
                  <a:lnTo>
                    <a:pt x="20658" y="25017"/>
                  </a:lnTo>
                  <a:lnTo>
                    <a:pt x="20929" y="23598"/>
                  </a:lnTo>
                  <a:lnTo>
                    <a:pt x="21298" y="22379"/>
                  </a:lnTo>
                  <a:lnTo>
                    <a:pt x="21890" y="21108"/>
                  </a:lnTo>
                  <a:lnTo>
                    <a:pt x="22388" y="19661"/>
                  </a:lnTo>
                  <a:lnTo>
                    <a:pt x="22941" y="16303"/>
                  </a:lnTo>
                  <a:lnTo>
                    <a:pt x="23672" y="13243"/>
                  </a:lnTo>
                  <a:lnTo>
                    <a:pt x="24173" y="12175"/>
                  </a:lnTo>
                  <a:lnTo>
                    <a:pt x="24778" y="11500"/>
                  </a:lnTo>
                  <a:lnTo>
                    <a:pt x="25451" y="11088"/>
                  </a:lnTo>
                  <a:lnTo>
                    <a:pt x="26099" y="11033"/>
                  </a:lnTo>
                  <a:lnTo>
                    <a:pt x="27538" y="12958"/>
                  </a:lnTo>
                  <a:lnTo>
                    <a:pt x="28370" y="13333"/>
                  </a:lnTo>
                  <a:lnTo>
                    <a:pt x="29222" y="13193"/>
                  </a:lnTo>
                  <a:lnTo>
                    <a:pt x="29760" y="13516"/>
                  </a:lnTo>
                  <a:lnTo>
                    <a:pt x="30168" y="14379"/>
                  </a:lnTo>
                  <a:lnTo>
                    <a:pt x="30539" y="16119"/>
                  </a:lnTo>
                  <a:lnTo>
                    <a:pt x="31000" y="17619"/>
                  </a:lnTo>
                  <a:lnTo>
                    <a:pt x="31424" y="18359"/>
                  </a:lnTo>
                  <a:lnTo>
                    <a:pt x="31891" y="18706"/>
                  </a:lnTo>
                  <a:lnTo>
                    <a:pt x="35021" y="18098"/>
                  </a:lnTo>
                  <a:lnTo>
                    <a:pt x="37755" y="19794"/>
                  </a:lnTo>
                  <a:lnTo>
                    <a:pt x="41485" y="20180"/>
                  </a:lnTo>
                  <a:lnTo>
                    <a:pt x="42764" y="21173"/>
                  </a:lnTo>
                  <a:lnTo>
                    <a:pt x="43992" y="22470"/>
                  </a:lnTo>
                  <a:lnTo>
                    <a:pt x="45496" y="24766"/>
                  </a:lnTo>
                  <a:lnTo>
                    <a:pt x="46046" y="25273"/>
                  </a:lnTo>
                  <a:lnTo>
                    <a:pt x="46661" y="25146"/>
                  </a:lnTo>
                  <a:lnTo>
                    <a:pt x="47428" y="22989"/>
                  </a:lnTo>
                  <a:lnTo>
                    <a:pt x="48027" y="22518"/>
                  </a:lnTo>
                  <a:lnTo>
                    <a:pt x="48637" y="22434"/>
                  </a:lnTo>
                  <a:lnTo>
                    <a:pt x="51040" y="22839"/>
                  </a:lnTo>
                  <a:lnTo>
                    <a:pt x="57497" y="25496"/>
                  </a:lnTo>
                  <a:lnTo>
                    <a:pt x="58451" y="25133"/>
                  </a:lnTo>
                  <a:lnTo>
                    <a:pt x="62345" y="20056"/>
                  </a:lnTo>
                  <a:lnTo>
                    <a:pt x="63903" y="15244"/>
                  </a:lnTo>
                  <a:lnTo>
                    <a:pt x="65298" y="13904"/>
                  </a:lnTo>
                  <a:lnTo>
                    <a:pt x="65771" y="11730"/>
                  </a:lnTo>
                  <a:lnTo>
                    <a:pt x="66053" y="9118"/>
                  </a:lnTo>
                  <a:lnTo>
                    <a:pt x="66548" y="8417"/>
                  </a:lnTo>
                  <a:lnTo>
                    <a:pt x="67716" y="7671"/>
                  </a:lnTo>
                  <a:lnTo>
                    <a:pt x="68182" y="6898"/>
                  </a:lnTo>
                  <a:lnTo>
                    <a:pt x="69010" y="3693"/>
                  </a:lnTo>
                  <a:lnTo>
                    <a:pt x="69992" y="852"/>
                  </a:lnTo>
                  <a:lnTo>
                    <a:pt x="70471" y="0"/>
                  </a:lnTo>
                  <a:lnTo>
                    <a:pt x="71853" y="453"/>
                  </a:lnTo>
                  <a:lnTo>
                    <a:pt x="72465" y="1695"/>
                  </a:lnTo>
                  <a:lnTo>
                    <a:pt x="73248" y="5872"/>
                  </a:lnTo>
                  <a:lnTo>
                    <a:pt x="73110" y="6569"/>
                  </a:lnTo>
                  <a:lnTo>
                    <a:pt x="72193" y="8646"/>
                  </a:lnTo>
                  <a:lnTo>
                    <a:pt x="71927" y="9518"/>
                  </a:lnTo>
                  <a:lnTo>
                    <a:pt x="70911" y="15389"/>
                  </a:lnTo>
                  <a:lnTo>
                    <a:pt x="70216" y="1827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09"/>
            <p:cNvSpPr/>
            <p:nvPr/>
          </p:nvSpPr>
          <p:spPr>
            <a:xfrm>
              <a:off x="4320094" y="3571228"/>
              <a:ext cx="4202" cy="12144"/>
            </a:xfrm>
            <a:custGeom>
              <a:avLst/>
              <a:pathLst>
                <a:path w="4202" h="12144">
                  <a:moveTo>
                    <a:pt x="3459" y="1426"/>
                  </a:moveTo>
                  <a:lnTo>
                    <a:pt x="4075" y="3846"/>
                  </a:lnTo>
                  <a:lnTo>
                    <a:pt x="4202" y="5414"/>
                  </a:lnTo>
                  <a:lnTo>
                    <a:pt x="3754" y="7214"/>
                  </a:lnTo>
                  <a:lnTo>
                    <a:pt x="3588" y="9974"/>
                  </a:lnTo>
                  <a:lnTo>
                    <a:pt x="2263" y="12144"/>
                  </a:lnTo>
                  <a:lnTo>
                    <a:pt x="1105" y="11627"/>
                  </a:lnTo>
                  <a:lnTo>
                    <a:pt x="730" y="10854"/>
                  </a:lnTo>
                  <a:lnTo>
                    <a:pt x="0" y="6660"/>
                  </a:lnTo>
                  <a:lnTo>
                    <a:pt x="70" y="3103"/>
                  </a:lnTo>
                  <a:lnTo>
                    <a:pt x="532" y="1740"/>
                  </a:lnTo>
                  <a:lnTo>
                    <a:pt x="1604" y="19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0"/>
            <p:cNvSpPr/>
            <p:nvPr/>
          </p:nvSpPr>
          <p:spPr>
            <a:xfrm>
              <a:off x="4615528" y="3569091"/>
              <a:ext cx="16797" cy="91356"/>
            </a:xfrm>
            <a:custGeom>
              <a:avLst/>
              <a:pathLst>
                <a:path w="16797" h="91356">
                  <a:moveTo>
                    <a:pt x="3547" y="39917"/>
                  </a:moveTo>
                  <a:lnTo>
                    <a:pt x="4372" y="40573"/>
                  </a:lnTo>
                  <a:lnTo>
                    <a:pt x="5231" y="40390"/>
                  </a:lnTo>
                  <a:lnTo>
                    <a:pt x="5658" y="39070"/>
                  </a:lnTo>
                  <a:lnTo>
                    <a:pt x="5777" y="37359"/>
                  </a:lnTo>
                  <a:lnTo>
                    <a:pt x="6211" y="34171"/>
                  </a:lnTo>
                  <a:lnTo>
                    <a:pt x="7210" y="32013"/>
                  </a:lnTo>
                  <a:lnTo>
                    <a:pt x="7911" y="31675"/>
                  </a:lnTo>
                  <a:lnTo>
                    <a:pt x="8407" y="30766"/>
                  </a:lnTo>
                  <a:lnTo>
                    <a:pt x="8321" y="28400"/>
                  </a:lnTo>
                  <a:lnTo>
                    <a:pt x="8370" y="26074"/>
                  </a:lnTo>
                  <a:lnTo>
                    <a:pt x="9108" y="23591"/>
                  </a:lnTo>
                  <a:lnTo>
                    <a:pt x="11398" y="20137"/>
                  </a:lnTo>
                  <a:lnTo>
                    <a:pt x="12706" y="18905"/>
                  </a:lnTo>
                  <a:lnTo>
                    <a:pt x="14399" y="18511"/>
                  </a:lnTo>
                  <a:lnTo>
                    <a:pt x="14590" y="19835"/>
                  </a:lnTo>
                  <a:lnTo>
                    <a:pt x="14396" y="21727"/>
                  </a:lnTo>
                  <a:lnTo>
                    <a:pt x="14723" y="24577"/>
                  </a:lnTo>
                  <a:lnTo>
                    <a:pt x="14561" y="32286"/>
                  </a:lnTo>
                  <a:lnTo>
                    <a:pt x="14176" y="33378"/>
                  </a:lnTo>
                  <a:lnTo>
                    <a:pt x="12425" y="36043"/>
                  </a:lnTo>
                  <a:lnTo>
                    <a:pt x="10511" y="38174"/>
                  </a:lnTo>
                  <a:lnTo>
                    <a:pt x="9975" y="39070"/>
                  </a:lnTo>
                  <a:lnTo>
                    <a:pt x="9503" y="41192"/>
                  </a:lnTo>
                  <a:lnTo>
                    <a:pt x="9542" y="43296"/>
                  </a:lnTo>
                  <a:lnTo>
                    <a:pt x="11101" y="46102"/>
                  </a:lnTo>
                  <a:lnTo>
                    <a:pt x="13523" y="48728"/>
                  </a:lnTo>
                  <a:lnTo>
                    <a:pt x="14023" y="49960"/>
                  </a:lnTo>
                  <a:lnTo>
                    <a:pt x="14347" y="52022"/>
                  </a:lnTo>
                  <a:lnTo>
                    <a:pt x="14435" y="54331"/>
                  </a:lnTo>
                  <a:lnTo>
                    <a:pt x="15022" y="55427"/>
                  </a:lnTo>
                  <a:lnTo>
                    <a:pt x="15842" y="55955"/>
                  </a:lnTo>
                  <a:lnTo>
                    <a:pt x="16385" y="57049"/>
                  </a:lnTo>
                  <a:lnTo>
                    <a:pt x="16797" y="58588"/>
                  </a:lnTo>
                  <a:lnTo>
                    <a:pt x="12719" y="54994"/>
                  </a:lnTo>
                  <a:lnTo>
                    <a:pt x="11652" y="53409"/>
                  </a:lnTo>
                  <a:lnTo>
                    <a:pt x="10361" y="53220"/>
                  </a:lnTo>
                  <a:lnTo>
                    <a:pt x="9087" y="52738"/>
                  </a:lnTo>
                  <a:lnTo>
                    <a:pt x="7787" y="51360"/>
                  </a:lnTo>
                  <a:lnTo>
                    <a:pt x="6390" y="51035"/>
                  </a:lnTo>
                  <a:lnTo>
                    <a:pt x="5724" y="52034"/>
                  </a:lnTo>
                  <a:lnTo>
                    <a:pt x="5462" y="53978"/>
                  </a:lnTo>
                  <a:lnTo>
                    <a:pt x="5303" y="56163"/>
                  </a:lnTo>
                  <a:lnTo>
                    <a:pt x="5613" y="58883"/>
                  </a:lnTo>
                  <a:lnTo>
                    <a:pt x="5585" y="60530"/>
                  </a:lnTo>
                  <a:lnTo>
                    <a:pt x="5321" y="63516"/>
                  </a:lnTo>
                  <a:lnTo>
                    <a:pt x="6330" y="72317"/>
                  </a:lnTo>
                  <a:lnTo>
                    <a:pt x="7598" y="79317"/>
                  </a:lnTo>
                  <a:lnTo>
                    <a:pt x="9461" y="86598"/>
                  </a:lnTo>
                  <a:lnTo>
                    <a:pt x="10381" y="89100"/>
                  </a:lnTo>
                  <a:lnTo>
                    <a:pt x="11414" y="91356"/>
                  </a:lnTo>
                  <a:lnTo>
                    <a:pt x="9740" y="90687"/>
                  </a:lnTo>
                  <a:lnTo>
                    <a:pt x="9232" y="88254"/>
                  </a:lnTo>
                  <a:lnTo>
                    <a:pt x="7109" y="85842"/>
                  </a:lnTo>
                  <a:lnTo>
                    <a:pt x="6705" y="84402"/>
                  </a:lnTo>
                  <a:lnTo>
                    <a:pt x="5321" y="77494"/>
                  </a:lnTo>
                  <a:lnTo>
                    <a:pt x="4916" y="76204"/>
                  </a:lnTo>
                  <a:lnTo>
                    <a:pt x="3639" y="73855"/>
                  </a:lnTo>
                  <a:lnTo>
                    <a:pt x="3080" y="72126"/>
                  </a:lnTo>
                  <a:lnTo>
                    <a:pt x="2889" y="69792"/>
                  </a:lnTo>
                  <a:lnTo>
                    <a:pt x="3033" y="67340"/>
                  </a:lnTo>
                  <a:lnTo>
                    <a:pt x="2964" y="63948"/>
                  </a:lnTo>
                  <a:lnTo>
                    <a:pt x="3010" y="60575"/>
                  </a:lnTo>
                  <a:lnTo>
                    <a:pt x="3274" y="56466"/>
                  </a:lnTo>
                  <a:lnTo>
                    <a:pt x="2820" y="55027"/>
                  </a:lnTo>
                  <a:lnTo>
                    <a:pt x="2224" y="53664"/>
                  </a:lnTo>
                  <a:lnTo>
                    <a:pt x="1533" y="50510"/>
                  </a:lnTo>
                  <a:lnTo>
                    <a:pt x="1326" y="46927"/>
                  </a:lnTo>
                  <a:lnTo>
                    <a:pt x="1379" y="44866"/>
                  </a:lnTo>
                  <a:lnTo>
                    <a:pt x="1665" y="43038"/>
                  </a:lnTo>
                  <a:lnTo>
                    <a:pt x="2048" y="41456"/>
                  </a:lnTo>
                  <a:lnTo>
                    <a:pt x="2131" y="39914"/>
                  </a:lnTo>
                  <a:lnTo>
                    <a:pt x="1136" y="37675"/>
                  </a:lnTo>
                  <a:lnTo>
                    <a:pt x="93" y="31293"/>
                  </a:lnTo>
                  <a:lnTo>
                    <a:pt x="0" y="27985"/>
                  </a:lnTo>
                  <a:lnTo>
                    <a:pt x="1326" y="21616"/>
                  </a:lnTo>
                  <a:lnTo>
                    <a:pt x="1298" y="18525"/>
                  </a:lnTo>
                  <a:lnTo>
                    <a:pt x="1562" y="16689"/>
                  </a:lnTo>
                  <a:lnTo>
                    <a:pt x="1707" y="14741"/>
                  </a:lnTo>
                  <a:lnTo>
                    <a:pt x="2400" y="10499"/>
                  </a:lnTo>
                  <a:lnTo>
                    <a:pt x="3533" y="6882"/>
                  </a:lnTo>
                  <a:lnTo>
                    <a:pt x="5445" y="1822"/>
                  </a:lnTo>
                  <a:lnTo>
                    <a:pt x="6176" y="718"/>
                  </a:lnTo>
                  <a:lnTo>
                    <a:pt x="6996" y="0"/>
                  </a:lnTo>
                  <a:lnTo>
                    <a:pt x="7068" y="1239"/>
                  </a:lnTo>
                  <a:lnTo>
                    <a:pt x="6937" y="2338"/>
                  </a:lnTo>
                  <a:lnTo>
                    <a:pt x="5523" y="7486"/>
                  </a:lnTo>
                  <a:lnTo>
                    <a:pt x="5335" y="8649"/>
                  </a:lnTo>
                  <a:lnTo>
                    <a:pt x="5297" y="10816"/>
                  </a:lnTo>
                  <a:lnTo>
                    <a:pt x="5974" y="12096"/>
                  </a:lnTo>
                  <a:lnTo>
                    <a:pt x="6706" y="14709"/>
                  </a:lnTo>
                  <a:lnTo>
                    <a:pt x="6852" y="18188"/>
                  </a:lnTo>
                  <a:lnTo>
                    <a:pt x="6876" y="21893"/>
                  </a:lnTo>
                  <a:lnTo>
                    <a:pt x="6715" y="25627"/>
                  </a:lnTo>
                  <a:lnTo>
                    <a:pt x="6442" y="26872"/>
                  </a:lnTo>
                  <a:lnTo>
                    <a:pt x="5280" y="30619"/>
                  </a:lnTo>
                  <a:lnTo>
                    <a:pt x="2640" y="35020"/>
                  </a:lnTo>
                  <a:lnTo>
                    <a:pt x="2415" y="36103"/>
                  </a:lnTo>
                  <a:lnTo>
                    <a:pt x="2430" y="37317"/>
                  </a:lnTo>
                  <a:lnTo>
                    <a:pt x="2919" y="3878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1"/>
            <p:cNvSpPr/>
            <p:nvPr/>
          </p:nvSpPr>
          <p:spPr>
            <a:xfrm>
              <a:off x="4271321" y="3568110"/>
              <a:ext cx="2564" cy="5287"/>
            </a:xfrm>
            <a:custGeom>
              <a:avLst/>
              <a:pathLst>
                <a:path w="2564" h="5287">
                  <a:moveTo>
                    <a:pt x="2564" y="4627"/>
                  </a:moveTo>
                  <a:lnTo>
                    <a:pt x="2498" y="5287"/>
                  </a:lnTo>
                  <a:lnTo>
                    <a:pt x="1326" y="2178"/>
                  </a:lnTo>
                  <a:lnTo>
                    <a:pt x="0" y="453"/>
                  </a:lnTo>
                  <a:lnTo>
                    <a:pt x="548" y="0"/>
                  </a:lnTo>
                  <a:lnTo>
                    <a:pt x="1641" y="479"/>
                  </a:lnTo>
                  <a:lnTo>
                    <a:pt x="2079" y="927"/>
                  </a:lnTo>
                  <a:lnTo>
                    <a:pt x="2502" y="247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2"/>
            <p:cNvSpPr/>
            <p:nvPr/>
          </p:nvSpPr>
          <p:spPr>
            <a:xfrm>
              <a:off x="4624585" y="3557313"/>
              <a:ext cx="5342" cy="16632"/>
            </a:xfrm>
            <a:custGeom>
              <a:avLst/>
              <a:pathLst>
                <a:path w="5342" h="16632">
                  <a:moveTo>
                    <a:pt x="2679" y="16129"/>
                  </a:moveTo>
                  <a:lnTo>
                    <a:pt x="885" y="16632"/>
                  </a:lnTo>
                  <a:lnTo>
                    <a:pt x="476" y="15220"/>
                  </a:lnTo>
                  <a:lnTo>
                    <a:pt x="0" y="8869"/>
                  </a:lnTo>
                  <a:lnTo>
                    <a:pt x="1276" y="3790"/>
                  </a:lnTo>
                  <a:lnTo>
                    <a:pt x="2885" y="800"/>
                  </a:lnTo>
                  <a:lnTo>
                    <a:pt x="3982" y="44"/>
                  </a:lnTo>
                  <a:lnTo>
                    <a:pt x="4362" y="0"/>
                  </a:lnTo>
                  <a:lnTo>
                    <a:pt x="5342" y="3661"/>
                  </a:lnTo>
                  <a:lnTo>
                    <a:pt x="4602" y="11027"/>
                  </a:lnTo>
                  <a:lnTo>
                    <a:pt x="3742" y="1479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3"/>
            <p:cNvSpPr/>
            <p:nvPr/>
          </p:nvSpPr>
          <p:spPr>
            <a:xfrm>
              <a:off x="4592132" y="3551174"/>
              <a:ext cx="981" cy="5195"/>
            </a:xfrm>
            <a:custGeom>
              <a:avLst/>
              <a:pathLst>
                <a:path w="981" h="5195">
                  <a:moveTo>
                    <a:pt x="537" y="4543"/>
                  </a:moveTo>
                  <a:lnTo>
                    <a:pt x="422" y="5195"/>
                  </a:lnTo>
                  <a:lnTo>
                    <a:pt x="0" y="1729"/>
                  </a:lnTo>
                  <a:lnTo>
                    <a:pt x="349" y="0"/>
                  </a:lnTo>
                  <a:lnTo>
                    <a:pt x="853" y="634"/>
                  </a:lnTo>
                  <a:lnTo>
                    <a:pt x="981" y="1252"/>
                  </a:lnTo>
                  <a:lnTo>
                    <a:pt x="497" y="290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4"/>
            <p:cNvSpPr/>
            <p:nvPr/>
          </p:nvSpPr>
          <p:spPr>
            <a:xfrm>
              <a:off x="4255524" y="3547904"/>
              <a:ext cx="8476" cy="16705"/>
            </a:xfrm>
            <a:custGeom>
              <a:avLst/>
              <a:pathLst>
                <a:path w="8476" h="16705">
                  <a:moveTo>
                    <a:pt x="8476" y="16429"/>
                  </a:moveTo>
                  <a:lnTo>
                    <a:pt x="7764" y="16705"/>
                  </a:lnTo>
                  <a:lnTo>
                    <a:pt x="7079" y="16073"/>
                  </a:lnTo>
                  <a:lnTo>
                    <a:pt x="6509" y="14373"/>
                  </a:lnTo>
                  <a:lnTo>
                    <a:pt x="3460" y="9463"/>
                  </a:lnTo>
                  <a:lnTo>
                    <a:pt x="2512" y="9384"/>
                  </a:lnTo>
                  <a:lnTo>
                    <a:pt x="1846" y="8128"/>
                  </a:lnTo>
                  <a:lnTo>
                    <a:pt x="1037" y="7694"/>
                  </a:lnTo>
                  <a:lnTo>
                    <a:pt x="179" y="4417"/>
                  </a:lnTo>
                  <a:lnTo>
                    <a:pt x="0" y="2660"/>
                  </a:lnTo>
                  <a:lnTo>
                    <a:pt x="624" y="1803"/>
                  </a:lnTo>
                  <a:lnTo>
                    <a:pt x="1011" y="0"/>
                  </a:lnTo>
                  <a:lnTo>
                    <a:pt x="2028" y="796"/>
                  </a:lnTo>
                  <a:lnTo>
                    <a:pt x="3187" y="3977"/>
                  </a:lnTo>
                  <a:lnTo>
                    <a:pt x="4364" y="5165"/>
                  </a:lnTo>
                  <a:lnTo>
                    <a:pt x="4685" y="5765"/>
                  </a:lnTo>
                  <a:lnTo>
                    <a:pt x="5255" y="7525"/>
                  </a:lnTo>
                  <a:lnTo>
                    <a:pt x="7949" y="11844"/>
                  </a:lnTo>
                  <a:lnTo>
                    <a:pt x="8242" y="13308"/>
                  </a:lnTo>
                  <a:lnTo>
                    <a:pt x="8427" y="1478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5"/>
            <p:cNvSpPr/>
            <p:nvPr/>
          </p:nvSpPr>
          <p:spPr>
            <a:xfrm>
              <a:off x="4403932" y="3545453"/>
              <a:ext cx="1146" cy="4312"/>
            </a:xfrm>
            <a:custGeom>
              <a:avLst/>
              <a:pathLst>
                <a:path w="1146" h="4312">
                  <a:moveTo>
                    <a:pt x="1146" y="2764"/>
                  </a:moveTo>
                  <a:lnTo>
                    <a:pt x="594" y="4312"/>
                  </a:lnTo>
                  <a:lnTo>
                    <a:pt x="0" y="3348"/>
                  </a:lnTo>
                  <a:lnTo>
                    <a:pt x="914" y="209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6"/>
            <p:cNvSpPr/>
            <p:nvPr/>
          </p:nvSpPr>
          <p:spPr>
            <a:xfrm>
              <a:off x="4368795" y="3543576"/>
              <a:ext cx="1641" cy="6007"/>
            </a:xfrm>
            <a:custGeom>
              <a:avLst/>
              <a:pathLst>
                <a:path w="1641" h="6007">
                  <a:moveTo>
                    <a:pt x="774" y="5893"/>
                  </a:moveTo>
                  <a:lnTo>
                    <a:pt x="299" y="6007"/>
                  </a:lnTo>
                  <a:lnTo>
                    <a:pt x="158" y="5130"/>
                  </a:lnTo>
                  <a:lnTo>
                    <a:pt x="178" y="3617"/>
                  </a:lnTo>
                  <a:lnTo>
                    <a:pt x="136" y="2410"/>
                  </a:lnTo>
                  <a:lnTo>
                    <a:pt x="0" y="1512"/>
                  </a:lnTo>
                  <a:lnTo>
                    <a:pt x="0" y="0"/>
                  </a:lnTo>
                  <a:lnTo>
                    <a:pt x="436" y="754"/>
                  </a:lnTo>
                  <a:lnTo>
                    <a:pt x="774" y="1461"/>
                  </a:lnTo>
                  <a:lnTo>
                    <a:pt x="1162" y="1966"/>
                  </a:lnTo>
                  <a:lnTo>
                    <a:pt x="1476" y="2308"/>
                  </a:lnTo>
                  <a:lnTo>
                    <a:pt x="1641" y="2540"/>
                  </a:lnTo>
                  <a:lnTo>
                    <a:pt x="1330" y="468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7"/>
            <p:cNvSpPr/>
            <p:nvPr/>
          </p:nvSpPr>
          <p:spPr>
            <a:xfrm>
              <a:off x="4374572" y="3538639"/>
              <a:ext cx="956" cy="4176"/>
            </a:xfrm>
            <a:custGeom>
              <a:avLst/>
              <a:pathLst>
                <a:path w="956" h="4176">
                  <a:moveTo>
                    <a:pt x="956" y="2141"/>
                  </a:moveTo>
                  <a:lnTo>
                    <a:pt x="939" y="4176"/>
                  </a:lnTo>
                  <a:lnTo>
                    <a:pt x="154" y="2985"/>
                  </a:lnTo>
                  <a:lnTo>
                    <a:pt x="0" y="730"/>
                  </a:lnTo>
                  <a:lnTo>
                    <a:pt x="258" y="0"/>
                  </a:lnTo>
                  <a:lnTo>
                    <a:pt x="797" y="39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8"/>
            <p:cNvSpPr/>
            <p:nvPr/>
          </p:nvSpPr>
          <p:spPr>
            <a:xfrm>
              <a:off x="4503304" y="3532537"/>
              <a:ext cx="1627" cy="5564"/>
            </a:xfrm>
            <a:custGeom>
              <a:avLst/>
              <a:pathLst>
                <a:path w="1627" h="5564">
                  <a:moveTo>
                    <a:pt x="1372" y="4596"/>
                  </a:moveTo>
                  <a:lnTo>
                    <a:pt x="1229" y="5564"/>
                  </a:lnTo>
                  <a:lnTo>
                    <a:pt x="259" y="3187"/>
                  </a:lnTo>
                  <a:lnTo>
                    <a:pt x="0" y="1468"/>
                  </a:lnTo>
                  <a:lnTo>
                    <a:pt x="117" y="121"/>
                  </a:lnTo>
                  <a:lnTo>
                    <a:pt x="1126" y="0"/>
                  </a:lnTo>
                  <a:lnTo>
                    <a:pt x="1627" y="84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19"/>
            <p:cNvSpPr/>
            <p:nvPr/>
          </p:nvSpPr>
          <p:spPr>
            <a:xfrm>
              <a:off x="4593214" y="3523756"/>
              <a:ext cx="2303" cy="9687"/>
            </a:xfrm>
            <a:custGeom>
              <a:avLst/>
              <a:pathLst>
                <a:path w="2303" h="9687">
                  <a:moveTo>
                    <a:pt x="2303" y="8782"/>
                  </a:moveTo>
                  <a:lnTo>
                    <a:pt x="2020" y="9687"/>
                  </a:lnTo>
                  <a:lnTo>
                    <a:pt x="638" y="8040"/>
                  </a:lnTo>
                  <a:lnTo>
                    <a:pt x="707" y="5426"/>
                  </a:lnTo>
                  <a:lnTo>
                    <a:pt x="521" y="4138"/>
                  </a:lnTo>
                  <a:lnTo>
                    <a:pt x="150" y="2781"/>
                  </a:lnTo>
                  <a:lnTo>
                    <a:pt x="0" y="1450"/>
                  </a:lnTo>
                  <a:lnTo>
                    <a:pt x="154" y="0"/>
                  </a:lnTo>
                  <a:lnTo>
                    <a:pt x="1001" y="1856"/>
                  </a:lnTo>
                  <a:lnTo>
                    <a:pt x="1480" y="4791"/>
                  </a:lnTo>
                  <a:lnTo>
                    <a:pt x="2137" y="758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0"/>
            <p:cNvSpPr/>
            <p:nvPr/>
          </p:nvSpPr>
          <p:spPr>
            <a:xfrm>
              <a:off x="4608229" y="3520072"/>
              <a:ext cx="911" cy="2983"/>
            </a:xfrm>
            <a:custGeom>
              <a:avLst/>
              <a:pathLst>
                <a:path w="911" h="2983">
                  <a:moveTo>
                    <a:pt x="843" y="2643"/>
                  </a:moveTo>
                  <a:lnTo>
                    <a:pt x="658" y="2983"/>
                  </a:lnTo>
                  <a:lnTo>
                    <a:pt x="250" y="2187"/>
                  </a:lnTo>
                  <a:lnTo>
                    <a:pt x="0" y="1314"/>
                  </a:lnTo>
                  <a:lnTo>
                    <a:pt x="15" y="435"/>
                  </a:lnTo>
                  <a:lnTo>
                    <a:pt x="306" y="0"/>
                  </a:lnTo>
                  <a:lnTo>
                    <a:pt x="902" y="1344"/>
                  </a:lnTo>
                  <a:lnTo>
                    <a:pt x="911" y="208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1"/>
            <p:cNvSpPr/>
            <p:nvPr/>
          </p:nvSpPr>
          <p:spPr>
            <a:xfrm>
              <a:off x="4606638" y="3514634"/>
              <a:ext cx="1160" cy="6188"/>
            </a:xfrm>
            <a:custGeom>
              <a:avLst/>
              <a:pathLst>
                <a:path w="1160" h="6188">
                  <a:moveTo>
                    <a:pt x="929" y="4943"/>
                  </a:moveTo>
                  <a:lnTo>
                    <a:pt x="957" y="6188"/>
                  </a:lnTo>
                  <a:lnTo>
                    <a:pt x="269" y="3354"/>
                  </a:lnTo>
                  <a:lnTo>
                    <a:pt x="0" y="0"/>
                  </a:lnTo>
                  <a:lnTo>
                    <a:pt x="545" y="1197"/>
                  </a:lnTo>
                  <a:lnTo>
                    <a:pt x="1160" y="367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2"/>
            <p:cNvSpPr/>
            <p:nvPr/>
          </p:nvSpPr>
          <p:spPr>
            <a:xfrm>
              <a:off x="4504298" y="3510374"/>
              <a:ext cx="3381" cy="5381"/>
            </a:xfrm>
            <a:custGeom>
              <a:avLst/>
              <a:pathLst>
                <a:path w="3381" h="5381">
                  <a:moveTo>
                    <a:pt x="2948" y="0"/>
                  </a:moveTo>
                  <a:lnTo>
                    <a:pt x="3324" y="2825"/>
                  </a:lnTo>
                  <a:lnTo>
                    <a:pt x="3381" y="3895"/>
                  </a:lnTo>
                  <a:lnTo>
                    <a:pt x="1268" y="5381"/>
                  </a:lnTo>
                  <a:lnTo>
                    <a:pt x="0" y="1910"/>
                  </a:lnTo>
                  <a:lnTo>
                    <a:pt x="271" y="506"/>
                  </a:lnTo>
                  <a:lnTo>
                    <a:pt x="1366" y="56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3"/>
            <p:cNvSpPr/>
            <p:nvPr/>
          </p:nvSpPr>
          <p:spPr>
            <a:xfrm>
              <a:off x="4395028" y="3509458"/>
              <a:ext cx="4502" cy="16667"/>
            </a:xfrm>
            <a:custGeom>
              <a:avLst/>
              <a:pathLst>
                <a:path w="4502" h="16667">
                  <a:moveTo>
                    <a:pt x="3561" y="15586"/>
                  </a:moveTo>
                  <a:lnTo>
                    <a:pt x="2012" y="16667"/>
                  </a:lnTo>
                  <a:lnTo>
                    <a:pt x="1113" y="15146"/>
                  </a:lnTo>
                  <a:lnTo>
                    <a:pt x="2087" y="13272"/>
                  </a:lnTo>
                  <a:lnTo>
                    <a:pt x="2430" y="13148"/>
                  </a:lnTo>
                  <a:lnTo>
                    <a:pt x="2654" y="12781"/>
                  </a:lnTo>
                  <a:lnTo>
                    <a:pt x="2735" y="12020"/>
                  </a:lnTo>
                  <a:lnTo>
                    <a:pt x="978" y="10786"/>
                  </a:lnTo>
                  <a:lnTo>
                    <a:pt x="479" y="9697"/>
                  </a:lnTo>
                  <a:lnTo>
                    <a:pt x="0" y="6922"/>
                  </a:lnTo>
                  <a:lnTo>
                    <a:pt x="13" y="5158"/>
                  </a:lnTo>
                  <a:lnTo>
                    <a:pt x="2266" y="491"/>
                  </a:lnTo>
                  <a:lnTo>
                    <a:pt x="2793" y="0"/>
                  </a:lnTo>
                  <a:lnTo>
                    <a:pt x="2875" y="1931"/>
                  </a:lnTo>
                  <a:lnTo>
                    <a:pt x="4434" y="6824"/>
                  </a:lnTo>
                  <a:lnTo>
                    <a:pt x="4502" y="10081"/>
                  </a:lnTo>
                  <a:lnTo>
                    <a:pt x="4442" y="1125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4"/>
            <p:cNvSpPr/>
            <p:nvPr/>
          </p:nvSpPr>
          <p:spPr>
            <a:xfrm>
              <a:off x="4405287" y="3504917"/>
              <a:ext cx="114452" cy="252364"/>
            </a:xfrm>
            <a:custGeom>
              <a:avLst/>
              <a:pathLst>
                <a:path w="114452" h="252364">
                  <a:moveTo>
                    <a:pt x="98435" y="5915"/>
                  </a:moveTo>
                  <a:lnTo>
                    <a:pt x="98342" y="6160"/>
                  </a:lnTo>
                  <a:lnTo>
                    <a:pt x="97561" y="7015"/>
                  </a:lnTo>
                  <a:lnTo>
                    <a:pt x="97196" y="8708"/>
                  </a:lnTo>
                  <a:lnTo>
                    <a:pt x="98264" y="11301"/>
                  </a:lnTo>
                  <a:lnTo>
                    <a:pt x="98340" y="13027"/>
                  </a:lnTo>
                  <a:lnTo>
                    <a:pt x="99169" y="14562"/>
                  </a:lnTo>
                  <a:lnTo>
                    <a:pt x="100182" y="16963"/>
                  </a:lnTo>
                  <a:lnTo>
                    <a:pt x="100221" y="17745"/>
                  </a:lnTo>
                  <a:lnTo>
                    <a:pt x="100565" y="18820"/>
                  </a:lnTo>
                  <a:lnTo>
                    <a:pt x="100738" y="20138"/>
                  </a:lnTo>
                  <a:lnTo>
                    <a:pt x="100025" y="21451"/>
                  </a:lnTo>
                  <a:lnTo>
                    <a:pt x="99065" y="21702"/>
                  </a:lnTo>
                  <a:lnTo>
                    <a:pt x="98355" y="20463"/>
                  </a:lnTo>
                  <a:lnTo>
                    <a:pt x="97700" y="18924"/>
                  </a:lnTo>
                  <a:lnTo>
                    <a:pt x="97532" y="20838"/>
                  </a:lnTo>
                  <a:lnTo>
                    <a:pt x="97027" y="21933"/>
                  </a:lnTo>
                  <a:lnTo>
                    <a:pt x="95181" y="21614"/>
                  </a:lnTo>
                  <a:lnTo>
                    <a:pt x="93861" y="21625"/>
                  </a:lnTo>
                  <a:lnTo>
                    <a:pt x="92548" y="22106"/>
                  </a:lnTo>
                  <a:lnTo>
                    <a:pt x="93205" y="22402"/>
                  </a:lnTo>
                  <a:lnTo>
                    <a:pt x="93802" y="23013"/>
                  </a:lnTo>
                  <a:lnTo>
                    <a:pt x="95844" y="27899"/>
                  </a:lnTo>
                  <a:lnTo>
                    <a:pt x="96280" y="29709"/>
                  </a:lnTo>
                  <a:lnTo>
                    <a:pt x="95567" y="33309"/>
                  </a:lnTo>
                  <a:lnTo>
                    <a:pt x="95914" y="34780"/>
                  </a:lnTo>
                  <a:lnTo>
                    <a:pt x="96705" y="35624"/>
                  </a:lnTo>
                  <a:lnTo>
                    <a:pt x="97668" y="37415"/>
                  </a:lnTo>
                  <a:lnTo>
                    <a:pt x="98353" y="37595"/>
                  </a:lnTo>
                  <a:lnTo>
                    <a:pt x="98846" y="38604"/>
                  </a:lnTo>
                  <a:lnTo>
                    <a:pt x="98866" y="40361"/>
                  </a:lnTo>
                  <a:lnTo>
                    <a:pt x="99156" y="41958"/>
                  </a:lnTo>
                  <a:lnTo>
                    <a:pt x="98375" y="42595"/>
                  </a:lnTo>
                  <a:lnTo>
                    <a:pt x="99148" y="43019"/>
                  </a:lnTo>
                  <a:lnTo>
                    <a:pt x="99834" y="43835"/>
                  </a:lnTo>
                  <a:lnTo>
                    <a:pt x="99459" y="44664"/>
                  </a:lnTo>
                  <a:lnTo>
                    <a:pt x="99167" y="45668"/>
                  </a:lnTo>
                  <a:lnTo>
                    <a:pt x="99484" y="46210"/>
                  </a:lnTo>
                  <a:lnTo>
                    <a:pt x="100425" y="47137"/>
                  </a:lnTo>
                  <a:lnTo>
                    <a:pt x="100837" y="47988"/>
                  </a:lnTo>
                  <a:lnTo>
                    <a:pt x="101052" y="50288"/>
                  </a:lnTo>
                  <a:lnTo>
                    <a:pt x="101970" y="54046"/>
                  </a:lnTo>
                  <a:lnTo>
                    <a:pt x="103656" y="58896"/>
                  </a:lnTo>
                  <a:lnTo>
                    <a:pt x="104024" y="60663"/>
                  </a:lnTo>
                  <a:lnTo>
                    <a:pt x="104021" y="62291"/>
                  </a:lnTo>
                  <a:lnTo>
                    <a:pt x="103740" y="63689"/>
                  </a:lnTo>
                  <a:lnTo>
                    <a:pt x="102780" y="65328"/>
                  </a:lnTo>
                  <a:lnTo>
                    <a:pt x="102010" y="67483"/>
                  </a:lnTo>
                  <a:lnTo>
                    <a:pt x="101917" y="68262"/>
                  </a:lnTo>
                  <a:lnTo>
                    <a:pt x="100875" y="69261"/>
                  </a:lnTo>
                  <a:lnTo>
                    <a:pt x="101351" y="69995"/>
                  </a:lnTo>
                  <a:lnTo>
                    <a:pt x="101731" y="70988"/>
                  </a:lnTo>
                  <a:lnTo>
                    <a:pt x="102455" y="73990"/>
                  </a:lnTo>
                  <a:lnTo>
                    <a:pt x="104180" y="78864"/>
                  </a:lnTo>
                  <a:lnTo>
                    <a:pt x="105049" y="80682"/>
                  </a:lnTo>
                  <a:lnTo>
                    <a:pt x="108624" y="87298"/>
                  </a:lnTo>
                  <a:lnTo>
                    <a:pt x="110523" y="90177"/>
                  </a:lnTo>
                  <a:lnTo>
                    <a:pt x="112949" y="96771"/>
                  </a:lnTo>
                  <a:lnTo>
                    <a:pt x="114208" y="98295"/>
                  </a:lnTo>
                  <a:lnTo>
                    <a:pt x="114452" y="100132"/>
                  </a:lnTo>
                  <a:lnTo>
                    <a:pt x="113401" y="102946"/>
                  </a:lnTo>
                  <a:lnTo>
                    <a:pt x="111869" y="104355"/>
                  </a:lnTo>
                  <a:lnTo>
                    <a:pt x="109340" y="105114"/>
                  </a:lnTo>
                  <a:lnTo>
                    <a:pt x="106805" y="104122"/>
                  </a:lnTo>
                  <a:lnTo>
                    <a:pt x="105494" y="103316"/>
                  </a:lnTo>
                  <a:lnTo>
                    <a:pt x="104352" y="101697"/>
                  </a:lnTo>
                  <a:lnTo>
                    <a:pt x="103453" y="98446"/>
                  </a:lnTo>
                  <a:lnTo>
                    <a:pt x="102264" y="96687"/>
                  </a:lnTo>
                  <a:lnTo>
                    <a:pt x="102722" y="98658"/>
                  </a:lnTo>
                  <a:lnTo>
                    <a:pt x="103010" y="100673"/>
                  </a:lnTo>
                  <a:lnTo>
                    <a:pt x="102862" y="102867"/>
                  </a:lnTo>
                  <a:lnTo>
                    <a:pt x="102394" y="104587"/>
                  </a:lnTo>
                  <a:lnTo>
                    <a:pt x="101593" y="105848"/>
                  </a:lnTo>
                  <a:lnTo>
                    <a:pt x="100735" y="106872"/>
                  </a:lnTo>
                  <a:lnTo>
                    <a:pt x="100373" y="107592"/>
                  </a:lnTo>
                  <a:lnTo>
                    <a:pt x="98195" y="119076"/>
                  </a:lnTo>
                  <a:lnTo>
                    <a:pt x="97842" y="122182"/>
                  </a:lnTo>
                  <a:lnTo>
                    <a:pt x="97178" y="135077"/>
                  </a:lnTo>
                  <a:lnTo>
                    <a:pt x="97169" y="138718"/>
                  </a:lnTo>
                  <a:lnTo>
                    <a:pt x="98145" y="145534"/>
                  </a:lnTo>
                  <a:lnTo>
                    <a:pt x="98235" y="149107"/>
                  </a:lnTo>
                  <a:lnTo>
                    <a:pt x="98428" y="150651"/>
                  </a:lnTo>
                  <a:lnTo>
                    <a:pt x="98300" y="151932"/>
                  </a:lnTo>
                  <a:lnTo>
                    <a:pt x="97837" y="152694"/>
                  </a:lnTo>
                  <a:lnTo>
                    <a:pt x="95968" y="154777"/>
                  </a:lnTo>
                  <a:lnTo>
                    <a:pt x="94646" y="156506"/>
                  </a:lnTo>
                  <a:lnTo>
                    <a:pt x="93576" y="158967"/>
                  </a:lnTo>
                  <a:lnTo>
                    <a:pt x="92710" y="162032"/>
                  </a:lnTo>
                  <a:lnTo>
                    <a:pt x="91949" y="164248"/>
                  </a:lnTo>
                  <a:lnTo>
                    <a:pt x="90935" y="165310"/>
                  </a:lnTo>
                  <a:lnTo>
                    <a:pt x="90202" y="165151"/>
                  </a:lnTo>
                  <a:lnTo>
                    <a:pt x="89608" y="164132"/>
                  </a:lnTo>
                  <a:lnTo>
                    <a:pt x="89193" y="162164"/>
                  </a:lnTo>
                  <a:lnTo>
                    <a:pt x="88958" y="160009"/>
                  </a:lnTo>
                  <a:lnTo>
                    <a:pt x="88803" y="161602"/>
                  </a:lnTo>
                  <a:lnTo>
                    <a:pt x="88832" y="163157"/>
                  </a:lnTo>
                  <a:lnTo>
                    <a:pt x="89179" y="164822"/>
                  </a:lnTo>
                  <a:lnTo>
                    <a:pt x="89312" y="166579"/>
                  </a:lnTo>
                  <a:lnTo>
                    <a:pt x="89112" y="168374"/>
                  </a:lnTo>
                  <a:lnTo>
                    <a:pt x="88678" y="169805"/>
                  </a:lnTo>
                  <a:lnTo>
                    <a:pt x="87502" y="171367"/>
                  </a:lnTo>
                  <a:lnTo>
                    <a:pt x="86853" y="172706"/>
                  </a:lnTo>
                  <a:lnTo>
                    <a:pt x="86747" y="175046"/>
                  </a:lnTo>
                  <a:lnTo>
                    <a:pt x="86434" y="176373"/>
                  </a:lnTo>
                  <a:lnTo>
                    <a:pt x="85984" y="177401"/>
                  </a:lnTo>
                  <a:lnTo>
                    <a:pt x="84328" y="179755"/>
                  </a:lnTo>
                  <a:lnTo>
                    <a:pt x="83959" y="180696"/>
                  </a:lnTo>
                  <a:lnTo>
                    <a:pt x="83685" y="181893"/>
                  </a:lnTo>
                  <a:lnTo>
                    <a:pt x="84568" y="181709"/>
                  </a:lnTo>
                  <a:lnTo>
                    <a:pt x="85375" y="181893"/>
                  </a:lnTo>
                  <a:lnTo>
                    <a:pt x="85435" y="184237"/>
                  </a:lnTo>
                  <a:lnTo>
                    <a:pt x="85689" y="185980"/>
                  </a:lnTo>
                  <a:lnTo>
                    <a:pt x="85366" y="189803"/>
                  </a:lnTo>
                  <a:lnTo>
                    <a:pt x="84122" y="192383"/>
                  </a:lnTo>
                  <a:lnTo>
                    <a:pt x="84743" y="192925"/>
                  </a:lnTo>
                  <a:lnTo>
                    <a:pt x="85305" y="193768"/>
                  </a:lnTo>
                  <a:lnTo>
                    <a:pt x="86554" y="194394"/>
                  </a:lnTo>
                  <a:lnTo>
                    <a:pt x="86977" y="197107"/>
                  </a:lnTo>
                  <a:lnTo>
                    <a:pt x="86793" y="200390"/>
                  </a:lnTo>
                  <a:lnTo>
                    <a:pt x="86567" y="203337"/>
                  </a:lnTo>
                  <a:lnTo>
                    <a:pt x="85671" y="204156"/>
                  </a:lnTo>
                  <a:lnTo>
                    <a:pt x="85113" y="203611"/>
                  </a:lnTo>
                  <a:lnTo>
                    <a:pt x="84560" y="203663"/>
                  </a:lnTo>
                  <a:lnTo>
                    <a:pt x="84154" y="204557"/>
                  </a:lnTo>
                  <a:lnTo>
                    <a:pt x="84045" y="206078"/>
                  </a:lnTo>
                  <a:lnTo>
                    <a:pt x="84821" y="205331"/>
                  </a:lnTo>
                  <a:lnTo>
                    <a:pt x="84777" y="209137"/>
                  </a:lnTo>
                  <a:lnTo>
                    <a:pt x="84568" y="212856"/>
                  </a:lnTo>
                  <a:lnTo>
                    <a:pt x="84312" y="214908"/>
                  </a:lnTo>
                  <a:lnTo>
                    <a:pt x="83837" y="216582"/>
                  </a:lnTo>
                  <a:lnTo>
                    <a:pt x="83121" y="217119"/>
                  </a:lnTo>
                  <a:lnTo>
                    <a:pt x="82445" y="215866"/>
                  </a:lnTo>
                  <a:lnTo>
                    <a:pt x="82307" y="217321"/>
                  </a:lnTo>
                  <a:lnTo>
                    <a:pt x="82513" y="218547"/>
                  </a:lnTo>
                  <a:lnTo>
                    <a:pt x="83478" y="221534"/>
                  </a:lnTo>
                  <a:lnTo>
                    <a:pt x="82886" y="222189"/>
                  </a:lnTo>
                  <a:lnTo>
                    <a:pt x="82454" y="223207"/>
                  </a:lnTo>
                  <a:lnTo>
                    <a:pt x="82260" y="224691"/>
                  </a:lnTo>
                  <a:lnTo>
                    <a:pt x="81210" y="228090"/>
                  </a:lnTo>
                  <a:lnTo>
                    <a:pt x="80747" y="230589"/>
                  </a:lnTo>
                  <a:lnTo>
                    <a:pt x="80550" y="233264"/>
                  </a:lnTo>
                  <a:lnTo>
                    <a:pt x="80059" y="235382"/>
                  </a:lnTo>
                  <a:lnTo>
                    <a:pt x="72133" y="244596"/>
                  </a:lnTo>
                  <a:lnTo>
                    <a:pt x="65722" y="252364"/>
                  </a:lnTo>
                  <a:lnTo>
                    <a:pt x="65256" y="251836"/>
                  </a:lnTo>
                  <a:lnTo>
                    <a:pt x="64946" y="250650"/>
                  </a:lnTo>
                  <a:lnTo>
                    <a:pt x="64727" y="238582"/>
                  </a:lnTo>
                  <a:lnTo>
                    <a:pt x="63934" y="232410"/>
                  </a:lnTo>
                  <a:lnTo>
                    <a:pt x="63814" y="228930"/>
                  </a:lnTo>
                  <a:lnTo>
                    <a:pt x="62910" y="232037"/>
                  </a:lnTo>
                  <a:lnTo>
                    <a:pt x="62356" y="231723"/>
                  </a:lnTo>
                  <a:lnTo>
                    <a:pt x="61756" y="230932"/>
                  </a:lnTo>
                  <a:lnTo>
                    <a:pt x="61305" y="229916"/>
                  </a:lnTo>
                  <a:lnTo>
                    <a:pt x="61271" y="228578"/>
                  </a:lnTo>
                  <a:lnTo>
                    <a:pt x="61756" y="224748"/>
                  </a:lnTo>
                  <a:lnTo>
                    <a:pt x="61169" y="226849"/>
                  </a:lnTo>
                  <a:lnTo>
                    <a:pt x="60529" y="228471"/>
                  </a:lnTo>
                  <a:lnTo>
                    <a:pt x="59866" y="228272"/>
                  </a:lnTo>
                  <a:lnTo>
                    <a:pt x="59295" y="227469"/>
                  </a:lnTo>
                  <a:lnTo>
                    <a:pt x="59083" y="226226"/>
                  </a:lnTo>
                  <a:lnTo>
                    <a:pt x="58780" y="226041"/>
                  </a:lnTo>
                  <a:lnTo>
                    <a:pt x="57378" y="229452"/>
                  </a:lnTo>
                  <a:lnTo>
                    <a:pt x="55527" y="231281"/>
                  </a:lnTo>
                  <a:lnTo>
                    <a:pt x="54497" y="231253"/>
                  </a:lnTo>
                  <a:lnTo>
                    <a:pt x="53685" y="230208"/>
                  </a:lnTo>
                  <a:lnTo>
                    <a:pt x="53727" y="227611"/>
                  </a:lnTo>
                  <a:lnTo>
                    <a:pt x="53645" y="225071"/>
                  </a:lnTo>
                  <a:lnTo>
                    <a:pt x="53418" y="223582"/>
                  </a:lnTo>
                  <a:lnTo>
                    <a:pt x="52921" y="223051"/>
                  </a:lnTo>
                  <a:lnTo>
                    <a:pt x="52463" y="223239"/>
                  </a:lnTo>
                  <a:lnTo>
                    <a:pt x="51135" y="224564"/>
                  </a:lnTo>
                  <a:lnTo>
                    <a:pt x="50660" y="224408"/>
                  </a:lnTo>
                  <a:lnTo>
                    <a:pt x="50387" y="225083"/>
                  </a:lnTo>
                  <a:lnTo>
                    <a:pt x="46876" y="215835"/>
                  </a:lnTo>
                  <a:lnTo>
                    <a:pt x="46167" y="223329"/>
                  </a:lnTo>
                  <a:lnTo>
                    <a:pt x="43743" y="227319"/>
                  </a:lnTo>
                  <a:lnTo>
                    <a:pt x="41952" y="229634"/>
                  </a:lnTo>
                  <a:lnTo>
                    <a:pt x="40176" y="228765"/>
                  </a:lnTo>
                  <a:lnTo>
                    <a:pt x="38371" y="227285"/>
                  </a:lnTo>
                  <a:lnTo>
                    <a:pt x="36573" y="229071"/>
                  </a:lnTo>
                  <a:lnTo>
                    <a:pt x="34623" y="233451"/>
                  </a:lnTo>
                  <a:lnTo>
                    <a:pt x="34084" y="234127"/>
                  </a:lnTo>
                  <a:lnTo>
                    <a:pt x="33524" y="234106"/>
                  </a:lnTo>
                  <a:lnTo>
                    <a:pt x="33114" y="233535"/>
                  </a:lnTo>
                  <a:lnTo>
                    <a:pt x="33254" y="230214"/>
                  </a:lnTo>
                  <a:lnTo>
                    <a:pt x="33272" y="226892"/>
                  </a:lnTo>
                  <a:lnTo>
                    <a:pt x="33126" y="219491"/>
                  </a:lnTo>
                  <a:lnTo>
                    <a:pt x="32970" y="218036"/>
                  </a:lnTo>
                  <a:lnTo>
                    <a:pt x="32411" y="216002"/>
                  </a:lnTo>
                  <a:lnTo>
                    <a:pt x="31668" y="214533"/>
                  </a:lnTo>
                  <a:lnTo>
                    <a:pt x="31255" y="215607"/>
                  </a:lnTo>
                  <a:lnTo>
                    <a:pt x="30882" y="217075"/>
                  </a:lnTo>
                  <a:lnTo>
                    <a:pt x="29400" y="217012"/>
                  </a:lnTo>
                  <a:lnTo>
                    <a:pt x="27953" y="215840"/>
                  </a:lnTo>
                  <a:lnTo>
                    <a:pt x="26723" y="216513"/>
                  </a:lnTo>
                  <a:lnTo>
                    <a:pt x="24283" y="219447"/>
                  </a:lnTo>
                  <a:lnTo>
                    <a:pt x="22985" y="219900"/>
                  </a:lnTo>
                  <a:lnTo>
                    <a:pt x="22289" y="219240"/>
                  </a:lnTo>
                  <a:lnTo>
                    <a:pt x="21846" y="217655"/>
                  </a:lnTo>
                  <a:lnTo>
                    <a:pt x="22099" y="216210"/>
                  </a:lnTo>
                  <a:lnTo>
                    <a:pt x="22636" y="215099"/>
                  </a:lnTo>
                  <a:lnTo>
                    <a:pt x="21635" y="215982"/>
                  </a:lnTo>
                  <a:lnTo>
                    <a:pt x="20780" y="217465"/>
                  </a:lnTo>
                  <a:lnTo>
                    <a:pt x="20408" y="218417"/>
                  </a:lnTo>
                  <a:lnTo>
                    <a:pt x="20011" y="217941"/>
                  </a:lnTo>
                  <a:lnTo>
                    <a:pt x="18942" y="214591"/>
                  </a:lnTo>
                  <a:lnTo>
                    <a:pt x="16711" y="215843"/>
                  </a:lnTo>
                  <a:lnTo>
                    <a:pt x="16410" y="216227"/>
                  </a:lnTo>
                  <a:lnTo>
                    <a:pt x="15860" y="217367"/>
                  </a:lnTo>
                  <a:lnTo>
                    <a:pt x="15332" y="216798"/>
                  </a:lnTo>
                  <a:lnTo>
                    <a:pt x="15065" y="215586"/>
                  </a:lnTo>
                  <a:lnTo>
                    <a:pt x="14971" y="208600"/>
                  </a:lnTo>
                  <a:lnTo>
                    <a:pt x="13837" y="195162"/>
                  </a:lnTo>
                  <a:lnTo>
                    <a:pt x="13521" y="188291"/>
                  </a:lnTo>
                  <a:lnTo>
                    <a:pt x="13276" y="186666"/>
                  </a:lnTo>
                  <a:lnTo>
                    <a:pt x="11968" y="184196"/>
                  </a:lnTo>
                  <a:lnTo>
                    <a:pt x="12013" y="180653"/>
                  </a:lnTo>
                  <a:lnTo>
                    <a:pt x="12690" y="177689"/>
                  </a:lnTo>
                  <a:lnTo>
                    <a:pt x="12834" y="174235"/>
                  </a:lnTo>
                  <a:lnTo>
                    <a:pt x="12643" y="170487"/>
                  </a:lnTo>
                  <a:lnTo>
                    <a:pt x="12234" y="166822"/>
                  </a:lnTo>
                  <a:lnTo>
                    <a:pt x="11721" y="164054"/>
                  </a:lnTo>
                  <a:lnTo>
                    <a:pt x="10987" y="161688"/>
                  </a:lnTo>
                  <a:lnTo>
                    <a:pt x="10010" y="159036"/>
                  </a:lnTo>
                  <a:lnTo>
                    <a:pt x="8810" y="157054"/>
                  </a:lnTo>
                  <a:lnTo>
                    <a:pt x="6222" y="154823"/>
                  </a:lnTo>
                  <a:lnTo>
                    <a:pt x="4856" y="155019"/>
                  </a:lnTo>
                  <a:lnTo>
                    <a:pt x="4349" y="154145"/>
                  </a:lnTo>
                  <a:lnTo>
                    <a:pt x="4007" y="153011"/>
                  </a:lnTo>
                  <a:lnTo>
                    <a:pt x="4146" y="150783"/>
                  </a:lnTo>
                  <a:lnTo>
                    <a:pt x="4608" y="149251"/>
                  </a:lnTo>
                  <a:lnTo>
                    <a:pt x="5228" y="148873"/>
                  </a:lnTo>
                  <a:lnTo>
                    <a:pt x="5301" y="148010"/>
                  </a:lnTo>
                  <a:lnTo>
                    <a:pt x="3987" y="146215"/>
                  </a:lnTo>
                  <a:lnTo>
                    <a:pt x="2892" y="143777"/>
                  </a:lnTo>
                  <a:lnTo>
                    <a:pt x="2548" y="142314"/>
                  </a:lnTo>
                  <a:lnTo>
                    <a:pt x="2444" y="140704"/>
                  </a:lnTo>
                  <a:lnTo>
                    <a:pt x="2451" y="136984"/>
                  </a:lnTo>
                  <a:lnTo>
                    <a:pt x="2767" y="134635"/>
                  </a:lnTo>
                  <a:lnTo>
                    <a:pt x="2939" y="133363"/>
                  </a:lnTo>
                  <a:lnTo>
                    <a:pt x="3279" y="129431"/>
                  </a:lnTo>
                  <a:lnTo>
                    <a:pt x="3993" y="128232"/>
                  </a:lnTo>
                  <a:lnTo>
                    <a:pt x="3876" y="127505"/>
                  </a:lnTo>
                  <a:lnTo>
                    <a:pt x="3569" y="126971"/>
                  </a:lnTo>
                  <a:lnTo>
                    <a:pt x="3121" y="125681"/>
                  </a:lnTo>
                  <a:lnTo>
                    <a:pt x="2755" y="124198"/>
                  </a:lnTo>
                  <a:lnTo>
                    <a:pt x="1918" y="121682"/>
                  </a:lnTo>
                  <a:lnTo>
                    <a:pt x="439" y="118643"/>
                  </a:lnTo>
                  <a:lnTo>
                    <a:pt x="191" y="113408"/>
                  </a:lnTo>
                  <a:lnTo>
                    <a:pt x="0" y="105692"/>
                  </a:lnTo>
                  <a:lnTo>
                    <a:pt x="124" y="102185"/>
                  </a:lnTo>
                  <a:lnTo>
                    <a:pt x="598" y="95626"/>
                  </a:lnTo>
                  <a:lnTo>
                    <a:pt x="1419" y="93561"/>
                  </a:lnTo>
                  <a:lnTo>
                    <a:pt x="2073" y="92987"/>
                  </a:lnTo>
                  <a:lnTo>
                    <a:pt x="2562" y="92102"/>
                  </a:lnTo>
                  <a:lnTo>
                    <a:pt x="2160" y="91975"/>
                  </a:lnTo>
                  <a:lnTo>
                    <a:pt x="1812" y="92300"/>
                  </a:lnTo>
                  <a:lnTo>
                    <a:pt x="1185" y="92522"/>
                  </a:lnTo>
                  <a:lnTo>
                    <a:pt x="1699" y="86647"/>
                  </a:lnTo>
                  <a:lnTo>
                    <a:pt x="1930" y="84950"/>
                  </a:lnTo>
                  <a:lnTo>
                    <a:pt x="2962" y="81665"/>
                  </a:lnTo>
                  <a:lnTo>
                    <a:pt x="4170" y="78758"/>
                  </a:lnTo>
                  <a:lnTo>
                    <a:pt x="4681" y="75341"/>
                  </a:lnTo>
                  <a:lnTo>
                    <a:pt x="5367" y="72338"/>
                  </a:lnTo>
                  <a:lnTo>
                    <a:pt x="8210" y="69241"/>
                  </a:lnTo>
                  <a:lnTo>
                    <a:pt x="7189" y="73122"/>
                  </a:lnTo>
                  <a:lnTo>
                    <a:pt x="7302" y="74536"/>
                  </a:lnTo>
                  <a:lnTo>
                    <a:pt x="7550" y="75778"/>
                  </a:lnTo>
                  <a:lnTo>
                    <a:pt x="8289" y="76654"/>
                  </a:lnTo>
                  <a:lnTo>
                    <a:pt x="8495" y="81434"/>
                  </a:lnTo>
                  <a:lnTo>
                    <a:pt x="9423" y="84151"/>
                  </a:lnTo>
                  <a:lnTo>
                    <a:pt x="10358" y="86632"/>
                  </a:lnTo>
                  <a:lnTo>
                    <a:pt x="11045" y="87847"/>
                  </a:lnTo>
                  <a:lnTo>
                    <a:pt x="11799" y="89615"/>
                  </a:lnTo>
                  <a:lnTo>
                    <a:pt x="12330" y="91254"/>
                  </a:lnTo>
                  <a:lnTo>
                    <a:pt x="12888" y="92637"/>
                  </a:lnTo>
                  <a:lnTo>
                    <a:pt x="13727" y="93985"/>
                  </a:lnTo>
                  <a:lnTo>
                    <a:pt x="16004" y="99722"/>
                  </a:lnTo>
                  <a:lnTo>
                    <a:pt x="16955" y="101404"/>
                  </a:lnTo>
                  <a:lnTo>
                    <a:pt x="17664" y="103088"/>
                  </a:lnTo>
                  <a:lnTo>
                    <a:pt x="18167" y="103682"/>
                  </a:lnTo>
                  <a:lnTo>
                    <a:pt x="19405" y="103205"/>
                  </a:lnTo>
                  <a:lnTo>
                    <a:pt x="23076" y="99091"/>
                  </a:lnTo>
                  <a:lnTo>
                    <a:pt x="23735" y="98824"/>
                  </a:lnTo>
                  <a:lnTo>
                    <a:pt x="24931" y="98110"/>
                  </a:lnTo>
                  <a:lnTo>
                    <a:pt x="27035" y="98327"/>
                  </a:lnTo>
                  <a:lnTo>
                    <a:pt x="29266" y="99729"/>
                  </a:lnTo>
                  <a:lnTo>
                    <a:pt x="29987" y="99771"/>
                  </a:lnTo>
                  <a:lnTo>
                    <a:pt x="30677" y="98935"/>
                  </a:lnTo>
                  <a:lnTo>
                    <a:pt x="31630" y="99184"/>
                  </a:lnTo>
                  <a:lnTo>
                    <a:pt x="32520" y="99619"/>
                  </a:lnTo>
                  <a:lnTo>
                    <a:pt x="32966" y="99259"/>
                  </a:lnTo>
                  <a:lnTo>
                    <a:pt x="34262" y="96256"/>
                  </a:lnTo>
                  <a:lnTo>
                    <a:pt x="36027" y="95367"/>
                  </a:lnTo>
                  <a:lnTo>
                    <a:pt x="36595" y="92405"/>
                  </a:lnTo>
                  <a:lnTo>
                    <a:pt x="37036" y="89610"/>
                  </a:lnTo>
                  <a:lnTo>
                    <a:pt x="37244" y="86630"/>
                  </a:lnTo>
                  <a:lnTo>
                    <a:pt x="37982" y="85431"/>
                  </a:lnTo>
                  <a:lnTo>
                    <a:pt x="39014" y="84393"/>
                  </a:lnTo>
                  <a:lnTo>
                    <a:pt x="40542" y="83083"/>
                  </a:lnTo>
                  <a:lnTo>
                    <a:pt x="45843" y="82849"/>
                  </a:lnTo>
                  <a:lnTo>
                    <a:pt x="46357" y="83424"/>
                  </a:lnTo>
                  <a:lnTo>
                    <a:pt x="46468" y="84940"/>
                  </a:lnTo>
                  <a:lnTo>
                    <a:pt x="46357" y="86096"/>
                  </a:lnTo>
                  <a:lnTo>
                    <a:pt x="46565" y="86783"/>
                  </a:lnTo>
                  <a:lnTo>
                    <a:pt x="47270" y="86845"/>
                  </a:lnTo>
                  <a:lnTo>
                    <a:pt x="47924" y="87544"/>
                  </a:lnTo>
                  <a:lnTo>
                    <a:pt x="50567" y="89937"/>
                  </a:lnTo>
                  <a:lnTo>
                    <a:pt x="51694" y="90675"/>
                  </a:lnTo>
                  <a:lnTo>
                    <a:pt x="52318" y="90491"/>
                  </a:lnTo>
                  <a:lnTo>
                    <a:pt x="53557" y="92632"/>
                  </a:lnTo>
                  <a:lnTo>
                    <a:pt x="54231" y="91903"/>
                  </a:lnTo>
                  <a:lnTo>
                    <a:pt x="55125" y="90403"/>
                  </a:lnTo>
                  <a:lnTo>
                    <a:pt x="55975" y="88378"/>
                  </a:lnTo>
                  <a:lnTo>
                    <a:pt x="56737" y="86771"/>
                  </a:lnTo>
                  <a:lnTo>
                    <a:pt x="57846" y="86151"/>
                  </a:lnTo>
                  <a:lnTo>
                    <a:pt x="59276" y="86237"/>
                  </a:lnTo>
                  <a:lnTo>
                    <a:pt x="60965" y="85689"/>
                  </a:lnTo>
                  <a:lnTo>
                    <a:pt x="62242" y="84827"/>
                  </a:lnTo>
                  <a:lnTo>
                    <a:pt x="63666" y="86247"/>
                  </a:lnTo>
                  <a:lnTo>
                    <a:pt x="64045" y="85800"/>
                  </a:lnTo>
                  <a:lnTo>
                    <a:pt x="64290" y="84410"/>
                  </a:lnTo>
                  <a:lnTo>
                    <a:pt x="65025" y="81370"/>
                  </a:lnTo>
                  <a:lnTo>
                    <a:pt x="65351" y="79325"/>
                  </a:lnTo>
                  <a:lnTo>
                    <a:pt x="65637" y="75401"/>
                  </a:lnTo>
                  <a:lnTo>
                    <a:pt x="65835" y="74464"/>
                  </a:lnTo>
                  <a:lnTo>
                    <a:pt x="66375" y="73925"/>
                  </a:lnTo>
                  <a:lnTo>
                    <a:pt x="66930" y="73188"/>
                  </a:lnTo>
                  <a:lnTo>
                    <a:pt x="67074" y="72011"/>
                  </a:lnTo>
                  <a:lnTo>
                    <a:pt x="67277" y="70645"/>
                  </a:lnTo>
                  <a:lnTo>
                    <a:pt x="67110" y="69495"/>
                  </a:lnTo>
                  <a:lnTo>
                    <a:pt x="66794" y="68529"/>
                  </a:lnTo>
                  <a:lnTo>
                    <a:pt x="66461" y="65256"/>
                  </a:lnTo>
                  <a:lnTo>
                    <a:pt x="66571" y="63762"/>
                  </a:lnTo>
                  <a:lnTo>
                    <a:pt x="66776" y="62653"/>
                  </a:lnTo>
                  <a:lnTo>
                    <a:pt x="67343" y="62094"/>
                  </a:lnTo>
                  <a:lnTo>
                    <a:pt x="68851" y="59688"/>
                  </a:lnTo>
                  <a:lnTo>
                    <a:pt x="70184" y="56871"/>
                  </a:lnTo>
                  <a:lnTo>
                    <a:pt x="70914" y="55489"/>
                  </a:lnTo>
                  <a:lnTo>
                    <a:pt x="71235" y="54595"/>
                  </a:lnTo>
                  <a:lnTo>
                    <a:pt x="71255" y="53303"/>
                  </a:lnTo>
                  <a:lnTo>
                    <a:pt x="70676" y="51958"/>
                  </a:lnTo>
                  <a:lnTo>
                    <a:pt x="70118" y="51314"/>
                  </a:lnTo>
                  <a:lnTo>
                    <a:pt x="70076" y="49754"/>
                  </a:lnTo>
                  <a:lnTo>
                    <a:pt x="70097" y="48678"/>
                  </a:lnTo>
                  <a:lnTo>
                    <a:pt x="70265" y="47662"/>
                  </a:lnTo>
                  <a:lnTo>
                    <a:pt x="70184" y="46675"/>
                  </a:lnTo>
                  <a:lnTo>
                    <a:pt x="70182" y="45200"/>
                  </a:lnTo>
                  <a:lnTo>
                    <a:pt x="70536" y="43612"/>
                  </a:lnTo>
                  <a:lnTo>
                    <a:pt x="71358" y="41260"/>
                  </a:lnTo>
                  <a:lnTo>
                    <a:pt x="72006" y="39739"/>
                  </a:lnTo>
                  <a:lnTo>
                    <a:pt x="72723" y="40684"/>
                  </a:lnTo>
                  <a:lnTo>
                    <a:pt x="73564" y="40247"/>
                  </a:lnTo>
                  <a:lnTo>
                    <a:pt x="74361" y="39491"/>
                  </a:lnTo>
                  <a:lnTo>
                    <a:pt x="74801" y="36719"/>
                  </a:lnTo>
                  <a:lnTo>
                    <a:pt x="74869" y="35389"/>
                  </a:lnTo>
                  <a:lnTo>
                    <a:pt x="74763" y="34340"/>
                  </a:lnTo>
                  <a:lnTo>
                    <a:pt x="75041" y="30388"/>
                  </a:lnTo>
                  <a:lnTo>
                    <a:pt x="75105" y="29818"/>
                  </a:lnTo>
                  <a:lnTo>
                    <a:pt x="75630" y="27334"/>
                  </a:lnTo>
                  <a:lnTo>
                    <a:pt x="75682" y="25663"/>
                  </a:lnTo>
                  <a:lnTo>
                    <a:pt x="75385" y="21780"/>
                  </a:lnTo>
                  <a:lnTo>
                    <a:pt x="75571" y="18844"/>
                  </a:lnTo>
                  <a:lnTo>
                    <a:pt x="75656" y="12766"/>
                  </a:lnTo>
                  <a:lnTo>
                    <a:pt x="75970" y="11679"/>
                  </a:lnTo>
                  <a:lnTo>
                    <a:pt x="76327" y="8534"/>
                  </a:lnTo>
                  <a:lnTo>
                    <a:pt x="76909" y="5253"/>
                  </a:lnTo>
                  <a:lnTo>
                    <a:pt x="78086" y="3458"/>
                  </a:lnTo>
                  <a:lnTo>
                    <a:pt x="78704" y="1108"/>
                  </a:lnTo>
                  <a:lnTo>
                    <a:pt x="78976" y="672"/>
                  </a:lnTo>
                  <a:lnTo>
                    <a:pt x="79378" y="653"/>
                  </a:lnTo>
                  <a:lnTo>
                    <a:pt x="80802" y="2367"/>
                  </a:lnTo>
                  <a:lnTo>
                    <a:pt x="82084" y="461"/>
                  </a:lnTo>
                  <a:lnTo>
                    <a:pt x="83239" y="243"/>
                  </a:lnTo>
                  <a:lnTo>
                    <a:pt x="84194" y="504"/>
                  </a:lnTo>
                  <a:lnTo>
                    <a:pt x="84732" y="1284"/>
                  </a:lnTo>
                  <a:lnTo>
                    <a:pt x="85264" y="1849"/>
                  </a:lnTo>
                  <a:lnTo>
                    <a:pt x="86402" y="0"/>
                  </a:lnTo>
                  <a:lnTo>
                    <a:pt x="86838" y="323"/>
                  </a:lnTo>
                  <a:lnTo>
                    <a:pt x="87246" y="956"/>
                  </a:lnTo>
                  <a:lnTo>
                    <a:pt x="87809" y="936"/>
                  </a:lnTo>
                  <a:lnTo>
                    <a:pt x="88481" y="467"/>
                  </a:lnTo>
                  <a:lnTo>
                    <a:pt x="90136" y="906"/>
                  </a:lnTo>
                  <a:lnTo>
                    <a:pt x="93054" y="996"/>
                  </a:lnTo>
                  <a:lnTo>
                    <a:pt x="95064" y="2112"/>
                  </a:lnTo>
                  <a:lnTo>
                    <a:pt x="97032" y="5257"/>
                  </a:lnTo>
                  <a:lnTo>
                    <a:pt x="98014" y="589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5"/>
            <p:cNvSpPr/>
            <p:nvPr/>
          </p:nvSpPr>
          <p:spPr>
            <a:xfrm>
              <a:off x="4607399" y="3499684"/>
              <a:ext cx="2459" cy="15817"/>
            </a:xfrm>
            <a:custGeom>
              <a:avLst/>
              <a:pathLst>
                <a:path w="2459" h="15817">
                  <a:moveTo>
                    <a:pt x="1273" y="15200"/>
                  </a:moveTo>
                  <a:lnTo>
                    <a:pt x="815" y="15817"/>
                  </a:lnTo>
                  <a:lnTo>
                    <a:pt x="76" y="15591"/>
                  </a:lnTo>
                  <a:lnTo>
                    <a:pt x="0" y="14092"/>
                  </a:lnTo>
                  <a:lnTo>
                    <a:pt x="745" y="11396"/>
                  </a:lnTo>
                  <a:lnTo>
                    <a:pt x="1238" y="8551"/>
                  </a:lnTo>
                  <a:lnTo>
                    <a:pt x="713" y="7840"/>
                  </a:lnTo>
                  <a:lnTo>
                    <a:pt x="199" y="6019"/>
                  </a:lnTo>
                  <a:lnTo>
                    <a:pt x="181" y="3902"/>
                  </a:lnTo>
                  <a:lnTo>
                    <a:pt x="600" y="0"/>
                  </a:lnTo>
                  <a:lnTo>
                    <a:pt x="1226" y="315"/>
                  </a:lnTo>
                  <a:lnTo>
                    <a:pt x="1824" y="2011"/>
                  </a:lnTo>
                  <a:lnTo>
                    <a:pt x="2069" y="5182"/>
                  </a:lnTo>
                  <a:lnTo>
                    <a:pt x="2459" y="7590"/>
                  </a:lnTo>
                  <a:lnTo>
                    <a:pt x="1625" y="108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6"/>
            <p:cNvSpPr/>
            <p:nvPr/>
          </p:nvSpPr>
          <p:spPr>
            <a:xfrm>
              <a:off x="4249727" y="3467744"/>
              <a:ext cx="123226" cy="340899"/>
            </a:xfrm>
            <a:custGeom>
              <a:avLst/>
              <a:pathLst>
                <a:path w="123226" h="340899">
                  <a:moveTo>
                    <a:pt x="14602" y="11803"/>
                  </a:moveTo>
                  <a:lnTo>
                    <a:pt x="15995" y="12073"/>
                  </a:lnTo>
                  <a:lnTo>
                    <a:pt x="18577" y="10470"/>
                  </a:lnTo>
                  <a:lnTo>
                    <a:pt x="19998" y="10627"/>
                  </a:lnTo>
                  <a:lnTo>
                    <a:pt x="21338" y="11786"/>
                  </a:lnTo>
                  <a:lnTo>
                    <a:pt x="22526" y="12454"/>
                  </a:lnTo>
                  <a:lnTo>
                    <a:pt x="25487" y="11606"/>
                  </a:lnTo>
                  <a:lnTo>
                    <a:pt x="26044" y="11834"/>
                  </a:lnTo>
                  <a:lnTo>
                    <a:pt x="26577" y="12497"/>
                  </a:lnTo>
                  <a:lnTo>
                    <a:pt x="27035" y="13546"/>
                  </a:lnTo>
                  <a:lnTo>
                    <a:pt x="28389" y="17394"/>
                  </a:lnTo>
                  <a:lnTo>
                    <a:pt x="30679" y="22127"/>
                  </a:lnTo>
                  <a:lnTo>
                    <a:pt x="31340" y="25155"/>
                  </a:lnTo>
                  <a:lnTo>
                    <a:pt x="31717" y="28560"/>
                  </a:lnTo>
                  <a:lnTo>
                    <a:pt x="31954" y="29360"/>
                  </a:lnTo>
                  <a:lnTo>
                    <a:pt x="34540" y="35880"/>
                  </a:lnTo>
                  <a:lnTo>
                    <a:pt x="34823" y="38605"/>
                  </a:lnTo>
                  <a:lnTo>
                    <a:pt x="34458" y="42381"/>
                  </a:lnTo>
                  <a:lnTo>
                    <a:pt x="35209" y="45385"/>
                  </a:lnTo>
                  <a:lnTo>
                    <a:pt x="37719" y="48201"/>
                  </a:lnTo>
                  <a:lnTo>
                    <a:pt x="39199" y="50253"/>
                  </a:lnTo>
                  <a:lnTo>
                    <a:pt x="39515" y="51511"/>
                  </a:lnTo>
                  <a:lnTo>
                    <a:pt x="39734" y="53012"/>
                  </a:lnTo>
                  <a:lnTo>
                    <a:pt x="40553" y="55238"/>
                  </a:lnTo>
                  <a:lnTo>
                    <a:pt x="41583" y="56688"/>
                  </a:lnTo>
                  <a:lnTo>
                    <a:pt x="44791" y="60503"/>
                  </a:lnTo>
                  <a:lnTo>
                    <a:pt x="48997" y="68483"/>
                  </a:lnTo>
                  <a:lnTo>
                    <a:pt x="51391" y="72269"/>
                  </a:lnTo>
                  <a:lnTo>
                    <a:pt x="53370" y="78027"/>
                  </a:lnTo>
                  <a:lnTo>
                    <a:pt x="54083" y="80783"/>
                  </a:lnTo>
                  <a:lnTo>
                    <a:pt x="54672" y="83758"/>
                  </a:lnTo>
                  <a:lnTo>
                    <a:pt x="55875" y="88091"/>
                  </a:lnTo>
                  <a:lnTo>
                    <a:pt x="57919" y="93440"/>
                  </a:lnTo>
                  <a:lnTo>
                    <a:pt x="58436" y="95069"/>
                  </a:lnTo>
                  <a:lnTo>
                    <a:pt x="58986" y="97428"/>
                  </a:lnTo>
                  <a:lnTo>
                    <a:pt x="59620" y="99621"/>
                  </a:lnTo>
                  <a:lnTo>
                    <a:pt x="60379" y="101638"/>
                  </a:lnTo>
                  <a:lnTo>
                    <a:pt x="61285" y="103180"/>
                  </a:lnTo>
                  <a:lnTo>
                    <a:pt x="62212" y="103679"/>
                  </a:lnTo>
                  <a:lnTo>
                    <a:pt x="63705" y="107545"/>
                  </a:lnTo>
                  <a:lnTo>
                    <a:pt x="64513" y="108757"/>
                  </a:lnTo>
                  <a:lnTo>
                    <a:pt x="64385" y="105733"/>
                  </a:lnTo>
                  <a:lnTo>
                    <a:pt x="63706" y="103085"/>
                  </a:lnTo>
                  <a:lnTo>
                    <a:pt x="63716" y="101488"/>
                  </a:lnTo>
                  <a:lnTo>
                    <a:pt x="63835" y="100059"/>
                  </a:lnTo>
                  <a:lnTo>
                    <a:pt x="64390" y="98856"/>
                  </a:lnTo>
                  <a:lnTo>
                    <a:pt x="65058" y="98518"/>
                  </a:lnTo>
                  <a:lnTo>
                    <a:pt x="66310" y="99619"/>
                  </a:lnTo>
                  <a:lnTo>
                    <a:pt x="68343" y="104206"/>
                  </a:lnTo>
                  <a:lnTo>
                    <a:pt x="69201" y="106878"/>
                  </a:lnTo>
                  <a:lnTo>
                    <a:pt x="69847" y="110566"/>
                  </a:lnTo>
                  <a:lnTo>
                    <a:pt x="70386" y="114395"/>
                  </a:lnTo>
                  <a:lnTo>
                    <a:pt x="71198" y="116297"/>
                  </a:lnTo>
                  <a:lnTo>
                    <a:pt x="72315" y="116962"/>
                  </a:lnTo>
                  <a:lnTo>
                    <a:pt x="73556" y="117238"/>
                  </a:lnTo>
                  <a:lnTo>
                    <a:pt x="74697" y="118415"/>
                  </a:lnTo>
                  <a:lnTo>
                    <a:pt x="77367" y="123712"/>
                  </a:lnTo>
                  <a:lnTo>
                    <a:pt x="78255" y="126200"/>
                  </a:lnTo>
                  <a:lnTo>
                    <a:pt x="78927" y="129127"/>
                  </a:lnTo>
                  <a:lnTo>
                    <a:pt x="79389" y="132589"/>
                  </a:lnTo>
                  <a:lnTo>
                    <a:pt x="79677" y="136224"/>
                  </a:lnTo>
                  <a:lnTo>
                    <a:pt x="79856" y="137062"/>
                  </a:lnTo>
                  <a:lnTo>
                    <a:pt x="81569" y="141445"/>
                  </a:lnTo>
                  <a:lnTo>
                    <a:pt x="82470" y="143298"/>
                  </a:lnTo>
                  <a:lnTo>
                    <a:pt x="83573" y="144198"/>
                  </a:lnTo>
                  <a:lnTo>
                    <a:pt x="86787" y="145184"/>
                  </a:lnTo>
                  <a:lnTo>
                    <a:pt x="87921" y="146699"/>
                  </a:lnTo>
                  <a:lnTo>
                    <a:pt x="88858" y="149219"/>
                  </a:lnTo>
                  <a:lnTo>
                    <a:pt x="89252" y="151788"/>
                  </a:lnTo>
                  <a:lnTo>
                    <a:pt x="88582" y="154053"/>
                  </a:lnTo>
                  <a:lnTo>
                    <a:pt x="86070" y="157527"/>
                  </a:lnTo>
                  <a:lnTo>
                    <a:pt x="83387" y="159929"/>
                  </a:lnTo>
                  <a:lnTo>
                    <a:pt x="85994" y="159101"/>
                  </a:lnTo>
                  <a:lnTo>
                    <a:pt x="87315" y="158093"/>
                  </a:lnTo>
                  <a:lnTo>
                    <a:pt x="88529" y="156516"/>
                  </a:lnTo>
                  <a:lnTo>
                    <a:pt x="89731" y="154512"/>
                  </a:lnTo>
                  <a:lnTo>
                    <a:pt x="91637" y="151712"/>
                  </a:lnTo>
                  <a:lnTo>
                    <a:pt x="92346" y="151145"/>
                  </a:lnTo>
                  <a:lnTo>
                    <a:pt x="93179" y="151346"/>
                  </a:lnTo>
                  <a:lnTo>
                    <a:pt x="93935" y="152137"/>
                  </a:lnTo>
                  <a:lnTo>
                    <a:pt x="95068" y="154888"/>
                  </a:lnTo>
                  <a:lnTo>
                    <a:pt x="96135" y="157788"/>
                  </a:lnTo>
                  <a:lnTo>
                    <a:pt x="96931" y="161172"/>
                  </a:lnTo>
                  <a:lnTo>
                    <a:pt x="97430" y="164937"/>
                  </a:lnTo>
                  <a:lnTo>
                    <a:pt x="96519" y="166904"/>
                  </a:lnTo>
                  <a:lnTo>
                    <a:pt x="95190" y="168357"/>
                  </a:lnTo>
                  <a:lnTo>
                    <a:pt x="93363" y="171993"/>
                  </a:lnTo>
                  <a:lnTo>
                    <a:pt x="93171" y="173430"/>
                  </a:lnTo>
                  <a:lnTo>
                    <a:pt x="93543" y="174353"/>
                  </a:lnTo>
                  <a:lnTo>
                    <a:pt x="93098" y="177028"/>
                  </a:lnTo>
                  <a:lnTo>
                    <a:pt x="94122" y="178679"/>
                  </a:lnTo>
                  <a:lnTo>
                    <a:pt x="94279" y="180081"/>
                  </a:lnTo>
                  <a:lnTo>
                    <a:pt x="93393" y="182093"/>
                  </a:lnTo>
                  <a:lnTo>
                    <a:pt x="93477" y="183333"/>
                  </a:lnTo>
                  <a:lnTo>
                    <a:pt x="94546" y="188626"/>
                  </a:lnTo>
                  <a:lnTo>
                    <a:pt x="95055" y="189838"/>
                  </a:lnTo>
                  <a:lnTo>
                    <a:pt x="96685" y="192527"/>
                  </a:lnTo>
                  <a:lnTo>
                    <a:pt x="99171" y="195257"/>
                  </a:lnTo>
                  <a:lnTo>
                    <a:pt x="100546" y="196506"/>
                  </a:lnTo>
                  <a:lnTo>
                    <a:pt x="102107" y="197479"/>
                  </a:lnTo>
                  <a:lnTo>
                    <a:pt x="102776" y="197453"/>
                  </a:lnTo>
                  <a:lnTo>
                    <a:pt x="103946" y="197009"/>
                  </a:lnTo>
                  <a:lnTo>
                    <a:pt x="104181" y="198068"/>
                  </a:lnTo>
                  <a:lnTo>
                    <a:pt x="104686" y="203282"/>
                  </a:lnTo>
                  <a:lnTo>
                    <a:pt x="104927" y="206583"/>
                  </a:lnTo>
                  <a:lnTo>
                    <a:pt x="105284" y="213607"/>
                  </a:lnTo>
                  <a:lnTo>
                    <a:pt x="105741" y="216521"/>
                  </a:lnTo>
                  <a:lnTo>
                    <a:pt x="105711" y="220088"/>
                  </a:lnTo>
                  <a:lnTo>
                    <a:pt x="106311" y="223112"/>
                  </a:lnTo>
                  <a:lnTo>
                    <a:pt x="107532" y="225045"/>
                  </a:lnTo>
                  <a:lnTo>
                    <a:pt x="108834" y="226630"/>
                  </a:lnTo>
                  <a:lnTo>
                    <a:pt x="109450" y="228171"/>
                  </a:lnTo>
                  <a:lnTo>
                    <a:pt x="109442" y="230499"/>
                  </a:lnTo>
                  <a:lnTo>
                    <a:pt x="109233" y="232343"/>
                  </a:lnTo>
                  <a:lnTo>
                    <a:pt x="108792" y="233777"/>
                  </a:lnTo>
                  <a:lnTo>
                    <a:pt x="107443" y="236816"/>
                  </a:lnTo>
                  <a:lnTo>
                    <a:pt x="107202" y="238126"/>
                  </a:lnTo>
                  <a:lnTo>
                    <a:pt x="107013" y="241479"/>
                  </a:lnTo>
                  <a:lnTo>
                    <a:pt x="107242" y="243012"/>
                  </a:lnTo>
                  <a:lnTo>
                    <a:pt x="107782" y="243098"/>
                  </a:lnTo>
                  <a:lnTo>
                    <a:pt x="108207" y="242293"/>
                  </a:lnTo>
                  <a:lnTo>
                    <a:pt x="109827" y="237800"/>
                  </a:lnTo>
                  <a:lnTo>
                    <a:pt x="110265" y="237012"/>
                  </a:lnTo>
                  <a:lnTo>
                    <a:pt x="110876" y="236383"/>
                  </a:lnTo>
                  <a:lnTo>
                    <a:pt x="111501" y="235988"/>
                  </a:lnTo>
                  <a:lnTo>
                    <a:pt x="114461" y="235950"/>
                  </a:lnTo>
                  <a:lnTo>
                    <a:pt x="115715" y="236657"/>
                  </a:lnTo>
                  <a:lnTo>
                    <a:pt x="116832" y="238120"/>
                  </a:lnTo>
                  <a:lnTo>
                    <a:pt x="117817" y="239961"/>
                  </a:lnTo>
                  <a:lnTo>
                    <a:pt x="121417" y="251657"/>
                  </a:lnTo>
                  <a:lnTo>
                    <a:pt x="123066" y="258112"/>
                  </a:lnTo>
                  <a:lnTo>
                    <a:pt x="123196" y="259719"/>
                  </a:lnTo>
                  <a:lnTo>
                    <a:pt x="123226" y="261390"/>
                  </a:lnTo>
                  <a:lnTo>
                    <a:pt x="122946" y="262683"/>
                  </a:lnTo>
                  <a:lnTo>
                    <a:pt x="121444" y="267089"/>
                  </a:lnTo>
                  <a:lnTo>
                    <a:pt x="121258" y="268307"/>
                  </a:lnTo>
                  <a:lnTo>
                    <a:pt x="120789" y="273106"/>
                  </a:lnTo>
                  <a:lnTo>
                    <a:pt x="120877" y="276560"/>
                  </a:lnTo>
                  <a:lnTo>
                    <a:pt x="121376" y="278012"/>
                  </a:lnTo>
                  <a:lnTo>
                    <a:pt x="121773" y="279587"/>
                  </a:lnTo>
                  <a:lnTo>
                    <a:pt x="121742" y="281016"/>
                  </a:lnTo>
                  <a:lnTo>
                    <a:pt x="120753" y="288120"/>
                  </a:lnTo>
                  <a:lnTo>
                    <a:pt x="120649" y="289335"/>
                  </a:lnTo>
                  <a:lnTo>
                    <a:pt x="121274" y="300889"/>
                  </a:lnTo>
                  <a:lnTo>
                    <a:pt x="121320" y="304017"/>
                  </a:lnTo>
                  <a:lnTo>
                    <a:pt x="121192" y="307973"/>
                  </a:lnTo>
                  <a:lnTo>
                    <a:pt x="121282" y="314353"/>
                  </a:lnTo>
                  <a:lnTo>
                    <a:pt x="120475" y="334062"/>
                  </a:lnTo>
                  <a:lnTo>
                    <a:pt x="120323" y="335240"/>
                  </a:lnTo>
                  <a:lnTo>
                    <a:pt x="119705" y="338249"/>
                  </a:lnTo>
                  <a:lnTo>
                    <a:pt x="118890" y="338229"/>
                  </a:lnTo>
                  <a:lnTo>
                    <a:pt x="118232" y="337698"/>
                  </a:lnTo>
                  <a:lnTo>
                    <a:pt x="117770" y="336547"/>
                  </a:lnTo>
                  <a:lnTo>
                    <a:pt x="117516" y="335119"/>
                  </a:lnTo>
                  <a:lnTo>
                    <a:pt x="117143" y="333950"/>
                  </a:lnTo>
                  <a:lnTo>
                    <a:pt x="115175" y="330308"/>
                  </a:lnTo>
                  <a:lnTo>
                    <a:pt x="114660" y="330914"/>
                  </a:lnTo>
                  <a:lnTo>
                    <a:pt x="112663" y="335430"/>
                  </a:lnTo>
                  <a:lnTo>
                    <a:pt x="112131" y="336100"/>
                  </a:lnTo>
                  <a:lnTo>
                    <a:pt x="111465" y="335549"/>
                  </a:lnTo>
                  <a:lnTo>
                    <a:pt x="110416" y="334198"/>
                  </a:lnTo>
                  <a:lnTo>
                    <a:pt x="107114" y="329448"/>
                  </a:lnTo>
                  <a:lnTo>
                    <a:pt x="106912" y="330966"/>
                  </a:lnTo>
                  <a:lnTo>
                    <a:pt x="106872" y="333026"/>
                  </a:lnTo>
                  <a:lnTo>
                    <a:pt x="107528" y="338189"/>
                  </a:lnTo>
                  <a:lnTo>
                    <a:pt x="107619" y="340448"/>
                  </a:lnTo>
                  <a:lnTo>
                    <a:pt x="107018" y="340899"/>
                  </a:lnTo>
                  <a:lnTo>
                    <a:pt x="106683" y="340800"/>
                  </a:lnTo>
                  <a:lnTo>
                    <a:pt x="105312" y="337802"/>
                  </a:lnTo>
                  <a:lnTo>
                    <a:pt x="104048" y="334481"/>
                  </a:lnTo>
                  <a:lnTo>
                    <a:pt x="102611" y="329994"/>
                  </a:lnTo>
                  <a:lnTo>
                    <a:pt x="101561" y="327858"/>
                  </a:lnTo>
                  <a:lnTo>
                    <a:pt x="100611" y="325475"/>
                  </a:lnTo>
                  <a:lnTo>
                    <a:pt x="97938" y="316422"/>
                  </a:lnTo>
                  <a:lnTo>
                    <a:pt x="97244" y="315040"/>
                  </a:lnTo>
                  <a:lnTo>
                    <a:pt x="93103" y="308646"/>
                  </a:lnTo>
                  <a:lnTo>
                    <a:pt x="92268" y="307134"/>
                  </a:lnTo>
                  <a:lnTo>
                    <a:pt x="91209" y="304487"/>
                  </a:lnTo>
                  <a:lnTo>
                    <a:pt x="90071" y="302138"/>
                  </a:lnTo>
                  <a:lnTo>
                    <a:pt x="87576" y="298430"/>
                  </a:lnTo>
                  <a:lnTo>
                    <a:pt x="83247" y="289017"/>
                  </a:lnTo>
                  <a:lnTo>
                    <a:pt x="81365" y="283613"/>
                  </a:lnTo>
                  <a:lnTo>
                    <a:pt x="79273" y="274904"/>
                  </a:lnTo>
                  <a:lnTo>
                    <a:pt x="78589" y="272679"/>
                  </a:lnTo>
                  <a:lnTo>
                    <a:pt x="75073" y="266143"/>
                  </a:lnTo>
                  <a:lnTo>
                    <a:pt x="73156" y="262184"/>
                  </a:lnTo>
                  <a:lnTo>
                    <a:pt x="72356" y="259907"/>
                  </a:lnTo>
                  <a:lnTo>
                    <a:pt x="70490" y="251983"/>
                  </a:lnTo>
                  <a:lnTo>
                    <a:pt x="69944" y="249314"/>
                  </a:lnTo>
                  <a:lnTo>
                    <a:pt x="69257" y="246956"/>
                  </a:lnTo>
                  <a:lnTo>
                    <a:pt x="68128" y="245043"/>
                  </a:lnTo>
                  <a:lnTo>
                    <a:pt x="67132" y="242792"/>
                  </a:lnTo>
                  <a:lnTo>
                    <a:pt x="65155" y="235624"/>
                  </a:lnTo>
                  <a:lnTo>
                    <a:pt x="64532" y="232767"/>
                  </a:lnTo>
                  <a:lnTo>
                    <a:pt x="64060" y="229677"/>
                  </a:lnTo>
                  <a:lnTo>
                    <a:pt x="64142" y="223479"/>
                  </a:lnTo>
                  <a:lnTo>
                    <a:pt x="59955" y="204713"/>
                  </a:lnTo>
                  <a:lnTo>
                    <a:pt x="58904" y="198867"/>
                  </a:lnTo>
                  <a:lnTo>
                    <a:pt x="57930" y="190752"/>
                  </a:lnTo>
                  <a:lnTo>
                    <a:pt x="57713" y="189930"/>
                  </a:lnTo>
                  <a:lnTo>
                    <a:pt x="55428" y="182664"/>
                  </a:lnTo>
                  <a:lnTo>
                    <a:pt x="54620" y="180338"/>
                  </a:lnTo>
                  <a:lnTo>
                    <a:pt x="53643" y="178151"/>
                  </a:lnTo>
                  <a:lnTo>
                    <a:pt x="52841" y="175597"/>
                  </a:lnTo>
                  <a:lnTo>
                    <a:pt x="51265" y="167299"/>
                  </a:lnTo>
                  <a:lnTo>
                    <a:pt x="50681" y="164994"/>
                  </a:lnTo>
                  <a:lnTo>
                    <a:pt x="49861" y="163298"/>
                  </a:lnTo>
                  <a:lnTo>
                    <a:pt x="46874" y="160162"/>
                  </a:lnTo>
                  <a:lnTo>
                    <a:pt x="45760" y="158413"/>
                  </a:lnTo>
                  <a:lnTo>
                    <a:pt x="44882" y="155931"/>
                  </a:lnTo>
                  <a:lnTo>
                    <a:pt x="44343" y="152764"/>
                  </a:lnTo>
                  <a:lnTo>
                    <a:pt x="43751" y="146044"/>
                  </a:lnTo>
                  <a:lnTo>
                    <a:pt x="42343" y="135833"/>
                  </a:lnTo>
                  <a:lnTo>
                    <a:pt x="40763" y="122161"/>
                  </a:lnTo>
                  <a:lnTo>
                    <a:pt x="39697" y="116034"/>
                  </a:lnTo>
                  <a:lnTo>
                    <a:pt x="38479" y="111228"/>
                  </a:lnTo>
                  <a:lnTo>
                    <a:pt x="38127" y="110119"/>
                  </a:lnTo>
                  <a:lnTo>
                    <a:pt x="32702" y="101463"/>
                  </a:lnTo>
                  <a:lnTo>
                    <a:pt x="31777" y="100189"/>
                  </a:lnTo>
                  <a:lnTo>
                    <a:pt x="30795" y="99420"/>
                  </a:lnTo>
                  <a:lnTo>
                    <a:pt x="29392" y="98869"/>
                  </a:lnTo>
                  <a:lnTo>
                    <a:pt x="28322" y="96633"/>
                  </a:lnTo>
                  <a:lnTo>
                    <a:pt x="27881" y="92622"/>
                  </a:lnTo>
                  <a:lnTo>
                    <a:pt x="27638" y="87240"/>
                  </a:lnTo>
                  <a:lnTo>
                    <a:pt x="27368" y="84028"/>
                  </a:lnTo>
                  <a:lnTo>
                    <a:pt x="27073" y="82212"/>
                  </a:lnTo>
                  <a:lnTo>
                    <a:pt x="24807" y="78408"/>
                  </a:lnTo>
                  <a:lnTo>
                    <a:pt x="23920" y="75402"/>
                  </a:lnTo>
                  <a:lnTo>
                    <a:pt x="23179" y="72093"/>
                  </a:lnTo>
                  <a:lnTo>
                    <a:pt x="22503" y="69531"/>
                  </a:lnTo>
                  <a:lnTo>
                    <a:pt x="20011" y="60683"/>
                  </a:lnTo>
                  <a:lnTo>
                    <a:pt x="19160" y="58362"/>
                  </a:lnTo>
                  <a:lnTo>
                    <a:pt x="18104" y="56741"/>
                  </a:lnTo>
                  <a:lnTo>
                    <a:pt x="14974" y="55026"/>
                  </a:lnTo>
                  <a:lnTo>
                    <a:pt x="14058" y="53557"/>
                  </a:lnTo>
                  <a:lnTo>
                    <a:pt x="12538" y="48533"/>
                  </a:lnTo>
                  <a:lnTo>
                    <a:pt x="11621" y="45979"/>
                  </a:lnTo>
                  <a:lnTo>
                    <a:pt x="8872" y="40350"/>
                  </a:lnTo>
                  <a:lnTo>
                    <a:pt x="4223" y="28569"/>
                  </a:lnTo>
                  <a:lnTo>
                    <a:pt x="3271" y="25631"/>
                  </a:lnTo>
                  <a:lnTo>
                    <a:pt x="2558" y="22568"/>
                  </a:lnTo>
                  <a:lnTo>
                    <a:pt x="1982" y="19284"/>
                  </a:lnTo>
                  <a:lnTo>
                    <a:pt x="0" y="10187"/>
                  </a:lnTo>
                  <a:lnTo>
                    <a:pt x="159" y="8349"/>
                  </a:lnTo>
                  <a:lnTo>
                    <a:pt x="459" y="6442"/>
                  </a:lnTo>
                  <a:lnTo>
                    <a:pt x="412" y="4860"/>
                  </a:lnTo>
                  <a:lnTo>
                    <a:pt x="195" y="3301"/>
                  </a:lnTo>
                  <a:lnTo>
                    <a:pt x="240" y="1891"/>
                  </a:lnTo>
                  <a:lnTo>
                    <a:pt x="828" y="1061"/>
                  </a:lnTo>
                  <a:lnTo>
                    <a:pt x="2151" y="0"/>
                  </a:lnTo>
                  <a:lnTo>
                    <a:pt x="3524" y="124"/>
                  </a:lnTo>
                  <a:lnTo>
                    <a:pt x="4795" y="582"/>
                  </a:lnTo>
                  <a:lnTo>
                    <a:pt x="6025" y="1463"/>
                  </a:lnTo>
                  <a:lnTo>
                    <a:pt x="7206" y="3377"/>
                  </a:lnTo>
                  <a:lnTo>
                    <a:pt x="9319" y="8203"/>
                  </a:lnTo>
                  <a:lnTo>
                    <a:pt x="10522" y="9884"/>
                  </a:lnTo>
                  <a:lnTo>
                    <a:pt x="11857" y="1069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7"/>
            <p:cNvSpPr/>
            <p:nvPr/>
          </p:nvSpPr>
          <p:spPr>
            <a:xfrm>
              <a:off x="4249852" y="3459523"/>
              <a:ext cx="1684" cy="3631"/>
            </a:xfrm>
            <a:custGeom>
              <a:avLst/>
              <a:pathLst>
                <a:path w="1684" h="3631">
                  <a:moveTo>
                    <a:pt x="1640" y="2796"/>
                  </a:moveTo>
                  <a:lnTo>
                    <a:pt x="1418" y="3631"/>
                  </a:lnTo>
                  <a:lnTo>
                    <a:pt x="744" y="3205"/>
                  </a:lnTo>
                  <a:lnTo>
                    <a:pt x="0" y="517"/>
                  </a:lnTo>
                  <a:lnTo>
                    <a:pt x="276" y="0"/>
                  </a:lnTo>
                  <a:lnTo>
                    <a:pt x="736" y="274"/>
                  </a:lnTo>
                  <a:lnTo>
                    <a:pt x="1606" y="894"/>
                  </a:lnTo>
                  <a:lnTo>
                    <a:pt x="1684" y="190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8"/>
            <p:cNvSpPr/>
            <p:nvPr/>
          </p:nvSpPr>
          <p:spPr>
            <a:xfrm>
              <a:off x="3114272" y="2026390"/>
              <a:ext cx="5080" cy="10297"/>
            </a:xfrm>
            <a:custGeom>
              <a:avLst/>
              <a:pathLst>
                <a:path w="5080" h="10297">
                  <a:moveTo>
                    <a:pt x="4238" y="6554"/>
                  </a:moveTo>
                  <a:lnTo>
                    <a:pt x="1942" y="10297"/>
                  </a:lnTo>
                  <a:lnTo>
                    <a:pt x="1013" y="9625"/>
                  </a:lnTo>
                  <a:lnTo>
                    <a:pt x="222" y="9979"/>
                  </a:lnTo>
                  <a:lnTo>
                    <a:pt x="0" y="9873"/>
                  </a:lnTo>
                  <a:lnTo>
                    <a:pt x="451" y="8521"/>
                  </a:lnTo>
                  <a:lnTo>
                    <a:pt x="983" y="5386"/>
                  </a:lnTo>
                  <a:lnTo>
                    <a:pt x="1936" y="4143"/>
                  </a:lnTo>
                  <a:lnTo>
                    <a:pt x="3142" y="900"/>
                  </a:lnTo>
                  <a:lnTo>
                    <a:pt x="4095" y="0"/>
                  </a:lnTo>
                  <a:lnTo>
                    <a:pt x="4426" y="125"/>
                  </a:lnTo>
                  <a:lnTo>
                    <a:pt x="4634" y="431"/>
                  </a:lnTo>
                  <a:lnTo>
                    <a:pt x="5080" y="4080"/>
                  </a:lnTo>
                  <a:lnTo>
                    <a:pt x="4463" y="537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29"/>
            <p:cNvSpPr/>
            <p:nvPr/>
          </p:nvSpPr>
          <p:spPr>
            <a:xfrm>
              <a:off x="4232122" y="3420235"/>
              <a:ext cx="3102" cy="14418"/>
            </a:xfrm>
            <a:custGeom>
              <a:avLst/>
              <a:pathLst>
                <a:path w="3102" h="14418">
                  <a:moveTo>
                    <a:pt x="2653" y="11984"/>
                  </a:moveTo>
                  <a:lnTo>
                    <a:pt x="1958" y="14418"/>
                  </a:lnTo>
                  <a:lnTo>
                    <a:pt x="601" y="6971"/>
                  </a:lnTo>
                  <a:lnTo>
                    <a:pt x="18" y="6517"/>
                  </a:lnTo>
                  <a:lnTo>
                    <a:pt x="0" y="2966"/>
                  </a:lnTo>
                  <a:lnTo>
                    <a:pt x="316" y="1566"/>
                  </a:lnTo>
                  <a:lnTo>
                    <a:pt x="1886" y="0"/>
                  </a:lnTo>
                  <a:lnTo>
                    <a:pt x="2301" y="880"/>
                  </a:lnTo>
                  <a:lnTo>
                    <a:pt x="3102" y="777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0"/>
            <p:cNvSpPr/>
            <p:nvPr/>
          </p:nvSpPr>
          <p:spPr>
            <a:xfrm>
              <a:off x="4231451" y="3415094"/>
              <a:ext cx="1548" cy="4394"/>
            </a:xfrm>
            <a:custGeom>
              <a:avLst/>
              <a:pathLst>
                <a:path w="1548" h="4394">
                  <a:moveTo>
                    <a:pt x="1548" y="1598"/>
                  </a:moveTo>
                  <a:lnTo>
                    <a:pt x="468" y="4394"/>
                  </a:lnTo>
                  <a:lnTo>
                    <a:pt x="0" y="2713"/>
                  </a:lnTo>
                  <a:lnTo>
                    <a:pt x="192" y="1551"/>
                  </a:lnTo>
                  <a:lnTo>
                    <a:pt x="652" y="906"/>
                  </a:lnTo>
                  <a:lnTo>
                    <a:pt x="1081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1"/>
            <p:cNvSpPr/>
            <p:nvPr/>
          </p:nvSpPr>
          <p:spPr>
            <a:xfrm>
              <a:off x="4228182" y="3397148"/>
              <a:ext cx="1566" cy="4176"/>
            </a:xfrm>
            <a:custGeom>
              <a:avLst/>
              <a:pathLst>
                <a:path w="1566" h="4176">
                  <a:moveTo>
                    <a:pt x="1512" y="4139"/>
                  </a:moveTo>
                  <a:lnTo>
                    <a:pt x="632" y="4176"/>
                  </a:lnTo>
                  <a:lnTo>
                    <a:pt x="370" y="2913"/>
                  </a:lnTo>
                  <a:lnTo>
                    <a:pt x="0" y="1592"/>
                  </a:lnTo>
                  <a:lnTo>
                    <a:pt x="285" y="324"/>
                  </a:lnTo>
                  <a:lnTo>
                    <a:pt x="750" y="0"/>
                  </a:lnTo>
                  <a:lnTo>
                    <a:pt x="1411" y="2054"/>
                  </a:lnTo>
                  <a:lnTo>
                    <a:pt x="1566" y="351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4229852" y="3391039"/>
              <a:ext cx="913" cy="6064"/>
            </a:xfrm>
            <a:custGeom>
              <a:avLst/>
              <a:pathLst>
                <a:path w="913" h="6064">
                  <a:moveTo>
                    <a:pt x="913" y="4964"/>
                  </a:moveTo>
                  <a:lnTo>
                    <a:pt x="381" y="6064"/>
                  </a:lnTo>
                  <a:lnTo>
                    <a:pt x="247" y="5915"/>
                  </a:lnTo>
                  <a:lnTo>
                    <a:pt x="174" y="5081"/>
                  </a:lnTo>
                  <a:lnTo>
                    <a:pt x="150" y="4491"/>
                  </a:lnTo>
                  <a:lnTo>
                    <a:pt x="54" y="3429"/>
                  </a:lnTo>
                  <a:lnTo>
                    <a:pt x="0" y="1559"/>
                  </a:lnTo>
                  <a:lnTo>
                    <a:pt x="426" y="0"/>
                  </a:lnTo>
                  <a:lnTo>
                    <a:pt x="853" y="321"/>
                  </a:lnTo>
                  <a:lnTo>
                    <a:pt x="626" y="191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3"/>
            <p:cNvSpPr/>
            <p:nvPr/>
          </p:nvSpPr>
          <p:spPr>
            <a:xfrm>
              <a:off x="3997826" y="3388325"/>
              <a:ext cx="683" cy="1861"/>
            </a:xfrm>
            <a:custGeom>
              <a:avLst/>
              <a:pathLst>
                <a:path w="683" h="1861">
                  <a:moveTo>
                    <a:pt x="499" y="1400"/>
                  </a:moveTo>
                  <a:lnTo>
                    <a:pt x="339" y="1767"/>
                  </a:lnTo>
                  <a:lnTo>
                    <a:pt x="57" y="1861"/>
                  </a:lnTo>
                  <a:lnTo>
                    <a:pt x="0" y="1494"/>
                  </a:lnTo>
                  <a:lnTo>
                    <a:pt x="29" y="1217"/>
                  </a:lnTo>
                  <a:lnTo>
                    <a:pt x="176" y="1526"/>
                  </a:lnTo>
                  <a:lnTo>
                    <a:pt x="368" y="1239"/>
                  </a:lnTo>
                  <a:lnTo>
                    <a:pt x="587" y="300"/>
                  </a:lnTo>
                  <a:lnTo>
                    <a:pt x="636" y="0"/>
                  </a:lnTo>
                  <a:lnTo>
                    <a:pt x="683" y="161"/>
                  </a:lnTo>
                  <a:lnTo>
                    <a:pt x="639" y="69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4"/>
            <p:cNvSpPr/>
            <p:nvPr/>
          </p:nvSpPr>
          <p:spPr>
            <a:xfrm>
              <a:off x="4225399" y="3387354"/>
              <a:ext cx="1207" cy="4057"/>
            </a:xfrm>
            <a:custGeom>
              <a:avLst/>
              <a:pathLst>
                <a:path w="1207" h="4057">
                  <a:moveTo>
                    <a:pt x="868" y="2950"/>
                  </a:moveTo>
                  <a:lnTo>
                    <a:pt x="1207" y="4057"/>
                  </a:lnTo>
                  <a:lnTo>
                    <a:pt x="578" y="3866"/>
                  </a:lnTo>
                  <a:lnTo>
                    <a:pt x="0" y="2198"/>
                  </a:lnTo>
                  <a:lnTo>
                    <a:pt x="150" y="6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5"/>
            <p:cNvSpPr/>
            <p:nvPr/>
          </p:nvSpPr>
          <p:spPr>
            <a:xfrm>
              <a:off x="4221413" y="3360922"/>
              <a:ext cx="1090" cy="3337"/>
            </a:xfrm>
            <a:custGeom>
              <a:avLst/>
              <a:pathLst>
                <a:path w="1090" h="3337">
                  <a:moveTo>
                    <a:pt x="842" y="3168"/>
                  </a:moveTo>
                  <a:lnTo>
                    <a:pt x="343" y="3337"/>
                  </a:lnTo>
                  <a:lnTo>
                    <a:pt x="37" y="2328"/>
                  </a:lnTo>
                  <a:lnTo>
                    <a:pt x="0" y="1152"/>
                  </a:lnTo>
                  <a:lnTo>
                    <a:pt x="287" y="390"/>
                  </a:lnTo>
                  <a:lnTo>
                    <a:pt x="554" y="0"/>
                  </a:lnTo>
                  <a:lnTo>
                    <a:pt x="822" y="99"/>
                  </a:lnTo>
                  <a:lnTo>
                    <a:pt x="1090" y="208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6"/>
            <p:cNvSpPr/>
            <p:nvPr/>
          </p:nvSpPr>
          <p:spPr>
            <a:xfrm>
              <a:off x="4217320" y="3312060"/>
              <a:ext cx="2515" cy="11131"/>
            </a:xfrm>
            <a:custGeom>
              <a:avLst/>
              <a:pathLst>
                <a:path w="2515" h="11131">
                  <a:moveTo>
                    <a:pt x="1703" y="10122"/>
                  </a:moveTo>
                  <a:lnTo>
                    <a:pt x="1360" y="11131"/>
                  </a:lnTo>
                  <a:lnTo>
                    <a:pt x="189" y="10343"/>
                  </a:lnTo>
                  <a:lnTo>
                    <a:pt x="276" y="7294"/>
                  </a:lnTo>
                  <a:lnTo>
                    <a:pt x="0" y="4324"/>
                  </a:lnTo>
                  <a:lnTo>
                    <a:pt x="202" y="3071"/>
                  </a:lnTo>
                  <a:lnTo>
                    <a:pt x="1079" y="943"/>
                  </a:lnTo>
                  <a:lnTo>
                    <a:pt x="1788" y="0"/>
                  </a:lnTo>
                  <a:lnTo>
                    <a:pt x="2284" y="2885"/>
                  </a:lnTo>
                  <a:lnTo>
                    <a:pt x="2515" y="57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7"/>
            <p:cNvSpPr/>
            <p:nvPr/>
          </p:nvSpPr>
          <p:spPr>
            <a:xfrm>
              <a:off x="3994976" y="3301334"/>
              <a:ext cx="266" cy="1901"/>
            </a:xfrm>
            <a:custGeom>
              <a:avLst/>
              <a:pathLst>
                <a:path w="266" h="1901">
                  <a:moveTo>
                    <a:pt x="89" y="1712"/>
                  </a:moveTo>
                  <a:lnTo>
                    <a:pt x="6" y="1901"/>
                  </a:lnTo>
                  <a:lnTo>
                    <a:pt x="0" y="1364"/>
                  </a:lnTo>
                  <a:lnTo>
                    <a:pt x="106" y="506"/>
                  </a:lnTo>
                  <a:lnTo>
                    <a:pt x="266" y="0"/>
                  </a:lnTo>
                  <a:lnTo>
                    <a:pt x="231" y="558"/>
                  </a:lnTo>
                  <a:lnTo>
                    <a:pt x="175" y="131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8"/>
            <p:cNvSpPr/>
            <p:nvPr/>
          </p:nvSpPr>
          <p:spPr>
            <a:xfrm>
              <a:off x="4220078" y="3293986"/>
              <a:ext cx="1106" cy="4367"/>
            </a:xfrm>
            <a:custGeom>
              <a:avLst/>
              <a:pathLst>
                <a:path w="1106" h="4367">
                  <a:moveTo>
                    <a:pt x="1106" y="3781"/>
                  </a:moveTo>
                  <a:lnTo>
                    <a:pt x="554" y="4367"/>
                  </a:lnTo>
                  <a:lnTo>
                    <a:pt x="0" y="3625"/>
                  </a:lnTo>
                  <a:lnTo>
                    <a:pt x="433" y="2434"/>
                  </a:lnTo>
                  <a:lnTo>
                    <a:pt x="505" y="0"/>
                  </a:lnTo>
                  <a:lnTo>
                    <a:pt x="1071" y="1350"/>
                  </a:lnTo>
                  <a:lnTo>
                    <a:pt x="1039" y="289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39"/>
            <p:cNvSpPr/>
            <p:nvPr/>
          </p:nvSpPr>
          <p:spPr>
            <a:xfrm>
              <a:off x="4224162" y="3278394"/>
              <a:ext cx="1212" cy="4060"/>
            </a:xfrm>
            <a:custGeom>
              <a:avLst/>
              <a:pathLst>
                <a:path w="1212" h="4060">
                  <a:moveTo>
                    <a:pt x="704" y="0"/>
                  </a:moveTo>
                  <a:lnTo>
                    <a:pt x="1212" y="4060"/>
                  </a:lnTo>
                  <a:lnTo>
                    <a:pt x="299" y="2285"/>
                  </a:lnTo>
                  <a:lnTo>
                    <a:pt x="0" y="1015"/>
                  </a:lnTo>
                  <a:lnTo>
                    <a:pt x="459" y="14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0"/>
            <p:cNvSpPr/>
            <p:nvPr/>
          </p:nvSpPr>
          <p:spPr>
            <a:xfrm>
              <a:off x="4221032" y="3251068"/>
              <a:ext cx="581" cy="4775"/>
            </a:xfrm>
            <a:custGeom>
              <a:avLst/>
              <a:pathLst>
                <a:path w="581" h="4775">
                  <a:moveTo>
                    <a:pt x="430" y="2856"/>
                  </a:moveTo>
                  <a:lnTo>
                    <a:pt x="68" y="4775"/>
                  </a:lnTo>
                  <a:lnTo>
                    <a:pt x="0" y="659"/>
                  </a:lnTo>
                  <a:lnTo>
                    <a:pt x="167" y="141"/>
                  </a:lnTo>
                  <a:lnTo>
                    <a:pt x="351" y="0"/>
                  </a:lnTo>
                  <a:lnTo>
                    <a:pt x="581" y="38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1"/>
            <p:cNvSpPr/>
            <p:nvPr/>
          </p:nvSpPr>
          <p:spPr>
            <a:xfrm>
              <a:off x="4219376" y="3233815"/>
              <a:ext cx="6163" cy="60070"/>
            </a:xfrm>
            <a:custGeom>
              <a:avLst/>
              <a:pathLst>
                <a:path w="6163" h="60070">
                  <a:moveTo>
                    <a:pt x="2144" y="59375"/>
                  </a:moveTo>
                  <a:lnTo>
                    <a:pt x="1895" y="60070"/>
                  </a:lnTo>
                  <a:lnTo>
                    <a:pt x="1526" y="59297"/>
                  </a:lnTo>
                  <a:lnTo>
                    <a:pt x="473" y="53993"/>
                  </a:lnTo>
                  <a:lnTo>
                    <a:pt x="292" y="50588"/>
                  </a:lnTo>
                  <a:lnTo>
                    <a:pt x="0" y="49408"/>
                  </a:lnTo>
                  <a:lnTo>
                    <a:pt x="370" y="47719"/>
                  </a:lnTo>
                  <a:lnTo>
                    <a:pt x="836" y="47158"/>
                  </a:lnTo>
                  <a:lnTo>
                    <a:pt x="1112" y="45257"/>
                  </a:lnTo>
                  <a:lnTo>
                    <a:pt x="1212" y="42351"/>
                  </a:lnTo>
                  <a:lnTo>
                    <a:pt x="1619" y="39982"/>
                  </a:lnTo>
                  <a:lnTo>
                    <a:pt x="1826" y="39322"/>
                  </a:lnTo>
                  <a:lnTo>
                    <a:pt x="2672" y="39296"/>
                  </a:lnTo>
                  <a:lnTo>
                    <a:pt x="2888" y="38995"/>
                  </a:lnTo>
                  <a:lnTo>
                    <a:pt x="2767" y="36727"/>
                  </a:lnTo>
                  <a:lnTo>
                    <a:pt x="2273" y="35740"/>
                  </a:lnTo>
                  <a:lnTo>
                    <a:pt x="2101" y="35108"/>
                  </a:lnTo>
                  <a:lnTo>
                    <a:pt x="2121" y="29673"/>
                  </a:lnTo>
                  <a:lnTo>
                    <a:pt x="2250" y="27475"/>
                  </a:lnTo>
                  <a:lnTo>
                    <a:pt x="2558" y="25895"/>
                  </a:lnTo>
                  <a:lnTo>
                    <a:pt x="2340" y="22629"/>
                  </a:lnTo>
                  <a:lnTo>
                    <a:pt x="2489" y="21410"/>
                  </a:lnTo>
                  <a:lnTo>
                    <a:pt x="3101" y="19695"/>
                  </a:lnTo>
                  <a:lnTo>
                    <a:pt x="3372" y="16039"/>
                  </a:lnTo>
                  <a:lnTo>
                    <a:pt x="3123" y="14947"/>
                  </a:lnTo>
                  <a:lnTo>
                    <a:pt x="3704" y="9304"/>
                  </a:lnTo>
                  <a:lnTo>
                    <a:pt x="3672" y="5536"/>
                  </a:lnTo>
                  <a:lnTo>
                    <a:pt x="4436" y="1761"/>
                  </a:lnTo>
                  <a:lnTo>
                    <a:pt x="5626" y="47"/>
                  </a:lnTo>
                  <a:lnTo>
                    <a:pt x="6000" y="0"/>
                  </a:lnTo>
                  <a:lnTo>
                    <a:pt x="6050" y="3220"/>
                  </a:lnTo>
                  <a:lnTo>
                    <a:pt x="6163" y="4277"/>
                  </a:lnTo>
                  <a:lnTo>
                    <a:pt x="5474" y="6183"/>
                  </a:lnTo>
                  <a:lnTo>
                    <a:pt x="6131" y="8668"/>
                  </a:lnTo>
                  <a:lnTo>
                    <a:pt x="6043" y="9570"/>
                  </a:lnTo>
                  <a:lnTo>
                    <a:pt x="5780" y="11541"/>
                  </a:lnTo>
                  <a:lnTo>
                    <a:pt x="5346" y="13477"/>
                  </a:lnTo>
                  <a:lnTo>
                    <a:pt x="4740" y="14270"/>
                  </a:lnTo>
                  <a:lnTo>
                    <a:pt x="4270" y="16850"/>
                  </a:lnTo>
                  <a:lnTo>
                    <a:pt x="4000" y="17823"/>
                  </a:lnTo>
                  <a:lnTo>
                    <a:pt x="4895" y="20535"/>
                  </a:lnTo>
                  <a:lnTo>
                    <a:pt x="5182" y="29753"/>
                  </a:lnTo>
                  <a:lnTo>
                    <a:pt x="4527" y="32278"/>
                  </a:lnTo>
                  <a:lnTo>
                    <a:pt x="3744" y="32782"/>
                  </a:lnTo>
                  <a:lnTo>
                    <a:pt x="3924" y="38931"/>
                  </a:lnTo>
                  <a:lnTo>
                    <a:pt x="3784" y="40305"/>
                  </a:lnTo>
                  <a:lnTo>
                    <a:pt x="3008" y="43325"/>
                  </a:lnTo>
                  <a:lnTo>
                    <a:pt x="2865" y="44642"/>
                  </a:lnTo>
                  <a:lnTo>
                    <a:pt x="2427" y="45880"/>
                  </a:lnTo>
                  <a:lnTo>
                    <a:pt x="2612" y="47427"/>
                  </a:lnTo>
                  <a:lnTo>
                    <a:pt x="2985" y="48103"/>
                  </a:lnTo>
                  <a:lnTo>
                    <a:pt x="2994" y="49370"/>
                  </a:lnTo>
                  <a:lnTo>
                    <a:pt x="2646" y="52621"/>
                  </a:lnTo>
                  <a:lnTo>
                    <a:pt x="2620" y="5632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2"/>
            <p:cNvSpPr/>
            <p:nvPr/>
          </p:nvSpPr>
          <p:spPr>
            <a:xfrm>
              <a:off x="3942657" y="2585292"/>
              <a:ext cx="331335" cy="810070"/>
            </a:xfrm>
            <a:custGeom>
              <a:avLst/>
              <a:pathLst>
                <a:path w="331335" h="810070">
                  <a:moveTo>
                    <a:pt x="109438" y="0"/>
                  </a:moveTo>
                  <a:lnTo>
                    <a:pt x="109533" y="243"/>
                  </a:lnTo>
                  <a:lnTo>
                    <a:pt x="109994" y="945"/>
                  </a:lnTo>
                  <a:lnTo>
                    <a:pt x="110487" y="1292"/>
                  </a:lnTo>
                  <a:lnTo>
                    <a:pt x="111066" y="624"/>
                  </a:lnTo>
                  <a:lnTo>
                    <a:pt x="111788" y="75"/>
                  </a:lnTo>
                  <a:lnTo>
                    <a:pt x="112165" y="383"/>
                  </a:lnTo>
                  <a:lnTo>
                    <a:pt x="112219" y="1281"/>
                  </a:lnTo>
                  <a:lnTo>
                    <a:pt x="111784" y="5491"/>
                  </a:lnTo>
                  <a:lnTo>
                    <a:pt x="111819" y="7143"/>
                  </a:lnTo>
                  <a:lnTo>
                    <a:pt x="112541" y="10574"/>
                  </a:lnTo>
                  <a:lnTo>
                    <a:pt x="113480" y="16142"/>
                  </a:lnTo>
                  <a:lnTo>
                    <a:pt x="114361" y="21362"/>
                  </a:lnTo>
                  <a:lnTo>
                    <a:pt x="114883" y="24787"/>
                  </a:lnTo>
                  <a:lnTo>
                    <a:pt x="115393" y="26191"/>
                  </a:lnTo>
                  <a:lnTo>
                    <a:pt x="117536" y="27622"/>
                  </a:lnTo>
                  <a:lnTo>
                    <a:pt x="119297" y="28798"/>
                  </a:lnTo>
                  <a:lnTo>
                    <a:pt x="120345" y="30726"/>
                  </a:lnTo>
                  <a:lnTo>
                    <a:pt x="121501" y="32576"/>
                  </a:lnTo>
                  <a:lnTo>
                    <a:pt x="122314" y="33710"/>
                  </a:lnTo>
                  <a:lnTo>
                    <a:pt x="122696" y="35167"/>
                  </a:lnTo>
                  <a:lnTo>
                    <a:pt x="122774" y="36483"/>
                  </a:lnTo>
                  <a:lnTo>
                    <a:pt x="122702" y="37366"/>
                  </a:lnTo>
                  <a:lnTo>
                    <a:pt x="122260" y="38526"/>
                  </a:lnTo>
                  <a:lnTo>
                    <a:pt x="120231" y="41518"/>
                  </a:lnTo>
                  <a:lnTo>
                    <a:pt x="119989" y="42468"/>
                  </a:lnTo>
                  <a:lnTo>
                    <a:pt x="119932" y="43714"/>
                  </a:lnTo>
                  <a:lnTo>
                    <a:pt x="120330" y="47431"/>
                  </a:lnTo>
                  <a:lnTo>
                    <a:pt x="120580" y="49760"/>
                  </a:lnTo>
                  <a:lnTo>
                    <a:pt x="120650" y="54442"/>
                  </a:lnTo>
                  <a:lnTo>
                    <a:pt x="120785" y="58893"/>
                  </a:lnTo>
                  <a:lnTo>
                    <a:pt x="121503" y="60920"/>
                  </a:lnTo>
                  <a:lnTo>
                    <a:pt x="122090" y="62230"/>
                  </a:lnTo>
                  <a:lnTo>
                    <a:pt x="122450" y="63419"/>
                  </a:lnTo>
                  <a:lnTo>
                    <a:pt x="123178" y="65046"/>
                  </a:lnTo>
                  <a:lnTo>
                    <a:pt x="123791" y="66260"/>
                  </a:lnTo>
                  <a:lnTo>
                    <a:pt x="124313" y="66973"/>
                  </a:lnTo>
                  <a:lnTo>
                    <a:pt x="124348" y="67189"/>
                  </a:lnTo>
                  <a:lnTo>
                    <a:pt x="124570" y="68578"/>
                  </a:lnTo>
                  <a:lnTo>
                    <a:pt x="124417" y="70464"/>
                  </a:lnTo>
                  <a:lnTo>
                    <a:pt x="124203" y="72106"/>
                  </a:lnTo>
                  <a:lnTo>
                    <a:pt x="124269" y="72989"/>
                  </a:lnTo>
                  <a:lnTo>
                    <a:pt x="124688" y="73615"/>
                  </a:lnTo>
                  <a:lnTo>
                    <a:pt x="125332" y="75253"/>
                  </a:lnTo>
                  <a:lnTo>
                    <a:pt x="125415" y="77652"/>
                  </a:lnTo>
                  <a:lnTo>
                    <a:pt x="125370" y="79302"/>
                  </a:lnTo>
                  <a:lnTo>
                    <a:pt x="125624" y="80786"/>
                  </a:lnTo>
                  <a:lnTo>
                    <a:pt x="125691" y="82432"/>
                  </a:lnTo>
                  <a:lnTo>
                    <a:pt x="125494" y="86542"/>
                  </a:lnTo>
                  <a:lnTo>
                    <a:pt x="125523" y="88210"/>
                  </a:lnTo>
                  <a:lnTo>
                    <a:pt x="125526" y="88401"/>
                  </a:lnTo>
                  <a:lnTo>
                    <a:pt x="124965" y="88515"/>
                  </a:lnTo>
                  <a:lnTo>
                    <a:pt x="124481" y="89149"/>
                  </a:lnTo>
                  <a:lnTo>
                    <a:pt x="123796" y="91737"/>
                  </a:lnTo>
                  <a:lnTo>
                    <a:pt x="123009" y="92418"/>
                  </a:lnTo>
                  <a:lnTo>
                    <a:pt x="122115" y="92623"/>
                  </a:lnTo>
                  <a:lnTo>
                    <a:pt x="121195" y="91035"/>
                  </a:lnTo>
                  <a:lnTo>
                    <a:pt x="120438" y="89377"/>
                  </a:lnTo>
                  <a:lnTo>
                    <a:pt x="120237" y="88455"/>
                  </a:lnTo>
                  <a:lnTo>
                    <a:pt x="120046" y="86708"/>
                  </a:lnTo>
                  <a:lnTo>
                    <a:pt x="119639" y="85566"/>
                  </a:lnTo>
                  <a:lnTo>
                    <a:pt x="118851" y="86100"/>
                  </a:lnTo>
                  <a:lnTo>
                    <a:pt x="117657" y="86341"/>
                  </a:lnTo>
                  <a:lnTo>
                    <a:pt x="116364" y="86728"/>
                  </a:lnTo>
                  <a:lnTo>
                    <a:pt x="116128" y="87111"/>
                  </a:lnTo>
                  <a:lnTo>
                    <a:pt x="116105" y="87846"/>
                  </a:lnTo>
                  <a:lnTo>
                    <a:pt x="116421" y="89417"/>
                  </a:lnTo>
                  <a:lnTo>
                    <a:pt x="116691" y="91466"/>
                  </a:lnTo>
                  <a:lnTo>
                    <a:pt x="116850" y="94333"/>
                  </a:lnTo>
                  <a:lnTo>
                    <a:pt x="117200" y="96227"/>
                  </a:lnTo>
                  <a:lnTo>
                    <a:pt x="117311" y="96832"/>
                  </a:lnTo>
                  <a:lnTo>
                    <a:pt x="119376" y="102527"/>
                  </a:lnTo>
                  <a:lnTo>
                    <a:pt x="119919" y="103687"/>
                  </a:lnTo>
                  <a:lnTo>
                    <a:pt x="120031" y="104450"/>
                  </a:lnTo>
                  <a:lnTo>
                    <a:pt x="119853" y="106528"/>
                  </a:lnTo>
                  <a:lnTo>
                    <a:pt x="119481" y="108954"/>
                  </a:lnTo>
                  <a:lnTo>
                    <a:pt x="119555" y="110879"/>
                  </a:lnTo>
                  <a:lnTo>
                    <a:pt x="120241" y="113007"/>
                  </a:lnTo>
                  <a:lnTo>
                    <a:pt x="120798" y="114493"/>
                  </a:lnTo>
                  <a:lnTo>
                    <a:pt x="120254" y="116496"/>
                  </a:lnTo>
                  <a:lnTo>
                    <a:pt x="119933" y="118815"/>
                  </a:lnTo>
                  <a:lnTo>
                    <a:pt x="120294" y="119856"/>
                  </a:lnTo>
                  <a:lnTo>
                    <a:pt x="120123" y="123189"/>
                  </a:lnTo>
                  <a:lnTo>
                    <a:pt x="120285" y="123818"/>
                  </a:lnTo>
                  <a:lnTo>
                    <a:pt x="120669" y="124080"/>
                  </a:lnTo>
                  <a:lnTo>
                    <a:pt x="121270" y="123847"/>
                  </a:lnTo>
                  <a:lnTo>
                    <a:pt x="121894" y="122966"/>
                  </a:lnTo>
                  <a:lnTo>
                    <a:pt x="122422" y="122793"/>
                  </a:lnTo>
                  <a:lnTo>
                    <a:pt x="122739" y="123047"/>
                  </a:lnTo>
                  <a:lnTo>
                    <a:pt x="123162" y="120520"/>
                  </a:lnTo>
                  <a:lnTo>
                    <a:pt x="123532" y="120162"/>
                  </a:lnTo>
                  <a:lnTo>
                    <a:pt x="124252" y="120859"/>
                  </a:lnTo>
                  <a:lnTo>
                    <a:pt x="125677" y="125613"/>
                  </a:lnTo>
                  <a:lnTo>
                    <a:pt x="126882" y="129633"/>
                  </a:lnTo>
                  <a:lnTo>
                    <a:pt x="127233" y="130395"/>
                  </a:lnTo>
                  <a:lnTo>
                    <a:pt x="127447" y="130859"/>
                  </a:lnTo>
                  <a:lnTo>
                    <a:pt x="128636" y="132943"/>
                  </a:lnTo>
                  <a:lnTo>
                    <a:pt x="129456" y="134262"/>
                  </a:lnTo>
                  <a:lnTo>
                    <a:pt x="130578" y="133784"/>
                  </a:lnTo>
                  <a:lnTo>
                    <a:pt x="132059" y="133695"/>
                  </a:lnTo>
                  <a:lnTo>
                    <a:pt x="132936" y="134984"/>
                  </a:lnTo>
                  <a:lnTo>
                    <a:pt x="133444" y="135883"/>
                  </a:lnTo>
                  <a:lnTo>
                    <a:pt x="133534" y="136043"/>
                  </a:lnTo>
                  <a:lnTo>
                    <a:pt x="135316" y="139200"/>
                  </a:lnTo>
                  <a:lnTo>
                    <a:pt x="136088" y="138967"/>
                  </a:lnTo>
                  <a:lnTo>
                    <a:pt x="136598" y="139871"/>
                  </a:lnTo>
                  <a:lnTo>
                    <a:pt x="136743" y="142102"/>
                  </a:lnTo>
                  <a:lnTo>
                    <a:pt x="136506" y="144419"/>
                  </a:lnTo>
                  <a:lnTo>
                    <a:pt x="136562" y="145510"/>
                  </a:lnTo>
                  <a:lnTo>
                    <a:pt x="137354" y="145719"/>
                  </a:lnTo>
                  <a:lnTo>
                    <a:pt x="139042" y="147251"/>
                  </a:lnTo>
                  <a:lnTo>
                    <a:pt x="140534" y="148609"/>
                  </a:lnTo>
                  <a:lnTo>
                    <a:pt x="141305" y="149042"/>
                  </a:lnTo>
                  <a:lnTo>
                    <a:pt x="142137" y="150048"/>
                  </a:lnTo>
                  <a:lnTo>
                    <a:pt x="142871" y="151656"/>
                  </a:lnTo>
                  <a:lnTo>
                    <a:pt x="144310" y="153719"/>
                  </a:lnTo>
                  <a:lnTo>
                    <a:pt x="145581" y="155299"/>
                  </a:lnTo>
                  <a:lnTo>
                    <a:pt x="145863" y="157445"/>
                  </a:lnTo>
                  <a:lnTo>
                    <a:pt x="145362" y="156986"/>
                  </a:lnTo>
                  <a:lnTo>
                    <a:pt x="144697" y="157226"/>
                  </a:lnTo>
                  <a:lnTo>
                    <a:pt x="144022" y="158176"/>
                  </a:lnTo>
                  <a:lnTo>
                    <a:pt x="143702" y="158780"/>
                  </a:lnTo>
                  <a:lnTo>
                    <a:pt x="142159" y="162473"/>
                  </a:lnTo>
                  <a:lnTo>
                    <a:pt x="141351" y="163610"/>
                  </a:lnTo>
                  <a:lnTo>
                    <a:pt x="140625" y="165266"/>
                  </a:lnTo>
                  <a:lnTo>
                    <a:pt x="138954" y="170276"/>
                  </a:lnTo>
                  <a:lnTo>
                    <a:pt x="137989" y="174951"/>
                  </a:lnTo>
                  <a:lnTo>
                    <a:pt x="137285" y="179345"/>
                  </a:lnTo>
                  <a:lnTo>
                    <a:pt x="137297" y="182458"/>
                  </a:lnTo>
                  <a:lnTo>
                    <a:pt x="137037" y="186104"/>
                  </a:lnTo>
                  <a:lnTo>
                    <a:pt x="136316" y="188181"/>
                  </a:lnTo>
                  <a:lnTo>
                    <a:pt x="135872" y="188888"/>
                  </a:lnTo>
                  <a:lnTo>
                    <a:pt x="135351" y="192026"/>
                  </a:lnTo>
                  <a:lnTo>
                    <a:pt x="134978" y="195687"/>
                  </a:lnTo>
                  <a:lnTo>
                    <a:pt x="135194" y="196873"/>
                  </a:lnTo>
                  <a:lnTo>
                    <a:pt x="136090" y="198472"/>
                  </a:lnTo>
                  <a:lnTo>
                    <a:pt x="136964" y="200030"/>
                  </a:lnTo>
                  <a:lnTo>
                    <a:pt x="138079" y="201712"/>
                  </a:lnTo>
                  <a:lnTo>
                    <a:pt x="139144" y="203319"/>
                  </a:lnTo>
                  <a:lnTo>
                    <a:pt x="139831" y="203530"/>
                  </a:lnTo>
                  <a:lnTo>
                    <a:pt x="140021" y="202617"/>
                  </a:lnTo>
                  <a:lnTo>
                    <a:pt x="140272" y="201748"/>
                  </a:lnTo>
                  <a:lnTo>
                    <a:pt x="141057" y="202209"/>
                  </a:lnTo>
                  <a:lnTo>
                    <a:pt x="142014" y="203786"/>
                  </a:lnTo>
                  <a:lnTo>
                    <a:pt x="142637" y="205036"/>
                  </a:lnTo>
                  <a:lnTo>
                    <a:pt x="142916" y="205456"/>
                  </a:lnTo>
                  <a:lnTo>
                    <a:pt x="144566" y="207558"/>
                  </a:lnTo>
                  <a:lnTo>
                    <a:pt x="145935" y="209301"/>
                  </a:lnTo>
                  <a:lnTo>
                    <a:pt x="147665" y="211505"/>
                  </a:lnTo>
                  <a:lnTo>
                    <a:pt x="148088" y="212852"/>
                  </a:lnTo>
                  <a:lnTo>
                    <a:pt x="148460" y="214286"/>
                  </a:lnTo>
                  <a:lnTo>
                    <a:pt x="149276" y="216192"/>
                  </a:lnTo>
                  <a:lnTo>
                    <a:pt x="151266" y="219566"/>
                  </a:lnTo>
                  <a:lnTo>
                    <a:pt x="152963" y="221981"/>
                  </a:lnTo>
                  <a:lnTo>
                    <a:pt x="154345" y="223950"/>
                  </a:lnTo>
                  <a:lnTo>
                    <a:pt x="155428" y="225331"/>
                  </a:lnTo>
                  <a:lnTo>
                    <a:pt x="155931" y="225113"/>
                  </a:lnTo>
                  <a:lnTo>
                    <a:pt x="156480" y="224380"/>
                  </a:lnTo>
                  <a:lnTo>
                    <a:pt x="156962" y="223952"/>
                  </a:lnTo>
                  <a:lnTo>
                    <a:pt x="157522" y="224341"/>
                  </a:lnTo>
                  <a:lnTo>
                    <a:pt x="158373" y="225395"/>
                  </a:lnTo>
                  <a:lnTo>
                    <a:pt x="160369" y="228598"/>
                  </a:lnTo>
                  <a:lnTo>
                    <a:pt x="162227" y="231101"/>
                  </a:lnTo>
                  <a:lnTo>
                    <a:pt x="164254" y="230651"/>
                  </a:lnTo>
                  <a:lnTo>
                    <a:pt x="164793" y="231053"/>
                  </a:lnTo>
                  <a:lnTo>
                    <a:pt x="165174" y="233322"/>
                  </a:lnTo>
                  <a:lnTo>
                    <a:pt x="165430" y="235617"/>
                  </a:lnTo>
                  <a:lnTo>
                    <a:pt x="167694" y="237134"/>
                  </a:lnTo>
                  <a:lnTo>
                    <a:pt x="169185" y="237817"/>
                  </a:lnTo>
                  <a:lnTo>
                    <a:pt x="170886" y="239065"/>
                  </a:lnTo>
                  <a:lnTo>
                    <a:pt x="171747" y="239990"/>
                  </a:lnTo>
                  <a:lnTo>
                    <a:pt x="172652" y="238830"/>
                  </a:lnTo>
                  <a:lnTo>
                    <a:pt x="172818" y="237809"/>
                  </a:lnTo>
                  <a:lnTo>
                    <a:pt x="173535" y="237203"/>
                  </a:lnTo>
                  <a:lnTo>
                    <a:pt x="174722" y="237468"/>
                  </a:lnTo>
                  <a:lnTo>
                    <a:pt x="176939" y="239253"/>
                  </a:lnTo>
                  <a:lnTo>
                    <a:pt x="177869" y="239788"/>
                  </a:lnTo>
                  <a:lnTo>
                    <a:pt x="178645" y="238096"/>
                  </a:lnTo>
                  <a:lnTo>
                    <a:pt x="180094" y="237311"/>
                  </a:lnTo>
                  <a:lnTo>
                    <a:pt x="180846" y="236434"/>
                  </a:lnTo>
                  <a:lnTo>
                    <a:pt x="182422" y="238311"/>
                  </a:lnTo>
                  <a:lnTo>
                    <a:pt x="185273" y="240664"/>
                  </a:lnTo>
                  <a:lnTo>
                    <a:pt x="186741" y="242127"/>
                  </a:lnTo>
                  <a:lnTo>
                    <a:pt x="187088" y="243570"/>
                  </a:lnTo>
                  <a:lnTo>
                    <a:pt x="187248" y="244935"/>
                  </a:lnTo>
                  <a:lnTo>
                    <a:pt x="187237" y="248243"/>
                  </a:lnTo>
                  <a:lnTo>
                    <a:pt x="187595" y="249741"/>
                  </a:lnTo>
                  <a:lnTo>
                    <a:pt x="190455" y="253113"/>
                  </a:lnTo>
                  <a:lnTo>
                    <a:pt x="191397" y="254543"/>
                  </a:lnTo>
                  <a:lnTo>
                    <a:pt x="192160" y="255003"/>
                  </a:lnTo>
                  <a:lnTo>
                    <a:pt x="192592" y="255061"/>
                  </a:lnTo>
                  <a:lnTo>
                    <a:pt x="192889" y="255485"/>
                  </a:lnTo>
                  <a:lnTo>
                    <a:pt x="193145" y="257408"/>
                  </a:lnTo>
                  <a:lnTo>
                    <a:pt x="193346" y="257851"/>
                  </a:lnTo>
                  <a:lnTo>
                    <a:pt x="193896" y="258330"/>
                  </a:lnTo>
                  <a:lnTo>
                    <a:pt x="194495" y="258606"/>
                  </a:lnTo>
                  <a:lnTo>
                    <a:pt x="196351" y="256945"/>
                  </a:lnTo>
                  <a:lnTo>
                    <a:pt x="197623" y="255685"/>
                  </a:lnTo>
                  <a:lnTo>
                    <a:pt x="198531" y="256006"/>
                  </a:lnTo>
                  <a:lnTo>
                    <a:pt x="199116" y="257405"/>
                  </a:lnTo>
                  <a:lnTo>
                    <a:pt x="199201" y="259444"/>
                  </a:lnTo>
                  <a:lnTo>
                    <a:pt x="199541" y="261598"/>
                  </a:lnTo>
                  <a:lnTo>
                    <a:pt x="200190" y="262650"/>
                  </a:lnTo>
                  <a:lnTo>
                    <a:pt x="200885" y="262767"/>
                  </a:lnTo>
                  <a:lnTo>
                    <a:pt x="202607" y="261314"/>
                  </a:lnTo>
                  <a:lnTo>
                    <a:pt x="203993" y="262426"/>
                  </a:lnTo>
                  <a:lnTo>
                    <a:pt x="205267" y="262832"/>
                  </a:lnTo>
                  <a:lnTo>
                    <a:pt x="206681" y="263529"/>
                  </a:lnTo>
                  <a:lnTo>
                    <a:pt x="207230" y="264064"/>
                  </a:lnTo>
                  <a:lnTo>
                    <a:pt x="208697" y="265846"/>
                  </a:lnTo>
                  <a:lnTo>
                    <a:pt x="210488" y="267646"/>
                  </a:lnTo>
                  <a:lnTo>
                    <a:pt x="211182" y="267443"/>
                  </a:lnTo>
                  <a:lnTo>
                    <a:pt x="214065" y="264090"/>
                  </a:lnTo>
                  <a:lnTo>
                    <a:pt x="214309" y="264498"/>
                  </a:lnTo>
                  <a:lnTo>
                    <a:pt x="214896" y="267701"/>
                  </a:lnTo>
                  <a:lnTo>
                    <a:pt x="215773" y="268853"/>
                  </a:lnTo>
                  <a:lnTo>
                    <a:pt x="217143" y="269855"/>
                  </a:lnTo>
                  <a:lnTo>
                    <a:pt x="218575" y="268004"/>
                  </a:lnTo>
                  <a:lnTo>
                    <a:pt x="219705" y="268535"/>
                  </a:lnTo>
                  <a:lnTo>
                    <a:pt x="221072" y="268708"/>
                  </a:lnTo>
                  <a:lnTo>
                    <a:pt x="222382" y="267817"/>
                  </a:lnTo>
                  <a:lnTo>
                    <a:pt x="223522" y="267592"/>
                  </a:lnTo>
                  <a:lnTo>
                    <a:pt x="225179" y="269203"/>
                  </a:lnTo>
                  <a:lnTo>
                    <a:pt x="225541" y="268829"/>
                  </a:lnTo>
                  <a:lnTo>
                    <a:pt x="225858" y="267795"/>
                  </a:lnTo>
                  <a:lnTo>
                    <a:pt x="226501" y="263174"/>
                  </a:lnTo>
                  <a:lnTo>
                    <a:pt x="227069" y="259085"/>
                  </a:lnTo>
                  <a:lnTo>
                    <a:pt x="227020" y="256646"/>
                  </a:lnTo>
                  <a:lnTo>
                    <a:pt x="226495" y="253067"/>
                  </a:lnTo>
                  <a:lnTo>
                    <a:pt x="225157" y="248409"/>
                  </a:lnTo>
                  <a:lnTo>
                    <a:pt x="225057" y="246995"/>
                  </a:lnTo>
                  <a:lnTo>
                    <a:pt x="225508" y="238871"/>
                  </a:lnTo>
                  <a:lnTo>
                    <a:pt x="226005" y="234187"/>
                  </a:lnTo>
                  <a:lnTo>
                    <a:pt x="226433" y="231970"/>
                  </a:lnTo>
                  <a:lnTo>
                    <a:pt x="226903" y="228814"/>
                  </a:lnTo>
                  <a:lnTo>
                    <a:pt x="226987" y="227353"/>
                  </a:lnTo>
                  <a:lnTo>
                    <a:pt x="226941" y="226034"/>
                  </a:lnTo>
                  <a:lnTo>
                    <a:pt x="226481" y="225227"/>
                  </a:lnTo>
                  <a:lnTo>
                    <a:pt x="226358" y="224225"/>
                  </a:lnTo>
                  <a:lnTo>
                    <a:pt x="226472" y="223383"/>
                  </a:lnTo>
                  <a:lnTo>
                    <a:pt x="226837" y="222913"/>
                  </a:lnTo>
                  <a:lnTo>
                    <a:pt x="228359" y="222324"/>
                  </a:lnTo>
                  <a:lnTo>
                    <a:pt x="230072" y="221059"/>
                  </a:lnTo>
                  <a:lnTo>
                    <a:pt x="230755" y="220385"/>
                  </a:lnTo>
                  <a:lnTo>
                    <a:pt x="231272" y="219709"/>
                  </a:lnTo>
                  <a:lnTo>
                    <a:pt x="231797" y="218645"/>
                  </a:lnTo>
                  <a:lnTo>
                    <a:pt x="232287" y="218690"/>
                  </a:lnTo>
                  <a:lnTo>
                    <a:pt x="233822" y="220231"/>
                  </a:lnTo>
                  <a:lnTo>
                    <a:pt x="234361" y="221199"/>
                  </a:lnTo>
                  <a:lnTo>
                    <a:pt x="234644" y="224144"/>
                  </a:lnTo>
                  <a:lnTo>
                    <a:pt x="234873" y="225285"/>
                  </a:lnTo>
                  <a:lnTo>
                    <a:pt x="234658" y="228277"/>
                  </a:lnTo>
                  <a:lnTo>
                    <a:pt x="233740" y="235532"/>
                  </a:lnTo>
                  <a:lnTo>
                    <a:pt x="233920" y="238250"/>
                  </a:lnTo>
                  <a:lnTo>
                    <a:pt x="234688" y="240231"/>
                  </a:lnTo>
                  <a:lnTo>
                    <a:pt x="235357" y="241613"/>
                  </a:lnTo>
                  <a:lnTo>
                    <a:pt x="235246" y="242163"/>
                  </a:lnTo>
                  <a:lnTo>
                    <a:pt x="233869" y="244508"/>
                  </a:lnTo>
                  <a:lnTo>
                    <a:pt x="233624" y="245764"/>
                  </a:lnTo>
                  <a:lnTo>
                    <a:pt x="233929" y="246987"/>
                  </a:lnTo>
                  <a:lnTo>
                    <a:pt x="234473" y="248027"/>
                  </a:lnTo>
                  <a:lnTo>
                    <a:pt x="234718" y="249015"/>
                  </a:lnTo>
                  <a:lnTo>
                    <a:pt x="234973" y="252091"/>
                  </a:lnTo>
                  <a:lnTo>
                    <a:pt x="235672" y="252956"/>
                  </a:lnTo>
                  <a:lnTo>
                    <a:pt x="237055" y="254941"/>
                  </a:lnTo>
                  <a:lnTo>
                    <a:pt x="238273" y="256385"/>
                  </a:lnTo>
                  <a:lnTo>
                    <a:pt x="240361" y="255426"/>
                  </a:lnTo>
                  <a:lnTo>
                    <a:pt x="240953" y="256078"/>
                  </a:lnTo>
                  <a:lnTo>
                    <a:pt x="241979" y="256762"/>
                  </a:lnTo>
                  <a:lnTo>
                    <a:pt x="242780" y="256974"/>
                  </a:lnTo>
                  <a:lnTo>
                    <a:pt x="243246" y="257485"/>
                  </a:lnTo>
                  <a:lnTo>
                    <a:pt x="243507" y="257979"/>
                  </a:lnTo>
                  <a:lnTo>
                    <a:pt x="243473" y="258603"/>
                  </a:lnTo>
                  <a:lnTo>
                    <a:pt x="243516" y="259243"/>
                  </a:lnTo>
                  <a:lnTo>
                    <a:pt x="244663" y="259406"/>
                  </a:lnTo>
                  <a:lnTo>
                    <a:pt x="245264" y="259771"/>
                  </a:lnTo>
                  <a:lnTo>
                    <a:pt x="247300" y="259111"/>
                  </a:lnTo>
                  <a:lnTo>
                    <a:pt x="249342" y="258204"/>
                  </a:lnTo>
                  <a:lnTo>
                    <a:pt x="250285" y="255459"/>
                  </a:lnTo>
                  <a:lnTo>
                    <a:pt x="250698" y="255263"/>
                  </a:lnTo>
                  <a:lnTo>
                    <a:pt x="251873" y="254193"/>
                  </a:lnTo>
                  <a:lnTo>
                    <a:pt x="253029" y="255362"/>
                  </a:lnTo>
                  <a:lnTo>
                    <a:pt x="254303" y="256964"/>
                  </a:lnTo>
                  <a:lnTo>
                    <a:pt x="254989" y="257447"/>
                  </a:lnTo>
                  <a:lnTo>
                    <a:pt x="256345" y="257700"/>
                  </a:lnTo>
                  <a:lnTo>
                    <a:pt x="257663" y="257521"/>
                  </a:lnTo>
                  <a:lnTo>
                    <a:pt x="260821" y="256762"/>
                  </a:lnTo>
                  <a:lnTo>
                    <a:pt x="262555" y="257160"/>
                  </a:lnTo>
                  <a:lnTo>
                    <a:pt x="264147" y="254880"/>
                  </a:lnTo>
                  <a:lnTo>
                    <a:pt x="264477" y="254886"/>
                  </a:lnTo>
                  <a:lnTo>
                    <a:pt x="265178" y="256646"/>
                  </a:lnTo>
                  <a:lnTo>
                    <a:pt x="266927" y="256804"/>
                  </a:lnTo>
                  <a:lnTo>
                    <a:pt x="267860" y="255954"/>
                  </a:lnTo>
                  <a:lnTo>
                    <a:pt x="268863" y="255297"/>
                  </a:lnTo>
                  <a:lnTo>
                    <a:pt x="269505" y="255088"/>
                  </a:lnTo>
                  <a:lnTo>
                    <a:pt x="270018" y="255065"/>
                  </a:lnTo>
                  <a:lnTo>
                    <a:pt x="270638" y="255238"/>
                  </a:lnTo>
                  <a:lnTo>
                    <a:pt x="271221" y="254651"/>
                  </a:lnTo>
                  <a:lnTo>
                    <a:pt x="271490" y="253469"/>
                  </a:lnTo>
                  <a:lnTo>
                    <a:pt x="271430" y="251686"/>
                  </a:lnTo>
                  <a:lnTo>
                    <a:pt x="271007" y="249747"/>
                  </a:lnTo>
                  <a:lnTo>
                    <a:pt x="270641" y="248610"/>
                  </a:lnTo>
                  <a:lnTo>
                    <a:pt x="270569" y="248001"/>
                  </a:lnTo>
                  <a:lnTo>
                    <a:pt x="270685" y="246598"/>
                  </a:lnTo>
                  <a:lnTo>
                    <a:pt x="271010" y="244620"/>
                  </a:lnTo>
                  <a:lnTo>
                    <a:pt x="271603" y="242365"/>
                  </a:lnTo>
                  <a:lnTo>
                    <a:pt x="271166" y="240176"/>
                  </a:lnTo>
                  <a:lnTo>
                    <a:pt x="270552" y="237650"/>
                  </a:lnTo>
                  <a:lnTo>
                    <a:pt x="270100" y="237411"/>
                  </a:lnTo>
                  <a:lnTo>
                    <a:pt x="268968" y="237992"/>
                  </a:lnTo>
                  <a:lnTo>
                    <a:pt x="267739" y="237877"/>
                  </a:lnTo>
                  <a:lnTo>
                    <a:pt x="266774" y="236367"/>
                  </a:lnTo>
                  <a:lnTo>
                    <a:pt x="266054" y="234474"/>
                  </a:lnTo>
                  <a:lnTo>
                    <a:pt x="265879" y="232886"/>
                  </a:lnTo>
                  <a:lnTo>
                    <a:pt x="266088" y="230948"/>
                  </a:lnTo>
                  <a:lnTo>
                    <a:pt x="266408" y="229166"/>
                  </a:lnTo>
                  <a:lnTo>
                    <a:pt x="266477" y="228497"/>
                  </a:lnTo>
                  <a:lnTo>
                    <a:pt x="267393" y="228501"/>
                  </a:lnTo>
                  <a:lnTo>
                    <a:pt x="268666" y="228896"/>
                  </a:lnTo>
                  <a:lnTo>
                    <a:pt x="269627" y="229391"/>
                  </a:lnTo>
                  <a:lnTo>
                    <a:pt x="270402" y="229371"/>
                  </a:lnTo>
                  <a:lnTo>
                    <a:pt x="271806" y="227089"/>
                  </a:lnTo>
                  <a:lnTo>
                    <a:pt x="272446" y="226952"/>
                  </a:lnTo>
                  <a:lnTo>
                    <a:pt x="273180" y="226517"/>
                  </a:lnTo>
                  <a:lnTo>
                    <a:pt x="273501" y="226087"/>
                  </a:lnTo>
                  <a:lnTo>
                    <a:pt x="273724" y="226421"/>
                  </a:lnTo>
                  <a:lnTo>
                    <a:pt x="274529" y="226700"/>
                  </a:lnTo>
                  <a:lnTo>
                    <a:pt x="275367" y="226586"/>
                  </a:lnTo>
                  <a:lnTo>
                    <a:pt x="276115" y="225956"/>
                  </a:lnTo>
                  <a:lnTo>
                    <a:pt x="276864" y="224973"/>
                  </a:lnTo>
                  <a:lnTo>
                    <a:pt x="278200" y="222913"/>
                  </a:lnTo>
                  <a:lnTo>
                    <a:pt x="278467" y="221730"/>
                  </a:lnTo>
                  <a:lnTo>
                    <a:pt x="278463" y="220643"/>
                  </a:lnTo>
                  <a:lnTo>
                    <a:pt x="278215" y="219931"/>
                  </a:lnTo>
                  <a:lnTo>
                    <a:pt x="277963" y="219586"/>
                  </a:lnTo>
                  <a:lnTo>
                    <a:pt x="278066" y="218645"/>
                  </a:lnTo>
                  <a:lnTo>
                    <a:pt x="278626" y="217057"/>
                  </a:lnTo>
                  <a:lnTo>
                    <a:pt x="280670" y="214663"/>
                  </a:lnTo>
                  <a:lnTo>
                    <a:pt x="282409" y="211722"/>
                  </a:lnTo>
                  <a:lnTo>
                    <a:pt x="283366" y="209516"/>
                  </a:lnTo>
                  <a:lnTo>
                    <a:pt x="283804" y="206844"/>
                  </a:lnTo>
                  <a:lnTo>
                    <a:pt x="284357" y="203946"/>
                  </a:lnTo>
                  <a:lnTo>
                    <a:pt x="284873" y="202803"/>
                  </a:lnTo>
                  <a:lnTo>
                    <a:pt x="286106" y="202077"/>
                  </a:lnTo>
                  <a:lnTo>
                    <a:pt x="289563" y="201008"/>
                  </a:lnTo>
                  <a:lnTo>
                    <a:pt x="290650" y="199839"/>
                  </a:lnTo>
                  <a:lnTo>
                    <a:pt x="292257" y="197669"/>
                  </a:lnTo>
                  <a:lnTo>
                    <a:pt x="293068" y="195968"/>
                  </a:lnTo>
                  <a:lnTo>
                    <a:pt x="293518" y="194588"/>
                  </a:lnTo>
                  <a:lnTo>
                    <a:pt x="293568" y="193051"/>
                  </a:lnTo>
                  <a:lnTo>
                    <a:pt x="294634" y="192568"/>
                  </a:lnTo>
                  <a:lnTo>
                    <a:pt x="295564" y="190085"/>
                  </a:lnTo>
                  <a:lnTo>
                    <a:pt x="296697" y="187581"/>
                  </a:lnTo>
                  <a:lnTo>
                    <a:pt x="298682" y="185466"/>
                  </a:lnTo>
                  <a:lnTo>
                    <a:pt x="300442" y="182624"/>
                  </a:lnTo>
                  <a:lnTo>
                    <a:pt x="301055" y="183078"/>
                  </a:lnTo>
                  <a:lnTo>
                    <a:pt x="301695" y="184420"/>
                  </a:lnTo>
                  <a:lnTo>
                    <a:pt x="302032" y="185907"/>
                  </a:lnTo>
                  <a:lnTo>
                    <a:pt x="302105" y="186658"/>
                  </a:lnTo>
                  <a:lnTo>
                    <a:pt x="304354" y="187599"/>
                  </a:lnTo>
                  <a:lnTo>
                    <a:pt x="304709" y="187447"/>
                  </a:lnTo>
                  <a:lnTo>
                    <a:pt x="306366" y="188780"/>
                  </a:lnTo>
                  <a:lnTo>
                    <a:pt x="307892" y="190390"/>
                  </a:lnTo>
                  <a:lnTo>
                    <a:pt x="308733" y="190794"/>
                  </a:lnTo>
                  <a:lnTo>
                    <a:pt x="309143" y="190750"/>
                  </a:lnTo>
                  <a:lnTo>
                    <a:pt x="309494" y="190250"/>
                  </a:lnTo>
                  <a:lnTo>
                    <a:pt x="309907" y="188832"/>
                  </a:lnTo>
                  <a:lnTo>
                    <a:pt x="310330" y="187806"/>
                  </a:lnTo>
                  <a:lnTo>
                    <a:pt x="310593" y="187388"/>
                  </a:lnTo>
                  <a:lnTo>
                    <a:pt x="310580" y="185757"/>
                  </a:lnTo>
                  <a:lnTo>
                    <a:pt x="312789" y="182582"/>
                  </a:lnTo>
                  <a:lnTo>
                    <a:pt x="314773" y="180304"/>
                  </a:lnTo>
                  <a:lnTo>
                    <a:pt x="316480" y="178641"/>
                  </a:lnTo>
                  <a:lnTo>
                    <a:pt x="316982" y="179322"/>
                  </a:lnTo>
                  <a:lnTo>
                    <a:pt x="317538" y="180585"/>
                  </a:lnTo>
                  <a:lnTo>
                    <a:pt x="318289" y="183804"/>
                  </a:lnTo>
                  <a:lnTo>
                    <a:pt x="318746" y="184592"/>
                  </a:lnTo>
                  <a:lnTo>
                    <a:pt x="319907" y="184143"/>
                  </a:lnTo>
                  <a:lnTo>
                    <a:pt x="320119" y="184495"/>
                  </a:lnTo>
                  <a:lnTo>
                    <a:pt x="319936" y="185655"/>
                  </a:lnTo>
                  <a:lnTo>
                    <a:pt x="319150" y="187091"/>
                  </a:lnTo>
                  <a:lnTo>
                    <a:pt x="318132" y="188378"/>
                  </a:lnTo>
                  <a:lnTo>
                    <a:pt x="317468" y="189429"/>
                  </a:lnTo>
                  <a:lnTo>
                    <a:pt x="317684" y="192934"/>
                  </a:lnTo>
                  <a:lnTo>
                    <a:pt x="317635" y="194142"/>
                  </a:lnTo>
                  <a:lnTo>
                    <a:pt x="317920" y="194523"/>
                  </a:lnTo>
                  <a:lnTo>
                    <a:pt x="320017" y="191044"/>
                  </a:lnTo>
                  <a:lnTo>
                    <a:pt x="321026" y="190357"/>
                  </a:lnTo>
                  <a:lnTo>
                    <a:pt x="321382" y="191197"/>
                  </a:lnTo>
                  <a:lnTo>
                    <a:pt x="321496" y="193057"/>
                  </a:lnTo>
                  <a:lnTo>
                    <a:pt x="322324" y="196890"/>
                  </a:lnTo>
                  <a:lnTo>
                    <a:pt x="322674" y="198838"/>
                  </a:lnTo>
                  <a:lnTo>
                    <a:pt x="320571" y="203481"/>
                  </a:lnTo>
                  <a:lnTo>
                    <a:pt x="319795" y="205879"/>
                  </a:lnTo>
                  <a:lnTo>
                    <a:pt x="319824" y="206723"/>
                  </a:lnTo>
                  <a:lnTo>
                    <a:pt x="319782" y="207558"/>
                  </a:lnTo>
                  <a:lnTo>
                    <a:pt x="319245" y="208752"/>
                  </a:lnTo>
                  <a:lnTo>
                    <a:pt x="319274" y="209228"/>
                  </a:lnTo>
                  <a:lnTo>
                    <a:pt x="319710" y="209982"/>
                  </a:lnTo>
                  <a:lnTo>
                    <a:pt x="320239" y="210551"/>
                  </a:lnTo>
                  <a:lnTo>
                    <a:pt x="320496" y="210532"/>
                  </a:lnTo>
                  <a:lnTo>
                    <a:pt x="320935" y="209407"/>
                  </a:lnTo>
                  <a:lnTo>
                    <a:pt x="322921" y="207814"/>
                  </a:lnTo>
                  <a:lnTo>
                    <a:pt x="323491" y="208114"/>
                  </a:lnTo>
                  <a:lnTo>
                    <a:pt x="324888" y="210558"/>
                  </a:lnTo>
                  <a:lnTo>
                    <a:pt x="325537" y="210695"/>
                  </a:lnTo>
                  <a:lnTo>
                    <a:pt x="327216" y="211425"/>
                  </a:lnTo>
                  <a:lnTo>
                    <a:pt x="328290" y="210502"/>
                  </a:lnTo>
                  <a:lnTo>
                    <a:pt x="329082" y="211347"/>
                  </a:lnTo>
                  <a:lnTo>
                    <a:pt x="330721" y="214406"/>
                  </a:lnTo>
                  <a:lnTo>
                    <a:pt x="331095" y="214963"/>
                  </a:lnTo>
                  <a:lnTo>
                    <a:pt x="330957" y="216817"/>
                  </a:lnTo>
                  <a:lnTo>
                    <a:pt x="330871" y="218863"/>
                  </a:lnTo>
                  <a:lnTo>
                    <a:pt x="331285" y="220492"/>
                  </a:lnTo>
                  <a:lnTo>
                    <a:pt x="331335" y="221926"/>
                  </a:lnTo>
                  <a:lnTo>
                    <a:pt x="331239" y="223243"/>
                  </a:lnTo>
                  <a:lnTo>
                    <a:pt x="330910" y="224150"/>
                  </a:lnTo>
                  <a:lnTo>
                    <a:pt x="330001" y="224653"/>
                  </a:lnTo>
                  <a:lnTo>
                    <a:pt x="329226" y="226224"/>
                  </a:lnTo>
                  <a:lnTo>
                    <a:pt x="327998" y="228495"/>
                  </a:lnTo>
                  <a:lnTo>
                    <a:pt x="327011" y="230319"/>
                  </a:lnTo>
                  <a:lnTo>
                    <a:pt x="326295" y="231928"/>
                  </a:lnTo>
                  <a:lnTo>
                    <a:pt x="326035" y="233616"/>
                  </a:lnTo>
                  <a:lnTo>
                    <a:pt x="326112" y="235740"/>
                  </a:lnTo>
                  <a:lnTo>
                    <a:pt x="326320" y="237963"/>
                  </a:lnTo>
                  <a:lnTo>
                    <a:pt x="328611" y="246127"/>
                  </a:lnTo>
                  <a:lnTo>
                    <a:pt x="328593" y="247542"/>
                  </a:lnTo>
                  <a:lnTo>
                    <a:pt x="327866" y="247937"/>
                  </a:lnTo>
                  <a:lnTo>
                    <a:pt x="326905" y="247014"/>
                  </a:lnTo>
                  <a:lnTo>
                    <a:pt x="326074" y="245698"/>
                  </a:lnTo>
                  <a:lnTo>
                    <a:pt x="325138" y="242201"/>
                  </a:lnTo>
                  <a:lnTo>
                    <a:pt x="324386" y="241158"/>
                  </a:lnTo>
                  <a:lnTo>
                    <a:pt x="323638" y="240928"/>
                  </a:lnTo>
                  <a:lnTo>
                    <a:pt x="319192" y="242727"/>
                  </a:lnTo>
                  <a:lnTo>
                    <a:pt x="318245" y="243232"/>
                  </a:lnTo>
                  <a:lnTo>
                    <a:pt x="316776" y="244538"/>
                  </a:lnTo>
                  <a:lnTo>
                    <a:pt x="315748" y="247168"/>
                  </a:lnTo>
                  <a:lnTo>
                    <a:pt x="315003" y="249575"/>
                  </a:lnTo>
                  <a:lnTo>
                    <a:pt x="314231" y="250545"/>
                  </a:lnTo>
                  <a:lnTo>
                    <a:pt x="313107" y="252417"/>
                  </a:lnTo>
                  <a:lnTo>
                    <a:pt x="309990" y="258161"/>
                  </a:lnTo>
                  <a:lnTo>
                    <a:pt x="308187" y="260637"/>
                  </a:lnTo>
                  <a:lnTo>
                    <a:pt x="307010" y="261549"/>
                  </a:lnTo>
                  <a:lnTo>
                    <a:pt x="306184" y="262853"/>
                  </a:lnTo>
                  <a:lnTo>
                    <a:pt x="305738" y="264974"/>
                  </a:lnTo>
                  <a:lnTo>
                    <a:pt x="305401" y="266496"/>
                  </a:lnTo>
                  <a:lnTo>
                    <a:pt x="305301" y="270241"/>
                  </a:lnTo>
                  <a:lnTo>
                    <a:pt x="305506" y="274855"/>
                  </a:lnTo>
                  <a:lnTo>
                    <a:pt x="305954" y="277801"/>
                  </a:lnTo>
                  <a:lnTo>
                    <a:pt x="306191" y="278421"/>
                  </a:lnTo>
                  <a:lnTo>
                    <a:pt x="306226" y="279283"/>
                  </a:lnTo>
                  <a:lnTo>
                    <a:pt x="305778" y="280877"/>
                  </a:lnTo>
                  <a:lnTo>
                    <a:pt x="305185" y="282236"/>
                  </a:lnTo>
                  <a:lnTo>
                    <a:pt x="304896" y="283075"/>
                  </a:lnTo>
                  <a:lnTo>
                    <a:pt x="304632" y="287285"/>
                  </a:lnTo>
                  <a:lnTo>
                    <a:pt x="304106" y="289359"/>
                  </a:lnTo>
                  <a:lnTo>
                    <a:pt x="303146" y="292404"/>
                  </a:lnTo>
                  <a:lnTo>
                    <a:pt x="302291" y="294705"/>
                  </a:lnTo>
                  <a:lnTo>
                    <a:pt x="300950" y="296491"/>
                  </a:lnTo>
                  <a:lnTo>
                    <a:pt x="300440" y="297936"/>
                  </a:lnTo>
                  <a:lnTo>
                    <a:pt x="299952" y="300600"/>
                  </a:lnTo>
                  <a:lnTo>
                    <a:pt x="299663" y="302857"/>
                  </a:lnTo>
                  <a:lnTo>
                    <a:pt x="299647" y="303677"/>
                  </a:lnTo>
                  <a:lnTo>
                    <a:pt x="299800" y="304392"/>
                  </a:lnTo>
                  <a:lnTo>
                    <a:pt x="300358" y="305187"/>
                  </a:lnTo>
                  <a:lnTo>
                    <a:pt x="301036" y="305956"/>
                  </a:lnTo>
                  <a:lnTo>
                    <a:pt x="301358" y="307160"/>
                  </a:lnTo>
                  <a:lnTo>
                    <a:pt x="301403" y="308611"/>
                  </a:lnTo>
                  <a:lnTo>
                    <a:pt x="300899" y="312090"/>
                  </a:lnTo>
                  <a:lnTo>
                    <a:pt x="300000" y="316929"/>
                  </a:lnTo>
                  <a:lnTo>
                    <a:pt x="298967" y="320758"/>
                  </a:lnTo>
                  <a:lnTo>
                    <a:pt x="297903" y="324410"/>
                  </a:lnTo>
                  <a:lnTo>
                    <a:pt x="297651" y="325602"/>
                  </a:lnTo>
                  <a:lnTo>
                    <a:pt x="296695" y="330089"/>
                  </a:lnTo>
                  <a:lnTo>
                    <a:pt x="295862" y="336256"/>
                  </a:lnTo>
                  <a:lnTo>
                    <a:pt x="295301" y="340408"/>
                  </a:lnTo>
                  <a:lnTo>
                    <a:pt x="294817" y="343250"/>
                  </a:lnTo>
                  <a:lnTo>
                    <a:pt x="294217" y="343380"/>
                  </a:lnTo>
                  <a:lnTo>
                    <a:pt x="293490" y="342468"/>
                  </a:lnTo>
                  <a:lnTo>
                    <a:pt x="291726" y="341258"/>
                  </a:lnTo>
                  <a:lnTo>
                    <a:pt x="290595" y="340282"/>
                  </a:lnTo>
                  <a:lnTo>
                    <a:pt x="289772" y="339407"/>
                  </a:lnTo>
                  <a:lnTo>
                    <a:pt x="289203" y="339441"/>
                  </a:lnTo>
                  <a:lnTo>
                    <a:pt x="288417" y="340011"/>
                  </a:lnTo>
                  <a:lnTo>
                    <a:pt x="287619" y="340402"/>
                  </a:lnTo>
                  <a:lnTo>
                    <a:pt x="287146" y="339972"/>
                  </a:lnTo>
                  <a:lnTo>
                    <a:pt x="286049" y="337410"/>
                  </a:lnTo>
                  <a:lnTo>
                    <a:pt x="285717" y="337703"/>
                  </a:lnTo>
                  <a:lnTo>
                    <a:pt x="285502" y="338954"/>
                  </a:lnTo>
                  <a:lnTo>
                    <a:pt x="286242" y="346273"/>
                  </a:lnTo>
                  <a:lnTo>
                    <a:pt x="286724" y="348994"/>
                  </a:lnTo>
                  <a:lnTo>
                    <a:pt x="286646" y="353546"/>
                  </a:lnTo>
                  <a:lnTo>
                    <a:pt x="286455" y="359127"/>
                  </a:lnTo>
                  <a:lnTo>
                    <a:pt x="286168" y="365233"/>
                  </a:lnTo>
                  <a:lnTo>
                    <a:pt x="285980" y="366639"/>
                  </a:lnTo>
                  <a:lnTo>
                    <a:pt x="285509" y="368252"/>
                  </a:lnTo>
                  <a:lnTo>
                    <a:pt x="284891" y="368692"/>
                  </a:lnTo>
                  <a:lnTo>
                    <a:pt x="284327" y="368055"/>
                  </a:lnTo>
                  <a:lnTo>
                    <a:pt x="283876" y="368203"/>
                  </a:lnTo>
                  <a:lnTo>
                    <a:pt x="283726" y="369228"/>
                  </a:lnTo>
                  <a:lnTo>
                    <a:pt x="283857" y="371869"/>
                  </a:lnTo>
                  <a:lnTo>
                    <a:pt x="283309" y="374890"/>
                  </a:lnTo>
                  <a:lnTo>
                    <a:pt x="282906" y="377476"/>
                  </a:lnTo>
                  <a:lnTo>
                    <a:pt x="283013" y="379986"/>
                  </a:lnTo>
                  <a:lnTo>
                    <a:pt x="283205" y="382531"/>
                  </a:lnTo>
                  <a:lnTo>
                    <a:pt x="283852" y="388054"/>
                  </a:lnTo>
                  <a:lnTo>
                    <a:pt x="283856" y="390073"/>
                  </a:lnTo>
                  <a:lnTo>
                    <a:pt x="283728" y="391884"/>
                  </a:lnTo>
                  <a:lnTo>
                    <a:pt x="283391" y="392635"/>
                  </a:lnTo>
                  <a:lnTo>
                    <a:pt x="282814" y="392510"/>
                  </a:lnTo>
                  <a:lnTo>
                    <a:pt x="282500" y="393262"/>
                  </a:lnTo>
                  <a:lnTo>
                    <a:pt x="282261" y="394393"/>
                  </a:lnTo>
                  <a:lnTo>
                    <a:pt x="281609" y="398587"/>
                  </a:lnTo>
                  <a:lnTo>
                    <a:pt x="280984" y="399026"/>
                  </a:lnTo>
                  <a:lnTo>
                    <a:pt x="280357" y="398398"/>
                  </a:lnTo>
                  <a:lnTo>
                    <a:pt x="279416" y="395602"/>
                  </a:lnTo>
                  <a:lnTo>
                    <a:pt x="278844" y="394785"/>
                  </a:lnTo>
                  <a:lnTo>
                    <a:pt x="278480" y="394828"/>
                  </a:lnTo>
                  <a:lnTo>
                    <a:pt x="278318" y="395566"/>
                  </a:lnTo>
                  <a:lnTo>
                    <a:pt x="278067" y="397241"/>
                  </a:lnTo>
                  <a:lnTo>
                    <a:pt x="277815" y="398363"/>
                  </a:lnTo>
                  <a:lnTo>
                    <a:pt x="277185" y="399346"/>
                  </a:lnTo>
                  <a:lnTo>
                    <a:pt x="277029" y="397278"/>
                  </a:lnTo>
                  <a:lnTo>
                    <a:pt x="276696" y="386574"/>
                  </a:lnTo>
                  <a:lnTo>
                    <a:pt x="276443" y="383165"/>
                  </a:lnTo>
                  <a:lnTo>
                    <a:pt x="276237" y="378445"/>
                  </a:lnTo>
                  <a:lnTo>
                    <a:pt x="275930" y="376997"/>
                  </a:lnTo>
                  <a:lnTo>
                    <a:pt x="275545" y="374414"/>
                  </a:lnTo>
                  <a:lnTo>
                    <a:pt x="275121" y="372192"/>
                  </a:lnTo>
                  <a:lnTo>
                    <a:pt x="274763" y="371247"/>
                  </a:lnTo>
                  <a:lnTo>
                    <a:pt x="274531" y="367086"/>
                  </a:lnTo>
                  <a:lnTo>
                    <a:pt x="274447" y="361987"/>
                  </a:lnTo>
                  <a:lnTo>
                    <a:pt x="274451" y="359580"/>
                  </a:lnTo>
                  <a:lnTo>
                    <a:pt x="273942" y="354597"/>
                  </a:lnTo>
                  <a:lnTo>
                    <a:pt x="273451" y="348950"/>
                  </a:lnTo>
                  <a:lnTo>
                    <a:pt x="272781" y="349188"/>
                  </a:lnTo>
                  <a:lnTo>
                    <a:pt x="272386" y="347818"/>
                  </a:lnTo>
                  <a:lnTo>
                    <a:pt x="272099" y="347844"/>
                  </a:lnTo>
                  <a:lnTo>
                    <a:pt x="271157" y="349121"/>
                  </a:lnTo>
                  <a:lnTo>
                    <a:pt x="270412" y="348701"/>
                  </a:lnTo>
                  <a:lnTo>
                    <a:pt x="269857" y="348879"/>
                  </a:lnTo>
                  <a:lnTo>
                    <a:pt x="269856" y="351472"/>
                  </a:lnTo>
                  <a:lnTo>
                    <a:pt x="269951" y="354236"/>
                  </a:lnTo>
                  <a:lnTo>
                    <a:pt x="269738" y="355230"/>
                  </a:lnTo>
                  <a:lnTo>
                    <a:pt x="268272" y="358481"/>
                  </a:lnTo>
                  <a:lnTo>
                    <a:pt x="267865" y="360660"/>
                  </a:lnTo>
                  <a:lnTo>
                    <a:pt x="267907" y="362949"/>
                  </a:lnTo>
                  <a:lnTo>
                    <a:pt x="268088" y="366014"/>
                  </a:lnTo>
                  <a:lnTo>
                    <a:pt x="267829" y="367568"/>
                  </a:lnTo>
                  <a:lnTo>
                    <a:pt x="267192" y="369006"/>
                  </a:lnTo>
                  <a:lnTo>
                    <a:pt x="266336" y="369749"/>
                  </a:lnTo>
                  <a:lnTo>
                    <a:pt x="265586" y="369399"/>
                  </a:lnTo>
                  <a:lnTo>
                    <a:pt x="265106" y="368154"/>
                  </a:lnTo>
                  <a:lnTo>
                    <a:pt x="264654" y="364975"/>
                  </a:lnTo>
                  <a:lnTo>
                    <a:pt x="264254" y="363242"/>
                  </a:lnTo>
                  <a:lnTo>
                    <a:pt x="263836" y="362830"/>
                  </a:lnTo>
                  <a:lnTo>
                    <a:pt x="263509" y="363298"/>
                  </a:lnTo>
                  <a:lnTo>
                    <a:pt x="263466" y="365294"/>
                  </a:lnTo>
                  <a:lnTo>
                    <a:pt x="263487" y="366946"/>
                  </a:lnTo>
                  <a:lnTo>
                    <a:pt x="263382" y="367129"/>
                  </a:lnTo>
                  <a:lnTo>
                    <a:pt x="263149" y="366874"/>
                  </a:lnTo>
                  <a:lnTo>
                    <a:pt x="262881" y="366064"/>
                  </a:lnTo>
                  <a:lnTo>
                    <a:pt x="262183" y="358109"/>
                  </a:lnTo>
                  <a:lnTo>
                    <a:pt x="261181" y="351979"/>
                  </a:lnTo>
                  <a:lnTo>
                    <a:pt x="261123" y="349628"/>
                  </a:lnTo>
                  <a:lnTo>
                    <a:pt x="261487" y="346606"/>
                  </a:lnTo>
                  <a:lnTo>
                    <a:pt x="261936" y="341950"/>
                  </a:lnTo>
                  <a:lnTo>
                    <a:pt x="263121" y="339045"/>
                  </a:lnTo>
                  <a:lnTo>
                    <a:pt x="263278" y="337812"/>
                  </a:lnTo>
                  <a:lnTo>
                    <a:pt x="263469" y="336837"/>
                  </a:lnTo>
                  <a:lnTo>
                    <a:pt x="263760" y="336642"/>
                  </a:lnTo>
                  <a:lnTo>
                    <a:pt x="265278" y="336918"/>
                  </a:lnTo>
                  <a:lnTo>
                    <a:pt x="265789" y="336450"/>
                  </a:lnTo>
                  <a:lnTo>
                    <a:pt x="266241" y="335084"/>
                  </a:lnTo>
                  <a:lnTo>
                    <a:pt x="266895" y="333983"/>
                  </a:lnTo>
                  <a:lnTo>
                    <a:pt x="267551" y="333540"/>
                  </a:lnTo>
                  <a:lnTo>
                    <a:pt x="268073" y="333376"/>
                  </a:lnTo>
                  <a:lnTo>
                    <a:pt x="268910" y="334420"/>
                  </a:lnTo>
                  <a:lnTo>
                    <a:pt x="269259" y="333829"/>
                  </a:lnTo>
                  <a:lnTo>
                    <a:pt x="269510" y="331897"/>
                  </a:lnTo>
                  <a:lnTo>
                    <a:pt x="269873" y="329981"/>
                  </a:lnTo>
                  <a:lnTo>
                    <a:pt x="270107" y="329059"/>
                  </a:lnTo>
                  <a:lnTo>
                    <a:pt x="270669" y="328640"/>
                  </a:lnTo>
                  <a:lnTo>
                    <a:pt x="271385" y="328538"/>
                  </a:lnTo>
                  <a:lnTo>
                    <a:pt x="271622" y="328189"/>
                  </a:lnTo>
                  <a:lnTo>
                    <a:pt x="271814" y="327542"/>
                  </a:lnTo>
                  <a:lnTo>
                    <a:pt x="271990" y="325004"/>
                  </a:lnTo>
                  <a:lnTo>
                    <a:pt x="272905" y="319337"/>
                  </a:lnTo>
                  <a:lnTo>
                    <a:pt x="273230" y="316818"/>
                  </a:lnTo>
                  <a:lnTo>
                    <a:pt x="273275" y="316368"/>
                  </a:lnTo>
                  <a:lnTo>
                    <a:pt x="273249" y="313557"/>
                  </a:lnTo>
                  <a:lnTo>
                    <a:pt x="273510" y="313152"/>
                  </a:lnTo>
                  <a:lnTo>
                    <a:pt x="275028" y="314519"/>
                  </a:lnTo>
                  <a:lnTo>
                    <a:pt x="275689" y="314501"/>
                  </a:lnTo>
                  <a:lnTo>
                    <a:pt x="276050" y="313937"/>
                  </a:lnTo>
                  <a:lnTo>
                    <a:pt x="276169" y="312908"/>
                  </a:lnTo>
                  <a:lnTo>
                    <a:pt x="275975" y="311702"/>
                  </a:lnTo>
                  <a:lnTo>
                    <a:pt x="274897" y="309604"/>
                  </a:lnTo>
                  <a:lnTo>
                    <a:pt x="272981" y="306773"/>
                  </a:lnTo>
                  <a:lnTo>
                    <a:pt x="271221" y="305043"/>
                  </a:lnTo>
                  <a:lnTo>
                    <a:pt x="267971" y="305304"/>
                  </a:lnTo>
                  <a:lnTo>
                    <a:pt x="264748" y="305851"/>
                  </a:lnTo>
                  <a:lnTo>
                    <a:pt x="263805" y="305571"/>
                  </a:lnTo>
                  <a:lnTo>
                    <a:pt x="262630" y="304792"/>
                  </a:lnTo>
                  <a:lnTo>
                    <a:pt x="259736" y="304907"/>
                  </a:lnTo>
                  <a:lnTo>
                    <a:pt x="256237" y="305339"/>
                  </a:lnTo>
                  <a:lnTo>
                    <a:pt x="254907" y="305095"/>
                  </a:lnTo>
                  <a:lnTo>
                    <a:pt x="254251" y="305128"/>
                  </a:lnTo>
                  <a:lnTo>
                    <a:pt x="252935" y="305391"/>
                  </a:lnTo>
                  <a:lnTo>
                    <a:pt x="250789" y="304586"/>
                  </a:lnTo>
                  <a:lnTo>
                    <a:pt x="249304" y="303551"/>
                  </a:lnTo>
                  <a:lnTo>
                    <a:pt x="247989" y="302417"/>
                  </a:lnTo>
                  <a:lnTo>
                    <a:pt x="246427" y="301388"/>
                  </a:lnTo>
                  <a:lnTo>
                    <a:pt x="246052" y="301400"/>
                  </a:lnTo>
                  <a:lnTo>
                    <a:pt x="245834" y="301028"/>
                  </a:lnTo>
                  <a:lnTo>
                    <a:pt x="245684" y="300119"/>
                  </a:lnTo>
                  <a:lnTo>
                    <a:pt x="245632" y="298946"/>
                  </a:lnTo>
                  <a:lnTo>
                    <a:pt x="245957" y="293499"/>
                  </a:lnTo>
                  <a:lnTo>
                    <a:pt x="245670" y="285242"/>
                  </a:lnTo>
                  <a:lnTo>
                    <a:pt x="245935" y="282233"/>
                  </a:lnTo>
                  <a:lnTo>
                    <a:pt x="244651" y="275442"/>
                  </a:lnTo>
                  <a:lnTo>
                    <a:pt x="244208" y="274184"/>
                  </a:lnTo>
                  <a:lnTo>
                    <a:pt x="243620" y="274129"/>
                  </a:lnTo>
                  <a:lnTo>
                    <a:pt x="243241" y="275005"/>
                  </a:lnTo>
                  <a:lnTo>
                    <a:pt x="243094" y="276592"/>
                  </a:lnTo>
                  <a:lnTo>
                    <a:pt x="243306" y="278362"/>
                  </a:lnTo>
                  <a:lnTo>
                    <a:pt x="242834" y="280346"/>
                  </a:lnTo>
                  <a:lnTo>
                    <a:pt x="241892" y="280988"/>
                  </a:lnTo>
                  <a:lnTo>
                    <a:pt x="240788" y="280322"/>
                  </a:lnTo>
                  <a:lnTo>
                    <a:pt x="239875" y="279391"/>
                  </a:lnTo>
                  <a:lnTo>
                    <a:pt x="238707" y="277371"/>
                  </a:lnTo>
                  <a:lnTo>
                    <a:pt x="237820" y="274526"/>
                  </a:lnTo>
                  <a:lnTo>
                    <a:pt x="237748" y="271391"/>
                  </a:lnTo>
                  <a:lnTo>
                    <a:pt x="237349" y="269365"/>
                  </a:lnTo>
                  <a:lnTo>
                    <a:pt x="236802" y="268379"/>
                  </a:lnTo>
                  <a:lnTo>
                    <a:pt x="236401" y="268105"/>
                  </a:lnTo>
                  <a:lnTo>
                    <a:pt x="236044" y="268324"/>
                  </a:lnTo>
                  <a:lnTo>
                    <a:pt x="235728" y="269418"/>
                  </a:lnTo>
                  <a:lnTo>
                    <a:pt x="236002" y="270515"/>
                  </a:lnTo>
                  <a:lnTo>
                    <a:pt x="236380" y="272047"/>
                  </a:lnTo>
                  <a:lnTo>
                    <a:pt x="236254" y="273089"/>
                  </a:lnTo>
                  <a:lnTo>
                    <a:pt x="235917" y="273252"/>
                  </a:lnTo>
                  <a:lnTo>
                    <a:pt x="235415" y="272804"/>
                  </a:lnTo>
                  <a:lnTo>
                    <a:pt x="234637" y="273050"/>
                  </a:lnTo>
                  <a:lnTo>
                    <a:pt x="233886" y="272246"/>
                  </a:lnTo>
                  <a:lnTo>
                    <a:pt x="233435" y="272174"/>
                  </a:lnTo>
                  <a:lnTo>
                    <a:pt x="232988" y="271882"/>
                  </a:lnTo>
                  <a:lnTo>
                    <a:pt x="232964" y="270072"/>
                  </a:lnTo>
                  <a:lnTo>
                    <a:pt x="232276" y="267776"/>
                  </a:lnTo>
                  <a:lnTo>
                    <a:pt x="231120" y="265202"/>
                  </a:lnTo>
                  <a:lnTo>
                    <a:pt x="229983" y="263614"/>
                  </a:lnTo>
                  <a:lnTo>
                    <a:pt x="229435" y="263833"/>
                  </a:lnTo>
                  <a:lnTo>
                    <a:pt x="229162" y="265586"/>
                  </a:lnTo>
                  <a:lnTo>
                    <a:pt x="229226" y="266242"/>
                  </a:lnTo>
                  <a:lnTo>
                    <a:pt x="229620" y="266569"/>
                  </a:lnTo>
                  <a:lnTo>
                    <a:pt x="230194" y="267586"/>
                  </a:lnTo>
                  <a:lnTo>
                    <a:pt x="230320" y="268652"/>
                  </a:lnTo>
                  <a:lnTo>
                    <a:pt x="230236" y="269584"/>
                  </a:lnTo>
                  <a:lnTo>
                    <a:pt x="229527" y="271282"/>
                  </a:lnTo>
                  <a:lnTo>
                    <a:pt x="229027" y="272892"/>
                  </a:lnTo>
                  <a:lnTo>
                    <a:pt x="227905" y="275240"/>
                  </a:lnTo>
                  <a:lnTo>
                    <a:pt x="226947" y="277926"/>
                  </a:lnTo>
                  <a:lnTo>
                    <a:pt x="226699" y="279964"/>
                  </a:lnTo>
                  <a:lnTo>
                    <a:pt x="226340" y="281792"/>
                  </a:lnTo>
                  <a:lnTo>
                    <a:pt x="226195" y="283805"/>
                  </a:lnTo>
                  <a:lnTo>
                    <a:pt x="226446" y="285197"/>
                  </a:lnTo>
                  <a:lnTo>
                    <a:pt x="226909" y="286074"/>
                  </a:lnTo>
                  <a:lnTo>
                    <a:pt x="228107" y="286713"/>
                  </a:lnTo>
                  <a:lnTo>
                    <a:pt x="229358" y="289420"/>
                  </a:lnTo>
                  <a:lnTo>
                    <a:pt x="230371" y="293078"/>
                  </a:lnTo>
                  <a:lnTo>
                    <a:pt x="230940" y="294183"/>
                  </a:lnTo>
                  <a:lnTo>
                    <a:pt x="231973" y="295415"/>
                  </a:lnTo>
                  <a:lnTo>
                    <a:pt x="233969" y="295558"/>
                  </a:lnTo>
                  <a:lnTo>
                    <a:pt x="234267" y="296569"/>
                  </a:lnTo>
                  <a:lnTo>
                    <a:pt x="234550" y="299250"/>
                  </a:lnTo>
                  <a:lnTo>
                    <a:pt x="234941" y="300195"/>
                  </a:lnTo>
                  <a:lnTo>
                    <a:pt x="235956" y="301459"/>
                  </a:lnTo>
                  <a:lnTo>
                    <a:pt x="236041" y="302390"/>
                  </a:lnTo>
                  <a:lnTo>
                    <a:pt x="235793" y="303462"/>
                  </a:lnTo>
                  <a:lnTo>
                    <a:pt x="235342" y="304307"/>
                  </a:lnTo>
                  <a:lnTo>
                    <a:pt x="234515" y="304844"/>
                  </a:lnTo>
                  <a:lnTo>
                    <a:pt x="233723" y="305059"/>
                  </a:lnTo>
                  <a:lnTo>
                    <a:pt x="232928" y="304718"/>
                  </a:lnTo>
                  <a:lnTo>
                    <a:pt x="231751" y="304499"/>
                  </a:lnTo>
                  <a:lnTo>
                    <a:pt x="230416" y="304483"/>
                  </a:lnTo>
                  <a:lnTo>
                    <a:pt x="229470" y="311188"/>
                  </a:lnTo>
                  <a:lnTo>
                    <a:pt x="228793" y="313543"/>
                  </a:lnTo>
                  <a:lnTo>
                    <a:pt x="228408" y="313540"/>
                  </a:lnTo>
                  <a:lnTo>
                    <a:pt x="227379" y="312397"/>
                  </a:lnTo>
                  <a:lnTo>
                    <a:pt x="226936" y="312573"/>
                  </a:lnTo>
                  <a:lnTo>
                    <a:pt x="225747" y="318530"/>
                  </a:lnTo>
                  <a:lnTo>
                    <a:pt x="225578" y="319966"/>
                  </a:lnTo>
                  <a:lnTo>
                    <a:pt x="225501" y="321048"/>
                  </a:lnTo>
                  <a:lnTo>
                    <a:pt x="226133" y="323351"/>
                  </a:lnTo>
                  <a:lnTo>
                    <a:pt x="226887" y="325245"/>
                  </a:lnTo>
                  <a:lnTo>
                    <a:pt x="227790" y="325988"/>
                  </a:lnTo>
                  <a:lnTo>
                    <a:pt x="228495" y="325424"/>
                  </a:lnTo>
                  <a:lnTo>
                    <a:pt x="229067" y="326189"/>
                  </a:lnTo>
                  <a:lnTo>
                    <a:pt x="229742" y="328098"/>
                  </a:lnTo>
                  <a:lnTo>
                    <a:pt x="230896" y="329357"/>
                  </a:lnTo>
                  <a:lnTo>
                    <a:pt x="232528" y="329968"/>
                  </a:lnTo>
                  <a:lnTo>
                    <a:pt x="233451" y="331477"/>
                  </a:lnTo>
                  <a:lnTo>
                    <a:pt x="233565" y="332777"/>
                  </a:lnTo>
                  <a:lnTo>
                    <a:pt x="233485" y="334097"/>
                  </a:lnTo>
                  <a:lnTo>
                    <a:pt x="233340" y="337543"/>
                  </a:lnTo>
                  <a:lnTo>
                    <a:pt x="233181" y="339525"/>
                  </a:lnTo>
                  <a:lnTo>
                    <a:pt x="232304" y="344731"/>
                  </a:lnTo>
                  <a:lnTo>
                    <a:pt x="231677" y="349221"/>
                  </a:lnTo>
                  <a:lnTo>
                    <a:pt x="232002" y="351355"/>
                  </a:lnTo>
                  <a:lnTo>
                    <a:pt x="232234" y="352225"/>
                  </a:lnTo>
                  <a:lnTo>
                    <a:pt x="232454" y="352897"/>
                  </a:lnTo>
                  <a:lnTo>
                    <a:pt x="233157" y="354581"/>
                  </a:lnTo>
                  <a:lnTo>
                    <a:pt x="233647" y="356247"/>
                  </a:lnTo>
                  <a:lnTo>
                    <a:pt x="233229" y="360496"/>
                  </a:lnTo>
                  <a:lnTo>
                    <a:pt x="233461" y="361615"/>
                  </a:lnTo>
                  <a:lnTo>
                    <a:pt x="234405" y="362362"/>
                  </a:lnTo>
                  <a:lnTo>
                    <a:pt x="235421" y="362932"/>
                  </a:lnTo>
                  <a:lnTo>
                    <a:pt x="235774" y="363635"/>
                  </a:lnTo>
                  <a:lnTo>
                    <a:pt x="234893" y="367952"/>
                  </a:lnTo>
                  <a:lnTo>
                    <a:pt x="235080" y="370955"/>
                  </a:lnTo>
                  <a:lnTo>
                    <a:pt x="235451" y="373773"/>
                  </a:lnTo>
                  <a:lnTo>
                    <a:pt x="235721" y="378382"/>
                  </a:lnTo>
                  <a:lnTo>
                    <a:pt x="235761" y="378866"/>
                  </a:lnTo>
                  <a:lnTo>
                    <a:pt x="235690" y="380022"/>
                  </a:lnTo>
                  <a:lnTo>
                    <a:pt x="236266" y="383600"/>
                  </a:lnTo>
                  <a:lnTo>
                    <a:pt x="237158" y="390584"/>
                  </a:lnTo>
                  <a:lnTo>
                    <a:pt x="237224" y="393195"/>
                  </a:lnTo>
                  <a:lnTo>
                    <a:pt x="237174" y="395945"/>
                  </a:lnTo>
                  <a:lnTo>
                    <a:pt x="236907" y="400554"/>
                  </a:lnTo>
                  <a:lnTo>
                    <a:pt x="236014" y="400532"/>
                  </a:lnTo>
                  <a:lnTo>
                    <a:pt x="236813" y="403614"/>
                  </a:lnTo>
                  <a:lnTo>
                    <a:pt x="237067" y="405829"/>
                  </a:lnTo>
                  <a:lnTo>
                    <a:pt x="237177" y="408919"/>
                  </a:lnTo>
                  <a:lnTo>
                    <a:pt x="236216" y="409296"/>
                  </a:lnTo>
                  <a:lnTo>
                    <a:pt x="235539" y="408949"/>
                  </a:lnTo>
                  <a:lnTo>
                    <a:pt x="234972" y="406243"/>
                  </a:lnTo>
                  <a:lnTo>
                    <a:pt x="234709" y="408704"/>
                  </a:lnTo>
                  <a:lnTo>
                    <a:pt x="233695" y="410979"/>
                  </a:lnTo>
                  <a:lnTo>
                    <a:pt x="233331" y="409868"/>
                  </a:lnTo>
                  <a:lnTo>
                    <a:pt x="233123" y="408674"/>
                  </a:lnTo>
                  <a:lnTo>
                    <a:pt x="233084" y="406573"/>
                  </a:lnTo>
                  <a:lnTo>
                    <a:pt x="233640" y="398538"/>
                  </a:lnTo>
                  <a:lnTo>
                    <a:pt x="233527" y="397632"/>
                  </a:lnTo>
                  <a:lnTo>
                    <a:pt x="233278" y="397039"/>
                  </a:lnTo>
                  <a:lnTo>
                    <a:pt x="232724" y="396720"/>
                  </a:lnTo>
                  <a:lnTo>
                    <a:pt x="232520" y="395094"/>
                  </a:lnTo>
                  <a:lnTo>
                    <a:pt x="231671" y="403659"/>
                  </a:lnTo>
                  <a:lnTo>
                    <a:pt x="232046" y="407156"/>
                  </a:lnTo>
                  <a:lnTo>
                    <a:pt x="231874" y="408753"/>
                  </a:lnTo>
                  <a:lnTo>
                    <a:pt x="230299" y="410096"/>
                  </a:lnTo>
                  <a:lnTo>
                    <a:pt x="228703" y="406873"/>
                  </a:lnTo>
                  <a:lnTo>
                    <a:pt x="228499" y="405843"/>
                  </a:lnTo>
                  <a:lnTo>
                    <a:pt x="228405" y="407655"/>
                  </a:lnTo>
                  <a:lnTo>
                    <a:pt x="228116" y="409858"/>
                  </a:lnTo>
                  <a:lnTo>
                    <a:pt x="226621" y="409460"/>
                  </a:lnTo>
                  <a:lnTo>
                    <a:pt x="225880" y="407736"/>
                  </a:lnTo>
                  <a:lnTo>
                    <a:pt x="226363" y="404798"/>
                  </a:lnTo>
                  <a:lnTo>
                    <a:pt x="227290" y="397726"/>
                  </a:lnTo>
                  <a:lnTo>
                    <a:pt x="227464" y="394575"/>
                  </a:lnTo>
                  <a:lnTo>
                    <a:pt x="226224" y="392265"/>
                  </a:lnTo>
                  <a:lnTo>
                    <a:pt x="225171" y="390848"/>
                  </a:lnTo>
                  <a:lnTo>
                    <a:pt x="224569" y="387637"/>
                  </a:lnTo>
                  <a:lnTo>
                    <a:pt x="224799" y="391162"/>
                  </a:lnTo>
                  <a:lnTo>
                    <a:pt x="225357" y="392415"/>
                  </a:lnTo>
                  <a:lnTo>
                    <a:pt x="226177" y="393299"/>
                  </a:lnTo>
                  <a:lnTo>
                    <a:pt x="227043" y="395101"/>
                  </a:lnTo>
                  <a:lnTo>
                    <a:pt x="226417" y="397299"/>
                  </a:lnTo>
                  <a:lnTo>
                    <a:pt x="225811" y="398666"/>
                  </a:lnTo>
                  <a:lnTo>
                    <a:pt x="224649" y="403856"/>
                  </a:lnTo>
                  <a:lnTo>
                    <a:pt x="223233" y="406755"/>
                  </a:lnTo>
                  <a:lnTo>
                    <a:pt x="221581" y="408936"/>
                  </a:lnTo>
                  <a:lnTo>
                    <a:pt x="216158" y="412147"/>
                  </a:lnTo>
                  <a:lnTo>
                    <a:pt x="215022" y="413450"/>
                  </a:lnTo>
                  <a:lnTo>
                    <a:pt x="213358" y="417452"/>
                  </a:lnTo>
                  <a:lnTo>
                    <a:pt x="212284" y="421252"/>
                  </a:lnTo>
                  <a:lnTo>
                    <a:pt x="212088" y="425105"/>
                  </a:lnTo>
                  <a:lnTo>
                    <a:pt x="212696" y="429264"/>
                  </a:lnTo>
                  <a:lnTo>
                    <a:pt x="213190" y="435780"/>
                  </a:lnTo>
                  <a:lnTo>
                    <a:pt x="213601" y="437108"/>
                  </a:lnTo>
                  <a:lnTo>
                    <a:pt x="213022" y="439482"/>
                  </a:lnTo>
                  <a:lnTo>
                    <a:pt x="212016" y="442007"/>
                  </a:lnTo>
                  <a:lnTo>
                    <a:pt x="211182" y="445411"/>
                  </a:lnTo>
                  <a:lnTo>
                    <a:pt x="211259" y="447279"/>
                  </a:lnTo>
                  <a:lnTo>
                    <a:pt x="211045" y="448540"/>
                  </a:lnTo>
                  <a:lnTo>
                    <a:pt x="208187" y="452725"/>
                  </a:lnTo>
                  <a:lnTo>
                    <a:pt x="207586" y="455169"/>
                  </a:lnTo>
                  <a:lnTo>
                    <a:pt x="206800" y="457597"/>
                  </a:lnTo>
                  <a:lnTo>
                    <a:pt x="205858" y="456208"/>
                  </a:lnTo>
                  <a:lnTo>
                    <a:pt x="205308" y="456229"/>
                  </a:lnTo>
                  <a:lnTo>
                    <a:pt x="206066" y="458157"/>
                  </a:lnTo>
                  <a:lnTo>
                    <a:pt x="205964" y="459431"/>
                  </a:lnTo>
                  <a:lnTo>
                    <a:pt x="205697" y="460177"/>
                  </a:lnTo>
                  <a:lnTo>
                    <a:pt x="204979" y="460875"/>
                  </a:lnTo>
                  <a:lnTo>
                    <a:pt x="200854" y="463950"/>
                  </a:lnTo>
                  <a:lnTo>
                    <a:pt x="197698" y="466870"/>
                  </a:lnTo>
                  <a:lnTo>
                    <a:pt x="196810" y="466752"/>
                  </a:lnTo>
                  <a:lnTo>
                    <a:pt x="196972" y="465866"/>
                  </a:lnTo>
                  <a:lnTo>
                    <a:pt x="197525" y="465081"/>
                  </a:lnTo>
                  <a:lnTo>
                    <a:pt x="197471" y="461729"/>
                  </a:lnTo>
                  <a:lnTo>
                    <a:pt x="196892" y="461115"/>
                  </a:lnTo>
                  <a:lnTo>
                    <a:pt x="196391" y="460872"/>
                  </a:lnTo>
                  <a:lnTo>
                    <a:pt x="193992" y="464957"/>
                  </a:lnTo>
                  <a:lnTo>
                    <a:pt x="193017" y="468998"/>
                  </a:lnTo>
                  <a:lnTo>
                    <a:pt x="193221" y="469767"/>
                  </a:lnTo>
                  <a:lnTo>
                    <a:pt x="193763" y="469577"/>
                  </a:lnTo>
                  <a:lnTo>
                    <a:pt x="195380" y="467284"/>
                  </a:lnTo>
                  <a:lnTo>
                    <a:pt x="196130" y="467935"/>
                  </a:lnTo>
                  <a:lnTo>
                    <a:pt x="196183" y="468831"/>
                  </a:lnTo>
                  <a:lnTo>
                    <a:pt x="193730" y="472324"/>
                  </a:lnTo>
                  <a:lnTo>
                    <a:pt x="188568" y="483640"/>
                  </a:lnTo>
                  <a:lnTo>
                    <a:pt x="188327" y="485865"/>
                  </a:lnTo>
                  <a:lnTo>
                    <a:pt x="187657" y="488388"/>
                  </a:lnTo>
                  <a:lnTo>
                    <a:pt x="186732" y="490763"/>
                  </a:lnTo>
                  <a:lnTo>
                    <a:pt x="185068" y="496513"/>
                  </a:lnTo>
                  <a:lnTo>
                    <a:pt x="181876" y="505057"/>
                  </a:lnTo>
                  <a:lnTo>
                    <a:pt x="180995" y="508246"/>
                  </a:lnTo>
                  <a:lnTo>
                    <a:pt x="175887" y="514830"/>
                  </a:lnTo>
                  <a:lnTo>
                    <a:pt x="174956" y="516787"/>
                  </a:lnTo>
                  <a:lnTo>
                    <a:pt x="172863" y="523198"/>
                  </a:lnTo>
                  <a:lnTo>
                    <a:pt x="170710" y="528448"/>
                  </a:lnTo>
                  <a:lnTo>
                    <a:pt x="168194" y="532797"/>
                  </a:lnTo>
                  <a:lnTo>
                    <a:pt x="163837" y="538349"/>
                  </a:lnTo>
                  <a:lnTo>
                    <a:pt x="161185" y="543601"/>
                  </a:lnTo>
                  <a:lnTo>
                    <a:pt x="160355" y="547091"/>
                  </a:lnTo>
                  <a:lnTo>
                    <a:pt x="160303" y="548332"/>
                  </a:lnTo>
                  <a:lnTo>
                    <a:pt x="160591" y="550032"/>
                  </a:lnTo>
                  <a:lnTo>
                    <a:pt x="161076" y="551609"/>
                  </a:lnTo>
                  <a:lnTo>
                    <a:pt x="161187" y="552861"/>
                  </a:lnTo>
                  <a:lnTo>
                    <a:pt x="160948" y="555115"/>
                  </a:lnTo>
                  <a:lnTo>
                    <a:pt x="160817" y="556361"/>
                  </a:lnTo>
                  <a:lnTo>
                    <a:pt x="160040" y="559449"/>
                  </a:lnTo>
                  <a:lnTo>
                    <a:pt x="158709" y="561651"/>
                  </a:lnTo>
                  <a:lnTo>
                    <a:pt x="154398" y="566256"/>
                  </a:lnTo>
                  <a:lnTo>
                    <a:pt x="153828" y="566109"/>
                  </a:lnTo>
                  <a:lnTo>
                    <a:pt x="150310" y="565200"/>
                  </a:lnTo>
                  <a:lnTo>
                    <a:pt x="148996" y="566033"/>
                  </a:lnTo>
                  <a:lnTo>
                    <a:pt x="148456" y="568193"/>
                  </a:lnTo>
                  <a:lnTo>
                    <a:pt x="147247" y="577122"/>
                  </a:lnTo>
                  <a:lnTo>
                    <a:pt x="146088" y="579496"/>
                  </a:lnTo>
                  <a:lnTo>
                    <a:pt x="145672" y="581644"/>
                  </a:lnTo>
                  <a:lnTo>
                    <a:pt x="145505" y="583133"/>
                  </a:lnTo>
                  <a:lnTo>
                    <a:pt x="144813" y="583094"/>
                  </a:lnTo>
                  <a:lnTo>
                    <a:pt x="144210" y="582427"/>
                  </a:lnTo>
                  <a:lnTo>
                    <a:pt x="143770" y="582909"/>
                  </a:lnTo>
                  <a:lnTo>
                    <a:pt x="143269" y="579913"/>
                  </a:lnTo>
                  <a:lnTo>
                    <a:pt x="142428" y="579299"/>
                  </a:lnTo>
                  <a:lnTo>
                    <a:pt x="141733" y="579094"/>
                  </a:lnTo>
                  <a:lnTo>
                    <a:pt x="138761" y="582116"/>
                  </a:lnTo>
                  <a:lnTo>
                    <a:pt x="137723" y="584540"/>
                  </a:lnTo>
                  <a:lnTo>
                    <a:pt x="135539" y="595978"/>
                  </a:lnTo>
                  <a:lnTo>
                    <a:pt x="134997" y="603354"/>
                  </a:lnTo>
                  <a:lnTo>
                    <a:pt x="135511" y="611503"/>
                  </a:lnTo>
                  <a:lnTo>
                    <a:pt x="136269" y="618016"/>
                  </a:lnTo>
                  <a:lnTo>
                    <a:pt x="136420" y="620957"/>
                  </a:lnTo>
                  <a:lnTo>
                    <a:pt x="136323" y="624766"/>
                  </a:lnTo>
                  <a:lnTo>
                    <a:pt x="135938" y="626623"/>
                  </a:lnTo>
                  <a:lnTo>
                    <a:pt x="135659" y="628820"/>
                  </a:lnTo>
                  <a:lnTo>
                    <a:pt x="136022" y="633349"/>
                  </a:lnTo>
                  <a:lnTo>
                    <a:pt x="136939" y="639280"/>
                  </a:lnTo>
                  <a:lnTo>
                    <a:pt x="137163" y="641784"/>
                  </a:lnTo>
                  <a:lnTo>
                    <a:pt x="137182" y="644374"/>
                  </a:lnTo>
                  <a:lnTo>
                    <a:pt x="137872" y="650307"/>
                  </a:lnTo>
                  <a:lnTo>
                    <a:pt x="137407" y="649236"/>
                  </a:lnTo>
                  <a:lnTo>
                    <a:pt x="137041" y="646740"/>
                  </a:lnTo>
                  <a:lnTo>
                    <a:pt x="136165" y="643548"/>
                  </a:lnTo>
                  <a:lnTo>
                    <a:pt x="135096" y="646725"/>
                  </a:lnTo>
                  <a:lnTo>
                    <a:pt x="135688" y="649017"/>
                  </a:lnTo>
                  <a:lnTo>
                    <a:pt x="137688" y="651735"/>
                  </a:lnTo>
                  <a:lnTo>
                    <a:pt x="138279" y="653963"/>
                  </a:lnTo>
                  <a:lnTo>
                    <a:pt x="136992" y="673790"/>
                  </a:lnTo>
                  <a:lnTo>
                    <a:pt x="136015" y="680832"/>
                  </a:lnTo>
                  <a:lnTo>
                    <a:pt x="134817" y="685448"/>
                  </a:lnTo>
                  <a:lnTo>
                    <a:pt x="134184" y="687231"/>
                  </a:lnTo>
                  <a:lnTo>
                    <a:pt x="132784" y="694520"/>
                  </a:lnTo>
                  <a:lnTo>
                    <a:pt x="131795" y="703342"/>
                  </a:lnTo>
                  <a:lnTo>
                    <a:pt x="131599" y="706738"/>
                  </a:lnTo>
                  <a:lnTo>
                    <a:pt x="132044" y="710539"/>
                  </a:lnTo>
                  <a:lnTo>
                    <a:pt x="131540" y="712787"/>
                  </a:lnTo>
                  <a:lnTo>
                    <a:pt x="130907" y="714502"/>
                  </a:lnTo>
                  <a:lnTo>
                    <a:pt x="132109" y="713730"/>
                  </a:lnTo>
                  <a:lnTo>
                    <a:pt x="132520" y="715793"/>
                  </a:lnTo>
                  <a:lnTo>
                    <a:pt x="132672" y="717920"/>
                  </a:lnTo>
                  <a:lnTo>
                    <a:pt x="132690" y="730568"/>
                  </a:lnTo>
                  <a:lnTo>
                    <a:pt x="132553" y="743755"/>
                  </a:lnTo>
                  <a:lnTo>
                    <a:pt x="131631" y="744294"/>
                  </a:lnTo>
                  <a:lnTo>
                    <a:pt x="130614" y="744431"/>
                  </a:lnTo>
                  <a:lnTo>
                    <a:pt x="129719" y="744057"/>
                  </a:lnTo>
                  <a:lnTo>
                    <a:pt x="129072" y="743546"/>
                  </a:lnTo>
                  <a:lnTo>
                    <a:pt x="127470" y="744246"/>
                  </a:lnTo>
                  <a:lnTo>
                    <a:pt x="126607" y="745702"/>
                  </a:lnTo>
                  <a:lnTo>
                    <a:pt x="125915" y="748121"/>
                  </a:lnTo>
                  <a:lnTo>
                    <a:pt x="125963" y="752246"/>
                  </a:lnTo>
                  <a:lnTo>
                    <a:pt x="122993" y="762651"/>
                  </a:lnTo>
                  <a:lnTo>
                    <a:pt x="122353" y="766118"/>
                  </a:lnTo>
                  <a:lnTo>
                    <a:pt x="122117" y="769454"/>
                  </a:lnTo>
                  <a:lnTo>
                    <a:pt x="122503" y="771199"/>
                  </a:lnTo>
                  <a:lnTo>
                    <a:pt x="123262" y="772986"/>
                  </a:lnTo>
                  <a:lnTo>
                    <a:pt x="124251" y="773707"/>
                  </a:lnTo>
                  <a:lnTo>
                    <a:pt x="126164" y="774426"/>
                  </a:lnTo>
                  <a:lnTo>
                    <a:pt x="127082" y="775385"/>
                  </a:lnTo>
                  <a:lnTo>
                    <a:pt x="127707" y="777151"/>
                  </a:lnTo>
                  <a:lnTo>
                    <a:pt x="125453" y="775271"/>
                  </a:lnTo>
                  <a:lnTo>
                    <a:pt x="122804" y="774900"/>
                  </a:lnTo>
                  <a:lnTo>
                    <a:pt x="116466" y="779732"/>
                  </a:lnTo>
                  <a:lnTo>
                    <a:pt x="114797" y="783126"/>
                  </a:lnTo>
                  <a:lnTo>
                    <a:pt x="113866" y="786060"/>
                  </a:lnTo>
                  <a:lnTo>
                    <a:pt x="113225" y="792783"/>
                  </a:lnTo>
                  <a:lnTo>
                    <a:pt x="113115" y="797275"/>
                  </a:lnTo>
                  <a:lnTo>
                    <a:pt x="112363" y="801021"/>
                  </a:lnTo>
                  <a:lnTo>
                    <a:pt x="109072" y="806775"/>
                  </a:lnTo>
                  <a:lnTo>
                    <a:pt x="106992" y="808547"/>
                  </a:lnTo>
                  <a:lnTo>
                    <a:pt x="106202" y="810070"/>
                  </a:lnTo>
                  <a:lnTo>
                    <a:pt x="103748" y="808091"/>
                  </a:lnTo>
                  <a:lnTo>
                    <a:pt x="101073" y="803050"/>
                  </a:lnTo>
                  <a:lnTo>
                    <a:pt x="99949" y="800350"/>
                  </a:lnTo>
                  <a:lnTo>
                    <a:pt x="95979" y="787355"/>
                  </a:lnTo>
                  <a:lnTo>
                    <a:pt x="95253" y="785708"/>
                  </a:lnTo>
                  <a:lnTo>
                    <a:pt x="94453" y="780154"/>
                  </a:lnTo>
                  <a:lnTo>
                    <a:pt x="94326" y="778083"/>
                  </a:lnTo>
                  <a:lnTo>
                    <a:pt x="94106" y="777258"/>
                  </a:lnTo>
                  <a:lnTo>
                    <a:pt x="93728" y="776695"/>
                  </a:lnTo>
                  <a:lnTo>
                    <a:pt x="93547" y="775838"/>
                  </a:lnTo>
                  <a:lnTo>
                    <a:pt x="92655" y="769477"/>
                  </a:lnTo>
                  <a:lnTo>
                    <a:pt x="92289" y="762847"/>
                  </a:lnTo>
                  <a:lnTo>
                    <a:pt x="91721" y="755441"/>
                  </a:lnTo>
                  <a:lnTo>
                    <a:pt x="92202" y="755950"/>
                  </a:lnTo>
                  <a:lnTo>
                    <a:pt x="92865" y="758388"/>
                  </a:lnTo>
                  <a:lnTo>
                    <a:pt x="93196" y="761934"/>
                  </a:lnTo>
                  <a:lnTo>
                    <a:pt x="93234" y="766882"/>
                  </a:lnTo>
                  <a:lnTo>
                    <a:pt x="93733" y="767457"/>
                  </a:lnTo>
                  <a:lnTo>
                    <a:pt x="94179" y="766991"/>
                  </a:lnTo>
                  <a:lnTo>
                    <a:pt x="92904" y="755588"/>
                  </a:lnTo>
                  <a:lnTo>
                    <a:pt x="91793" y="752756"/>
                  </a:lnTo>
                  <a:lnTo>
                    <a:pt x="91499" y="752570"/>
                  </a:lnTo>
                  <a:lnTo>
                    <a:pt x="91190" y="750742"/>
                  </a:lnTo>
                  <a:lnTo>
                    <a:pt x="91157" y="748447"/>
                  </a:lnTo>
                  <a:lnTo>
                    <a:pt x="91257" y="747358"/>
                  </a:lnTo>
                  <a:lnTo>
                    <a:pt x="90370" y="743624"/>
                  </a:lnTo>
                  <a:lnTo>
                    <a:pt x="90060" y="741401"/>
                  </a:lnTo>
                  <a:lnTo>
                    <a:pt x="88090" y="730118"/>
                  </a:lnTo>
                  <a:lnTo>
                    <a:pt x="87205" y="722037"/>
                  </a:lnTo>
                  <a:lnTo>
                    <a:pt x="85833" y="713048"/>
                  </a:lnTo>
                  <a:lnTo>
                    <a:pt x="84950" y="709897"/>
                  </a:lnTo>
                  <a:lnTo>
                    <a:pt x="83570" y="702961"/>
                  </a:lnTo>
                  <a:lnTo>
                    <a:pt x="82413" y="699738"/>
                  </a:lnTo>
                  <a:lnTo>
                    <a:pt x="81187" y="695416"/>
                  </a:lnTo>
                  <a:lnTo>
                    <a:pt x="80223" y="693499"/>
                  </a:lnTo>
                  <a:lnTo>
                    <a:pt x="79847" y="692489"/>
                  </a:lnTo>
                  <a:lnTo>
                    <a:pt x="76995" y="677507"/>
                  </a:lnTo>
                  <a:lnTo>
                    <a:pt x="76118" y="669232"/>
                  </a:lnTo>
                  <a:lnTo>
                    <a:pt x="75376" y="665323"/>
                  </a:lnTo>
                  <a:lnTo>
                    <a:pt x="75008" y="662354"/>
                  </a:lnTo>
                  <a:lnTo>
                    <a:pt x="74006" y="649660"/>
                  </a:lnTo>
                  <a:lnTo>
                    <a:pt x="73998" y="647391"/>
                  </a:lnTo>
                  <a:lnTo>
                    <a:pt x="73877" y="644912"/>
                  </a:lnTo>
                  <a:lnTo>
                    <a:pt x="73168" y="639533"/>
                  </a:lnTo>
                  <a:lnTo>
                    <a:pt x="71919" y="633721"/>
                  </a:lnTo>
                  <a:lnTo>
                    <a:pt x="71558" y="630101"/>
                  </a:lnTo>
                  <a:lnTo>
                    <a:pt x="71561" y="628693"/>
                  </a:lnTo>
                  <a:lnTo>
                    <a:pt x="70768" y="623052"/>
                  </a:lnTo>
                  <a:lnTo>
                    <a:pt x="70598" y="620472"/>
                  </a:lnTo>
                  <a:lnTo>
                    <a:pt x="70063" y="618087"/>
                  </a:lnTo>
                  <a:lnTo>
                    <a:pt x="69442" y="615898"/>
                  </a:lnTo>
                  <a:lnTo>
                    <a:pt x="68791" y="614144"/>
                  </a:lnTo>
                  <a:lnTo>
                    <a:pt x="67266" y="608431"/>
                  </a:lnTo>
                  <a:lnTo>
                    <a:pt x="66719" y="607038"/>
                  </a:lnTo>
                  <a:lnTo>
                    <a:pt x="65682" y="603333"/>
                  </a:lnTo>
                  <a:lnTo>
                    <a:pt x="64944" y="596486"/>
                  </a:lnTo>
                  <a:lnTo>
                    <a:pt x="63996" y="593811"/>
                  </a:lnTo>
                  <a:lnTo>
                    <a:pt x="65485" y="593811"/>
                  </a:lnTo>
                  <a:lnTo>
                    <a:pt x="64577" y="591285"/>
                  </a:lnTo>
                  <a:lnTo>
                    <a:pt x="64145" y="589627"/>
                  </a:lnTo>
                  <a:lnTo>
                    <a:pt x="63667" y="588608"/>
                  </a:lnTo>
                  <a:lnTo>
                    <a:pt x="64360" y="586058"/>
                  </a:lnTo>
                  <a:lnTo>
                    <a:pt x="63224" y="586130"/>
                  </a:lnTo>
                  <a:lnTo>
                    <a:pt x="62623" y="584594"/>
                  </a:lnTo>
                  <a:lnTo>
                    <a:pt x="61804" y="579801"/>
                  </a:lnTo>
                  <a:lnTo>
                    <a:pt x="60309" y="574389"/>
                  </a:lnTo>
                  <a:lnTo>
                    <a:pt x="60055" y="571498"/>
                  </a:lnTo>
                  <a:lnTo>
                    <a:pt x="58736" y="562404"/>
                  </a:lnTo>
                  <a:lnTo>
                    <a:pt x="57618" y="540577"/>
                  </a:lnTo>
                  <a:lnTo>
                    <a:pt x="56595" y="530858"/>
                  </a:lnTo>
                  <a:lnTo>
                    <a:pt x="56675" y="528066"/>
                  </a:lnTo>
                  <a:lnTo>
                    <a:pt x="55438" y="519650"/>
                  </a:lnTo>
                  <a:lnTo>
                    <a:pt x="54834" y="514007"/>
                  </a:lnTo>
                  <a:lnTo>
                    <a:pt x="54586" y="509233"/>
                  </a:lnTo>
                  <a:lnTo>
                    <a:pt x="54257" y="506090"/>
                  </a:lnTo>
                  <a:lnTo>
                    <a:pt x="53962" y="499870"/>
                  </a:lnTo>
                  <a:lnTo>
                    <a:pt x="53489" y="497900"/>
                  </a:lnTo>
                  <a:lnTo>
                    <a:pt x="53437" y="496711"/>
                  </a:lnTo>
                  <a:lnTo>
                    <a:pt x="53753" y="493877"/>
                  </a:lnTo>
                  <a:lnTo>
                    <a:pt x="54640" y="489497"/>
                  </a:lnTo>
                  <a:lnTo>
                    <a:pt x="54966" y="486722"/>
                  </a:lnTo>
                  <a:lnTo>
                    <a:pt x="54586" y="482815"/>
                  </a:lnTo>
                  <a:lnTo>
                    <a:pt x="53775" y="486917"/>
                  </a:lnTo>
                  <a:lnTo>
                    <a:pt x="53025" y="488067"/>
                  </a:lnTo>
                  <a:lnTo>
                    <a:pt x="52666" y="485002"/>
                  </a:lnTo>
                  <a:lnTo>
                    <a:pt x="52663" y="480881"/>
                  </a:lnTo>
                  <a:lnTo>
                    <a:pt x="52570" y="479896"/>
                  </a:lnTo>
                  <a:lnTo>
                    <a:pt x="52764" y="478512"/>
                  </a:lnTo>
                  <a:lnTo>
                    <a:pt x="54757" y="479147"/>
                  </a:lnTo>
                  <a:lnTo>
                    <a:pt x="52494" y="476619"/>
                  </a:lnTo>
                  <a:lnTo>
                    <a:pt x="52222" y="475136"/>
                  </a:lnTo>
                  <a:lnTo>
                    <a:pt x="52137" y="474032"/>
                  </a:lnTo>
                  <a:lnTo>
                    <a:pt x="52625" y="471985"/>
                  </a:lnTo>
                  <a:lnTo>
                    <a:pt x="51798" y="470258"/>
                  </a:lnTo>
                  <a:lnTo>
                    <a:pt x="51467" y="464973"/>
                  </a:lnTo>
                  <a:lnTo>
                    <a:pt x="51223" y="463767"/>
                  </a:lnTo>
                  <a:lnTo>
                    <a:pt x="51130" y="462791"/>
                  </a:lnTo>
                  <a:lnTo>
                    <a:pt x="51598" y="455491"/>
                  </a:lnTo>
                  <a:lnTo>
                    <a:pt x="53553" y="441155"/>
                  </a:lnTo>
                  <a:lnTo>
                    <a:pt x="53696" y="437917"/>
                  </a:lnTo>
                  <a:lnTo>
                    <a:pt x="53528" y="433314"/>
                  </a:lnTo>
                  <a:lnTo>
                    <a:pt x="53092" y="429651"/>
                  </a:lnTo>
                  <a:lnTo>
                    <a:pt x="52908" y="425777"/>
                  </a:lnTo>
                  <a:lnTo>
                    <a:pt x="52789" y="424784"/>
                  </a:lnTo>
                  <a:lnTo>
                    <a:pt x="52082" y="424431"/>
                  </a:lnTo>
                  <a:lnTo>
                    <a:pt x="51410" y="422998"/>
                  </a:lnTo>
                  <a:lnTo>
                    <a:pt x="50631" y="417256"/>
                  </a:lnTo>
                  <a:lnTo>
                    <a:pt x="51343" y="415371"/>
                  </a:lnTo>
                  <a:lnTo>
                    <a:pt x="51891" y="414335"/>
                  </a:lnTo>
                  <a:lnTo>
                    <a:pt x="51137" y="414775"/>
                  </a:lnTo>
                  <a:lnTo>
                    <a:pt x="50511" y="414601"/>
                  </a:lnTo>
                  <a:lnTo>
                    <a:pt x="51696" y="411958"/>
                  </a:lnTo>
                  <a:lnTo>
                    <a:pt x="52751" y="409929"/>
                  </a:lnTo>
                  <a:lnTo>
                    <a:pt x="55158" y="407574"/>
                  </a:lnTo>
                  <a:lnTo>
                    <a:pt x="56180" y="406072"/>
                  </a:lnTo>
                  <a:lnTo>
                    <a:pt x="54665" y="407424"/>
                  </a:lnTo>
                  <a:lnTo>
                    <a:pt x="53083" y="407939"/>
                  </a:lnTo>
                  <a:lnTo>
                    <a:pt x="49714" y="407664"/>
                  </a:lnTo>
                  <a:lnTo>
                    <a:pt x="50275" y="402315"/>
                  </a:lnTo>
                  <a:lnTo>
                    <a:pt x="50861" y="400531"/>
                  </a:lnTo>
                  <a:lnTo>
                    <a:pt x="51498" y="399528"/>
                  </a:lnTo>
                  <a:lnTo>
                    <a:pt x="50559" y="399829"/>
                  </a:lnTo>
                  <a:lnTo>
                    <a:pt x="49478" y="399401"/>
                  </a:lnTo>
                  <a:lnTo>
                    <a:pt x="49827" y="393971"/>
                  </a:lnTo>
                  <a:lnTo>
                    <a:pt x="50678" y="392800"/>
                  </a:lnTo>
                  <a:lnTo>
                    <a:pt x="51596" y="392576"/>
                  </a:lnTo>
                  <a:lnTo>
                    <a:pt x="52736" y="391804"/>
                  </a:lnTo>
                  <a:lnTo>
                    <a:pt x="51518" y="390908"/>
                  </a:lnTo>
                  <a:lnTo>
                    <a:pt x="50248" y="390480"/>
                  </a:lnTo>
                  <a:lnTo>
                    <a:pt x="48725" y="391367"/>
                  </a:lnTo>
                  <a:lnTo>
                    <a:pt x="47324" y="390714"/>
                  </a:lnTo>
                  <a:lnTo>
                    <a:pt x="45623" y="390728"/>
                  </a:lnTo>
                  <a:lnTo>
                    <a:pt x="46302" y="391454"/>
                  </a:lnTo>
                  <a:lnTo>
                    <a:pt x="47027" y="393107"/>
                  </a:lnTo>
                  <a:lnTo>
                    <a:pt x="46663" y="396046"/>
                  </a:lnTo>
                  <a:lnTo>
                    <a:pt x="46322" y="397881"/>
                  </a:lnTo>
                  <a:lnTo>
                    <a:pt x="45384" y="399147"/>
                  </a:lnTo>
                  <a:lnTo>
                    <a:pt x="44620" y="401063"/>
                  </a:lnTo>
                  <a:lnTo>
                    <a:pt x="44406" y="402747"/>
                  </a:lnTo>
                  <a:lnTo>
                    <a:pt x="43970" y="403927"/>
                  </a:lnTo>
                  <a:lnTo>
                    <a:pt x="44716" y="404768"/>
                  </a:lnTo>
                  <a:lnTo>
                    <a:pt x="45488" y="405367"/>
                  </a:lnTo>
                  <a:lnTo>
                    <a:pt x="45936" y="406729"/>
                  </a:lnTo>
                  <a:lnTo>
                    <a:pt x="46461" y="408708"/>
                  </a:lnTo>
                  <a:lnTo>
                    <a:pt x="46432" y="412556"/>
                  </a:lnTo>
                  <a:lnTo>
                    <a:pt x="44417" y="421626"/>
                  </a:lnTo>
                  <a:lnTo>
                    <a:pt x="43720" y="423646"/>
                  </a:lnTo>
                  <a:lnTo>
                    <a:pt x="38677" y="429117"/>
                  </a:lnTo>
                  <a:lnTo>
                    <a:pt x="36694" y="432095"/>
                  </a:lnTo>
                  <a:lnTo>
                    <a:pt x="32471" y="435963"/>
                  </a:lnTo>
                  <a:lnTo>
                    <a:pt x="30826" y="436683"/>
                  </a:lnTo>
                  <a:lnTo>
                    <a:pt x="29005" y="435917"/>
                  </a:lnTo>
                  <a:lnTo>
                    <a:pt x="26344" y="432970"/>
                  </a:lnTo>
                  <a:lnTo>
                    <a:pt x="22282" y="425450"/>
                  </a:lnTo>
                  <a:lnTo>
                    <a:pt x="21227" y="422964"/>
                  </a:lnTo>
                  <a:lnTo>
                    <a:pt x="17980" y="413304"/>
                  </a:lnTo>
                  <a:lnTo>
                    <a:pt x="15635" y="408196"/>
                  </a:lnTo>
                  <a:lnTo>
                    <a:pt x="13858" y="403439"/>
                  </a:lnTo>
                  <a:lnTo>
                    <a:pt x="11658" y="398949"/>
                  </a:lnTo>
                  <a:lnTo>
                    <a:pt x="9581" y="392884"/>
                  </a:lnTo>
                  <a:lnTo>
                    <a:pt x="9139" y="390121"/>
                  </a:lnTo>
                  <a:lnTo>
                    <a:pt x="9293" y="387310"/>
                  </a:lnTo>
                  <a:lnTo>
                    <a:pt x="10067" y="385776"/>
                  </a:lnTo>
                  <a:lnTo>
                    <a:pt x="10972" y="386398"/>
                  </a:lnTo>
                  <a:lnTo>
                    <a:pt x="11687" y="388767"/>
                  </a:lnTo>
                  <a:lnTo>
                    <a:pt x="12193" y="389828"/>
                  </a:lnTo>
                  <a:lnTo>
                    <a:pt x="12621" y="390262"/>
                  </a:lnTo>
                  <a:lnTo>
                    <a:pt x="15717" y="386630"/>
                  </a:lnTo>
                  <a:lnTo>
                    <a:pt x="16921" y="386775"/>
                  </a:lnTo>
                  <a:lnTo>
                    <a:pt x="17742" y="384952"/>
                  </a:lnTo>
                  <a:lnTo>
                    <a:pt x="18781" y="385349"/>
                  </a:lnTo>
                  <a:lnTo>
                    <a:pt x="20903" y="382514"/>
                  </a:lnTo>
                  <a:lnTo>
                    <a:pt x="21792" y="382342"/>
                  </a:lnTo>
                  <a:lnTo>
                    <a:pt x="22849" y="381774"/>
                  </a:lnTo>
                  <a:lnTo>
                    <a:pt x="24558" y="374593"/>
                  </a:lnTo>
                  <a:lnTo>
                    <a:pt x="25838" y="370026"/>
                  </a:lnTo>
                  <a:lnTo>
                    <a:pt x="26667" y="369075"/>
                  </a:lnTo>
                  <a:lnTo>
                    <a:pt x="26621" y="367963"/>
                  </a:lnTo>
                  <a:lnTo>
                    <a:pt x="26392" y="366504"/>
                  </a:lnTo>
                  <a:lnTo>
                    <a:pt x="25771" y="366871"/>
                  </a:lnTo>
                  <a:lnTo>
                    <a:pt x="25336" y="368259"/>
                  </a:lnTo>
                  <a:lnTo>
                    <a:pt x="25015" y="369933"/>
                  </a:lnTo>
                  <a:lnTo>
                    <a:pt x="24691" y="370929"/>
                  </a:lnTo>
                  <a:lnTo>
                    <a:pt x="23689" y="370009"/>
                  </a:lnTo>
                  <a:lnTo>
                    <a:pt x="23013" y="370163"/>
                  </a:lnTo>
                  <a:lnTo>
                    <a:pt x="22179" y="370715"/>
                  </a:lnTo>
                  <a:lnTo>
                    <a:pt x="19131" y="373391"/>
                  </a:lnTo>
                  <a:lnTo>
                    <a:pt x="17880" y="375792"/>
                  </a:lnTo>
                  <a:lnTo>
                    <a:pt x="17028" y="376268"/>
                  </a:lnTo>
                  <a:lnTo>
                    <a:pt x="12160" y="373625"/>
                  </a:lnTo>
                  <a:lnTo>
                    <a:pt x="7404" y="367562"/>
                  </a:lnTo>
                  <a:lnTo>
                    <a:pt x="5401" y="363536"/>
                  </a:lnTo>
                  <a:lnTo>
                    <a:pt x="4135" y="358391"/>
                  </a:lnTo>
                  <a:lnTo>
                    <a:pt x="2866" y="352262"/>
                  </a:lnTo>
                  <a:lnTo>
                    <a:pt x="3279" y="350548"/>
                  </a:lnTo>
                  <a:lnTo>
                    <a:pt x="5247" y="346865"/>
                  </a:lnTo>
                  <a:lnTo>
                    <a:pt x="6946" y="343970"/>
                  </a:lnTo>
                  <a:lnTo>
                    <a:pt x="5420" y="345259"/>
                  </a:lnTo>
                  <a:lnTo>
                    <a:pt x="3768" y="347046"/>
                  </a:lnTo>
                  <a:lnTo>
                    <a:pt x="2950" y="348300"/>
                  </a:lnTo>
                  <a:lnTo>
                    <a:pt x="2024" y="350922"/>
                  </a:lnTo>
                  <a:lnTo>
                    <a:pt x="794" y="351509"/>
                  </a:lnTo>
                  <a:lnTo>
                    <a:pt x="306" y="347611"/>
                  </a:lnTo>
                  <a:lnTo>
                    <a:pt x="0" y="343816"/>
                  </a:lnTo>
                  <a:lnTo>
                    <a:pt x="785" y="342539"/>
                  </a:lnTo>
                  <a:lnTo>
                    <a:pt x="1334" y="341728"/>
                  </a:lnTo>
                  <a:lnTo>
                    <a:pt x="2455" y="341051"/>
                  </a:lnTo>
                  <a:lnTo>
                    <a:pt x="3674" y="340568"/>
                  </a:lnTo>
                  <a:lnTo>
                    <a:pt x="4787" y="340587"/>
                  </a:lnTo>
                  <a:lnTo>
                    <a:pt x="6348" y="340643"/>
                  </a:lnTo>
                  <a:lnTo>
                    <a:pt x="6394" y="331751"/>
                  </a:lnTo>
                  <a:lnTo>
                    <a:pt x="6524" y="330972"/>
                  </a:lnTo>
                  <a:lnTo>
                    <a:pt x="6744" y="330522"/>
                  </a:lnTo>
                  <a:lnTo>
                    <a:pt x="6996" y="330330"/>
                  </a:lnTo>
                  <a:lnTo>
                    <a:pt x="7210" y="330467"/>
                  </a:lnTo>
                  <a:lnTo>
                    <a:pt x="7531" y="331799"/>
                  </a:lnTo>
                  <a:lnTo>
                    <a:pt x="7931" y="331725"/>
                  </a:lnTo>
                  <a:lnTo>
                    <a:pt x="8354" y="330959"/>
                  </a:lnTo>
                  <a:lnTo>
                    <a:pt x="9306" y="331530"/>
                  </a:lnTo>
                  <a:lnTo>
                    <a:pt x="10066" y="331139"/>
                  </a:lnTo>
                  <a:lnTo>
                    <a:pt x="10838" y="331662"/>
                  </a:lnTo>
                  <a:lnTo>
                    <a:pt x="12150" y="331673"/>
                  </a:lnTo>
                  <a:lnTo>
                    <a:pt x="14517" y="331462"/>
                  </a:lnTo>
                  <a:lnTo>
                    <a:pt x="15831" y="331530"/>
                  </a:lnTo>
                  <a:lnTo>
                    <a:pt x="16682" y="332946"/>
                  </a:lnTo>
                  <a:lnTo>
                    <a:pt x="17614" y="334500"/>
                  </a:lnTo>
                  <a:lnTo>
                    <a:pt x="18624" y="334717"/>
                  </a:lnTo>
                  <a:lnTo>
                    <a:pt x="20084" y="334536"/>
                  </a:lnTo>
                  <a:lnTo>
                    <a:pt x="21076" y="333940"/>
                  </a:lnTo>
                  <a:lnTo>
                    <a:pt x="21576" y="332491"/>
                  </a:lnTo>
                  <a:lnTo>
                    <a:pt x="21952" y="331105"/>
                  </a:lnTo>
                  <a:lnTo>
                    <a:pt x="24119" y="329072"/>
                  </a:lnTo>
                  <a:lnTo>
                    <a:pt x="26392" y="327421"/>
                  </a:lnTo>
                  <a:lnTo>
                    <a:pt x="27045" y="327239"/>
                  </a:lnTo>
                  <a:lnTo>
                    <a:pt x="27253" y="328200"/>
                  </a:lnTo>
                  <a:lnTo>
                    <a:pt x="27148" y="329816"/>
                  </a:lnTo>
                  <a:lnTo>
                    <a:pt x="27414" y="331354"/>
                  </a:lnTo>
                  <a:lnTo>
                    <a:pt x="28325" y="332328"/>
                  </a:lnTo>
                  <a:lnTo>
                    <a:pt x="28970" y="332568"/>
                  </a:lnTo>
                  <a:lnTo>
                    <a:pt x="29549" y="332348"/>
                  </a:lnTo>
                  <a:lnTo>
                    <a:pt x="29978" y="331859"/>
                  </a:lnTo>
                  <a:lnTo>
                    <a:pt x="30900" y="329443"/>
                  </a:lnTo>
                  <a:lnTo>
                    <a:pt x="31376" y="328893"/>
                  </a:lnTo>
                  <a:lnTo>
                    <a:pt x="31997" y="328932"/>
                  </a:lnTo>
                  <a:lnTo>
                    <a:pt x="32692" y="327778"/>
                  </a:lnTo>
                  <a:lnTo>
                    <a:pt x="32706" y="326894"/>
                  </a:lnTo>
                  <a:lnTo>
                    <a:pt x="32263" y="326470"/>
                  </a:lnTo>
                  <a:lnTo>
                    <a:pt x="31888" y="325198"/>
                  </a:lnTo>
                  <a:lnTo>
                    <a:pt x="31957" y="324162"/>
                  </a:lnTo>
                  <a:lnTo>
                    <a:pt x="31849" y="322702"/>
                  </a:lnTo>
                  <a:lnTo>
                    <a:pt x="31923" y="321317"/>
                  </a:lnTo>
                  <a:lnTo>
                    <a:pt x="32218" y="320278"/>
                  </a:lnTo>
                  <a:lnTo>
                    <a:pt x="32735" y="319278"/>
                  </a:lnTo>
                  <a:lnTo>
                    <a:pt x="32427" y="317212"/>
                  </a:lnTo>
                  <a:lnTo>
                    <a:pt x="31634" y="313254"/>
                  </a:lnTo>
                  <a:lnTo>
                    <a:pt x="30803" y="308190"/>
                  </a:lnTo>
                  <a:lnTo>
                    <a:pt x="29926" y="303968"/>
                  </a:lnTo>
                  <a:lnTo>
                    <a:pt x="28814" y="300269"/>
                  </a:lnTo>
                  <a:lnTo>
                    <a:pt x="28241" y="297555"/>
                  </a:lnTo>
                  <a:lnTo>
                    <a:pt x="28299" y="291560"/>
                  </a:lnTo>
                  <a:lnTo>
                    <a:pt x="28200" y="290343"/>
                  </a:lnTo>
                  <a:lnTo>
                    <a:pt x="27818" y="289606"/>
                  </a:lnTo>
                  <a:lnTo>
                    <a:pt x="27304" y="289191"/>
                  </a:lnTo>
                  <a:lnTo>
                    <a:pt x="26581" y="289801"/>
                  </a:lnTo>
                  <a:lnTo>
                    <a:pt x="25930" y="289918"/>
                  </a:lnTo>
                  <a:lnTo>
                    <a:pt x="24529" y="289788"/>
                  </a:lnTo>
                  <a:lnTo>
                    <a:pt x="23842" y="289173"/>
                  </a:lnTo>
                  <a:lnTo>
                    <a:pt x="21974" y="283160"/>
                  </a:lnTo>
                  <a:lnTo>
                    <a:pt x="21729" y="280796"/>
                  </a:lnTo>
                  <a:lnTo>
                    <a:pt x="21719" y="278375"/>
                  </a:lnTo>
                  <a:lnTo>
                    <a:pt x="22342" y="274155"/>
                  </a:lnTo>
                  <a:lnTo>
                    <a:pt x="22531" y="270232"/>
                  </a:lnTo>
                  <a:lnTo>
                    <a:pt x="22617" y="266571"/>
                  </a:lnTo>
                  <a:lnTo>
                    <a:pt x="22513" y="265537"/>
                  </a:lnTo>
                  <a:lnTo>
                    <a:pt x="22138" y="264308"/>
                  </a:lnTo>
                  <a:lnTo>
                    <a:pt x="21511" y="263400"/>
                  </a:lnTo>
                  <a:lnTo>
                    <a:pt x="19830" y="263182"/>
                  </a:lnTo>
                  <a:lnTo>
                    <a:pt x="17838" y="261973"/>
                  </a:lnTo>
                  <a:lnTo>
                    <a:pt x="16301" y="259844"/>
                  </a:lnTo>
                  <a:lnTo>
                    <a:pt x="15237" y="258557"/>
                  </a:lnTo>
                  <a:lnTo>
                    <a:pt x="14946" y="257720"/>
                  </a:lnTo>
                  <a:lnTo>
                    <a:pt x="14818" y="256731"/>
                  </a:lnTo>
                  <a:lnTo>
                    <a:pt x="15096" y="252308"/>
                  </a:lnTo>
                  <a:lnTo>
                    <a:pt x="15579" y="247320"/>
                  </a:lnTo>
                  <a:lnTo>
                    <a:pt x="15930" y="245793"/>
                  </a:lnTo>
                  <a:lnTo>
                    <a:pt x="16539" y="244213"/>
                  </a:lnTo>
                  <a:lnTo>
                    <a:pt x="16991" y="243137"/>
                  </a:lnTo>
                  <a:lnTo>
                    <a:pt x="17711" y="241713"/>
                  </a:lnTo>
                  <a:lnTo>
                    <a:pt x="19659" y="236957"/>
                  </a:lnTo>
                  <a:lnTo>
                    <a:pt x="21402" y="230424"/>
                  </a:lnTo>
                  <a:lnTo>
                    <a:pt x="22478" y="225865"/>
                  </a:lnTo>
                  <a:lnTo>
                    <a:pt x="23039" y="224510"/>
                  </a:lnTo>
                  <a:lnTo>
                    <a:pt x="23611" y="223350"/>
                  </a:lnTo>
                  <a:lnTo>
                    <a:pt x="24453" y="221946"/>
                  </a:lnTo>
                  <a:lnTo>
                    <a:pt x="25421" y="220664"/>
                  </a:lnTo>
                  <a:lnTo>
                    <a:pt x="26384" y="220720"/>
                  </a:lnTo>
                  <a:lnTo>
                    <a:pt x="27300" y="221883"/>
                  </a:lnTo>
                  <a:lnTo>
                    <a:pt x="27980" y="223252"/>
                  </a:lnTo>
                  <a:lnTo>
                    <a:pt x="28207" y="226269"/>
                  </a:lnTo>
                  <a:lnTo>
                    <a:pt x="28690" y="228230"/>
                  </a:lnTo>
                  <a:lnTo>
                    <a:pt x="29210" y="229412"/>
                  </a:lnTo>
                  <a:lnTo>
                    <a:pt x="29897" y="229984"/>
                  </a:lnTo>
                  <a:lnTo>
                    <a:pt x="30771" y="229841"/>
                  </a:lnTo>
                  <a:lnTo>
                    <a:pt x="34290" y="226379"/>
                  </a:lnTo>
                  <a:lnTo>
                    <a:pt x="35486" y="225680"/>
                  </a:lnTo>
                  <a:lnTo>
                    <a:pt x="38357" y="225249"/>
                  </a:lnTo>
                  <a:lnTo>
                    <a:pt x="40330" y="223913"/>
                  </a:lnTo>
                  <a:lnTo>
                    <a:pt x="42075" y="222512"/>
                  </a:lnTo>
                  <a:lnTo>
                    <a:pt x="42285" y="220001"/>
                  </a:lnTo>
                  <a:lnTo>
                    <a:pt x="42957" y="216165"/>
                  </a:lnTo>
                  <a:lnTo>
                    <a:pt x="45007" y="211170"/>
                  </a:lnTo>
                  <a:lnTo>
                    <a:pt x="45582" y="208941"/>
                  </a:lnTo>
                  <a:lnTo>
                    <a:pt x="46203" y="204684"/>
                  </a:lnTo>
                  <a:lnTo>
                    <a:pt x="46863" y="200800"/>
                  </a:lnTo>
                  <a:lnTo>
                    <a:pt x="47430" y="199186"/>
                  </a:lnTo>
                  <a:lnTo>
                    <a:pt x="50651" y="194924"/>
                  </a:lnTo>
                  <a:lnTo>
                    <a:pt x="53805" y="191005"/>
                  </a:lnTo>
                  <a:lnTo>
                    <a:pt x="54321" y="189230"/>
                  </a:lnTo>
                  <a:lnTo>
                    <a:pt x="56360" y="181101"/>
                  </a:lnTo>
                  <a:lnTo>
                    <a:pt x="57527" y="175584"/>
                  </a:lnTo>
                  <a:lnTo>
                    <a:pt x="57830" y="173809"/>
                  </a:lnTo>
                  <a:lnTo>
                    <a:pt x="58506" y="169013"/>
                  </a:lnTo>
                  <a:lnTo>
                    <a:pt x="59236" y="164245"/>
                  </a:lnTo>
                  <a:lnTo>
                    <a:pt x="60211" y="163143"/>
                  </a:lnTo>
                  <a:lnTo>
                    <a:pt x="62375" y="161325"/>
                  </a:lnTo>
                  <a:lnTo>
                    <a:pt x="64091" y="159547"/>
                  </a:lnTo>
                  <a:lnTo>
                    <a:pt x="64970" y="157518"/>
                  </a:lnTo>
                  <a:lnTo>
                    <a:pt x="65502" y="155744"/>
                  </a:lnTo>
                  <a:lnTo>
                    <a:pt x="65402" y="153984"/>
                  </a:lnTo>
                  <a:lnTo>
                    <a:pt x="64926" y="151900"/>
                  </a:lnTo>
                  <a:lnTo>
                    <a:pt x="65027" y="150662"/>
                  </a:lnTo>
                  <a:lnTo>
                    <a:pt x="65115" y="149442"/>
                  </a:lnTo>
                  <a:lnTo>
                    <a:pt x="66360" y="146950"/>
                  </a:lnTo>
                  <a:lnTo>
                    <a:pt x="68707" y="139583"/>
                  </a:lnTo>
                  <a:lnTo>
                    <a:pt x="70112" y="135902"/>
                  </a:lnTo>
                  <a:lnTo>
                    <a:pt x="70577" y="135906"/>
                  </a:lnTo>
                  <a:lnTo>
                    <a:pt x="72047" y="133949"/>
                  </a:lnTo>
                  <a:lnTo>
                    <a:pt x="73444" y="131732"/>
                  </a:lnTo>
                  <a:lnTo>
                    <a:pt x="73364" y="130725"/>
                  </a:lnTo>
                  <a:lnTo>
                    <a:pt x="73189" y="129422"/>
                  </a:lnTo>
                  <a:lnTo>
                    <a:pt x="72387" y="128837"/>
                  </a:lnTo>
                  <a:lnTo>
                    <a:pt x="72137" y="127273"/>
                  </a:lnTo>
                  <a:lnTo>
                    <a:pt x="72333" y="125033"/>
                  </a:lnTo>
                  <a:lnTo>
                    <a:pt x="73003" y="119005"/>
                  </a:lnTo>
                  <a:lnTo>
                    <a:pt x="72865" y="117275"/>
                  </a:lnTo>
                  <a:lnTo>
                    <a:pt x="72049" y="111690"/>
                  </a:lnTo>
                  <a:lnTo>
                    <a:pt x="72231" y="110148"/>
                  </a:lnTo>
                  <a:lnTo>
                    <a:pt x="72567" y="108569"/>
                  </a:lnTo>
                  <a:lnTo>
                    <a:pt x="73477" y="106466"/>
                  </a:lnTo>
                  <a:lnTo>
                    <a:pt x="74655" y="104720"/>
                  </a:lnTo>
                  <a:lnTo>
                    <a:pt x="78425" y="100567"/>
                  </a:lnTo>
                  <a:lnTo>
                    <a:pt x="79189" y="100111"/>
                  </a:lnTo>
                  <a:lnTo>
                    <a:pt x="80499" y="99061"/>
                  </a:lnTo>
                  <a:lnTo>
                    <a:pt x="81301" y="96846"/>
                  </a:lnTo>
                  <a:lnTo>
                    <a:pt x="81401" y="94958"/>
                  </a:lnTo>
                  <a:lnTo>
                    <a:pt x="81050" y="93785"/>
                  </a:lnTo>
                  <a:lnTo>
                    <a:pt x="80267" y="92212"/>
                  </a:lnTo>
                  <a:lnTo>
                    <a:pt x="78796" y="90786"/>
                  </a:lnTo>
                  <a:lnTo>
                    <a:pt x="77469" y="89550"/>
                  </a:lnTo>
                  <a:lnTo>
                    <a:pt x="75216" y="89680"/>
                  </a:lnTo>
                  <a:lnTo>
                    <a:pt x="74045" y="88616"/>
                  </a:lnTo>
                  <a:lnTo>
                    <a:pt x="73728" y="87873"/>
                  </a:lnTo>
                  <a:lnTo>
                    <a:pt x="73564" y="85250"/>
                  </a:lnTo>
                  <a:lnTo>
                    <a:pt x="73790" y="80819"/>
                  </a:lnTo>
                  <a:lnTo>
                    <a:pt x="73440" y="80428"/>
                  </a:lnTo>
                  <a:lnTo>
                    <a:pt x="72938" y="80951"/>
                  </a:lnTo>
                  <a:lnTo>
                    <a:pt x="71747" y="80425"/>
                  </a:lnTo>
                  <a:lnTo>
                    <a:pt x="70285" y="80493"/>
                  </a:lnTo>
                  <a:lnTo>
                    <a:pt x="69727" y="79260"/>
                  </a:lnTo>
                  <a:lnTo>
                    <a:pt x="70005" y="77771"/>
                  </a:lnTo>
                  <a:lnTo>
                    <a:pt x="69923" y="75787"/>
                  </a:lnTo>
                  <a:lnTo>
                    <a:pt x="69706" y="73901"/>
                  </a:lnTo>
                  <a:lnTo>
                    <a:pt x="69478" y="73507"/>
                  </a:lnTo>
                  <a:lnTo>
                    <a:pt x="68780" y="73058"/>
                  </a:lnTo>
                  <a:lnTo>
                    <a:pt x="67692" y="71429"/>
                  </a:lnTo>
                  <a:lnTo>
                    <a:pt x="66816" y="69421"/>
                  </a:lnTo>
                  <a:lnTo>
                    <a:pt x="66301" y="68060"/>
                  </a:lnTo>
                  <a:lnTo>
                    <a:pt x="66143" y="67123"/>
                  </a:lnTo>
                  <a:lnTo>
                    <a:pt x="66193" y="66502"/>
                  </a:lnTo>
                  <a:lnTo>
                    <a:pt x="66830" y="64756"/>
                  </a:lnTo>
                  <a:lnTo>
                    <a:pt x="67595" y="62308"/>
                  </a:lnTo>
                  <a:lnTo>
                    <a:pt x="67877" y="60203"/>
                  </a:lnTo>
                  <a:lnTo>
                    <a:pt x="67961" y="58678"/>
                  </a:lnTo>
                  <a:lnTo>
                    <a:pt x="67749" y="57552"/>
                  </a:lnTo>
                  <a:lnTo>
                    <a:pt x="67050" y="56174"/>
                  </a:lnTo>
                  <a:lnTo>
                    <a:pt x="66304" y="54971"/>
                  </a:lnTo>
                  <a:lnTo>
                    <a:pt x="66003" y="53925"/>
                  </a:lnTo>
                  <a:lnTo>
                    <a:pt x="65991" y="52345"/>
                  </a:lnTo>
                  <a:lnTo>
                    <a:pt x="66269" y="50369"/>
                  </a:lnTo>
                  <a:lnTo>
                    <a:pt x="67149" y="48877"/>
                  </a:lnTo>
                  <a:lnTo>
                    <a:pt x="68707" y="47461"/>
                  </a:lnTo>
                  <a:lnTo>
                    <a:pt x="69107" y="45702"/>
                  </a:lnTo>
                  <a:lnTo>
                    <a:pt x="69057" y="44399"/>
                  </a:lnTo>
                  <a:lnTo>
                    <a:pt x="68631" y="44009"/>
                  </a:lnTo>
                  <a:lnTo>
                    <a:pt x="67537" y="44000"/>
                  </a:lnTo>
                  <a:lnTo>
                    <a:pt x="65689" y="43554"/>
                  </a:lnTo>
                  <a:lnTo>
                    <a:pt x="65377" y="42837"/>
                  </a:lnTo>
                  <a:lnTo>
                    <a:pt x="65169" y="41873"/>
                  </a:lnTo>
                  <a:lnTo>
                    <a:pt x="65167" y="40918"/>
                  </a:lnTo>
                  <a:lnTo>
                    <a:pt x="65557" y="39832"/>
                  </a:lnTo>
                  <a:lnTo>
                    <a:pt x="66025" y="38457"/>
                  </a:lnTo>
                  <a:lnTo>
                    <a:pt x="65944" y="37118"/>
                  </a:lnTo>
                  <a:lnTo>
                    <a:pt x="65402" y="35604"/>
                  </a:lnTo>
                  <a:lnTo>
                    <a:pt x="64100" y="34496"/>
                  </a:lnTo>
                  <a:lnTo>
                    <a:pt x="63925" y="32933"/>
                  </a:lnTo>
                  <a:lnTo>
                    <a:pt x="64125" y="31629"/>
                  </a:lnTo>
                  <a:lnTo>
                    <a:pt x="64556" y="29769"/>
                  </a:lnTo>
                  <a:lnTo>
                    <a:pt x="64931" y="28477"/>
                  </a:lnTo>
                  <a:lnTo>
                    <a:pt x="65818" y="24800"/>
                  </a:lnTo>
                  <a:lnTo>
                    <a:pt x="66892" y="23997"/>
                  </a:lnTo>
                  <a:lnTo>
                    <a:pt x="68211" y="22808"/>
                  </a:lnTo>
                  <a:lnTo>
                    <a:pt x="69669" y="21493"/>
                  </a:lnTo>
                  <a:lnTo>
                    <a:pt x="71913" y="22479"/>
                  </a:lnTo>
                  <a:lnTo>
                    <a:pt x="73005" y="22959"/>
                  </a:lnTo>
                  <a:lnTo>
                    <a:pt x="75215" y="24083"/>
                  </a:lnTo>
                  <a:lnTo>
                    <a:pt x="77067" y="25025"/>
                  </a:lnTo>
                  <a:lnTo>
                    <a:pt x="78959" y="25292"/>
                  </a:lnTo>
                  <a:lnTo>
                    <a:pt x="79743" y="25227"/>
                  </a:lnTo>
                  <a:lnTo>
                    <a:pt x="80612" y="26340"/>
                  </a:lnTo>
                  <a:lnTo>
                    <a:pt x="82752" y="28250"/>
                  </a:lnTo>
                  <a:lnTo>
                    <a:pt x="84490" y="29254"/>
                  </a:lnTo>
                  <a:lnTo>
                    <a:pt x="85667" y="29244"/>
                  </a:lnTo>
                  <a:lnTo>
                    <a:pt x="87403" y="27555"/>
                  </a:lnTo>
                  <a:lnTo>
                    <a:pt x="88268" y="26009"/>
                  </a:lnTo>
                  <a:lnTo>
                    <a:pt x="89435" y="24314"/>
                  </a:lnTo>
                  <a:lnTo>
                    <a:pt x="90927" y="24379"/>
                  </a:lnTo>
                  <a:lnTo>
                    <a:pt x="94156" y="21767"/>
                  </a:lnTo>
                  <a:lnTo>
                    <a:pt x="94760" y="22218"/>
                  </a:lnTo>
                  <a:lnTo>
                    <a:pt x="95719" y="22366"/>
                  </a:lnTo>
                  <a:lnTo>
                    <a:pt x="96876" y="20857"/>
                  </a:lnTo>
                  <a:lnTo>
                    <a:pt x="97475" y="19065"/>
                  </a:lnTo>
                  <a:lnTo>
                    <a:pt x="97571" y="18171"/>
                  </a:lnTo>
                  <a:lnTo>
                    <a:pt x="97859" y="17510"/>
                  </a:lnTo>
                  <a:lnTo>
                    <a:pt x="99095" y="16371"/>
                  </a:lnTo>
                  <a:lnTo>
                    <a:pt x="100335" y="14797"/>
                  </a:lnTo>
                  <a:lnTo>
                    <a:pt x="100673" y="12718"/>
                  </a:lnTo>
                  <a:lnTo>
                    <a:pt x="100877" y="11313"/>
                  </a:lnTo>
                  <a:lnTo>
                    <a:pt x="102239" y="9492"/>
                  </a:lnTo>
                  <a:lnTo>
                    <a:pt x="103651" y="7600"/>
                  </a:lnTo>
                  <a:lnTo>
                    <a:pt x="105133" y="5619"/>
                  </a:lnTo>
                  <a:lnTo>
                    <a:pt x="106815" y="3368"/>
                  </a:lnTo>
                  <a:lnTo>
                    <a:pt x="108239" y="146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3"/>
            <p:cNvSpPr/>
            <p:nvPr/>
          </p:nvSpPr>
          <p:spPr>
            <a:xfrm>
              <a:off x="4268876" y="3993431"/>
              <a:ext cx="367" cy="963"/>
            </a:xfrm>
            <a:custGeom>
              <a:avLst/>
              <a:pathLst>
                <a:path w="367" h="963">
                  <a:moveTo>
                    <a:pt x="287" y="963"/>
                  </a:moveTo>
                  <a:lnTo>
                    <a:pt x="11" y="917"/>
                  </a:lnTo>
                  <a:lnTo>
                    <a:pt x="0" y="758"/>
                  </a:lnTo>
                  <a:lnTo>
                    <a:pt x="129" y="738"/>
                  </a:lnTo>
                  <a:lnTo>
                    <a:pt x="231" y="600"/>
                  </a:lnTo>
                  <a:lnTo>
                    <a:pt x="294" y="349"/>
                  </a:lnTo>
                  <a:lnTo>
                    <a:pt x="312" y="0"/>
                  </a:lnTo>
                  <a:lnTo>
                    <a:pt x="367" y="346"/>
                  </a:lnTo>
                  <a:lnTo>
                    <a:pt x="355" y="68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4"/>
            <p:cNvSpPr/>
            <p:nvPr/>
          </p:nvSpPr>
          <p:spPr>
            <a:xfrm>
              <a:off x="4268135" y="3992387"/>
              <a:ext cx="521" cy="2103"/>
            </a:xfrm>
            <a:custGeom>
              <a:avLst/>
              <a:pathLst>
                <a:path w="521" h="2103">
                  <a:moveTo>
                    <a:pt x="144" y="1644"/>
                  </a:moveTo>
                  <a:lnTo>
                    <a:pt x="274" y="1791"/>
                  </a:lnTo>
                  <a:lnTo>
                    <a:pt x="450" y="1633"/>
                  </a:lnTo>
                  <a:lnTo>
                    <a:pt x="521" y="1817"/>
                  </a:lnTo>
                  <a:lnTo>
                    <a:pt x="247" y="2103"/>
                  </a:lnTo>
                  <a:lnTo>
                    <a:pt x="80" y="1581"/>
                  </a:lnTo>
                  <a:lnTo>
                    <a:pt x="0" y="724"/>
                  </a:lnTo>
                  <a:lnTo>
                    <a:pt x="55" y="0"/>
                  </a:lnTo>
                  <a:lnTo>
                    <a:pt x="55" y="291"/>
                  </a:lnTo>
                  <a:lnTo>
                    <a:pt x="73" y="530"/>
                  </a:lnTo>
                  <a:lnTo>
                    <a:pt x="133" y="1007"/>
                  </a:lnTo>
                  <a:lnTo>
                    <a:pt x="89" y="133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5"/>
            <p:cNvSpPr/>
            <p:nvPr/>
          </p:nvSpPr>
          <p:spPr>
            <a:xfrm>
              <a:off x="4367567" y="3942286"/>
              <a:ext cx="1604" cy="3944"/>
            </a:xfrm>
            <a:custGeom>
              <a:avLst/>
              <a:pathLst>
                <a:path w="1604" h="3944">
                  <a:moveTo>
                    <a:pt x="1604" y="1841"/>
                  </a:moveTo>
                  <a:lnTo>
                    <a:pt x="1280" y="3944"/>
                  </a:lnTo>
                  <a:lnTo>
                    <a:pt x="684" y="2787"/>
                  </a:lnTo>
                  <a:lnTo>
                    <a:pt x="0" y="2418"/>
                  </a:lnTo>
                  <a:lnTo>
                    <a:pt x="131" y="857"/>
                  </a:lnTo>
                  <a:lnTo>
                    <a:pt x="697" y="637"/>
                  </a:lnTo>
                  <a:lnTo>
                    <a:pt x="973" y="554"/>
                  </a:lnTo>
                  <a:lnTo>
                    <a:pt x="1378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6"/>
            <p:cNvSpPr/>
            <p:nvPr/>
          </p:nvSpPr>
          <p:spPr>
            <a:xfrm>
              <a:off x="3990176" y="3847426"/>
              <a:ext cx="1689" cy="6351"/>
            </a:xfrm>
            <a:custGeom>
              <a:avLst/>
              <a:pathLst>
                <a:path w="1689" h="6351">
                  <a:moveTo>
                    <a:pt x="1615" y="4640"/>
                  </a:moveTo>
                  <a:lnTo>
                    <a:pt x="1351" y="5814"/>
                  </a:lnTo>
                  <a:lnTo>
                    <a:pt x="901" y="6351"/>
                  </a:lnTo>
                  <a:lnTo>
                    <a:pt x="657" y="3370"/>
                  </a:lnTo>
                  <a:lnTo>
                    <a:pt x="0" y="1269"/>
                  </a:lnTo>
                  <a:lnTo>
                    <a:pt x="262" y="1269"/>
                  </a:lnTo>
                  <a:lnTo>
                    <a:pt x="882" y="2346"/>
                  </a:lnTo>
                  <a:lnTo>
                    <a:pt x="1107" y="5179"/>
                  </a:lnTo>
                  <a:lnTo>
                    <a:pt x="1334" y="4348"/>
                  </a:lnTo>
                  <a:lnTo>
                    <a:pt x="1277" y="3468"/>
                  </a:lnTo>
                  <a:lnTo>
                    <a:pt x="1408" y="2637"/>
                  </a:lnTo>
                  <a:lnTo>
                    <a:pt x="1314" y="1708"/>
                  </a:lnTo>
                  <a:lnTo>
                    <a:pt x="976" y="291"/>
                  </a:lnTo>
                  <a:lnTo>
                    <a:pt x="1088" y="0"/>
                  </a:lnTo>
                  <a:lnTo>
                    <a:pt x="1633" y="1220"/>
                  </a:lnTo>
                  <a:lnTo>
                    <a:pt x="1689" y="219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7"/>
            <p:cNvSpPr/>
            <p:nvPr/>
          </p:nvSpPr>
          <p:spPr>
            <a:xfrm>
              <a:off x="3052040" y="2037924"/>
              <a:ext cx="3605" cy="3908"/>
            </a:xfrm>
            <a:custGeom>
              <a:avLst/>
              <a:pathLst>
                <a:path w="3605" h="3908">
                  <a:moveTo>
                    <a:pt x="3605" y="3064"/>
                  </a:moveTo>
                  <a:lnTo>
                    <a:pt x="3557" y="3908"/>
                  </a:lnTo>
                  <a:lnTo>
                    <a:pt x="2716" y="2845"/>
                  </a:lnTo>
                  <a:lnTo>
                    <a:pt x="2307" y="1688"/>
                  </a:lnTo>
                  <a:lnTo>
                    <a:pt x="0" y="1157"/>
                  </a:lnTo>
                  <a:lnTo>
                    <a:pt x="961" y="0"/>
                  </a:lnTo>
                  <a:lnTo>
                    <a:pt x="1430" y="343"/>
                  </a:lnTo>
                  <a:lnTo>
                    <a:pt x="3058" y="390"/>
                  </a:lnTo>
                  <a:lnTo>
                    <a:pt x="3515" y="8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8"/>
            <p:cNvSpPr/>
            <p:nvPr/>
          </p:nvSpPr>
          <p:spPr>
            <a:xfrm>
              <a:off x="3050626" y="1998063"/>
              <a:ext cx="49542" cy="115007"/>
            </a:xfrm>
            <a:custGeom>
              <a:avLst/>
              <a:pathLst>
                <a:path w="49542" h="115007">
                  <a:moveTo>
                    <a:pt x="47377" y="37737"/>
                  </a:moveTo>
                  <a:lnTo>
                    <a:pt x="47857" y="38777"/>
                  </a:lnTo>
                  <a:lnTo>
                    <a:pt x="48071" y="39849"/>
                  </a:lnTo>
                  <a:lnTo>
                    <a:pt x="47233" y="40251"/>
                  </a:lnTo>
                  <a:lnTo>
                    <a:pt x="46359" y="40032"/>
                  </a:lnTo>
                  <a:lnTo>
                    <a:pt x="45933" y="40736"/>
                  </a:lnTo>
                  <a:lnTo>
                    <a:pt x="45905" y="42092"/>
                  </a:lnTo>
                  <a:lnTo>
                    <a:pt x="46201" y="43840"/>
                  </a:lnTo>
                  <a:lnTo>
                    <a:pt x="46785" y="45079"/>
                  </a:lnTo>
                  <a:lnTo>
                    <a:pt x="47252" y="47872"/>
                  </a:lnTo>
                  <a:lnTo>
                    <a:pt x="47640" y="50970"/>
                  </a:lnTo>
                  <a:lnTo>
                    <a:pt x="48242" y="52841"/>
                  </a:lnTo>
                  <a:lnTo>
                    <a:pt x="48366" y="55165"/>
                  </a:lnTo>
                  <a:lnTo>
                    <a:pt x="48277" y="56306"/>
                  </a:lnTo>
                  <a:lnTo>
                    <a:pt x="48387" y="58357"/>
                  </a:lnTo>
                  <a:lnTo>
                    <a:pt x="48130" y="59080"/>
                  </a:lnTo>
                  <a:lnTo>
                    <a:pt x="48323" y="61006"/>
                  </a:lnTo>
                  <a:lnTo>
                    <a:pt x="49032" y="64993"/>
                  </a:lnTo>
                  <a:lnTo>
                    <a:pt x="49341" y="67213"/>
                  </a:lnTo>
                  <a:lnTo>
                    <a:pt x="49542" y="72061"/>
                  </a:lnTo>
                  <a:lnTo>
                    <a:pt x="49041" y="73878"/>
                  </a:lnTo>
                  <a:lnTo>
                    <a:pt x="48369" y="75602"/>
                  </a:lnTo>
                  <a:lnTo>
                    <a:pt x="47930" y="77645"/>
                  </a:lnTo>
                  <a:lnTo>
                    <a:pt x="47590" y="79851"/>
                  </a:lnTo>
                  <a:lnTo>
                    <a:pt x="47386" y="83408"/>
                  </a:lnTo>
                  <a:lnTo>
                    <a:pt x="45930" y="87577"/>
                  </a:lnTo>
                  <a:lnTo>
                    <a:pt x="45311" y="88613"/>
                  </a:lnTo>
                  <a:lnTo>
                    <a:pt x="44593" y="89251"/>
                  </a:lnTo>
                  <a:lnTo>
                    <a:pt x="46162" y="92167"/>
                  </a:lnTo>
                  <a:lnTo>
                    <a:pt x="44880" y="93467"/>
                  </a:lnTo>
                  <a:lnTo>
                    <a:pt x="43481" y="93877"/>
                  </a:lnTo>
                  <a:lnTo>
                    <a:pt x="41934" y="93147"/>
                  </a:lnTo>
                  <a:lnTo>
                    <a:pt x="40970" y="93236"/>
                  </a:lnTo>
                  <a:lnTo>
                    <a:pt x="40090" y="94180"/>
                  </a:lnTo>
                  <a:lnTo>
                    <a:pt x="39744" y="94751"/>
                  </a:lnTo>
                  <a:lnTo>
                    <a:pt x="39466" y="94476"/>
                  </a:lnTo>
                  <a:lnTo>
                    <a:pt x="38886" y="92083"/>
                  </a:lnTo>
                  <a:lnTo>
                    <a:pt x="38460" y="94554"/>
                  </a:lnTo>
                  <a:lnTo>
                    <a:pt x="37568" y="95340"/>
                  </a:lnTo>
                  <a:lnTo>
                    <a:pt x="36042" y="95173"/>
                  </a:lnTo>
                  <a:lnTo>
                    <a:pt x="33491" y="95831"/>
                  </a:lnTo>
                  <a:lnTo>
                    <a:pt x="32509" y="96535"/>
                  </a:lnTo>
                  <a:lnTo>
                    <a:pt x="32102" y="97635"/>
                  </a:lnTo>
                  <a:lnTo>
                    <a:pt x="31799" y="98908"/>
                  </a:lnTo>
                  <a:lnTo>
                    <a:pt x="31401" y="99660"/>
                  </a:lnTo>
                  <a:lnTo>
                    <a:pt x="30951" y="100055"/>
                  </a:lnTo>
                  <a:lnTo>
                    <a:pt x="28981" y="100993"/>
                  </a:lnTo>
                  <a:lnTo>
                    <a:pt x="28593" y="101368"/>
                  </a:lnTo>
                  <a:lnTo>
                    <a:pt x="27681" y="103423"/>
                  </a:lnTo>
                  <a:lnTo>
                    <a:pt x="26485" y="104610"/>
                  </a:lnTo>
                  <a:lnTo>
                    <a:pt x="25495" y="104966"/>
                  </a:lnTo>
                  <a:lnTo>
                    <a:pt x="24616" y="103770"/>
                  </a:lnTo>
                  <a:lnTo>
                    <a:pt x="24254" y="103052"/>
                  </a:lnTo>
                  <a:lnTo>
                    <a:pt x="23846" y="102687"/>
                  </a:lnTo>
                  <a:lnTo>
                    <a:pt x="22495" y="102743"/>
                  </a:lnTo>
                  <a:lnTo>
                    <a:pt x="22922" y="103112"/>
                  </a:lnTo>
                  <a:lnTo>
                    <a:pt x="23197" y="103956"/>
                  </a:lnTo>
                  <a:lnTo>
                    <a:pt x="23331" y="105574"/>
                  </a:lnTo>
                  <a:lnTo>
                    <a:pt x="23177" y="107160"/>
                  </a:lnTo>
                  <a:lnTo>
                    <a:pt x="22511" y="107965"/>
                  </a:lnTo>
                  <a:lnTo>
                    <a:pt x="21716" y="108113"/>
                  </a:lnTo>
                  <a:lnTo>
                    <a:pt x="20462" y="109758"/>
                  </a:lnTo>
                  <a:lnTo>
                    <a:pt x="18801" y="110207"/>
                  </a:lnTo>
                  <a:lnTo>
                    <a:pt x="17905" y="111722"/>
                  </a:lnTo>
                  <a:lnTo>
                    <a:pt x="12420" y="114283"/>
                  </a:lnTo>
                  <a:lnTo>
                    <a:pt x="12108" y="114313"/>
                  </a:lnTo>
                  <a:lnTo>
                    <a:pt x="11351" y="113661"/>
                  </a:lnTo>
                  <a:lnTo>
                    <a:pt x="10530" y="113372"/>
                  </a:lnTo>
                  <a:lnTo>
                    <a:pt x="9713" y="113576"/>
                  </a:lnTo>
                  <a:lnTo>
                    <a:pt x="7414" y="115007"/>
                  </a:lnTo>
                  <a:lnTo>
                    <a:pt x="6300" y="114723"/>
                  </a:lnTo>
                  <a:lnTo>
                    <a:pt x="7720" y="111166"/>
                  </a:lnTo>
                  <a:lnTo>
                    <a:pt x="9627" y="109371"/>
                  </a:lnTo>
                  <a:lnTo>
                    <a:pt x="9826" y="108879"/>
                  </a:lnTo>
                  <a:lnTo>
                    <a:pt x="9202" y="108639"/>
                  </a:lnTo>
                  <a:lnTo>
                    <a:pt x="5577" y="109885"/>
                  </a:lnTo>
                  <a:lnTo>
                    <a:pt x="4318" y="110947"/>
                  </a:lnTo>
                  <a:lnTo>
                    <a:pt x="3060" y="111256"/>
                  </a:lnTo>
                  <a:lnTo>
                    <a:pt x="3642" y="109634"/>
                  </a:lnTo>
                  <a:lnTo>
                    <a:pt x="5266" y="107413"/>
                  </a:lnTo>
                  <a:lnTo>
                    <a:pt x="6137" y="106367"/>
                  </a:lnTo>
                  <a:lnTo>
                    <a:pt x="6669" y="105953"/>
                  </a:lnTo>
                  <a:lnTo>
                    <a:pt x="7275" y="104649"/>
                  </a:lnTo>
                  <a:lnTo>
                    <a:pt x="8986" y="103167"/>
                  </a:lnTo>
                  <a:lnTo>
                    <a:pt x="3474" y="106223"/>
                  </a:lnTo>
                  <a:lnTo>
                    <a:pt x="2027" y="105851"/>
                  </a:lnTo>
                  <a:lnTo>
                    <a:pt x="1686" y="104998"/>
                  </a:lnTo>
                  <a:lnTo>
                    <a:pt x="558" y="105398"/>
                  </a:lnTo>
                  <a:lnTo>
                    <a:pt x="130" y="103335"/>
                  </a:lnTo>
                  <a:lnTo>
                    <a:pt x="1801" y="100209"/>
                  </a:lnTo>
                  <a:lnTo>
                    <a:pt x="2775" y="98865"/>
                  </a:lnTo>
                  <a:lnTo>
                    <a:pt x="3931" y="98139"/>
                  </a:lnTo>
                  <a:lnTo>
                    <a:pt x="5043" y="97097"/>
                  </a:lnTo>
                  <a:lnTo>
                    <a:pt x="5457" y="95823"/>
                  </a:lnTo>
                  <a:lnTo>
                    <a:pt x="4933" y="95418"/>
                  </a:lnTo>
                  <a:lnTo>
                    <a:pt x="1597" y="95741"/>
                  </a:lnTo>
                  <a:lnTo>
                    <a:pt x="0" y="95470"/>
                  </a:lnTo>
                  <a:lnTo>
                    <a:pt x="86" y="94460"/>
                  </a:lnTo>
                  <a:lnTo>
                    <a:pt x="380" y="93342"/>
                  </a:lnTo>
                  <a:lnTo>
                    <a:pt x="2035" y="91428"/>
                  </a:lnTo>
                  <a:lnTo>
                    <a:pt x="2931" y="91121"/>
                  </a:lnTo>
                  <a:lnTo>
                    <a:pt x="3729" y="91303"/>
                  </a:lnTo>
                  <a:lnTo>
                    <a:pt x="4509" y="91793"/>
                  </a:lnTo>
                  <a:lnTo>
                    <a:pt x="5143" y="92434"/>
                  </a:lnTo>
                  <a:lnTo>
                    <a:pt x="7018" y="92066"/>
                  </a:lnTo>
                  <a:lnTo>
                    <a:pt x="6236" y="90844"/>
                  </a:lnTo>
                  <a:lnTo>
                    <a:pt x="6098" y="88361"/>
                  </a:lnTo>
                  <a:lnTo>
                    <a:pt x="5498" y="87527"/>
                  </a:lnTo>
                  <a:lnTo>
                    <a:pt x="6265" y="86376"/>
                  </a:lnTo>
                  <a:lnTo>
                    <a:pt x="7143" y="85676"/>
                  </a:lnTo>
                  <a:lnTo>
                    <a:pt x="8607" y="83295"/>
                  </a:lnTo>
                  <a:lnTo>
                    <a:pt x="9128" y="82933"/>
                  </a:lnTo>
                  <a:lnTo>
                    <a:pt x="12025" y="82355"/>
                  </a:lnTo>
                  <a:lnTo>
                    <a:pt x="15149" y="81102"/>
                  </a:lnTo>
                  <a:lnTo>
                    <a:pt x="18245" y="79374"/>
                  </a:lnTo>
                  <a:lnTo>
                    <a:pt x="16657" y="78408"/>
                  </a:lnTo>
                  <a:lnTo>
                    <a:pt x="15897" y="77134"/>
                  </a:lnTo>
                  <a:lnTo>
                    <a:pt x="14675" y="79710"/>
                  </a:lnTo>
                  <a:lnTo>
                    <a:pt x="13795" y="80695"/>
                  </a:lnTo>
                  <a:lnTo>
                    <a:pt x="11309" y="81222"/>
                  </a:lnTo>
                  <a:lnTo>
                    <a:pt x="10523" y="80932"/>
                  </a:lnTo>
                  <a:lnTo>
                    <a:pt x="9415" y="80133"/>
                  </a:lnTo>
                  <a:lnTo>
                    <a:pt x="9071" y="80437"/>
                  </a:lnTo>
                  <a:lnTo>
                    <a:pt x="8751" y="81054"/>
                  </a:lnTo>
                  <a:lnTo>
                    <a:pt x="7107" y="82318"/>
                  </a:lnTo>
                  <a:lnTo>
                    <a:pt x="5378" y="82621"/>
                  </a:lnTo>
                  <a:lnTo>
                    <a:pt x="7388" y="80303"/>
                  </a:lnTo>
                  <a:lnTo>
                    <a:pt x="9938" y="76374"/>
                  </a:lnTo>
                  <a:lnTo>
                    <a:pt x="10507" y="75132"/>
                  </a:lnTo>
                  <a:lnTo>
                    <a:pt x="11316" y="72973"/>
                  </a:lnTo>
                  <a:lnTo>
                    <a:pt x="11066" y="72012"/>
                  </a:lnTo>
                  <a:lnTo>
                    <a:pt x="10540" y="71466"/>
                  </a:lnTo>
                  <a:lnTo>
                    <a:pt x="12388" y="67024"/>
                  </a:lnTo>
                  <a:lnTo>
                    <a:pt x="13039" y="66218"/>
                  </a:lnTo>
                  <a:lnTo>
                    <a:pt x="14224" y="66088"/>
                  </a:lnTo>
                  <a:lnTo>
                    <a:pt x="15092" y="65384"/>
                  </a:lnTo>
                  <a:lnTo>
                    <a:pt x="15475" y="65381"/>
                  </a:lnTo>
                  <a:lnTo>
                    <a:pt x="15818" y="65119"/>
                  </a:lnTo>
                  <a:lnTo>
                    <a:pt x="16580" y="63788"/>
                  </a:lnTo>
                  <a:lnTo>
                    <a:pt x="15405" y="62941"/>
                  </a:lnTo>
                  <a:lnTo>
                    <a:pt x="14193" y="62506"/>
                  </a:lnTo>
                  <a:lnTo>
                    <a:pt x="10441" y="62967"/>
                  </a:lnTo>
                  <a:lnTo>
                    <a:pt x="9947" y="62868"/>
                  </a:lnTo>
                  <a:lnTo>
                    <a:pt x="9482" y="62459"/>
                  </a:lnTo>
                  <a:lnTo>
                    <a:pt x="9180" y="61871"/>
                  </a:lnTo>
                  <a:lnTo>
                    <a:pt x="8953" y="60362"/>
                  </a:lnTo>
                  <a:lnTo>
                    <a:pt x="8678" y="60024"/>
                  </a:lnTo>
                  <a:lnTo>
                    <a:pt x="7831" y="60024"/>
                  </a:lnTo>
                  <a:lnTo>
                    <a:pt x="6996" y="60486"/>
                  </a:lnTo>
                  <a:lnTo>
                    <a:pt x="6414" y="60441"/>
                  </a:lnTo>
                  <a:lnTo>
                    <a:pt x="5841" y="59780"/>
                  </a:lnTo>
                  <a:lnTo>
                    <a:pt x="6754" y="58236"/>
                  </a:lnTo>
                  <a:lnTo>
                    <a:pt x="5577" y="57873"/>
                  </a:lnTo>
                  <a:lnTo>
                    <a:pt x="4386" y="58176"/>
                  </a:lnTo>
                  <a:lnTo>
                    <a:pt x="3394" y="57708"/>
                  </a:lnTo>
                  <a:lnTo>
                    <a:pt x="3363" y="56740"/>
                  </a:lnTo>
                  <a:lnTo>
                    <a:pt x="3813" y="55773"/>
                  </a:lnTo>
                  <a:lnTo>
                    <a:pt x="3224" y="54857"/>
                  </a:lnTo>
                  <a:lnTo>
                    <a:pt x="3102" y="53699"/>
                  </a:lnTo>
                  <a:lnTo>
                    <a:pt x="3730" y="53129"/>
                  </a:lnTo>
                  <a:lnTo>
                    <a:pt x="4415" y="53318"/>
                  </a:lnTo>
                  <a:lnTo>
                    <a:pt x="5813" y="52461"/>
                  </a:lnTo>
                  <a:lnTo>
                    <a:pt x="7603" y="52045"/>
                  </a:lnTo>
                  <a:lnTo>
                    <a:pt x="6068" y="51200"/>
                  </a:lnTo>
                  <a:lnTo>
                    <a:pt x="5456" y="50475"/>
                  </a:lnTo>
                  <a:lnTo>
                    <a:pt x="5427" y="49367"/>
                  </a:lnTo>
                  <a:lnTo>
                    <a:pt x="5548" y="48419"/>
                  </a:lnTo>
                  <a:lnTo>
                    <a:pt x="7326" y="46815"/>
                  </a:lnTo>
                  <a:lnTo>
                    <a:pt x="9220" y="46108"/>
                  </a:lnTo>
                  <a:lnTo>
                    <a:pt x="9081" y="45052"/>
                  </a:lnTo>
                  <a:lnTo>
                    <a:pt x="9213" y="43909"/>
                  </a:lnTo>
                  <a:lnTo>
                    <a:pt x="7298" y="43579"/>
                  </a:lnTo>
                  <a:lnTo>
                    <a:pt x="5407" y="44385"/>
                  </a:lnTo>
                  <a:lnTo>
                    <a:pt x="5609" y="42202"/>
                  </a:lnTo>
                  <a:lnTo>
                    <a:pt x="6062" y="40231"/>
                  </a:lnTo>
                  <a:lnTo>
                    <a:pt x="6151" y="38931"/>
                  </a:lnTo>
                  <a:lnTo>
                    <a:pt x="6061" y="37540"/>
                  </a:lnTo>
                  <a:lnTo>
                    <a:pt x="5175" y="38135"/>
                  </a:lnTo>
                  <a:lnTo>
                    <a:pt x="5071" y="36174"/>
                  </a:lnTo>
                  <a:lnTo>
                    <a:pt x="4691" y="34829"/>
                  </a:lnTo>
                  <a:lnTo>
                    <a:pt x="3378" y="35756"/>
                  </a:lnTo>
                  <a:lnTo>
                    <a:pt x="3412" y="33981"/>
                  </a:lnTo>
                  <a:lnTo>
                    <a:pt x="3790" y="32740"/>
                  </a:lnTo>
                  <a:lnTo>
                    <a:pt x="4477" y="32202"/>
                  </a:lnTo>
                  <a:lnTo>
                    <a:pt x="5158" y="32436"/>
                  </a:lnTo>
                  <a:lnTo>
                    <a:pt x="6423" y="32413"/>
                  </a:lnTo>
                  <a:lnTo>
                    <a:pt x="7643" y="31481"/>
                  </a:lnTo>
                  <a:lnTo>
                    <a:pt x="9401" y="31241"/>
                  </a:lnTo>
                  <a:lnTo>
                    <a:pt x="12203" y="31534"/>
                  </a:lnTo>
                  <a:lnTo>
                    <a:pt x="14130" y="34164"/>
                  </a:lnTo>
                  <a:lnTo>
                    <a:pt x="14627" y="33694"/>
                  </a:lnTo>
                  <a:lnTo>
                    <a:pt x="15397" y="32032"/>
                  </a:lnTo>
                  <a:lnTo>
                    <a:pt x="15759" y="31848"/>
                  </a:lnTo>
                  <a:lnTo>
                    <a:pt x="18662" y="32573"/>
                  </a:lnTo>
                  <a:lnTo>
                    <a:pt x="20464" y="33529"/>
                  </a:lnTo>
                  <a:lnTo>
                    <a:pt x="20947" y="33231"/>
                  </a:lnTo>
                  <a:lnTo>
                    <a:pt x="20687" y="31387"/>
                  </a:lnTo>
                  <a:lnTo>
                    <a:pt x="20066" y="30108"/>
                  </a:lnTo>
                  <a:lnTo>
                    <a:pt x="20846" y="28433"/>
                  </a:lnTo>
                  <a:lnTo>
                    <a:pt x="21793" y="27299"/>
                  </a:lnTo>
                  <a:lnTo>
                    <a:pt x="22427" y="26734"/>
                  </a:lnTo>
                  <a:lnTo>
                    <a:pt x="23888" y="26031"/>
                  </a:lnTo>
                  <a:lnTo>
                    <a:pt x="24526" y="25369"/>
                  </a:lnTo>
                  <a:lnTo>
                    <a:pt x="24950" y="23216"/>
                  </a:lnTo>
                  <a:lnTo>
                    <a:pt x="25626" y="21423"/>
                  </a:lnTo>
                  <a:lnTo>
                    <a:pt x="21957" y="22355"/>
                  </a:lnTo>
                  <a:lnTo>
                    <a:pt x="18467" y="20229"/>
                  </a:lnTo>
                  <a:lnTo>
                    <a:pt x="19020" y="18727"/>
                  </a:lnTo>
                  <a:lnTo>
                    <a:pt x="19757" y="17875"/>
                  </a:lnTo>
                  <a:lnTo>
                    <a:pt x="21029" y="17223"/>
                  </a:lnTo>
                  <a:lnTo>
                    <a:pt x="21150" y="16439"/>
                  </a:lnTo>
                  <a:lnTo>
                    <a:pt x="21793" y="15787"/>
                  </a:lnTo>
                  <a:lnTo>
                    <a:pt x="22857" y="14076"/>
                  </a:lnTo>
                  <a:lnTo>
                    <a:pt x="22466" y="11841"/>
                  </a:lnTo>
                  <a:lnTo>
                    <a:pt x="22676" y="10206"/>
                  </a:lnTo>
                  <a:lnTo>
                    <a:pt x="23442" y="9141"/>
                  </a:lnTo>
                  <a:lnTo>
                    <a:pt x="23682" y="7612"/>
                  </a:lnTo>
                  <a:lnTo>
                    <a:pt x="24023" y="6486"/>
                  </a:lnTo>
                  <a:lnTo>
                    <a:pt x="25578" y="6084"/>
                  </a:lnTo>
                  <a:lnTo>
                    <a:pt x="27072" y="5038"/>
                  </a:lnTo>
                  <a:lnTo>
                    <a:pt x="27612" y="5139"/>
                  </a:lnTo>
                  <a:lnTo>
                    <a:pt x="29377" y="4898"/>
                  </a:lnTo>
                  <a:lnTo>
                    <a:pt x="29974" y="5319"/>
                  </a:lnTo>
                  <a:lnTo>
                    <a:pt x="29838" y="3471"/>
                  </a:lnTo>
                  <a:lnTo>
                    <a:pt x="30922" y="3230"/>
                  </a:lnTo>
                  <a:lnTo>
                    <a:pt x="31346" y="3599"/>
                  </a:lnTo>
                  <a:lnTo>
                    <a:pt x="31532" y="4909"/>
                  </a:lnTo>
                  <a:lnTo>
                    <a:pt x="32024" y="5745"/>
                  </a:lnTo>
                  <a:lnTo>
                    <a:pt x="32176" y="7198"/>
                  </a:lnTo>
                  <a:lnTo>
                    <a:pt x="31846" y="8320"/>
                  </a:lnTo>
                  <a:lnTo>
                    <a:pt x="31295" y="9185"/>
                  </a:lnTo>
                  <a:lnTo>
                    <a:pt x="31799" y="10069"/>
                  </a:lnTo>
                  <a:lnTo>
                    <a:pt x="31017" y="11668"/>
                  </a:lnTo>
                  <a:lnTo>
                    <a:pt x="31861" y="10987"/>
                  </a:lnTo>
                  <a:lnTo>
                    <a:pt x="33064" y="9421"/>
                  </a:lnTo>
                  <a:lnTo>
                    <a:pt x="33002" y="8141"/>
                  </a:lnTo>
                  <a:lnTo>
                    <a:pt x="32797" y="6533"/>
                  </a:lnTo>
                  <a:lnTo>
                    <a:pt x="32462" y="5081"/>
                  </a:lnTo>
                  <a:lnTo>
                    <a:pt x="32617" y="3483"/>
                  </a:lnTo>
                  <a:lnTo>
                    <a:pt x="33293" y="2483"/>
                  </a:lnTo>
                  <a:lnTo>
                    <a:pt x="35071" y="1981"/>
                  </a:lnTo>
                  <a:lnTo>
                    <a:pt x="34341" y="165"/>
                  </a:lnTo>
                  <a:lnTo>
                    <a:pt x="34991" y="0"/>
                  </a:lnTo>
                  <a:lnTo>
                    <a:pt x="35696" y="378"/>
                  </a:lnTo>
                  <a:lnTo>
                    <a:pt x="36733" y="1792"/>
                  </a:lnTo>
                  <a:lnTo>
                    <a:pt x="37813" y="2901"/>
                  </a:lnTo>
                  <a:lnTo>
                    <a:pt x="38932" y="3780"/>
                  </a:lnTo>
                  <a:lnTo>
                    <a:pt x="37857" y="5540"/>
                  </a:lnTo>
                  <a:lnTo>
                    <a:pt x="36534" y="6761"/>
                  </a:lnTo>
                  <a:lnTo>
                    <a:pt x="36014" y="8091"/>
                  </a:lnTo>
                  <a:lnTo>
                    <a:pt x="34217" y="9991"/>
                  </a:lnTo>
                  <a:lnTo>
                    <a:pt x="33939" y="10711"/>
                  </a:lnTo>
                  <a:lnTo>
                    <a:pt x="33433" y="13613"/>
                  </a:lnTo>
                  <a:lnTo>
                    <a:pt x="33373" y="14441"/>
                  </a:lnTo>
                  <a:lnTo>
                    <a:pt x="32794" y="15967"/>
                  </a:lnTo>
                  <a:lnTo>
                    <a:pt x="32247" y="17666"/>
                  </a:lnTo>
                  <a:lnTo>
                    <a:pt x="31611" y="18323"/>
                  </a:lnTo>
                  <a:lnTo>
                    <a:pt x="30662" y="18846"/>
                  </a:lnTo>
                  <a:lnTo>
                    <a:pt x="30123" y="19365"/>
                  </a:lnTo>
                  <a:lnTo>
                    <a:pt x="29444" y="19104"/>
                  </a:lnTo>
                  <a:lnTo>
                    <a:pt x="28584" y="19146"/>
                  </a:lnTo>
                  <a:lnTo>
                    <a:pt x="28157" y="19723"/>
                  </a:lnTo>
                  <a:lnTo>
                    <a:pt x="28178" y="20166"/>
                  </a:lnTo>
                  <a:lnTo>
                    <a:pt x="28435" y="20677"/>
                  </a:lnTo>
                  <a:lnTo>
                    <a:pt x="29188" y="21456"/>
                  </a:lnTo>
                  <a:lnTo>
                    <a:pt x="30023" y="22161"/>
                  </a:lnTo>
                  <a:lnTo>
                    <a:pt x="29931" y="22779"/>
                  </a:lnTo>
                  <a:lnTo>
                    <a:pt x="29483" y="23479"/>
                  </a:lnTo>
                  <a:lnTo>
                    <a:pt x="26638" y="25216"/>
                  </a:lnTo>
                  <a:lnTo>
                    <a:pt x="25791" y="26265"/>
                  </a:lnTo>
                  <a:lnTo>
                    <a:pt x="25497" y="26957"/>
                  </a:lnTo>
                  <a:lnTo>
                    <a:pt x="25799" y="28117"/>
                  </a:lnTo>
                  <a:lnTo>
                    <a:pt x="28068" y="31595"/>
                  </a:lnTo>
                  <a:lnTo>
                    <a:pt x="28454" y="31972"/>
                  </a:lnTo>
                  <a:lnTo>
                    <a:pt x="28789" y="33997"/>
                  </a:lnTo>
                  <a:lnTo>
                    <a:pt x="30790" y="34842"/>
                  </a:lnTo>
                  <a:lnTo>
                    <a:pt x="31610" y="36108"/>
                  </a:lnTo>
                  <a:lnTo>
                    <a:pt x="32315" y="36411"/>
                  </a:lnTo>
                  <a:lnTo>
                    <a:pt x="33848" y="36301"/>
                  </a:lnTo>
                  <a:lnTo>
                    <a:pt x="34464" y="36776"/>
                  </a:lnTo>
                  <a:lnTo>
                    <a:pt x="34812" y="36415"/>
                  </a:lnTo>
                  <a:lnTo>
                    <a:pt x="35014" y="35748"/>
                  </a:lnTo>
                  <a:lnTo>
                    <a:pt x="36305" y="34031"/>
                  </a:lnTo>
                  <a:lnTo>
                    <a:pt x="36732" y="33281"/>
                  </a:lnTo>
                  <a:lnTo>
                    <a:pt x="36475" y="32235"/>
                  </a:lnTo>
                  <a:lnTo>
                    <a:pt x="36197" y="31440"/>
                  </a:lnTo>
                  <a:lnTo>
                    <a:pt x="36981" y="29857"/>
                  </a:lnTo>
                  <a:lnTo>
                    <a:pt x="37933" y="28295"/>
                  </a:lnTo>
                  <a:lnTo>
                    <a:pt x="38410" y="28341"/>
                  </a:lnTo>
                  <a:lnTo>
                    <a:pt x="39222" y="29298"/>
                  </a:lnTo>
                  <a:lnTo>
                    <a:pt x="39891" y="30634"/>
                  </a:lnTo>
                  <a:lnTo>
                    <a:pt x="39982" y="31670"/>
                  </a:lnTo>
                  <a:lnTo>
                    <a:pt x="40106" y="32420"/>
                  </a:lnTo>
                  <a:lnTo>
                    <a:pt x="40739" y="34024"/>
                  </a:lnTo>
                  <a:lnTo>
                    <a:pt x="41147" y="34578"/>
                  </a:lnTo>
                  <a:lnTo>
                    <a:pt x="42250" y="34900"/>
                  </a:lnTo>
                  <a:lnTo>
                    <a:pt x="42507" y="35529"/>
                  </a:lnTo>
                  <a:lnTo>
                    <a:pt x="42310" y="37853"/>
                  </a:lnTo>
                  <a:lnTo>
                    <a:pt x="42474" y="38625"/>
                  </a:lnTo>
                  <a:lnTo>
                    <a:pt x="43628" y="38666"/>
                  </a:lnTo>
                  <a:lnTo>
                    <a:pt x="44853" y="38478"/>
                  </a:lnTo>
                  <a:lnTo>
                    <a:pt x="45281" y="38566"/>
                  </a:lnTo>
                  <a:lnTo>
                    <a:pt x="45723" y="38080"/>
                  </a:lnTo>
                  <a:lnTo>
                    <a:pt x="46404" y="375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3796512" y="2836149"/>
              <a:ext cx="11178" cy="12415"/>
            </a:xfrm>
            <a:custGeom>
              <a:avLst/>
              <a:pathLst>
                <a:path w="11178" h="12415">
                  <a:moveTo>
                    <a:pt x="10140" y="2426"/>
                  </a:moveTo>
                  <a:lnTo>
                    <a:pt x="9083" y="5971"/>
                  </a:lnTo>
                  <a:lnTo>
                    <a:pt x="7486" y="8928"/>
                  </a:lnTo>
                  <a:lnTo>
                    <a:pt x="6803" y="8007"/>
                  </a:lnTo>
                  <a:lnTo>
                    <a:pt x="6275" y="8051"/>
                  </a:lnTo>
                  <a:lnTo>
                    <a:pt x="5135" y="9183"/>
                  </a:lnTo>
                  <a:lnTo>
                    <a:pt x="4310" y="9379"/>
                  </a:lnTo>
                  <a:lnTo>
                    <a:pt x="2817" y="11398"/>
                  </a:lnTo>
                  <a:lnTo>
                    <a:pt x="1461" y="12415"/>
                  </a:lnTo>
                  <a:lnTo>
                    <a:pt x="515" y="12337"/>
                  </a:lnTo>
                  <a:lnTo>
                    <a:pt x="187" y="12134"/>
                  </a:lnTo>
                  <a:lnTo>
                    <a:pt x="0" y="10757"/>
                  </a:lnTo>
                  <a:lnTo>
                    <a:pt x="16" y="10215"/>
                  </a:lnTo>
                  <a:lnTo>
                    <a:pt x="589" y="10499"/>
                  </a:lnTo>
                  <a:lnTo>
                    <a:pt x="2688" y="8665"/>
                  </a:lnTo>
                  <a:lnTo>
                    <a:pt x="5309" y="5653"/>
                  </a:lnTo>
                  <a:lnTo>
                    <a:pt x="5559" y="4316"/>
                  </a:lnTo>
                  <a:lnTo>
                    <a:pt x="5137" y="2136"/>
                  </a:lnTo>
                  <a:lnTo>
                    <a:pt x="5253" y="1643"/>
                  </a:lnTo>
                  <a:lnTo>
                    <a:pt x="6950" y="2761"/>
                  </a:lnTo>
                  <a:lnTo>
                    <a:pt x="8847" y="588"/>
                  </a:lnTo>
                  <a:lnTo>
                    <a:pt x="10435" y="0"/>
                  </a:lnTo>
                  <a:lnTo>
                    <a:pt x="11178" y="151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0"/>
            <p:cNvSpPr/>
            <p:nvPr/>
          </p:nvSpPr>
          <p:spPr>
            <a:xfrm>
              <a:off x="3668516" y="2458947"/>
              <a:ext cx="218955" cy="433379"/>
            </a:xfrm>
            <a:custGeom>
              <a:avLst/>
              <a:pathLst>
                <a:path w="218955" h="433379">
                  <a:moveTo>
                    <a:pt x="23746" y="26321"/>
                  </a:moveTo>
                  <a:lnTo>
                    <a:pt x="24378" y="26579"/>
                  </a:lnTo>
                  <a:lnTo>
                    <a:pt x="26055" y="25291"/>
                  </a:lnTo>
                  <a:lnTo>
                    <a:pt x="28018" y="25467"/>
                  </a:lnTo>
                  <a:lnTo>
                    <a:pt x="28746" y="25535"/>
                  </a:lnTo>
                  <a:lnTo>
                    <a:pt x="31340" y="20127"/>
                  </a:lnTo>
                  <a:lnTo>
                    <a:pt x="32127" y="18323"/>
                  </a:lnTo>
                  <a:lnTo>
                    <a:pt x="33676" y="17386"/>
                  </a:lnTo>
                  <a:lnTo>
                    <a:pt x="34545" y="15237"/>
                  </a:lnTo>
                  <a:lnTo>
                    <a:pt x="35941" y="12634"/>
                  </a:lnTo>
                  <a:lnTo>
                    <a:pt x="37646" y="10184"/>
                  </a:lnTo>
                  <a:lnTo>
                    <a:pt x="39209" y="7984"/>
                  </a:lnTo>
                  <a:lnTo>
                    <a:pt x="40409" y="6654"/>
                  </a:lnTo>
                  <a:lnTo>
                    <a:pt x="42578" y="3545"/>
                  </a:lnTo>
                  <a:lnTo>
                    <a:pt x="43934" y="2467"/>
                  </a:lnTo>
                  <a:lnTo>
                    <a:pt x="45111" y="2500"/>
                  </a:lnTo>
                  <a:lnTo>
                    <a:pt x="46873" y="6146"/>
                  </a:lnTo>
                  <a:lnTo>
                    <a:pt x="48357" y="9462"/>
                  </a:lnTo>
                  <a:lnTo>
                    <a:pt x="48816" y="10917"/>
                  </a:lnTo>
                  <a:lnTo>
                    <a:pt x="48078" y="12220"/>
                  </a:lnTo>
                  <a:lnTo>
                    <a:pt x="46702" y="13480"/>
                  </a:lnTo>
                  <a:lnTo>
                    <a:pt x="46439" y="14403"/>
                  </a:lnTo>
                  <a:lnTo>
                    <a:pt x="46343" y="15585"/>
                  </a:lnTo>
                  <a:lnTo>
                    <a:pt x="46397" y="16716"/>
                  </a:lnTo>
                  <a:lnTo>
                    <a:pt x="46582" y="17638"/>
                  </a:lnTo>
                  <a:lnTo>
                    <a:pt x="48270" y="19781"/>
                  </a:lnTo>
                  <a:lnTo>
                    <a:pt x="48462" y="20958"/>
                  </a:lnTo>
                  <a:lnTo>
                    <a:pt x="48474" y="22153"/>
                  </a:lnTo>
                  <a:lnTo>
                    <a:pt x="48281" y="22899"/>
                  </a:lnTo>
                  <a:lnTo>
                    <a:pt x="47905" y="23331"/>
                  </a:lnTo>
                  <a:lnTo>
                    <a:pt x="46731" y="23932"/>
                  </a:lnTo>
                  <a:lnTo>
                    <a:pt x="45726" y="24630"/>
                  </a:lnTo>
                  <a:lnTo>
                    <a:pt x="45377" y="25315"/>
                  </a:lnTo>
                  <a:lnTo>
                    <a:pt x="45074" y="26129"/>
                  </a:lnTo>
                  <a:lnTo>
                    <a:pt x="45117" y="27031"/>
                  </a:lnTo>
                  <a:lnTo>
                    <a:pt x="45421" y="28057"/>
                  </a:lnTo>
                  <a:lnTo>
                    <a:pt x="47482" y="30862"/>
                  </a:lnTo>
                  <a:lnTo>
                    <a:pt x="47715" y="31893"/>
                  </a:lnTo>
                  <a:lnTo>
                    <a:pt x="48125" y="33280"/>
                  </a:lnTo>
                  <a:lnTo>
                    <a:pt x="48627" y="34131"/>
                  </a:lnTo>
                  <a:lnTo>
                    <a:pt x="49487" y="34363"/>
                  </a:lnTo>
                  <a:lnTo>
                    <a:pt x="49897" y="34936"/>
                  </a:lnTo>
                  <a:lnTo>
                    <a:pt x="51887" y="40111"/>
                  </a:lnTo>
                  <a:lnTo>
                    <a:pt x="52374" y="40477"/>
                  </a:lnTo>
                  <a:lnTo>
                    <a:pt x="54700" y="39338"/>
                  </a:lnTo>
                  <a:lnTo>
                    <a:pt x="55022" y="39390"/>
                  </a:lnTo>
                  <a:lnTo>
                    <a:pt x="55045" y="40660"/>
                  </a:lnTo>
                  <a:lnTo>
                    <a:pt x="55393" y="48014"/>
                  </a:lnTo>
                  <a:lnTo>
                    <a:pt x="55662" y="51811"/>
                  </a:lnTo>
                  <a:lnTo>
                    <a:pt x="56058" y="55505"/>
                  </a:lnTo>
                  <a:lnTo>
                    <a:pt x="56687" y="58875"/>
                  </a:lnTo>
                  <a:lnTo>
                    <a:pt x="57432" y="62081"/>
                  </a:lnTo>
                  <a:lnTo>
                    <a:pt x="58457" y="64061"/>
                  </a:lnTo>
                  <a:lnTo>
                    <a:pt x="60742" y="66443"/>
                  </a:lnTo>
                  <a:lnTo>
                    <a:pt x="61851" y="67131"/>
                  </a:lnTo>
                  <a:lnTo>
                    <a:pt x="64768" y="67609"/>
                  </a:lnTo>
                  <a:lnTo>
                    <a:pt x="67649" y="68662"/>
                  </a:lnTo>
                  <a:lnTo>
                    <a:pt x="69350" y="69777"/>
                  </a:lnTo>
                  <a:lnTo>
                    <a:pt x="69870" y="70564"/>
                  </a:lnTo>
                  <a:lnTo>
                    <a:pt x="70299" y="71773"/>
                  </a:lnTo>
                  <a:lnTo>
                    <a:pt x="71705" y="77400"/>
                  </a:lnTo>
                  <a:lnTo>
                    <a:pt x="73923" y="81404"/>
                  </a:lnTo>
                  <a:lnTo>
                    <a:pt x="78400" y="87416"/>
                  </a:lnTo>
                  <a:lnTo>
                    <a:pt x="80570" y="89414"/>
                  </a:lnTo>
                  <a:lnTo>
                    <a:pt x="87877" y="93199"/>
                  </a:lnTo>
                  <a:lnTo>
                    <a:pt x="92738" y="92985"/>
                  </a:lnTo>
                  <a:lnTo>
                    <a:pt x="106183" y="85686"/>
                  </a:lnTo>
                  <a:lnTo>
                    <a:pt x="110652" y="83866"/>
                  </a:lnTo>
                  <a:lnTo>
                    <a:pt x="112330" y="83866"/>
                  </a:lnTo>
                  <a:lnTo>
                    <a:pt x="111331" y="85318"/>
                  </a:lnTo>
                  <a:lnTo>
                    <a:pt x="109651" y="86148"/>
                  </a:lnTo>
                  <a:lnTo>
                    <a:pt x="110664" y="87172"/>
                  </a:lnTo>
                  <a:lnTo>
                    <a:pt x="112226" y="87342"/>
                  </a:lnTo>
                  <a:lnTo>
                    <a:pt x="112951" y="87176"/>
                  </a:lnTo>
                  <a:lnTo>
                    <a:pt x="113474" y="86250"/>
                  </a:lnTo>
                  <a:lnTo>
                    <a:pt x="113561" y="84724"/>
                  </a:lnTo>
                  <a:lnTo>
                    <a:pt x="113485" y="83211"/>
                  </a:lnTo>
                  <a:lnTo>
                    <a:pt x="112745" y="76438"/>
                  </a:lnTo>
                  <a:lnTo>
                    <a:pt x="112315" y="71656"/>
                  </a:lnTo>
                  <a:lnTo>
                    <a:pt x="115466" y="71983"/>
                  </a:lnTo>
                  <a:lnTo>
                    <a:pt x="116695" y="71359"/>
                  </a:lnTo>
                  <a:lnTo>
                    <a:pt x="118499" y="69764"/>
                  </a:lnTo>
                  <a:lnTo>
                    <a:pt x="119864" y="68799"/>
                  </a:lnTo>
                  <a:lnTo>
                    <a:pt x="120554" y="68666"/>
                  </a:lnTo>
                  <a:lnTo>
                    <a:pt x="121232" y="67915"/>
                  </a:lnTo>
                  <a:lnTo>
                    <a:pt x="121752" y="66977"/>
                  </a:lnTo>
                  <a:lnTo>
                    <a:pt x="122927" y="60454"/>
                  </a:lnTo>
                  <a:lnTo>
                    <a:pt x="123511" y="58821"/>
                  </a:lnTo>
                  <a:lnTo>
                    <a:pt x="125504" y="55140"/>
                  </a:lnTo>
                  <a:lnTo>
                    <a:pt x="127197" y="52810"/>
                  </a:lnTo>
                  <a:lnTo>
                    <a:pt x="128970" y="50748"/>
                  </a:lnTo>
                  <a:lnTo>
                    <a:pt x="131214" y="49311"/>
                  </a:lnTo>
                  <a:lnTo>
                    <a:pt x="134199" y="49462"/>
                  </a:lnTo>
                  <a:lnTo>
                    <a:pt x="136572" y="49967"/>
                  </a:lnTo>
                  <a:lnTo>
                    <a:pt x="137945" y="49943"/>
                  </a:lnTo>
                  <a:lnTo>
                    <a:pt x="138599" y="50090"/>
                  </a:lnTo>
                  <a:lnTo>
                    <a:pt x="139091" y="49882"/>
                  </a:lnTo>
                  <a:lnTo>
                    <a:pt x="139373" y="49457"/>
                  </a:lnTo>
                  <a:lnTo>
                    <a:pt x="139682" y="46611"/>
                  </a:lnTo>
                  <a:lnTo>
                    <a:pt x="140167" y="45684"/>
                  </a:lnTo>
                  <a:lnTo>
                    <a:pt x="141005" y="44889"/>
                  </a:lnTo>
                  <a:lnTo>
                    <a:pt x="142179" y="44883"/>
                  </a:lnTo>
                  <a:lnTo>
                    <a:pt x="143608" y="44675"/>
                  </a:lnTo>
                  <a:lnTo>
                    <a:pt x="144797" y="44870"/>
                  </a:lnTo>
                  <a:lnTo>
                    <a:pt x="146296" y="45964"/>
                  </a:lnTo>
                  <a:lnTo>
                    <a:pt x="148254" y="46054"/>
                  </a:lnTo>
                  <a:lnTo>
                    <a:pt x="149554" y="45864"/>
                  </a:lnTo>
                  <a:lnTo>
                    <a:pt x="150311" y="46952"/>
                  </a:lnTo>
                  <a:lnTo>
                    <a:pt x="150855" y="48406"/>
                  </a:lnTo>
                  <a:lnTo>
                    <a:pt x="151120" y="49620"/>
                  </a:lnTo>
                  <a:lnTo>
                    <a:pt x="151180" y="51286"/>
                  </a:lnTo>
                  <a:lnTo>
                    <a:pt x="151169" y="52556"/>
                  </a:lnTo>
                  <a:lnTo>
                    <a:pt x="151373" y="53046"/>
                  </a:lnTo>
                  <a:lnTo>
                    <a:pt x="152169" y="53804"/>
                  </a:lnTo>
                  <a:lnTo>
                    <a:pt x="153273" y="54372"/>
                  </a:lnTo>
                  <a:lnTo>
                    <a:pt x="155425" y="55058"/>
                  </a:lnTo>
                  <a:lnTo>
                    <a:pt x="157442" y="56371"/>
                  </a:lnTo>
                  <a:lnTo>
                    <a:pt x="158491" y="57268"/>
                  </a:lnTo>
                  <a:lnTo>
                    <a:pt x="159947" y="58669"/>
                  </a:lnTo>
                  <a:lnTo>
                    <a:pt x="161683" y="62133"/>
                  </a:lnTo>
                  <a:lnTo>
                    <a:pt x="162325" y="62683"/>
                  </a:lnTo>
                  <a:lnTo>
                    <a:pt x="163103" y="63034"/>
                  </a:lnTo>
                  <a:lnTo>
                    <a:pt x="163660" y="62940"/>
                  </a:lnTo>
                  <a:lnTo>
                    <a:pt x="164963" y="61473"/>
                  </a:lnTo>
                  <a:lnTo>
                    <a:pt x="166095" y="62555"/>
                  </a:lnTo>
                  <a:lnTo>
                    <a:pt x="166670" y="62416"/>
                  </a:lnTo>
                  <a:lnTo>
                    <a:pt x="167972" y="61611"/>
                  </a:lnTo>
                  <a:lnTo>
                    <a:pt x="169354" y="62611"/>
                  </a:lnTo>
                  <a:lnTo>
                    <a:pt x="172802" y="66420"/>
                  </a:lnTo>
                  <a:lnTo>
                    <a:pt x="173180" y="66332"/>
                  </a:lnTo>
                  <a:lnTo>
                    <a:pt x="173494" y="66719"/>
                  </a:lnTo>
                  <a:lnTo>
                    <a:pt x="173780" y="67590"/>
                  </a:lnTo>
                  <a:lnTo>
                    <a:pt x="173982" y="68666"/>
                  </a:lnTo>
                  <a:lnTo>
                    <a:pt x="174239" y="71946"/>
                  </a:lnTo>
                  <a:lnTo>
                    <a:pt x="175234" y="74337"/>
                  </a:lnTo>
                  <a:lnTo>
                    <a:pt x="176452" y="76521"/>
                  </a:lnTo>
                  <a:lnTo>
                    <a:pt x="177871" y="77716"/>
                  </a:lnTo>
                  <a:lnTo>
                    <a:pt x="180840" y="80578"/>
                  </a:lnTo>
                  <a:lnTo>
                    <a:pt x="182136" y="82904"/>
                  </a:lnTo>
                  <a:lnTo>
                    <a:pt x="183448" y="86848"/>
                  </a:lnTo>
                  <a:lnTo>
                    <a:pt x="185065" y="92044"/>
                  </a:lnTo>
                  <a:lnTo>
                    <a:pt x="185299" y="92515"/>
                  </a:lnTo>
                  <a:lnTo>
                    <a:pt x="189462" y="92358"/>
                  </a:lnTo>
                  <a:lnTo>
                    <a:pt x="194137" y="92369"/>
                  </a:lnTo>
                  <a:lnTo>
                    <a:pt x="194708" y="94447"/>
                  </a:lnTo>
                  <a:lnTo>
                    <a:pt x="194599" y="98570"/>
                  </a:lnTo>
                  <a:lnTo>
                    <a:pt x="194767" y="102796"/>
                  </a:lnTo>
                  <a:lnTo>
                    <a:pt x="195186" y="105727"/>
                  </a:lnTo>
                  <a:lnTo>
                    <a:pt x="195190" y="108428"/>
                  </a:lnTo>
                  <a:lnTo>
                    <a:pt x="194852" y="109796"/>
                  </a:lnTo>
                  <a:lnTo>
                    <a:pt x="194589" y="111360"/>
                  </a:lnTo>
                  <a:lnTo>
                    <a:pt x="194515" y="112044"/>
                  </a:lnTo>
                  <a:lnTo>
                    <a:pt x="195116" y="113020"/>
                  </a:lnTo>
                  <a:lnTo>
                    <a:pt x="195642" y="115268"/>
                  </a:lnTo>
                  <a:lnTo>
                    <a:pt x="195716" y="118395"/>
                  </a:lnTo>
                  <a:lnTo>
                    <a:pt x="195453" y="120057"/>
                  </a:lnTo>
                  <a:lnTo>
                    <a:pt x="195491" y="121425"/>
                  </a:lnTo>
                  <a:lnTo>
                    <a:pt x="195754" y="122598"/>
                  </a:lnTo>
                  <a:lnTo>
                    <a:pt x="195979" y="124553"/>
                  </a:lnTo>
                  <a:lnTo>
                    <a:pt x="195941" y="125724"/>
                  </a:lnTo>
                  <a:lnTo>
                    <a:pt x="195566" y="126897"/>
                  </a:lnTo>
                  <a:lnTo>
                    <a:pt x="195341" y="128363"/>
                  </a:lnTo>
                  <a:lnTo>
                    <a:pt x="195041" y="130220"/>
                  </a:lnTo>
                  <a:lnTo>
                    <a:pt x="194928" y="131686"/>
                  </a:lnTo>
                  <a:lnTo>
                    <a:pt x="194364" y="132370"/>
                  </a:lnTo>
                  <a:lnTo>
                    <a:pt x="193914" y="132859"/>
                  </a:lnTo>
                  <a:lnTo>
                    <a:pt x="193989" y="134716"/>
                  </a:lnTo>
                  <a:lnTo>
                    <a:pt x="194214" y="136280"/>
                  </a:lnTo>
                  <a:lnTo>
                    <a:pt x="194477" y="138136"/>
                  </a:lnTo>
                  <a:lnTo>
                    <a:pt x="194177" y="139407"/>
                  </a:lnTo>
                  <a:lnTo>
                    <a:pt x="193989" y="140873"/>
                  </a:lnTo>
                  <a:lnTo>
                    <a:pt x="193576" y="143219"/>
                  </a:lnTo>
                  <a:lnTo>
                    <a:pt x="193688" y="145172"/>
                  </a:lnTo>
                  <a:lnTo>
                    <a:pt x="193237" y="146834"/>
                  </a:lnTo>
                  <a:lnTo>
                    <a:pt x="192674" y="148300"/>
                  </a:lnTo>
                  <a:lnTo>
                    <a:pt x="192299" y="149473"/>
                  </a:lnTo>
                  <a:lnTo>
                    <a:pt x="192224" y="151134"/>
                  </a:lnTo>
                  <a:lnTo>
                    <a:pt x="191810" y="151721"/>
                  </a:lnTo>
                  <a:lnTo>
                    <a:pt x="191022" y="153089"/>
                  </a:lnTo>
                  <a:lnTo>
                    <a:pt x="190534" y="154066"/>
                  </a:lnTo>
                  <a:lnTo>
                    <a:pt x="189820" y="154359"/>
                  </a:lnTo>
                  <a:lnTo>
                    <a:pt x="189670" y="155141"/>
                  </a:lnTo>
                  <a:lnTo>
                    <a:pt x="189782" y="155923"/>
                  </a:lnTo>
                  <a:lnTo>
                    <a:pt x="190083" y="156412"/>
                  </a:lnTo>
                  <a:lnTo>
                    <a:pt x="190552" y="158103"/>
                  </a:lnTo>
                  <a:lnTo>
                    <a:pt x="191523" y="161016"/>
                  </a:lnTo>
                  <a:lnTo>
                    <a:pt x="188721" y="161378"/>
                  </a:lnTo>
                  <a:lnTo>
                    <a:pt x="187898" y="163965"/>
                  </a:lnTo>
                  <a:lnTo>
                    <a:pt x="186939" y="167654"/>
                  </a:lnTo>
                  <a:lnTo>
                    <a:pt x="187408" y="175124"/>
                  </a:lnTo>
                  <a:lnTo>
                    <a:pt x="186941" y="178967"/>
                  </a:lnTo>
                  <a:lnTo>
                    <a:pt x="187224" y="181124"/>
                  </a:lnTo>
                  <a:lnTo>
                    <a:pt x="187939" y="182619"/>
                  </a:lnTo>
                  <a:lnTo>
                    <a:pt x="188856" y="183444"/>
                  </a:lnTo>
                  <a:lnTo>
                    <a:pt x="190580" y="183495"/>
                  </a:lnTo>
                  <a:lnTo>
                    <a:pt x="191722" y="184078"/>
                  </a:lnTo>
                  <a:lnTo>
                    <a:pt x="191836" y="185075"/>
                  </a:lnTo>
                  <a:lnTo>
                    <a:pt x="191180" y="186522"/>
                  </a:lnTo>
                  <a:lnTo>
                    <a:pt x="190131" y="189253"/>
                  </a:lnTo>
                  <a:lnTo>
                    <a:pt x="189577" y="190444"/>
                  </a:lnTo>
                  <a:lnTo>
                    <a:pt x="187788" y="195931"/>
                  </a:lnTo>
                  <a:lnTo>
                    <a:pt x="187804" y="198267"/>
                  </a:lnTo>
                  <a:lnTo>
                    <a:pt x="187970" y="200155"/>
                  </a:lnTo>
                  <a:lnTo>
                    <a:pt x="188742" y="206080"/>
                  </a:lnTo>
                  <a:lnTo>
                    <a:pt x="189490" y="211823"/>
                  </a:lnTo>
                  <a:lnTo>
                    <a:pt x="190840" y="222183"/>
                  </a:lnTo>
                  <a:lnTo>
                    <a:pt x="190817" y="224590"/>
                  </a:lnTo>
                  <a:lnTo>
                    <a:pt x="190393" y="229934"/>
                  </a:lnTo>
                  <a:lnTo>
                    <a:pt x="190365" y="233182"/>
                  </a:lnTo>
                  <a:lnTo>
                    <a:pt x="190556" y="237399"/>
                  </a:lnTo>
                  <a:lnTo>
                    <a:pt x="190412" y="239582"/>
                  </a:lnTo>
                  <a:lnTo>
                    <a:pt x="190742" y="244470"/>
                  </a:lnTo>
                  <a:lnTo>
                    <a:pt x="191122" y="244822"/>
                  </a:lnTo>
                  <a:lnTo>
                    <a:pt x="194036" y="245772"/>
                  </a:lnTo>
                  <a:lnTo>
                    <a:pt x="196713" y="246643"/>
                  </a:lnTo>
                  <a:lnTo>
                    <a:pt x="200275" y="247802"/>
                  </a:lnTo>
                  <a:lnTo>
                    <a:pt x="201353" y="250671"/>
                  </a:lnTo>
                  <a:lnTo>
                    <a:pt x="202025" y="256958"/>
                  </a:lnTo>
                  <a:lnTo>
                    <a:pt x="201986" y="261664"/>
                  </a:lnTo>
                  <a:lnTo>
                    <a:pt x="201683" y="264068"/>
                  </a:lnTo>
                  <a:lnTo>
                    <a:pt x="199131" y="270940"/>
                  </a:lnTo>
                  <a:lnTo>
                    <a:pt x="196544" y="277903"/>
                  </a:lnTo>
                  <a:lnTo>
                    <a:pt x="193960" y="284856"/>
                  </a:lnTo>
                  <a:lnTo>
                    <a:pt x="191000" y="292827"/>
                  </a:lnTo>
                  <a:lnTo>
                    <a:pt x="193166" y="298596"/>
                  </a:lnTo>
                  <a:lnTo>
                    <a:pt x="194506" y="302163"/>
                  </a:lnTo>
                  <a:lnTo>
                    <a:pt x="196393" y="307190"/>
                  </a:lnTo>
                  <a:lnTo>
                    <a:pt x="196633" y="308396"/>
                  </a:lnTo>
                  <a:lnTo>
                    <a:pt x="196615" y="310370"/>
                  </a:lnTo>
                  <a:lnTo>
                    <a:pt x="198554" y="318021"/>
                  </a:lnTo>
                  <a:lnTo>
                    <a:pt x="199237" y="322015"/>
                  </a:lnTo>
                  <a:lnTo>
                    <a:pt x="199853" y="324358"/>
                  </a:lnTo>
                  <a:lnTo>
                    <a:pt x="201386" y="328020"/>
                  </a:lnTo>
                  <a:lnTo>
                    <a:pt x="202883" y="331600"/>
                  </a:lnTo>
                  <a:lnTo>
                    <a:pt x="204509" y="333240"/>
                  </a:lnTo>
                  <a:lnTo>
                    <a:pt x="205616" y="333601"/>
                  </a:lnTo>
                  <a:lnTo>
                    <a:pt x="208143" y="335494"/>
                  </a:lnTo>
                  <a:lnTo>
                    <a:pt x="209061" y="336997"/>
                  </a:lnTo>
                  <a:lnTo>
                    <a:pt x="210545" y="340800"/>
                  </a:lnTo>
                  <a:lnTo>
                    <a:pt x="212282" y="340280"/>
                  </a:lnTo>
                  <a:lnTo>
                    <a:pt x="212644" y="340277"/>
                  </a:lnTo>
                  <a:lnTo>
                    <a:pt x="212741" y="340552"/>
                  </a:lnTo>
                  <a:lnTo>
                    <a:pt x="212792" y="341779"/>
                  </a:lnTo>
                  <a:lnTo>
                    <a:pt x="212534" y="347688"/>
                  </a:lnTo>
                  <a:lnTo>
                    <a:pt x="213017" y="353643"/>
                  </a:lnTo>
                  <a:lnTo>
                    <a:pt x="213355" y="362612"/>
                  </a:lnTo>
                  <a:lnTo>
                    <a:pt x="213228" y="364163"/>
                  </a:lnTo>
                  <a:lnTo>
                    <a:pt x="212812" y="366757"/>
                  </a:lnTo>
                  <a:lnTo>
                    <a:pt x="212792" y="368428"/>
                  </a:lnTo>
                  <a:lnTo>
                    <a:pt x="212681" y="369449"/>
                  </a:lnTo>
                  <a:lnTo>
                    <a:pt x="212798" y="369905"/>
                  </a:lnTo>
                  <a:lnTo>
                    <a:pt x="213350" y="370518"/>
                  </a:lnTo>
                  <a:lnTo>
                    <a:pt x="214529" y="370844"/>
                  </a:lnTo>
                  <a:lnTo>
                    <a:pt x="217383" y="369837"/>
                  </a:lnTo>
                  <a:lnTo>
                    <a:pt x="217716" y="370090"/>
                  </a:lnTo>
                  <a:lnTo>
                    <a:pt x="218399" y="371155"/>
                  </a:lnTo>
                  <a:lnTo>
                    <a:pt x="218914" y="372822"/>
                  </a:lnTo>
                  <a:lnTo>
                    <a:pt x="218955" y="373617"/>
                  </a:lnTo>
                  <a:lnTo>
                    <a:pt x="218238" y="375003"/>
                  </a:lnTo>
                  <a:lnTo>
                    <a:pt x="218117" y="377353"/>
                  </a:lnTo>
                  <a:lnTo>
                    <a:pt x="218333" y="380866"/>
                  </a:lnTo>
                  <a:lnTo>
                    <a:pt x="218233" y="381295"/>
                  </a:lnTo>
                  <a:lnTo>
                    <a:pt x="217603" y="382097"/>
                  </a:lnTo>
                  <a:lnTo>
                    <a:pt x="217398" y="387180"/>
                  </a:lnTo>
                  <a:lnTo>
                    <a:pt x="217281" y="387647"/>
                  </a:lnTo>
                  <a:lnTo>
                    <a:pt x="216545" y="388163"/>
                  </a:lnTo>
                  <a:lnTo>
                    <a:pt x="213066" y="387821"/>
                  </a:lnTo>
                  <a:lnTo>
                    <a:pt x="212668" y="387961"/>
                  </a:lnTo>
                  <a:lnTo>
                    <a:pt x="211361" y="389305"/>
                  </a:lnTo>
                  <a:lnTo>
                    <a:pt x="209122" y="390269"/>
                  </a:lnTo>
                  <a:lnTo>
                    <a:pt x="208506" y="390813"/>
                  </a:lnTo>
                  <a:lnTo>
                    <a:pt x="207680" y="392342"/>
                  </a:lnTo>
                  <a:lnTo>
                    <a:pt x="207082" y="394215"/>
                  </a:lnTo>
                  <a:lnTo>
                    <a:pt x="206968" y="395937"/>
                  </a:lnTo>
                  <a:lnTo>
                    <a:pt x="206852" y="396297"/>
                  </a:lnTo>
                  <a:lnTo>
                    <a:pt x="205564" y="395944"/>
                  </a:lnTo>
                  <a:lnTo>
                    <a:pt x="205145" y="397443"/>
                  </a:lnTo>
                  <a:lnTo>
                    <a:pt x="202656" y="399684"/>
                  </a:lnTo>
                  <a:lnTo>
                    <a:pt x="202344" y="400171"/>
                  </a:lnTo>
                  <a:lnTo>
                    <a:pt x="201976" y="401963"/>
                  </a:lnTo>
                  <a:lnTo>
                    <a:pt x="201644" y="406970"/>
                  </a:lnTo>
                  <a:lnTo>
                    <a:pt x="201345" y="411476"/>
                  </a:lnTo>
                  <a:lnTo>
                    <a:pt x="201155" y="412134"/>
                  </a:lnTo>
                  <a:lnTo>
                    <a:pt x="200371" y="413673"/>
                  </a:lnTo>
                  <a:lnTo>
                    <a:pt x="200294" y="414197"/>
                  </a:lnTo>
                  <a:lnTo>
                    <a:pt x="200402" y="415937"/>
                  </a:lnTo>
                  <a:lnTo>
                    <a:pt x="200047" y="419121"/>
                  </a:lnTo>
                  <a:lnTo>
                    <a:pt x="199767" y="427941"/>
                  </a:lnTo>
                  <a:lnTo>
                    <a:pt x="199454" y="430417"/>
                  </a:lnTo>
                  <a:lnTo>
                    <a:pt x="198832" y="430619"/>
                  </a:lnTo>
                  <a:lnTo>
                    <a:pt x="198346" y="431856"/>
                  </a:lnTo>
                  <a:lnTo>
                    <a:pt x="197459" y="433379"/>
                  </a:lnTo>
                  <a:lnTo>
                    <a:pt x="195537" y="432201"/>
                  </a:lnTo>
                  <a:lnTo>
                    <a:pt x="194012" y="430963"/>
                  </a:lnTo>
                  <a:lnTo>
                    <a:pt x="188961" y="428057"/>
                  </a:lnTo>
                  <a:lnTo>
                    <a:pt x="188408" y="426650"/>
                  </a:lnTo>
                  <a:lnTo>
                    <a:pt x="188094" y="424177"/>
                  </a:lnTo>
                  <a:lnTo>
                    <a:pt x="187220" y="423481"/>
                  </a:lnTo>
                  <a:lnTo>
                    <a:pt x="185967" y="427190"/>
                  </a:lnTo>
                  <a:lnTo>
                    <a:pt x="181703" y="425046"/>
                  </a:lnTo>
                  <a:lnTo>
                    <a:pt x="180254" y="425705"/>
                  </a:lnTo>
                  <a:lnTo>
                    <a:pt x="179360" y="424551"/>
                  </a:lnTo>
                  <a:lnTo>
                    <a:pt x="177063" y="424480"/>
                  </a:lnTo>
                  <a:lnTo>
                    <a:pt x="175246" y="422168"/>
                  </a:lnTo>
                  <a:lnTo>
                    <a:pt x="172648" y="423757"/>
                  </a:lnTo>
                  <a:lnTo>
                    <a:pt x="170591" y="424066"/>
                  </a:lnTo>
                  <a:lnTo>
                    <a:pt x="167772" y="420009"/>
                  </a:lnTo>
                  <a:lnTo>
                    <a:pt x="164740" y="418890"/>
                  </a:lnTo>
                  <a:lnTo>
                    <a:pt x="162280" y="419232"/>
                  </a:lnTo>
                  <a:lnTo>
                    <a:pt x="161016" y="418915"/>
                  </a:lnTo>
                  <a:lnTo>
                    <a:pt x="158966" y="417461"/>
                  </a:lnTo>
                  <a:lnTo>
                    <a:pt x="157992" y="415959"/>
                  </a:lnTo>
                  <a:lnTo>
                    <a:pt x="156396" y="417100"/>
                  </a:lnTo>
                  <a:lnTo>
                    <a:pt x="155675" y="414976"/>
                  </a:lnTo>
                  <a:lnTo>
                    <a:pt x="151156" y="413007"/>
                  </a:lnTo>
                  <a:lnTo>
                    <a:pt x="150320" y="409245"/>
                  </a:lnTo>
                  <a:lnTo>
                    <a:pt x="149691" y="405748"/>
                  </a:lnTo>
                  <a:lnTo>
                    <a:pt x="149643" y="402154"/>
                  </a:lnTo>
                  <a:lnTo>
                    <a:pt x="148541" y="395872"/>
                  </a:lnTo>
                  <a:lnTo>
                    <a:pt x="148174" y="386751"/>
                  </a:lnTo>
                  <a:lnTo>
                    <a:pt x="147766" y="383188"/>
                  </a:lnTo>
                  <a:lnTo>
                    <a:pt x="147155" y="380091"/>
                  </a:lnTo>
                  <a:lnTo>
                    <a:pt x="146340" y="377458"/>
                  </a:lnTo>
                  <a:lnTo>
                    <a:pt x="145232" y="374639"/>
                  </a:lnTo>
                  <a:lnTo>
                    <a:pt x="144269" y="373525"/>
                  </a:lnTo>
                  <a:lnTo>
                    <a:pt x="140045" y="371381"/>
                  </a:lnTo>
                  <a:lnTo>
                    <a:pt x="139230" y="371665"/>
                  </a:lnTo>
                  <a:lnTo>
                    <a:pt x="137342" y="373069"/>
                  </a:lnTo>
                  <a:lnTo>
                    <a:pt x="135332" y="376187"/>
                  </a:lnTo>
                  <a:lnTo>
                    <a:pt x="132030" y="377962"/>
                  </a:lnTo>
                  <a:lnTo>
                    <a:pt x="131364" y="379304"/>
                  </a:lnTo>
                  <a:lnTo>
                    <a:pt x="130534" y="382323"/>
                  </a:lnTo>
                  <a:lnTo>
                    <a:pt x="129461" y="384078"/>
                  </a:lnTo>
                  <a:lnTo>
                    <a:pt x="127986" y="383623"/>
                  </a:lnTo>
                  <a:lnTo>
                    <a:pt x="126401" y="385413"/>
                  </a:lnTo>
                  <a:lnTo>
                    <a:pt x="123462" y="390398"/>
                  </a:lnTo>
                  <a:lnTo>
                    <a:pt x="121912" y="391923"/>
                  </a:lnTo>
                  <a:lnTo>
                    <a:pt x="120614" y="391809"/>
                  </a:lnTo>
                  <a:lnTo>
                    <a:pt x="119219" y="389438"/>
                  </a:lnTo>
                  <a:lnTo>
                    <a:pt x="116096" y="386262"/>
                  </a:lnTo>
                  <a:lnTo>
                    <a:pt x="114077" y="385206"/>
                  </a:lnTo>
                  <a:lnTo>
                    <a:pt x="111275" y="385935"/>
                  </a:lnTo>
                  <a:lnTo>
                    <a:pt x="109949" y="385407"/>
                  </a:lnTo>
                  <a:lnTo>
                    <a:pt x="107693" y="381678"/>
                  </a:lnTo>
                  <a:lnTo>
                    <a:pt x="107101" y="378975"/>
                  </a:lnTo>
                  <a:lnTo>
                    <a:pt x="105815" y="377165"/>
                  </a:lnTo>
                  <a:lnTo>
                    <a:pt x="101736" y="373104"/>
                  </a:lnTo>
                  <a:lnTo>
                    <a:pt x="98433" y="367742"/>
                  </a:lnTo>
                  <a:lnTo>
                    <a:pt x="97826" y="365715"/>
                  </a:lnTo>
                  <a:lnTo>
                    <a:pt x="97422" y="362720"/>
                  </a:lnTo>
                  <a:lnTo>
                    <a:pt x="95983" y="359081"/>
                  </a:lnTo>
                  <a:lnTo>
                    <a:pt x="92758" y="356103"/>
                  </a:lnTo>
                  <a:lnTo>
                    <a:pt x="90929" y="352937"/>
                  </a:lnTo>
                  <a:lnTo>
                    <a:pt x="88785" y="352233"/>
                  </a:lnTo>
                  <a:lnTo>
                    <a:pt x="86790" y="352330"/>
                  </a:lnTo>
                  <a:lnTo>
                    <a:pt x="85913" y="351762"/>
                  </a:lnTo>
                  <a:lnTo>
                    <a:pt x="85112" y="350408"/>
                  </a:lnTo>
                  <a:lnTo>
                    <a:pt x="82391" y="343868"/>
                  </a:lnTo>
                  <a:lnTo>
                    <a:pt x="82359" y="341282"/>
                  </a:lnTo>
                  <a:lnTo>
                    <a:pt x="80682" y="334891"/>
                  </a:lnTo>
                  <a:lnTo>
                    <a:pt x="80289" y="332617"/>
                  </a:lnTo>
                  <a:lnTo>
                    <a:pt x="79928" y="326293"/>
                  </a:lnTo>
                  <a:lnTo>
                    <a:pt x="79464" y="324639"/>
                  </a:lnTo>
                  <a:lnTo>
                    <a:pt x="77713" y="322037"/>
                  </a:lnTo>
                  <a:lnTo>
                    <a:pt x="77441" y="320333"/>
                  </a:lnTo>
                  <a:lnTo>
                    <a:pt x="77813" y="318070"/>
                  </a:lnTo>
                  <a:lnTo>
                    <a:pt x="77813" y="316347"/>
                  </a:lnTo>
                  <a:lnTo>
                    <a:pt x="76902" y="314730"/>
                  </a:lnTo>
                  <a:lnTo>
                    <a:pt x="75535" y="313869"/>
                  </a:lnTo>
                  <a:lnTo>
                    <a:pt x="75205" y="311930"/>
                  </a:lnTo>
                  <a:lnTo>
                    <a:pt x="75453" y="308158"/>
                  </a:lnTo>
                  <a:lnTo>
                    <a:pt x="75245" y="305787"/>
                  </a:lnTo>
                  <a:lnTo>
                    <a:pt x="74041" y="302007"/>
                  </a:lnTo>
                  <a:lnTo>
                    <a:pt x="72262" y="298135"/>
                  </a:lnTo>
                  <a:lnTo>
                    <a:pt x="70482" y="292407"/>
                  </a:lnTo>
                  <a:lnTo>
                    <a:pt x="69787" y="290978"/>
                  </a:lnTo>
                  <a:lnTo>
                    <a:pt x="69332" y="287230"/>
                  </a:lnTo>
                  <a:lnTo>
                    <a:pt x="68681" y="282784"/>
                  </a:lnTo>
                  <a:lnTo>
                    <a:pt x="67676" y="282464"/>
                  </a:lnTo>
                  <a:lnTo>
                    <a:pt x="62814" y="287795"/>
                  </a:lnTo>
                  <a:lnTo>
                    <a:pt x="61395" y="284796"/>
                  </a:lnTo>
                  <a:lnTo>
                    <a:pt x="57129" y="279581"/>
                  </a:lnTo>
                  <a:lnTo>
                    <a:pt x="56832" y="278798"/>
                  </a:lnTo>
                  <a:lnTo>
                    <a:pt x="56535" y="277602"/>
                  </a:lnTo>
                  <a:lnTo>
                    <a:pt x="57070" y="276912"/>
                  </a:lnTo>
                  <a:lnTo>
                    <a:pt x="57605" y="276631"/>
                  </a:lnTo>
                  <a:lnTo>
                    <a:pt x="58674" y="277559"/>
                  </a:lnTo>
                  <a:lnTo>
                    <a:pt x="59321" y="276462"/>
                  </a:lnTo>
                  <a:lnTo>
                    <a:pt x="59062" y="274695"/>
                  </a:lnTo>
                  <a:lnTo>
                    <a:pt x="57993" y="273598"/>
                  </a:lnTo>
                  <a:lnTo>
                    <a:pt x="56535" y="273683"/>
                  </a:lnTo>
                  <a:lnTo>
                    <a:pt x="56934" y="275339"/>
                  </a:lnTo>
                  <a:lnTo>
                    <a:pt x="55568" y="276912"/>
                  </a:lnTo>
                  <a:lnTo>
                    <a:pt x="55278" y="278970"/>
                  </a:lnTo>
                  <a:lnTo>
                    <a:pt x="55476" y="281516"/>
                  </a:lnTo>
                  <a:lnTo>
                    <a:pt x="55595" y="285079"/>
                  </a:lnTo>
                  <a:lnTo>
                    <a:pt x="55038" y="286807"/>
                  </a:lnTo>
                  <a:lnTo>
                    <a:pt x="54610" y="287602"/>
                  </a:lnTo>
                  <a:lnTo>
                    <a:pt x="52776" y="287814"/>
                  </a:lnTo>
                  <a:lnTo>
                    <a:pt x="51920" y="289388"/>
                  </a:lnTo>
                  <a:lnTo>
                    <a:pt x="51363" y="289763"/>
                  </a:lnTo>
                  <a:lnTo>
                    <a:pt x="50591" y="288538"/>
                  </a:lnTo>
                  <a:lnTo>
                    <a:pt x="50092" y="287540"/>
                  </a:lnTo>
                  <a:lnTo>
                    <a:pt x="49684" y="285412"/>
                  </a:lnTo>
                  <a:lnTo>
                    <a:pt x="49559" y="283927"/>
                  </a:lnTo>
                  <a:lnTo>
                    <a:pt x="49715" y="283086"/>
                  </a:lnTo>
                  <a:lnTo>
                    <a:pt x="49502" y="281850"/>
                  </a:lnTo>
                  <a:lnTo>
                    <a:pt x="48917" y="280216"/>
                  </a:lnTo>
                  <a:lnTo>
                    <a:pt x="48324" y="279319"/>
                  </a:lnTo>
                  <a:lnTo>
                    <a:pt x="47726" y="279156"/>
                  </a:lnTo>
                  <a:lnTo>
                    <a:pt x="47229" y="278160"/>
                  </a:lnTo>
                  <a:lnTo>
                    <a:pt x="46833" y="276334"/>
                  </a:lnTo>
                  <a:lnTo>
                    <a:pt x="45908" y="275127"/>
                  </a:lnTo>
                  <a:lnTo>
                    <a:pt x="45327" y="274892"/>
                  </a:lnTo>
                  <a:lnTo>
                    <a:pt x="45310" y="269254"/>
                  </a:lnTo>
                  <a:lnTo>
                    <a:pt x="45294" y="264313"/>
                  </a:lnTo>
                  <a:lnTo>
                    <a:pt x="45278" y="259404"/>
                  </a:lnTo>
                  <a:lnTo>
                    <a:pt x="43299" y="259207"/>
                  </a:lnTo>
                  <a:lnTo>
                    <a:pt x="41518" y="259031"/>
                  </a:lnTo>
                  <a:lnTo>
                    <a:pt x="41518" y="254921"/>
                  </a:lnTo>
                  <a:lnTo>
                    <a:pt x="41518" y="247265"/>
                  </a:lnTo>
                  <a:lnTo>
                    <a:pt x="42363" y="241332"/>
                  </a:lnTo>
                  <a:lnTo>
                    <a:pt x="43227" y="235627"/>
                  </a:lnTo>
                  <a:lnTo>
                    <a:pt x="41916" y="231431"/>
                  </a:lnTo>
                  <a:lnTo>
                    <a:pt x="40519" y="226953"/>
                  </a:lnTo>
                  <a:lnTo>
                    <a:pt x="39615" y="225096"/>
                  </a:lnTo>
                  <a:lnTo>
                    <a:pt x="38550" y="219504"/>
                  </a:lnTo>
                  <a:lnTo>
                    <a:pt x="38018" y="217032"/>
                  </a:lnTo>
                  <a:lnTo>
                    <a:pt x="37547" y="216093"/>
                  </a:lnTo>
                  <a:lnTo>
                    <a:pt x="37040" y="215546"/>
                  </a:lnTo>
                  <a:lnTo>
                    <a:pt x="35180" y="215765"/>
                  </a:lnTo>
                  <a:lnTo>
                    <a:pt x="33445" y="212757"/>
                  </a:lnTo>
                  <a:lnTo>
                    <a:pt x="31407" y="209223"/>
                  </a:lnTo>
                  <a:lnTo>
                    <a:pt x="28918" y="204911"/>
                  </a:lnTo>
                  <a:lnTo>
                    <a:pt x="26728" y="202094"/>
                  </a:lnTo>
                  <a:lnTo>
                    <a:pt x="25833" y="201474"/>
                  </a:lnTo>
                  <a:lnTo>
                    <a:pt x="23727" y="201255"/>
                  </a:lnTo>
                  <a:lnTo>
                    <a:pt x="23503" y="200717"/>
                  </a:lnTo>
                  <a:lnTo>
                    <a:pt x="23360" y="199170"/>
                  </a:lnTo>
                  <a:lnTo>
                    <a:pt x="23364" y="197447"/>
                  </a:lnTo>
                  <a:lnTo>
                    <a:pt x="24049" y="194850"/>
                  </a:lnTo>
                  <a:lnTo>
                    <a:pt x="24103" y="193218"/>
                  </a:lnTo>
                  <a:lnTo>
                    <a:pt x="22673" y="187720"/>
                  </a:lnTo>
                  <a:lnTo>
                    <a:pt x="22231" y="186112"/>
                  </a:lnTo>
                  <a:lnTo>
                    <a:pt x="21007" y="185466"/>
                  </a:lnTo>
                  <a:lnTo>
                    <a:pt x="21251" y="183880"/>
                  </a:lnTo>
                  <a:lnTo>
                    <a:pt x="21251" y="182820"/>
                  </a:lnTo>
                  <a:lnTo>
                    <a:pt x="21077" y="181986"/>
                  </a:lnTo>
                  <a:lnTo>
                    <a:pt x="20794" y="181585"/>
                  </a:lnTo>
                  <a:lnTo>
                    <a:pt x="20435" y="181541"/>
                  </a:lnTo>
                  <a:lnTo>
                    <a:pt x="19475" y="182191"/>
                  </a:lnTo>
                  <a:lnTo>
                    <a:pt x="18742" y="179713"/>
                  </a:lnTo>
                  <a:lnTo>
                    <a:pt x="16465" y="172657"/>
                  </a:lnTo>
                  <a:lnTo>
                    <a:pt x="15735" y="171800"/>
                  </a:lnTo>
                  <a:lnTo>
                    <a:pt x="15600" y="171316"/>
                  </a:lnTo>
                  <a:lnTo>
                    <a:pt x="16157" y="169153"/>
                  </a:lnTo>
                  <a:lnTo>
                    <a:pt x="17094" y="165947"/>
                  </a:lnTo>
                  <a:lnTo>
                    <a:pt x="17254" y="164086"/>
                  </a:lnTo>
                  <a:lnTo>
                    <a:pt x="17074" y="162043"/>
                  </a:lnTo>
                  <a:lnTo>
                    <a:pt x="16060" y="158188"/>
                  </a:lnTo>
                  <a:lnTo>
                    <a:pt x="16307" y="156556"/>
                  </a:lnTo>
                  <a:lnTo>
                    <a:pt x="16743" y="154679"/>
                  </a:lnTo>
                  <a:lnTo>
                    <a:pt x="16778" y="153269"/>
                  </a:lnTo>
                  <a:lnTo>
                    <a:pt x="17460" y="153478"/>
                  </a:lnTo>
                  <a:lnTo>
                    <a:pt x="18330" y="153499"/>
                  </a:lnTo>
                  <a:lnTo>
                    <a:pt x="18603" y="152350"/>
                  </a:lnTo>
                  <a:lnTo>
                    <a:pt x="18586" y="148329"/>
                  </a:lnTo>
                  <a:lnTo>
                    <a:pt x="18791" y="146862"/>
                  </a:lnTo>
                  <a:lnTo>
                    <a:pt x="21548" y="140063"/>
                  </a:lnTo>
                  <a:lnTo>
                    <a:pt x="22921" y="138537"/>
                  </a:lnTo>
                  <a:lnTo>
                    <a:pt x="23966" y="137134"/>
                  </a:lnTo>
                  <a:lnTo>
                    <a:pt x="24203" y="135093"/>
                  </a:lnTo>
                  <a:lnTo>
                    <a:pt x="23988" y="134042"/>
                  </a:lnTo>
                  <a:lnTo>
                    <a:pt x="23784" y="132506"/>
                  </a:lnTo>
                  <a:lnTo>
                    <a:pt x="23720" y="131400"/>
                  </a:lnTo>
                  <a:lnTo>
                    <a:pt x="22567" y="128353"/>
                  </a:lnTo>
                  <a:lnTo>
                    <a:pt x="22167" y="126817"/>
                  </a:lnTo>
                  <a:lnTo>
                    <a:pt x="22118" y="125417"/>
                  </a:lnTo>
                  <a:lnTo>
                    <a:pt x="22390" y="122937"/>
                  </a:lnTo>
                  <a:lnTo>
                    <a:pt x="22871" y="121015"/>
                  </a:lnTo>
                  <a:lnTo>
                    <a:pt x="24501" y="119885"/>
                  </a:lnTo>
                  <a:lnTo>
                    <a:pt x="25427" y="118917"/>
                  </a:lnTo>
                  <a:lnTo>
                    <a:pt x="25551" y="118057"/>
                  </a:lnTo>
                  <a:lnTo>
                    <a:pt x="24348" y="116659"/>
                  </a:lnTo>
                  <a:lnTo>
                    <a:pt x="21781" y="116220"/>
                  </a:lnTo>
                  <a:lnTo>
                    <a:pt x="19907" y="116622"/>
                  </a:lnTo>
                  <a:lnTo>
                    <a:pt x="19306" y="116183"/>
                  </a:lnTo>
                  <a:lnTo>
                    <a:pt x="18416" y="113473"/>
                  </a:lnTo>
                  <a:lnTo>
                    <a:pt x="17468" y="112030"/>
                  </a:lnTo>
                  <a:lnTo>
                    <a:pt x="16585" y="111104"/>
                  </a:lnTo>
                  <a:lnTo>
                    <a:pt x="15721" y="111274"/>
                  </a:lnTo>
                  <a:lnTo>
                    <a:pt x="15197" y="110904"/>
                  </a:lnTo>
                  <a:lnTo>
                    <a:pt x="15075" y="109742"/>
                  </a:lnTo>
                  <a:lnTo>
                    <a:pt x="13829" y="100839"/>
                  </a:lnTo>
                  <a:lnTo>
                    <a:pt x="13436" y="99621"/>
                  </a:lnTo>
                  <a:lnTo>
                    <a:pt x="12854" y="99319"/>
                  </a:lnTo>
                  <a:lnTo>
                    <a:pt x="12367" y="99263"/>
                  </a:lnTo>
                  <a:lnTo>
                    <a:pt x="12042" y="98650"/>
                  </a:lnTo>
                  <a:lnTo>
                    <a:pt x="11694" y="97420"/>
                  </a:lnTo>
                  <a:lnTo>
                    <a:pt x="11444" y="95812"/>
                  </a:lnTo>
                  <a:lnTo>
                    <a:pt x="11425" y="93699"/>
                  </a:lnTo>
                  <a:lnTo>
                    <a:pt x="11477" y="91887"/>
                  </a:lnTo>
                  <a:lnTo>
                    <a:pt x="11309" y="90720"/>
                  </a:lnTo>
                  <a:lnTo>
                    <a:pt x="10880" y="89559"/>
                  </a:lnTo>
                  <a:lnTo>
                    <a:pt x="10271" y="88725"/>
                  </a:lnTo>
                  <a:lnTo>
                    <a:pt x="9738" y="87738"/>
                  </a:lnTo>
                  <a:lnTo>
                    <a:pt x="8802" y="79920"/>
                  </a:lnTo>
                  <a:lnTo>
                    <a:pt x="8427" y="77818"/>
                  </a:lnTo>
                  <a:lnTo>
                    <a:pt x="8424" y="77599"/>
                  </a:lnTo>
                  <a:lnTo>
                    <a:pt x="8442" y="77188"/>
                  </a:lnTo>
                  <a:lnTo>
                    <a:pt x="8346" y="75393"/>
                  </a:lnTo>
                  <a:lnTo>
                    <a:pt x="8783" y="73836"/>
                  </a:lnTo>
                  <a:lnTo>
                    <a:pt x="8753" y="73227"/>
                  </a:lnTo>
                  <a:lnTo>
                    <a:pt x="7856" y="71255"/>
                  </a:lnTo>
                  <a:lnTo>
                    <a:pt x="6595" y="69287"/>
                  </a:lnTo>
                  <a:lnTo>
                    <a:pt x="6254" y="68942"/>
                  </a:lnTo>
                  <a:lnTo>
                    <a:pt x="6244" y="66844"/>
                  </a:lnTo>
                  <a:lnTo>
                    <a:pt x="6289" y="65254"/>
                  </a:lnTo>
                  <a:lnTo>
                    <a:pt x="6176" y="63823"/>
                  </a:lnTo>
                  <a:lnTo>
                    <a:pt x="5937" y="63005"/>
                  </a:lnTo>
                  <a:lnTo>
                    <a:pt x="5928" y="62360"/>
                  </a:lnTo>
                  <a:lnTo>
                    <a:pt x="6435" y="60817"/>
                  </a:lnTo>
                  <a:lnTo>
                    <a:pt x="6109" y="59805"/>
                  </a:lnTo>
                  <a:lnTo>
                    <a:pt x="4252" y="57304"/>
                  </a:lnTo>
                  <a:lnTo>
                    <a:pt x="3554" y="56047"/>
                  </a:lnTo>
                  <a:lnTo>
                    <a:pt x="2267" y="55799"/>
                  </a:lnTo>
                  <a:lnTo>
                    <a:pt x="2135" y="54976"/>
                  </a:lnTo>
                  <a:lnTo>
                    <a:pt x="2335" y="53228"/>
                  </a:lnTo>
                  <a:lnTo>
                    <a:pt x="2778" y="51112"/>
                  </a:lnTo>
                  <a:lnTo>
                    <a:pt x="3476" y="49030"/>
                  </a:lnTo>
                  <a:lnTo>
                    <a:pt x="3698" y="47930"/>
                  </a:lnTo>
                  <a:lnTo>
                    <a:pt x="3968" y="46062"/>
                  </a:lnTo>
                  <a:lnTo>
                    <a:pt x="4060" y="44736"/>
                  </a:lnTo>
                  <a:lnTo>
                    <a:pt x="4841" y="42869"/>
                  </a:lnTo>
                  <a:lnTo>
                    <a:pt x="4844" y="42382"/>
                  </a:lnTo>
                  <a:lnTo>
                    <a:pt x="4628" y="41716"/>
                  </a:lnTo>
                  <a:lnTo>
                    <a:pt x="4003" y="41338"/>
                  </a:lnTo>
                  <a:lnTo>
                    <a:pt x="3365" y="41186"/>
                  </a:lnTo>
                  <a:lnTo>
                    <a:pt x="3126" y="40845"/>
                  </a:lnTo>
                  <a:lnTo>
                    <a:pt x="3038" y="39845"/>
                  </a:lnTo>
                  <a:lnTo>
                    <a:pt x="3118" y="35776"/>
                  </a:lnTo>
                  <a:lnTo>
                    <a:pt x="2917" y="33327"/>
                  </a:lnTo>
                  <a:lnTo>
                    <a:pt x="2654" y="31556"/>
                  </a:lnTo>
                  <a:lnTo>
                    <a:pt x="2821" y="27555"/>
                  </a:lnTo>
                  <a:lnTo>
                    <a:pt x="2375" y="26751"/>
                  </a:lnTo>
                  <a:lnTo>
                    <a:pt x="1675" y="24649"/>
                  </a:lnTo>
                  <a:lnTo>
                    <a:pt x="1377" y="22875"/>
                  </a:lnTo>
                  <a:lnTo>
                    <a:pt x="1539" y="22215"/>
                  </a:lnTo>
                  <a:lnTo>
                    <a:pt x="1687" y="21047"/>
                  </a:lnTo>
                  <a:lnTo>
                    <a:pt x="1786" y="19517"/>
                  </a:lnTo>
                  <a:lnTo>
                    <a:pt x="1757" y="18430"/>
                  </a:lnTo>
                  <a:lnTo>
                    <a:pt x="1113" y="17373"/>
                  </a:lnTo>
                  <a:lnTo>
                    <a:pt x="634" y="16259"/>
                  </a:lnTo>
                  <a:lnTo>
                    <a:pt x="579" y="15028"/>
                  </a:lnTo>
                  <a:lnTo>
                    <a:pt x="389" y="13525"/>
                  </a:lnTo>
                  <a:lnTo>
                    <a:pt x="119" y="12337"/>
                  </a:lnTo>
                  <a:lnTo>
                    <a:pt x="0" y="11557"/>
                  </a:lnTo>
                  <a:lnTo>
                    <a:pt x="235" y="11098"/>
                  </a:lnTo>
                  <a:lnTo>
                    <a:pt x="1144" y="10735"/>
                  </a:lnTo>
                  <a:lnTo>
                    <a:pt x="2466" y="10985"/>
                  </a:lnTo>
                  <a:lnTo>
                    <a:pt x="3545" y="11007"/>
                  </a:lnTo>
                  <a:lnTo>
                    <a:pt x="4157" y="10236"/>
                  </a:lnTo>
                  <a:lnTo>
                    <a:pt x="4913" y="3008"/>
                  </a:lnTo>
                  <a:lnTo>
                    <a:pt x="5603" y="1102"/>
                  </a:lnTo>
                  <a:lnTo>
                    <a:pt x="6402" y="0"/>
                  </a:lnTo>
                  <a:lnTo>
                    <a:pt x="7968" y="2565"/>
                  </a:lnTo>
                  <a:lnTo>
                    <a:pt x="8617" y="3471"/>
                  </a:lnTo>
                  <a:lnTo>
                    <a:pt x="9015" y="3490"/>
                  </a:lnTo>
                  <a:lnTo>
                    <a:pt x="9254" y="4120"/>
                  </a:lnTo>
                  <a:lnTo>
                    <a:pt x="11093" y="10195"/>
                  </a:lnTo>
                  <a:lnTo>
                    <a:pt x="11905" y="11987"/>
                  </a:lnTo>
                  <a:lnTo>
                    <a:pt x="12375" y="13503"/>
                  </a:lnTo>
                  <a:lnTo>
                    <a:pt x="12695" y="15195"/>
                  </a:lnTo>
                  <a:lnTo>
                    <a:pt x="13256" y="16338"/>
                  </a:lnTo>
                  <a:lnTo>
                    <a:pt x="13998" y="16957"/>
                  </a:lnTo>
                  <a:lnTo>
                    <a:pt x="14901" y="18598"/>
                  </a:lnTo>
                  <a:lnTo>
                    <a:pt x="15511" y="19876"/>
                  </a:lnTo>
                  <a:lnTo>
                    <a:pt x="16538" y="22525"/>
                  </a:lnTo>
                  <a:lnTo>
                    <a:pt x="17620" y="23513"/>
                  </a:lnTo>
                  <a:lnTo>
                    <a:pt x="21559" y="2543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1"/>
            <p:cNvSpPr/>
            <p:nvPr/>
          </p:nvSpPr>
          <p:spPr>
            <a:xfrm>
              <a:off x="3608903" y="2529767"/>
              <a:ext cx="110976" cy="245499"/>
            </a:xfrm>
            <a:custGeom>
              <a:avLst/>
              <a:pathLst>
                <a:path w="110976" h="245499">
                  <a:moveTo>
                    <a:pt x="68037" y="6779"/>
                  </a:moveTo>
                  <a:lnTo>
                    <a:pt x="68040" y="6999"/>
                  </a:lnTo>
                  <a:lnTo>
                    <a:pt x="68415" y="9101"/>
                  </a:lnTo>
                  <a:lnTo>
                    <a:pt x="69351" y="16918"/>
                  </a:lnTo>
                  <a:lnTo>
                    <a:pt x="69884" y="17905"/>
                  </a:lnTo>
                  <a:lnTo>
                    <a:pt x="70493" y="18739"/>
                  </a:lnTo>
                  <a:lnTo>
                    <a:pt x="70922" y="19900"/>
                  </a:lnTo>
                  <a:lnTo>
                    <a:pt x="71090" y="21068"/>
                  </a:lnTo>
                  <a:lnTo>
                    <a:pt x="71038" y="22880"/>
                  </a:lnTo>
                  <a:lnTo>
                    <a:pt x="71056" y="24992"/>
                  </a:lnTo>
                  <a:lnTo>
                    <a:pt x="71307" y="26601"/>
                  </a:lnTo>
                  <a:lnTo>
                    <a:pt x="71655" y="27830"/>
                  </a:lnTo>
                  <a:lnTo>
                    <a:pt x="71980" y="28443"/>
                  </a:lnTo>
                  <a:lnTo>
                    <a:pt x="72467" y="28500"/>
                  </a:lnTo>
                  <a:lnTo>
                    <a:pt x="73049" y="28801"/>
                  </a:lnTo>
                  <a:lnTo>
                    <a:pt x="73442" y="30019"/>
                  </a:lnTo>
                  <a:lnTo>
                    <a:pt x="74688" y="38923"/>
                  </a:lnTo>
                  <a:lnTo>
                    <a:pt x="74810" y="40084"/>
                  </a:lnTo>
                  <a:lnTo>
                    <a:pt x="75334" y="40455"/>
                  </a:lnTo>
                  <a:lnTo>
                    <a:pt x="76198" y="40285"/>
                  </a:lnTo>
                  <a:lnTo>
                    <a:pt x="77081" y="41211"/>
                  </a:lnTo>
                  <a:lnTo>
                    <a:pt x="78028" y="42654"/>
                  </a:lnTo>
                  <a:lnTo>
                    <a:pt x="78919" y="45363"/>
                  </a:lnTo>
                  <a:lnTo>
                    <a:pt x="79520" y="45802"/>
                  </a:lnTo>
                  <a:lnTo>
                    <a:pt x="81394" y="45401"/>
                  </a:lnTo>
                  <a:lnTo>
                    <a:pt x="83961" y="45839"/>
                  </a:lnTo>
                  <a:lnTo>
                    <a:pt x="85164" y="47238"/>
                  </a:lnTo>
                  <a:lnTo>
                    <a:pt x="85040" y="48098"/>
                  </a:lnTo>
                  <a:lnTo>
                    <a:pt x="84114" y="49066"/>
                  </a:lnTo>
                  <a:lnTo>
                    <a:pt x="82484" y="50195"/>
                  </a:lnTo>
                  <a:lnTo>
                    <a:pt x="82003" y="52117"/>
                  </a:lnTo>
                  <a:lnTo>
                    <a:pt x="81731" y="54597"/>
                  </a:lnTo>
                  <a:lnTo>
                    <a:pt x="81780" y="55997"/>
                  </a:lnTo>
                  <a:lnTo>
                    <a:pt x="82180" y="57534"/>
                  </a:lnTo>
                  <a:lnTo>
                    <a:pt x="83332" y="60581"/>
                  </a:lnTo>
                  <a:lnTo>
                    <a:pt x="83397" y="61686"/>
                  </a:lnTo>
                  <a:lnTo>
                    <a:pt x="83601" y="63223"/>
                  </a:lnTo>
                  <a:lnTo>
                    <a:pt x="83816" y="64273"/>
                  </a:lnTo>
                  <a:lnTo>
                    <a:pt x="83579" y="66315"/>
                  </a:lnTo>
                  <a:lnTo>
                    <a:pt x="82534" y="67717"/>
                  </a:lnTo>
                  <a:lnTo>
                    <a:pt x="81161" y="69244"/>
                  </a:lnTo>
                  <a:lnTo>
                    <a:pt x="78404" y="76042"/>
                  </a:lnTo>
                  <a:lnTo>
                    <a:pt x="78199" y="77509"/>
                  </a:lnTo>
                  <a:lnTo>
                    <a:pt x="78216" y="81531"/>
                  </a:lnTo>
                  <a:lnTo>
                    <a:pt x="77943" y="82679"/>
                  </a:lnTo>
                  <a:lnTo>
                    <a:pt x="77072" y="82659"/>
                  </a:lnTo>
                  <a:lnTo>
                    <a:pt x="76390" y="82450"/>
                  </a:lnTo>
                  <a:lnTo>
                    <a:pt x="76356" y="83859"/>
                  </a:lnTo>
                  <a:lnTo>
                    <a:pt x="75920" y="85736"/>
                  </a:lnTo>
                  <a:lnTo>
                    <a:pt x="75673" y="87368"/>
                  </a:lnTo>
                  <a:lnTo>
                    <a:pt x="76687" y="91224"/>
                  </a:lnTo>
                  <a:lnTo>
                    <a:pt x="76867" y="93266"/>
                  </a:lnTo>
                  <a:lnTo>
                    <a:pt x="76706" y="95128"/>
                  </a:lnTo>
                  <a:lnTo>
                    <a:pt x="75769" y="98334"/>
                  </a:lnTo>
                  <a:lnTo>
                    <a:pt x="75213" y="100497"/>
                  </a:lnTo>
                  <a:lnTo>
                    <a:pt x="75348" y="100980"/>
                  </a:lnTo>
                  <a:lnTo>
                    <a:pt x="76078" y="101837"/>
                  </a:lnTo>
                  <a:lnTo>
                    <a:pt x="78354" y="108894"/>
                  </a:lnTo>
                  <a:lnTo>
                    <a:pt x="79087" y="111371"/>
                  </a:lnTo>
                  <a:lnTo>
                    <a:pt x="80048" y="110722"/>
                  </a:lnTo>
                  <a:lnTo>
                    <a:pt x="80407" y="110765"/>
                  </a:lnTo>
                  <a:lnTo>
                    <a:pt x="80690" y="111166"/>
                  </a:lnTo>
                  <a:lnTo>
                    <a:pt x="80864" y="112000"/>
                  </a:lnTo>
                  <a:lnTo>
                    <a:pt x="80864" y="113061"/>
                  </a:lnTo>
                  <a:lnTo>
                    <a:pt x="80620" y="114646"/>
                  </a:lnTo>
                  <a:lnTo>
                    <a:pt x="81844" y="115293"/>
                  </a:lnTo>
                  <a:lnTo>
                    <a:pt x="82286" y="116900"/>
                  </a:lnTo>
                  <a:lnTo>
                    <a:pt x="83716" y="122399"/>
                  </a:lnTo>
                  <a:lnTo>
                    <a:pt x="83662" y="124031"/>
                  </a:lnTo>
                  <a:lnTo>
                    <a:pt x="82976" y="126628"/>
                  </a:lnTo>
                  <a:lnTo>
                    <a:pt x="82973" y="128350"/>
                  </a:lnTo>
                  <a:lnTo>
                    <a:pt x="83116" y="129897"/>
                  </a:lnTo>
                  <a:lnTo>
                    <a:pt x="83340" y="130435"/>
                  </a:lnTo>
                  <a:lnTo>
                    <a:pt x="85446" y="130655"/>
                  </a:lnTo>
                  <a:lnTo>
                    <a:pt x="86341" y="131275"/>
                  </a:lnTo>
                  <a:lnTo>
                    <a:pt x="88531" y="134091"/>
                  </a:lnTo>
                  <a:lnTo>
                    <a:pt x="91019" y="138404"/>
                  </a:lnTo>
                  <a:lnTo>
                    <a:pt x="93058" y="141937"/>
                  </a:lnTo>
                  <a:lnTo>
                    <a:pt x="94793" y="144946"/>
                  </a:lnTo>
                  <a:lnTo>
                    <a:pt x="96653" y="144726"/>
                  </a:lnTo>
                  <a:lnTo>
                    <a:pt x="97160" y="145273"/>
                  </a:lnTo>
                  <a:lnTo>
                    <a:pt x="97631" y="146212"/>
                  </a:lnTo>
                  <a:lnTo>
                    <a:pt x="98163" y="148684"/>
                  </a:lnTo>
                  <a:lnTo>
                    <a:pt x="99228" y="154276"/>
                  </a:lnTo>
                  <a:lnTo>
                    <a:pt x="100132" y="156133"/>
                  </a:lnTo>
                  <a:lnTo>
                    <a:pt x="101529" y="160612"/>
                  </a:lnTo>
                  <a:lnTo>
                    <a:pt x="102840" y="164808"/>
                  </a:lnTo>
                  <a:lnTo>
                    <a:pt x="101976" y="170513"/>
                  </a:lnTo>
                  <a:lnTo>
                    <a:pt x="101131" y="176445"/>
                  </a:lnTo>
                  <a:lnTo>
                    <a:pt x="101131" y="184101"/>
                  </a:lnTo>
                  <a:lnTo>
                    <a:pt x="101131" y="188212"/>
                  </a:lnTo>
                  <a:lnTo>
                    <a:pt x="102912" y="188388"/>
                  </a:lnTo>
                  <a:lnTo>
                    <a:pt x="104891" y="188584"/>
                  </a:lnTo>
                  <a:lnTo>
                    <a:pt x="104907" y="193494"/>
                  </a:lnTo>
                  <a:lnTo>
                    <a:pt x="104923" y="198434"/>
                  </a:lnTo>
                  <a:lnTo>
                    <a:pt x="104940" y="204073"/>
                  </a:lnTo>
                  <a:lnTo>
                    <a:pt x="105521" y="204308"/>
                  </a:lnTo>
                  <a:lnTo>
                    <a:pt x="106446" y="205514"/>
                  </a:lnTo>
                  <a:lnTo>
                    <a:pt x="106842" y="207341"/>
                  </a:lnTo>
                  <a:lnTo>
                    <a:pt x="107339" y="208336"/>
                  </a:lnTo>
                  <a:lnTo>
                    <a:pt x="107937" y="208499"/>
                  </a:lnTo>
                  <a:lnTo>
                    <a:pt x="108529" y="209397"/>
                  </a:lnTo>
                  <a:lnTo>
                    <a:pt x="109115" y="211030"/>
                  </a:lnTo>
                  <a:lnTo>
                    <a:pt x="109328" y="212266"/>
                  </a:lnTo>
                  <a:lnTo>
                    <a:pt x="109172" y="213108"/>
                  </a:lnTo>
                  <a:lnTo>
                    <a:pt x="109297" y="214592"/>
                  </a:lnTo>
                  <a:lnTo>
                    <a:pt x="109705" y="216720"/>
                  </a:lnTo>
                  <a:lnTo>
                    <a:pt x="110204" y="217719"/>
                  </a:lnTo>
                  <a:lnTo>
                    <a:pt x="110976" y="218944"/>
                  </a:lnTo>
                  <a:lnTo>
                    <a:pt x="109928" y="219649"/>
                  </a:lnTo>
                  <a:lnTo>
                    <a:pt x="108797" y="219110"/>
                  </a:lnTo>
                  <a:lnTo>
                    <a:pt x="106379" y="216622"/>
                  </a:lnTo>
                  <a:lnTo>
                    <a:pt x="105596" y="216554"/>
                  </a:lnTo>
                  <a:lnTo>
                    <a:pt x="104572" y="217497"/>
                  </a:lnTo>
                  <a:lnTo>
                    <a:pt x="104528" y="218339"/>
                  </a:lnTo>
                  <a:lnTo>
                    <a:pt x="101976" y="215568"/>
                  </a:lnTo>
                  <a:lnTo>
                    <a:pt x="101054" y="215006"/>
                  </a:lnTo>
                  <a:lnTo>
                    <a:pt x="100725" y="214956"/>
                  </a:lnTo>
                  <a:lnTo>
                    <a:pt x="99261" y="214980"/>
                  </a:lnTo>
                  <a:lnTo>
                    <a:pt x="97177" y="215477"/>
                  </a:lnTo>
                  <a:lnTo>
                    <a:pt x="95950" y="216605"/>
                  </a:lnTo>
                  <a:lnTo>
                    <a:pt x="95098" y="217802"/>
                  </a:lnTo>
                  <a:lnTo>
                    <a:pt x="94713" y="218974"/>
                  </a:lnTo>
                  <a:lnTo>
                    <a:pt x="94574" y="219605"/>
                  </a:lnTo>
                  <a:lnTo>
                    <a:pt x="93910" y="223062"/>
                  </a:lnTo>
                  <a:lnTo>
                    <a:pt x="93142" y="227498"/>
                  </a:lnTo>
                  <a:lnTo>
                    <a:pt x="92346" y="231498"/>
                  </a:lnTo>
                  <a:lnTo>
                    <a:pt x="90795" y="237113"/>
                  </a:lnTo>
                  <a:lnTo>
                    <a:pt x="89937" y="239708"/>
                  </a:lnTo>
                  <a:lnTo>
                    <a:pt x="88094" y="244537"/>
                  </a:lnTo>
                  <a:lnTo>
                    <a:pt x="86107" y="245499"/>
                  </a:lnTo>
                  <a:lnTo>
                    <a:pt x="81488" y="244548"/>
                  </a:lnTo>
                  <a:lnTo>
                    <a:pt x="76369" y="243493"/>
                  </a:lnTo>
                  <a:lnTo>
                    <a:pt x="71275" y="242443"/>
                  </a:lnTo>
                  <a:lnTo>
                    <a:pt x="67485" y="241660"/>
                  </a:lnTo>
                  <a:lnTo>
                    <a:pt x="67193" y="241401"/>
                  </a:lnTo>
                  <a:lnTo>
                    <a:pt x="63445" y="234519"/>
                  </a:lnTo>
                  <a:lnTo>
                    <a:pt x="60479" y="229080"/>
                  </a:lnTo>
                  <a:lnTo>
                    <a:pt x="56779" y="222287"/>
                  </a:lnTo>
                  <a:lnTo>
                    <a:pt x="52999" y="215350"/>
                  </a:lnTo>
                  <a:lnTo>
                    <a:pt x="49164" y="208310"/>
                  </a:lnTo>
                  <a:lnTo>
                    <a:pt x="46377" y="203198"/>
                  </a:lnTo>
                  <a:lnTo>
                    <a:pt x="42994" y="196622"/>
                  </a:lnTo>
                  <a:lnTo>
                    <a:pt x="39914" y="190634"/>
                  </a:lnTo>
                  <a:lnTo>
                    <a:pt x="37482" y="185907"/>
                  </a:lnTo>
                  <a:lnTo>
                    <a:pt x="34363" y="181771"/>
                  </a:lnTo>
                  <a:lnTo>
                    <a:pt x="31926" y="178539"/>
                  </a:lnTo>
                  <a:lnTo>
                    <a:pt x="28376" y="173832"/>
                  </a:lnTo>
                  <a:lnTo>
                    <a:pt x="25537" y="170070"/>
                  </a:lnTo>
                  <a:lnTo>
                    <a:pt x="23106" y="166846"/>
                  </a:lnTo>
                  <a:lnTo>
                    <a:pt x="19365" y="161884"/>
                  </a:lnTo>
                  <a:lnTo>
                    <a:pt x="18121" y="160537"/>
                  </a:lnTo>
                  <a:lnTo>
                    <a:pt x="14243" y="158880"/>
                  </a:lnTo>
                  <a:lnTo>
                    <a:pt x="10566" y="157477"/>
                  </a:lnTo>
                  <a:lnTo>
                    <a:pt x="6757" y="156022"/>
                  </a:lnTo>
                  <a:lnTo>
                    <a:pt x="4222" y="155054"/>
                  </a:lnTo>
                  <a:lnTo>
                    <a:pt x="5896" y="151528"/>
                  </a:lnTo>
                  <a:lnTo>
                    <a:pt x="5381" y="148362"/>
                  </a:lnTo>
                  <a:lnTo>
                    <a:pt x="4161" y="148947"/>
                  </a:lnTo>
                  <a:lnTo>
                    <a:pt x="3041" y="149701"/>
                  </a:lnTo>
                  <a:lnTo>
                    <a:pt x="2363" y="144770"/>
                  </a:lnTo>
                  <a:lnTo>
                    <a:pt x="3228" y="144161"/>
                  </a:lnTo>
                  <a:lnTo>
                    <a:pt x="2428" y="137733"/>
                  </a:lnTo>
                  <a:lnTo>
                    <a:pt x="1604" y="131115"/>
                  </a:lnTo>
                  <a:lnTo>
                    <a:pt x="811" y="124726"/>
                  </a:lnTo>
                  <a:lnTo>
                    <a:pt x="0" y="118186"/>
                  </a:lnTo>
                  <a:lnTo>
                    <a:pt x="3215" y="113996"/>
                  </a:lnTo>
                  <a:lnTo>
                    <a:pt x="5618" y="110863"/>
                  </a:lnTo>
                  <a:lnTo>
                    <a:pt x="8981" y="106480"/>
                  </a:lnTo>
                  <a:lnTo>
                    <a:pt x="12223" y="102254"/>
                  </a:lnTo>
                  <a:lnTo>
                    <a:pt x="15312" y="98227"/>
                  </a:lnTo>
                  <a:lnTo>
                    <a:pt x="18713" y="93792"/>
                  </a:lnTo>
                  <a:lnTo>
                    <a:pt x="21756" y="89824"/>
                  </a:lnTo>
                  <a:lnTo>
                    <a:pt x="24545" y="88212"/>
                  </a:lnTo>
                  <a:lnTo>
                    <a:pt x="25135" y="86957"/>
                  </a:lnTo>
                  <a:lnTo>
                    <a:pt x="26406" y="81542"/>
                  </a:lnTo>
                  <a:lnTo>
                    <a:pt x="27493" y="76912"/>
                  </a:lnTo>
                  <a:lnTo>
                    <a:pt x="27544" y="75839"/>
                  </a:lnTo>
                  <a:lnTo>
                    <a:pt x="27549" y="69277"/>
                  </a:lnTo>
                  <a:lnTo>
                    <a:pt x="27739" y="61571"/>
                  </a:lnTo>
                  <a:lnTo>
                    <a:pt x="28102" y="57454"/>
                  </a:lnTo>
                  <a:lnTo>
                    <a:pt x="28726" y="53815"/>
                  </a:lnTo>
                  <a:lnTo>
                    <a:pt x="29303" y="51162"/>
                  </a:lnTo>
                  <a:lnTo>
                    <a:pt x="29363" y="48675"/>
                  </a:lnTo>
                  <a:lnTo>
                    <a:pt x="29286" y="46153"/>
                  </a:lnTo>
                  <a:lnTo>
                    <a:pt x="28691" y="42341"/>
                  </a:lnTo>
                  <a:lnTo>
                    <a:pt x="28071" y="38369"/>
                  </a:lnTo>
                  <a:lnTo>
                    <a:pt x="28141" y="34538"/>
                  </a:lnTo>
                  <a:lnTo>
                    <a:pt x="28255" y="32486"/>
                  </a:lnTo>
                  <a:lnTo>
                    <a:pt x="28643" y="29209"/>
                  </a:lnTo>
                  <a:lnTo>
                    <a:pt x="29304" y="26815"/>
                  </a:lnTo>
                  <a:lnTo>
                    <a:pt x="30015" y="25330"/>
                  </a:lnTo>
                  <a:lnTo>
                    <a:pt x="32665" y="23800"/>
                  </a:lnTo>
                  <a:lnTo>
                    <a:pt x="34237" y="22891"/>
                  </a:lnTo>
                  <a:lnTo>
                    <a:pt x="36342" y="18647"/>
                  </a:lnTo>
                  <a:lnTo>
                    <a:pt x="37591" y="16129"/>
                  </a:lnTo>
                  <a:lnTo>
                    <a:pt x="39332" y="12137"/>
                  </a:lnTo>
                  <a:lnTo>
                    <a:pt x="40613" y="9198"/>
                  </a:lnTo>
                  <a:lnTo>
                    <a:pt x="40715" y="8180"/>
                  </a:lnTo>
                  <a:lnTo>
                    <a:pt x="40714" y="7779"/>
                  </a:lnTo>
                  <a:lnTo>
                    <a:pt x="41814" y="7185"/>
                  </a:lnTo>
                  <a:lnTo>
                    <a:pt x="43853" y="3622"/>
                  </a:lnTo>
                  <a:lnTo>
                    <a:pt x="45053" y="294"/>
                  </a:lnTo>
                  <a:lnTo>
                    <a:pt x="45434" y="0"/>
                  </a:lnTo>
                  <a:lnTo>
                    <a:pt x="46507" y="1092"/>
                  </a:lnTo>
                  <a:lnTo>
                    <a:pt x="47273" y="1392"/>
                  </a:lnTo>
                  <a:lnTo>
                    <a:pt x="49043" y="132"/>
                  </a:lnTo>
                  <a:lnTo>
                    <a:pt x="50095" y="797"/>
                  </a:lnTo>
                  <a:lnTo>
                    <a:pt x="50980" y="1636"/>
                  </a:lnTo>
                  <a:lnTo>
                    <a:pt x="51476" y="1691"/>
                  </a:lnTo>
                  <a:lnTo>
                    <a:pt x="53850" y="3762"/>
                  </a:lnTo>
                  <a:lnTo>
                    <a:pt x="54442" y="4019"/>
                  </a:lnTo>
                  <a:lnTo>
                    <a:pt x="55667" y="4273"/>
                  </a:lnTo>
                  <a:lnTo>
                    <a:pt x="57491" y="4383"/>
                  </a:lnTo>
                  <a:lnTo>
                    <a:pt x="58667" y="3031"/>
                  </a:lnTo>
                  <a:lnTo>
                    <a:pt x="59498" y="1724"/>
                  </a:lnTo>
                  <a:lnTo>
                    <a:pt x="60082" y="1755"/>
                  </a:lnTo>
                  <a:lnTo>
                    <a:pt x="60648" y="2068"/>
                  </a:lnTo>
                  <a:lnTo>
                    <a:pt x="61123" y="2627"/>
                  </a:lnTo>
                  <a:lnTo>
                    <a:pt x="61526" y="3605"/>
                  </a:lnTo>
                  <a:lnTo>
                    <a:pt x="61715" y="5000"/>
                  </a:lnTo>
                  <a:lnTo>
                    <a:pt x="61638" y="9457"/>
                  </a:lnTo>
                  <a:lnTo>
                    <a:pt x="61818" y="10637"/>
                  </a:lnTo>
                  <a:lnTo>
                    <a:pt x="62138" y="11481"/>
                  </a:lnTo>
                  <a:lnTo>
                    <a:pt x="62549" y="11637"/>
                  </a:lnTo>
                  <a:lnTo>
                    <a:pt x="63046" y="10671"/>
                  </a:lnTo>
                  <a:lnTo>
                    <a:pt x="63913" y="9260"/>
                  </a:lnTo>
                  <a:lnTo>
                    <a:pt x="64981" y="7722"/>
                  </a:lnTo>
                  <a:lnTo>
                    <a:pt x="65776" y="6312"/>
                  </a:lnTo>
                  <a:lnTo>
                    <a:pt x="66229" y="5787"/>
                  </a:lnTo>
                  <a:lnTo>
                    <a:pt x="66949" y="5859"/>
                  </a:lnTo>
                  <a:lnTo>
                    <a:pt x="67649" y="610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2"/>
            <p:cNvSpPr/>
            <p:nvPr/>
          </p:nvSpPr>
          <p:spPr>
            <a:xfrm>
              <a:off x="2890679" y="1668288"/>
              <a:ext cx="123996" cy="92174"/>
            </a:xfrm>
            <a:custGeom>
              <a:avLst/>
              <a:pathLst>
                <a:path w="123996" h="92174">
                  <a:moveTo>
                    <a:pt x="101433" y="8792"/>
                  </a:moveTo>
                  <a:lnTo>
                    <a:pt x="102735" y="8902"/>
                  </a:lnTo>
                  <a:lnTo>
                    <a:pt x="104864" y="7887"/>
                  </a:lnTo>
                  <a:lnTo>
                    <a:pt x="105756" y="7221"/>
                  </a:lnTo>
                  <a:lnTo>
                    <a:pt x="107941" y="4915"/>
                  </a:lnTo>
                  <a:lnTo>
                    <a:pt x="109234" y="4273"/>
                  </a:lnTo>
                  <a:lnTo>
                    <a:pt x="111226" y="4431"/>
                  </a:lnTo>
                  <a:lnTo>
                    <a:pt x="112190" y="4270"/>
                  </a:lnTo>
                  <a:lnTo>
                    <a:pt x="112212" y="4494"/>
                  </a:lnTo>
                  <a:lnTo>
                    <a:pt x="110988" y="5430"/>
                  </a:lnTo>
                  <a:lnTo>
                    <a:pt x="110005" y="5751"/>
                  </a:lnTo>
                  <a:lnTo>
                    <a:pt x="108597" y="7145"/>
                  </a:lnTo>
                  <a:lnTo>
                    <a:pt x="107260" y="10288"/>
                  </a:lnTo>
                  <a:lnTo>
                    <a:pt x="106267" y="11832"/>
                  </a:lnTo>
                  <a:lnTo>
                    <a:pt x="106278" y="12518"/>
                  </a:lnTo>
                  <a:lnTo>
                    <a:pt x="107483" y="13734"/>
                  </a:lnTo>
                  <a:lnTo>
                    <a:pt x="108803" y="14425"/>
                  </a:lnTo>
                  <a:lnTo>
                    <a:pt x="110017" y="13799"/>
                  </a:lnTo>
                  <a:lnTo>
                    <a:pt x="110548" y="14042"/>
                  </a:lnTo>
                  <a:lnTo>
                    <a:pt x="111027" y="14947"/>
                  </a:lnTo>
                  <a:lnTo>
                    <a:pt x="111298" y="15843"/>
                  </a:lnTo>
                  <a:lnTo>
                    <a:pt x="111359" y="16731"/>
                  </a:lnTo>
                  <a:lnTo>
                    <a:pt x="111140" y="18589"/>
                  </a:lnTo>
                  <a:lnTo>
                    <a:pt x="110410" y="20456"/>
                  </a:lnTo>
                  <a:lnTo>
                    <a:pt x="109425" y="22019"/>
                  </a:lnTo>
                  <a:lnTo>
                    <a:pt x="109564" y="22510"/>
                  </a:lnTo>
                  <a:lnTo>
                    <a:pt x="110354" y="22764"/>
                  </a:lnTo>
                  <a:lnTo>
                    <a:pt x="114116" y="21752"/>
                  </a:lnTo>
                  <a:lnTo>
                    <a:pt x="114506" y="21827"/>
                  </a:lnTo>
                  <a:lnTo>
                    <a:pt x="114722" y="22330"/>
                  </a:lnTo>
                  <a:lnTo>
                    <a:pt x="114764" y="23265"/>
                  </a:lnTo>
                  <a:lnTo>
                    <a:pt x="114971" y="24111"/>
                  </a:lnTo>
                  <a:lnTo>
                    <a:pt x="115343" y="24868"/>
                  </a:lnTo>
                  <a:lnTo>
                    <a:pt x="115227" y="25643"/>
                  </a:lnTo>
                  <a:lnTo>
                    <a:pt x="113580" y="28093"/>
                  </a:lnTo>
                  <a:lnTo>
                    <a:pt x="115523" y="26550"/>
                  </a:lnTo>
                  <a:lnTo>
                    <a:pt x="117060" y="26115"/>
                  </a:lnTo>
                  <a:lnTo>
                    <a:pt x="119689" y="26889"/>
                  </a:lnTo>
                  <a:lnTo>
                    <a:pt x="120764" y="27780"/>
                  </a:lnTo>
                  <a:lnTo>
                    <a:pt x="121394" y="29344"/>
                  </a:lnTo>
                  <a:lnTo>
                    <a:pt x="122304" y="28826"/>
                  </a:lnTo>
                  <a:lnTo>
                    <a:pt x="122699" y="28856"/>
                  </a:lnTo>
                  <a:lnTo>
                    <a:pt x="123295" y="29748"/>
                  </a:lnTo>
                  <a:lnTo>
                    <a:pt x="123316" y="30699"/>
                  </a:lnTo>
                  <a:lnTo>
                    <a:pt x="122880" y="32053"/>
                  </a:lnTo>
                  <a:lnTo>
                    <a:pt x="122728" y="33304"/>
                  </a:lnTo>
                  <a:lnTo>
                    <a:pt x="122271" y="33818"/>
                  </a:lnTo>
                  <a:lnTo>
                    <a:pt x="121417" y="34190"/>
                  </a:lnTo>
                  <a:lnTo>
                    <a:pt x="121172" y="34610"/>
                  </a:lnTo>
                  <a:lnTo>
                    <a:pt x="121549" y="35564"/>
                  </a:lnTo>
                  <a:lnTo>
                    <a:pt x="122103" y="36496"/>
                  </a:lnTo>
                  <a:lnTo>
                    <a:pt x="122891" y="36539"/>
                  </a:lnTo>
                  <a:lnTo>
                    <a:pt x="123031" y="36968"/>
                  </a:lnTo>
                  <a:lnTo>
                    <a:pt x="123049" y="37486"/>
                  </a:lnTo>
                  <a:lnTo>
                    <a:pt x="122942" y="38092"/>
                  </a:lnTo>
                  <a:lnTo>
                    <a:pt x="122685" y="38509"/>
                  </a:lnTo>
                  <a:lnTo>
                    <a:pt x="122278" y="38736"/>
                  </a:lnTo>
                  <a:lnTo>
                    <a:pt x="121739" y="39405"/>
                  </a:lnTo>
                  <a:lnTo>
                    <a:pt x="123716" y="40868"/>
                  </a:lnTo>
                  <a:lnTo>
                    <a:pt x="123968" y="41410"/>
                  </a:lnTo>
                  <a:lnTo>
                    <a:pt x="123996" y="42208"/>
                  </a:lnTo>
                  <a:lnTo>
                    <a:pt x="123842" y="43081"/>
                  </a:lnTo>
                  <a:lnTo>
                    <a:pt x="123506" y="44032"/>
                  </a:lnTo>
                  <a:lnTo>
                    <a:pt x="122909" y="44596"/>
                  </a:lnTo>
                  <a:lnTo>
                    <a:pt x="121485" y="44688"/>
                  </a:lnTo>
                  <a:lnTo>
                    <a:pt x="120614" y="45304"/>
                  </a:lnTo>
                  <a:lnTo>
                    <a:pt x="120911" y="46334"/>
                  </a:lnTo>
                  <a:lnTo>
                    <a:pt x="120888" y="47634"/>
                  </a:lnTo>
                  <a:lnTo>
                    <a:pt x="120626" y="49167"/>
                  </a:lnTo>
                  <a:lnTo>
                    <a:pt x="119505" y="51487"/>
                  </a:lnTo>
                  <a:lnTo>
                    <a:pt x="118451" y="52720"/>
                  </a:lnTo>
                  <a:lnTo>
                    <a:pt x="117421" y="53521"/>
                  </a:lnTo>
                  <a:lnTo>
                    <a:pt x="115583" y="53238"/>
                  </a:lnTo>
                  <a:lnTo>
                    <a:pt x="114583" y="52622"/>
                  </a:lnTo>
                  <a:lnTo>
                    <a:pt x="114694" y="54625"/>
                  </a:lnTo>
                  <a:lnTo>
                    <a:pt x="113671" y="55859"/>
                  </a:lnTo>
                  <a:lnTo>
                    <a:pt x="113865" y="56889"/>
                  </a:lnTo>
                  <a:lnTo>
                    <a:pt x="114221" y="57412"/>
                  </a:lnTo>
                  <a:lnTo>
                    <a:pt x="114044" y="58736"/>
                  </a:lnTo>
                  <a:lnTo>
                    <a:pt x="113557" y="60046"/>
                  </a:lnTo>
                  <a:lnTo>
                    <a:pt x="112743" y="61465"/>
                  </a:lnTo>
                  <a:lnTo>
                    <a:pt x="111822" y="62351"/>
                  </a:lnTo>
                  <a:lnTo>
                    <a:pt x="109990" y="63419"/>
                  </a:lnTo>
                  <a:lnTo>
                    <a:pt x="108425" y="65196"/>
                  </a:lnTo>
                  <a:lnTo>
                    <a:pt x="107355" y="65899"/>
                  </a:lnTo>
                  <a:lnTo>
                    <a:pt x="104695" y="65869"/>
                  </a:lnTo>
                  <a:lnTo>
                    <a:pt x="101980" y="67013"/>
                  </a:lnTo>
                  <a:lnTo>
                    <a:pt x="98142" y="69423"/>
                  </a:lnTo>
                  <a:lnTo>
                    <a:pt x="95558" y="71356"/>
                  </a:lnTo>
                  <a:lnTo>
                    <a:pt x="93564" y="73543"/>
                  </a:lnTo>
                  <a:lnTo>
                    <a:pt x="90930" y="77114"/>
                  </a:lnTo>
                  <a:lnTo>
                    <a:pt x="88974" y="78618"/>
                  </a:lnTo>
                  <a:lnTo>
                    <a:pt x="87845" y="79023"/>
                  </a:lnTo>
                  <a:lnTo>
                    <a:pt x="85649" y="79343"/>
                  </a:lnTo>
                  <a:lnTo>
                    <a:pt x="83809" y="80313"/>
                  </a:lnTo>
                  <a:lnTo>
                    <a:pt x="77696" y="82131"/>
                  </a:lnTo>
                  <a:lnTo>
                    <a:pt x="75626" y="83124"/>
                  </a:lnTo>
                  <a:lnTo>
                    <a:pt x="75359" y="84028"/>
                  </a:lnTo>
                  <a:lnTo>
                    <a:pt x="74501" y="85387"/>
                  </a:lnTo>
                  <a:lnTo>
                    <a:pt x="74447" y="85879"/>
                  </a:lnTo>
                  <a:lnTo>
                    <a:pt x="74824" y="86259"/>
                  </a:lnTo>
                  <a:lnTo>
                    <a:pt x="74893" y="86752"/>
                  </a:lnTo>
                  <a:lnTo>
                    <a:pt x="74137" y="88361"/>
                  </a:lnTo>
                  <a:lnTo>
                    <a:pt x="72625" y="89526"/>
                  </a:lnTo>
                  <a:lnTo>
                    <a:pt x="71911" y="89507"/>
                  </a:lnTo>
                  <a:lnTo>
                    <a:pt x="71047" y="88505"/>
                  </a:lnTo>
                  <a:lnTo>
                    <a:pt x="70670" y="88540"/>
                  </a:lnTo>
                  <a:lnTo>
                    <a:pt x="70522" y="88693"/>
                  </a:lnTo>
                  <a:lnTo>
                    <a:pt x="70513" y="89007"/>
                  </a:lnTo>
                  <a:lnTo>
                    <a:pt x="71010" y="90209"/>
                  </a:lnTo>
                  <a:lnTo>
                    <a:pt x="70095" y="90769"/>
                  </a:lnTo>
                  <a:lnTo>
                    <a:pt x="66112" y="92174"/>
                  </a:lnTo>
                  <a:lnTo>
                    <a:pt x="59337" y="91131"/>
                  </a:lnTo>
                  <a:lnTo>
                    <a:pt x="56653" y="90052"/>
                  </a:lnTo>
                  <a:lnTo>
                    <a:pt x="53341" y="88337"/>
                  </a:lnTo>
                  <a:lnTo>
                    <a:pt x="51369" y="87879"/>
                  </a:lnTo>
                  <a:lnTo>
                    <a:pt x="48573" y="87768"/>
                  </a:lnTo>
                  <a:lnTo>
                    <a:pt x="46276" y="85366"/>
                  </a:lnTo>
                  <a:lnTo>
                    <a:pt x="45213" y="83881"/>
                  </a:lnTo>
                  <a:lnTo>
                    <a:pt x="45127" y="83265"/>
                  </a:lnTo>
                  <a:lnTo>
                    <a:pt x="45247" y="82562"/>
                  </a:lnTo>
                  <a:lnTo>
                    <a:pt x="45486" y="82083"/>
                  </a:lnTo>
                  <a:lnTo>
                    <a:pt x="45844" y="81824"/>
                  </a:lnTo>
                  <a:lnTo>
                    <a:pt x="46602" y="81798"/>
                  </a:lnTo>
                  <a:lnTo>
                    <a:pt x="46700" y="81589"/>
                  </a:lnTo>
                  <a:lnTo>
                    <a:pt x="46122" y="80400"/>
                  </a:lnTo>
                  <a:lnTo>
                    <a:pt x="45569" y="80785"/>
                  </a:lnTo>
                  <a:lnTo>
                    <a:pt x="44089" y="82463"/>
                  </a:lnTo>
                  <a:lnTo>
                    <a:pt x="43431" y="82402"/>
                  </a:lnTo>
                  <a:lnTo>
                    <a:pt x="42567" y="81564"/>
                  </a:lnTo>
                  <a:lnTo>
                    <a:pt x="42534" y="80749"/>
                  </a:lnTo>
                  <a:lnTo>
                    <a:pt x="40844" y="80437"/>
                  </a:lnTo>
                  <a:lnTo>
                    <a:pt x="39375" y="79419"/>
                  </a:lnTo>
                  <a:lnTo>
                    <a:pt x="37917" y="77954"/>
                  </a:lnTo>
                  <a:lnTo>
                    <a:pt x="37699" y="77396"/>
                  </a:lnTo>
                  <a:lnTo>
                    <a:pt x="38400" y="76580"/>
                  </a:lnTo>
                  <a:lnTo>
                    <a:pt x="38264" y="76420"/>
                  </a:lnTo>
                  <a:lnTo>
                    <a:pt x="37737" y="76282"/>
                  </a:lnTo>
                  <a:lnTo>
                    <a:pt x="36671" y="76550"/>
                  </a:lnTo>
                  <a:lnTo>
                    <a:pt x="35066" y="78401"/>
                  </a:lnTo>
                  <a:lnTo>
                    <a:pt x="34373" y="78827"/>
                  </a:lnTo>
                  <a:lnTo>
                    <a:pt x="23881" y="79260"/>
                  </a:lnTo>
                  <a:lnTo>
                    <a:pt x="21221" y="79452"/>
                  </a:lnTo>
                  <a:lnTo>
                    <a:pt x="20706" y="79733"/>
                  </a:lnTo>
                  <a:lnTo>
                    <a:pt x="20243" y="78528"/>
                  </a:lnTo>
                  <a:lnTo>
                    <a:pt x="19829" y="75840"/>
                  </a:lnTo>
                  <a:lnTo>
                    <a:pt x="19675" y="74070"/>
                  </a:lnTo>
                  <a:lnTo>
                    <a:pt x="19781" y="73213"/>
                  </a:lnTo>
                  <a:lnTo>
                    <a:pt x="20150" y="72184"/>
                  </a:lnTo>
                  <a:lnTo>
                    <a:pt x="20720" y="72359"/>
                  </a:lnTo>
                  <a:lnTo>
                    <a:pt x="21264" y="73177"/>
                  </a:lnTo>
                  <a:lnTo>
                    <a:pt x="21755" y="74337"/>
                  </a:lnTo>
                  <a:lnTo>
                    <a:pt x="22320" y="74895"/>
                  </a:lnTo>
                  <a:lnTo>
                    <a:pt x="25982" y="73484"/>
                  </a:lnTo>
                  <a:lnTo>
                    <a:pt x="27469" y="72535"/>
                  </a:lnTo>
                  <a:lnTo>
                    <a:pt x="28101" y="71633"/>
                  </a:lnTo>
                  <a:lnTo>
                    <a:pt x="28845" y="70099"/>
                  </a:lnTo>
                  <a:lnTo>
                    <a:pt x="29635" y="69314"/>
                  </a:lnTo>
                  <a:lnTo>
                    <a:pt x="30011" y="68573"/>
                  </a:lnTo>
                  <a:lnTo>
                    <a:pt x="30751" y="66225"/>
                  </a:lnTo>
                  <a:lnTo>
                    <a:pt x="31262" y="65134"/>
                  </a:lnTo>
                  <a:lnTo>
                    <a:pt x="31875" y="64329"/>
                  </a:lnTo>
                  <a:lnTo>
                    <a:pt x="32586" y="63810"/>
                  </a:lnTo>
                  <a:lnTo>
                    <a:pt x="34206" y="63439"/>
                  </a:lnTo>
                  <a:lnTo>
                    <a:pt x="33140" y="62887"/>
                  </a:lnTo>
                  <a:lnTo>
                    <a:pt x="32124" y="62887"/>
                  </a:lnTo>
                  <a:lnTo>
                    <a:pt x="28666" y="65367"/>
                  </a:lnTo>
                  <a:lnTo>
                    <a:pt x="27506" y="65367"/>
                  </a:lnTo>
                  <a:lnTo>
                    <a:pt x="27555" y="64980"/>
                  </a:lnTo>
                  <a:lnTo>
                    <a:pt x="28044" y="64280"/>
                  </a:lnTo>
                  <a:lnTo>
                    <a:pt x="29233" y="63071"/>
                  </a:lnTo>
                  <a:lnTo>
                    <a:pt x="28416" y="62980"/>
                  </a:lnTo>
                  <a:lnTo>
                    <a:pt x="28104" y="62433"/>
                  </a:lnTo>
                  <a:lnTo>
                    <a:pt x="28069" y="61281"/>
                  </a:lnTo>
                  <a:lnTo>
                    <a:pt x="28676" y="59425"/>
                  </a:lnTo>
                  <a:lnTo>
                    <a:pt x="31491" y="56978"/>
                  </a:lnTo>
                  <a:lnTo>
                    <a:pt x="32465" y="56618"/>
                  </a:lnTo>
                  <a:lnTo>
                    <a:pt x="32761" y="56134"/>
                  </a:lnTo>
                  <a:lnTo>
                    <a:pt x="32391" y="55739"/>
                  </a:lnTo>
                  <a:lnTo>
                    <a:pt x="31803" y="55504"/>
                  </a:lnTo>
                  <a:lnTo>
                    <a:pt x="28970" y="58020"/>
                  </a:lnTo>
                  <a:lnTo>
                    <a:pt x="26908" y="58891"/>
                  </a:lnTo>
                  <a:lnTo>
                    <a:pt x="26296" y="58721"/>
                  </a:lnTo>
                  <a:lnTo>
                    <a:pt x="25229" y="57744"/>
                  </a:lnTo>
                  <a:lnTo>
                    <a:pt x="24885" y="57310"/>
                  </a:lnTo>
                  <a:lnTo>
                    <a:pt x="24425" y="56192"/>
                  </a:lnTo>
                  <a:lnTo>
                    <a:pt x="24477" y="55518"/>
                  </a:lnTo>
                  <a:lnTo>
                    <a:pt x="25459" y="53546"/>
                  </a:lnTo>
                  <a:lnTo>
                    <a:pt x="25301" y="53163"/>
                  </a:lnTo>
                  <a:lnTo>
                    <a:pt x="24626" y="52969"/>
                  </a:lnTo>
                  <a:lnTo>
                    <a:pt x="22809" y="51152"/>
                  </a:lnTo>
                  <a:lnTo>
                    <a:pt x="19933" y="51334"/>
                  </a:lnTo>
                  <a:lnTo>
                    <a:pt x="12817" y="50284"/>
                  </a:lnTo>
                  <a:lnTo>
                    <a:pt x="11346" y="50729"/>
                  </a:lnTo>
                  <a:lnTo>
                    <a:pt x="8922" y="52287"/>
                  </a:lnTo>
                  <a:lnTo>
                    <a:pt x="7457" y="52801"/>
                  </a:lnTo>
                  <a:lnTo>
                    <a:pt x="6780" y="52462"/>
                  </a:lnTo>
                  <a:lnTo>
                    <a:pt x="6165" y="51638"/>
                  </a:lnTo>
                  <a:lnTo>
                    <a:pt x="5606" y="50527"/>
                  </a:lnTo>
                  <a:lnTo>
                    <a:pt x="5104" y="49129"/>
                  </a:lnTo>
                  <a:lnTo>
                    <a:pt x="5321" y="48154"/>
                  </a:lnTo>
                  <a:lnTo>
                    <a:pt x="6259" y="47599"/>
                  </a:lnTo>
                  <a:lnTo>
                    <a:pt x="6947" y="47334"/>
                  </a:lnTo>
                  <a:lnTo>
                    <a:pt x="8885" y="47672"/>
                  </a:lnTo>
                  <a:lnTo>
                    <a:pt x="11246" y="46694"/>
                  </a:lnTo>
                  <a:lnTo>
                    <a:pt x="12752" y="46489"/>
                  </a:lnTo>
                  <a:lnTo>
                    <a:pt x="13184" y="46334"/>
                  </a:lnTo>
                  <a:lnTo>
                    <a:pt x="14071" y="45293"/>
                  </a:lnTo>
                  <a:lnTo>
                    <a:pt x="14508" y="45030"/>
                  </a:lnTo>
                  <a:lnTo>
                    <a:pt x="15191" y="45395"/>
                  </a:lnTo>
                  <a:lnTo>
                    <a:pt x="15521" y="46102"/>
                  </a:lnTo>
                  <a:lnTo>
                    <a:pt x="17898" y="45004"/>
                  </a:lnTo>
                  <a:lnTo>
                    <a:pt x="18713" y="44453"/>
                  </a:lnTo>
                  <a:lnTo>
                    <a:pt x="18805" y="44115"/>
                  </a:lnTo>
                  <a:lnTo>
                    <a:pt x="19163" y="43720"/>
                  </a:lnTo>
                  <a:lnTo>
                    <a:pt x="20345" y="44315"/>
                  </a:lnTo>
                  <a:lnTo>
                    <a:pt x="21302" y="44333"/>
                  </a:lnTo>
                  <a:lnTo>
                    <a:pt x="22497" y="43925"/>
                  </a:lnTo>
                  <a:lnTo>
                    <a:pt x="24609" y="43745"/>
                  </a:lnTo>
                  <a:lnTo>
                    <a:pt x="29337" y="43652"/>
                  </a:lnTo>
                  <a:lnTo>
                    <a:pt x="30045" y="42756"/>
                  </a:lnTo>
                  <a:lnTo>
                    <a:pt x="30378" y="41964"/>
                  </a:lnTo>
                  <a:lnTo>
                    <a:pt x="30795" y="39960"/>
                  </a:lnTo>
                  <a:lnTo>
                    <a:pt x="30610" y="39548"/>
                  </a:lnTo>
                  <a:lnTo>
                    <a:pt x="27658" y="41393"/>
                  </a:lnTo>
                  <a:lnTo>
                    <a:pt x="26984" y="41364"/>
                  </a:lnTo>
                  <a:lnTo>
                    <a:pt x="23567" y="40386"/>
                  </a:lnTo>
                  <a:lnTo>
                    <a:pt x="22331" y="39279"/>
                  </a:lnTo>
                  <a:lnTo>
                    <a:pt x="22736" y="38390"/>
                  </a:lnTo>
                  <a:lnTo>
                    <a:pt x="24547" y="36477"/>
                  </a:lnTo>
                  <a:lnTo>
                    <a:pt x="26416" y="34942"/>
                  </a:lnTo>
                  <a:lnTo>
                    <a:pt x="29168" y="33283"/>
                  </a:lnTo>
                  <a:lnTo>
                    <a:pt x="29813" y="32638"/>
                  </a:lnTo>
                  <a:lnTo>
                    <a:pt x="29879" y="31874"/>
                  </a:lnTo>
                  <a:lnTo>
                    <a:pt x="28047" y="30513"/>
                  </a:lnTo>
                  <a:lnTo>
                    <a:pt x="24575" y="30889"/>
                  </a:lnTo>
                  <a:lnTo>
                    <a:pt x="23687" y="29273"/>
                  </a:lnTo>
                  <a:lnTo>
                    <a:pt x="20804" y="28317"/>
                  </a:lnTo>
                  <a:lnTo>
                    <a:pt x="18884" y="28918"/>
                  </a:lnTo>
                  <a:lnTo>
                    <a:pt x="17864" y="27941"/>
                  </a:lnTo>
                  <a:lnTo>
                    <a:pt x="15370" y="29292"/>
                  </a:lnTo>
                  <a:lnTo>
                    <a:pt x="9892" y="31247"/>
                  </a:lnTo>
                  <a:lnTo>
                    <a:pt x="7712" y="32602"/>
                  </a:lnTo>
                  <a:lnTo>
                    <a:pt x="6538" y="33051"/>
                  </a:lnTo>
                  <a:lnTo>
                    <a:pt x="5185" y="31944"/>
                  </a:lnTo>
                  <a:lnTo>
                    <a:pt x="2858" y="30697"/>
                  </a:lnTo>
                  <a:lnTo>
                    <a:pt x="237" y="30309"/>
                  </a:lnTo>
                  <a:lnTo>
                    <a:pt x="0" y="29575"/>
                  </a:lnTo>
                  <a:lnTo>
                    <a:pt x="1528" y="27328"/>
                  </a:lnTo>
                  <a:lnTo>
                    <a:pt x="2574" y="26921"/>
                  </a:lnTo>
                  <a:lnTo>
                    <a:pt x="3628" y="27128"/>
                  </a:lnTo>
                  <a:lnTo>
                    <a:pt x="5640" y="28695"/>
                  </a:lnTo>
                  <a:lnTo>
                    <a:pt x="7028" y="29185"/>
                  </a:lnTo>
                  <a:lnTo>
                    <a:pt x="5287" y="26885"/>
                  </a:lnTo>
                  <a:lnTo>
                    <a:pt x="5333" y="26001"/>
                  </a:lnTo>
                  <a:lnTo>
                    <a:pt x="5201" y="24678"/>
                  </a:lnTo>
                  <a:lnTo>
                    <a:pt x="4663" y="24109"/>
                  </a:lnTo>
                  <a:lnTo>
                    <a:pt x="4130" y="22645"/>
                  </a:lnTo>
                  <a:lnTo>
                    <a:pt x="4349" y="22150"/>
                  </a:lnTo>
                  <a:lnTo>
                    <a:pt x="5033" y="21977"/>
                  </a:lnTo>
                  <a:lnTo>
                    <a:pt x="6434" y="22471"/>
                  </a:lnTo>
                  <a:lnTo>
                    <a:pt x="9763" y="25012"/>
                  </a:lnTo>
                  <a:lnTo>
                    <a:pt x="11397" y="24562"/>
                  </a:lnTo>
                  <a:lnTo>
                    <a:pt x="12294" y="23626"/>
                  </a:lnTo>
                  <a:lnTo>
                    <a:pt x="13516" y="22932"/>
                  </a:lnTo>
                  <a:lnTo>
                    <a:pt x="13169" y="22570"/>
                  </a:lnTo>
                  <a:lnTo>
                    <a:pt x="10292" y="22526"/>
                  </a:lnTo>
                  <a:lnTo>
                    <a:pt x="8754" y="22010"/>
                  </a:lnTo>
                  <a:lnTo>
                    <a:pt x="7976" y="21267"/>
                  </a:lnTo>
                  <a:lnTo>
                    <a:pt x="7302" y="20000"/>
                  </a:lnTo>
                  <a:lnTo>
                    <a:pt x="7539" y="19419"/>
                  </a:lnTo>
                  <a:lnTo>
                    <a:pt x="8339" y="18955"/>
                  </a:lnTo>
                  <a:lnTo>
                    <a:pt x="10796" y="19090"/>
                  </a:lnTo>
                  <a:lnTo>
                    <a:pt x="9177" y="16895"/>
                  </a:lnTo>
                  <a:lnTo>
                    <a:pt x="8052" y="15634"/>
                  </a:lnTo>
                  <a:lnTo>
                    <a:pt x="7929" y="15025"/>
                  </a:lnTo>
                  <a:lnTo>
                    <a:pt x="8007" y="14260"/>
                  </a:lnTo>
                  <a:lnTo>
                    <a:pt x="8159" y="13748"/>
                  </a:lnTo>
                  <a:lnTo>
                    <a:pt x="8386" y="13493"/>
                  </a:lnTo>
                  <a:lnTo>
                    <a:pt x="11205" y="14774"/>
                  </a:lnTo>
                  <a:lnTo>
                    <a:pt x="11823" y="14829"/>
                  </a:lnTo>
                  <a:lnTo>
                    <a:pt x="11253" y="14001"/>
                  </a:lnTo>
                  <a:lnTo>
                    <a:pt x="10016" y="12784"/>
                  </a:lnTo>
                  <a:lnTo>
                    <a:pt x="9960" y="12328"/>
                  </a:lnTo>
                  <a:lnTo>
                    <a:pt x="10481" y="11952"/>
                  </a:lnTo>
                  <a:lnTo>
                    <a:pt x="10738" y="11259"/>
                  </a:lnTo>
                  <a:lnTo>
                    <a:pt x="10762" y="10687"/>
                  </a:lnTo>
                  <a:lnTo>
                    <a:pt x="11618" y="10196"/>
                  </a:lnTo>
                  <a:lnTo>
                    <a:pt x="12481" y="10174"/>
                  </a:lnTo>
                  <a:lnTo>
                    <a:pt x="13350" y="10622"/>
                  </a:lnTo>
                  <a:lnTo>
                    <a:pt x="16046" y="12996"/>
                  </a:lnTo>
                  <a:lnTo>
                    <a:pt x="16433" y="13663"/>
                  </a:lnTo>
                  <a:lnTo>
                    <a:pt x="16560" y="14542"/>
                  </a:lnTo>
                  <a:lnTo>
                    <a:pt x="16428" y="15631"/>
                  </a:lnTo>
                  <a:lnTo>
                    <a:pt x="16541" y="16073"/>
                  </a:lnTo>
                  <a:lnTo>
                    <a:pt x="17594" y="15697"/>
                  </a:lnTo>
                  <a:lnTo>
                    <a:pt x="18434" y="16156"/>
                  </a:lnTo>
                  <a:lnTo>
                    <a:pt x="18854" y="16032"/>
                  </a:lnTo>
                  <a:lnTo>
                    <a:pt x="19898" y="14392"/>
                  </a:lnTo>
                  <a:lnTo>
                    <a:pt x="20619" y="14778"/>
                  </a:lnTo>
                  <a:lnTo>
                    <a:pt x="21054" y="15546"/>
                  </a:lnTo>
                  <a:lnTo>
                    <a:pt x="21188" y="16240"/>
                  </a:lnTo>
                  <a:lnTo>
                    <a:pt x="21253" y="17194"/>
                  </a:lnTo>
                  <a:lnTo>
                    <a:pt x="21069" y="19180"/>
                  </a:lnTo>
                  <a:lnTo>
                    <a:pt x="21117" y="19460"/>
                  </a:lnTo>
                  <a:lnTo>
                    <a:pt x="21849" y="18339"/>
                  </a:lnTo>
                  <a:lnTo>
                    <a:pt x="23096" y="18254"/>
                  </a:lnTo>
                  <a:lnTo>
                    <a:pt x="23257" y="17690"/>
                  </a:lnTo>
                  <a:lnTo>
                    <a:pt x="23295" y="15601"/>
                  </a:lnTo>
                  <a:lnTo>
                    <a:pt x="23193" y="13840"/>
                  </a:lnTo>
                  <a:lnTo>
                    <a:pt x="23055" y="13476"/>
                  </a:lnTo>
                  <a:lnTo>
                    <a:pt x="18954" y="11036"/>
                  </a:lnTo>
                  <a:lnTo>
                    <a:pt x="18241" y="10460"/>
                  </a:lnTo>
                  <a:lnTo>
                    <a:pt x="17348" y="9258"/>
                  </a:lnTo>
                  <a:lnTo>
                    <a:pt x="17529" y="8654"/>
                  </a:lnTo>
                  <a:lnTo>
                    <a:pt x="18328" y="8114"/>
                  </a:lnTo>
                  <a:lnTo>
                    <a:pt x="19533" y="7899"/>
                  </a:lnTo>
                  <a:lnTo>
                    <a:pt x="22328" y="7928"/>
                  </a:lnTo>
                  <a:lnTo>
                    <a:pt x="22611" y="7675"/>
                  </a:lnTo>
                  <a:lnTo>
                    <a:pt x="22069" y="7042"/>
                  </a:lnTo>
                  <a:lnTo>
                    <a:pt x="20775" y="6634"/>
                  </a:lnTo>
                  <a:lnTo>
                    <a:pt x="20473" y="6269"/>
                  </a:lnTo>
                  <a:lnTo>
                    <a:pt x="20320" y="5566"/>
                  </a:lnTo>
                  <a:lnTo>
                    <a:pt x="18785" y="5950"/>
                  </a:lnTo>
                  <a:lnTo>
                    <a:pt x="17074" y="5966"/>
                  </a:lnTo>
                  <a:lnTo>
                    <a:pt x="15429" y="5536"/>
                  </a:lnTo>
                  <a:lnTo>
                    <a:pt x="15395" y="4989"/>
                  </a:lnTo>
                  <a:lnTo>
                    <a:pt x="16045" y="4187"/>
                  </a:lnTo>
                  <a:lnTo>
                    <a:pt x="17389" y="2855"/>
                  </a:lnTo>
                  <a:lnTo>
                    <a:pt x="18015" y="2525"/>
                  </a:lnTo>
                  <a:lnTo>
                    <a:pt x="19894" y="2757"/>
                  </a:lnTo>
                  <a:lnTo>
                    <a:pt x="21761" y="2383"/>
                  </a:lnTo>
                  <a:lnTo>
                    <a:pt x="23273" y="2835"/>
                  </a:lnTo>
                  <a:lnTo>
                    <a:pt x="24473" y="4153"/>
                  </a:lnTo>
                  <a:lnTo>
                    <a:pt x="26179" y="6469"/>
                  </a:lnTo>
                  <a:lnTo>
                    <a:pt x="28487" y="7951"/>
                  </a:lnTo>
                  <a:lnTo>
                    <a:pt x="28698" y="8416"/>
                  </a:lnTo>
                  <a:lnTo>
                    <a:pt x="29926" y="9629"/>
                  </a:lnTo>
                  <a:lnTo>
                    <a:pt x="32367" y="12894"/>
                  </a:lnTo>
                  <a:lnTo>
                    <a:pt x="34847" y="14788"/>
                  </a:lnTo>
                  <a:lnTo>
                    <a:pt x="34962" y="15270"/>
                  </a:lnTo>
                  <a:lnTo>
                    <a:pt x="34554" y="15837"/>
                  </a:lnTo>
                  <a:lnTo>
                    <a:pt x="33601" y="16502"/>
                  </a:lnTo>
                  <a:lnTo>
                    <a:pt x="33819" y="16872"/>
                  </a:lnTo>
                  <a:lnTo>
                    <a:pt x="35064" y="17354"/>
                  </a:lnTo>
                  <a:lnTo>
                    <a:pt x="35961" y="18638"/>
                  </a:lnTo>
                  <a:lnTo>
                    <a:pt x="36021" y="19195"/>
                  </a:lnTo>
                  <a:lnTo>
                    <a:pt x="35210" y="23171"/>
                  </a:lnTo>
                  <a:lnTo>
                    <a:pt x="34779" y="24015"/>
                  </a:lnTo>
                  <a:lnTo>
                    <a:pt x="34282" y="24461"/>
                  </a:lnTo>
                  <a:lnTo>
                    <a:pt x="31991" y="23712"/>
                  </a:lnTo>
                  <a:lnTo>
                    <a:pt x="32537" y="24978"/>
                  </a:lnTo>
                  <a:lnTo>
                    <a:pt x="34173" y="26325"/>
                  </a:lnTo>
                  <a:lnTo>
                    <a:pt x="34543" y="27078"/>
                  </a:lnTo>
                  <a:lnTo>
                    <a:pt x="34299" y="27817"/>
                  </a:lnTo>
                  <a:lnTo>
                    <a:pt x="34478" y="27987"/>
                  </a:lnTo>
                  <a:lnTo>
                    <a:pt x="35077" y="27588"/>
                  </a:lnTo>
                  <a:lnTo>
                    <a:pt x="35326" y="28008"/>
                  </a:lnTo>
                  <a:lnTo>
                    <a:pt x="35222" y="29244"/>
                  </a:lnTo>
                  <a:lnTo>
                    <a:pt x="34967" y="30270"/>
                  </a:lnTo>
                  <a:lnTo>
                    <a:pt x="34560" y="31085"/>
                  </a:lnTo>
                  <a:lnTo>
                    <a:pt x="34677" y="31437"/>
                  </a:lnTo>
                  <a:lnTo>
                    <a:pt x="35317" y="31329"/>
                  </a:lnTo>
                  <a:lnTo>
                    <a:pt x="35918" y="31540"/>
                  </a:lnTo>
                  <a:lnTo>
                    <a:pt x="36856" y="32665"/>
                  </a:lnTo>
                  <a:lnTo>
                    <a:pt x="37617" y="36103"/>
                  </a:lnTo>
                  <a:lnTo>
                    <a:pt x="37995" y="37216"/>
                  </a:lnTo>
                  <a:lnTo>
                    <a:pt x="38267" y="36229"/>
                  </a:lnTo>
                  <a:lnTo>
                    <a:pt x="38609" y="33718"/>
                  </a:lnTo>
                  <a:lnTo>
                    <a:pt x="38930" y="32436"/>
                  </a:lnTo>
                  <a:lnTo>
                    <a:pt x="39231" y="32379"/>
                  </a:lnTo>
                  <a:lnTo>
                    <a:pt x="39490" y="31958"/>
                  </a:lnTo>
                  <a:lnTo>
                    <a:pt x="39708" y="31170"/>
                  </a:lnTo>
                  <a:lnTo>
                    <a:pt x="40152" y="28393"/>
                  </a:lnTo>
                  <a:lnTo>
                    <a:pt x="41689" y="26288"/>
                  </a:lnTo>
                  <a:lnTo>
                    <a:pt x="42423" y="25643"/>
                  </a:lnTo>
                  <a:lnTo>
                    <a:pt x="43113" y="25500"/>
                  </a:lnTo>
                  <a:lnTo>
                    <a:pt x="43449" y="25763"/>
                  </a:lnTo>
                  <a:lnTo>
                    <a:pt x="44599" y="27970"/>
                  </a:lnTo>
                  <a:lnTo>
                    <a:pt x="45298" y="28341"/>
                  </a:lnTo>
                  <a:lnTo>
                    <a:pt x="45658" y="28220"/>
                  </a:lnTo>
                  <a:lnTo>
                    <a:pt x="46150" y="26722"/>
                  </a:lnTo>
                  <a:lnTo>
                    <a:pt x="46773" y="23847"/>
                  </a:lnTo>
                  <a:lnTo>
                    <a:pt x="46916" y="20635"/>
                  </a:lnTo>
                  <a:lnTo>
                    <a:pt x="46577" y="17090"/>
                  </a:lnTo>
                  <a:lnTo>
                    <a:pt x="46774" y="14562"/>
                  </a:lnTo>
                  <a:lnTo>
                    <a:pt x="47506" y="13051"/>
                  </a:lnTo>
                  <a:lnTo>
                    <a:pt x="48466" y="12587"/>
                  </a:lnTo>
                  <a:lnTo>
                    <a:pt x="49657" y="13167"/>
                  </a:lnTo>
                  <a:lnTo>
                    <a:pt x="50527" y="14089"/>
                  </a:lnTo>
                  <a:lnTo>
                    <a:pt x="52245" y="17609"/>
                  </a:lnTo>
                  <a:lnTo>
                    <a:pt x="53632" y="19452"/>
                  </a:lnTo>
                  <a:lnTo>
                    <a:pt x="54822" y="21431"/>
                  </a:lnTo>
                  <a:lnTo>
                    <a:pt x="55438" y="22073"/>
                  </a:lnTo>
                  <a:lnTo>
                    <a:pt x="56618" y="22398"/>
                  </a:lnTo>
                  <a:lnTo>
                    <a:pt x="56934" y="22271"/>
                  </a:lnTo>
                  <a:lnTo>
                    <a:pt x="57145" y="21814"/>
                  </a:lnTo>
                  <a:lnTo>
                    <a:pt x="57251" y="21027"/>
                  </a:lnTo>
                  <a:lnTo>
                    <a:pt x="56997" y="15990"/>
                  </a:lnTo>
                  <a:lnTo>
                    <a:pt x="57329" y="14422"/>
                  </a:lnTo>
                  <a:lnTo>
                    <a:pt x="57830" y="13308"/>
                  </a:lnTo>
                  <a:lnTo>
                    <a:pt x="59961" y="12652"/>
                  </a:lnTo>
                  <a:lnTo>
                    <a:pt x="61120" y="11954"/>
                  </a:lnTo>
                  <a:lnTo>
                    <a:pt x="62249" y="10806"/>
                  </a:lnTo>
                  <a:lnTo>
                    <a:pt x="63185" y="10192"/>
                  </a:lnTo>
                  <a:lnTo>
                    <a:pt x="63928" y="10109"/>
                  </a:lnTo>
                  <a:lnTo>
                    <a:pt x="64705" y="10557"/>
                  </a:lnTo>
                  <a:lnTo>
                    <a:pt x="65515" y="11534"/>
                  </a:lnTo>
                  <a:lnTo>
                    <a:pt x="66778" y="13437"/>
                  </a:lnTo>
                  <a:lnTo>
                    <a:pt x="68368" y="16592"/>
                  </a:lnTo>
                  <a:lnTo>
                    <a:pt x="70389" y="18951"/>
                  </a:lnTo>
                  <a:lnTo>
                    <a:pt x="71449" y="22695"/>
                  </a:lnTo>
                  <a:lnTo>
                    <a:pt x="71675" y="23329"/>
                  </a:lnTo>
                  <a:lnTo>
                    <a:pt x="71922" y="23402"/>
                  </a:lnTo>
                  <a:lnTo>
                    <a:pt x="72189" y="22916"/>
                  </a:lnTo>
                  <a:lnTo>
                    <a:pt x="72361" y="22225"/>
                  </a:lnTo>
                  <a:lnTo>
                    <a:pt x="72409" y="20560"/>
                  </a:lnTo>
                  <a:lnTo>
                    <a:pt x="71843" y="18351"/>
                  </a:lnTo>
                  <a:lnTo>
                    <a:pt x="69953" y="12792"/>
                  </a:lnTo>
                  <a:lnTo>
                    <a:pt x="69920" y="11738"/>
                  </a:lnTo>
                  <a:lnTo>
                    <a:pt x="70159" y="10893"/>
                  </a:lnTo>
                  <a:lnTo>
                    <a:pt x="71491" y="10801"/>
                  </a:lnTo>
                  <a:lnTo>
                    <a:pt x="74590" y="11310"/>
                  </a:lnTo>
                  <a:lnTo>
                    <a:pt x="75580" y="12173"/>
                  </a:lnTo>
                  <a:lnTo>
                    <a:pt x="77686" y="15569"/>
                  </a:lnTo>
                  <a:lnTo>
                    <a:pt x="78278" y="16390"/>
                  </a:lnTo>
                  <a:lnTo>
                    <a:pt x="78639" y="16596"/>
                  </a:lnTo>
                  <a:lnTo>
                    <a:pt x="78769" y="16185"/>
                  </a:lnTo>
                  <a:lnTo>
                    <a:pt x="79586" y="15555"/>
                  </a:lnTo>
                  <a:lnTo>
                    <a:pt x="80151" y="14790"/>
                  </a:lnTo>
                  <a:lnTo>
                    <a:pt x="81093" y="12919"/>
                  </a:lnTo>
                  <a:lnTo>
                    <a:pt x="83152" y="9551"/>
                  </a:lnTo>
                  <a:lnTo>
                    <a:pt x="83579" y="9452"/>
                  </a:lnTo>
                  <a:lnTo>
                    <a:pt x="84180" y="9717"/>
                  </a:lnTo>
                  <a:lnTo>
                    <a:pt x="85235" y="10599"/>
                  </a:lnTo>
                  <a:lnTo>
                    <a:pt x="85736" y="11306"/>
                  </a:lnTo>
                  <a:lnTo>
                    <a:pt x="86728" y="11844"/>
                  </a:lnTo>
                  <a:lnTo>
                    <a:pt x="87746" y="11655"/>
                  </a:lnTo>
                  <a:lnTo>
                    <a:pt x="89150" y="10474"/>
                  </a:lnTo>
                  <a:lnTo>
                    <a:pt x="90737" y="9755"/>
                  </a:lnTo>
                  <a:lnTo>
                    <a:pt x="91281" y="8082"/>
                  </a:lnTo>
                  <a:lnTo>
                    <a:pt x="91384" y="7319"/>
                  </a:lnTo>
                  <a:lnTo>
                    <a:pt x="90105" y="2344"/>
                  </a:lnTo>
                  <a:lnTo>
                    <a:pt x="90642" y="1327"/>
                  </a:lnTo>
                  <a:lnTo>
                    <a:pt x="93414" y="93"/>
                  </a:lnTo>
                  <a:lnTo>
                    <a:pt x="95837" y="0"/>
                  </a:lnTo>
                  <a:lnTo>
                    <a:pt x="96411" y="337"/>
                  </a:lnTo>
                  <a:lnTo>
                    <a:pt x="97938" y="2754"/>
                  </a:lnTo>
                  <a:lnTo>
                    <a:pt x="98973" y="3970"/>
                  </a:lnTo>
                  <a:lnTo>
                    <a:pt x="99495" y="4948"/>
                  </a:lnTo>
                  <a:lnTo>
                    <a:pt x="99620" y="7101"/>
                  </a:lnTo>
                  <a:lnTo>
                    <a:pt x="100249" y="78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3"/>
            <p:cNvSpPr/>
            <p:nvPr/>
          </p:nvSpPr>
          <p:spPr>
            <a:xfrm>
              <a:off x="3557483" y="2646194"/>
              <a:ext cx="18942" cy="116848"/>
            </a:xfrm>
            <a:custGeom>
              <a:avLst/>
              <a:pathLst>
                <a:path w="18942" h="116848">
                  <a:moveTo>
                    <a:pt x="17510" y="20590"/>
                  </a:moveTo>
                  <a:lnTo>
                    <a:pt x="16910" y="20767"/>
                  </a:lnTo>
                  <a:lnTo>
                    <a:pt x="15510" y="22151"/>
                  </a:lnTo>
                  <a:lnTo>
                    <a:pt x="15321" y="22567"/>
                  </a:lnTo>
                  <a:lnTo>
                    <a:pt x="15074" y="23369"/>
                  </a:lnTo>
                  <a:lnTo>
                    <a:pt x="15031" y="23989"/>
                  </a:lnTo>
                  <a:lnTo>
                    <a:pt x="14831" y="30619"/>
                  </a:lnTo>
                  <a:lnTo>
                    <a:pt x="14070" y="30437"/>
                  </a:lnTo>
                  <a:lnTo>
                    <a:pt x="13141" y="28990"/>
                  </a:lnTo>
                  <a:lnTo>
                    <a:pt x="12961" y="27738"/>
                  </a:lnTo>
                  <a:lnTo>
                    <a:pt x="12681" y="27311"/>
                  </a:lnTo>
                  <a:lnTo>
                    <a:pt x="12019" y="27149"/>
                  </a:lnTo>
                  <a:lnTo>
                    <a:pt x="10764" y="26514"/>
                  </a:lnTo>
                  <a:lnTo>
                    <a:pt x="9308" y="28700"/>
                  </a:lnTo>
                  <a:lnTo>
                    <a:pt x="8689" y="32313"/>
                  </a:lnTo>
                  <a:lnTo>
                    <a:pt x="8564" y="34001"/>
                  </a:lnTo>
                  <a:lnTo>
                    <a:pt x="8069" y="37550"/>
                  </a:lnTo>
                  <a:lnTo>
                    <a:pt x="8244" y="39732"/>
                  </a:lnTo>
                  <a:lnTo>
                    <a:pt x="8329" y="42554"/>
                  </a:lnTo>
                  <a:lnTo>
                    <a:pt x="8453" y="44868"/>
                  </a:lnTo>
                  <a:lnTo>
                    <a:pt x="8323" y="46254"/>
                  </a:lnTo>
                  <a:lnTo>
                    <a:pt x="8045" y="46997"/>
                  </a:lnTo>
                  <a:lnTo>
                    <a:pt x="8128" y="47526"/>
                  </a:lnTo>
                  <a:lnTo>
                    <a:pt x="8376" y="47719"/>
                  </a:lnTo>
                  <a:lnTo>
                    <a:pt x="9174" y="47095"/>
                  </a:lnTo>
                  <a:lnTo>
                    <a:pt x="10013" y="47721"/>
                  </a:lnTo>
                  <a:lnTo>
                    <a:pt x="10818" y="48916"/>
                  </a:lnTo>
                  <a:lnTo>
                    <a:pt x="10883" y="49693"/>
                  </a:lnTo>
                  <a:lnTo>
                    <a:pt x="10311" y="50152"/>
                  </a:lnTo>
                  <a:lnTo>
                    <a:pt x="8963" y="51961"/>
                  </a:lnTo>
                  <a:lnTo>
                    <a:pt x="8013" y="54058"/>
                  </a:lnTo>
                  <a:lnTo>
                    <a:pt x="7765" y="56000"/>
                  </a:lnTo>
                  <a:lnTo>
                    <a:pt x="7124" y="60128"/>
                  </a:lnTo>
                  <a:lnTo>
                    <a:pt x="7212" y="60976"/>
                  </a:lnTo>
                  <a:lnTo>
                    <a:pt x="7523" y="61474"/>
                  </a:lnTo>
                  <a:lnTo>
                    <a:pt x="9718" y="61034"/>
                  </a:lnTo>
                  <a:lnTo>
                    <a:pt x="11711" y="59362"/>
                  </a:lnTo>
                  <a:lnTo>
                    <a:pt x="13210" y="57585"/>
                  </a:lnTo>
                  <a:lnTo>
                    <a:pt x="13686" y="57692"/>
                  </a:lnTo>
                  <a:lnTo>
                    <a:pt x="13379" y="62256"/>
                  </a:lnTo>
                  <a:lnTo>
                    <a:pt x="13119" y="65043"/>
                  </a:lnTo>
                  <a:lnTo>
                    <a:pt x="13221" y="65518"/>
                  </a:lnTo>
                  <a:lnTo>
                    <a:pt x="13557" y="67942"/>
                  </a:lnTo>
                  <a:lnTo>
                    <a:pt x="12919" y="72379"/>
                  </a:lnTo>
                  <a:lnTo>
                    <a:pt x="12204" y="75986"/>
                  </a:lnTo>
                  <a:lnTo>
                    <a:pt x="11952" y="77698"/>
                  </a:lnTo>
                  <a:lnTo>
                    <a:pt x="11256" y="81503"/>
                  </a:lnTo>
                  <a:lnTo>
                    <a:pt x="10545" y="85922"/>
                  </a:lnTo>
                  <a:lnTo>
                    <a:pt x="10166" y="88967"/>
                  </a:lnTo>
                  <a:lnTo>
                    <a:pt x="10252" y="90048"/>
                  </a:lnTo>
                  <a:lnTo>
                    <a:pt x="10075" y="95633"/>
                  </a:lnTo>
                  <a:lnTo>
                    <a:pt x="10177" y="97217"/>
                  </a:lnTo>
                  <a:lnTo>
                    <a:pt x="9343" y="102058"/>
                  </a:lnTo>
                  <a:lnTo>
                    <a:pt x="9176" y="104450"/>
                  </a:lnTo>
                  <a:lnTo>
                    <a:pt x="8841" y="107696"/>
                  </a:lnTo>
                  <a:lnTo>
                    <a:pt x="8268" y="114553"/>
                  </a:lnTo>
                  <a:lnTo>
                    <a:pt x="7483" y="116848"/>
                  </a:lnTo>
                  <a:lnTo>
                    <a:pt x="7091" y="114290"/>
                  </a:lnTo>
                  <a:lnTo>
                    <a:pt x="6197" y="106956"/>
                  </a:lnTo>
                  <a:lnTo>
                    <a:pt x="5561" y="101935"/>
                  </a:lnTo>
                  <a:lnTo>
                    <a:pt x="4692" y="95747"/>
                  </a:lnTo>
                  <a:lnTo>
                    <a:pt x="3229" y="88224"/>
                  </a:lnTo>
                  <a:lnTo>
                    <a:pt x="3093" y="86412"/>
                  </a:lnTo>
                  <a:lnTo>
                    <a:pt x="2777" y="83784"/>
                  </a:lnTo>
                  <a:lnTo>
                    <a:pt x="1767" y="76942"/>
                  </a:lnTo>
                  <a:lnTo>
                    <a:pt x="944" y="72002"/>
                  </a:lnTo>
                  <a:lnTo>
                    <a:pt x="0" y="65700"/>
                  </a:lnTo>
                  <a:lnTo>
                    <a:pt x="1169" y="63199"/>
                  </a:lnTo>
                  <a:lnTo>
                    <a:pt x="1191" y="61136"/>
                  </a:lnTo>
                  <a:lnTo>
                    <a:pt x="3182" y="56323"/>
                  </a:lnTo>
                  <a:lnTo>
                    <a:pt x="3165" y="55850"/>
                  </a:lnTo>
                  <a:lnTo>
                    <a:pt x="2634" y="54573"/>
                  </a:lnTo>
                  <a:lnTo>
                    <a:pt x="2710" y="54354"/>
                  </a:lnTo>
                  <a:lnTo>
                    <a:pt x="4918" y="45388"/>
                  </a:lnTo>
                  <a:lnTo>
                    <a:pt x="6342" y="36504"/>
                  </a:lnTo>
                  <a:lnTo>
                    <a:pt x="7682" y="24161"/>
                  </a:lnTo>
                  <a:lnTo>
                    <a:pt x="8636" y="17880"/>
                  </a:lnTo>
                  <a:lnTo>
                    <a:pt x="9444" y="13726"/>
                  </a:lnTo>
                  <a:lnTo>
                    <a:pt x="9802" y="10284"/>
                  </a:lnTo>
                  <a:lnTo>
                    <a:pt x="11105" y="10039"/>
                  </a:lnTo>
                  <a:lnTo>
                    <a:pt x="12077" y="10407"/>
                  </a:lnTo>
                  <a:lnTo>
                    <a:pt x="13239" y="10521"/>
                  </a:lnTo>
                  <a:lnTo>
                    <a:pt x="14169" y="9226"/>
                  </a:lnTo>
                  <a:lnTo>
                    <a:pt x="14616" y="5355"/>
                  </a:lnTo>
                  <a:lnTo>
                    <a:pt x="15148" y="4735"/>
                  </a:lnTo>
                  <a:lnTo>
                    <a:pt x="15416" y="5647"/>
                  </a:lnTo>
                  <a:lnTo>
                    <a:pt x="15692" y="4629"/>
                  </a:lnTo>
                  <a:lnTo>
                    <a:pt x="16910" y="2928"/>
                  </a:lnTo>
                  <a:lnTo>
                    <a:pt x="17512" y="1830"/>
                  </a:lnTo>
                  <a:lnTo>
                    <a:pt x="18116" y="474"/>
                  </a:lnTo>
                  <a:lnTo>
                    <a:pt x="18439" y="0"/>
                  </a:lnTo>
                  <a:lnTo>
                    <a:pt x="18239" y="1810"/>
                  </a:lnTo>
                  <a:lnTo>
                    <a:pt x="18075" y="2990"/>
                  </a:lnTo>
                  <a:lnTo>
                    <a:pt x="18074" y="4536"/>
                  </a:lnTo>
                  <a:lnTo>
                    <a:pt x="18321" y="5383"/>
                  </a:lnTo>
                  <a:lnTo>
                    <a:pt x="18658" y="7069"/>
                  </a:lnTo>
                  <a:lnTo>
                    <a:pt x="18865" y="8747"/>
                  </a:lnTo>
                  <a:lnTo>
                    <a:pt x="18427" y="10140"/>
                  </a:lnTo>
                  <a:lnTo>
                    <a:pt x="18469" y="11594"/>
                  </a:lnTo>
                  <a:lnTo>
                    <a:pt x="18585" y="12813"/>
                  </a:lnTo>
                  <a:lnTo>
                    <a:pt x="18942" y="14246"/>
                  </a:lnTo>
                  <a:lnTo>
                    <a:pt x="18299" y="16824"/>
                  </a:lnTo>
                  <a:lnTo>
                    <a:pt x="17670" y="1918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4"/>
            <p:cNvSpPr/>
            <p:nvPr/>
          </p:nvSpPr>
          <p:spPr>
            <a:xfrm>
              <a:off x="3304155" y="2545393"/>
              <a:ext cx="1304" cy="2868"/>
            </a:xfrm>
            <a:custGeom>
              <a:avLst/>
              <a:pathLst>
                <a:path w="1304" h="2868">
                  <a:moveTo>
                    <a:pt x="1304" y="2542"/>
                  </a:moveTo>
                  <a:lnTo>
                    <a:pt x="759" y="2868"/>
                  </a:lnTo>
                  <a:lnTo>
                    <a:pt x="47" y="1852"/>
                  </a:lnTo>
                  <a:lnTo>
                    <a:pt x="0" y="427"/>
                  </a:lnTo>
                  <a:lnTo>
                    <a:pt x="131" y="0"/>
                  </a:lnTo>
                  <a:lnTo>
                    <a:pt x="996" y="653"/>
                  </a:lnTo>
                  <a:lnTo>
                    <a:pt x="1267" y="197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5"/>
            <p:cNvSpPr/>
            <p:nvPr/>
          </p:nvSpPr>
          <p:spPr>
            <a:xfrm>
              <a:off x="3309823" y="2502463"/>
              <a:ext cx="36327" cy="47516"/>
            </a:xfrm>
            <a:custGeom>
              <a:avLst/>
              <a:pathLst>
                <a:path w="36327" h="47516">
                  <a:moveTo>
                    <a:pt x="35667" y="2233"/>
                  </a:moveTo>
                  <a:lnTo>
                    <a:pt x="34899" y="5592"/>
                  </a:lnTo>
                  <a:lnTo>
                    <a:pt x="34522" y="6883"/>
                  </a:lnTo>
                  <a:lnTo>
                    <a:pt x="31783" y="15102"/>
                  </a:lnTo>
                  <a:lnTo>
                    <a:pt x="31469" y="17000"/>
                  </a:lnTo>
                  <a:lnTo>
                    <a:pt x="31276" y="19064"/>
                  </a:lnTo>
                  <a:lnTo>
                    <a:pt x="30992" y="20871"/>
                  </a:lnTo>
                  <a:lnTo>
                    <a:pt x="30608" y="22575"/>
                  </a:lnTo>
                  <a:lnTo>
                    <a:pt x="30250" y="24741"/>
                  </a:lnTo>
                  <a:lnTo>
                    <a:pt x="30320" y="27197"/>
                  </a:lnTo>
                  <a:lnTo>
                    <a:pt x="30449" y="28401"/>
                  </a:lnTo>
                  <a:lnTo>
                    <a:pt x="30778" y="29191"/>
                  </a:lnTo>
                  <a:lnTo>
                    <a:pt x="31319" y="29934"/>
                  </a:lnTo>
                  <a:lnTo>
                    <a:pt x="31735" y="31072"/>
                  </a:lnTo>
                  <a:lnTo>
                    <a:pt x="31097" y="32111"/>
                  </a:lnTo>
                  <a:lnTo>
                    <a:pt x="31800" y="34193"/>
                  </a:lnTo>
                  <a:lnTo>
                    <a:pt x="32398" y="35428"/>
                  </a:lnTo>
                  <a:lnTo>
                    <a:pt x="32478" y="36662"/>
                  </a:lnTo>
                  <a:lnTo>
                    <a:pt x="32465" y="37900"/>
                  </a:lnTo>
                  <a:lnTo>
                    <a:pt x="31223" y="40218"/>
                  </a:lnTo>
                  <a:lnTo>
                    <a:pt x="30737" y="41495"/>
                  </a:lnTo>
                  <a:lnTo>
                    <a:pt x="30435" y="43042"/>
                  </a:lnTo>
                  <a:lnTo>
                    <a:pt x="30304" y="44638"/>
                  </a:lnTo>
                  <a:lnTo>
                    <a:pt x="30441" y="46079"/>
                  </a:lnTo>
                  <a:lnTo>
                    <a:pt x="30399" y="47516"/>
                  </a:lnTo>
                  <a:lnTo>
                    <a:pt x="29148" y="47337"/>
                  </a:lnTo>
                  <a:lnTo>
                    <a:pt x="27867" y="46461"/>
                  </a:lnTo>
                  <a:lnTo>
                    <a:pt x="26576" y="46849"/>
                  </a:lnTo>
                  <a:lnTo>
                    <a:pt x="24741" y="45189"/>
                  </a:lnTo>
                  <a:lnTo>
                    <a:pt x="24072" y="44889"/>
                  </a:lnTo>
                  <a:lnTo>
                    <a:pt x="23463" y="44241"/>
                  </a:lnTo>
                  <a:lnTo>
                    <a:pt x="21935" y="39094"/>
                  </a:lnTo>
                  <a:lnTo>
                    <a:pt x="20707" y="36920"/>
                  </a:lnTo>
                  <a:lnTo>
                    <a:pt x="19388" y="35229"/>
                  </a:lnTo>
                  <a:lnTo>
                    <a:pt x="18041" y="35126"/>
                  </a:lnTo>
                  <a:lnTo>
                    <a:pt x="16691" y="35318"/>
                  </a:lnTo>
                  <a:lnTo>
                    <a:pt x="15500" y="34277"/>
                  </a:lnTo>
                  <a:lnTo>
                    <a:pt x="13076" y="30782"/>
                  </a:lnTo>
                  <a:lnTo>
                    <a:pt x="10508" y="27987"/>
                  </a:lnTo>
                  <a:lnTo>
                    <a:pt x="9418" y="26166"/>
                  </a:lnTo>
                  <a:lnTo>
                    <a:pt x="8920" y="24942"/>
                  </a:lnTo>
                  <a:lnTo>
                    <a:pt x="8339" y="24129"/>
                  </a:lnTo>
                  <a:lnTo>
                    <a:pt x="6867" y="23324"/>
                  </a:lnTo>
                  <a:lnTo>
                    <a:pt x="5547" y="21434"/>
                  </a:lnTo>
                  <a:lnTo>
                    <a:pt x="4946" y="21296"/>
                  </a:lnTo>
                  <a:lnTo>
                    <a:pt x="3653" y="21526"/>
                  </a:lnTo>
                  <a:lnTo>
                    <a:pt x="2991" y="21395"/>
                  </a:lnTo>
                  <a:lnTo>
                    <a:pt x="2324" y="20730"/>
                  </a:lnTo>
                  <a:lnTo>
                    <a:pt x="1035" y="18508"/>
                  </a:lnTo>
                  <a:lnTo>
                    <a:pt x="214" y="15428"/>
                  </a:lnTo>
                  <a:lnTo>
                    <a:pt x="0" y="14069"/>
                  </a:lnTo>
                  <a:lnTo>
                    <a:pt x="582" y="10554"/>
                  </a:lnTo>
                  <a:lnTo>
                    <a:pt x="1273" y="7179"/>
                  </a:lnTo>
                  <a:lnTo>
                    <a:pt x="1886" y="6233"/>
                  </a:lnTo>
                  <a:lnTo>
                    <a:pt x="2598" y="5554"/>
                  </a:lnTo>
                  <a:lnTo>
                    <a:pt x="3029" y="4556"/>
                  </a:lnTo>
                  <a:lnTo>
                    <a:pt x="3393" y="3334"/>
                  </a:lnTo>
                  <a:lnTo>
                    <a:pt x="4714" y="6860"/>
                  </a:lnTo>
                  <a:lnTo>
                    <a:pt x="5305" y="7713"/>
                  </a:lnTo>
                  <a:lnTo>
                    <a:pt x="5903" y="7522"/>
                  </a:lnTo>
                  <a:lnTo>
                    <a:pt x="6966" y="6258"/>
                  </a:lnTo>
                  <a:lnTo>
                    <a:pt x="7055" y="4875"/>
                  </a:lnTo>
                  <a:lnTo>
                    <a:pt x="8226" y="3119"/>
                  </a:lnTo>
                  <a:lnTo>
                    <a:pt x="9715" y="3086"/>
                  </a:lnTo>
                  <a:lnTo>
                    <a:pt x="10402" y="3409"/>
                  </a:lnTo>
                  <a:lnTo>
                    <a:pt x="10764" y="4996"/>
                  </a:lnTo>
                  <a:lnTo>
                    <a:pt x="11332" y="5485"/>
                  </a:lnTo>
                  <a:lnTo>
                    <a:pt x="11988" y="5696"/>
                  </a:lnTo>
                  <a:lnTo>
                    <a:pt x="14148" y="8721"/>
                  </a:lnTo>
                  <a:lnTo>
                    <a:pt x="14754" y="9215"/>
                  </a:lnTo>
                  <a:lnTo>
                    <a:pt x="15367" y="9299"/>
                  </a:lnTo>
                  <a:lnTo>
                    <a:pt x="17045" y="8029"/>
                  </a:lnTo>
                  <a:lnTo>
                    <a:pt x="18332" y="7545"/>
                  </a:lnTo>
                  <a:lnTo>
                    <a:pt x="21031" y="8245"/>
                  </a:lnTo>
                  <a:lnTo>
                    <a:pt x="22491" y="7485"/>
                  </a:lnTo>
                  <a:lnTo>
                    <a:pt x="23510" y="7398"/>
                  </a:lnTo>
                  <a:lnTo>
                    <a:pt x="24995" y="6230"/>
                  </a:lnTo>
                  <a:lnTo>
                    <a:pt x="26136" y="4288"/>
                  </a:lnTo>
                  <a:lnTo>
                    <a:pt x="26731" y="3809"/>
                  </a:lnTo>
                  <a:lnTo>
                    <a:pt x="27370" y="3670"/>
                  </a:lnTo>
                  <a:lnTo>
                    <a:pt x="28915" y="3791"/>
                  </a:lnTo>
                  <a:lnTo>
                    <a:pt x="30468" y="4230"/>
                  </a:lnTo>
                  <a:lnTo>
                    <a:pt x="31119" y="3777"/>
                  </a:lnTo>
                  <a:lnTo>
                    <a:pt x="31664" y="2507"/>
                  </a:lnTo>
                  <a:lnTo>
                    <a:pt x="32295" y="1936"/>
                  </a:lnTo>
                  <a:lnTo>
                    <a:pt x="32989" y="2321"/>
                  </a:lnTo>
                  <a:lnTo>
                    <a:pt x="34783" y="148"/>
                  </a:lnTo>
                  <a:lnTo>
                    <a:pt x="35574" y="0"/>
                  </a:lnTo>
                  <a:lnTo>
                    <a:pt x="36327" y="83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6"/>
            <p:cNvSpPr/>
            <p:nvPr/>
          </p:nvSpPr>
          <p:spPr>
            <a:xfrm>
              <a:off x="3263527" y="2478232"/>
              <a:ext cx="1366" cy="4351"/>
            </a:xfrm>
            <a:custGeom>
              <a:avLst/>
              <a:pathLst>
                <a:path w="1366" h="4351">
                  <a:moveTo>
                    <a:pt x="1366" y="1429"/>
                  </a:moveTo>
                  <a:lnTo>
                    <a:pt x="714" y="4351"/>
                  </a:lnTo>
                  <a:lnTo>
                    <a:pt x="26" y="2282"/>
                  </a:lnTo>
                  <a:lnTo>
                    <a:pt x="0" y="506"/>
                  </a:lnTo>
                  <a:lnTo>
                    <a:pt x="93" y="0"/>
                  </a:lnTo>
                  <a:lnTo>
                    <a:pt x="931" y="74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7"/>
            <p:cNvSpPr/>
            <p:nvPr/>
          </p:nvSpPr>
          <p:spPr>
            <a:xfrm>
              <a:off x="3325925" y="2429597"/>
              <a:ext cx="1233" cy="1916"/>
            </a:xfrm>
            <a:custGeom>
              <a:avLst/>
              <a:pathLst>
                <a:path w="1233" h="1916">
                  <a:moveTo>
                    <a:pt x="962" y="1660"/>
                  </a:moveTo>
                  <a:lnTo>
                    <a:pt x="455" y="1916"/>
                  </a:lnTo>
                  <a:lnTo>
                    <a:pt x="160" y="1568"/>
                  </a:lnTo>
                  <a:lnTo>
                    <a:pt x="0" y="1115"/>
                  </a:lnTo>
                  <a:lnTo>
                    <a:pt x="200" y="0"/>
                  </a:lnTo>
                  <a:lnTo>
                    <a:pt x="1233" y="662"/>
                  </a:lnTo>
                  <a:lnTo>
                    <a:pt x="1218" y="128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8"/>
            <p:cNvSpPr/>
            <p:nvPr/>
          </p:nvSpPr>
          <p:spPr>
            <a:xfrm>
              <a:off x="3261791" y="2418958"/>
              <a:ext cx="1568" cy="3774"/>
            </a:xfrm>
            <a:custGeom>
              <a:avLst/>
              <a:pathLst>
                <a:path w="1568" h="3774">
                  <a:moveTo>
                    <a:pt x="912" y="2423"/>
                  </a:moveTo>
                  <a:lnTo>
                    <a:pt x="534" y="3774"/>
                  </a:lnTo>
                  <a:lnTo>
                    <a:pt x="0" y="3676"/>
                  </a:lnTo>
                  <a:lnTo>
                    <a:pt x="208" y="2676"/>
                  </a:lnTo>
                  <a:lnTo>
                    <a:pt x="700" y="672"/>
                  </a:lnTo>
                  <a:lnTo>
                    <a:pt x="1300" y="0"/>
                  </a:lnTo>
                  <a:lnTo>
                    <a:pt x="1568" y="598"/>
                  </a:lnTo>
                  <a:lnTo>
                    <a:pt x="1286" y="174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59"/>
            <p:cNvSpPr/>
            <p:nvPr/>
          </p:nvSpPr>
          <p:spPr>
            <a:xfrm>
              <a:off x="3261509" y="2414963"/>
              <a:ext cx="18445" cy="69363"/>
            </a:xfrm>
            <a:custGeom>
              <a:avLst/>
              <a:pathLst>
                <a:path w="18445" h="69363">
                  <a:moveTo>
                    <a:pt x="16478" y="11082"/>
                  </a:moveTo>
                  <a:lnTo>
                    <a:pt x="17046" y="12970"/>
                  </a:lnTo>
                  <a:lnTo>
                    <a:pt x="18321" y="20710"/>
                  </a:lnTo>
                  <a:lnTo>
                    <a:pt x="18445" y="22383"/>
                  </a:lnTo>
                  <a:lnTo>
                    <a:pt x="18190" y="24099"/>
                  </a:lnTo>
                  <a:lnTo>
                    <a:pt x="17866" y="25317"/>
                  </a:lnTo>
                  <a:lnTo>
                    <a:pt x="16602" y="29214"/>
                  </a:lnTo>
                  <a:lnTo>
                    <a:pt x="16790" y="32440"/>
                  </a:lnTo>
                  <a:lnTo>
                    <a:pt x="17259" y="34433"/>
                  </a:lnTo>
                  <a:lnTo>
                    <a:pt x="17327" y="36641"/>
                  </a:lnTo>
                  <a:lnTo>
                    <a:pt x="17091" y="39380"/>
                  </a:lnTo>
                  <a:lnTo>
                    <a:pt x="16307" y="56222"/>
                  </a:lnTo>
                  <a:lnTo>
                    <a:pt x="15928" y="59201"/>
                  </a:lnTo>
                  <a:lnTo>
                    <a:pt x="15689" y="61788"/>
                  </a:lnTo>
                  <a:lnTo>
                    <a:pt x="14824" y="62570"/>
                  </a:lnTo>
                  <a:lnTo>
                    <a:pt x="13708" y="61744"/>
                  </a:lnTo>
                  <a:lnTo>
                    <a:pt x="12301" y="60288"/>
                  </a:lnTo>
                  <a:lnTo>
                    <a:pt x="11651" y="60376"/>
                  </a:lnTo>
                  <a:lnTo>
                    <a:pt x="10997" y="60874"/>
                  </a:lnTo>
                  <a:lnTo>
                    <a:pt x="10457" y="60451"/>
                  </a:lnTo>
                  <a:lnTo>
                    <a:pt x="9941" y="59627"/>
                  </a:lnTo>
                  <a:lnTo>
                    <a:pt x="9558" y="65416"/>
                  </a:lnTo>
                  <a:lnTo>
                    <a:pt x="8922" y="67766"/>
                  </a:lnTo>
                  <a:lnTo>
                    <a:pt x="7954" y="69268"/>
                  </a:lnTo>
                  <a:lnTo>
                    <a:pt x="7043" y="69363"/>
                  </a:lnTo>
                  <a:lnTo>
                    <a:pt x="6105" y="68860"/>
                  </a:lnTo>
                  <a:lnTo>
                    <a:pt x="5310" y="68864"/>
                  </a:lnTo>
                  <a:lnTo>
                    <a:pt x="4707" y="67749"/>
                  </a:lnTo>
                  <a:lnTo>
                    <a:pt x="4229" y="65798"/>
                  </a:lnTo>
                  <a:lnTo>
                    <a:pt x="3467" y="63429"/>
                  </a:lnTo>
                  <a:lnTo>
                    <a:pt x="2694" y="60615"/>
                  </a:lnTo>
                  <a:lnTo>
                    <a:pt x="2610" y="58072"/>
                  </a:lnTo>
                  <a:lnTo>
                    <a:pt x="2478" y="52464"/>
                  </a:lnTo>
                  <a:lnTo>
                    <a:pt x="2700" y="51238"/>
                  </a:lnTo>
                  <a:lnTo>
                    <a:pt x="3022" y="50064"/>
                  </a:lnTo>
                  <a:lnTo>
                    <a:pt x="3181" y="47555"/>
                  </a:lnTo>
                  <a:lnTo>
                    <a:pt x="3069" y="45369"/>
                  </a:lnTo>
                  <a:lnTo>
                    <a:pt x="3295" y="44589"/>
                  </a:lnTo>
                  <a:lnTo>
                    <a:pt x="3745" y="45369"/>
                  </a:lnTo>
                  <a:lnTo>
                    <a:pt x="4084" y="45076"/>
                  </a:lnTo>
                  <a:lnTo>
                    <a:pt x="4063" y="43951"/>
                  </a:lnTo>
                  <a:lnTo>
                    <a:pt x="4166" y="41896"/>
                  </a:lnTo>
                  <a:lnTo>
                    <a:pt x="3577" y="40175"/>
                  </a:lnTo>
                  <a:lnTo>
                    <a:pt x="2577" y="39591"/>
                  </a:lnTo>
                  <a:lnTo>
                    <a:pt x="2480" y="37790"/>
                  </a:lnTo>
                  <a:lnTo>
                    <a:pt x="2586" y="36033"/>
                  </a:lnTo>
                  <a:lnTo>
                    <a:pt x="3113" y="34852"/>
                  </a:lnTo>
                  <a:lnTo>
                    <a:pt x="3292" y="33283"/>
                  </a:lnTo>
                  <a:lnTo>
                    <a:pt x="3297" y="28497"/>
                  </a:lnTo>
                  <a:lnTo>
                    <a:pt x="2592" y="26734"/>
                  </a:lnTo>
                  <a:lnTo>
                    <a:pt x="2322" y="24064"/>
                  </a:lnTo>
                  <a:lnTo>
                    <a:pt x="1957" y="22355"/>
                  </a:lnTo>
                  <a:lnTo>
                    <a:pt x="1301" y="20638"/>
                  </a:lnTo>
                  <a:lnTo>
                    <a:pt x="561" y="19240"/>
                  </a:lnTo>
                  <a:lnTo>
                    <a:pt x="103" y="17891"/>
                  </a:lnTo>
                  <a:lnTo>
                    <a:pt x="0" y="14361"/>
                  </a:lnTo>
                  <a:lnTo>
                    <a:pt x="260" y="11417"/>
                  </a:lnTo>
                  <a:lnTo>
                    <a:pt x="492" y="10157"/>
                  </a:lnTo>
                  <a:lnTo>
                    <a:pt x="730" y="10343"/>
                  </a:lnTo>
                  <a:lnTo>
                    <a:pt x="1468" y="11806"/>
                  </a:lnTo>
                  <a:lnTo>
                    <a:pt x="2071" y="12137"/>
                  </a:lnTo>
                  <a:lnTo>
                    <a:pt x="3265" y="12491"/>
                  </a:lnTo>
                  <a:lnTo>
                    <a:pt x="4440" y="12023"/>
                  </a:lnTo>
                  <a:lnTo>
                    <a:pt x="5882" y="10691"/>
                  </a:lnTo>
                  <a:lnTo>
                    <a:pt x="7271" y="9076"/>
                  </a:lnTo>
                  <a:lnTo>
                    <a:pt x="9280" y="4335"/>
                  </a:lnTo>
                  <a:lnTo>
                    <a:pt x="10519" y="3373"/>
                  </a:lnTo>
                  <a:lnTo>
                    <a:pt x="11153" y="2125"/>
                  </a:lnTo>
                  <a:lnTo>
                    <a:pt x="11369" y="440"/>
                  </a:lnTo>
                  <a:lnTo>
                    <a:pt x="11895" y="0"/>
                  </a:lnTo>
                  <a:lnTo>
                    <a:pt x="12515" y="1637"/>
                  </a:lnTo>
                  <a:lnTo>
                    <a:pt x="13284" y="1807"/>
                  </a:lnTo>
                  <a:lnTo>
                    <a:pt x="14470" y="3159"/>
                  </a:lnTo>
                  <a:lnTo>
                    <a:pt x="14981" y="4454"/>
                  </a:lnTo>
                  <a:lnTo>
                    <a:pt x="15419" y="6010"/>
                  </a:lnTo>
                  <a:lnTo>
                    <a:pt x="15838" y="6694"/>
                  </a:lnTo>
                  <a:lnTo>
                    <a:pt x="16289" y="7085"/>
                  </a:lnTo>
                  <a:lnTo>
                    <a:pt x="16355" y="7452"/>
                  </a:lnTo>
                  <a:lnTo>
                    <a:pt x="15998" y="7818"/>
                  </a:lnTo>
                  <a:lnTo>
                    <a:pt x="15589" y="9601"/>
                  </a:lnTo>
                  <a:lnTo>
                    <a:pt x="15820" y="1011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0"/>
            <p:cNvSpPr/>
            <p:nvPr/>
          </p:nvSpPr>
          <p:spPr>
            <a:xfrm>
              <a:off x="3283413" y="2367652"/>
              <a:ext cx="3661" cy="4283"/>
            </a:xfrm>
            <a:custGeom>
              <a:avLst/>
              <a:pathLst>
                <a:path w="3661" h="4283">
                  <a:moveTo>
                    <a:pt x="3240" y="0"/>
                  </a:moveTo>
                  <a:lnTo>
                    <a:pt x="3617" y="1151"/>
                  </a:lnTo>
                  <a:lnTo>
                    <a:pt x="3661" y="1819"/>
                  </a:lnTo>
                  <a:lnTo>
                    <a:pt x="3408" y="2575"/>
                  </a:lnTo>
                  <a:lnTo>
                    <a:pt x="3515" y="4283"/>
                  </a:lnTo>
                  <a:lnTo>
                    <a:pt x="2564" y="2866"/>
                  </a:lnTo>
                  <a:lnTo>
                    <a:pt x="1126" y="3582"/>
                  </a:lnTo>
                  <a:lnTo>
                    <a:pt x="243" y="3431"/>
                  </a:lnTo>
                  <a:lnTo>
                    <a:pt x="0" y="2159"/>
                  </a:lnTo>
                  <a:lnTo>
                    <a:pt x="201" y="1413"/>
                  </a:lnTo>
                  <a:lnTo>
                    <a:pt x="1572" y="1252"/>
                  </a:lnTo>
                  <a:lnTo>
                    <a:pt x="1998" y="888"/>
                  </a:lnTo>
                  <a:lnTo>
                    <a:pt x="2829" y="105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1"/>
            <p:cNvSpPr/>
            <p:nvPr/>
          </p:nvSpPr>
          <p:spPr>
            <a:xfrm>
              <a:off x="3243873" y="2242838"/>
              <a:ext cx="134654" cy="270167"/>
            </a:xfrm>
            <a:custGeom>
              <a:avLst/>
              <a:pathLst>
                <a:path w="134654" h="270167">
                  <a:moveTo>
                    <a:pt x="80308" y="16602"/>
                  </a:moveTo>
                  <a:lnTo>
                    <a:pt x="80078" y="18297"/>
                  </a:lnTo>
                  <a:lnTo>
                    <a:pt x="79594" y="18722"/>
                  </a:lnTo>
                  <a:lnTo>
                    <a:pt x="78756" y="19710"/>
                  </a:lnTo>
                  <a:lnTo>
                    <a:pt x="77793" y="21066"/>
                  </a:lnTo>
                  <a:lnTo>
                    <a:pt x="76896" y="22593"/>
                  </a:lnTo>
                  <a:lnTo>
                    <a:pt x="76654" y="24245"/>
                  </a:lnTo>
                  <a:lnTo>
                    <a:pt x="76897" y="25328"/>
                  </a:lnTo>
                  <a:lnTo>
                    <a:pt x="77140" y="25702"/>
                  </a:lnTo>
                  <a:lnTo>
                    <a:pt x="77467" y="25370"/>
                  </a:lnTo>
                  <a:lnTo>
                    <a:pt x="77944" y="25575"/>
                  </a:lnTo>
                  <a:lnTo>
                    <a:pt x="78545" y="26167"/>
                  </a:lnTo>
                  <a:lnTo>
                    <a:pt x="79542" y="26744"/>
                  </a:lnTo>
                  <a:lnTo>
                    <a:pt x="79570" y="27314"/>
                  </a:lnTo>
                  <a:lnTo>
                    <a:pt x="79361" y="28042"/>
                  </a:lnTo>
                  <a:lnTo>
                    <a:pt x="78583" y="29342"/>
                  </a:lnTo>
                  <a:lnTo>
                    <a:pt x="77883" y="30807"/>
                  </a:lnTo>
                  <a:lnTo>
                    <a:pt x="77813" y="31703"/>
                  </a:lnTo>
                  <a:lnTo>
                    <a:pt x="77897" y="32356"/>
                  </a:lnTo>
                  <a:lnTo>
                    <a:pt x="78141" y="32750"/>
                  </a:lnTo>
                  <a:lnTo>
                    <a:pt x="79179" y="32573"/>
                  </a:lnTo>
                  <a:lnTo>
                    <a:pt x="79331" y="33108"/>
                  </a:lnTo>
                  <a:lnTo>
                    <a:pt x="78828" y="36877"/>
                  </a:lnTo>
                  <a:lnTo>
                    <a:pt x="78984" y="37520"/>
                  </a:lnTo>
                  <a:lnTo>
                    <a:pt x="79894" y="38122"/>
                  </a:lnTo>
                  <a:lnTo>
                    <a:pt x="80554" y="39029"/>
                  </a:lnTo>
                  <a:lnTo>
                    <a:pt x="81798" y="41419"/>
                  </a:lnTo>
                  <a:lnTo>
                    <a:pt x="82292" y="43356"/>
                  </a:lnTo>
                  <a:lnTo>
                    <a:pt x="81952" y="44006"/>
                  </a:lnTo>
                  <a:lnTo>
                    <a:pt x="81171" y="44327"/>
                  </a:lnTo>
                  <a:lnTo>
                    <a:pt x="80533" y="44161"/>
                  </a:lnTo>
                  <a:lnTo>
                    <a:pt x="81254" y="42990"/>
                  </a:lnTo>
                  <a:lnTo>
                    <a:pt x="79494" y="38744"/>
                  </a:lnTo>
                  <a:lnTo>
                    <a:pt x="78698" y="38751"/>
                  </a:lnTo>
                  <a:lnTo>
                    <a:pt x="77641" y="40546"/>
                  </a:lnTo>
                  <a:lnTo>
                    <a:pt x="74703" y="38731"/>
                  </a:lnTo>
                  <a:lnTo>
                    <a:pt x="74139" y="39464"/>
                  </a:lnTo>
                  <a:lnTo>
                    <a:pt x="73723" y="40902"/>
                  </a:lnTo>
                  <a:lnTo>
                    <a:pt x="72703" y="42687"/>
                  </a:lnTo>
                  <a:lnTo>
                    <a:pt x="71258" y="43476"/>
                  </a:lnTo>
                  <a:lnTo>
                    <a:pt x="69648" y="45441"/>
                  </a:lnTo>
                  <a:lnTo>
                    <a:pt x="67950" y="46832"/>
                  </a:lnTo>
                  <a:lnTo>
                    <a:pt x="66654" y="47883"/>
                  </a:lnTo>
                  <a:lnTo>
                    <a:pt x="65911" y="47698"/>
                  </a:lnTo>
                  <a:lnTo>
                    <a:pt x="67092" y="45423"/>
                  </a:lnTo>
                  <a:lnTo>
                    <a:pt x="66589" y="45382"/>
                  </a:lnTo>
                  <a:lnTo>
                    <a:pt x="65022" y="46987"/>
                  </a:lnTo>
                  <a:lnTo>
                    <a:pt x="64119" y="48344"/>
                  </a:lnTo>
                  <a:lnTo>
                    <a:pt x="63830" y="50625"/>
                  </a:lnTo>
                  <a:lnTo>
                    <a:pt x="63567" y="54388"/>
                  </a:lnTo>
                  <a:lnTo>
                    <a:pt x="64255" y="55387"/>
                  </a:lnTo>
                  <a:lnTo>
                    <a:pt x="65461" y="60349"/>
                  </a:lnTo>
                  <a:lnTo>
                    <a:pt x="66948" y="62471"/>
                  </a:lnTo>
                  <a:lnTo>
                    <a:pt x="66658" y="64497"/>
                  </a:lnTo>
                  <a:lnTo>
                    <a:pt x="66268" y="66098"/>
                  </a:lnTo>
                  <a:lnTo>
                    <a:pt x="65370" y="67483"/>
                  </a:lnTo>
                  <a:lnTo>
                    <a:pt x="64627" y="66456"/>
                  </a:lnTo>
                  <a:lnTo>
                    <a:pt x="64171" y="66482"/>
                  </a:lnTo>
                  <a:lnTo>
                    <a:pt x="63824" y="69724"/>
                  </a:lnTo>
                  <a:lnTo>
                    <a:pt x="64467" y="78384"/>
                  </a:lnTo>
                  <a:lnTo>
                    <a:pt x="65504" y="84458"/>
                  </a:lnTo>
                  <a:lnTo>
                    <a:pt x="66532" y="87107"/>
                  </a:lnTo>
                  <a:lnTo>
                    <a:pt x="68852" y="91229"/>
                  </a:lnTo>
                  <a:lnTo>
                    <a:pt x="71304" y="93402"/>
                  </a:lnTo>
                  <a:lnTo>
                    <a:pt x="75713" y="100349"/>
                  </a:lnTo>
                  <a:lnTo>
                    <a:pt x="78130" y="102548"/>
                  </a:lnTo>
                  <a:lnTo>
                    <a:pt x="78766" y="103742"/>
                  </a:lnTo>
                  <a:lnTo>
                    <a:pt x="80232" y="109102"/>
                  </a:lnTo>
                  <a:lnTo>
                    <a:pt x="81497" y="115293"/>
                  </a:lnTo>
                  <a:lnTo>
                    <a:pt x="82862" y="125009"/>
                  </a:lnTo>
                  <a:lnTo>
                    <a:pt x="83834" y="129796"/>
                  </a:lnTo>
                  <a:lnTo>
                    <a:pt x="85790" y="135207"/>
                  </a:lnTo>
                  <a:lnTo>
                    <a:pt x="89855" y="142953"/>
                  </a:lnTo>
                  <a:lnTo>
                    <a:pt x="93550" y="148619"/>
                  </a:lnTo>
                  <a:lnTo>
                    <a:pt x="96987" y="152121"/>
                  </a:lnTo>
                  <a:lnTo>
                    <a:pt x="99669" y="152735"/>
                  </a:lnTo>
                  <a:lnTo>
                    <a:pt x="106018" y="151961"/>
                  </a:lnTo>
                  <a:lnTo>
                    <a:pt x="107124" y="152295"/>
                  </a:lnTo>
                  <a:lnTo>
                    <a:pt x="108296" y="153239"/>
                  </a:lnTo>
                  <a:lnTo>
                    <a:pt x="108574" y="155667"/>
                  </a:lnTo>
                  <a:lnTo>
                    <a:pt x="108144" y="157308"/>
                  </a:lnTo>
                  <a:lnTo>
                    <a:pt x="106808" y="159013"/>
                  </a:lnTo>
                  <a:lnTo>
                    <a:pt x="105447" y="161375"/>
                  </a:lnTo>
                  <a:lnTo>
                    <a:pt x="105296" y="164590"/>
                  </a:lnTo>
                  <a:lnTo>
                    <a:pt x="106569" y="166855"/>
                  </a:lnTo>
                  <a:lnTo>
                    <a:pt x="112692" y="172864"/>
                  </a:lnTo>
                  <a:lnTo>
                    <a:pt x="118956" y="177884"/>
                  </a:lnTo>
                  <a:lnTo>
                    <a:pt x="120906" y="180446"/>
                  </a:lnTo>
                  <a:lnTo>
                    <a:pt x="123166" y="184431"/>
                  </a:lnTo>
                  <a:lnTo>
                    <a:pt x="128626" y="189910"/>
                  </a:lnTo>
                  <a:lnTo>
                    <a:pt x="129547" y="192576"/>
                  </a:lnTo>
                  <a:lnTo>
                    <a:pt x="132864" y="198311"/>
                  </a:lnTo>
                  <a:lnTo>
                    <a:pt x="134368" y="202738"/>
                  </a:lnTo>
                  <a:lnTo>
                    <a:pt x="134654" y="206172"/>
                  </a:lnTo>
                  <a:lnTo>
                    <a:pt x="133935" y="209658"/>
                  </a:lnTo>
                  <a:lnTo>
                    <a:pt x="133605" y="212118"/>
                  </a:lnTo>
                  <a:lnTo>
                    <a:pt x="133040" y="214548"/>
                  </a:lnTo>
                  <a:lnTo>
                    <a:pt x="131627" y="213627"/>
                  </a:lnTo>
                  <a:lnTo>
                    <a:pt x="130022" y="211132"/>
                  </a:lnTo>
                  <a:lnTo>
                    <a:pt x="127604" y="200991"/>
                  </a:lnTo>
                  <a:lnTo>
                    <a:pt x="123188" y="199963"/>
                  </a:lnTo>
                  <a:lnTo>
                    <a:pt x="122276" y="199216"/>
                  </a:lnTo>
                  <a:lnTo>
                    <a:pt x="120708" y="197477"/>
                  </a:lnTo>
                  <a:lnTo>
                    <a:pt x="120614" y="196330"/>
                  </a:lnTo>
                  <a:lnTo>
                    <a:pt x="120227" y="194896"/>
                  </a:lnTo>
                  <a:lnTo>
                    <a:pt x="119825" y="194413"/>
                  </a:lnTo>
                  <a:lnTo>
                    <a:pt x="118136" y="194097"/>
                  </a:lnTo>
                  <a:lnTo>
                    <a:pt x="116966" y="195735"/>
                  </a:lnTo>
                  <a:lnTo>
                    <a:pt x="115590" y="199623"/>
                  </a:lnTo>
                  <a:lnTo>
                    <a:pt x="114030" y="205215"/>
                  </a:lnTo>
                  <a:lnTo>
                    <a:pt x="112444" y="213416"/>
                  </a:lnTo>
                  <a:lnTo>
                    <a:pt x="112352" y="216729"/>
                  </a:lnTo>
                  <a:lnTo>
                    <a:pt x="113214" y="219939"/>
                  </a:lnTo>
                  <a:lnTo>
                    <a:pt x="115786" y="221730"/>
                  </a:lnTo>
                  <a:lnTo>
                    <a:pt x="117772" y="224588"/>
                  </a:lnTo>
                  <a:lnTo>
                    <a:pt x="119082" y="227572"/>
                  </a:lnTo>
                  <a:lnTo>
                    <a:pt x="119177" y="234783"/>
                  </a:lnTo>
                  <a:lnTo>
                    <a:pt x="119764" y="238875"/>
                  </a:lnTo>
                  <a:lnTo>
                    <a:pt x="118900" y="241202"/>
                  </a:lnTo>
                  <a:lnTo>
                    <a:pt x="117230" y="240598"/>
                  </a:lnTo>
                  <a:lnTo>
                    <a:pt x="115005" y="242078"/>
                  </a:lnTo>
                  <a:lnTo>
                    <a:pt x="113429" y="244724"/>
                  </a:lnTo>
                  <a:lnTo>
                    <a:pt x="112773" y="247246"/>
                  </a:lnTo>
                  <a:lnTo>
                    <a:pt x="112946" y="253784"/>
                  </a:lnTo>
                  <a:lnTo>
                    <a:pt x="112621" y="256280"/>
                  </a:lnTo>
                  <a:lnTo>
                    <a:pt x="109633" y="260993"/>
                  </a:lnTo>
                  <a:lnTo>
                    <a:pt x="108063" y="265815"/>
                  </a:lnTo>
                  <a:lnTo>
                    <a:pt x="107672" y="267817"/>
                  </a:lnTo>
                  <a:lnTo>
                    <a:pt x="107071" y="270086"/>
                  </a:lnTo>
                  <a:lnTo>
                    <a:pt x="103298" y="270167"/>
                  </a:lnTo>
                  <a:lnTo>
                    <a:pt x="102404" y="267356"/>
                  </a:lnTo>
                  <a:lnTo>
                    <a:pt x="102373" y="263185"/>
                  </a:lnTo>
                  <a:lnTo>
                    <a:pt x="103021" y="260617"/>
                  </a:lnTo>
                  <a:lnTo>
                    <a:pt x="104409" y="259415"/>
                  </a:lnTo>
                  <a:lnTo>
                    <a:pt x="105345" y="254081"/>
                  </a:lnTo>
                  <a:lnTo>
                    <a:pt x="105051" y="250227"/>
                  </a:lnTo>
                  <a:lnTo>
                    <a:pt x="105596" y="248519"/>
                  </a:lnTo>
                  <a:lnTo>
                    <a:pt x="106112" y="247311"/>
                  </a:lnTo>
                  <a:lnTo>
                    <a:pt x="107170" y="246607"/>
                  </a:lnTo>
                  <a:lnTo>
                    <a:pt x="108660" y="245933"/>
                  </a:lnTo>
                  <a:lnTo>
                    <a:pt x="108810" y="240559"/>
                  </a:lnTo>
                  <a:lnTo>
                    <a:pt x="107646" y="238115"/>
                  </a:lnTo>
                  <a:lnTo>
                    <a:pt x="107238" y="234698"/>
                  </a:lnTo>
                  <a:lnTo>
                    <a:pt x="106694" y="228370"/>
                  </a:lnTo>
                  <a:lnTo>
                    <a:pt x="104772" y="220306"/>
                  </a:lnTo>
                  <a:lnTo>
                    <a:pt x="103742" y="213109"/>
                  </a:lnTo>
                  <a:lnTo>
                    <a:pt x="102937" y="209560"/>
                  </a:lnTo>
                  <a:lnTo>
                    <a:pt x="101715" y="207709"/>
                  </a:lnTo>
                  <a:lnTo>
                    <a:pt x="99509" y="207729"/>
                  </a:lnTo>
                  <a:lnTo>
                    <a:pt x="98415" y="207201"/>
                  </a:lnTo>
                  <a:lnTo>
                    <a:pt x="94513" y="202207"/>
                  </a:lnTo>
                  <a:lnTo>
                    <a:pt x="94241" y="201447"/>
                  </a:lnTo>
                  <a:lnTo>
                    <a:pt x="94265" y="200122"/>
                  </a:lnTo>
                  <a:lnTo>
                    <a:pt x="94913" y="198115"/>
                  </a:lnTo>
                  <a:lnTo>
                    <a:pt x="94476" y="195401"/>
                  </a:lnTo>
                  <a:lnTo>
                    <a:pt x="94014" y="192839"/>
                  </a:lnTo>
                  <a:lnTo>
                    <a:pt x="93248" y="190654"/>
                  </a:lnTo>
                  <a:lnTo>
                    <a:pt x="92410" y="189519"/>
                  </a:lnTo>
                  <a:lnTo>
                    <a:pt x="90656" y="190217"/>
                  </a:lnTo>
                  <a:lnTo>
                    <a:pt x="90039" y="190760"/>
                  </a:lnTo>
                  <a:lnTo>
                    <a:pt x="88931" y="190574"/>
                  </a:lnTo>
                  <a:lnTo>
                    <a:pt x="88061" y="191545"/>
                  </a:lnTo>
                  <a:lnTo>
                    <a:pt x="87575" y="191575"/>
                  </a:lnTo>
                  <a:lnTo>
                    <a:pt x="88945" y="187737"/>
                  </a:lnTo>
                  <a:lnTo>
                    <a:pt x="88577" y="186832"/>
                  </a:lnTo>
                  <a:lnTo>
                    <a:pt x="87222" y="185257"/>
                  </a:lnTo>
                  <a:lnTo>
                    <a:pt x="85386" y="185019"/>
                  </a:lnTo>
                  <a:lnTo>
                    <a:pt x="84877" y="184828"/>
                  </a:lnTo>
                  <a:lnTo>
                    <a:pt x="84577" y="185809"/>
                  </a:lnTo>
                  <a:lnTo>
                    <a:pt x="84218" y="185268"/>
                  </a:lnTo>
                  <a:lnTo>
                    <a:pt x="84256" y="183553"/>
                  </a:lnTo>
                  <a:lnTo>
                    <a:pt x="82123" y="175880"/>
                  </a:lnTo>
                  <a:lnTo>
                    <a:pt x="80688" y="172758"/>
                  </a:lnTo>
                  <a:lnTo>
                    <a:pt x="79965" y="172201"/>
                  </a:lnTo>
                  <a:lnTo>
                    <a:pt x="78659" y="172860"/>
                  </a:lnTo>
                  <a:lnTo>
                    <a:pt x="76469" y="171491"/>
                  </a:lnTo>
                  <a:lnTo>
                    <a:pt x="75163" y="171185"/>
                  </a:lnTo>
                  <a:lnTo>
                    <a:pt x="74442" y="171515"/>
                  </a:lnTo>
                  <a:lnTo>
                    <a:pt x="73366" y="172515"/>
                  </a:lnTo>
                  <a:lnTo>
                    <a:pt x="72825" y="171854"/>
                  </a:lnTo>
                  <a:lnTo>
                    <a:pt x="72635" y="170829"/>
                  </a:lnTo>
                  <a:lnTo>
                    <a:pt x="70647" y="167643"/>
                  </a:lnTo>
                  <a:lnTo>
                    <a:pt x="68168" y="165842"/>
                  </a:lnTo>
                  <a:lnTo>
                    <a:pt x="63339" y="155708"/>
                  </a:lnTo>
                  <a:lnTo>
                    <a:pt x="61859" y="151919"/>
                  </a:lnTo>
                  <a:lnTo>
                    <a:pt x="58813" y="147748"/>
                  </a:lnTo>
                  <a:lnTo>
                    <a:pt x="56885" y="141675"/>
                  </a:lnTo>
                  <a:lnTo>
                    <a:pt x="55309" y="139447"/>
                  </a:lnTo>
                  <a:lnTo>
                    <a:pt x="53013" y="137664"/>
                  </a:lnTo>
                  <a:lnTo>
                    <a:pt x="52484" y="137887"/>
                  </a:lnTo>
                  <a:lnTo>
                    <a:pt x="51793" y="138555"/>
                  </a:lnTo>
                  <a:lnTo>
                    <a:pt x="51252" y="138651"/>
                  </a:lnTo>
                  <a:lnTo>
                    <a:pt x="50821" y="137861"/>
                  </a:lnTo>
                  <a:lnTo>
                    <a:pt x="51259" y="137049"/>
                  </a:lnTo>
                  <a:lnTo>
                    <a:pt x="51747" y="136680"/>
                  </a:lnTo>
                  <a:lnTo>
                    <a:pt x="51554" y="134358"/>
                  </a:lnTo>
                  <a:lnTo>
                    <a:pt x="48942" y="128343"/>
                  </a:lnTo>
                  <a:lnTo>
                    <a:pt x="47413" y="126405"/>
                  </a:lnTo>
                  <a:lnTo>
                    <a:pt x="46982" y="125212"/>
                  </a:lnTo>
                  <a:lnTo>
                    <a:pt x="46663" y="123579"/>
                  </a:lnTo>
                  <a:lnTo>
                    <a:pt x="46337" y="122504"/>
                  </a:lnTo>
                  <a:lnTo>
                    <a:pt x="45613" y="121888"/>
                  </a:lnTo>
                  <a:lnTo>
                    <a:pt x="44996" y="121993"/>
                  </a:lnTo>
                  <a:lnTo>
                    <a:pt x="44139" y="121582"/>
                  </a:lnTo>
                  <a:lnTo>
                    <a:pt x="44167" y="118698"/>
                  </a:lnTo>
                  <a:lnTo>
                    <a:pt x="44338" y="116482"/>
                  </a:lnTo>
                  <a:lnTo>
                    <a:pt x="44207" y="114600"/>
                  </a:lnTo>
                  <a:lnTo>
                    <a:pt x="43375" y="109654"/>
                  </a:lnTo>
                  <a:lnTo>
                    <a:pt x="41933" y="105461"/>
                  </a:lnTo>
                  <a:lnTo>
                    <a:pt x="41084" y="95444"/>
                  </a:lnTo>
                  <a:lnTo>
                    <a:pt x="40429" y="92625"/>
                  </a:lnTo>
                  <a:lnTo>
                    <a:pt x="38834" y="90483"/>
                  </a:lnTo>
                  <a:lnTo>
                    <a:pt x="35237" y="88084"/>
                  </a:lnTo>
                  <a:lnTo>
                    <a:pt x="30223" y="81640"/>
                  </a:lnTo>
                  <a:lnTo>
                    <a:pt x="29163" y="81529"/>
                  </a:lnTo>
                  <a:lnTo>
                    <a:pt x="26147" y="79025"/>
                  </a:lnTo>
                  <a:lnTo>
                    <a:pt x="24278" y="78595"/>
                  </a:lnTo>
                  <a:lnTo>
                    <a:pt x="21850" y="80845"/>
                  </a:lnTo>
                  <a:lnTo>
                    <a:pt x="18902" y="87039"/>
                  </a:lnTo>
                  <a:lnTo>
                    <a:pt x="16509" y="93469"/>
                  </a:lnTo>
                  <a:lnTo>
                    <a:pt x="15639" y="94715"/>
                  </a:lnTo>
                  <a:lnTo>
                    <a:pt x="12554" y="96907"/>
                  </a:lnTo>
                  <a:lnTo>
                    <a:pt x="9827" y="97954"/>
                  </a:lnTo>
                  <a:lnTo>
                    <a:pt x="9797" y="96305"/>
                  </a:lnTo>
                  <a:lnTo>
                    <a:pt x="9700" y="95066"/>
                  </a:lnTo>
                  <a:lnTo>
                    <a:pt x="10162" y="93701"/>
                  </a:lnTo>
                  <a:lnTo>
                    <a:pt x="10922" y="92095"/>
                  </a:lnTo>
                  <a:lnTo>
                    <a:pt x="11624" y="90079"/>
                  </a:lnTo>
                  <a:lnTo>
                    <a:pt x="11916" y="88616"/>
                  </a:lnTo>
                  <a:lnTo>
                    <a:pt x="11779" y="87645"/>
                  </a:lnTo>
                  <a:lnTo>
                    <a:pt x="11463" y="86203"/>
                  </a:lnTo>
                  <a:lnTo>
                    <a:pt x="11033" y="86099"/>
                  </a:lnTo>
                  <a:lnTo>
                    <a:pt x="8438" y="87309"/>
                  </a:lnTo>
                  <a:lnTo>
                    <a:pt x="7844" y="86996"/>
                  </a:lnTo>
                  <a:lnTo>
                    <a:pt x="5923" y="85113"/>
                  </a:lnTo>
                  <a:lnTo>
                    <a:pt x="3855" y="82799"/>
                  </a:lnTo>
                  <a:lnTo>
                    <a:pt x="3093" y="81153"/>
                  </a:lnTo>
                  <a:lnTo>
                    <a:pt x="2805" y="79489"/>
                  </a:lnTo>
                  <a:lnTo>
                    <a:pt x="3021" y="78421"/>
                  </a:lnTo>
                  <a:lnTo>
                    <a:pt x="2848" y="77384"/>
                  </a:lnTo>
                  <a:lnTo>
                    <a:pt x="2444" y="75983"/>
                  </a:lnTo>
                  <a:lnTo>
                    <a:pt x="2810" y="74392"/>
                  </a:lnTo>
                  <a:lnTo>
                    <a:pt x="3454" y="72409"/>
                  </a:lnTo>
                  <a:lnTo>
                    <a:pt x="3777" y="71064"/>
                  </a:lnTo>
                  <a:lnTo>
                    <a:pt x="4317" y="70715"/>
                  </a:lnTo>
                  <a:lnTo>
                    <a:pt x="4575" y="69896"/>
                  </a:lnTo>
                  <a:lnTo>
                    <a:pt x="4144" y="66628"/>
                  </a:lnTo>
                  <a:lnTo>
                    <a:pt x="3918" y="66104"/>
                  </a:lnTo>
                  <a:lnTo>
                    <a:pt x="3544" y="65699"/>
                  </a:lnTo>
                  <a:lnTo>
                    <a:pt x="2970" y="65652"/>
                  </a:lnTo>
                  <a:lnTo>
                    <a:pt x="1968" y="64977"/>
                  </a:lnTo>
                  <a:lnTo>
                    <a:pt x="1254" y="63847"/>
                  </a:lnTo>
                  <a:lnTo>
                    <a:pt x="1101" y="62322"/>
                  </a:lnTo>
                  <a:lnTo>
                    <a:pt x="723" y="60856"/>
                  </a:lnTo>
                  <a:lnTo>
                    <a:pt x="79" y="59510"/>
                  </a:lnTo>
                  <a:lnTo>
                    <a:pt x="0" y="58039"/>
                  </a:lnTo>
                  <a:lnTo>
                    <a:pt x="732" y="57261"/>
                  </a:lnTo>
                  <a:lnTo>
                    <a:pt x="1733" y="57231"/>
                  </a:lnTo>
                  <a:lnTo>
                    <a:pt x="2436" y="57516"/>
                  </a:lnTo>
                  <a:lnTo>
                    <a:pt x="4014" y="55154"/>
                  </a:lnTo>
                  <a:lnTo>
                    <a:pt x="4595" y="54947"/>
                  </a:lnTo>
                  <a:lnTo>
                    <a:pt x="5116" y="54434"/>
                  </a:lnTo>
                  <a:lnTo>
                    <a:pt x="5553" y="51211"/>
                  </a:lnTo>
                  <a:lnTo>
                    <a:pt x="5889" y="50245"/>
                  </a:lnTo>
                  <a:lnTo>
                    <a:pt x="5969" y="49678"/>
                  </a:lnTo>
                  <a:lnTo>
                    <a:pt x="5658" y="49005"/>
                  </a:lnTo>
                  <a:lnTo>
                    <a:pt x="4382" y="46736"/>
                  </a:lnTo>
                  <a:lnTo>
                    <a:pt x="3800" y="44369"/>
                  </a:lnTo>
                  <a:lnTo>
                    <a:pt x="2881" y="41716"/>
                  </a:lnTo>
                  <a:lnTo>
                    <a:pt x="2027" y="40544"/>
                  </a:lnTo>
                  <a:lnTo>
                    <a:pt x="1853" y="39633"/>
                  </a:lnTo>
                  <a:lnTo>
                    <a:pt x="1833" y="38474"/>
                  </a:lnTo>
                  <a:lnTo>
                    <a:pt x="2007" y="37455"/>
                  </a:lnTo>
                  <a:lnTo>
                    <a:pt x="3555" y="35865"/>
                  </a:lnTo>
                  <a:lnTo>
                    <a:pt x="4466" y="34169"/>
                  </a:lnTo>
                  <a:lnTo>
                    <a:pt x="4860" y="34818"/>
                  </a:lnTo>
                  <a:lnTo>
                    <a:pt x="5692" y="35509"/>
                  </a:lnTo>
                  <a:lnTo>
                    <a:pt x="7951" y="34565"/>
                  </a:lnTo>
                  <a:lnTo>
                    <a:pt x="9354" y="33617"/>
                  </a:lnTo>
                  <a:lnTo>
                    <a:pt x="10343" y="32620"/>
                  </a:lnTo>
                  <a:lnTo>
                    <a:pt x="10956" y="32796"/>
                  </a:lnTo>
                  <a:lnTo>
                    <a:pt x="13174" y="34285"/>
                  </a:lnTo>
                  <a:lnTo>
                    <a:pt x="13905" y="33528"/>
                  </a:lnTo>
                  <a:lnTo>
                    <a:pt x="15505" y="31505"/>
                  </a:lnTo>
                  <a:lnTo>
                    <a:pt x="15744" y="30442"/>
                  </a:lnTo>
                  <a:lnTo>
                    <a:pt x="17004" y="27220"/>
                  </a:lnTo>
                  <a:lnTo>
                    <a:pt x="17027" y="26432"/>
                  </a:lnTo>
                  <a:lnTo>
                    <a:pt x="16508" y="24411"/>
                  </a:lnTo>
                  <a:lnTo>
                    <a:pt x="16669" y="23966"/>
                  </a:lnTo>
                  <a:lnTo>
                    <a:pt x="18216" y="21893"/>
                  </a:lnTo>
                  <a:lnTo>
                    <a:pt x="18972" y="20055"/>
                  </a:lnTo>
                  <a:lnTo>
                    <a:pt x="19792" y="18823"/>
                  </a:lnTo>
                  <a:lnTo>
                    <a:pt x="20381" y="18795"/>
                  </a:lnTo>
                  <a:lnTo>
                    <a:pt x="20542" y="19214"/>
                  </a:lnTo>
                  <a:lnTo>
                    <a:pt x="20612" y="20074"/>
                  </a:lnTo>
                  <a:lnTo>
                    <a:pt x="20561" y="23617"/>
                  </a:lnTo>
                  <a:lnTo>
                    <a:pt x="20788" y="24709"/>
                  </a:lnTo>
                  <a:lnTo>
                    <a:pt x="22003" y="27253"/>
                  </a:lnTo>
                  <a:lnTo>
                    <a:pt x="22869" y="28702"/>
                  </a:lnTo>
                  <a:lnTo>
                    <a:pt x="24877" y="29696"/>
                  </a:lnTo>
                  <a:lnTo>
                    <a:pt x="24970" y="30172"/>
                  </a:lnTo>
                  <a:lnTo>
                    <a:pt x="24417" y="32088"/>
                  </a:lnTo>
                  <a:lnTo>
                    <a:pt x="25634" y="34378"/>
                  </a:lnTo>
                  <a:lnTo>
                    <a:pt x="25851" y="36054"/>
                  </a:lnTo>
                  <a:lnTo>
                    <a:pt x="26412" y="36998"/>
                  </a:lnTo>
                  <a:lnTo>
                    <a:pt x="27207" y="36535"/>
                  </a:lnTo>
                  <a:lnTo>
                    <a:pt x="27468" y="35652"/>
                  </a:lnTo>
                  <a:lnTo>
                    <a:pt x="27155" y="34099"/>
                  </a:lnTo>
                  <a:lnTo>
                    <a:pt x="26925" y="32475"/>
                  </a:lnTo>
                  <a:lnTo>
                    <a:pt x="26972" y="31535"/>
                  </a:lnTo>
                  <a:lnTo>
                    <a:pt x="27192" y="30455"/>
                  </a:lnTo>
                  <a:lnTo>
                    <a:pt x="27744" y="28948"/>
                  </a:lnTo>
                  <a:lnTo>
                    <a:pt x="29248" y="25497"/>
                  </a:lnTo>
                  <a:lnTo>
                    <a:pt x="29789" y="23502"/>
                  </a:lnTo>
                  <a:lnTo>
                    <a:pt x="29887" y="20414"/>
                  </a:lnTo>
                  <a:lnTo>
                    <a:pt x="29892" y="17934"/>
                  </a:lnTo>
                  <a:lnTo>
                    <a:pt x="30394" y="17332"/>
                  </a:lnTo>
                  <a:lnTo>
                    <a:pt x="31472" y="17772"/>
                  </a:lnTo>
                  <a:lnTo>
                    <a:pt x="31794" y="17723"/>
                  </a:lnTo>
                  <a:lnTo>
                    <a:pt x="31941" y="19245"/>
                  </a:lnTo>
                  <a:lnTo>
                    <a:pt x="32400" y="21669"/>
                  </a:lnTo>
                  <a:lnTo>
                    <a:pt x="32941" y="22928"/>
                  </a:lnTo>
                  <a:lnTo>
                    <a:pt x="33519" y="23226"/>
                  </a:lnTo>
                  <a:lnTo>
                    <a:pt x="34199" y="23232"/>
                  </a:lnTo>
                  <a:lnTo>
                    <a:pt x="35883" y="21750"/>
                  </a:lnTo>
                  <a:lnTo>
                    <a:pt x="36981" y="21108"/>
                  </a:lnTo>
                  <a:lnTo>
                    <a:pt x="37603" y="21284"/>
                  </a:lnTo>
                  <a:lnTo>
                    <a:pt x="37972" y="22293"/>
                  </a:lnTo>
                  <a:lnTo>
                    <a:pt x="38759" y="24940"/>
                  </a:lnTo>
                  <a:lnTo>
                    <a:pt x="39208" y="25239"/>
                  </a:lnTo>
                  <a:lnTo>
                    <a:pt x="39750" y="24936"/>
                  </a:lnTo>
                  <a:lnTo>
                    <a:pt x="39942" y="24484"/>
                  </a:lnTo>
                  <a:lnTo>
                    <a:pt x="39768" y="23466"/>
                  </a:lnTo>
                  <a:lnTo>
                    <a:pt x="39538" y="21254"/>
                  </a:lnTo>
                  <a:lnTo>
                    <a:pt x="39224" y="19543"/>
                  </a:lnTo>
                  <a:lnTo>
                    <a:pt x="38811" y="18740"/>
                  </a:lnTo>
                  <a:lnTo>
                    <a:pt x="38728" y="17697"/>
                  </a:lnTo>
                  <a:lnTo>
                    <a:pt x="38988" y="15819"/>
                  </a:lnTo>
                  <a:lnTo>
                    <a:pt x="39281" y="14249"/>
                  </a:lnTo>
                  <a:lnTo>
                    <a:pt x="39854" y="13822"/>
                  </a:lnTo>
                  <a:lnTo>
                    <a:pt x="40513" y="13623"/>
                  </a:lnTo>
                  <a:lnTo>
                    <a:pt x="41385" y="15285"/>
                  </a:lnTo>
                  <a:lnTo>
                    <a:pt x="42416" y="15810"/>
                  </a:lnTo>
                  <a:lnTo>
                    <a:pt x="43184" y="15722"/>
                  </a:lnTo>
                  <a:lnTo>
                    <a:pt x="43318" y="14752"/>
                  </a:lnTo>
                  <a:lnTo>
                    <a:pt x="43270" y="13689"/>
                  </a:lnTo>
                  <a:lnTo>
                    <a:pt x="42812" y="12324"/>
                  </a:lnTo>
                  <a:lnTo>
                    <a:pt x="42904" y="10261"/>
                  </a:lnTo>
                  <a:lnTo>
                    <a:pt x="43435" y="6417"/>
                  </a:lnTo>
                  <a:lnTo>
                    <a:pt x="43737" y="6707"/>
                  </a:lnTo>
                  <a:lnTo>
                    <a:pt x="44877" y="6749"/>
                  </a:lnTo>
                  <a:lnTo>
                    <a:pt x="46120" y="6966"/>
                  </a:lnTo>
                  <a:lnTo>
                    <a:pt x="46921" y="8534"/>
                  </a:lnTo>
                  <a:lnTo>
                    <a:pt x="47706" y="9068"/>
                  </a:lnTo>
                  <a:lnTo>
                    <a:pt x="48824" y="9238"/>
                  </a:lnTo>
                  <a:lnTo>
                    <a:pt x="49572" y="9016"/>
                  </a:lnTo>
                  <a:lnTo>
                    <a:pt x="49934" y="8426"/>
                  </a:lnTo>
                  <a:lnTo>
                    <a:pt x="50369" y="6589"/>
                  </a:lnTo>
                  <a:lnTo>
                    <a:pt x="51169" y="4312"/>
                  </a:lnTo>
                  <a:lnTo>
                    <a:pt x="52424" y="3145"/>
                  </a:lnTo>
                  <a:lnTo>
                    <a:pt x="54568" y="2927"/>
                  </a:lnTo>
                  <a:lnTo>
                    <a:pt x="55639" y="2503"/>
                  </a:lnTo>
                  <a:lnTo>
                    <a:pt x="56751" y="2527"/>
                  </a:lnTo>
                  <a:lnTo>
                    <a:pt x="57591" y="2880"/>
                  </a:lnTo>
                  <a:lnTo>
                    <a:pt x="58457" y="2838"/>
                  </a:lnTo>
                  <a:lnTo>
                    <a:pt x="60658" y="1253"/>
                  </a:lnTo>
                  <a:lnTo>
                    <a:pt x="62928" y="0"/>
                  </a:lnTo>
                  <a:lnTo>
                    <a:pt x="63243" y="210"/>
                  </a:lnTo>
                  <a:lnTo>
                    <a:pt x="63290" y="627"/>
                  </a:lnTo>
                  <a:lnTo>
                    <a:pt x="62884" y="1594"/>
                  </a:lnTo>
                  <a:lnTo>
                    <a:pt x="62489" y="2877"/>
                  </a:lnTo>
                  <a:lnTo>
                    <a:pt x="62754" y="4340"/>
                  </a:lnTo>
                  <a:lnTo>
                    <a:pt x="64047" y="7276"/>
                  </a:lnTo>
                  <a:lnTo>
                    <a:pt x="64752" y="9524"/>
                  </a:lnTo>
                  <a:lnTo>
                    <a:pt x="65413" y="11213"/>
                  </a:lnTo>
                  <a:lnTo>
                    <a:pt x="66446" y="12103"/>
                  </a:lnTo>
                  <a:lnTo>
                    <a:pt x="67802" y="12647"/>
                  </a:lnTo>
                  <a:lnTo>
                    <a:pt x="68951" y="12844"/>
                  </a:lnTo>
                  <a:lnTo>
                    <a:pt x="70152" y="13481"/>
                  </a:lnTo>
                  <a:lnTo>
                    <a:pt x="74276" y="15054"/>
                  </a:lnTo>
                  <a:lnTo>
                    <a:pt x="76352" y="15490"/>
                  </a:lnTo>
                  <a:lnTo>
                    <a:pt x="77924" y="1555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2"/>
            <p:cNvSpPr/>
            <p:nvPr/>
          </p:nvSpPr>
          <p:spPr>
            <a:xfrm>
              <a:off x="3309384" y="2334215"/>
              <a:ext cx="1337" cy="2826"/>
            </a:xfrm>
            <a:custGeom>
              <a:avLst/>
              <a:pathLst>
                <a:path w="1337" h="2826">
                  <a:moveTo>
                    <a:pt x="0" y="1630"/>
                  </a:moveTo>
                  <a:lnTo>
                    <a:pt x="334" y="2826"/>
                  </a:lnTo>
                  <a:lnTo>
                    <a:pt x="1003" y="2610"/>
                  </a:lnTo>
                  <a:lnTo>
                    <a:pt x="1337" y="1086"/>
                  </a:lnTo>
                  <a:lnTo>
                    <a:pt x="1213" y="0"/>
                  </a:lnTo>
                  <a:lnTo>
                    <a:pt x="502" y="2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3"/>
            <p:cNvSpPr/>
            <p:nvPr/>
          </p:nvSpPr>
          <p:spPr>
            <a:xfrm>
              <a:off x="2279031" y="3086756"/>
              <a:ext cx="24172" cy="23854"/>
            </a:xfrm>
            <a:custGeom>
              <a:avLst/>
              <a:pathLst>
                <a:path w="24172" h="23854">
                  <a:moveTo>
                    <a:pt x="12241" y="1914"/>
                  </a:moveTo>
                  <a:lnTo>
                    <a:pt x="13625" y="2976"/>
                  </a:lnTo>
                  <a:lnTo>
                    <a:pt x="15054" y="3524"/>
                  </a:lnTo>
                  <a:lnTo>
                    <a:pt x="15671" y="3556"/>
                  </a:lnTo>
                  <a:lnTo>
                    <a:pt x="16253" y="3894"/>
                  </a:lnTo>
                  <a:lnTo>
                    <a:pt x="17558" y="6439"/>
                  </a:lnTo>
                  <a:lnTo>
                    <a:pt x="18608" y="7831"/>
                  </a:lnTo>
                  <a:lnTo>
                    <a:pt x="22593" y="10943"/>
                  </a:lnTo>
                  <a:lnTo>
                    <a:pt x="23922" y="16308"/>
                  </a:lnTo>
                  <a:lnTo>
                    <a:pt x="24172" y="17986"/>
                  </a:lnTo>
                  <a:lnTo>
                    <a:pt x="23142" y="18981"/>
                  </a:lnTo>
                  <a:lnTo>
                    <a:pt x="21847" y="19325"/>
                  </a:lnTo>
                  <a:lnTo>
                    <a:pt x="20608" y="19384"/>
                  </a:lnTo>
                  <a:lnTo>
                    <a:pt x="19464" y="18357"/>
                  </a:lnTo>
                  <a:lnTo>
                    <a:pt x="18964" y="17569"/>
                  </a:lnTo>
                  <a:lnTo>
                    <a:pt x="17773" y="17191"/>
                  </a:lnTo>
                  <a:lnTo>
                    <a:pt x="18068" y="16468"/>
                  </a:lnTo>
                  <a:lnTo>
                    <a:pt x="17540" y="16130"/>
                  </a:lnTo>
                  <a:lnTo>
                    <a:pt x="16877" y="16207"/>
                  </a:lnTo>
                  <a:lnTo>
                    <a:pt x="16388" y="18264"/>
                  </a:lnTo>
                  <a:lnTo>
                    <a:pt x="15844" y="19899"/>
                  </a:lnTo>
                  <a:lnTo>
                    <a:pt x="14802" y="19742"/>
                  </a:lnTo>
                  <a:lnTo>
                    <a:pt x="14401" y="18348"/>
                  </a:lnTo>
                  <a:lnTo>
                    <a:pt x="13853" y="18974"/>
                  </a:lnTo>
                  <a:lnTo>
                    <a:pt x="13411" y="20009"/>
                  </a:lnTo>
                  <a:lnTo>
                    <a:pt x="12883" y="23854"/>
                  </a:lnTo>
                  <a:lnTo>
                    <a:pt x="12032" y="21945"/>
                  </a:lnTo>
                  <a:lnTo>
                    <a:pt x="11106" y="20345"/>
                  </a:lnTo>
                  <a:lnTo>
                    <a:pt x="9943" y="19684"/>
                  </a:lnTo>
                  <a:lnTo>
                    <a:pt x="7593" y="19576"/>
                  </a:lnTo>
                  <a:lnTo>
                    <a:pt x="6487" y="19053"/>
                  </a:lnTo>
                  <a:lnTo>
                    <a:pt x="5565" y="15800"/>
                  </a:lnTo>
                  <a:lnTo>
                    <a:pt x="5203" y="14868"/>
                  </a:lnTo>
                  <a:lnTo>
                    <a:pt x="4275" y="14025"/>
                  </a:lnTo>
                  <a:lnTo>
                    <a:pt x="3350" y="10294"/>
                  </a:lnTo>
                  <a:lnTo>
                    <a:pt x="3019" y="9782"/>
                  </a:lnTo>
                  <a:lnTo>
                    <a:pt x="515" y="8987"/>
                  </a:lnTo>
                  <a:lnTo>
                    <a:pt x="0" y="6944"/>
                  </a:lnTo>
                  <a:lnTo>
                    <a:pt x="153" y="5096"/>
                  </a:lnTo>
                  <a:lnTo>
                    <a:pt x="988" y="2835"/>
                  </a:lnTo>
                  <a:lnTo>
                    <a:pt x="1394" y="2190"/>
                  </a:lnTo>
                  <a:lnTo>
                    <a:pt x="2781" y="2286"/>
                  </a:lnTo>
                  <a:lnTo>
                    <a:pt x="4103" y="1607"/>
                  </a:lnTo>
                  <a:lnTo>
                    <a:pt x="4685" y="636"/>
                  </a:lnTo>
                  <a:lnTo>
                    <a:pt x="5292" y="0"/>
                  </a:lnTo>
                  <a:lnTo>
                    <a:pt x="10082" y="1630"/>
                  </a:lnTo>
                  <a:lnTo>
                    <a:pt x="11187" y="16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4"/>
            <p:cNvSpPr/>
            <p:nvPr/>
          </p:nvSpPr>
          <p:spPr>
            <a:xfrm>
              <a:off x="3143223" y="2178296"/>
              <a:ext cx="2565" cy="2852"/>
            </a:xfrm>
            <a:custGeom>
              <a:avLst/>
              <a:pathLst>
                <a:path w="2565" h="2852">
                  <a:moveTo>
                    <a:pt x="2466" y="1037"/>
                  </a:moveTo>
                  <a:lnTo>
                    <a:pt x="2565" y="2527"/>
                  </a:lnTo>
                  <a:lnTo>
                    <a:pt x="2067" y="2852"/>
                  </a:lnTo>
                  <a:lnTo>
                    <a:pt x="1644" y="2333"/>
                  </a:lnTo>
                  <a:lnTo>
                    <a:pt x="796" y="2333"/>
                  </a:lnTo>
                  <a:lnTo>
                    <a:pt x="0" y="2659"/>
                  </a:lnTo>
                  <a:lnTo>
                    <a:pt x="174" y="0"/>
                  </a:lnTo>
                  <a:lnTo>
                    <a:pt x="1744" y="32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5"/>
            <p:cNvSpPr/>
            <p:nvPr/>
          </p:nvSpPr>
          <p:spPr>
            <a:xfrm>
              <a:off x="3565494" y="2647953"/>
              <a:ext cx="49305" cy="123566"/>
            </a:xfrm>
            <a:custGeom>
              <a:avLst/>
              <a:pathLst>
                <a:path w="49305" h="123566">
                  <a:moveTo>
                    <a:pt x="47631" y="36868"/>
                  </a:moveTo>
                  <a:lnTo>
                    <a:pt x="45947" y="40326"/>
                  </a:lnTo>
                  <a:lnTo>
                    <a:pt x="45552" y="40697"/>
                  </a:lnTo>
                  <a:lnTo>
                    <a:pt x="43364" y="42128"/>
                  </a:lnTo>
                  <a:lnTo>
                    <a:pt x="38889" y="45055"/>
                  </a:lnTo>
                  <a:lnTo>
                    <a:pt x="35890" y="47014"/>
                  </a:lnTo>
                  <a:lnTo>
                    <a:pt x="32056" y="49520"/>
                  </a:lnTo>
                  <a:lnTo>
                    <a:pt x="28872" y="51602"/>
                  </a:lnTo>
                  <a:lnTo>
                    <a:pt x="25718" y="53664"/>
                  </a:lnTo>
                  <a:lnTo>
                    <a:pt x="22799" y="55573"/>
                  </a:lnTo>
                  <a:lnTo>
                    <a:pt x="24465" y="59601"/>
                  </a:lnTo>
                  <a:lnTo>
                    <a:pt x="27011" y="65758"/>
                  </a:lnTo>
                  <a:lnTo>
                    <a:pt x="28709" y="69867"/>
                  </a:lnTo>
                  <a:lnTo>
                    <a:pt x="30712" y="75150"/>
                  </a:lnTo>
                  <a:lnTo>
                    <a:pt x="32501" y="79868"/>
                  </a:lnTo>
                  <a:lnTo>
                    <a:pt x="34399" y="84871"/>
                  </a:lnTo>
                  <a:lnTo>
                    <a:pt x="33068" y="86566"/>
                  </a:lnTo>
                  <a:lnTo>
                    <a:pt x="30874" y="89358"/>
                  </a:lnTo>
                  <a:lnTo>
                    <a:pt x="30649" y="89866"/>
                  </a:lnTo>
                  <a:lnTo>
                    <a:pt x="30464" y="90388"/>
                  </a:lnTo>
                  <a:lnTo>
                    <a:pt x="29556" y="95373"/>
                  </a:lnTo>
                  <a:lnTo>
                    <a:pt x="28842" y="99299"/>
                  </a:lnTo>
                  <a:lnTo>
                    <a:pt x="28598" y="99791"/>
                  </a:lnTo>
                  <a:lnTo>
                    <a:pt x="25534" y="101232"/>
                  </a:lnTo>
                  <a:lnTo>
                    <a:pt x="22441" y="102687"/>
                  </a:lnTo>
                  <a:lnTo>
                    <a:pt x="20490" y="103604"/>
                  </a:lnTo>
                  <a:lnTo>
                    <a:pt x="19907" y="104620"/>
                  </a:lnTo>
                  <a:lnTo>
                    <a:pt x="18634" y="109511"/>
                  </a:lnTo>
                  <a:lnTo>
                    <a:pt x="17320" y="114564"/>
                  </a:lnTo>
                  <a:lnTo>
                    <a:pt x="15125" y="118693"/>
                  </a:lnTo>
                  <a:lnTo>
                    <a:pt x="12691" y="123269"/>
                  </a:lnTo>
                  <a:lnTo>
                    <a:pt x="12089" y="123566"/>
                  </a:lnTo>
                  <a:lnTo>
                    <a:pt x="10328" y="122863"/>
                  </a:lnTo>
                  <a:lnTo>
                    <a:pt x="7318" y="121663"/>
                  </a:lnTo>
                  <a:lnTo>
                    <a:pt x="4410" y="120504"/>
                  </a:lnTo>
                  <a:lnTo>
                    <a:pt x="2418" y="119711"/>
                  </a:lnTo>
                  <a:lnTo>
                    <a:pt x="0" y="118748"/>
                  </a:lnTo>
                  <a:lnTo>
                    <a:pt x="357" y="114879"/>
                  </a:lnTo>
                  <a:lnTo>
                    <a:pt x="257" y="112794"/>
                  </a:lnTo>
                  <a:lnTo>
                    <a:pt x="830" y="105937"/>
                  </a:lnTo>
                  <a:lnTo>
                    <a:pt x="1165" y="102691"/>
                  </a:lnTo>
                  <a:lnTo>
                    <a:pt x="1332" y="100299"/>
                  </a:lnTo>
                  <a:lnTo>
                    <a:pt x="2166" y="95458"/>
                  </a:lnTo>
                  <a:lnTo>
                    <a:pt x="2064" y="93874"/>
                  </a:lnTo>
                  <a:lnTo>
                    <a:pt x="2241" y="88289"/>
                  </a:lnTo>
                  <a:lnTo>
                    <a:pt x="2155" y="87208"/>
                  </a:lnTo>
                  <a:lnTo>
                    <a:pt x="2534" y="84164"/>
                  </a:lnTo>
                  <a:lnTo>
                    <a:pt x="3245" y="79744"/>
                  </a:lnTo>
                  <a:lnTo>
                    <a:pt x="3941" y="75940"/>
                  </a:lnTo>
                  <a:lnTo>
                    <a:pt x="4193" y="74227"/>
                  </a:lnTo>
                  <a:lnTo>
                    <a:pt x="4908" y="70620"/>
                  </a:lnTo>
                  <a:lnTo>
                    <a:pt x="5546" y="66183"/>
                  </a:lnTo>
                  <a:lnTo>
                    <a:pt x="5210" y="63759"/>
                  </a:lnTo>
                  <a:lnTo>
                    <a:pt x="5108" y="63285"/>
                  </a:lnTo>
                  <a:lnTo>
                    <a:pt x="5360" y="60481"/>
                  </a:lnTo>
                  <a:lnTo>
                    <a:pt x="5675" y="55933"/>
                  </a:lnTo>
                  <a:lnTo>
                    <a:pt x="5844" y="53479"/>
                  </a:lnTo>
                  <a:lnTo>
                    <a:pt x="6229" y="50229"/>
                  </a:lnTo>
                  <a:lnTo>
                    <a:pt x="6906" y="47476"/>
                  </a:lnTo>
                  <a:lnTo>
                    <a:pt x="6593" y="40993"/>
                  </a:lnTo>
                  <a:lnTo>
                    <a:pt x="6631" y="37503"/>
                  </a:lnTo>
                  <a:lnTo>
                    <a:pt x="7054" y="33518"/>
                  </a:lnTo>
                  <a:lnTo>
                    <a:pt x="6821" y="28860"/>
                  </a:lnTo>
                  <a:lnTo>
                    <a:pt x="7020" y="22230"/>
                  </a:lnTo>
                  <a:lnTo>
                    <a:pt x="7063" y="21610"/>
                  </a:lnTo>
                  <a:lnTo>
                    <a:pt x="7310" y="20808"/>
                  </a:lnTo>
                  <a:lnTo>
                    <a:pt x="7499" y="20392"/>
                  </a:lnTo>
                  <a:lnTo>
                    <a:pt x="8899" y="19009"/>
                  </a:lnTo>
                  <a:lnTo>
                    <a:pt x="9499" y="18831"/>
                  </a:lnTo>
                  <a:lnTo>
                    <a:pt x="10718" y="19456"/>
                  </a:lnTo>
                  <a:lnTo>
                    <a:pt x="11419" y="20847"/>
                  </a:lnTo>
                  <a:lnTo>
                    <a:pt x="12589" y="24774"/>
                  </a:lnTo>
                  <a:lnTo>
                    <a:pt x="14409" y="25917"/>
                  </a:lnTo>
                  <a:lnTo>
                    <a:pt x="15142" y="27029"/>
                  </a:lnTo>
                  <a:lnTo>
                    <a:pt x="16139" y="29114"/>
                  </a:lnTo>
                  <a:lnTo>
                    <a:pt x="17355" y="29870"/>
                  </a:lnTo>
                  <a:lnTo>
                    <a:pt x="21207" y="31172"/>
                  </a:lnTo>
                  <a:lnTo>
                    <a:pt x="24280" y="26791"/>
                  </a:lnTo>
                  <a:lnTo>
                    <a:pt x="26876" y="23090"/>
                  </a:lnTo>
                  <a:lnTo>
                    <a:pt x="29826" y="18886"/>
                  </a:lnTo>
                  <a:lnTo>
                    <a:pt x="31833" y="16026"/>
                  </a:lnTo>
                  <a:lnTo>
                    <a:pt x="35258" y="11150"/>
                  </a:lnTo>
                  <a:lnTo>
                    <a:pt x="37512" y="8066"/>
                  </a:lnTo>
                  <a:lnTo>
                    <a:pt x="40480" y="4006"/>
                  </a:lnTo>
                  <a:lnTo>
                    <a:pt x="43409" y="0"/>
                  </a:lnTo>
                  <a:lnTo>
                    <a:pt x="44220" y="6540"/>
                  </a:lnTo>
                  <a:lnTo>
                    <a:pt x="45013" y="12929"/>
                  </a:lnTo>
                  <a:lnTo>
                    <a:pt x="45837" y="19547"/>
                  </a:lnTo>
                  <a:lnTo>
                    <a:pt x="46637" y="25975"/>
                  </a:lnTo>
                  <a:lnTo>
                    <a:pt x="45772" y="26583"/>
                  </a:lnTo>
                  <a:lnTo>
                    <a:pt x="46450" y="31515"/>
                  </a:lnTo>
                  <a:lnTo>
                    <a:pt x="47570" y="30760"/>
                  </a:lnTo>
                  <a:lnTo>
                    <a:pt x="48790" y="30176"/>
                  </a:lnTo>
                  <a:lnTo>
                    <a:pt x="49305" y="3334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4573052" y="2912646"/>
              <a:ext cx="2896" cy="4384"/>
            </a:xfrm>
            <a:custGeom>
              <a:avLst/>
              <a:pathLst>
                <a:path w="2896" h="4384">
                  <a:moveTo>
                    <a:pt x="2372" y="3969"/>
                  </a:moveTo>
                  <a:lnTo>
                    <a:pt x="1655" y="4384"/>
                  </a:lnTo>
                  <a:lnTo>
                    <a:pt x="795" y="3875"/>
                  </a:lnTo>
                  <a:lnTo>
                    <a:pt x="10" y="3735"/>
                  </a:lnTo>
                  <a:lnTo>
                    <a:pt x="0" y="2856"/>
                  </a:lnTo>
                  <a:lnTo>
                    <a:pt x="823" y="1949"/>
                  </a:lnTo>
                  <a:lnTo>
                    <a:pt x="839" y="683"/>
                  </a:lnTo>
                  <a:lnTo>
                    <a:pt x="1041" y="0"/>
                  </a:lnTo>
                  <a:lnTo>
                    <a:pt x="2896" y="1549"/>
                  </a:lnTo>
                  <a:lnTo>
                    <a:pt x="2820" y="268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4577651" y="2907544"/>
              <a:ext cx="2716" cy="7447"/>
            </a:xfrm>
            <a:custGeom>
              <a:avLst/>
              <a:pathLst>
                <a:path w="2716" h="7447">
                  <a:moveTo>
                    <a:pt x="2366" y="2103"/>
                  </a:moveTo>
                  <a:lnTo>
                    <a:pt x="1697" y="6768"/>
                  </a:lnTo>
                  <a:lnTo>
                    <a:pt x="1145" y="7447"/>
                  </a:lnTo>
                  <a:lnTo>
                    <a:pt x="578" y="7077"/>
                  </a:lnTo>
                  <a:lnTo>
                    <a:pt x="0" y="4469"/>
                  </a:lnTo>
                  <a:lnTo>
                    <a:pt x="404" y="3471"/>
                  </a:lnTo>
                  <a:lnTo>
                    <a:pt x="970" y="3996"/>
                  </a:lnTo>
                  <a:lnTo>
                    <a:pt x="1428" y="3796"/>
                  </a:lnTo>
                  <a:lnTo>
                    <a:pt x="2466" y="0"/>
                  </a:lnTo>
                  <a:lnTo>
                    <a:pt x="2716" y="61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4591098" y="2899128"/>
              <a:ext cx="1989" cy="4575"/>
            </a:xfrm>
            <a:custGeom>
              <a:avLst/>
              <a:pathLst>
                <a:path w="1989" h="4575">
                  <a:moveTo>
                    <a:pt x="1989" y="3804"/>
                  </a:moveTo>
                  <a:lnTo>
                    <a:pt x="1026" y="4575"/>
                  </a:lnTo>
                  <a:lnTo>
                    <a:pt x="0" y="4119"/>
                  </a:lnTo>
                  <a:lnTo>
                    <a:pt x="166" y="0"/>
                  </a:lnTo>
                  <a:lnTo>
                    <a:pt x="522" y="577"/>
                  </a:lnTo>
                  <a:lnTo>
                    <a:pt x="745" y="1986"/>
                  </a:lnTo>
                  <a:lnTo>
                    <a:pt x="1509" y="28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4782303" y="2844328"/>
              <a:ext cx="1078" cy="3273"/>
            </a:xfrm>
            <a:custGeom>
              <a:avLst/>
              <a:pathLst>
                <a:path w="1078" h="3273">
                  <a:moveTo>
                    <a:pt x="920" y="3249"/>
                  </a:moveTo>
                  <a:lnTo>
                    <a:pt x="713" y="3273"/>
                  </a:lnTo>
                  <a:lnTo>
                    <a:pt x="0" y="145"/>
                  </a:lnTo>
                  <a:lnTo>
                    <a:pt x="206" y="0"/>
                  </a:lnTo>
                  <a:lnTo>
                    <a:pt x="619" y="487"/>
                  </a:lnTo>
                  <a:lnTo>
                    <a:pt x="1078" y="229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4618132" y="2839736"/>
              <a:ext cx="7743" cy="23259"/>
            </a:xfrm>
            <a:custGeom>
              <a:avLst/>
              <a:pathLst>
                <a:path w="7743" h="23259">
                  <a:moveTo>
                    <a:pt x="6916" y="6769"/>
                  </a:moveTo>
                  <a:lnTo>
                    <a:pt x="5823" y="8124"/>
                  </a:lnTo>
                  <a:lnTo>
                    <a:pt x="5419" y="9740"/>
                  </a:lnTo>
                  <a:lnTo>
                    <a:pt x="4408" y="10291"/>
                  </a:lnTo>
                  <a:lnTo>
                    <a:pt x="3424" y="12569"/>
                  </a:lnTo>
                  <a:lnTo>
                    <a:pt x="2468" y="12983"/>
                  </a:lnTo>
                  <a:lnTo>
                    <a:pt x="2492" y="14813"/>
                  </a:lnTo>
                  <a:lnTo>
                    <a:pt x="2896" y="16363"/>
                  </a:lnTo>
                  <a:lnTo>
                    <a:pt x="2259" y="16634"/>
                  </a:lnTo>
                  <a:lnTo>
                    <a:pt x="1594" y="18521"/>
                  </a:lnTo>
                  <a:lnTo>
                    <a:pt x="1542" y="19892"/>
                  </a:lnTo>
                  <a:lnTo>
                    <a:pt x="1779" y="20998"/>
                  </a:lnTo>
                  <a:lnTo>
                    <a:pt x="1747" y="21551"/>
                  </a:lnTo>
                  <a:lnTo>
                    <a:pt x="904" y="23187"/>
                  </a:lnTo>
                  <a:lnTo>
                    <a:pt x="38" y="23259"/>
                  </a:lnTo>
                  <a:lnTo>
                    <a:pt x="0" y="21493"/>
                  </a:lnTo>
                  <a:lnTo>
                    <a:pt x="58" y="20173"/>
                  </a:lnTo>
                  <a:lnTo>
                    <a:pt x="878" y="16960"/>
                  </a:lnTo>
                  <a:lnTo>
                    <a:pt x="899" y="13236"/>
                  </a:lnTo>
                  <a:lnTo>
                    <a:pt x="1660" y="12805"/>
                  </a:lnTo>
                  <a:lnTo>
                    <a:pt x="1938" y="12287"/>
                  </a:lnTo>
                  <a:lnTo>
                    <a:pt x="3137" y="9638"/>
                  </a:lnTo>
                  <a:lnTo>
                    <a:pt x="3359" y="8508"/>
                  </a:lnTo>
                  <a:lnTo>
                    <a:pt x="2738" y="7411"/>
                  </a:lnTo>
                  <a:lnTo>
                    <a:pt x="2783" y="6114"/>
                  </a:lnTo>
                  <a:lnTo>
                    <a:pt x="2924" y="5563"/>
                  </a:lnTo>
                  <a:lnTo>
                    <a:pt x="3913" y="5981"/>
                  </a:lnTo>
                  <a:lnTo>
                    <a:pt x="4314" y="6944"/>
                  </a:lnTo>
                  <a:lnTo>
                    <a:pt x="4508" y="7049"/>
                  </a:lnTo>
                  <a:lnTo>
                    <a:pt x="5086" y="6326"/>
                  </a:lnTo>
                  <a:lnTo>
                    <a:pt x="5358" y="5036"/>
                  </a:lnTo>
                  <a:lnTo>
                    <a:pt x="6436" y="2511"/>
                  </a:lnTo>
                  <a:lnTo>
                    <a:pt x="6872" y="0"/>
                  </a:lnTo>
                  <a:lnTo>
                    <a:pt x="7743" y="2061"/>
                  </a:lnTo>
                  <a:lnTo>
                    <a:pt x="7508" y="47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4632135" y="2809349"/>
              <a:ext cx="1517" cy="6139"/>
            </a:xfrm>
            <a:custGeom>
              <a:avLst/>
              <a:pathLst>
                <a:path w="1517" h="6139">
                  <a:moveTo>
                    <a:pt x="1309" y="5598"/>
                  </a:moveTo>
                  <a:lnTo>
                    <a:pt x="833" y="6139"/>
                  </a:lnTo>
                  <a:lnTo>
                    <a:pt x="195" y="5391"/>
                  </a:lnTo>
                  <a:lnTo>
                    <a:pt x="0" y="2004"/>
                  </a:lnTo>
                  <a:lnTo>
                    <a:pt x="281" y="362"/>
                  </a:lnTo>
                  <a:lnTo>
                    <a:pt x="781" y="0"/>
                  </a:lnTo>
                  <a:lnTo>
                    <a:pt x="1214" y="2928"/>
                  </a:lnTo>
                  <a:lnTo>
                    <a:pt x="1517" y="413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4635651" y="2801009"/>
              <a:ext cx="1568" cy="3276"/>
            </a:xfrm>
            <a:custGeom>
              <a:avLst/>
              <a:pathLst>
                <a:path w="1568" h="3276">
                  <a:moveTo>
                    <a:pt x="1493" y="2586"/>
                  </a:moveTo>
                  <a:lnTo>
                    <a:pt x="1568" y="3276"/>
                  </a:lnTo>
                  <a:lnTo>
                    <a:pt x="453" y="2699"/>
                  </a:lnTo>
                  <a:lnTo>
                    <a:pt x="0" y="0"/>
                  </a:lnTo>
                  <a:lnTo>
                    <a:pt x="737" y="481"/>
                  </a:lnTo>
                  <a:lnTo>
                    <a:pt x="963" y="141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4635335" y="2791406"/>
              <a:ext cx="6245" cy="11516"/>
            </a:xfrm>
            <a:custGeom>
              <a:avLst/>
              <a:pathLst>
                <a:path w="6245" h="11516">
                  <a:moveTo>
                    <a:pt x="3269" y="9115"/>
                  </a:moveTo>
                  <a:lnTo>
                    <a:pt x="2291" y="11516"/>
                  </a:lnTo>
                  <a:lnTo>
                    <a:pt x="1252" y="9355"/>
                  </a:lnTo>
                  <a:lnTo>
                    <a:pt x="0" y="7911"/>
                  </a:lnTo>
                  <a:lnTo>
                    <a:pt x="595" y="7521"/>
                  </a:lnTo>
                  <a:lnTo>
                    <a:pt x="944" y="6942"/>
                  </a:lnTo>
                  <a:lnTo>
                    <a:pt x="979" y="6025"/>
                  </a:lnTo>
                  <a:lnTo>
                    <a:pt x="1792" y="4664"/>
                  </a:lnTo>
                  <a:lnTo>
                    <a:pt x="3405" y="3611"/>
                  </a:lnTo>
                  <a:lnTo>
                    <a:pt x="3917" y="3545"/>
                  </a:lnTo>
                  <a:lnTo>
                    <a:pt x="4495" y="2553"/>
                  </a:lnTo>
                  <a:lnTo>
                    <a:pt x="4684" y="1660"/>
                  </a:lnTo>
                  <a:lnTo>
                    <a:pt x="4921" y="1229"/>
                  </a:lnTo>
                  <a:lnTo>
                    <a:pt x="5960" y="0"/>
                  </a:lnTo>
                  <a:lnTo>
                    <a:pt x="6245" y="1413"/>
                  </a:lnTo>
                  <a:lnTo>
                    <a:pt x="6197" y="2522"/>
                  </a:lnTo>
                  <a:lnTo>
                    <a:pt x="5417" y="3138"/>
                  </a:lnTo>
                  <a:lnTo>
                    <a:pt x="4655" y="4618"/>
                  </a:lnTo>
                  <a:lnTo>
                    <a:pt x="3952" y="6463"/>
                  </a:lnTo>
                  <a:lnTo>
                    <a:pt x="3316" y="7244"/>
                  </a:lnTo>
                  <a:lnTo>
                    <a:pt x="3116" y="77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4649228" y="2733843"/>
              <a:ext cx="3238" cy="6622"/>
            </a:xfrm>
            <a:custGeom>
              <a:avLst/>
              <a:pathLst>
                <a:path w="3238" h="6622">
                  <a:moveTo>
                    <a:pt x="2664" y="5984"/>
                  </a:moveTo>
                  <a:lnTo>
                    <a:pt x="1364" y="6622"/>
                  </a:lnTo>
                  <a:lnTo>
                    <a:pt x="653" y="5934"/>
                  </a:lnTo>
                  <a:lnTo>
                    <a:pt x="0" y="2285"/>
                  </a:lnTo>
                  <a:lnTo>
                    <a:pt x="1238" y="0"/>
                  </a:lnTo>
                  <a:lnTo>
                    <a:pt x="2901" y="2262"/>
                  </a:lnTo>
                  <a:lnTo>
                    <a:pt x="3238" y="291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4654704" y="2723118"/>
              <a:ext cx="2410" cy="13064"/>
            </a:xfrm>
            <a:custGeom>
              <a:avLst/>
              <a:pathLst>
                <a:path w="2410" h="13064">
                  <a:moveTo>
                    <a:pt x="1015" y="12751"/>
                  </a:moveTo>
                  <a:lnTo>
                    <a:pt x="20" y="13064"/>
                  </a:lnTo>
                  <a:lnTo>
                    <a:pt x="0" y="11353"/>
                  </a:lnTo>
                  <a:lnTo>
                    <a:pt x="790" y="7486"/>
                  </a:lnTo>
                  <a:lnTo>
                    <a:pt x="874" y="4647"/>
                  </a:lnTo>
                  <a:lnTo>
                    <a:pt x="1611" y="1069"/>
                  </a:lnTo>
                  <a:lnTo>
                    <a:pt x="1925" y="282"/>
                  </a:lnTo>
                  <a:lnTo>
                    <a:pt x="2157" y="0"/>
                  </a:lnTo>
                  <a:lnTo>
                    <a:pt x="2410" y="1110"/>
                  </a:lnTo>
                  <a:lnTo>
                    <a:pt x="2124" y="5495"/>
                  </a:lnTo>
                  <a:lnTo>
                    <a:pt x="1388" y="88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4641265" y="2694791"/>
              <a:ext cx="1213" cy="4357"/>
            </a:xfrm>
            <a:custGeom>
              <a:avLst/>
              <a:pathLst>
                <a:path w="1213" h="4357">
                  <a:moveTo>
                    <a:pt x="353" y="3840"/>
                  </a:moveTo>
                  <a:lnTo>
                    <a:pt x="0" y="4357"/>
                  </a:lnTo>
                  <a:lnTo>
                    <a:pt x="227" y="2034"/>
                  </a:lnTo>
                  <a:lnTo>
                    <a:pt x="1141" y="0"/>
                  </a:lnTo>
                  <a:lnTo>
                    <a:pt x="1213" y="131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4647566" y="2672922"/>
              <a:ext cx="2495" cy="3187"/>
            </a:xfrm>
            <a:custGeom>
              <a:avLst/>
              <a:pathLst>
                <a:path w="2495" h="3187">
                  <a:moveTo>
                    <a:pt x="1582" y="3057"/>
                  </a:moveTo>
                  <a:lnTo>
                    <a:pt x="577" y="3187"/>
                  </a:lnTo>
                  <a:lnTo>
                    <a:pt x="163" y="2842"/>
                  </a:lnTo>
                  <a:lnTo>
                    <a:pt x="0" y="1903"/>
                  </a:lnTo>
                  <a:lnTo>
                    <a:pt x="1405" y="0"/>
                  </a:lnTo>
                  <a:lnTo>
                    <a:pt x="2495" y="339"/>
                  </a:lnTo>
                  <a:lnTo>
                    <a:pt x="2008" y="205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4644369" y="2672508"/>
              <a:ext cx="2717" cy="10259"/>
            </a:xfrm>
            <a:custGeom>
              <a:avLst/>
              <a:pathLst>
                <a:path w="2717" h="10259">
                  <a:moveTo>
                    <a:pt x="1389" y="9205"/>
                  </a:moveTo>
                  <a:lnTo>
                    <a:pt x="492" y="10259"/>
                  </a:lnTo>
                  <a:lnTo>
                    <a:pt x="377" y="9249"/>
                  </a:lnTo>
                  <a:lnTo>
                    <a:pt x="0" y="8789"/>
                  </a:lnTo>
                  <a:lnTo>
                    <a:pt x="648" y="7368"/>
                  </a:lnTo>
                  <a:lnTo>
                    <a:pt x="626" y="6723"/>
                  </a:lnTo>
                  <a:lnTo>
                    <a:pt x="217" y="5762"/>
                  </a:lnTo>
                  <a:lnTo>
                    <a:pt x="694" y="2138"/>
                  </a:lnTo>
                  <a:lnTo>
                    <a:pt x="563" y="578"/>
                  </a:lnTo>
                  <a:lnTo>
                    <a:pt x="2357" y="0"/>
                  </a:lnTo>
                  <a:lnTo>
                    <a:pt x="2685" y="1465"/>
                  </a:lnTo>
                  <a:lnTo>
                    <a:pt x="2717" y="592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4629481" y="2665337"/>
              <a:ext cx="2786" cy="5843"/>
            </a:xfrm>
            <a:custGeom>
              <a:avLst/>
              <a:pathLst>
                <a:path w="2786" h="5843">
                  <a:moveTo>
                    <a:pt x="184" y="0"/>
                  </a:moveTo>
                  <a:lnTo>
                    <a:pt x="624" y="797"/>
                  </a:lnTo>
                  <a:lnTo>
                    <a:pt x="1270" y="340"/>
                  </a:lnTo>
                  <a:lnTo>
                    <a:pt x="1782" y="233"/>
                  </a:lnTo>
                  <a:lnTo>
                    <a:pt x="2151" y="620"/>
                  </a:lnTo>
                  <a:lnTo>
                    <a:pt x="2614" y="2676"/>
                  </a:lnTo>
                  <a:lnTo>
                    <a:pt x="2786" y="3892"/>
                  </a:lnTo>
                  <a:lnTo>
                    <a:pt x="1955" y="4064"/>
                  </a:lnTo>
                  <a:lnTo>
                    <a:pt x="1604" y="4348"/>
                  </a:lnTo>
                  <a:lnTo>
                    <a:pt x="1151" y="5843"/>
                  </a:lnTo>
                  <a:lnTo>
                    <a:pt x="497" y="5293"/>
                  </a:lnTo>
                  <a:lnTo>
                    <a:pt x="93" y="4593"/>
                  </a:lnTo>
                  <a:lnTo>
                    <a:pt x="0" y="360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4755752" y="2655132"/>
              <a:ext cx="1188" cy="2475"/>
            </a:xfrm>
            <a:custGeom>
              <a:avLst/>
              <a:pathLst>
                <a:path w="1188" h="2475">
                  <a:moveTo>
                    <a:pt x="819" y="2162"/>
                  </a:moveTo>
                  <a:lnTo>
                    <a:pt x="623" y="2475"/>
                  </a:lnTo>
                  <a:lnTo>
                    <a:pt x="76" y="1507"/>
                  </a:lnTo>
                  <a:lnTo>
                    <a:pt x="0" y="652"/>
                  </a:lnTo>
                  <a:lnTo>
                    <a:pt x="96" y="121"/>
                  </a:lnTo>
                  <a:lnTo>
                    <a:pt x="453" y="0"/>
                  </a:lnTo>
                  <a:lnTo>
                    <a:pt x="1188" y="10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4633435" y="2655034"/>
              <a:ext cx="2096" cy="8955"/>
            </a:xfrm>
            <a:custGeom>
              <a:avLst/>
              <a:pathLst>
                <a:path w="2096" h="8955">
                  <a:moveTo>
                    <a:pt x="904" y="8636"/>
                  </a:moveTo>
                  <a:lnTo>
                    <a:pt x="621" y="8955"/>
                  </a:lnTo>
                  <a:lnTo>
                    <a:pt x="253" y="6292"/>
                  </a:lnTo>
                  <a:lnTo>
                    <a:pt x="0" y="5339"/>
                  </a:lnTo>
                  <a:lnTo>
                    <a:pt x="427" y="4830"/>
                  </a:lnTo>
                  <a:lnTo>
                    <a:pt x="1277" y="0"/>
                  </a:lnTo>
                  <a:lnTo>
                    <a:pt x="1434" y="1917"/>
                  </a:lnTo>
                  <a:lnTo>
                    <a:pt x="1765" y="3819"/>
                  </a:lnTo>
                  <a:lnTo>
                    <a:pt x="2096" y="4120"/>
                  </a:lnTo>
                  <a:lnTo>
                    <a:pt x="1774" y="5507"/>
                  </a:lnTo>
                  <a:lnTo>
                    <a:pt x="1298" y="60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4637672" y="2648283"/>
              <a:ext cx="2265" cy="5472"/>
            </a:xfrm>
            <a:custGeom>
              <a:avLst/>
              <a:pathLst>
                <a:path w="2265" h="5472">
                  <a:moveTo>
                    <a:pt x="1378" y="4077"/>
                  </a:moveTo>
                  <a:lnTo>
                    <a:pt x="578" y="5472"/>
                  </a:lnTo>
                  <a:lnTo>
                    <a:pt x="0" y="5466"/>
                  </a:lnTo>
                  <a:lnTo>
                    <a:pt x="528" y="3839"/>
                  </a:lnTo>
                  <a:lnTo>
                    <a:pt x="598" y="3063"/>
                  </a:lnTo>
                  <a:lnTo>
                    <a:pt x="1039" y="880"/>
                  </a:lnTo>
                  <a:lnTo>
                    <a:pt x="1903" y="96"/>
                  </a:lnTo>
                  <a:lnTo>
                    <a:pt x="2265" y="0"/>
                  </a:lnTo>
                  <a:lnTo>
                    <a:pt x="1563" y="22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4641128" y="2633587"/>
              <a:ext cx="1372" cy="4464"/>
            </a:xfrm>
            <a:custGeom>
              <a:avLst/>
              <a:pathLst>
                <a:path w="1372" h="4464">
                  <a:moveTo>
                    <a:pt x="1372" y="3237"/>
                  </a:moveTo>
                  <a:lnTo>
                    <a:pt x="587" y="4464"/>
                  </a:lnTo>
                  <a:lnTo>
                    <a:pt x="0" y="3507"/>
                  </a:lnTo>
                  <a:lnTo>
                    <a:pt x="286" y="871"/>
                  </a:lnTo>
                  <a:lnTo>
                    <a:pt x="482" y="0"/>
                  </a:lnTo>
                  <a:lnTo>
                    <a:pt x="1153" y="8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4640053" y="2631536"/>
              <a:ext cx="27576" cy="86065"/>
            </a:xfrm>
            <a:custGeom>
              <a:avLst/>
              <a:pathLst>
                <a:path w="27576" h="86065">
                  <a:moveTo>
                    <a:pt x="18106" y="9609"/>
                  </a:moveTo>
                  <a:lnTo>
                    <a:pt x="19634" y="10490"/>
                  </a:lnTo>
                  <a:lnTo>
                    <a:pt x="20280" y="10545"/>
                  </a:lnTo>
                  <a:lnTo>
                    <a:pt x="20878" y="10145"/>
                  </a:lnTo>
                  <a:lnTo>
                    <a:pt x="21788" y="8988"/>
                  </a:lnTo>
                  <a:lnTo>
                    <a:pt x="22744" y="8137"/>
                  </a:lnTo>
                  <a:lnTo>
                    <a:pt x="23426" y="8568"/>
                  </a:lnTo>
                  <a:lnTo>
                    <a:pt x="24030" y="9601"/>
                  </a:lnTo>
                  <a:lnTo>
                    <a:pt x="24347" y="11050"/>
                  </a:lnTo>
                  <a:lnTo>
                    <a:pt x="24193" y="12571"/>
                  </a:lnTo>
                  <a:lnTo>
                    <a:pt x="23113" y="15836"/>
                  </a:lnTo>
                  <a:lnTo>
                    <a:pt x="22226" y="19316"/>
                  </a:lnTo>
                  <a:lnTo>
                    <a:pt x="24266" y="19965"/>
                  </a:lnTo>
                  <a:lnTo>
                    <a:pt x="26304" y="19892"/>
                  </a:lnTo>
                  <a:lnTo>
                    <a:pt x="25829" y="22047"/>
                  </a:lnTo>
                  <a:lnTo>
                    <a:pt x="25751" y="23926"/>
                  </a:lnTo>
                  <a:lnTo>
                    <a:pt x="26374" y="24820"/>
                  </a:lnTo>
                  <a:lnTo>
                    <a:pt x="26903" y="26024"/>
                  </a:lnTo>
                  <a:lnTo>
                    <a:pt x="26766" y="27114"/>
                  </a:lnTo>
                  <a:lnTo>
                    <a:pt x="26462" y="28192"/>
                  </a:lnTo>
                  <a:lnTo>
                    <a:pt x="27576" y="29807"/>
                  </a:lnTo>
                  <a:lnTo>
                    <a:pt x="27503" y="30890"/>
                  </a:lnTo>
                  <a:lnTo>
                    <a:pt x="27214" y="32026"/>
                  </a:lnTo>
                  <a:lnTo>
                    <a:pt x="24437" y="39446"/>
                  </a:lnTo>
                  <a:lnTo>
                    <a:pt x="23622" y="43205"/>
                  </a:lnTo>
                  <a:lnTo>
                    <a:pt x="23054" y="47346"/>
                  </a:lnTo>
                  <a:lnTo>
                    <a:pt x="22535" y="50373"/>
                  </a:lnTo>
                  <a:lnTo>
                    <a:pt x="22155" y="53514"/>
                  </a:lnTo>
                  <a:lnTo>
                    <a:pt x="21865" y="56906"/>
                  </a:lnTo>
                  <a:lnTo>
                    <a:pt x="21350" y="60406"/>
                  </a:lnTo>
                  <a:lnTo>
                    <a:pt x="21521" y="63511"/>
                  </a:lnTo>
                  <a:lnTo>
                    <a:pt x="21346" y="66691"/>
                  </a:lnTo>
                  <a:lnTo>
                    <a:pt x="19952" y="74555"/>
                  </a:lnTo>
                  <a:lnTo>
                    <a:pt x="18959" y="74409"/>
                  </a:lnTo>
                  <a:lnTo>
                    <a:pt x="17710" y="73457"/>
                  </a:lnTo>
                  <a:lnTo>
                    <a:pt x="16927" y="73604"/>
                  </a:lnTo>
                  <a:lnTo>
                    <a:pt x="16523" y="75353"/>
                  </a:lnTo>
                  <a:lnTo>
                    <a:pt x="17241" y="78944"/>
                  </a:lnTo>
                  <a:lnTo>
                    <a:pt x="15013" y="83201"/>
                  </a:lnTo>
                  <a:lnTo>
                    <a:pt x="12555" y="86065"/>
                  </a:lnTo>
                  <a:lnTo>
                    <a:pt x="12537" y="84761"/>
                  </a:lnTo>
                  <a:lnTo>
                    <a:pt x="12768" y="83732"/>
                  </a:lnTo>
                  <a:lnTo>
                    <a:pt x="13122" y="82906"/>
                  </a:lnTo>
                  <a:lnTo>
                    <a:pt x="13380" y="81909"/>
                  </a:lnTo>
                  <a:lnTo>
                    <a:pt x="13736" y="78561"/>
                  </a:lnTo>
                  <a:lnTo>
                    <a:pt x="13559" y="75189"/>
                  </a:lnTo>
                  <a:lnTo>
                    <a:pt x="12819" y="70968"/>
                  </a:lnTo>
                  <a:lnTo>
                    <a:pt x="12764" y="69450"/>
                  </a:lnTo>
                  <a:lnTo>
                    <a:pt x="13278" y="68837"/>
                  </a:lnTo>
                  <a:lnTo>
                    <a:pt x="13623" y="68662"/>
                  </a:lnTo>
                  <a:lnTo>
                    <a:pt x="13810" y="68072"/>
                  </a:lnTo>
                  <a:lnTo>
                    <a:pt x="13817" y="66677"/>
                  </a:lnTo>
                  <a:lnTo>
                    <a:pt x="13583" y="65642"/>
                  </a:lnTo>
                  <a:lnTo>
                    <a:pt x="12882" y="65306"/>
                  </a:lnTo>
                  <a:lnTo>
                    <a:pt x="12207" y="65284"/>
                  </a:lnTo>
                  <a:lnTo>
                    <a:pt x="11734" y="66850"/>
                  </a:lnTo>
                  <a:lnTo>
                    <a:pt x="11082" y="69874"/>
                  </a:lnTo>
                  <a:lnTo>
                    <a:pt x="10765" y="72930"/>
                  </a:lnTo>
                  <a:lnTo>
                    <a:pt x="10905" y="74602"/>
                  </a:lnTo>
                  <a:lnTo>
                    <a:pt x="11194" y="76100"/>
                  </a:lnTo>
                  <a:lnTo>
                    <a:pt x="12087" y="78609"/>
                  </a:lnTo>
                  <a:lnTo>
                    <a:pt x="11825" y="80085"/>
                  </a:lnTo>
                  <a:lnTo>
                    <a:pt x="11454" y="81238"/>
                  </a:lnTo>
                  <a:lnTo>
                    <a:pt x="8295" y="78626"/>
                  </a:lnTo>
                  <a:lnTo>
                    <a:pt x="7613" y="78440"/>
                  </a:lnTo>
                  <a:lnTo>
                    <a:pt x="7047" y="77888"/>
                  </a:lnTo>
                  <a:lnTo>
                    <a:pt x="6440" y="74442"/>
                  </a:lnTo>
                  <a:lnTo>
                    <a:pt x="7726" y="73612"/>
                  </a:lnTo>
                  <a:lnTo>
                    <a:pt x="8108" y="73195"/>
                  </a:lnTo>
                  <a:lnTo>
                    <a:pt x="8250" y="72099"/>
                  </a:lnTo>
                  <a:lnTo>
                    <a:pt x="8424" y="68740"/>
                  </a:lnTo>
                  <a:lnTo>
                    <a:pt x="7822" y="65937"/>
                  </a:lnTo>
                  <a:lnTo>
                    <a:pt x="7314" y="64940"/>
                  </a:lnTo>
                  <a:lnTo>
                    <a:pt x="6901" y="63794"/>
                  </a:lnTo>
                  <a:lnTo>
                    <a:pt x="7163" y="61426"/>
                  </a:lnTo>
                  <a:lnTo>
                    <a:pt x="6991" y="58446"/>
                  </a:lnTo>
                  <a:lnTo>
                    <a:pt x="6976" y="54281"/>
                  </a:lnTo>
                  <a:lnTo>
                    <a:pt x="7199" y="53564"/>
                  </a:lnTo>
                  <a:lnTo>
                    <a:pt x="8392" y="52723"/>
                  </a:lnTo>
                  <a:lnTo>
                    <a:pt x="9252" y="50493"/>
                  </a:lnTo>
                  <a:lnTo>
                    <a:pt x="10014" y="47953"/>
                  </a:lnTo>
                  <a:lnTo>
                    <a:pt x="11131" y="43488"/>
                  </a:lnTo>
                  <a:lnTo>
                    <a:pt x="12041" y="38666"/>
                  </a:lnTo>
                  <a:lnTo>
                    <a:pt x="11164" y="38455"/>
                  </a:lnTo>
                  <a:lnTo>
                    <a:pt x="10421" y="37552"/>
                  </a:lnTo>
                  <a:lnTo>
                    <a:pt x="11234" y="35271"/>
                  </a:lnTo>
                  <a:lnTo>
                    <a:pt x="10982" y="32391"/>
                  </a:lnTo>
                  <a:lnTo>
                    <a:pt x="9769" y="28852"/>
                  </a:lnTo>
                  <a:lnTo>
                    <a:pt x="9103" y="24679"/>
                  </a:lnTo>
                  <a:lnTo>
                    <a:pt x="8030" y="22841"/>
                  </a:lnTo>
                  <a:lnTo>
                    <a:pt x="7465" y="22166"/>
                  </a:lnTo>
                  <a:lnTo>
                    <a:pt x="6776" y="23144"/>
                  </a:lnTo>
                  <a:lnTo>
                    <a:pt x="6208" y="24317"/>
                  </a:lnTo>
                  <a:lnTo>
                    <a:pt x="6734" y="27031"/>
                  </a:lnTo>
                  <a:lnTo>
                    <a:pt x="6673" y="29430"/>
                  </a:lnTo>
                  <a:lnTo>
                    <a:pt x="6755" y="31808"/>
                  </a:lnTo>
                  <a:lnTo>
                    <a:pt x="7291" y="31941"/>
                  </a:lnTo>
                  <a:lnTo>
                    <a:pt x="7948" y="31349"/>
                  </a:lnTo>
                  <a:lnTo>
                    <a:pt x="8475" y="31769"/>
                  </a:lnTo>
                  <a:lnTo>
                    <a:pt x="8782" y="33019"/>
                  </a:lnTo>
                  <a:lnTo>
                    <a:pt x="8865" y="34629"/>
                  </a:lnTo>
                  <a:lnTo>
                    <a:pt x="8634" y="36225"/>
                  </a:lnTo>
                  <a:lnTo>
                    <a:pt x="8148" y="37018"/>
                  </a:lnTo>
                  <a:lnTo>
                    <a:pt x="7556" y="36955"/>
                  </a:lnTo>
                  <a:lnTo>
                    <a:pt x="6959" y="36093"/>
                  </a:lnTo>
                  <a:lnTo>
                    <a:pt x="6495" y="34865"/>
                  </a:lnTo>
                  <a:lnTo>
                    <a:pt x="5382" y="34187"/>
                  </a:lnTo>
                  <a:lnTo>
                    <a:pt x="4209" y="35637"/>
                  </a:lnTo>
                  <a:lnTo>
                    <a:pt x="3093" y="38592"/>
                  </a:lnTo>
                  <a:lnTo>
                    <a:pt x="2140" y="40091"/>
                  </a:lnTo>
                  <a:lnTo>
                    <a:pt x="2589" y="37897"/>
                  </a:lnTo>
                  <a:lnTo>
                    <a:pt x="2801" y="35531"/>
                  </a:lnTo>
                  <a:lnTo>
                    <a:pt x="2337" y="33867"/>
                  </a:lnTo>
                  <a:lnTo>
                    <a:pt x="1248" y="31101"/>
                  </a:lnTo>
                  <a:lnTo>
                    <a:pt x="995" y="29501"/>
                  </a:lnTo>
                  <a:lnTo>
                    <a:pt x="933" y="27565"/>
                  </a:lnTo>
                  <a:lnTo>
                    <a:pt x="1124" y="25643"/>
                  </a:lnTo>
                  <a:lnTo>
                    <a:pt x="2244" y="27842"/>
                  </a:lnTo>
                  <a:lnTo>
                    <a:pt x="2818" y="30586"/>
                  </a:lnTo>
                  <a:lnTo>
                    <a:pt x="3641" y="31791"/>
                  </a:lnTo>
                  <a:lnTo>
                    <a:pt x="4674" y="31801"/>
                  </a:lnTo>
                  <a:lnTo>
                    <a:pt x="3881" y="27769"/>
                  </a:lnTo>
                  <a:lnTo>
                    <a:pt x="3596" y="26754"/>
                  </a:lnTo>
                  <a:lnTo>
                    <a:pt x="2482" y="24945"/>
                  </a:lnTo>
                  <a:lnTo>
                    <a:pt x="964" y="21900"/>
                  </a:lnTo>
                  <a:lnTo>
                    <a:pt x="0" y="20433"/>
                  </a:lnTo>
                  <a:lnTo>
                    <a:pt x="341" y="17260"/>
                  </a:lnTo>
                  <a:lnTo>
                    <a:pt x="907" y="16630"/>
                  </a:lnTo>
                  <a:lnTo>
                    <a:pt x="1386" y="16782"/>
                  </a:lnTo>
                  <a:lnTo>
                    <a:pt x="2998" y="17906"/>
                  </a:lnTo>
                  <a:lnTo>
                    <a:pt x="3150" y="16327"/>
                  </a:lnTo>
                  <a:lnTo>
                    <a:pt x="2913" y="15482"/>
                  </a:lnTo>
                  <a:lnTo>
                    <a:pt x="2788" y="14501"/>
                  </a:lnTo>
                  <a:lnTo>
                    <a:pt x="3850" y="13128"/>
                  </a:lnTo>
                  <a:lnTo>
                    <a:pt x="5586" y="11997"/>
                  </a:lnTo>
                  <a:lnTo>
                    <a:pt x="5942" y="11467"/>
                  </a:lnTo>
                  <a:lnTo>
                    <a:pt x="6251" y="10330"/>
                  </a:lnTo>
                  <a:lnTo>
                    <a:pt x="6675" y="9736"/>
                  </a:lnTo>
                  <a:lnTo>
                    <a:pt x="7892" y="9753"/>
                  </a:lnTo>
                  <a:lnTo>
                    <a:pt x="8913" y="8666"/>
                  </a:lnTo>
                  <a:lnTo>
                    <a:pt x="9758" y="5719"/>
                  </a:lnTo>
                  <a:lnTo>
                    <a:pt x="9960" y="4101"/>
                  </a:lnTo>
                  <a:lnTo>
                    <a:pt x="10261" y="2752"/>
                  </a:lnTo>
                  <a:lnTo>
                    <a:pt x="12371" y="363"/>
                  </a:lnTo>
                  <a:lnTo>
                    <a:pt x="12894" y="0"/>
                  </a:lnTo>
                  <a:lnTo>
                    <a:pt x="14302" y="295"/>
                  </a:lnTo>
                  <a:lnTo>
                    <a:pt x="15591" y="1647"/>
                  </a:lnTo>
                  <a:lnTo>
                    <a:pt x="16226" y="4490"/>
                  </a:lnTo>
                  <a:lnTo>
                    <a:pt x="16783" y="753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4669810" y="2630945"/>
              <a:ext cx="2774" cy="2977"/>
            </a:xfrm>
            <a:custGeom>
              <a:avLst/>
              <a:pathLst>
                <a:path w="2774" h="2977">
                  <a:moveTo>
                    <a:pt x="742" y="77"/>
                  </a:moveTo>
                  <a:lnTo>
                    <a:pt x="1293" y="1158"/>
                  </a:lnTo>
                  <a:lnTo>
                    <a:pt x="2610" y="717"/>
                  </a:lnTo>
                  <a:lnTo>
                    <a:pt x="2774" y="1022"/>
                  </a:lnTo>
                  <a:lnTo>
                    <a:pt x="2389" y="2005"/>
                  </a:lnTo>
                  <a:lnTo>
                    <a:pt x="1809" y="2977"/>
                  </a:lnTo>
                  <a:lnTo>
                    <a:pt x="757" y="2255"/>
                  </a:lnTo>
                  <a:lnTo>
                    <a:pt x="93" y="2214"/>
                  </a:lnTo>
                  <a:lnTo>
                    <a:pt x="0" y="59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4672766" y="2624301"/>
              <a:ext cx="1334" cy="2882"/>
            </a:xfrm>
            <a:custGeom>
              <a:avLst/>
              <a:pathLst>
                <a:path w="1334" h="2882">
                  <a:moveTo>
                    <a:pt x="1334" y="1698"/>
                  </a:moveTo>
                  <a:lnTo>
                    <a:pt x="1004" y="2882"/>
                  </a:lnTo>
                  <a:lnTo>
                    <a:pt x="0" y="2523"/>
                  </a:lnTo>
                  <a:lnTo>
                    <a:pt x="401" y="1497"/>
                  </a:lnTo>
                  <a:lnTo>
                    <a:pt x="710" y="253"/>
                  </a:lnTo>
                  <a:lnTo>
                    <a:pt x="937" y="0"/>
                  </a:lnTo>
                  <a:lnTo>
                    <a:pt x="1126" y="135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4635583" y="2619927"/>
              <a:ext cx="1710" cy="7028"/>
            </a:xfrm>
            <a:custGeom>
              <a:avLst/>
              <a:pathLst>
                <a:path w="1710" h="7028">
                  <a:moveTo>
                    <a:pt x="1056" y="5829"/>
                  </a:moveTo>
                  <a:lnTo>
                    <a:pt x="318" y="7028"/>
                  </a:lnTo>
                  <a:lnTo>
                    <a:pt x="0" y="5189"/>
                  </a:lnTo>
                  <a:lnTo>
                    <a:pt x="322" y="0"/>
                  </a:lnTo>
                  <a:lnTo>
                    <a:pt x="1710" y="1060"/>
                  </a:lnTo>
                  <a:lnTo>
                    <a:pt x="1687" y="265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4667902" y="2618812"/>
              <a:ext cx="30730" cy="47467"/>
            </a:xfrm>
            <a:custGeom>
              <a:avLst/>
              <a:pathLst>
                <a:path w="30730" h="47467">
                  <a:moveTo>
                    <a:pt x="26399" y="3015"/>
                  </a:moveTo>
                  <a:lnTo>
                    <a:pt x="27969" y="4244"/>
                  </a:lnTo>
                  <a:lnTo>
                    <a:pt x="29579" y="3894"/>
                  </a:lnTo>
                  <a:lnTo>
                    <a:pt x="29554" y="9291"/>
                  </a:lnTo>
                  <a:lnTo>
                    <a:pt x="29782" y="11103"/>
                  </a:lnTo>
                  <a:lnTo>
                    <a:pt x="30236" y="12725"/>
                  </a:lnTo>
                  <a:lnTo>
                    <a:pt x="30003" y="15087"/>
                  </a:lnTo>
                  <a:lnTo>
                    <a:pt x="30730" y="15894"/>
                  </a:lnTo>
                  <a:lnTo>
                    <a:pt x="28571" y="18589"/>
                  </a:lnTo>
                  <a:lnTo>
                    <a:pt x="26622" y="22161"/>
                  </a:lnTo>
                  <a:lnTo>
                    <a:pt x="25821" y="24572"/>
                  </a:lnTo>
                  <a:lnTo>
                    <a:pt x="25096" y="27153"/>
                  </a:lnTo>
                  <a:lnTo>
                    <a:pt x="24675" y="29886"/>
                  </a:lnTo>
                  <a:lnTo>
                    <a:pt x="24403" y="32834"/>
                  </a:lnTo>
                  <a:lnTo>
                    <a:pt x="23750" y="31665"/>
                  </a:lnTo>
                  <a:lnTo>
                    <a:pt x="21871" y="26891"/>
                  </a:lnTo>
                  <a:lnTo>
                    <a:pt x="20682" y="25581"/>
                  </a:lnTo>
                  <a:lnTo>
                    <a:pt x="18770" y="24882"/>
                  </a:lnTo>
                  <a:lnTo>
                    <a:pt x="18162" y="25040"/>
                  </a:lnTo>
                  <a:lnTo>
                    <a:pt x="14232" y="29502"/>
                  </a:lnTo>
                  <a:lnTo>
                    <a:pt x="13709" y="32763"/>
                  </a:lnTo>
                  <a:lnTo>
                    <a:pt x="12638" y="37682"/>
                  </a:lnTo>
                  <a:lnTo>
                    <a:pt x="12130" y="39305"/>
                  </a:lnTo>
                  <a:lnTo>
                    <a:pt x="11566" y="39771"/>
                  </a:lnTo>
                  <a:lnTo>
                    <a:pt x="11167" y="40615"/>
                  </a:lnTo>
                  <a:lnTo>
                    <a:pt x="10726" y="44808"/>
                  </a:lnTo>
                  <a:lnTo>
                    <a:pt x="9508" y="47391"/>
                  </a:lnTo>
                  <a:lnTo>
                    <a:pt x="8762" y="47467"/>
                  </a:lnTo>
                  <a:lnTo>
                    <a:pt x="7489" y="46760"/>
                  </a:lnTo>
                  <a:lnTo>
                    <a:pt x="6917" y="47158"/>
                  </a:lnTo>
                  <a:lnTo>
                    <a:pt x="7680" y="43020"/>
                  </a:lnTo>
                  <a:lnTo>
                    <a:pt x="6465" y="42517"/>
                  </a:lnTo>
                  <a:lnTo>
                    <a:pt x="5252" y="42603"/>
                  </a:lnTo>
                  <a:lnTo>
                    <a:pt x="5223" y="39912"/>
                  </a:lnTo>
                  <a:lnTo>
                    <a:pt x="4487" y="38384"/>
                  </a:lnTo>
                  <a:lnTo>
                    <a:pt x="5032" y="36402"/>
                  </a:lnTo>
                  <a:lnTo>
                    <a:pt x="5047" y="34786"/>
                  </a:lnTo>
                  <a:lnTo>
                    <a:pt x="5367" y="33896"/>
                  </a:lnTo>
                  <a:lnTo>
                    <a:pt x="5478" y="32593"/>
                  </a:lnTo>
                  <a:lnTo>
                    <a:pt x="5437" y="31479"/>
                  </a:lnTo>
                  <a:lnTo>
                    <a:pt x="4687" y="31139"/>
                  </a:lnTo>
                  <a:lnTo>
                    <a:pt x="4230" y="30351"/>
                  </a:lnTo>
                  <a:lnTo>
                    <a:pt x="4317" y="27419"/>
                  </a:lnTo>
                  <a:lnTo>
                    <a:pt x="3886" y="27312"/>
                  </a:lnTo>
                  <a:lnTo>
                    <a:pt x="2821" y="27823"/>
                  </a:lnTo>
                  <a:lnTo>
                    <a:pt x="604" y="30088"/>
                  </a:lnTo>
                  <a:lnTo>
                    <a:pt x="0" y="30092"/>
                  </a:lnTo>
                  <a:lnTo>
                    <a:pt x="929" y="28479"/>
                  </a:lnTo>
                  <a:lnTo>
                    <a:pt x="2898" y="26265"/>
                  </a:lnTo>
                  <a:lnTo>
                    <a:pt x="3784" y="24996"/>
                  </a:lnTo>
                  <a:lnTo>
                    <a:pt x="5716" y="21437"/>
                  </a:lnTo>
                  <a:lnTo>
                    <a:pt x="6932" y="19752"/>
                  </a:lnTo>
                  <a:lnTo>
                    <a:pt x="7566" y="16768"/>
                  </a:lnTo>
                  <a:lnTo>
                    <a:pt x="7762" y="14956"/>
                  </a:lnTo>
                  <a:lnTo>
                    <a:pt x="8172" y="13363"/>
                  </a:lnTo>
                  <a:lnTo>
                    <a:pt x="8535" y="10813"/>
                  </a:lnTo>
                  <a:lnTo>
                    <a:pt x="9162" y="9962"/>
                  </a:lnTo>
                  <a:lnTo>
                    <a:pt x="10248" y="7773"/>
                  </a:lnTo>
                  <a:lnTo>
                    <a:pt x="10873" y="7986"/>
                  </a:lnTo>
                  <a:lnTo>
                    <a:pt x="11567" y="10675"/>
                  </a:lnTo>
                  <a:lnTo>
                    <a:pt x="12503" y="12738"/>
                  </a:lnTo>
                  <a:lnTo>
                    <a:pt x="13177" y="12564"/>
                  </a:lnTo>
                  <a:lnTo>
                    <a:pt x="14378" y="11506"/>
                  </a:lnTo>
                  <a:lnTo>
                    <a:pt x="14957" y="11268"/>
                  </a:lnTo>
                  <a:lnTo>
                    <a:pt x="16345" y="11394"/>
                  </a:lnTo>
                  <a:lnTo>
                    <a:pt x="17594" y="10083"/>
                  </a:lnTo>
                  <a:lnTo>
                    <a:pt x="18102" y="8540"/>
                  </a:lnTo>
                  <a:lnTo>
                    <a:pt x="18291" y="6610"/>
                  </a:lnTo>
                  <a:lnTo>
                    <a:pt x="17828" y="3384"/>
                  </a:lnTo>
                  <a:lnTo>
                    <a:pt x="18429" y="3709"/>
                  </a:lnTo>
                  <a:lnTo>
                    <a:pt x="19005" y="3576"/>
                  </a:lnTo>
                  <a:lnTo>
                    <a:pt x="20360" y="1523"/>
                  </a:lnTo>
                  <a:lnTo>
                    <a:pt x="21754" y="305"/>
                  </a:lnTo>
                  <a:lnTo>
                    <a:pt x="23202" y="0"/>
                  </a:lnTo>
                  <a:lnTo>
                    <a:pt x="24830" y="11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4692311" y="2613612"/>
              <a:ext cx="2159" cy="3289"/>
            </a:xfrm>
            <a:custGeom>
              <a:avLst/>
              <a:pathLst>
                <a:path w="2159" h="3289">
                  <a:moveTo>
                    <a:pt x="1927" y="1499"/>
                  </a:moveTo>
                  <a:lnTo>
                    <a:pt x="1715" y="2086"/>
                  </a:lnTo>
                  <a:lnTo>
                    <a:pt x="1512" y="1933"/>
                  </a:lnTo>
                  <a:lnTo>
                    <a:pt x="791" y="3289"/>
                  </a:lnTo>
                  <a:lnTo>
                    <a:pt x="635" y="1989"/>
                  </a:lnTo>
                  <a:lnTo>
                    <a:pt x="70" y="1123"/>
                  </a:lnTo>
                  <a:lnTo>
                    <a:pt x="0" y="447"/>
                  </a:lnTo>
                  <a:lnTo>
                    <a:pt x="1633" y="0"/>
                  </a:lnTo>
                  <a:lnTo>
                    <a:pt x="2159" y="35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4697827" y="2613301"/>
              <a:ext cx="3824" cy="10105"/>
            </a:xfrm>
            <a:custGeom>
              <a:avLst/>
              <a:pathLst>
                <a:path w="3824" h="10105">
                  <a:moveTo>
                    <a:pt x="3008" y="7587"/>
                  </a:moveTo>
                  <a:lnTo>
                    <a:pt x="1777" y="10105"/>
                  </a:lnTo>
                  <a:lnTo>
                    <a:pt x="712" y="9929"/>
                  </a:lnTo>
                  <a:lnTo>
                    <a:pt x="177" y="8804"/>
                  </a:lnTo>
                  <a:lnTo>
                    <a:pt x="0" y="7410"/>
                  </a:lnTo>
                  <a:lnTo>
                    <a:pt x="1014" y="5223"/>
                  </a:lnTo>
                  <a:lnTo>
                    <a:pt x="1889" y="2135"/>
                  </a:lnTo>
                  <a:lnTo>
                    <a:pt x="2682" y="763"/>
                  </a:lnTo>
                  <a:lnTo>
                    <a:pt x="3325" y="0"/>
                  </a:lnTo>
                  <a:lnTo>
                    <a:pt x="3824" y="25"/>
                  </a:lnTo>
                  <a:lnTo>
                    <a:pt x="2697" y="43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4636494" y="2609115"/>
              <a:ext cx="2424" cy="11259"/>
            </a:xfrm>
            <a:custGeom>
              <a:avLst/>
              <a:pathLst>
                <a:path w="2424" h="11259">
                  <a:moveTo>
                    <a:pt x="1350" y="9837"/>
                  </a:moveTo>
                  <a:lnTo>
                    <a:pt x="1120" y="11259"/>
                  </a:lnTo>
                  <a:lnTo>
                    <a:pt x="349" y="10252"/>
                  </a:lnTo>
                  <a:lnTo>
                    <a:pt x="0" y="9340"/>
                  </a:lnTo>
                  <a:lnTo>
                    <a:pt x="712" y="4866"/>
                  </a:lnTo>
                  <a:lnTo>
                    <a:pt x="628" y="3169"/>
                  </a:lnTo>
                  <a:lnTo>
                    <a:pt x="672" y="2343"/>
                  </a:lnTo>
                  <a:lnTo>
                    <a:pt x="2093" y="0"/>
                  </a:lnTo>
                  <a:lnTo>
                    <a:pt x="2336" y="450"/>
                  </a:lnTo>
                  <a:lnTo>
                    <a:pt x="2424" y="1096"/>
                  </a:lnTo>
                  <a:lnTo>
                    <a:pt x="2298" y="2099"/>
                  </a:lnTo>
                  <a:lnTo>
                    <a:pt x="2369" y="4318"/>
                  </a:lnTo>
                  <a:lnTo>
                    <a:pt x="1302" y="79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4751186" y="2606476"/>
              <a:ext cx="1016" cy="2846"/>
            </a:xfrm>
            <a:custGeom>
              <a:avLst/>
              <a:pathLst>
                <a:path w="1016" h="2846">
                  <a:moveTo>
                    <a:pt x="1016" y="1458"/>
                  </a:moveTo>
                  <a:lnTo>
                    <a:pt x="894" y="2846"/>
                  </a:lnTo>
                  <a:lnTo>
                    <a:pt x="289" y="2540"/>
                  </a:lnTo>
                  <a:lnTo>
                    <a:pt x="0" y="1636"/>
                  </a:lnTo>
                  <a:lnTo>
                    <a:pt x="35" y="12"/>
                  </a:lnTo>
                  <a:lnTo>
                    <a:pt x="672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4681044" y="2560254"/>
              <a:ext cx="2172" cy="5130"/>
            </a:xfrm>
            <a:custGeom>
              <a:avLst/>
              <a:pathLst>
                <a:path w="2172" h="5130">
                  <a:moveTo>
                    <a:pt x="2050" y="4026"/>
                  </a:moveTo>
                  <a:lnTo>
                    <a:pt x="1530" y="5130"/>
                  </a:lnTo>
                  <a:lnTo>
                    <a:pt x="560" y="4768"/>
                  </a:lnTo>
                  <a:lnTo>
                    <a:pt x="0" y="3177"/>
                  </a:lnTo>
                  <a:lnTo>
                    <a:pt x="184" y="1380"/>
                  </a:lnTo>
                  <a:lnTo>
                    <a:pt x="1200" y="0"/>
                  </a:lnTo>
                  <a:lnTo>
                    <a:pt x="2172" y="277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4738222" y="2501871"/>
              <a:ext cx="3974" cy="14666"/>
            </a:xfrm>
            <a:custGeom>
              <a:avLst/>
              <a:pathLst>
                <a:path w="3974" h="14666">
                  <a:moveTo>
                    <a:pt x="1349" y="14591"/>
                  </a:moveTo>
                  <a:lnTo>
                    <a:pt x="270" y="14666"/>
                  </a:lnTo>
                  <a:lnTo>
                    <a:pt x="0" y="14376"/>
                  </a:lnTo>
                  <a:lnTo>
                    <a:pt x="654" y="13643"/>
                  </a:lnTo>
                  <a:lnTo>
                    <a:pt x="711" y="12414"/>
                  </a:lnTo>
                  <a:lnTo>
                    <a:pt x="1102" y="10235"/>
                  </a:lnTo>
                  <a:lnTo>
                    <a:pt x="1095" y="9606"/>
                  </a:lnTo>
                  <a:lnTo>
                    <a:pt x="238" y="9495"/>
                  </a:lnTo>
                  <a:lnTo>
                    <a:pt x="281" y="7016"/>
                  </a:lnTo>
                  <a:lnTo>
                    <a:pt x="921" y="4573"/>
                  </a:lnTo>
                  <a:lnTo>
                    <a:pt x="2681" y="722"/>
                  </a:lnTo>
                  <a:lnTo>
                    <a:pt x="3161" y="0"/>
                  </a:lnTo>
                  <a:lnTo>
                    <a:pt x="3234" y="1682"/>
                  </a:lnTo>
                  <a:lnTo>
                    <a:pt x="2697" y="5661"/>
                  </a:lnTo>
                  <a:lnTo>
                    <a:pt x="2593" y="7098"/>
                  </a:lnTo>
                  <a:lnTo>
                    <a:pt x="3974" y="7398"/>
                  </a:lnTo>
                  <a:lnTo>
                    <a:pt x="3086" y="1217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4654919" y="2407620"/>
              <a:ext cx="126090" cy="236942"/>
            </a:xfrm>
            <a:custGeom>
              <a:avLst/>
              <a:pathLst>
                <a:path w="126090" h="236942">
                  <a:moveTo>
                    <a:pt x="117415" y="3927"/>
                  </a:moveTo>
                  <a:lnTo>
                    <a:pt x="117863" y="4484"/>
                  </a:lnTo>
                  <a:lnTo>
                    <a:pt x="119984" y="2979"/>
                  </a:lnTo>
                  <a:lnTo>
                    <a:pt x="119580" y="7517"/>
                  </a:lnTo>
                  <a:lnTo>
                    <a:pt x="119354" y="12092"/>
                  </a:lnTo>
                  <a:lnTo>
                    <a:pt x="119509" y="19685"/>
                  </a:lnTo>
                  <a:lnTo>
                    <a:pt x="119700" y="23114"/>
                  </a:lnTo>
                  <a:lnTo>
                    <a:pt x="120067" y="26429"/>
                  </a:lnTo>
                  <a:lnTo>
                    <a:pt x="120970" y="28805"/>
                  </a:lnTo>
                  <a:lnTo>
                    <a:pt x="122151" y="30492"/>
                  </a:lnTo>
                  <a:lnTo>
                    <a:pt x="123863" y="35884"/>
                  </a:lnTo>
                  <a:lnTo>
                    <a:pt x="124781" y="42501"/>
                  </a:lnTo>
                  <a:lnTo>
                    <a:pt x="125430" y="45714"/>
                  </a:lnTo>
                  <a:lnTo>
                    <a:pt x="125915" y="49084"/>
                  </a:lnTo>
                  <a:lnTo>
                    <a:pt x="126063" y="50627"/>
                  </a:lnTo>
                  <a:lnTo>
                    <a:pt x="126075" y="52173"/>
                  </a:lnTo>
                  <a:lnTo>
                    <a:pt x="125930" y="54287"/>
                  </a:lnTo>
                  <a:lnTo>
                    <a:pt x="126090" y="55995"/>
                  </a:lnTo>
                  <a:lnTo>
                    <a:pt x="125905" y="61366"/>
                  </a:lnTo>
                  <a:lnTo>
                    <a:pt x="125139" y="67574"/>
                  </a:lnTo>
                  <a:lnTo>
                    <a:pt x="125041" y="70747"/>
                  </a:lnTo>
                  <a:lnTo>
                    <a:pt x="124374" y="71376"/>
                  </a:lnTo>
                  <a:lnTo>
                    <a:pt x="123970" y="72842"/>
                  </a:lnTo>
                  <a:lnTo>
                    <a:pt x="123625" y="73521"/>
                  </a:lnTo>
                  <a:lnTo>
                    <a:pt x="123243" y="74048"/>
                  </a:lnTo>
                  <a:lnTo>
                    <a:pt x="122687" y="74179"/>
                  </a:lnTo>
                  <a:lnTo>
                    <a:pt x="122290" y="74780"/>
                  </a:lnTo>
                  <a:lnTo>
                    <a:pt x="122133" y="76462"/>
                  </a:lnTo>
                  <a:lnTo>
                    <a:pt x="121878" y="78022"/>
                  </a:lnTo>
                  <a:lnTo>
                    <a:pt x="121394" y="79459"/>
                  </a:lnTo>
                  <a:lnTo>
                    <a:pt x="121015" y="81044"/>
                  </a:lnTo>
                  <a:lnTo>
                    <a:pt x="120702" y="84910"/>
                  </a:lnTo>
                  <a:lnTo>
                    <a:pt x="120589" y="88875"/>
                  </a:lnTo>
                  <a:lnTo>
                    <a:pt x="120120" y="91643"/>
                  </a:lnTo>
                  <a:lnTo>
                    <a:pt x="118992" y="92365"/>
                  </a:lnTo>
                  <a:lnTo>
                    <a:pt x="117699" y="92316"/>
                  </a:lnTo>
                  <a:lnTo>
                    <a:pt x="116043" y="93600"/>
                  </a:lnTo>
                  <a:lnTo>
                    <a:pt x="115690" y="94350"/>
                  </a:lnTo>
                  <a:lnTo>
                    <a:pt x="114381" y="99186"/>
                  </a:lnTo>
                  <a:lnTo>
                    <a:pt x="114005" y="102023"/>
                  </a:lnTo>
                  <a:lnTo>
                    <a:pt x="113993" y="105075"/>
                  </a:lnTo>
                  <a:lnTo>
                    <a:pt x="114357" y="108827"/>
                  </a:lnTo>
                  <a:lnTo>
                    <a:pt x="114850" y="112497"/>
                  </a:lnTo>
                  <a:lnTo>
                    <a:pt x="115224" y="119328"/>
                  </a:lnTo>
                  <a:lnTo>
                    <a:pt x="114831" y="129747"/>
                  </a:lnTo>
                  <a:lnTo>
                    <a:pt x="114452" y="133074"/>
                  </a:lnTo>
                  <a:lnTo>
                    <a:pt x="113621" y="135329"/>
                  </a:lnTo>
                  <a:lnTo>
                    <a:pt x="112991" y="136375"/>
                  </a:lnTo>
                  <a:lnTo>
                    <a:pt x="112447" y="137659"/>
                  </a:lnTo>
                  <a:lnTo>
                    <a:pt x="111744" y="141057"/>
                  </a:lnTo>
                  <a:lnTo>
                    <a:pt x="110580" y="147827"/>
                  </a:lnTo>
                  <a:lnTo>
                    <a:pt x="110483" y="149525"/>
                  </a:lnTo>
                  <a:lnTo>
                    <a:pt x="110488" y="151290"/>
                  </a:lnTo>
                  <a:lnTo>
                    <a:pt x="110174" y="153588"/>
                  </a:lnTo>
                  <a:lnTo>
                    <a:pt x="109969" y="155848"/>
                  </a:lnTo>
                  <a:lnTo>
                    <a:pt x="110161" y="158475"/>
                  </a:lnTo>
                  <a:lnTo>
                    <a:pt x="110519" y="160933"/>
                  </a:lnTo>
                  <a:lnTo>
                    <a:pt x="112081" y="167243"/>
                  </a:lnTo>
                  <a:lnTo>
                    <a:pt x="112694" y="169110"/>
                  </a:lnTo>
                  <a:lnTo>
                    <a:pt x="113381" y="170811"/>
                  </a:lnTo>
                  <a:lnTo>
                    <a:pt x="110715" y="172693"/>
                  </a:lnTo>
                  <a:lnTo>
                    <a:pt x="110234" y="173557"/>
                  </a:lnTo>
                  <a:lnTo>
                    <a:pt x="108650" y="177155"/>
                  </a:lnTo>
                  <a:lnTo>
                    <a:pt x="108145" y="180568"/>
                  </a:lnTo>
                  <a:lnTo>
                    <a:pt x="108186" y="184343"/>
                  </a:lnTo>
                  <a:lnTo>
                    <a:pt x="107919" y="185698"/>
                  </a:lnTo>
                  <a:lnTo>
                    <a:pt x="107484" y="186871"/>
                  </a:lnTo>
                  <a:lnTo>
                    <a:pt x="107030" y="187652"/>
                  </a:lnTo>
                  <a:lnTo>
                    <a:pt x="105260" y="189382"/>
                  </a:lnTo>
                  <a:lnTo>
                    <a:pt x="104128" y="191102"/>
                  </a:lnTo>
                  <a:lnTo>
                    <a:pt x="102999" y="193790"/>
                  </a:lnTo>
                  <a:lnTo>
                    <a:pt x="102552" y="195199"/>
                  </a:lnTo>
                  <a:lnTo>
                    <a:pt x="101684" y="194748"/>
                  </a:lnTo>
                  <a:lnTo>
                    <a:pt x="101176" y="193505"/>
                  </a:lnTo>
                  <a:lnTo>
                    <a:pt x="101676" y="191941"/>
                  </a:lnTo>
                  <a:lnTo>
                    <a:pt x="101522" y="190100"/>
                  </a:lnTo>
                  <a:lnTo>
                    <a:pt x="101770" y="185368"/>
                  </a:lnTo>
                  <a:lnTo>
                    <a:pt x="101486" y="183466"/>
                  </a:lnTo>
                  <a:lnTo>
                    <a:pt x="102391" y="182031"/>
                  </a:lnTo>
                  <a:lnTo>
                    <a:pt x="102822" y="179734"/>
                  </a:lnTo>
                  <a:lnTo>
                    <a:pt x="103764" y="177895"/>
                  </a:lnTo>
                  <a:lnTo>
                    <a:pt x="104437" y="176264"/>
                  </a:lnTo>
                  <a:lnTo>
                    <a:pt x="104556" y="174942"/>
                  </a:lnTo>
                  <a:lnTo>
                    <a:pt x="103952" y="173518"/>
                  </a:lnTo>
                  <a:lnTo>
                    <a:pt x="103314" y="172488"/>
                  </a:lnTo>
                  <a:lnTo>
                    <a:pt x="102432" y="172483"/>
                  </a:lnTo>
                  <a:lnTo>
                    <a:pt x="101580" y="172788"/>
                  </a:lnTo>
                  <a:lnTo>
                    <a:pt x="101030" y="174146"/>
                  </a:lnTo>
                  <a:lnTo>
                    <a:pt x="100846" y="175994"/>
                  </a:lnTo>
                  <a:lnTo>
                    <a:pt x="100889" y="176857"/>
                  </a:lnTo>
                  <a:lnTo>
                    <a:pt x="100819" y="177611"/>
                  </a:lnTo>
                  <a:lnTo>
                    <a:pt x="99482" y="180143"/>
                  </a:lnTo>
                  <a:lnTo>
                    <a:pt x="99658" y="182792"/>
                  </a:lnTo>
                  <a:lnTo>
                    <a:pt x="100050" y="184137"/>
                  </a:lnTo>
                  <a:lnTo>
                    <a:pt x="100550" y="184775"/>
                  </a:lnTo>
                  <a:lnTo>
                    <a:pt x="100400" y="185687"/>
                  </a:lnTo>
                  <a:lnTo>
                    <a:pt x="99766" y="187822"/>
                  </a:lnTo>
                  <a:lnTo>
                    <a:pt x="99322" y="188033"/>
                  </a:lnTo>
                  <a:lnTo>
                    <a:pt x="98506" y="185045"/>
                  </a:lnTo>
                  <a:lnTo>
                    <a:pt x="97488" y="183411"/>
                  </a:lnTo>
                  <a:lnTo>
                    <a:pt x="96228" y="183424"/>
                  </a:lnTo>
                  <a:lnTo>
                    <a:pt x="94933" y="184017"/>
                  </a:lnTo>
                  <a:lnTo>
                    <a:pt x="93948" y="186006"/>
                  </a:lnTo>
                  <a:lnTo>
                    <a:pt x="93623" y="187656"/>
                  </a:lnTo>
                  <a:lnTo>
                    <a:pt x="93416" y="189363"/>
                  </a:lnTo>
                  <a:lnTo>
                    <a:pt x="93486" y="193518"/>
                  </a:lnTo>
                  <a:lnTo>
                    <a:pt x="93078" y="196985"/>
                  </a:lnTo>
                  <a:lnTo>
                    <a:pt x="92278" y="200033"/>
                  </a:lnTo>
                  <a:lnTo>
                    <a:pt x="91903" y="201145"/>
                  </a:lnTo>
                  <a:lnTo>
                    <a:pt x="90928" y="203213"/>
                  </a:lnTo>
                  <a:lnTo>
                    <a:pt x="90255" y="203484"/>
                  </a:lnTo>
                  <a:lnTo>
                    <a:pt x="89774" y="202545"/>
                  </a:lnTo>
                  <a:lnTo>
                    <a:pt x="89387" y="201121"/>
                  </a:lnTo>
                  <a:lnTo>
                    <a:pt x="89881" y="195905"/>
                  </a:lnTo>
                  <a:lnTo>
                    <a:pt x="89861" y="192977"/>
                  </a:lnTo>
                  <a:lnTo>
                    <a:pt x="91006" y="191487"/>
                  </a:lnTo>
                  <a:lnTo>
                    <a:pt x="90067" y="189405"/>
                  </a:lnTo>
                  <a:lnTo>
                    <a:pt x="88917" y="188567"/>
                  </a:lnTo>
                  <a:lnTo>
                    <a:pt x="87299" y="189678"/>
                  </a:lnTo>
                  <a:lnTo>
                    <a:pt x="86843" y="190928"/>
                  </a:lnTo>
                  <a:lnTo>
                    <a:pt x="86532" y="192612"/>
                  </a:lnTo>
                  <a:lnTo>
                    <a:pt x="85663" y="194739"/>
                  </a:lnTo>
                  <a:lnTo>
                    <a:pt x="84704" y="196733"/>
                  </a:lnTo>
                  <a:lnTo>
                    <a:pt x="83621" y="200132"/>
                  </a:lnTo>
                  <a:lnTo>
                    <a:pt x="82892" y="204161"/>
                  </a:lnTo>
                  <a:lnTo>
                    <a:pt x="80507" y="202843"/>
                  </a:lnTo>
                  <a:lnTo>
                    <a:pt x="79204" y="202549"/>
                  </a:lnTo>
                  <a:lnTo>
                    <a:pt x="77890" y="202651"/>
                  </a:lnTo>
                  <a:lnTo>
                    <a:pt x="75560" y="202155"/>
                  </a:lnTo>
                  <a:lnTo>
                    <a:pt x="73002" y="202977"/>
                  </a:lnTo>
                  <a:lnTo>
                    <a:pt x="70091" y="204560"/>
                  </a:lnTo>
                  <a:lnTo>
                    <a:pt x="70265" y="203419"/>
                  </a:lnTo>
                  <a:lnTo>
                    <a:pt x="72658" y="200994"/>
                  </a:lnTo>
                  <a:lnTo>
                    <a:pt x="72744" y="200282"/>
                  </a:lnTo>
                  <a:lnTo>
                    <a:pt x="72515" y="198955"/>
                  </a:lnTo>
                  <a:lnTo>
                    <a:pt x="71918" y="198890"/>
                  </a:lnTo>
                  <a:lnTo>
                    <a:pt x="70487" y="199353"/>
                  </a:lnTo>
                  <a:lnTo>
                    <a:pt x="69756" y="199150"/>
                  </a:lnTo>
                  <a:lnTo>
                    <a:pt x="69458" y="197726"/>
                  </a:lnTo>
                  <a:lnTo>
                    <a:pt x="68973" y="197111"/>
                  </a:lnTo>
                  <a:lnTo>
                    <a:pt x="68649" y="197694"/>
                  </a:lnTo>
                  <a:lnTo>
                    <a:pt x="68756" y="200461"/>
                  </a:lnTo>
                  <a:lnTo>
                    <a:pt x="68401" y="200831"/>
                  </a:lnTo>
                  <a:lnTo>
                    <a:pt x="67928" y="200119"/>
                  </a:lnTo>
                  <a:lnTo>
                    <a:pt x="68079" y="197969"/>
                  </a:lnTo>
                  <a:lnTo>
                    <a:pt x="67756" y="194818"/>
                  </a:lnTo>
                  <a:lnTo>
                    <a:pt x="67720" y="192862"/>
                  </a:lnTo>
                  <a:lnTo>
                    <a:pt x="68221" y="191182"/>
                  </a:lnTo>
                  <a:lnTo>
                    <a:pt x="67708" y="190474"/>
                  </a:lnTo>
                  <a:lnTo>
                    <a:pt x="67166" y="190747"/>
                  </a:lnTo>
                  <a:lnTo>
                    <a:pt x="66478" y="191553"/>
                  </a:lnTo>
                  <a:lnTo>
                    <a:pt x="65870" y="192702"/>
                  </a:lnTo>
                  <a:lnTo>
                    <a:pt x="64586" y="198451"/>
                  </a:lnTo>
                  <a:lnTo>
                    <a:pt x="64087" y="201737"/>
                  </a:lnTo>
                  <a:lnTo>
                    <a:pt x="65027" y="204376"/>
                  </a:lnTo>
                  <a:lnTo>
                    <a:pt x="67591" y="208065"/>
                  </a:lnTo>
                  <a:lnTo>
                    <a:pt x="68030" y="208970"/>
                  </a:lnTo>
                  <a:lnTo>
                    <a:pt x="68040" y="210539"/>
                  </a:lnTo>
                  <a:lnTo>
                    <a:pt x="67729" y="212206"/>
                  </a:lnTo>
                  <a:lnTo>
                    <a:pt x="67030" y="212939"/>
                  </a:lnTo>
                  <a:lnTo>
                    <a:pt x="64217" y="214167"/>
                  </a:lnTo>
                  <a:lnTo>
                    <a:pt x="61780" y="216556"/>
                  </a:lnTo>
                  <a:lnTo>
                    <a:pt x="61076" y="218978"/>
                  </a:lnTo>
                  <a:lnTo>
                    <a:pt x="58858" y="228335"/>
                  </a:lnTo>
                  <a:lnTo>
                    <a:pt x="57083" y="234733"/>
                  </a:lnTo>
                  <a:lnTo>
                    <a:pt x="54575" y="236942"/>
                  </a:lnTo>
                  <a:lnTo>
                    <a:pt x="51821" y="234979"/>
                  </a:lnTo>
                  <a:lnTo>
                    <a:pt x="51156" y="232752"/>
                  </a:lnTo>
                  <a:lnTo>
                    <a:pt x="50617" y="229997"/>
                  </a:lnTo>
                  <a:lnTo>
                    <a:pt x="49593" y="227507"/>
                  </a:lnTo>
                  <a:lnTo>
                    <a:pt x="48670" y="224794"/>
                  </a:lnTo>
                  <a:lnTo>
                    <a:pt x="48132" y="221576"/>
                  </a:lnTo>
                  <a:lnTo>
                    <a:pt x="48216" y="216386"/>
                  </a:lnTo>
                  <a:lnTo>
                    <a:pt x="47816" y="213260"/>
                  </a:lnTo>
                  <a:lnTo>
                    <a:pt x="48177" y="212428"/>
                  </a:lnTo>
                  <a:lnTo>
                    <a:pt x="49695" y="210529"/>
                  </a:lnTo>
                  <a:lnTo>
                    <a:pt x="50191" y="209466"/>
                  </a:lnTo>
                  <a:lnTo>
                    <a:pt x="51048" y="206994"/>
                  </a:lnTo>
                  <a:lnTo>
                    <a:pt x="51355" y="205619"/>
                  </a:lnTo>
                  <a:lnTo>
                    <a:pt x="51402" y="203536"/>
                  </a:lnTo>
                  <a:lnTo>
                    <a:pt x="50712" y="202448"/>
                  </a:lnTo>
                  <a:lnTo>
                    <a:pt x="48930" y="202488"/>
                  </a:lnTo>
                  <a:lnTo>
                    <a:pt x="47152" y="203136"/>
                  </a:lnTo>
                  <a:lnTo>
                    <a:pt x="45883" y="202226"/>
                  </a:lnTo>
                  <a:lnTo>
                    <a:pt x="44237" y="199707"/>
                  </a:lnTo>
                  <a:lnTo>
                    <a:pt x="43727" y="199170"/>
                  </a:lnTo>
                  <a:lnTo>
                    <a:pt x="41953" y="199011"/>
                  </a:lnTo>
                  <a:lnTo>
                    <a:pt x="40686" y="199479"/>
                  </a:lnTo>
                  <a:lnTo>
                    <a:pt x="39442" y="200398"/>
                  </a:lnTo>
                  <a:lnTo>
                    <a:pt x="38127" y="200688"/>
                  </a:lnTo>
                  <a:lnTo>
                    <a:pt x="37689" y="201167"/>
                  </a:lnTo>
                  <a:lnTo>
                    <a:pt x="36170" y="204256"/>
                  </a:lnTo>
                  <a:lnTo>
                    <a:pt x="34963" y="206201"/>
                  </a:lnTo>
                  <a:lnTo>
                    <a:pt x="33920" y="207166"/>
                  </a:lnTo>
                  <a:lnTo>
                    <a:pt x="31666" y="207424"/>
                  </a:lnTo>
                  <a:lnTo>
                    <a:pt x="30538" y="208050"/>
                  </a:lnTo>
                  <a:lnTo>
                    <a:pt x="29355" y="209072"/>
                  </a:lnTo>
                  <a:lnTo>
                    <a:pt x="29025" y="208982"/>
                  </a:lnTo>
                  <a:lnTo>
                    <a:pt x="27779" y="210395"/>
                  </a:lnTo>
                  <a:lnTo>
                    <a:pt x="26350" y="211617"/>
                  </a:lnTo>
                  <a:lnTo>
                    <a:pt x="25585" y="212845"/>
                  </a:lnTo>
                  <a:lnTo>
                    <a:pt x="24183" y="212043"/>
                  </a:lnTo>
                  <a:lnTo>
                    <a:pt x="21409" y="214240"/>
                  </a:lnTo>
                  <a:lnTo>
                    <a:pt x="20068" y="214510"/>
                  </a:lnTo>
                  <a:lnTo>
                    <a:pt x="18682" y="213299"/>
                  </a:lnTo>
                  <a:lnTo>
                    <a:pt x="17397" y="211340"/>
                  </a:lnTo>
                  <a:lnTo>
                    <a:pt x="16162" y="212180"/>
                  </a:lnTo>
                  <a:lnTo>
                    <a:pt x="15316" y="215074"/>
                  </a:lnTo>
                  <a:lnTo>
                    <a:pt x="14906" y="220835"/>
                  </a:lnTo>
                  <a:lnTo>
                    <a:pt x="14422" y="223430"/>
                  </a:lnTo>
                  <a:lnTo>
                    <a:pt x="14276" y="226546"/>
                  </a:lnTo>
                  <a:lnTo>
                    <a:pt x="13637" y="226053"/>
                  </a:lnTo>
                  <a:lnTo>
                    <a:pt x="9923" y="220444"/>
                  </a:lnTo>
                  <a:lnTo>
                    <a:pt x="9666" y="220244"/>
                  </a:lnTo>
                  <a:lnTo>
                    <a:pt x="6664" y="221209"/>
                  </a:lnTo>
                  <a:lnTo>
                    <a:pt x="5889" y="221675"/>
                  </a:lnTo>
                  <a:lnTo>
                    <a:pt x="4922" y="222810"/>
                  </a:lnTo>
                  <a:lnTo>
                    <a:pt x="3899" y="223318"/>
                  </a:lnTo>
                  <a:lnTo>
                    <a:pt x="2965" y="222502"/>
                  </a:lnTo>
                  <a:lnTo>
                    <a:pt x="2073" y="221172"/>
                  </a:lnTo>
                  <a:lnTo>
                    <a:pt x="1216" y="221567"/>
                  </a:lnTo>
                  <a:lnTo>
                    <a:pt x="336" y="222499"/>
                  </a:lnTo>
                  <a:lnTo>
                    <a:pt x="0" y="214045"/>
                  </a:lnTo>
                  <a:lnTo>
                    <a:pt x="170" y="212930"/>
                  </a:lnTo>
                  <a:lnTo>
                    <a:pt x="710" y="211448"/>
                  </a:lnTo>
                  <a:lnTo>
                    <a:pt x="1305" y="210181"/>
                  </a:lnTo>
                  <a:lnTo>
                    <a:pt x="2759" y="209744"/>
                  </a:lnTo>
                  <a:lnTo>
                    <a:pt x="4230" y="210155"/>
                  </a:lnTo>
                  <a:lnTo>
                    <a:pt x="5281" y="209573"/>
                  </a:lnTo>
                  <a:lnTo>
                    <a:pt x="6169" y="207899"/>
                  </a:lnTo>
                  <a:lnTo>
                    <a:pt x="7105" y="205525"/>
                  </a:lnTo>
                  <a:lnTo>
                    <a:pt x="8161" y="203595"/>
                  </a:lnTo>
                  <a:lnTo>
                    <a:pt x="9593" y="202070"/>
                  </a:lnTo>
                  <a:lnTo>
                    <a:pt x="10978" y="200320"/>
                  </a:lnTo>
                  <a:lnTo>
                    <a:pt x="12193" y="197866"/>
                  </a:lnTo>
                  <a:lnTo>
                    <a:pt x="13348" y="195188"/>
                  </a:lnTo>
                  <a:lnTo>
                    <a:pt x="14409" y="193223"/>
                  </a:lnTo>
                  <a:lnTo>
                    <a:pt x="15560" y="191573"/>
                  </a:lnTo>
                  <a:lnTo>
                    <a:pt x="17314" y="187614"/>
                  </a:lnTo>
                  <a:lnTo>
                    <a:pt x="19642" y="183166"/>
                  </a:lnTo>
                  <a:lnTo>
                    <a:pt x="20535" y="179872"/>
                  </a:lnTo>
                  <a:lnTo>
                    <a:pt x="21090" y="178965"/>
                  </a:lnTo>
                  <a:lnTo>
                    <a:pt x="23093" y="177125"/>
                  </a:lnTo>
                  <a:lnTo>
                    <a:pt x="25750" y="175720"/>
                  </a:lnTo>
                  <a:lnTo>
                    <a:pt x="27002" y="175787"/>
                  </a:lnTo>
                  <a:lnTo>
                    <a:pt x="28243" y="178674"/>
                  </a:lnTo>
                  <a:lnTo>
                    <a:pt x="28912" y="178279"/>
                  </a:lnTo>
                  <a:lnTo>
                    <a:pt x="29588" y="177533"/>
                  </a:lnTo>
                  <a:lnTo>
                    <a:pt x="30957" y="177121"/>
                  </a:lnTo>
                  <a:lnTo>
                    <a:pt x="32364" y="177598"/>
                  </a:lnTo>
                  <a:lnTo>
                    <a:pt x="33737" y="177610"/>
                  </a:lnTo>
                  <a:lnTo>
                    <a:pt x="35111" y="177245"/>
                  </a:lnTo>
                  <a:lnTo>
                    <a:pt x="37754" y="176298"/>
                  </a:lnTo>
                  <a:lnTo>
                    <a:pt x="39145" y="175155"/>
                  </a:lnTo>
                  <a:lnTo>
                    <a:pt x="40502" y="173678"/>
                  </a:lnTo>
                  <a:lnTo>
                    <a:pt x="45341" y="172635"/>
                  </a:lnTo>
                  <a:lnTo>
                    <a:pt x="48658" y="170158"/>
                  </a:lnTo>
                  <a:lnTo>
                    <a:pt x="49183" y="170334"/>
                  </a:lnTo>
                  <a:lnTo>
                    <a:pt x="49693" y="170905"/>
                  </a:lnTo>
                  <a:lnTo>
                    <a:pt x="49731" y="172740"/>
                  </a:lnTo>
                  <a:lnTo>
                    <a:pt x="49314" y="174743"/>
                  </a:lnTo>
                  <a:lnTo>
                    <a:pt x="49720" y="175955"/>
                  </a:lnTo>
                  <a:lnTo>
                    <a:pt x="50392" y="176704"/>
                  </a:lnTo>
                  <a:lnTo>
                    <a:pt x="53513" y="176935"/>
                  </a:lnTo>
                  <a:lnTo>
                    <a:pt x="54404" y="177366"/>
                  </a:lnTo>
                  <a:lnTo>
                    <a:pt x="55707" y="175995"/>
                  </a:lnTo>
                  <a:lnTo>
                    <a:pt x="56934" y="174300"/>
                  </a:lnTo>
                  <a:lnTo>
                    <a:pt x="58218" y="172065"/>
                  </a:lnTo>
                  <a:lnTo>
                    <a:pt x="59117" y="169550"/>
                  </a:lnTo>
                  <a:lnTo>
                    <a:pt x="58287" y="166403"/>
                  </a:lnTo>
                  <a:lnTo>
                    <a:pt x="58105" y="162962"/>
                  </a:lnTo>
                  <a:lnTo>
                    <a:pt x="58801" y="159231"/>
                  </a:lnTo>
                  <a:lnTo>
                    <a:pt x="59809" y="156084"/>
                  </a:lnTo>
                  <a:lnTo>
                    <a:pt x="61008" y="154183"/>
                  </a:lnTo>
                  <a:lnTo>
                    <a:pt x="62111" y="151994"/>
                  </a:lnTo>
                  <a:lnTo>
                    <a:pt x="64346" y="145782"/>
                  </a:lnTo>
                  <a:lnTo>
                    <a:pt x="65962" y="140757"/>
                  </a:lnTo>
                  <a:lnTo>
                    <a:pt x="66543" y="134582"/>
                  </a:lnTo>
                  <a:lnTo>
                    <a:pt x="66202" y="127273"/>
                  </a:lnTo>
                  <a:lnTo>
                    <a:pt x="67612" y="121843"/>
                  </a:lnTo>
                  <a:lnTo>
                    <a:pt x="68962" y="120911"/>
                  </a:lnTo>
                  <a:lnTo>
                    <a:pt x="71645" y="118435"/>
                  </a:lnTo>
                  <a:lnTo>
                    <a:pt x="73054" y="117708"/>
                  </a:lnTo>
                  <a:lnTo>
                    <a:pt x="73265" y="118790"/>
                  </a:lnTo>
                  <a:lnTo>
                    <a:pt x="73222" y="120208"/>
                  </a:lnTo>
                  <a:lnTo>
                    <a:pt x="71116" y="124768"/>
                  </a:lnTo>
                  <a:lnTo>
                    <a:pt x="69910" y="126642"/>
                  </a:lnTo>
                  <a:lnTo>
                    <a:pt x="69188" y="127223"/>
                  </a:lnTo>
                  <a:lnTo>
                    <a:pt x="68527" y="128053"/>
                  </a:lnTo>
                  <a:lnTo>
                    <a:pt x="68253" y="129657"/>
                  </a:lnTo>
                  <a:lnTo>
                    <a:pt x="69327" y="132344"/>
                  </a:lnTo>
                  <a:lnTo>
                    <a:pt x="69601" y="134328"/>
                  </a:lnTo>
                  <a:lnTo>
                    <a:pt x="69534" y="136234"/>
                  </a:lnTo>
                  <a:lnTo>
                    <a:pt x="69579" y="137945"/>
                  </a:lnTo>
                  <a:lnTo>
                    <a:pt x="70795" y="139811"/>
                  </a:lnTo>
                  <a:lnTo>
                    <a:pt x="72187" y="140428"/>
                  </a:lnTo>
                  <a:lnTo>
                    <a:pt x="72770" y="140411"/>
                  </a:lnTo>
                  <a:lnTo>
                    <a:pt x="73280" y="139920"/>
                  </a:lnTo>
                  <a:lnTo>
                    <a:pt x="74870" y="135358"/>
                  </a:lnTo>
                  <a:lnTo>
                    <a:pt x="75227" y="134566"/>
                  </a:lnTo>
                  <a:lnTo>
                    <a:pt x="79760" y="131226"/>
                  </a:lnTo>
                  <a:lnTo>
                    <a:pt x="81990" y="128670"/>
                  </a:lnTo>
                  <a:lnTo>
                    <a:pt x="83222" y="128011"/>
                  </a:lnTo>
                  <a:lnTo>
                    <a:pt x="84378" y="126681"/>
                  </a:lnTo>
                  <a:lnTo>
                    <a:pt x="86972" y="121547"/>
                  </a:lnTo>
                  <a:lnTo>
                    <a:pt x="87931" y="119183"/>
                  </a:lnTo>
                  <a:lnTo>
                    <a:pt x="88801" y="116568"/>
                  </a:lnTo>
                  <a:lnTo>
                    <a:pt x="89496" y="113531"/>
                  </a:lnTo>
                  <a:lnTo>
                    <a:pt x="90044" y="110243"/>
                  </a:lnTo>
                  <a:lnTo>
                    <a:pt x="90796" y="108197"/>
                  </a:lnTo>
                  <a:lnTo>
                    <a:pt x="94907" y="103317"/>
                  </a:lnTo>
                  <a:lnTo>
                    <a:pt x="96233" y="100660"/>
                  </a:lnTo>
                  <a:lnTo>
                    <a:pt x="96654" y="99373"/>
                  </a:lnTo>
                  <a:lnTo>
                    <a:pt x="97163" y="95644"/>
                  </a:lnTo>
                  <a:lnTo>
                    <a:pt x="97514" y="91772"/>
                  </a:lnTo>
                  <a:lnTo>
                    <a:pt x="98015" y="88736"/>
                  </a:lnTo>
                  <a:lnTo>
                    <a:pt x="98689" y="85889"/>
                  </a:lnTo>
                  <a:lnTo>
                    <a:pt x="99593" y="82989"/>
                  </a:lnTo>
                  <a:lnTo>
                    <a:pt x="100607" y="80297"/>
                  </a:lnTo>
                  <a:lnTo>
                    <a:pt x="101207" y="77535"/>
                  </a:lnTo>
                  <a:lnTo>
                    <a:pt x="102078" y="70936"/>
                  </a:lnTo>
                  <a:lnTo>
                    <a:pt x="102460" y="67283"/>
                  </a:lnTo>
                  <a:lnTo>
                    <a:pt x="102759" y="65965"/>
                  </a:lnTo>
                  <a:lnTo>
                    <a:pt x="103197" y="64857"/>
                  </a:lnTo>
                  <a:lnTo>
                    <a:pt x="103579" y="63456"/>
                  </a:lnTo>
                  <a:lnTo>
                    <a:pt x="103871" y="61888"/>
                  </a:lnTo>
                  <a:lnTo>
                    <a:pt x="104003" y="60334"/>
                  </a:lnTo>
                  <a:lnTo>
                    <a:pt x="104191" y="55586"/>
                  </a:lnTo>
                  <a:lnTo>
                    <a:pt x="104077" y="51896"/>
                  </a:lnTo>
                  <a:lnTo>
                    <a:pt x="103396" y="48770"/>
                  </a:lnTo>
                  <a:lnTo>
                    <a:pt x="102834" y="47882"/>
                  </a:lnTo>
                  <a:lnTo>
                    <a:pt x="102221" y="47830"/>
                  </a:lnTo>
                  <a:lnTo>
                    <a:pt x="101303" y="48100"/>
                  </a:lnTo>
                  <a:lnTo>
                    <a:pt x="100521" y="46826"/>
                  </a:lnTo>
                  <a:lnTo>
                    <a:pt x="100679" y="45701"/>
                  </a:lnTo>
                  <a:lnTo>
                    <a:pt x="101477" y="45492"/>
                  </a:lnTo>
                  <a:lnTo>
                    <a:pt x="102021" y="44910"/>
                  </a:lnTo>
                  <a:lnTo>
                    <a:pt x="102412" y="43845"/>
                  </a:lnTo>
                  <a:lnTo>
                    <a:pt x="103143" y="40440"/>
                  </a:lnTo>
                  <a:lnTo>
                    <a:pt x="103583" y="36794"/>
                  </a:lnTo>
                  <a:lnTo>
                    <a:pt x="103620" y="35183"/>
                  </a:lnTo>
                  <a:lnTo>
                    <a:pt x="103048" y="32245"/>
                  </a:lnTo>
                  <a:lnTo>
                    <a:pt x="102592" y="28712"/>
                  </a:lnTo>
                  <a:lnTo>
                    <a:pt x="102580" y="26804"/>
                  </a:lnTo>
                  <a:lnTo>
                    <a:pt x="103078" y="24608"/>
                  </a:lnTo>
                  <a:lnTo>
                    <a:pt x="103789" y="22824"/>
                  </a:lnTo>
                  <a:lnTo>
                    <a:pt x="104425" y="22404"/>
                  </a:lnTo>
                  <a:lnTo>
                    <a:pt x="105115" y="22280"/>
                  </a:lnTo>
                  <a:lnTo>
                    <a:pt x="105742" y="21590"/>
                  </a:lnTo>
                  <a:lnTo>
                    <a:pt x="106322" y="20589"/>
                  </a:lnTo>
                  <a:lnTo>
                    <a:pt x="106650" y="19486"/>
                  </a:lnTo>
                  <a:lnTo>
                    <a:pt x="107161" y="16485"/>
                  </a:lnTo>
                  <a:lnTo>
                    <a:pt x="107357" y="14771"/>
                  </a:lnTo>
                  <a:lnTo>
                    <a:pt x="107036" y="10184"/>
                  </a:lnTo>
                  <a:lnTo>
                    <a:pt x="107367" y="8931"/>
                  </a:lnTo>
                  <a:lnTo>
                    <a:pt x="107839" y="8149"/>
                  </a:lnTo>
                  <a:lnTo>
                    <a:pt x="108468" y="8743"/>
                  </a:lnTo>
                  <a:lnTo>
                    <a:pt x="109112" y="8861"/>
                  </a:lnTo>
                  <a:lnTo>
                    <a:pt x="109863" y="8679"/>
                  </a:lnTo>
                  <a:lnTo>
                    <a:pt x="110583" y="9164"/>
                  </a:lnTo>
                  <a:lnTo>
                    <a:pt x="110720" y="10340"/>
                  </a:lnTo>
                  <a:lnTo>
                    <a:pt x="111171" y="18093"/>
                  </a:lnTo>
                  <a:lnTo>
                    <a:pt x="111433" y="19140"/>
                  </a:lnTo>
                  <a:lnTo>
                    <a:pt x="111957" y="19952"/>
                  </a:lnTo>
                  <a:lnTo>
                    <a:pt x="112549" y="19834"/>
                  </a:lnTo>
                  <a:lnTo>
                    <a:pt x="113061" y="18628"/>
                  </a:lnTo>
                  <a:lnTo>
                    <a:pt x="113406" y="17021"/>
                  </a:lnTo>
                  <a:lnTo>
                    <a:pt x="114085" y="16689"/>
                  </a:lnTo>
                  <a:lnTo>
                    <a:pt x="116158" y="18417"/>
                  </a:lnTo>
                  <a:lnTo>
                    <a:pt x="116892" y="17184"/>
                  </a:lnTo>
                  <a:lnTo>
                    <a:pt x="117371" y="15279"/>
                  </a:lnTo>
                  <a:lnTo>
                    <a:pt x="117788" y="11904"/>
                  </a:lnTo>
                  <a:lnTo>
                    <a:pt x="117585" y="8863"/>
                  </a:lnTo>
                  <a:lnTo>
                    <a:pt x="117087" y="7740"/>
                  </a:lnTo>
                  <a:lnTo>
                    <a:pt x="116573" y="7944"/>
                  </a:lnTo>
                  <a:lnTo>
                    <a:pt x="116118" y="8778"/>
                  </a:lnTo>
                  <a:lnTo>
                    <a:pt x="115611" y="9234"/>
                  </a:lnTo>
                  <a:lnTo>
                    <a:pt x="112547" y="10837"/>
                  </a:lnTo>
                  <a:lnTo>
                    <a:pt x="112562" y="7443"/>
                  </a:lnTo>
                  <a:lnTo>
                    <a:pt x="113217" y="2367"/>
                  </a:lnTo>
                  <a:lnTo>
                    <a:pt x="113580" y="761"/>
                  </a:lnTo>
                  <a:lnTo>
                    <a:pt x="114095" y="0"/>
                  </a:lnTo>
                  <a:lnTo>
                    <a:pt x="115382" y="881"/>
                  </a:lnTo>
                  <a:lnTo>
                    <a:pt x="116014" y="146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4751693" y="2386060"/>
              <a:ext cx="1667" cy="4715"/>
            </a:xfrm>
            <a:custGeom>
              <a:avLst/>
              <a:pathLst>
                <a:path w="1667" h="4715">
                  <a:moveTo>
                    <a:pt x="791" y="4556"/>
                  </a:moveTo>
                  <a:lnTo>
                    <a:pt x="532" y="4715"/>
                  </a:lnTo>
                  <a:lnTo>
                    <a:pt x="261" y="4465"/>
                  </a:lnTo>
                  <a:lnTo>
                    <a:pt x="0" y="2232"/>
                  </a:lnTo>
                  <a:lnTo>
                    <a:pt x="225" y="1053"/>
                  </a:lnTo>
                  <a:lnTo>
                    <a:pt x="956" y="229"/>
                  </a:lnTo>
                  <a:lnTo>
                    <a:pt x="1667" y="0"/>
                  </a:lnTo>
                  <a:lnTo>
                    <a:pt x="1062" y="410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4771268" y="2297039"/>
              <a:ext cx="2201" cy="4008"/>
            </a:xfrm>
            <a:custGeom>
              <a:avLst/>
              <a:pathLst>
                <a:path w="2201" h="4008">
                  <a:moveTo>
                    <a:pt x="1817" y="3797"/>
                  </a:moveTo>
                  <a:lnTo>
                    <a:pt x="1029" y="4008"/>
                  </a:lnTo>
                  <a:lnTo>
                    <a:pt x="112" y="2775"/>
                  </a:lnTo>
                  <a:lnTo>
                    <a:pt x="0" y="1230"/>
                  </a:lnTo>
                  <a:lnTo>
                    <a:pt x="663" y="0"/>
                  </a:lnTo>
                  <a:lnTo>
                    <a:pt x="1322" y="454"/>
                  </a:lnTo>
                  <a:lnTo>
                    <a:pt x="1983" y="2047"/>
                  </a:lnTo>
                  <a:lnTo>
                    <a:pt x="2201" y="28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4769410" y="2290609"/>
              <a:ext cx="1147" cy="5795"/>
            </a:xfrm>
            <a:custGeom>
              <a:avLst/>
              <a:pathLst>
                <a:path w="1147" h="5795">
                  <a:moveTo>
                    <a:pt x="1147" y="3918"/>
                  </a:moveTo>
                  <a:lnTo>
                    <a:pt x="707" y="5795"/>
                  </a:lnTo>
                  <a:lnTo>
                    <a:pt x="118" y="3005"/>
                  </a:lnTo>
                  <a:lnTo>
                    <a:pt x="0" y="0"/>
                  </a:lnTo>
                  <a:lnTo>
                    <a:pt x="340" y="18"/>
                  </a:lnTo>
                  <a:lnTo>
                    <a:pt x="965" y="470"/>
                  </a:lnTo>
                  <a:lnTo>
                    <a:pt x="1115" y="193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4756342" y="2289307"/>
              <a:ext cx="68270" cy="120745"/>
            </a:xfrm>
            <a:custGeom>
              <a:avLst/>
              <a:pathLst>
                <a:path w="68270" h="120745">
                  <a:moveTo>
                    <a:pt x="45460" y="41148"/>
                  </a:moveTo>
                  <a:lnTo>
                    <a:pt x="46882" y="41298"/>
                  </a:lnTo>
                  <a:lnTo>
                    <a:pt x="47517" y="41158"/>
                  </a:lnTo>
                  <a:lnTo>
                    <a:pt x="48606" y="41603"/>
                  </a:lnTo>
                  <a:lnTo>
                    <a:pt x="52927" y="46095"/>
                  </a:lnTo>
                  <a:lnTo>
                    <a:pt x="54231" y="46666"/>
                  </a:lnTo>
                  <a:lnTo>
                    <a:pt x="55577" y="46733"/>
                  </a:lnTo>
                  <a:lnTo>
                    <a:pt x="56523" y="46371"/>
                  </a:lnTo>
                  <a:lnTo>
                    <a:pt x="57356" y="45138"/>
                  </a:lnTo>
                  <a:lnTo>
                    <a:pt x="59964" y="39695"/>
                  </a:lnTo>
                  <a:lnTo>
                    <a:pt x="62703" y="34738"/>
                  </a:lnTo>
                  <a:lnTo>
                    <a:pt x="63007" y="34930"/>
                  </a:lnTo>
                  <a:lnTo>
                    <a:pt x="63008" y="36292"/>
                  </a:lnTo>
                  <a:lnTo>
                    <a:pt x="62807" y="37814"/>
                  </a:lnTo>
                  <a:lnTo>
                    <a:pt x="61595" y="42354"/>
                  </a:lnTo>
                  <a:lnTo>
                    <a:pt x="60246" y="48464"/>
                  </a:lnTo>
                  <a:lnTo>
                    <a:pt x="59958" y="51562"/>
                  </a:lnTo>
                  <a:lnTo>
                    <a:pt x="60396" y="54577"/>
                  </a:lnTo>
                  <a:lnTo>
                    <a:pt x="61241" y="57068"/>
                  </a:lnTo>
                  <a:lnTo>
                    <a:pt x="61910" y="60475"/>
                  </a:lnTo>
                  <a:lnTo>
                    <a:pt x="62681" y="65214"/>
                  </a:lnTo>
                  <a:lnTo>
                    <a:pt x="63763" y="65814"/>
                  </a:lnTo>
                  <a:lnTo>
                    <a:pt x="64351" y="65888"/>
                  </a:lnTo>
                  <a:lnTo>
                    <a:pt x="65434" y="64468"/>
                  </a:lnTo>
                  <a:lnTo>
                    <a:pt x="66460" y="62663"/>
                  </a:lnTo>
                  <a:lnTo>
                    <a:pt x="67342" y="62443"/>
                  </a:lnTo>
                  <a:lnTo>
                    <a:pt x="68270" y="62749"/>
                  </a:lnTo>
                  <a:lnTo>
                    <a:pt x="67050" y="64005"/>
                  </a:lnTo>
                  <a:lnTo>
                    <a:pt x="65899" y="65546"/>
                  </a:lnTo>
                  <a:lnTo>
                    <a:pt x="64913" y="68460"/>
                  </a:lnTo>
                  <a:lnTo>
                    <a:pt x="64546" y="69005"/>
                  </a:lnTo>
                  <a:lnTo>
                    <a:pt x="63407" y="68827"/>
                  </a:lnTo>
                  <a:lnTo>
                    <a:pt x="62756" y="68932"/>
                  </a:lnTo>
                  <a:lnTo>
                    <a:pt x="61423" y="70150"/>
                  </a:lnTo>
                  <a:lnTo>
                    <a:pt x="60255" y="71528"/>
                  </a:lnTo>
                  <a:lnTo>
                    <a:pt x="59138" y="73219"/>
                  </a:lnTo>
                  <a:lnTo>
                    <a:pt x="57918" y="74126"/>
                  </a:lnTo>
                  <a:lnTo>
                    <a:pt x="56620" y="74340"/>
                  </a:lnTo>
                  <a:lnTo>
                    <a:pt x="54618" y="75722"/>
                  </a:lnTo>
                  <a:lnTo>
                    <a:pt x="53317" y="75820"/>
                  </a:lnTo>
                  <a:lnTo>
                    <a:pt x="50880" y="74614"/>
                  </a:lnTo>
                  <a:lnTo>
                    <a:pt x="49695" y="74933"/>
                  </a:lnTo>
                  <a:lnTo>
                    <a:pt x="47107" y="77658"/>
                  </a:lnTo>
                  <a:lnTo>
                    <a:pt x="44754" y="81596"/>
                  </a:lnTo>
                  <a:lnTo>
                    <a:pt x="42697" y="86011"/>
                  </a:lnTo>
                  <a:lnTo>
                    <a:pt x="40977" y="91325"/>
                  </a:lnTo>
                  <a:lnTo>
                    <a:pt x="40286" y="94095"/>
                  </a:lnTo>
                  <a:lnTo>
                    <a:pt x="39871" y="97191"/>
                  </a:lnTo>
                  <a:lnTo>
                    <a:pt x="39815" y="99240"/>
                  </a:lnTo>
                  <a:lnTo>
                    <a:pt x="39661" y="101211"/>
                  </a:lnTo>
                  <a:lnTo>
                    <a:pt x="39265" y="102584"/>
                  </a:lnTo>
                  <a:lnTo>
                    <a:pt x="38786" y="103697"/>
                  </a:lnTo>
                  <a:lnTo>
                    <a:pt x="37368" y="103046"/>
                  </a:lnTo>
                  <a:lnTo>
                    <a:pt x="35036" y="100205"/>
                  </a:lnTo>
                  <a:lnTo>
                    <a:pt x="30515" y="96080"/>
                  </a:lnTo>
                  <a:lnTo>
                    <a:pt x="25742" y="89763"/>
                  </a:lnTo>
                  <a:lnTo>
                    <a:pt x="23056" y="86592"/>
                  </a:lnTo>
                  <a:lnTo>
                    <a:pt x="18006" y="87541"/>
                  </a:lnTo>
                  <a:lnTo>
                    <a:pt x="13231" y="93593"/>
                  </a:lnTo>
                  <a:lnTo>
                    <a:pt x="12803" y="93078"/>
                  </a:lnTo>
                  <a:lnTo>
                    <a:pt x="10977" y="88928"/>
                  </a:lnTo>
                  <a:lnTo>
                    <a:pt x="10093" y="87285"/>
                  </a:lnTo>
                  <a:lnTo>
                    <a:pt x="9037" y="86820"/>
                  </a:lnTo>
                  <a:lnTo>
                    <a:pt x="8252" y="86873"/>
                  </a:lnTo>
                  <a:lnTo>
                    <a:pt x="7489" y="87173"/>
                  </a:lnTo>
                  <a:lnTo>
                    <a:pt x="6410" y="89308"/>
                  </a:lnTo>
                  <a:lnTo>
                    <a:pt x="6014" y="90845"/>
                  </a:lnTo>
                  <a:lnTo>
                    <a:pt x="5707" y="92590"/>
                  </a:lnTo>
                  <a:lnTo>
                    <a:pt x="5613" y="93825"/>
                  </a:lnTo>
                  <a:lnTo>
                    <a:pt x="5743" y="95034"/>
                  </a:lnTo>
                  <a:lnTo>
                    <a:pt x="6764" y="97771"/>
                  </a:lnTo>
                  <a:lnTo>
                    <a:pt x="8024" y="99808"/>
                  </a:lnTo>
                  <a:lnTo>
                    <a:pt x="8594" y="100196"/>
                  </a:lnTo>
                  <a:lnTo>
                    <a:pt x="9804" y="100054"/>
                  </a:lnTo>
                  <a:lnTo>
                    <a:pt x="10366" y="100264"/>
                  </a:lnTo>
                  <a:lnTo>
                    <a:pt x="12393" y="104359"/>
                  </a:lnTo>
                  <a:lnTo>
                    <a:pt x="14612" y="108193"/>
                  </a:lnTo>
                  <a:lnTo>
                    <a:pt x="15103" y="109462"/>
                  </a:lnTo>
                  <a:lnTo>
                    <a:pt x="14283" y="110800"/>
                  </a:lnTo>
                  <a:lnTo>
                    <a:pt x="13383" y="111462"/>
                  </a:lnTo>
                  <a:lnTo>
                    <a:pt x="12339" y="111289"/>
                  </a:lnTo>
                  <a:lnTo>
                    <a:pt x="11304" y="110782"/>
                  </a:lnTo>
                  <a:lnTo>
                    <a:pt x="9526" y="109152"/>
                  </a:lnTo>
                  <a:lnTo>
                    <a:pt x="8767" y="110541"/>
                  </a:lnTo>
                  <a:lnTo>
                    <a:pt x="7588" y="113390"/>
                  </a:lnTo>
                  <a:lnTo>
                    <a:pt x="6935" y="116486"/>
                  </a:lnTo>
                  <a:lnTo>
                    <a:pt x="6405" y="117907"/>
                  </a:lnTo>
                  <a:lnTo>
                    <a:pt x="5101" y="119777"/>
                  </a:lnTo>
                  <a:lnTo>
                    <a:pt x="3721" y="120745"/>
                  </a:lnTo>
                  <a:lnTo>
                    <a:pt x="3000" y="120425"/>
                  </a:lnTo>
                  <a:lnTo>
                    <a:pt x="2449" y="119252"/>
                  </a:lnTo>
                  <a:lnTo>
                    <a:pt x="2138" y="117846"/>
                  </a:lnTo>
                  <a:lnTo>
                    <a:pt x="1980" y="116219"/>
                  </a:lnTo>
                  <a:lnTo>
                    <a:pt x="2275" y="112693"/>
                  </a:lnTo>
                  <a:lnTo>
                    <a:pt x="2989" y="109517"/>
                  </a:lnTo>
                  <a:lnTo>
                    <a:pt x="3264" y="106275"/>
                  </a:lnTo>
                  <a:lnTo>
                    <a:pt x="2679" y="101713"/>
                  </a:lnTo>
                  <a:lnTo>
                    <a:pt x="2307" y="100761"/>
                  </a:lnTo>
                  <a:lnTo>
                    <a:pt x="842" y="98087"/>
                  </a:lnTo>
                  <a:lnTo>
                    <a:pt x="165" y="95486"/>
                  </a:lnTo>
                  <a:lnTo>
                    <a:pt x="0" y="92249"/>
                  </a:lnTo>
                  <a:lnTo>
                    <a:pt x="86" y="90460"/>
                  </a:lnTo>
                  <a:lnTo>
                    <a:pt x="445" y="86513"/>
                  </a:lnTo>
                  <a:lnTo>
                    <a:pt x="797" y="84519"/>
                  </a:lnTo>
                  <a:lnTo>
                    <a:pt x="1472" y="83862"/>
                  </a:lnTo>
                  <a:lnTo>
                    <a:pt x="2204" y="83468"/>
                  </a:lnTo>
                  <a:lnTo>
                    <a:pt x="3335" y="82044"/>
                  </a:lnTo>
                  <a:lnTo>
                    <a:pt x="4578" y="80196"/>
                  </a:lnTo>
                  <a:lnTo>
                    <a:pt x="5765" y="78088"/>
                  </a:lnTo>
                  <a:lnTo>
                    <a:pt x="6941" y="75510"/>
                  </a:lnTo>
                  <a:lnTo>
                    <a:pt x="7557" y="72679"/>
                  </a:lnTo>
                  <a:lnTo>
                    <a:pt x="6547" y="69209"/>
                  </a:lnTo>
                  <a:lnTo>
                    <a:pt x="6340" y="67147"/>
                  </a:lnTo>
                  <a:lnTo>
                    <a:pt x="6489" y="65196"/>
                  </a:lnTo>
                  <a:lnTo>
                    <a:pt x="7562" y="64160"/>
                  </a:lnTo>
                  <a:lnTo>
                    <a:pt x="8671" y="64942"/>
                  </a:lnTo>
                  <a:lnTo>
                    <a:pt x="10898" y="67801"/>
                  </a:lnTo>
                  <a:lnTo>
                    <a:pt x="11335" y="68082"/>
                  </a:lnTo>
                  <a:lnTo>
                    <a:pt x="12864" y="68215"/>
                  </a:lnTo>
                  <a:lnTo>
                    <a:pt x="14958" y="68837"/>
                  </a:lnTo>
                  <a:lnTo>
                    <a:pt x="16171" y="68685"/>
                  </a:lnTo>
                  <a:lnTo>
                    <a:pt x="16753" y="68254"/>
                  </a:lnTo>
                  <a:lnTo>
                    <a:pt x="17637" y="65890"/>
                  </a:lnTo>
                  <a:lnTo>
                    <a:pt x="18071" y="62881"/>
                  </a:lnTo>
                  <a:lnTo>
                    <a:pt x="17912" y="59010"/>
                  </a:lnTo>
                  <a:lnTo>
                    <a:pt x="17904" y="55164"/>
                  </a:lnTo>
                  <a:lnTo>
                    <a:pt x="18462" y="52032"/>
                  </a:lnTo>
                  <a:lnTo>
                    <a:pt x="20210" y="46998"/>
                  </a:lnTo>
                  <a:lnTo>
                    <a:pt x="20710" y="44030"/>
                  </a:lnTo>
                  <a:lnTo>
                    <a:pt x="20893" y="36815"/>
                  </a:lnTo>
                  <a:lnTo>
                    <a:pt x="21523" y="33636"/>
                  </a:lnTo>
                  <a:lnTo>
                    <a:pt x="22029" y="30346"/>
                  </a:lnTo>
                  <a:lnTo>
                    <a:pt x="22271" y="23437"/>
                  </a:lnTo>
                  <a:lnTo>
                    <a:pt x="21554" y="16797"/>
                  </a:lnTo>
                  <a:lnTo>
                    <a:pt x="20835" y="13542"/>
                  </a:lnTo>
                  <a:lnTo>
                    <a:pt x="20009" y="10447"/>
                  </a:lnTo>
                  <a:lnTo>
                    <a:pt x="20131" y="7492"/>
                  </a:lnTo>
                  <a:lnTo>
                    <a:pt x="20799" y="4754"/>
                  </a:lnTo>
                  <a:lnTo>
                    <a:pt x="20815" y="3928"/>
                  </a:lnTo>
                  <a:lnTo>
                    <a:pt x="20974" y="3198"/>
                  </a:lnTo>
                  <a:lnTo>
                    <a:pt x="22225" y="2677"/>
                  </a:lnTo>
                  <a:lnTo>
                    <a:pt x="22808" y="2090"/>
                  </a:lnTo>
                  <a:lnTo>
                    <a:pt x="23367" y="774"/>
                  </a:lnTo>
                  <a:lnTo>
                    <a:pt x="24037" y="0"/>
                  </a:lnTo>
                  <a:lnTo>
                    <a:pt x="24527" y="768"/>
                  </a:lnTo>
                  <a:lnTo>
                    <a:pt x="24931" y="2115"/>
                  </a:lnTo>
                  <a:lnTo>
                    <a:pt x="26693" y="5433"/>
                  </a:lnTo>
                  <a:lnTo>
                    <a:pt x="29468" y="11362"/>
                  </a:lnTo>
                  <a:lnTo>
                    <a:pt x="32740" y="20398"/>
                  </a:lnTo>
                  <a:lnTo>
                    <a:pt x="34791" y="24803"/>
                  </a:lnTo>
                  <a:lnTo>
                    <a:pt x="36953" y="28798"/>
                  </a:lnTo>
                  <a:lnTo>
                    <a:pt x="39377" y="32884"/>
                  </a:lnTo>
                  <a:lnTo>
                    <a:pt x="41913" y="36403"/>
                  </a:lnTo>
                  <a:lnTo>
                    <a:pt x="43533" y="38064"/>
                  </a:lnTo>
                  <a:lnTo>
                    <a:pt x="44719" y="4071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4040335" y="2580300"/>
              <a:ext cx="11724" cy="16305"/>
            </a:xfrm>
            <a:custGeom>
              <a:avLst/>
              <a:pathLst>
                <a:path w="11724" h="16305">
                  <a:moveTo>
                    <a:pt x="11724" y="4899"/>
                  </a:moveTo>
                  <a:lnTo>
                    <a:pt x="10561" y="6455"/>
                  </a:lnTo>
                  <a:lnTo>
                    <a:pt x="9137" y="8361"/>
                  </a:lnTo>
                  <a:lnTo>
                    <a:pt x="7455" y="10612"/>
                  </a:lnTo>
                  <a:lnTo>
                    <a:pt x="5973" y="12593"/>
                  </a:lnTo>
                  <a:lnTo>
                    <a:pt x="4561" y="14484"/>
                  </a:lnTo>
                  <a:lnTo>
                    <a:pt x="3199" y="16305"/>
                  </a:lnTo>
                  <a:lnTo>
                    <a:pt x="2698" y="13751"/>
                  </a:lnTo>
                  <a:lnTo>
                    <a:pt x="2407" y="12271"/>
                  </a:lnTo>
                  <a:lnTo>
                    <a:pt x="1826" y="9310"/>
                  </a:lnTo>
                  <a:lnTo>
                    <a:pt x="1309" y="6677"/>
                  </a:lnTo>
                  <a:lnTo>
                    <a:pt x="521" y="2656"/>
                  </a:lnTo>
                  <a:lnTo>
                    <a:pt x="0" y="0"/>
                  </a:lnTo>
                  <a:lnTo>
                    <a:pt x="1271" y="1431"/>
                  </a:lnTo>
                  <a:lnTo>
                    <a:pt x="3669" y="3240"/>
                  </a:lnTo>
                  <a:lnTo>
                    <a:pt x="5994" y="4537"/>
                  </a:lnTo>
                  <a:lnTo>
                    <a:pt x="7717" y="5500"/>
                  </a:lnTo>
                  <a:lnTo>
                    <a:pt x="8552" y="5563"/>
                  </a:lnTo>
                  <a:lnTo>
                    <a:pt x="9148" y="5611"/>
                  </a:lnTo>
                  <a:lnTo>
                    <a:pt x="10868" y="535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3736329" y="2301942"/>
              <a:ext cx="2150" cy="7548"/>
            </a:xfrm>
            <a:custGeom>
              <a:avLst/>
              <a:pathLst>
                <a:path w="2150" h="7548">
                  <a:moveTo>
                    <a:pt x="2150" y="6716"/>
                  </a:moveTo>
                  <a:lnTo>
                    <a:pt x="1744" y="7548"/>
                  </a:lnTo>
                  <a:lnTo>
                    <a:pt x="1137" y="7426"/>
                  </a:lnTo>
                  <a:lnTo>
                    <a:pt x="0" y="4283"/>
                  </a:lnTo>
                  <a:lnTo>
                    <a:pt x="317" y="1099"/>
                  </a:lnTo>
                  <a:lnTo>
                    <a:pt x="729" y="447"/>
                  </a:lnTo>
                  <a:lnTo>
                    <a:pt x="1302" y="0"/>
                  </a:lnTo>
                  <a:lnTo>
                    <a:pt x="1379" y="699"/>
                  </a:lnTo>
                  <a:lnTo>
                    <a:pt x="569" y="2125"/>
                  </a:lnTo>
                  <a:lnTo>
                    <a:pt x="496" y="3924"/>
                  </a:lnTo>
                  <a:lnTo>
                    <a:pt x="1169" y="592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3739293" y="2301910"/>
              <a:ext cx="1062" cy="3676"/>
            </a:xfrm>
            <a:custGeom>
              <a:avLst/>
              <a:pathLst>
                <a:path w="1062" h="3676">
                  <a:moveTo>
                    <a:pt x="630" y="3278"/>
                  </a:moveTo>
                  <a:lnTo>
                    <a:pt x="239" y="3676"/>
                  </a:lnTo>
                  <a:lnTo>
                    <a:pt x="0" y="1790"/>
                  </a:lnTo>
                  <a:lnTo>
                    <a:pt x="440" y="209"/>
                  </a:lnTo>
                  <a:lnTo>
                    <a:pt x="1062" y="0"/>
                  </a:lnTo>
                  <a:lnTo>
                    <a:pt x="848" y="249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3765390" y="2288760"/>
              <a:ext cx="1574" cy="3744"/>
            </a:xfrm>
            <a:custGeom>
              <a:avLst/>
              <a:pathLst>
                <a:path w="1574" h="3744">
                  <a:moveTo>
                    <a:pt x="1454" y="3433"/>
                  </a:moveTo>
                  <a:lnTo>
                    <a:pt x="1255" y="3744"/>
                  </a:lnTo>
                  <a:lnTo>
                    <a:pt x="500" y="2950"/>
                  </a:lnTo>
                  <a:lnTo>
                    <a:pt x="0" y="1597"/>
                  </a:lnTo>
                  <a:lnTo>
                    <a:pt x="619" y="0"/>
                  </a:lnTo>
                  <a:lnTo>
                    <a:pt x="1195" y="294"/>
                  </a:lnTo>
                  <a:lnTo>
                    <a:pt x="1574" y="198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3697880" y="1997360"/>
              <a:ext cx="462322" cy="436763"/>
            </a:xfrm>
            <a:custGeom>
              <a:avLst/>
              <a:pathLst>
                <a:path w="462322" h="436763">
                  <a:moveTo>
                    <a:pt x="462322" y="186271"/>
                  </a:moveTo>
                  <a:lnTo>
                    <a:pt x="461267" y="185678"/>
                  </a:lnTo>
                  <a:lnTo>
                    <a:pt x="459207" y="185558"/>
                  </a:lnTo>
                  <a:lnTo>
                    <a:pt x="457952" y="185923"/>
                  </a:lnTo>
                  <a:lnTo>
                    <a:pt x="457360" y="186130"/>
                  </a:lnTo>
                  <a:lnTo>
                    <a:pt x="456479" y="187337"/>
                  </a:lnTo>
                  <a:lnTo>
                    <a:pt x="455852" y="188545"/>
                  </a:lnTo>
                  <a:lnTo>
                    <a:pt x="455574" y="190598"/>
                  </a:lnTo>
                  <a:lnTo>
                    <a:pt x="455906" y="192921"/>
                  </a:lnTo>
                  <a:lnTo>
                    <a:pt x="455453" y="197754"/>
                  </a:lnTo>
                  <a:lnTo>
                    <a:pt x="454838" y="199575"/>
                  </a:lnTo>
                  <a:lnTo>
                    <a:pt x="453539" y="202735"/>
                  </a:lnTo>
                  <a:lnTo>
                    <a:pt x="452788" y="203422"/>
                  </a:lnTo>
                  <a:lnTo>
                    <a:pt x="451531" y="203987"/>
                  </a:lnTo>
                  <a:lnTo>
                    <a:pt x="450317" y="204924"/>
                  </a:lnTo>
                  <a:lnTo>
                    <a:pt x="447938" y="205834"/>
                  </a:lnTo>
                  <a:lnTo>
                    <a:pt x="445369" y="206297"/>
                  </a:lnTo>
                  <a:lnTo>
                    <a:pt x="444455" y="206977"/>
                  </a:lnTo>
                  <a:lnTo>
                    <a:pt x="443805" y="209141"/>
                  </a:lnTo>
                  <a:lnTo>
                    <a:pt x="443344" y="210952"/>
                  </a:lnTo>
                  <a:lnTo>
                    <a:pt x="443057" y="212327"/>
                  </a:lnTo>
                  <a:lnTo>
                    <a:pt x="442330" y="216823"/>
                  </a:lnTo>
                  <a:lnTo>
                    <a:pt x="441918" y="220848"/>
                  </a:lnTo>
                  <a:lnTo>
                    <a:pt x="442322" y="225846"/>
                  </a:lnTo>
                  <a:lnTo>
                    <a:pt x="442625" y="231401"/>
                  </a:lnTo>
                  <a:lnTo>
                    <a:pt x="442606" y="233317"/>
                  </a:lnTo>
                  <a:lnTo>
                    <a:pt x="443233" y="236161"/>
                  </a:lnTo>
                  <a:lnTo>
                    <a:pt x="443551" y="237905"/>
                  </a:lnTo>
                  <a:lnTo>
                    <a:pt x="443401" y="240380"/>
                  </a:lnTo>
                  <a:lnTo>
                    <a:pt x="442500" y="242335"/>
                  </a:lnTo>
                  <a:lnTo>
                    <a:pt x="441960" y="244926"/>
                  </a:lnTo>
                  <a:lnTo>
                    <a:pt x="441450" y="246027"/>
                  </a:lnTo>
                  <a:lnTo>
                    <a:pt x="439980" y="246523"/>
                  </a:lnTo>
                  <a:lnTo>
                    <a:pt x="438596" y="246829"/>
                  </a:lnTo>
                  <a:lnTo>
                    <a:pt x="437200" y="249050"/>
                  </a:lnTo>
                  <a:lnTo>
                    <a:pt x="436083" y="250586"/>
                  </a:lnTo>
                  <a:lnTo>
                    <a:pt x="434335" y="252538"/>
                  </a:lnTo>
                  <a:lnTo>
                    <a:pt x="433516" y="252906"/>
                  </a:lnTo>
                  <a:lnTo>
                    <a:pt x="433060" y="251912"/>
                  </a:lnTo>
                  <a:lnTo>
                    <a:pt x="432760" y="249696"/>
                  </a:lnTo>
                  <a:lnTo>
                    <a:pt x="432159" y="248721"/>
                  </a:lnTo>
                  <a:lnTo>
                    <a:pt x="431315" y="248644"/>
                  </a:lnTo>
                  <a:lnTo>
                    <a:pt x="430635" y="248620"/>
                  </a:lnTo>
                  <a:lnTo>
                    <a:pt x="428437" y="248018"/>
                  </a:lnTo>
                  <a:lnTo>
                    <a:pt x="427032" y="248060"/>
                  </a:lnTo>
                  <a:lnTo>
                    <a:pt x="425976" y="248536"/>
                  </a:lnTo>
                  <a:lnTo>
                    <a:pt x="424771" y="248776"/>
                  </a:lnTo>
                  <a:lnTo>
                    <a:pt x="422689" y="247968"/>
                  </a:lnTo>
                  <a:lnTo>
                    <a:pt x="421341" y="247282"/>
                  </a:lnTo>
                  <a:lnTo>
                    <a:pt x="420434" y="246627"/>
                  </a:lnTo>
                  <a:lnTo>
                    <a:pt x="418271" y="244694"/>
                  </a:lnTo>
                  <a:lnTo>
                    <a:pt x="415426" y="242391"/>
                  </a:lnTo>
                  <a:lnTo>
                    <a:pt x="414260" y="241717"/>
                  </a:lnTo>
                  <a:lnTo>
                    <a:pt x="413569" y="242410"/>
                  </a:lnTo>
                  <a:lnTo>
                    <a:pt x="413462" y="243724"/>
                  </a:lnTo>
                  <a:lnTo>
                    <a:pt x="413280" y="246914"/>
                  </a:lnTo>
                  <a:lnTo>
                    <a:pt x="412949" y="248908"/>
                  </a:lnTo>
                  <a:lnTo>
                    <a:pt x="410963" y="259001"/>
                  </a:lnTo>
                  <a:lnTo>
                    <a:pt x="409739" y="266027"/>
                  </a:lnTo>
                  <a:lnTo>
                    <a:pt x="408182" y="272764"/>
                  </a:lnTo>
                  <a:lnTo>
                    <a:pt x="407689" y="277282"/>
                  </a:lnTo>
                  <a:lnTo>
                    <a:pt x="406758" y="283011"/>
                  </a:lnTo>
                  <a:lnTo>
                    <a:pt x="405832" y="287159"/>
                  </a:lnTo>
                  <a:lnTo>
                    <a:pt x="405458" y="289423"/>
                  </a:lnTo>
                  <a:lnTo>
                    <a:pt x="405424" y="290345"/>
                  </a:lnTo>
                  <a:lnTo>
                    <a:pt x="405588" y="291639"/>
                  </a:lnTo>
                  <a:lnTo>
                    <a:pt x="407007" y="293056"/>
                  </a:lnTo>
                  <a:lnTo>
                    <a:pt x="408493" y="293924"/>
                  </a:lnTo>
                  <a:lnTo>
                    <a:pt x="408824" y="294466"/>
                  </a:lnTo>
                  <a:lnTo>
                    <a:pt x="408984" y="295939"/>
                  </a:lnTo>
                  <a:lnTo>
                    <a:pt x="408931" y="298341"/>
                  </a:lnTo>
                  <a:lnTo>
                    <a:pt x="408657" y="300621"/>
                  </a:lnTo>
                  <a:lnTo>
                    <a:pt x="408226" y="302410"/>
                  </a:lnTo>
                  <a:lnTo>
                    <a:pt x="407800" y="303294"/>
                  </a:lnTo>
                  <a:lnTo>
                    <a:pt x="407314" y="303350"/>
                  </a:lnTo>
                  <a:lnTo>
                    <a:pt x="406383" y="302202"/>
                  </a:lnTo>
                  <a:lnTo>
                    <a:pt x="405551" y="300919"/>
                  </a:lnTo>
                  <a:lnTo>
                    <a:pt x="404906" y="300528"/>
                  </a:lnTo>
                  <a:lnTo>
                    <a:pt x="403272" y="301244"/>
                  </a:lnTo>
                  <a:lnTo>
                    <a:pt x="401756" y="302219"/>
                  </a:lnTo>
                  <a:lnTo>
                    <a:pt x="401253" y="302250"/>
                  </a:lnTo>
                  <a:lnTo>
                    <a:pt x="400374" y="301622"/>
                  </a:lnTo>
                  <a:lnTo>
                    <a:pt x="399490" y="300323"/>
                  </a:lnTo>
                  <a:lnTo>
                    <a:pt x="399141" y="297817"/>
                  </a:lnTo>
                  <a:lnTo>
                    <a:pt x="398381" y="296679"/>
                  </a:lnTo>
                  <a:lnTo>
                    <a:pt x="397360" y="297817"/>
                  </a:lnTo>
                  <a:lnTo>
                    <a:pt x="394324" y="299727"/>
                  </a:lnTo>
                  <a:lnTo>
                    <a:pt x="390981" y="302004"/>
                  </a:lnTo>
                  <a:lnTo>
                    <a:pt x="388857" y="303182"/>
                  </a:lnTo>
                  <a:lnTo>
                    <a:pt x="388026" y="302997"/>
                  </a:lnTo>
                  <a:lnTo>
                    <a:pt x="386376" y="303264"/>
                  </a:lnTo>
                  <a:lnTo>
                    <a:pt x="384949" y="303900"/>
                  </a:lnTo>
                  <a:lnTo>
                    <a:pt x="383879" y="304783"/>
                  </a:lnTo>
                  <a:lnTo>
                    <a:pt x="381759" y="305998"/>
                  </a:lnTo>
                  <a:lnTo>
                    <a:pt x="379840" y="306812"/>
                  </a:lnTo>
                  <a:lnTo>
                    <a:pt x="378602" y="308654"/>
                  </a:lnTo>
                  <a:lnTo>
                    <a:pt x="377713" y="310436"/>
                  </a:lnTo>
                  <a:lnTo>
                    <a:pt x="377751" y="311114"/>
                  </a:lnTo>
                  <a:lnTo>
                    <a:pt x="378397" y="312168"/>
                  </a:lnTo>
                  <a:lnTo>
                    <a:pt x="379135" y="312994"/>
                  </a:lnTo>
                  <a:lnTo>
                    <a:pt x="380619" y="312801"/>
                  </a:lnTo>
                  <a:lnTo>
                    <a:pt x="382064" y="312673"/>
                  </a:lnTo>
                  <a:lnTo>
                    <a:pt x="383265" y="313789"/>
                  </a:lnTo>
                  <a:lnTo>
                    <a:pt x="384340" y="314505"/>
                  </a:lnTo>
                  <a:lnTo>
                    <a:pt x="384636" y="315434"/>
                  </a:lnTo>
                  <a:lnTo>
                    <a:pt x="384340" y="316337"/>
                  </a:lnTo>
                  <a:lnTo>
                    <a:pt x="383716" y="316549"/>
                  </a:lnTo>
                  <a:lnTo>
                    <a:pt x="383499" y="317184"/>
                  </a:lnTo>
                  <a:lnTo>
                    <a:pt x="383608" y="318030"/>
                  </a:lnTo>
                  <a:lnTo>
                    <a:pt x="383200" y="320240"/>
                  </a:lnTo>
                  <a:lnTo>
                    <a:pt x="382987" y="323598"/>
                  </a:lnTo>
                  <a:lnTo>
                    <a:pt x="383197" y="326903"/>
                  </a:lnTo>
                  <a:lnTo>
                    <a:pt x="383316" y="329953"/>
                  </a:lnTo>
                  <a:lnTo>
                    <a:pt x="383244" y="331490"/>
                  </a:lnTo>
                  <a:lnTo>
                    <a:pt x="383202" y="333677"/>
                  </a:lnTo>
                  <a:lnTo>
                    <a:pt x="383662" y="335157"/>
                  </a:lnTo>
                  <a:lnTo>
                    <a:pt x="384068" y="337977"/>
                  </a:lnTo>
                  <a:lnTo>
                    <a:pt x="384800" y="339740"/>
                  </a:lnTo>
                  <a:lnTo>
                    <a:pt x="385907" y="345856"/>
                  </a:lnTo>
                  <a:lnTo>
                    <a:pt x="386557" y="349430"/>
                  </a:lnTo>
                  <a:lnTo>
                    <a:pt x="387160" y="353481"/>
                  </a:lnTo>
                  <a:lnTo>
                    <a:pt x="386724" y="355670"/>
                  </a:lnTo>
                  <a:lnTo>
                    <a:pt x="386750" y="356938"/>
                  </a:lnTo>
                  <a:lnTo>
                    <a:pt x="387455" y="357996"/>
                  </a:lnTo>
                  <a:lnTo>
                    <a:pt x="387764" y="360062"/>
                  </a:lnTo>
                  <a:lnTo>
                    <a:pt x="388090" y="361326"/>
                  </a:lnTo>
                  <a:lnTo>
                    <a:pt x="387999" y="362586"/>
                  </a:lnTo>
                  <a:lnTo>
                    <a:pt x="387697" y="363072"/>
                  </a:lnTo>
                  <a:lnTo>
                    <a:pt x="386174" y="362310"/>
                  </a:lnTo>
                  <a:lnTo>
                    <a:pt x="384925" y="363565"/>
                  </a:lnTo>
                  <a:lnTo>
                    <a:pt x="383599" y="364826"/>
                  </a:lnTo>
                  <a:lnTo>
                    <a:pt x="383420" y="365497"/>
                  </a:lnTo>
                  <a:lnTo>
                    <a:pt x="383384" y="366230"/>
                  </a:lnTo>
                  <a:lnTo>
                    <a:pt x="383521" y="366875"/>
                  </a:lnTo>
                  <a:lnTo>
                    <a:pt x="384285" y="368005"/>
                  </a:lnTo>
                  <a:lnTo>
                    <a:pt x="385342" y="368709"/>
                  </a:lnTo>
                  <a:lnTo>
                    <a:pt x="385288" y="369839"/>
                  </a:lnTo>
                  <a:lnTo>
                    <a:pt x="383982" y="370362"/>
                  </a:lnTo>
                  <a:lnTo>
                    <a:pt x="382010" y="372091"/>
                  </a:lnTo>
                  <a:lnTo>
                    <a:pt x="381464" y="373946"/>
                  </a:lnTo>
                  <a:lnTo>
                    <a:pt x="381042" y="375984"/>
                  </a:lnTo>
                  <a:lnTo>
                    <a:pt x="381006" y="377165"/>
                  </a:lnTo>
                  <a:lnTo>
                    <a:pt x="381204" y="380332"/>
                  </a:lnTo>
                  <a:lnTo>
                    <a:pt x="381504" y="383847"/>
                  </a:lnTo>
                  <a:lnTo>
                    <a:pt x="382064" y="387548"/>
                  </a:lnTo>
                  <a:lnTo>
                    <a:pt x="382109" y="388693"/>
                  </a:lnTo>
                  <a:lnTo>
                    <a:pt x="381813" y="389509"/>
                  </a:lnTo>
                  <a:lnTo>
                    <a:pt x="381545" y="390034"/>
                  </a:lnTo>
                  <a:lnTo>
                    <a:pt x="379977" y="386697"/>
                  </a:lnTo>
                  <a:lnTo>
                    <a:pt x="378272" y="383442"/>
                  </a:lnTo>
                  <a:lnTo>
                    <a:pt x="376935" y="382693"/>
                  </a:lnTo>
                  <a:lnTo>
                    <a:pt x="374608" y="382156"/>
                  </a:lnTo>
                  <a:lnTo>
                    <a:pt x="373378" y="382129"/>
                  </a:lnTo>
                  <a:lnTo>
                    <a:pt x="372675" y="381362"/>
                  </a:lnTo>
                  <a:lnTo>
                    <a:pt x="371988" y="379480"/>
                  </a:lnTo>
                  <a:lnTo>
                    <a:pt x="371168" y="377777"/>
                  </a:lnTo>
                  <a:lnTo>
                    <a:pt x="370118" y="375969"/>
                  </a:lnTo>
                  <a:lnTo>
                    <a:pt x="369684" y="373221"/>
                  </a:lnTo>
                  <a:lnTo>
                    <a:pt x="369250" y="372727"/>
                  </a:lnTo>
                  <a:lnTo>
                    <a:pt x="368492" y="373079"/>
                  </a:lnTo>
                  <a:lnTo>
                    <a:pt x="367221" y="372994"/>
                  </a:lnTo>
                  <a:lnTo>
                    <a:pt x="366508" y="372752"/>
                  </a:lnTo>
                  <a:lnTo>
                    <a:pt x="365445" y="372281"/>
                  </a:lnTo>
                  <a:lnTo>
                    <a:pt x="363750" y="371162"/>
                  </a:lnTo>
                  <a:lnTo>
                    <a:pt x="362409" y="370100"/>
                  </a:lnTo>
                  <a:lnTo>
                    <a:pt x="360726" y="369898"/>
                  </a:lnTo>
                  <a:lnTo>
                    <a:pt x="359750" y="370109"/>
                  </a:lnTo>
                  <a:lnTo>
                    <a:pt x="356719" y="370310"/>
                  </a:lnTo>
                  <a:lnTo>
                    <a:pt x="354204" y="369197"/>
                  </a:lnTo>
                  <a:lnTo>
                    <a:pt x="352170" y="368989"/>
                  </a:lnTo>
                  <a:lnTo>
                    <a:pt x="350918" y="369054"/>
                  </a:lnTo>
                  <a:lnTo>
                    <a:pt x="350316" y="368915"/>
                  </a:lnTo>
                  <a:lnTo>
                    <a:pt x="349286" y="368924"/>
                  </a:lnTo>
                  <a:lnTo>
                    <a:pt x="347776" y="368682"/>
                  </a:lnTo>
                  <a:lnTo>
                    <a:pt x="345752" y="366967"/>
                  </a:lnTo>
                  <a:lnTo>
                    <a:pt x="344966" y="366881"/>
                  </a:lnTo>
                  <a:lnTo>
                    <a:pt x="344466" y="366943"/>
                  </a:lnTo>
                  <a:lnTo>
                    <a:pt x="341087" y="368204"/>
                  </a:lnTo>
                  <a:lnTo>
                    <a:pt x="339528" y="368497"/>
                  </a:lnTo>
                  <a:lnTo>
                    <a:pt x="336223" y="368354"/>
                  </a:lnTo>
                  <a:lnTo>
                    <a:pt x="332976" y="368213"/>
                  </a:lnTo>
                  <a:lnTo>
                    <a:pt x="331933" y="367947"/>
                  </a:lnTo>
                  <a:lnTo>
                    <a:pt x="331356" y="368083"/>
                  </a:lnTo>
                  <a:lnTo>
                    <a:pt x="330132" y="371110"/>
                  </a:lnTo>
                  <a:lnTo>
                    <a:pt x="329608" y="371579"/>
                  </a:lnTo>
                  <a:lnTo>
                    <a:pt x="326549" y="370918"/>
                  </a:lnTo>
                  <a:lnTo>
                    <a:pt x="322931" y="368925"/>
                  </a:lnTo>
                  <a:lnTo>
                    <a:pt x="320319" y="366745"/>
                  </a:lnTo>
                  <a:lnTo>
                    <a:pt x="318101" y="364440"/>
                  </a:lnTo>
                  <a:lnTo>
                    <a:pt x="315167" y="360798"/>
                  </a:lnTo>
                  <a:lnTo>
                    <a:pt x="313409" y="358997"/>
                  </a:lnTo>
                  <a:lnTo>
                    <a:pt x="313156" y="360035"/>
                  </a:lnTo>
                  <a:lnTo>
                    <a:pt x="312692" y="360365"/>
                  </a:lnTo>
                  <a:lnTo>
                    <a:pt x="312014" y="360527"/>
                  </a:lnTo>
                  <a:lnTo>
                    <a:pt x="310458" y="360338"/>
                  </a:lnTo>
                  <a:lnTo>
                    <a:pt x="309741" y="362183"/>
                  </a:lnTo>
                  <a:lnTo>
                    <a:pt x="307839" y="363503"/>
                  </a:lnTo>
                  <a:lnTo>
                    <a:pt x="306629" y="364685"/>
                  </a:lnTo>
                  <a:lnTo>
                    <a:pt x="305996" y="366018"/>
                  </a:lnTo>
                  <a:lnTo>
                    <a:pt x="304792" y="374876"/>
                  </a:lnTo>
                  <a:lnTo>
                    <a:pt x="304470" y="378112"/>
                  </a:lnTo>
                  <a:lnTo>
                    <a:pt x="305277" y="383563"/>
                  </a:lnTo>
                  <a:lnTo>
                    <a:pt x="304353" y="383245"/>
                  </a:lnTo>
                  <a:lnTo>
                    <a:pt x="303268" y="381850"/>
                  </a:lnTo>
                  <a:lnTo>
                    <a:pt x="302892" y="380754"/>
                  </a:lnTo>
                  <a:lnTo>
                    <a:pt x="301846" y="380081"/>
                  </a:lnTo>
                  <a:lnTo>
                    <a:pt x="298034" y="379068"/>
                  </a:lnTo>
                  <a:lnTo>
                    <a:pt x="297322" y="377818"/>
                  </a:lnTo>
                  <a:lnTo>
                    <a:pt x="296874" y="376800"/>
                  </a:lnTo>
                  <a:lnTo>
                    <a:pt x="295888" y="376135"/>
                  </a:lnTo>
                  <a:lnTo>
                    <a:pt x="294492" y="375623"/>
                  </a:lnTo>
                  <a:lnTo>
                    <a:pt x="291455" y="373261"/>
                  </a:lnTo>
                  <a:lnTo>
                    <a:pt x="290161" y="373172"/>
                  </a:lnTo>
                  <a:lnTo>
                    <a:pt x="286244" y="371355"/>
                  </a:lnTo>
                  <a:lnTo>
                    <a:pt x="285605" y="371375"/>
                  </a:lnTo>
                  <a:lnTo>
                    <a:pt x="285312" y="371452"/>
                  </a:lnTo>
                  <a:lnTo>
                    <a:pt x="283791" y="372641"/>
                  </a:lnTo>
                  <a:lnTo>
                    <a:pt x="282808" y="372987"/>
                  </a:lnTo>
                  <a:lnTo>
                    <a:pt x="281761" y="372508"/>
                  </a:lnTo>
                  <a:lnTo>
                    <a:pt x="279883" y="373974"/>
                  </a:lnTo>
                  <a:lnTo>
                    <a:pt x="278869" y="375927"/>
                  </a:lnTo>
                  <a:lnTo>
                    <a:pt x="278031" y="378318"/>
                  </a:lnTo>
                  <a:lnTo>
                    <a:pt x="277227" y="379827"/>
                  </a:lnTo>
                  <a:lnTo>
                    <a:pt x="276991" y="382084"/>
                  </a:lnTo>
                  <a:lnTo>
                    <a:pt x="276427" y="383257"/>
                  </a:lnTo>
                  <a:lnTo>
                    <a:pt x="275752" y="385603"/>
                  </a:lnTo>
                  <a:lnTo>
                    <a:pt x="275752" y="386971"/>
                  </a:lnTo>
                  <a:lnTo>
                    <a:pt x="276364" y="388301"/>
                  </a:lnTo>
                  <a:lnTo>
                    <a:pt x="275383" y="389526"/>
                  </a:lnTo>
                  <a:lnTo>
                    <a:pt x="274295" y="389911"/>
                  </a:lnTo>
                  <a:lnTo>
                    <a:pt x="273735" y="390666"/>
                  </a:lnTo>
                  <a:lnTo>
                    <a:pt x="273136" y="392474"/>
                  </a:lnTo>
                  <a:lnTo>
                    <a:pt x="272577" y="394032"/>
                  </a:lnTo>
                  <a:lnTo>
                    <a:pt x="272248" y="394585"/>
                  </a:lnTo>
                  <a:lnTo>
                    <a:pt x="271746" y="394484"/>
                  </a:lnTo>
                  <a:lnTo>
                    <a:pt x="271166" y="393277"/>
                  </a:lnTo>
                  <a:lnTo>
                    <a:pt x="270337" y="393328"/>
                  </a:lnTo>
                  <a:lnTo>
                    <a:pt x="269348" y="394823"/>
                  </a:lnTo>
                  <a:lnTo>
                    <a:pt x="268178" y="397245"/>
                  </a:lnTo>
                  <a:lnTo>
                    <a:pt x="266699" y="400953"/>
                  </a:lnTo>
                  <a:lnTo>
                    <a:pt x="265158" y="402917"/>
                  </a:lnTo>
                  <a:lnTo>
                    <a:pt x="263207" y="404593"/>
                  </a:lnTo>
                  <a:lnTo>
                    <a:pt x="261796" y="405338"/>
                  </a:lnTo>
                  <a:lnTo>
                    <a:pt x="260675" y="406610"/>
                  </a:lnTo>
                  <a:lnTo>
                    <a:pt x="258811" y="409186"/>
                  </a:lnTo>
                  <a:lnTo>
                    <a:pt x="258440" y="410702"/>
                  </a:lnTo>
                  <a:lnTo>
                    <a:pt x="257089" y="411598"/>
                  </a:lnTo>
                  <a:lnTo>
                    <a:pt x="256002" y="412633"/>
                  </a:lnTo>
                  <a:lnTo>
                    <a:pt x="254995" y="414356"/>
                  </a:lnTo>
                  <a:lnTo>
                    <a:pt x="254751" y="417394"/>
                  </a:lnTo>
                  <a:lnTo>
                    <a:pt x="254109" y="419140"/>
                  </a:lnTo>
                  <a:lnTo>
                    <a:pt x="252567" y="421539"/>
                  </a:lnTo>
                  <a:lnTo>
                    <a:pt x="251272" y="423961"/>
                  </a:lnTo>
                  <a:lnTo>
                    <a:pt x="250428" y="426335"/>
                  </a:lnTo>
                  <a:lnTo>
                    <a:pt x="249535" y="428855"/>
                  </a:lnTo>
                  <a:lnTo>
                    <a:pt x="249253" y="430243"/>
                  </a:lnTo>
                  <a:lnTo>
                    <a:pt x="249222" y="432138"/>
                  </a:lnTo>
                  <a:lnTo>
                    <a:pt x="249643" y="433730"/>
                  </a:lnTo>
                  <a:lnTo>
                    <a:pt x="249723" y="435246"/>
                  </a:lnTo>
                  <a:lnTo>
                    <a:pt x="249405" y="436349"/>
                  </a:lnTo>
                  <a:lnTo>
                    <a:pt x="248531" y="436763"/>
                  </a:lnTo>
                  <a:lnTo>
                    <a:pt x="247615" y="436444"/>
                  </a:lnTo>
                  <a:lnTo>
                    <a:pt x="246217" y="435360"/>
                  </a:lnTo>
                  <a:lnTo>
                    <a:pt x="244722" y="433420"/>
                  </a:lnTo>
                  <a:lnTo>
                    <a:pt x="244177" y="432466"/>
                  </a:lnTo>
                  <a:lnTo>
                    <a:pt x="243443" y="430834"/>
                  </a:lnTo>
                  <a:lnTo>
                    <a:pt x="243550" y="429318"/>
                  </a:lnTo>
                  <a:lnTo>
                    <a:pt x="243928" y="426373"/>
                  </a:lnTo>
                  <a:lnTo>
                    <a:pt x="244186" y="424353"/>
                  </a:lnTo>
                  <a:lnTo>
                    <a:pt x="243576" y="423388"/>
                  </a:lnTo>
                  <a:lnTo>
                    <a:pt x="243126" y="422355"/>
                  </a:lnTo>
                  <a:lnTo>
                    <a:pt x="242804" y="421356"/>
                  </a:lnTo>
                  <a:lnTo>
                    <a:pt x="242172" y="419390"/>
                  </a:lnTo>
                  <a:lnTo>
                    <a:pt x="241377" y="419872"/>
                  </a:lnTo>
                  <a:lnTo>
                    <a:pt x="240689" y="420355"/>
                  </a:lnTo>
                  <a:lnTo>
                    <a:pt x="239894" y="419665"/>
                  </a:lnTo>
                  <a:lnTo>
                    <a:pt x="237543" y="419964"/>
                  </a:lnTo>
                  <a:lnTo>
                    <a:pt x="235766" y="420189"/>
                  </a:lnTo>
                  <a:lnTo>
                    <a:pt x="234102" y="420401"/>
                  </a:lnTo>
                  <a:lnTo>
                    <a:pt x="231986" y="420668"/>
                  </a:lnTo>
                  <a:lnTo>
                    <a:pt x="229437" y="420991"/>
                  </a:lnTo>
                  <a:lnTo>
                    <a:pt x="228706" y="420557"/>
                  </a:lnTo>
                  <a:lnTo>
                    <a:pt x="228250" y="419905"/>
                  </a:lnTo>
                  <a:lnTo>
                    <a:pt x="227784" y="417198"/>
                  </a:lnTo>
                  <a:lnTo>
                    <a:pt x="227519" y="414897"/>
                  </a:lnTo>
                  <a:lnTo>
                    <a:pt x="227023" y="410591"/>
                  </a:lnTo>
                  <a:lnTo>
                    <a:pt x="226693" y="407263"/>
                  </a:lnTo>
                  <a:lnTo>
                    <a:pt x="226299" y="403295"/>
                  </a:lnTo>
                  <a:lnTo>
                    <a:pt x="226040" y="398917"/>
                  </a:lnTo>
                  <a:lnTo>
                    <a:pt x="225853" y="395801"/>
                  </a:lnTo>
                  <a:lnTo>
                    <a:pt x="223925" y="395698"/>
                  </a:lnTo>
                  <a:lnTo>
                    <a:pt x="222385" y="395616"/>
                  </a:lnTo>
                  <a:lnTo>
                    <a:pt x="220300" y="395505"/>
                  </a:lnTo>
                  <a:lnTo>
                    <a:pt x="220319" y="393026"/>
                  </a:lnTo>
                  <a:lnTo>
                    <a:pt x="220341" y="389903"/>
                  </a:lnTo>
                  <a:lnTo>
                    <a:pt x="220367" y="386348"/>
                  </a:lnTo>
                  <a:lnTo>
                    <a:pt x="220757" y="381680"/>
                  </a:lnTo>
                  <a:lnTo>
                    <a:pt x="220903" y="377767"/>
                  </a:lnTo>
                  <a:lnTo>
                    <a:pt x="221083" y="372996"/>
                  </a:lnTo>
                  <a:lnTo>
                    <a:pt x="221200" y="369842"/>
                  </a:lnTo>
                  <a:lnTo>
                    <a:pt x="221330" y="366372"/>
                  </a:lnTo>
                  <a:lnTo>
                    <a:pt x="220255" y="367442"/>
                  </a:lnTo>
                  <a:lnTo>
                    <a:pt x="219068" y="368627"/>
                  </a:lnTo>
                  <a:lnTo>
                    <a:pt x="217954" y="369736"/>
                  </a:lnTo>
                  <a:lnTo>
                    <a:pt x="217189" y="366924"/>
                  </a:lnTo>
                  <a:lnTo>
                    <a:pt x="216446" y="364192"/>
                  </a:lnTo>
                  <a:lnTo>
                    <a:pt x="215316" y="360038"/>
                  </a:lnTo>
                  <a:lnTo>
                    <a:pt x="214470" y="356924"/>
                  </a:lnTo>
                  <a:lnTo>
                    <a:pt x="212997" y="355107"/>
                  </a:lnTo>
                  <a:lnTo>
                    <a:pt x="211907" y="353763"/>
                  </a:lnTo>
                  <a:lnTo>
                    <a:pt x="210776" y="351497"/>
                  </a:lnTo>
                  <a:lnTo>
                    <a:pt x="209799" y="349149"/>
                  </a:lnTo>
                  <a:lnTo>
                    <a:pt x="208871" y="346921"/>
                  </a:lnTo>
                  <a:lnTo>
                    <a:pt x="207762" y="344982"/>
                  </a:lnTo>
                  <a:lnTo>
                    <a:pt x="206699" y="345595"/>
                  </a:lnTo>
                  <a:lnTo>
                    <a:pt x="205498" y="346805"/>
                  </a:lnTo>
                  <a:lnTo>
                    <a:pt x="204340" y="347973"/>
                  </a:lnTo>
                  <a:lnTo>
                    <a:pt x="203114" y="349209"/>
                  </a:lnTo>
                  <a:lnTo>
                    <a:pt x="202513" y="349814"/>
                  </a:lnTo>
                  <a:lnTo>
                    <a:pt x="201093" y="349584"/>
                  </a:lnTo>
                  <a:lnTo>
                    <a:pt x="199851" y="349384"/>
                  </a:lnTo>
                  <a:lnTo>
                    <a:pt x="197631" y="349026"/>
                  </a:lnTo>
                  <a:lnTo>
                    <a:pt x="195756" y="348721"/>
                  </a:lnTo>
                  <a:lnTo>
                    <a:pt x="193843" y="348411"/>
                  </a:lnTo>
                  <a:lnTo>
                    <a:pt x="191176" y="347980"/>
                  </a:lnTo>
                  <a:lnTo>
                    <a:pt x="188476" y="347544"/>
                  </a:lnTo>
                  <a:lnTo>
                    <a:pt x="186666" y="348120"/>
                  </a:lnTo>
                  <a:lnTo>
                    <a:pt x="184378" y="348847"/>
                  </a:lnTo>
                  <a:lnTo>
                    <a:pt x="181974" y="349612"/>
                  </a:lnTo>
                  <a:lnTo>
                    <a:pt x="179986" y="350244"/>
                  </a:lnTo>
                  <a:lnTo>
                    <a:pt x="177471" y="351043"/>
                  </a:lnTo>
                  <a:lnTo>
                    <a:pt x="175587" y="351640"/>
                  </a:lnTo>
                  <a:lnTo>
                    <a:pt x="174658" y="351558"/>
                  </a:lnTo>
                  <a:lnTo>
                    <a:pt x="173493" y="349043"/>
                  </a:lnTo>
                  <a:lnTo>
                    <a:pt x="171627" y="345015"/>
                  </a:lnTo>
                  <a:lnTo>
                    <a:pt x="170495" y="342574"/>
                  </a:lnTo>
                  <a:lnTo>
                    <a:pt x="169385" y="340180"/>
                  </a:lnTo>
                  <a:lnTo>
                    <a:pt x="167786" y="336730"/>
                  </a:lnTo>
                  <a:lnTo>
                    <a:pt x="166497" y="334120"/>
                  </a:lnTo>
                  <a:lnTo>
                    <a:pt x="165239" y="331569"/>
                  </a:lnTo>
                  <a:lnTo>
                    <a:pt x="164516" y="329216"/>
                  </a:lnTo>
                  <a:lnTo>
                    <a:pt x="164156" y="326257"/>
                  </a:lnTo>
                  <a:lnTo>
                    <a:pt x="163504" y="324915"/>
                  </a:lnTo>
                  <a:lnTo>
                    <a:pt x="162042" y="323104"/>
                  </a:lnTo>
                  <a:lnTo>
                    <a:pt x="160474" y="321161"/>
                  </a:lnTo>
                  <a:lnTo>
                    <a:pt x="158905" y="319217"/>
                  </a:lnTo>
                  <a:lnTo>
                    <a:pt x="157336" y="317272"/>
                  </a:lnTo>
                  <a:lnTo>
                    <a:pt x="155768" y="315329"/>
                  </a:lnTo>
                  <a:lnTo>
                    <a:pt x="154199" y="313385"/>
                  </a:lnTo>
                  <a:lnTo>
                    <a:pt x="152629" y="311442"/>
                  </a:lnTo>
                  <a:lnTo>
                    <a:pt x="151061" y="309497"/>
                  </a:lnTo>
                  <a:lnTo>
                    <a:pt x="149492" y="307555"/>
                  </a:lnTo>
                  <a:lnTo>
                    <a:pt x="147924" y="305611"/>
                  </a:lnTo>
                  <a:lnTo>
                    <a:pt x="146356" y="303668"/>
                  </a:lnTo>
                  <a:lnTo>
                    <a:pt x="144786" y="301724"/>
                  </a:lnTo>
                  <a:lnTo>
                    <a:pt x="143218" y="299779"/>
                  </a:lnTo>
                  <a:lnTo>
                    <a:pt x="141650" y="297836"/>
                  </a:lnTo>
                  <a:lnTo>
                    <a:pt x="140080" y="295892"/>
                  </a:lnTo>
                  <a:lnTo>
                    <a:pt x="138512" y="293947"/>
                  </a:lnTo>
                  <a:lnTo>
                    <a:pt x="136944" y="292004"/>
                  </a:lnTo>
                  <a:lnTo>
                    <a:pt x="135653" y="290592"/>
                  </a:lnTo>
                  <a:lnTo>
                    <a:pt x="134451" y="290959"/>
                  </a:lnTo>
                  <a:lnTo>
                    <a:pt x="132653" y="291949"/>
                  </a:lnTo>
                  <a:lnTo>
                    <a:pt x="130769" y="292985"/>
                  </a:lnTo>
                  <a:lnTo>
                    <a:pt x="128905" y="294010"/>
                  </a:lnTo>
                  <a:lnTo>
                    <a:pt x="125563" y="295849"/>
                  </a:lnTo>
                  <a:lnTo>
                    <a:pt x="123413" y="297031"/>
                  </a:lnTo>
                  <a:lnTo>
                    <a:pt x="121731" y="298029"/>
                  </a:lnTo>
                  <a:lnTo>
                    <a:pt x="119941" y="299091"/>
                  </a:lnTo>
                  <a:lnTo>
                    <a:pt x="117595" y="300483"/>
                  </a:lnTo>
                  <a:lnTo>
                    <a:pt x="115629" y="301652"/>
                  </a:lnTo>
                  <a:lnTo>
                    <a:pt x="113322" y="303020"/>
                  </a:lnTo>
                  <a:lnTo>
                    <a:pt x="111283" y="304231"/>
                  </a:lnTo>
                  <a:lnTo>
                    <a:pt x="109565" y="305249"/>
                  </a:lnTo>
                  <a:lnTo>
                    <a:pt x="107778" y="306311"/>
                  </a:lnTo>
                  <a:lnTo>
                    <a:pt x="106360" y="307152"/>
                  </a:lnTo>
                  <a:lnTo>
                    <a:pt x="106362" y="313935"/>
                  </a:lnTo>
                  <a:lnTo>
                    <a:pt x="106364" y="320718"/>
                  </a:lnTo>
                  <a:lnTo>
                    <a:pt x="106365" y="327500"/>
                  </a:lnTo>
                  <a:lnTo>
                    <a:pt x="106366" y="334283"/>
                  </a:lnTo>
                  <a:lnTo>
                    <a:pt x="106367" y="341066"/>
                  </a:lnTo>
                  <a:lnTo>
                    <a:pt x="106368" y="347850"/>
                  </a:lnTo>
                  <a:lnTo>
                    <a:pt x="106369" y="354633"/>
                  </a:lnTo>
                  <a:lnTo>
                    <a:pt x="106370" y="361414"/>
                  </a:lnTo>
                  <a:lnTo>
                    <a:pt x="106371" y="368197"/>
                  </a:lnTo>
                  <a:lnTo>
                    <a:pt x="106373" y="374979"/>
                  </a:lnTo>
                  <a:lnTo>
                    <a:pt x="106374" y="381762"/>
                  </a:lnTo>
                  <a:lnTo>
                    <a:pt x="106375" y="388545"/>
                  </a:lnTo>
                  <a:lnTo>
                    <a:pt x="106376" y="395328"/>
                  </a:lnTo>
                  <a:lnTo>
                    <a:pt x="106377" y="402110"/>
                  </a:lnTo>
                  <a:lnTo>
                    <a:pt x="106379" y="408894"/>
                  </a:lnTo>
                  <a:lnTo>
                    <a:pt x="106380" y="415677"/>
                  </a:lnTo>
                  <a:lnTo>
                    <a:pt x="105898" y="415621"/>
                  </a:lnTo>
                  <a:lnTo>
                    <a:pt x="104809" y="416015"/>
                  </a:lnTo>
                  <a:lnTo>
                    <a:pt x="102987" y="416960"/>
                  </a:lnTo>
                  <a:lnTo>
                    <a:pt x="101472" y="417435"/>
                  </a:lnTo>
                  <a:lnTo>
                    <a:pt x="100811" y="417153"/>
                  </a:lnTo>
                  <a:lnTo>
                    <a:pt x="100214" y="416443"/>
                  </a:lnTo>
                  <a:lnTo>
                    <a:pt x="99691" y="414947"/>
                  </a:lnTo>
                  <a:lnTo>
                    <a:pt x="98912" y="413131"/>
                  </a:lnTo>
                  <a:lnTo>
                    <a:pt x="98115" y="411662"/>
                  </a:lnTo>
                  <a:lnTo>
                    <a:pt x="97124" y="408643"/>
                  </a:lnTo>
                  <a:lnTo>
                    <a:pt x="96438" y="406325"/>
                  </a:lnTo>
                  <a:lnTo>
                    <a:pt x="94740" y="401263"/>
                  </a:lnTo>
                  <a:lnTo>
                    <a:pt x="94505" y="399668"/>
                  </a:lnTo>
                  <a:lnTo>
                    <a:pt x="94188" y="398040"/>
                  </a:lnTo>
                  <a:lnTo>
                    <a:pt x="93621" y="396678"/>
                  </a:lnTo>
                  <a:lnTo>
                    <a:pt x="91624" y="393338"/>
                  </a:lnTo>
                  <a:lnTo>
                    <a:pt x="89295" y="390325"/>
                  </a:lnTo>
                  <a:lnTo>
                    <a:pt x="87013" y="387376"/>
                  </a:lnTo>
                  <a:lnTo>
                    <a:pt x="86366" y="386661"/>
                  </a:lnTo>
                  <a:lnTo>
                    <a:pt x="85300" y="385744"/>
                  </a:lnTo>
                  <a:lnTo>
                    <a:pt x="83984" y="385724"/>
                  </a:lnTo>
                  <a:lnTo>
                    <a:pt x="83090" y="385904"/>
                  </a:lnTo>
                  <a:lnTo>
                    <a:pt x="80353" y="386877"/>
                  </a:lnTo>
                  <a:lnTo>
                    <a:pt x="78257" y="388018"/>
                  </a:lnTo>
                  <a:lnTo>
                    <a:pt x="75410" y="389566"/>
                  </a:lnTo>
                  <a:lnTo>
                    <a:pt x="73204" y="391283"/>
                  </a:lnTo>
                  <a:lnTo>
                    <a:pt x="72712" y="391787"/>
                  </a:lnTo>
                  <a:lnTo>
                    <a:pt x="71100" y="393859"/>
                  </a:lnTo>
                  <a:lnTo>
                    <a:pt x="69128" y="397293"/>
                  </a:lnTo>
                  <a:lnTo>
                    <a:pt x="66823" y="402139"/>
                  </a:lnTo>
                  <a:lnTo>
                    <a:pt x="66524" y="399021"/>
                  </a:lnTo>
                  <a:lnTo>
                    <a:pt x="66422" y="394221"/>
                  </a:lnTo>
                  <a:lnTo>
                    <a:pt x="66462" y="392676"/>
                  </a:lnTo>
                  <a:lnTo>
                    <a:pt x="67088" y="388642"/>
                  </a:lnTo>
                  <a:lnTo>
                    <a:pt x="67724" y="385873"/>
                  </a:lnTo>
                  <a:lnTo>
                    <a:pt x="68236" y="382996"/>
                  </a:lnTo>
                  <a:lnTo>
                    <a:pt x="68465" y="379230"/>
                  </a:lnTo>
                  <a:lnTo>
                    <a:pt x="67989" y="373187"/>
                  </a:lnTo>
                  <a:lnTo>
                    <a:pt x="67460" y="371849"/>
                  </a:lnTo>
                  <a:lnTo>
                    <a:pt x="66824" y="371411"/>
                  </a:lnTo>
                  <a:lnTo>
                    <a:pt x="66146" y="371287"/>
                  </a:lnTo>
                  <a:lnTo>
                    <a:pt x="64899" y="371533"/>
                  </a:lnTo>
                  <a:lnTo>
                    <a:pt x="64315" y="372016"/>
                  </a:lnTo>
                  <a:lnTo>
                    <a:pt x="63301" y="369979"/>
                  </a:lnTo>
                  <a:lnTo>
                    <a:pt x="62073" y="369653"/>
                  </a:lnTo>
                  <a:lnTo>
                    <a:pt x="61425" y="370221"/>
                  </a:lnTo>
                  <a:lnTo>
                    <a:pt x="60769" y="370515"/>
                  </a:lnTo>
                  <a:lnTo>
                    <a:pt x="60059" y="369953"/>
                  </a:lnTo>
                  <a:lnTo>
                    <a:pt x="59445" y="368746"/>
                  </a:lnTo>
                  <a:lnTo>
                    <a:pt x="59069" y="367447"/>
                  </a:lnTo>
                  <a:lnTo>
                    <a:pt x="58775" y="365972"/>
                  </a:lnTo>
                  <a:lnTo>
                    <a:pt x="57813" y="363026"/>
                  </a:lnTo>
                  <a:lnTo>
                    <a:pt x="56854" y="361418"/>
                  </a:lnTo>
                  <a:lnTo>
                    <a:pt x="55697" y="361062"/>
                  </a:lnTo>
                  <a:lnTo>
                    <a:pt x="53809" y="361154"/>
                  </a:lnTo>
                  <a:lnTo>
                    <a:pt x="53214" y="360955"/>
                  </a:lnTo>
                  <a:lnTo>
                    <a:pt x="53179" y="359283"/>
                  </a:lnTo>
                  <a:lnTo>
                    <a:pt x="53418" y="355591"/>
                  </a:lnTo>
                  <a:lnTo>
                    <a:pt x="53423" y="353665"/>
                  </a:lnTo>
                  <a:lnTo>
                    <a:pt x="53286" y="351847"/>
                  </a:lnTo>
                  <a:lnTo>
                    <a:pt x="52972" y="350353"/>
                  </a:lnTo>
                  <a:lnTo>
                    <a:pt x="52573" y="349059"/>
                  </a:lnTo>
                  <a:lnTo>
                    <a:pt x="51445" y="346930"/>
                  </a:lnTo>
                  <a:lnTo>
                    <a:pt x="50596" y="343934"/>
                  </a:lnTo>
                  <a:lnTo>
                    <a:pt x="49176" y="337776"/>
                  </a:lnTo>
                  <a:lnTo>
                    <a:pt x="47938" y="330855"/>
                  </a:lnTo>
                  <a:lnTo>
                    <a:pt x="47391" y="329813"/>
                  </a:lnTo>
                  <a:lnTo>
                    <a:pt x="46282" y="328718"/>
                  </a:lnTo>
                  <a:lnTo>
                    <a:pt x="43861" y="327841"/>
                  </a:lnTo>
                  <a:lnTo>
                    <a:pt x="42264" y="326933"/>
                  </a:lnTo>
                  <a:lnTo>
                    <a:pt x="41633" y="326058"/>
                  </a:lnTo>
                  <a:lnTo>
                    <a:pt x="41372" y="324540"/>
                  </a:lnTo>
                  <a:lnTo>
                    <a:pt x="41376" y="322914"/>
                  </a:lnTo>
                  <a:lnTo>
                    <a:pt x="41508" y="320992"/>
                  </a:lnTo>
                  <a:lnTo>
                    <a:pt x="41882" y="319367"/>
                  </a:lnTo>
                  <a:lnTo>
                    <a:pt x="43154" y="318112"/>
                  </a:lnTo>
                  <a:lnTo>
                    <a:pt x="45913" y="317836"/>
                  </a:lnTo>
                  <a:lnTo>
                    <a:pt x="48273" y="317972"/>
                  </a:lnTo>
                  <a:lnTo>
                    <a:pt x="50414" y="320876"/>
                  </a:lnTo>
                  <a:lnTo>
                    <a:pt x="51117" y="321546"/>
                  </a:lnTo>
                  <a:lnTo>
                    <a:pt x="51871" y="321736"/>
                  </a:lnTo>
                  <a:lnTo>
                    <a:pt x="53388" y="320819"/>
                  </a:lnTo>
                  <a:lnTo>
                    <a:pt x="54136" y="320559"/>
                  </a:lnTo>
                  <a:lnTo>
                    <a:pt x="56032" y="320861"/>
                  </a:lnTo>
                  <a:lnTo>
                    <a:pt x="55466" y="319485"/>
                  </a:lnTo>
                  <a:lnTo>
                    <a:pt x="54754" y="318764"/>
                  </a:lnTo>
                  <a:lnTo>
                    <a:pt x="54019" y="318826"/>
                  </a:lnTo>
                  <a:lnTo>
                    <a:pt x="53382" y="318268"/>
                  </a:lnTo>
                  <a:lnTo>
                    <a:pt x="52337" y="315601"/>
                  </a:lnTo>
                  <a:lnTo>
                    <a:pt x="50517" y="312570"/>
                  </a:lnTo>
                  <a:lnTo>
                    <a:pt x="50094" y="311316"/>
                  </a:lnTo>
                  <a:lnTo>
                    <a:pt x="49966" y="309312"/>
                  </a:lnTo>
                  <a:lnTo>
                    <a:pt x="50317" y="307584"/>
                  </a:lnTo>
                  <a:lnTo>
                    <a:pt x="51605" y="305813"/>
                  </a:lnTo>
                  <a:lnTo>
                    <a:pt x="52697" y="303407"/>
                  </a:lnTo>
                  <a:lnTo>
                    <a:pt x="53198" y="300212"/>
                  </a:lnTo>
                  <a:lnTo>
                    <a:pt x="53645" y="298741"/>
                  </a:lnTo>
                  <a:lnTo>
                    <a:pt x="54580" y="296428"/>
                  </a:lnTo>
                  <a:lnTo>
                    <a:pt x="55987" y="296871"/>
                  </a:lnTo>
                  <a:lnTo>
                    <a:pt x="58178" y="295199"/>
                  </a:lnTo>
                  <a:lnTo>
                    <a:pt x="61768" y="295526"/>
                  </a:lnTo>
                  <a:lnTo>
                    <a:pt x="66061" y="295045"/>
                  </a:lnTo>
                  <a:lnTo>
                    <a:pt x="67245" y="295223"/>
                  </a:lnTo>
                  <a:lnTo>
                    <a:pt x="69981" y="296852"/>
                  </a:lnTo>
                  <a:lnTo>
                    <a:pt x="71557" y="297555"/>
                  </a:lnTo>
                  <a:lnTo>
                    <a:pt x="73466" y="297915"/>
                  </a:lnTo>
                  <a:lnTo>
                    <a:pt x="74846" y="297192"/>
                  </a:lnTo>
                  <a:lnTo>
                    <a:pt x="73544" y="294965"/>
                  </a:lnTo>
                  <a:lnTo>
                    <a:pt x="70725" y="292324"/>
                  </a:lnTo>
                  <a:lnTo>
                    <a:pt x="70002" y="290078"/>
                  </a:lnTo>
                  <a:lnTo>
                    <a:pt x="71293" y="283968"/>
                  </a:lnTo>
                  <a:lnTo>
                    <a:pt x="73043" y="278403"/>
                  </a:lnTo>
                  <a:lnTo>
                    <a:pt x="74106" y="271790"/>
                  </a:lnTo>
                  <a:lnTo>
                    <a:pt x="73808" y="265218"/>
                  </a:lnTo>
                  <a:lnTo>
                    <a:pt x="73297" y="263409"/>
                  </a:lnTo>
                  <a:lnTo>
                    <a:pt x="73462" y="261276"/>
                  </a:lnTo>
                  <a:lnTo>
                    <a:pt x="74074" y="259477"/>
                  </a:lnTo>
                  <a:lnTo>
                    <a:pt x="74503" y="257684"/>
                  </a:lnTo>
                  <a:lnTo>
                    <a:pt x="74132" y="255527"/>
                  </a:lnTo>
                  <a:lnTo>
                    <a:pt x="73359" y="252158"/>
                  </a:lnTo>
                  <a:lnTo>
                    <a:pt x="72963" y="251068"/>
                  </a:lnTo>
                  <a:lnTo>
                    <a:pt x="71616" y="249252"/>
                  </a:lnTo>
                  <a:lnTo>
                    <a:pt x="68910" y="249171"/>
                  </a:lnTo>
                  <a:lnTo>
                    <a:pt x="66702" y="248180"/>
                  </a:lnTo>
                  <a:lnTo>
                    <a:pt x="65988" y="248978"/>
                  </a:lnTo>
                  <a:lnTo>
                    <a:pt x="65585" y="250205"/>
                  </a:lnTo>
                  <a:lnTo>
                    <a:pt x="65079" y="251013"/>
                  </a:lnTo>
                  <a:lnTo>
                    <a:pt x="63358" y="252647"/>
                  </a:lnTo>
                  <a:lnTo>
                    <a:pt x="62785" y="252968"/>
                  </a:lnTo>
                  <a:lnTo>
                    <a:pt x="62186" y="252644"/>
                  </a:lnTo>
                  <a:lnTo>
                    <a:pt x="61341" y="250803"/>
                  </a:lnTo>
                  <a:lnTo>
                    <a:pt x="60592" y="251010"/>
                  </a:lnTo>
                  <a:lnTo>
                    <a:pt x="58314" y="249862"/>
                  </a:lnTo>
                  <a:lnTo>
                    <a:pt x="57241" y="247370"/>
                  </a:lnTo>
                  <a:lnTo>
                    <a:pt x="56846" y="247020"/>
                  </a:lnTo>
                  <a:lnTo>
                    <a:pt x="53162" y="245029"/>
                  </a:lnTo>
                  <a:lnTo>
                    <a:pt x="51881" y="244649"/>
                  </a:lnTo>
                  <a:lnTo>
                    <a:pt x="48951" y="246702"/>
                  </a:lnTo>
                  <a:lnTo>
                    <a:pt x="46824" y="249333"/>
                  </a:lnTo>
                  <a:lnTo>
                    <a:pt x="46224" y="249715"/>
                  </a:lnTo>
                  <a:lnTo>
                    <a:pt x="45123" y="251383"/>
                  </a:lnTo>
                  <a:lnTo>
                    <a:pt x="44504" y="251648"/>
                  </a:lnTo>
                  <a:lnTo>
                    <a:pt x="43867" y="251364"/>
                  </a:lnTo>
                  <a:lnTo>
                    <a:pt x="43266" y="251465"/>
                  </a:lnTo>
                  <a:lnTo>
                    <a:pt x="41981" y="253964"/>
                  </a:lnTo>
                  <a:lnTo>
                    <a:pt x="39657" y="256874"/>
                  </a:lnTo>
                  <a:lnTo>
                    <a:pt x="38502" y="258711"/>
                  </a:lnTo>
                  <a:lnTo>
                    <a:pt x="37213" y="259852"/>
                  </a:lnTo>
                  <a:lnTo>
                    <a:pt x="35785" y="260566"/>
                  </a:lnTo>
                  <a:lnTo>
                    <a:pt x="34320" y="260682"/>
                  </a:lnTo>
                  <a:lnTo>
                    <a:pt x="33784" y="261343"/>
                  </a:lnTo>
                  <a:lnTo>
                    <a:pt x="32113" y="261578"/>
                  </a:lnTo>
                  <a:lnTo>
                    <a:pt x="31094" y="262113"/>
                  </a:lnTo>
                  <a:lnTo>
                    <a:pt x="31057" y="263106"/>
                  </a:lnTo>
                  <a:lnTo>
                    <a:pt x="31260" y="265332"/>
                  </a:lnTo>
                  <a:lnTo>
                    <a:pt x="30394" y="264546"/>
                  </a:lnTo>
                  <a:lnTo>
                    <a:pt x="29484" y="266056"/>
                  </a:lnTo>
                  <a:lnTo>
                    <a:pt x="29785" y="267490"/>
                  </a:lnTo>
                  <a:lnTo>
                    <a:pt x="29241" y="267146"/>
                  </a:lnTo>
                  <a:lnTo>
                    <a:pt x="26683" y="264388"/>
                  </a:lnTo>
                  <a:lnTo>
                    <a:pt x="24586" y="262443"/>
                  </a:lnTo>
                  <a:lnTo>
                    <a:pt x="22722" y="260715"/>
                  </a:lnTo>
                  <a:lnTo>
                    <a:pt x="22448" y="260400"/>
                  </a:lnTo>
                  <a:lnTo>
                    <a:pt x="21939" y="259558"/>
                  </a:lnTo>
                  <a:lnTo>
                    <a:pt x="21575" y="258248"/>
                  </a:lnTo>
                  <a:lnTo>
                    <a:pt x="21497" y="256809"/>
                  </a:lnTo>
                  <a:lnTo>
                    <a:pt x="21681" y="255755"/>
                  </a:lnTo>
                  <a:lnTo>
                    <a:pt x="22134" y="255081"/>
                  </a:lnTo>
                  <a:lnTo>
                    <a:pt x="22666" y="254821"/>
                  </a:lnTo>
                  <a:lnTo>
                    <a:pt x="23141" y="255035"/>
                  </a:lnTo>
                  <a:lnTo>
                    <a:pt x="23669" y="255681"/>
                  </a:lnTo>
                  <a:lnTo>
                    <a:pt x="24609" y="256463"/>
                  </a:lnTo>
                  <a:lnTo>
                    <a:pt x="25826" y="256609"/>
                  </a:lnTo>
                  <a:lnTo>
                    <a:pt x="26584" y="256007"/>
                  </a:lnTo>
                  <a:lnTo>
                    <a:pt x="26687" y="254564"/>
                  </a:lnTo>
                  <a:lnTo>
                    <a:pt x="25239" y="249236"/>
                  </a:lnTo>
                  <a:lnTo>
                    <a:pt x="23905" y="244935"/>
                  </a:lnTo>
                  <a:lnTo>
                    <a:pt x="22614" y="240153"/>
                  </a:lnTo>
                  <a:lnTo>
                    <a:pt x="22067" y="238419"/>
                  </a:lnTo>
                  <a:lnTo>
                    <a:pt x="20484" y="234415"/>
                  </a:lnTo>
                  <a:lnTo>
                    <a:pt x="18923" y="230472"/>
                  </a:lnTo>
                  <a:lnTo>
                    <a:pt x="17689" y="226960"/>
                  </a:lnTo>
                  <a:lnTo>
                    <a:pt x="17042" y="225878"/>
                  </a:lnTo>
                  <a:lnTo>
                    <a:pt x="15051" y="225426"/>
                  </a:lnTo>
                  <a:lnTo>
                    <a:pt x="11253" y="224561"/>
                  </a:lnTo>
                  <a:lnTo>
                    <a:pt x="9910" y="224149"/>
                  </a:lnTo>
                  <a:lnTo>
                    <a:pt x="8835" y="225191"/>
                  </a:lnTo>
                  <a:lnTo>
                    <a:pt x="7758" y="226011"/>
                  </a:lnTo>
                  <a:lnTo>
                    <a:pt x="6732" y="224487"/>
                  </a:lnTo>
                  <a:lnTo>
                    <a:pt x="5922" y="221997"/>
                  </a:lnTo>
                  <a:lnTo>
                    <a:pt x="5496" y="219900"/>
                  </a:lnTo>
                  <a:lnTo>
                    <a:pt x="5704" y="217761"/>
                  </a:lnTo>
                  <a:lnTo>
                    <a:pt x="5789" y="214602"/>
                  </a:lnTo>
                  <a:lnTo>
                    <a:pt x="5172" y="211486"/>
                  </a:lnTo>
                  <a:lnTo>
                    <a:pt x="4486" y="209949"/>
                  </a:lnTo>
                  <a:lnTo>
                    <a:pt x="2770" y="208793"/>
                  </a:lnTo>
                  <a:lnTo>
                    <a:pt x="587" y="206173"/>
                  </a:lnTo>
                  <a:lnTo>
                    <a:pt x="0" y="201398"/>
                  </a:lnTo>
                  <a:lnTo>
                    <a:pt x="1061" y="194551"/>
                  </a:lnTo>
                  <a:lnTo>
                    <a:pt x="2767" y="189704"/>
                  </a:lnTo>
                  <a:lnTo>
                    <a:pt x="4008" y="187673"/>
                  </a:lnTo>
                  <a:lnTo>
                    <a:pt x="4599" y="185900"/>
                  </a:lnTo>
                  <a:lnTo>
                    <a:pt x="4793" y="184365"/>
                  </a:lnTo>
                  <a:lnTo>
                    <a:pt x="4644" y="182899"/>
                  </a:lnTo>
                  <a:lnTo>
                    <a:pt x="3908" y="181342"/>
                  </a:lnTo>
                  <a:lnTo>
                    <a:pt x="2767" y="179827"/>
                  </a:lnTo>
                  <a:lnTo>
                    <a:pt x="2190" y="177959"/>
                  </a:lnTo>
                  <a:lnTo>
                    <a:pt x="2429" y="173965"/>
                  </a:lnTo>
                  <a:lnTo>
                    <a:pt x="3183" y="168211"/>
                  </a:lnTo>
                  <a:lnTo>
                    <a:pt x="4347" y="163609"/>
                  </a:lnTo>
                  <a:lnTo>
                    <a:pt x="5909" y="161058"/>
                  </a:lnTo>
                  <a:lnTo>
                    <a:pt x="7257" y="159231"/>
                  </a:lnTo>
                  <a:lnTo>
                    <a:pt x="7790" y="157528"/>
                  </a:lnTo>
                  <a:lnTo>
                    <a:pt x="7817" y="155113"/>
                  </a:lnTo>
                  <a:lnTo>
                    <a:pt x="7784" y="152831"/>
                  </a:lnTo>
                  <a:lnTo>
                    <a:pt x="8145" y="151174"/>
                  </a:lnTo>
                  <a:lnTo>
                    <a:pt x="8711" y="149857"/>
                  </a:lnTo>
                  <a:lnTo>
                    <a:pt x="9311" y="148680"/>
                  </a:lnTo>
                  <a:lnTo>
                    <a:pt x="10156" y="147357"/>
                  </a:lnTo>
                  <a:lnTo>
                    <a:pt x="11246" y="147036"/>
                  </a:lnTo>
                  <a:lnTo>
                    <a:pt x="12452" y="148088"/>
                  </a:lnTo>
                  <a:lnTo>
                    <a:pt x="14085" y="150915"/>
                  </a:lnTo>
                  <a:lnTo>
                    <a:pt x="16483" y="156491"/>
                  </a:lnTo>
                  <a:lnTo>
                    <a:pt x="17852" y="160143"/>
                  </a:lnTo>
                  <a:lnTo>
                    <a:pt x="18346" y="161268"/>
                  </a:lnTo>
                  <a:lnTo>
                    <a:pt x="19597" y="163445"/>
                  </a:lnTo>
                  <a:lnTo>
                    <a:pt x="20724" y="164324"/>
                  </a:lnTo>
                  <a:lnTo>
                    <a:pt x="22606" y="162959"/>
                  </a:lnTo>
                  <a:lnTo>
                    <a:pt x="24412" y="161375"/>
                  </a:lnTo>
                  <a:lnTo>
                    <a:pt x="24994" y="160368"/>
                  </a:lnTo>
                  <a:lnTo>
                    <a:pt x="25369" y="158869"/>
                  </a:lnTo>
                  <a:lnTo>
                    <a:pt x="25081" y="156306"/>
                  </a:lnTo>
                  <a:lnTo>
                    <a:pt x="24704" y="154634"/>
                  </a:lnTo>
                  <a:lnTo>
                    <a:pt x="24303" y="152506"/>
                  </a:lnTo>
                  <a:lnTo>
                    <a:pt x="23747" y="148804"/>
                  </a:lnTo>
                  <a:lnTo>
                    <a:pt x="23356" y="142995"/>
                  </a:lnTo>
                  <a:lnTo>
                    <a:pt x="22891" y="141152"/>
                  </a:lnTo>
                  <a:lnTo>
                    <a:pt x="23233" y="140940"/>
                  </a:lnTo>
                  <a:lnTo>
                    <a:pt x="24136" y="141324"/>
                  </a:lnTo>
                  <a:lnTo>
                    <a:pt x="24973" y="141489"/>
                  </a:lnTo>
                  <a:lnTo>
                    <a:pt x="26169" y="140210"/>
                  </a:lnTo>
                  <a:lnTo>
                    <a:pt x="27815" y="137802"/>
                  </a:lnTo>
                  <a:lnTo>
                    <a:pt x="30821" y="134090"/>
                  </a:lnTo>
                  <a:lnTo>
                    <a:pt x="31458" y="131639"/>
                  </a:lnTo>
                  <a:lnTo>
                    <a:pt x="31970" y="128910"/>
                  </a:lnTo>
                  <a:lnTo>
                    <a:pt x="32804" y="127238"/>
                  </a:lnTo>
                  <a:lnTo>
                    <a:pt x="34715" y="126685"/>
                  </a:lnTo>
                  <a:lnTo>
                    <a:pt x="36486" y="125811"/>
                  </a:lnTo>
                  <a:lnTo>
                    <a:pt x="37735" y="123882"/>
                  </a:lnTo>
                  <a:lnTo>
                    <a:pt x="39695" y="122185"/>
                  </a:lnTo>
                  <a:lnTo>
                    <a:pt x="41307" y="121153"/>
                  </a:lnTo>
                  <a:lnTo>
                    <a:pt x="42016" y="120206"/>
                  </a:lnTo>
                  <a:lnTo>
                    <a:pt x="42520" y="118783"/>
                  </a:lnTo>
                  <a:lnTo>
                    <a:pt x="44367" y="114768"/>
                  </a:lnTo>
                  <a:lnTo>
                    <a:pt x="45816" y="112299"/>
                  </a:lnTo>
                  <a:lnTo>
                    <a:pt x="47090" y="109758"/>
                  </a:lnTo>
                  <a:lnTo>
                    <a:pt x="47519" y="108161"/>
                  </a:lnTo>
                  <a:lnTo>
                    <a:pt x="48524" y="108457"/>
                  </a:lnTo>
                  <a:lnTo>
                    <a:pt x="50062" y="109566"/>
                  </a:lnTo>
                  <a:lnTo>
                    <a:pt x="51716" y="110576"/>
                  </a:lnTo>
                  <a:lnTo>
                    <a:pt x="52924" y="112142"/>
                  </a:lnTo>
                  <a:lnTo>
                    <a:pt x="53161" y="113746"/>
                  </a:lnTo>
                  <a:lnTo>
                    <a:pt x="53278" y="115010"/>
                  </a:lnTo>
                  <a:lnTo>
                    <a:pt x="53772" y="115662"/>
                  </a:lnTo>
                  <a:lnTo>
                    <a:pt x="54356" y="115782"/>
                  </a:lnTo>
                  <a:lnTo>
                    <a:pt x="55235" y="115464"/>
                  </a:lnTo>
                  <a:lnTo>
                    <a:pt x="56776" y="115407"/>
                  </a:lnTo>
                  <a:lnTo>
                    <a:pt x="58664" y="113330"/>
                  </a:lnTo>
                  <a:lnTo>
                    <a:pt x="61296" y="109830"/>
                  </a:lnTo>
                  <a:lnTo>
                    <a:pt x="63703" y="108747"/>
                  </a:lnTo>
                  <a:lnTo>
                    <a:pt x="64974" y="109576"/>
                  </a:lnTo>
                  <a:lnTo>
                    <a:pt x="66019" y="112149"/>
                  </a:lnTo>
                  <a:lnTo>
                    <a:pt x="66849" y="114574"/>
                  </a:lnTo>
                  <a:lnTo>
                    <a:pt x="67701" y="115476"/>
                  </a:lnTo>
                  <a:lnTo>
                    <a:pt x="68230" y="115502"/>
                  </a:lnTo>
                  <a:lnTo>
                    <a:pt x="68427" y="115538"/>
                  </a:lnTo>
                  <a:lnTo>
                    <a:pt x="69562" y="114995"/>
                  </a:lnTo>
                  <a:lnTo>
                    <a:pt x="70532" y="115094"/>
                  </a:lnTo>
                  <a:lnTo>
                    <a:pt x="71465" y="115910"/>
                  </a:lnTo>
                  <a:lnTo>
                    <a:pt x="73006" y="116006"/>
                  </a:lnTo>
                  <a:lnTo>
                    <a:pt x="75152" y="115378"/>
                  </a:lnTo>
                  <a:lnTo>
                    <a:pt x="75378" y="115122"/>
                  </a:lnTo>
                  <a:lnTo>
                    <a:pt x="76409" y="115454"/>
                  </a:lnTo>
                  <a:lnTo>
                    <a:pt x="77665" y="116573"/>
                  </a:lnTo>
                  <a:lnTo>
                    <a:pt x="78642" y="117901"/>
                  </a:lnTo>
                  <a:lnTo>
                    <a:pt x="80384" y="122267"/>
                  </a:lnTo>
                  <a:lnTo>
                    <a:pt x="81387" y="123393"/>
                  </a:lnTo>
                  <a:lnTo>
                    <a:pt x="83435" y="124945"/>
                  </a:lnTo>
                  <a:lnTo>
                    <a:pt x="84397" y="126304"/>
                  </a:lnTo>
                  <a:lnTo>
                    <a:pt x="85513" y="128503"/>
                  </a:lnTo>
                  <a:lnTo>
                    <a:pt x="86096" y="129835"/>
                  </a:lnTo>
                  <a:lnTo>
                    <a:pt x="87308" y="132247"/>
                  </a:lnTo>
                  <a:lnTo>
                    <a:pt x="88712" y="136199"/>
                  </a:lnTo>
                  <a:lnTo>
                    <a:pt x="88960" y="139343"/>
                  </a:lnTo>
                  <a:lnTo>
                    <a:pt x="89280" y="142007"/>
                  </a:lnTo>
                  <a:lnTo>
                    <a:pt x="89801" y="143266"/>
                  </a:lnTo>
                  <a:lnTo>
                    <a:pt x="90231" y="143425"/>
                  </a:lnTo>
                  <a:lnTo>
                    <a:pt x="90696" y="142985"/>
                  </a:lnTo>
                  <a:lnTo>
                    <a:pt x="91149" y="141776"/>
                  </a:lnTo>
                  <a:lnTo>
                    <a:pt x="91307" y="139750"/>
                  </a:lnTo>
                  <a:lnTo>
                    <a:pt x="91169" y="136178"/>
                  </a:lnTo>
                  <a:lnTo>
                    <a:pt x="90810" y="133257"/>
                  </a:lnTo>
                  <a:lnTo>
                    <a:pt x="90349" y="132329"/>
                  </a:lnTo>
                  <a:lnTo>
                    <a:pt x="90127" y="131302"/>
                  </a:lnTo>
                  <a:lnTo>
                    <a:pt x="90432" y="129997"/>
                  </a:lnTo>
                  <a:lnTo>
                    <a:pt x="91211" y="129366"/>
                  </a:lnTo>
                  <a:lnTo>
                    <a:pt x="92183" y="129764"/>
                  </a:lnTo>
                  <a:lnTo>
                    <a:pt x="93782" y="131441"/>
                  </a:lnTo>
                  <a:lnTo>
                    <a:pt x="95450" y="133556"/>
                  </a:lnTo>
                  <a:lnTo>
                    <a:pt x="97498" y="137251"/>
                  </a:lnTo>
                  <a:lnTo>
                    <a:pt x="99382" y="139599"/>
                  </a:lnTo>
                  <a:lnTo>
                    <a:pt x="101439" y="141474"/>
                  </a:lnTo>
                  <a:lnTo>
                    <a:pt x="103074" y="142034"/>
                  </a:lnTo>
                  <a:lnTo>
                    <a:pt x="104339" y="141467"/>
                  </a:lnTo>
                  <a:lnTo>
                    <a:pt x="105833" y="139939"/>
                  </a:lnTo>
                  <a:lnTo>
                    <a:pt x="107201" y="138173"/>
                  </a:lnTo>
                  <a:lnTo>
                    <a:pt x="107823" y="136319"/>
                  </a:lnTo>
                  <a:lnTo>
                    <a:pt x="108271" y="134299"/>
                  </a:lnTo>
                  <a:lnTo>
                    <a:pt x="110334" y="131597"/>
                  </a:lnTo>
                  <a:lnTo>
                    <a:pt x="112217" y="129131"/>
                  </a:lnTo>
                  <a:lnTo>
                    <a:pt x="113074" y="129575"/>
                  </a:lnTo>
                  <a:lnTo>
                    <a:pt x="113679" y="130273"/>
                  </a:lnTo>
                  <a:lnTo>
                    <a:pt x="115611" y="128775"/>
                  </a:lnTo>
                  <a:lnTo>
                    <a:pt x="116284" y="128362"/>
                  </a:lnTo>
                  <a:lnTo>
                    <a:pt x="118125" y="127782"/>
                  </a:lnTo>
                  <a:lnTo>
                    <a:pt x="120025" y="128643"/>
                  </a:lnTo>
                  <a:lnTo>
                    <a:pt x="121541" y="131288"/>
                  </a:lnTo>
                  <a:lnTo>
                    <a:pt x="123013" y="132992"/>
                  </a:lnTo>
                  <a:lnTo>
                    <a:pt x="124326" y="132794"/>
                  </a:lnTo>
                  <a:lnTo>
                    <a:pt x="125416" y="131920"/>
                  </a:lnTo>
                  <a:lnTo>
                    <a:pt x="126134" y="130271"/>
                  </a:lnTo>
                  <a:lnTo>
                    <a:pt x="126677" y="128323"/>
                  </a:lnTo>
                  <a:lnTo>
                    <a:pt x="127518" y="127000"/>
                  </a:lnTo>
                  <a:lnTo>
                    <a:pt x="129860" y="127674"/>
                  </a:lnTo>
                  <a:lnTo>
                    <a:pt x="131331" y="127573"/>
                  </a:lnTo>
                  <a:lnTo>
                    <a:pt x="131488" y="127293"/>
                  </a:lnTo>
                  <a:lnTo>
                    <a:pt x="133426" y="127822"/>
                  </a:lnTo>
                  <a:lnTo>
                    <a:pt x="135564" y="130564"/>
                  </a:lnTo>
                  <a:lnTo>
                    <a:pt x="136894" y="133599"/>
                  </a:lnTo>
                  <a:lnTo>
                    <a:pt x="138592" y="137473"/>
                  </a:lnTo>
                  <a:lnTo>
                    <a:pt x="139382" y="138737"/>
                  </a:lnTo>
                  <a:lnTo>
                    <a:pt x="140531" y="139278"/>
                  </a:lnTo>
                  <a:lnTo>
                    <a:pt x="141434" y="139512"/>
                  </a:lnTo>
                  <a:lnTo>
                    <a:pt x="142644" y="140112"/>
                  </a:lnTo>
                  <a:lnTo>
                    <a:pt x="145839" y="140924"/>
                  </a:lnTo>
                  <a:lnTo>
                    <a:pt x="146325" y="141401"/>
                  </a:lnTo>
                  <a:lnTo>
                    <a:pt x="146652" y="142035"/>
                  </a:lnTo>
                  <a:lnTo>
                    <a:pt x="146356" y="144155"/>
                  </a:lnTo>
                  <a:lnTo>
                    <a:pt x="146642" y="144693"/>
                  </a:lnTo>
                  <a:lnTo>
                    <a:pt x="149233" y="143184"/>
                  </a:lnTo>
                  <a:lnTo>
                    <a:pt x="149928" y="142059"/>
                  </a:lnTo>
                  <a:lnTo>
                    <a:pt x="150784" y="138863"/>
                  </a:lnTo>
                  <a:lnTo>
                    <a:pt x="151549" y="135639"/>
                  </a:lnTo>
                  <a:lnTo>
                    <a:pt x="152118" y="134445"/>
                  </a:lnTo>
                  <a:lnTo>
                    <a:pt x="152724" y="134132"/>
                  </a:lnTo>
                  <a:lnTo>
                    <a:pt x="153331" y="134608"/>
                  </a:lnTo>
                  <a:lnTo>
                    <a:pt x="154179" y="136511"/>
                  </a:lnTo>
                  <a:lnTo>
                    <a:pt x="155330" y="138450"/>
                  </a:lnTo>
                  <a:lnTo>
                    <a:pt x="156882" y="139189"/>
                  </a:lnTo>
                  <a:lnTo>
                    <a:pt x="157833" y="139483"/>
                  </a:lnTo>
                  <a:lnTo>
                    <a:pt x="159303" y="139645"/>
                  </a:lnTo>
                  <a:lnTo>
                    <a:pt x="162758" y="138705"/>
                  </a:lnTo>
                  <a:lnTo>
                    <a:pt x="165990" y="136362"/>
                  </a:lnTo>
                  <a:lnTo>
                    <a:pt x="167836" y="133814"/>
                  </a:lnTo>
                  <a:lnTo>
                    <a:pt x="168695" y="129997"/>
                  </a:lnTo>
                  <a:lnTo>
                    <a:pt x="169230" y="125659"/>
                  </a:lnTo>
                  <a:lnTo>
                    <a:pt x="170057" y="122921"/>
                  </a:lnTo>
                  <a:lnTo>
                    <a:pt x="169713" y="120116"/>
                  </a:lnTo>
                  <a:lnTo>
                    <a:pt x="168085" y="117453"/>
                  </a:lnTo>
                  <a:lnTo>
                    <a:pt x="167537" y="116650"/>
                  </a:lnTo>
                  <a:lnTo>
                    <a:pt x="163582" y="115159"/>
                  </a:lnTo>
                  <a:lnTo>
                    <a:pt x="163338" y="114085"/>
                  </a:lnTo>
                  <a:lnTo>
                    <a:pt x="163113" y="113838"/>
                  </a:lnTo>
                  <a:lnTo>
                    <a:pt x="159217" y="111478"/>
                  </a:lnTo>
                  <a:lnTo>
                    <a:pt x="157336" y="110466"/>
                  </a:lnTo>
                  <a:lnTo>
                    <a:pt x="156809" y="108908"/>
                  </a:lnTo>
                  <a:lnTo>
                    <a:pt x="156459" y="106867"/>
                  </a:lnTo>
                  <a:lnTo>
                    <a:pt x="155242" y="105046"/>
                  </a:lnTo>
                  <a:lnTo>
                    <a:pt x="152825" y="103391"/>
                  </a:lnTo>
                  <a:lnTo>
                    <a:pt x="152402" y="102131"/>
                  </a:lnTo>
                  <a:lnTo>
                    <a:pt x="152802" y="100854"/>
                  </a:lnTo>
                  <a:lnTo>
                    <a:pt x="154712" y="99435"/>
                  </a:lnTo>
                  <a:lnTo>
                    <a:pt x="156890" y="96448"/>
                  </a:lnTo>
                  <a:lnTo>
                    <a:pt x="157728" y="95835"/>
                  </a:lnTo>
                  <a:lnTo>
                    <a:pt x="159670" y="95702"/>
                  </a:lnTo>
                  <a:lnTo>
                    <a:pt x="161465" y="93262"/>
                  </a:lnTo>
                  <a:lnTo>
                    <a:pt x="162705" y="91868"/>
                  </a:lnTo>
                  <a:lnTo>
                    <a:pt x="163352" y="90205"/>
                  </a:lnTo>
                  <a:lnTo>
                    <a:pt x="163181" y="88494"/>
                  </a:lnTo>
                  <a:lnTo>
                    <a:pt x="161384" y="83321"/>
                  </a:lnTo>
                  <a:lnTo>
                    <a:pt x="160852" y="80190"/>
                  </a:lnTo>
                  <a:lnTo>
                    <a:pt x="161169" y="78153"/>
                  </a:lnTo>
                  <a:lnTo>
                    <a:pt x="162202" y="75945"/>
                  </a:lnTo>
                  <a:lnTo>
                    <a:pt x="162786" y="74742"/>
                  </a:lnTo>
                  <a:lnTo>
                    <a:pt x="163488" y="72579"/>
                  </a:lnTo>
                  <a:lnTo>
                    <a:pt x="163953" y="71424"/>
                  </a:lnTo>
                  <a:lnTo>
                    <a:pt x="165764" y="70933"/>
                  </a:lnTo>
                  <a:lnTo>
                    <a:pt x="167965" y="70728"/>
                  </a:lnTo>
                  <a:lnTo>
                    <a:pt x="169473" y="71245"/>
                  </a:lnTo>
                  <a:lnTo>
                    <a:pt x="171582" y="71515"/>
                  </a:lnTo>
                  <a:lnTo>
                    <a:pt x="173504" y="71913"/>
                  </a:lnTo>
                  <a:lnTo>
                    <a:pt x="174477" y="72272"/>
                  </a:lnTo>
                  <a:lnTo>
                    <a:pt x="175191" y="71611"/>
                  </a:lnTo>
                  <a:lnTo>
                    <a:pt x="175709" y="70450"/>
                  </a:lnTo>
                  <a:lnTo>
                    <a:pt x="175690" y="68913"/>
                  </a:lnTo>
                  <a:lnTo>
                    <a:pt x="174936" y="67423"/>
                  </a:lnTo>
                  <a:lnTo>
                    <a:pt x="172115" y="65471"/>
                  </a:lnTo>
                  <a:lnTo>
                    <a:pt x="170907" y="63859"/>
                  </a:lnTo>
                  <a:lnTo>
                    <a:pt x="169957" y="64036"/>
                  </a:lnTo>
                  <a:lnTo>
                    <a:pt x="168374" y="63536"/>
                  </a:lnTo>
                  <a:lnTo>
                    <a:pt x="166945" y="62478"/>
                  </a:lnTo>
                  <a:lnTo>
                    <a:pt x="165676" y="62125"/>
                  </a:lnTo>
                  <a:lnTo>
                    <a:pt x="165262" y="60659"/>
                  </a:lnTo>
                  <a:lnTo>
                    <a:pt x="165525" y="58607"/>
                  </a:lnTo>
                  <a:lnTo>
                    <a:pt x="166013" y="57434"/>
                  </a:lnTo>
                  <a:lnTo>
                    <a:pt x="166952" y="56848"/>
                  </a:lnTo>
                  <a:lnTo>
                    <a:pt x="167967" y="57141"/>
                  </a:lnTo>
                  <a:lnTo>
                    <a:pt x="169075" y="56288"/>
                  </a:lnTo>
                  <a:lnTo>
                    <a:pt x="169393" y="55789"/>
                  </a:lnTo>
                  <a:lnTo>
                    <a:pt x="169489" y="55147"/>
                  </a:lnTo>
                  <a:lnTo>
                    <a:pt x="169309" y="54225"/>
                  </a:lnTo>
                  <a:lnTo>
                    <a:pt x="168798" y="53463"/>
                  </a:lnTo>
                  <a:lnTo>
                    <a:pt x="168069" y="53263"/>
                  </a:lnTo>
                  <a:lnTo>
                    <a:pt x="167231" y="53909"/>
                  </a:lnTo>
                  <a:lnTo>
                    <a:pt x="166229" y="54329"/>
                  </a:lnTo>
                  <a:lnTo>
                    <a:pt x="164533" y="53380"/>
                  </a:lnTo>
                  <a:lnTo>
                    <a:pt x="163181" y="52238"/>
                  </a:lnTo>
                  <a:lnTo>
                    <a:pt x="163250" y="51184"/>
                  </a:lnTo>
                  <a:lnTo>
                    <a:pt x="164249" y="49617"/>
                  </a:lnTo>
                  <a:lnTo>
                    <a:pt x="164699" y="48346"/>
                  </a:lnTo>
                  <a:lnTo>
                    <a:pt x="164699" y="46587"/>
                  </a:lnTo>
                  <a:lnTo>
                    <a:pt x="164699" y="44534"/>
                  </a:lnTo>
                  <a:lnTo>
                    <a:pt x="165046" y="42130"/>
                  </a:lnTo>
                  <a:lnTo>
                    <a:pt x="166038" y="40485"/>
                  </a:lnTo>
                  <a:lnTo>
                    <a:pt x="167203" y="39605"/>
                  </a:lnTo>
                  <a:lnTo>
                    <a:pt x="170206" y="41211"/>
                  </a:lnTo>
                  <a:lnTo>
                    <a:pt x="173960" y="42642"/>
                  </a:lnTo>
                  <a:lnTo>
                    <a:pt x="174606" y="42409"/>
                  </a:lnTo>
                  <a:lnTo>
                    <a:pt x="174796" y="41654"/>
                  </a:lnTo>
                  <a:lnTo>
                    <a:pt x="175226" y="40983"/>
                  </a:lnTo>
                  <a:lnTo>
                    <a:pt x="180436" y="40671"/>
                  </a:lnTo>
                  <a:lnTo>
                    <a:pt x="181449" y="39748"/>
                  </a:lnTo>
                  <a:lnTo>
                    <a:pt x="181954" y="39013"/>
                  </a:lnTo>
                  <a:lnTo>
                    <a:pt x="186964" y="37952"/>
                  </a:lnTo>
                  <a:lnTo>
                    <a:pt x="187562" y="36946"/>
                  </a:lnTo>
                  <a:lnTo>
                    <a:pt x="188297" y="36007"/>
                  </a:lnTo>
                  <a:lnTo>
                    <a:pt x="189448" y="36024"/>
                  </a:lnTo>
                  <a:lnTo>
                    <a:pt x="190822" y="35647"/>
                  </a:lnTo>
                  <a:lnTo>
                    <a:pt x="192734" y="34503"/>
                  </a:lnTo>
                  <a:lnTo>
                    <a:pt x="194089" y="33874"/>
                  </a:lnTo>
                  <a:lnTo>
                    <a:pt x="194314" y="33821"/>
                  </a:lnTo>
                  <a:lnTo>
                    <a:pt x="195744" y="34073"/>
                  </a:lnTo>
                  <a:lnTo>
                    <a:pt x="197525" y="33169"/>
                  </a:lnTo>
                  <a:lnTo>
                    <a:pt x="197905" y="32795"/>
                  </a:lnTo>
                  <a:lnTo>
                    <a:pt x="198194" y="32110"/>
                  </a:lnTo>
                  <a:lnTo>
                    <a:pt x="199745" y="30795"/>
                  </a:lnTo>
                  <a:lnTo>
                    <a:pt x="202718" y="29709"/>
                  </a:lnTo>
                  <a:lnTo>
                    <a:pt x="203443" y="30359"/>
                  </a:lnTo>
                  <a:lnTo>
                    <a:pt x="204860" y="30652"/>
                  </a:lnTo>
                  <a:lnTo>
                    <a:pt x="206670" y="30170"/>
                  </a:lnTo>
                  <a:lnTo>
                    <a:pt x="208004" y="29341"/>
                  </a:lnTo>
                  <a:lnTo>
                    <a:pt x="208784" y="30165"/>
                  </a:lnTo>
                  <a:lnTo>
                    <a:pt x="209839" y="31009"/>
                  </a:lnTo>
                  <a:lnTo>
                    <a:pt x="210628" y="30293"/>
                  </a:lnTo>
                  <a:lnTo>
                    <a:pt x="211018" y="28026"/>
                  </a:lnTo>
                  <a:lnTo>
                    <a:pt x="211532" y="25812"/>
                  </a:lnTo>
                  <a:lnTo>
                    <a:pt x="212423" y="24763"/>
                  </a:lnTo>
                  <a:lnTo>
                    <a:pt x="213129" y="24382"/>
                  </a:lnTo>
                  <a:lnTo>
                    <a:pt x="213768" y="23529"/>
                  </a:lnTo>
                  <a:lnTo>
                    <a:pt x="214252" y="22643"/>
                  </a:lnTo>
                  <a:lnTo>
                    <a:pt x="216873" y="22779"/>
                  </a:lnTo>
                  <a:lnTo>
                    <a:pt x="219217" y="20574"/>
                  </a:lnTo>
                  <a:lnTo>
                    <a:pt x="219677" y="21573"/>
                  </a:lnTo>
                  <a:lnTo>
                    <a:pt x="222719" y="21340"/>
                  </a:lnTo>
                  <a:lnTo>
                    <a:pt x="226498" y="19921"/>
                  </a:lnTo>
                  <a:lnTo>
                    <a:pt x="228759" y="19257"/>
                  </a:lnTo>
                  <a:lnTo>
                    <a:pt x="232663" y="17771"/>
                  </a:lnTo>
                  <a:lnTo>
                    <a:pt x="234469" y="16570"/>
                  </a:lnTo>
                  <a:lnTo>
                    <a:pt x="237050" y="15811"/>
                  </a:lnTo>
                  <a:lnTo>
                    <a:pt x="239420" y="15282"/>
                  </a:lnTo>
                  <a:lnTo>
                    <a:pt x="240970" y="13180"/>
                  </a:lnTo>
                  <a:lnTo>
                    <a:pt x="242220" y="12880"/>
                  </a:lnTo>
                  <a:lnTo>
                    <a:pt x="243740" y="12706"/>
                  </a:lnTo>
                  <a:lnTo>
                    <a:pt x="244672" y="12200"/>
                  </a:lnTo>
                  <a:lnTo>
                    <a:pt x="245280" y="11422"/>
                  </a:lnTo>
                  <a:lnTo>
                    <a:pt x="245673" y="9962"/>
                  </a:lnTo>
                  <a:lnTo>
                    <a:pt x="245460" y="8107"/>
                  </a:lnTo>
                  <a:lnTo>
                    <a:pt x="245244" y="6756"/>
                  </a:lnTo>
                  <a:lnTo>
                    <a:pt x="246331" y="6000"/>
                  </a:lnTo>
                  <a:lnTo>
                    <a:pt x="247881" y="5766"/>
                  </a:lnTo>
                  <a:lnTo>
                    <a:pt x="248861" y="5459"/>
                  </a:lnTo>
                  <a:lnTo>
                    <a:pt x="250997" y="2396"/>
                  </a:lnTo>
                  <a:lnTo>
                    <a:pt x="252474" y="923"/>
                  </a:lnTo>
                  <a:lnTo>
                    <a:pt x="253999" y="0"/>
                  </a:lnTo>
                  <a:lnTo>
                    <a:pt x="257062" y="504"/>
                  </a:lnTo>
                  <a:lnTo>
                    <a:pt x="259859" y="966"/>
                  </a:lnTo>
                  <a:lnTo>
                    <a:pt x="262663" y="2429"/>
                  </a:lnTo>
                  <a:lnTo>
                    <a:pt x="264139" y="4253"/>
                  </a:lnTo>
                  <a:lnTo>
                    <a:pt x="265406" y="5629"/>
                  </a:lnTo>
                  <a:lnTo>
                    <a:pt x="266605" y="6289"/>
                  </a:lnTo>
                  <a:lnTo>
                    <a:pt x="267684" y="6711"/>
                  </a:lnTo>
                  <a:lnTo>
                    <a:pt x="268944" y="6087"/>
                  </a:lnTo>
                  <a:lnTo>
                    <a:pt x="269831" y="5240"/>
                  </a:lnTo>
                  <a:lnTo>
                    <a:pt x="270350" y="4031"/>
                  </a:lnTo>
                  <a:lnTo>
                    <a:pt x="271135" y="3168"/>
                  </a:lnTo>
                  <a:lnTo>
                    <a:pt x="273994" y="2494"/>
                  </a:lnTo>
                  <a:lnTo>
                    <a:pt x="274588" y="3795"/>
                  </a:lnTo>
                  <a:lnTo>
                    <a:pt x="275948" y="7730"/>
                  </a:lnTo>
                  <a:lnTo>
                    <a:pt x="276875" y="12975"/>
                  </a:lnTo>
                  <a:lnTo>
                    <a:pt x="278402" y="19932"/>
                  </a:lnTo>
                  <a:lnTo>
                    <a:pt x="279075" y="23352"/>
                  </a:lnTo>
                  <a:lnTo>
                    <a:pt x="278776" y="25145"/>
                  </a:lnTo>
                  <a:lnTo>
                    <a:pt x="278783" y="27604"/>
                  </a:lnTo>
                  <a:lnTo>
                    <a:pt x="278696" y="30303"/>
                  </a:lnTo>
                  <a:lnTo>
                    <a:pt x="277567" y="33363"/>
                  </a:lnTo>
                  <a:lnTo>
                    <a:pt x="278026" y="34790"/>
                  </a:lnTo>
                  <a:lnTo>
                    <a:pt x="280789" y="36382"/>
                  </a:lnTo>
                  <a:lnTo>
                    <a:pt x="284658" y="35800"/>
                  </a:lnTo>
                  <a:lnTo>
                    <a:pt x="287045" y="34516"/>
                  </a:lnTo>
                  <a:lnTo>
                    <a:pt x="288375" y="34984"/>
                  </a:lnTo>
                  <a:lnTo>
                    <a:pt x="289069" y="34216"/>
                  </a:lnTo>
                  <a:lnTo>
                    <a:pt x="289520" y="31947"/>
                  </a:lnTo>
                  <a:lnTo>
                    <a:pt x="290436" y="31439"/>
                  </a:lnTo>
                  <a:lnTo>
                    <a:pt x="291380" y="33020"/>
                  </a:lnTo>
                  <a:lnTo>
                    <a:pt x="292065" y="35699"/>
                  </a:lnTo>
                  <a:lnTo>
                    <a:pt x="292722" y="37425"/>
                  </a:lnTo>
                  <a:lnTo>
                    <a:pt x="292673" y="39475"/>
                  </a:lnTo>
                  <a:lnTo>
                    <a:pt x="292915" y="42111"/>
                  </a:lnTo>
                  <a:lnTo>
                    <a:pt x="293397" y="42779"/>
                  </a:lnTo>
                  <a:lnTo>
                    <a:pt x="294345" y="41776"/>
                  </a:lnTo>
                  <a:lnTo>
                    <a:pt x="294977" y="41181"/>
                  </a:lnTo>
                  <a:lnTo>
                    <a:pt x="295128" y="40380"/>
                  </a:lnTo>
                  <a:lnTo>
                    <a:pt x="294860" y="39391"/>
                  </a:lnTo>
                  <a:lnTo>
                    <a:pt x="294731" y="38389"/>
                  </a:lnTo>
                  <a:lnTo>
                    <a:pt x="294941" y="37468"/>
                  </a:lnTo>
                  <a:lnTo>
                    <a:pt x="295390" y="37092"/>
                  </a:lnTo>
                  <a:lnTo>
                    <a:pt x="296738" y="37382"/>
                  </a:lnTo>
                  <a:lnTo>
                    <a:pt x="298703" y="37890"/>
                  </a:lnTo>
                  <a:lnTo>
                    <a:pt x="301034" y="41629"/>
                  </a:lnTo>
                  <a:lnTo>
                    <a:pt x="302290" y="42307"/>
                  </a:lnTo>
                  <a:lnTo>
                    <a:pt x="302820" y="42372"/>
                  </a:lnTo>
                  <a:lnTo>
                    <a:pt x="304002" y="42159"/>
                  </a:lnTo>
                  <a:lnTo>
                    <a:pt x="305421" y="41081"/>
                  </a:lnTo>
                  <a:lnTo>
                    <a:pt x="306378" y="39732"/>
                  </a:lnTo>
                  <a:lnTo>
                    <a:pt x="306697" y="39070"/>
                  </a:lnTo>
                  <a:lnTo>
                    <a:pt x="307247" y="39185"/>
                  </a:lnTo>
                  <a:lnTo>
                    <a:pt x="307769" y="39808"/>
                  </a:lnTo>
                  <a:lnTo>
                    <a:pt x="307805" y="41173"/>
                  </a:lnTo>
                  <a:lnTo>
                    <a:pt x="307389" y="43146"/>
                  </a:lnTo>
                  <a:lnTo>
                    <a:pt x="305973" y="44952"/>
                  </a:lnTo>
                  <a:lnTo>
                    <a:pt x="304215" y="46632"/>
                  </a:lnTo>
                  <a:lnTo>
                    <a:pt x="303150" y="49712"/>
                  </a:lnTo>
                  <a:lnTo>
                    <a:pt x="302924" y="52928"/>
                  </a:lnTo>
                  <a:lnTo>
                    <a:pt x="303391" y="54560"/>
                  </a:lnTo>
                  <a:lnTo>
                    <a:pt x="303789" y="55652"/>
                  </a:lnTo>
                  <a:lnTo>
                    <a:pt x="303902" y="57183"/>
                  </a:lnTo>
                  <a:lnTo>
                    <a:pt x="304300" y="57385"/>
                  </a:lnTo>
                  <a:lnTo>
                    <a:pt x="305015" y="56754"/>
                  </a:lnTo>
                  <a:lnTo>
                    <a:pt x="306981" y="53582"/>
                  </a:lnTo>
                  <a:lnTo>
                    <a:pt x="307982" y="52798"/>
                  </a:lnTo>
                  <a:lnTo>
                    <a:pt x="309433" y="52297"/>
                  </a:lnTo>
                  <a:lnTo>
                    <a:pt x="311814" y="52543"/>
                  </a:lnTo>
                  <a:lnTo>
                    <a:pt x="313419" y="53576"/>
                  </a:lnTo>
                  <a:lnTo>
                    <a:pt x="314184" y="55016"/>
                  </a:lnTo>
                  <a:lnTo>
                    <a:pt x="315027" y="56200"/>
                  </a:lnTo>
                  <a:lnTo>
                    <a:pt x="315608" y="55704"/>
                  </a:lnTo>
                  <a:lnTo>
                    <a:pt x="315910" y="54336"/>
                  </a:lnTo>
                  <a:lnTo>
                    <a:pt x="315923" y="52771"/>
                  </a:lnTo>
                  <a:lnTo>
                    <a:pt x="316167" y="51484"/>
                  </a:lnTo>
                  <a:lnTo>
                    <a:pt x="318773" y="48318"/>
                  </a:lnTo>
                  <a:lnTo>
                    <a:pt x="320507" y="46212"/>
                  </a:lnTo>
                  <a:lnTo>
                    <a:pt x="321105" y="45965"/>
                  </a:lnTo>
                  <a:lnTo>
                    <a:pt x="322265" y="46402"/>
                  </a:lnTo>
                  <a:lnTo>
                    <a:pt x="322982" y="46181"/>
                  </a:lnTo>
                  <a:lnTo>
                    <a:pt x="324891" y="44199"/>
                  </a:lnTo>
                  <a:lnTo>
                    <a:pt x="326672" y="41944"/>
                  </a:lnTo>
                  <a:lnTo>
                    <a:pt x="326846" y="40419"/>
                  </a:lnTo>
                  <a:lnTo>
                    <a:pt x="326911" y="39037"/>
                  </a:lnTo>
                  <a:lnTo>
                    <a:pt x="327355" y="38412"/>
                  </a:lnTo>
                  <a:lnTo>
                    <a:pt x="329849" y="37928"/>
                  </a:lnTo>
                  <a:lnTo>
                    <a:pt x="330258" y="37669"/>
                  </a:lnTo>
                  <a:lnTo>
                    <a:pt x="332391" y="36098"/>
                  </a:lnTo>
                  <a:lnTo>
                    <a:pt x="335341" y="33421"/>
                  </a:lnTo>
                  <a:lnTo>
                    <a:pt x="336773" y="31843"/>
                  </a:lnTo>
                  <a:lnTo>
                    <a:pt x="339383" y="31141"/>
                  </a:lnTo>
                  <a:lnTo>
                    <a:pt x="339868" y="30687"/>
                  </a:lnTo>
                  <a:lnTo>
                    <a:pt x="340735" y="29622"/>
                  </a:lnTo>
                  <a:lnTo>
                    <a:pt x="342369" y="28152"/>
                  </a:lnTo>
                  <a:lnTo>
                    <a:pt x="343254" y="27989"/>
                  </a:lnTo>
                  <a:lnTo>
                    <a:pt x="342705" y="31550"/>
                  </a:lnTo>
                  <a:lnTo>
                    <a:pt x="341729" y="35669"/>
                  </a:lnTo>
                  <a:lnTo>
                    <a:pt x="341179" y="36768"/>
                  </a:lnTo>
                  <a:lnTo>
                    <a:pt x="338534" y="36584"/>
                  </a:lnTo>
                  <a:lnTo>
                    <a:pt x="338539" y="37706"/>
                  </a:lnTo>
                  <a:lnTo>
                    <a:pt x="338953" y="39427"/>
                  </a:lnTo>
                  <a:lnTo>
                    <a:pt x="339250" y="40394"/>
                  </a:lnTo>
                  <a:lnTo>
                    <a:pt x="339572" y="41261"/>
                  </a:lnTo>
                  <a:lnTo>
                    <a:pt x="340283" y="42759"/>
                  </a:lnTo>
                  <a:lnTo>
                    <a:pt x="343065" y="46301"/>
                  </a:lnTo>
                  <a:lnTo>
                    <a:pt x="346605" y="50809"/>
                  </a:lnTo>
                  <a:lnTo>
                    <a:pt x="350430" y="55871"/>
                  </a:lnTo>
                  <a:lnTo>
                    <a:pt x="353100" y="59406"/>
                  </a:lnTo>
                  <a:lnTo>
                    <a:pt x="354179" y="61230"/>
                  </a:lnTo>
                  <a:lnTo>
                    <a:pt x="354866" y="62656"/>
                  </a:lnTo>
                  <a:lnTo>
                    <a:pt x="356837" y="67804"/>
                  </a:lnTo>
                  <a:lnTo>
                    <a:pt x="358706" y="72688"/>
                  </a:lnTo>
                  <a:lnTo>
                    <a:pt x="361856" y="81294"/>
                  </a:lnTo>
                  <a:lnTo>
                    <a:pt x="364649" y="89609"/>
                  </a:lnTo>
                  <a:lnTo>
                    <a:pt x="367722" y="98758"/>
                  </a:lnTo>
                  <a:lnTo>
                    <a:pt x="369501" y="104056"/>
                  </a:lnTo>
                  <a:lnTo>
                    <a:pt x="373136" y="115137"/>
                  </a:lnTo>
                  <a:lnTo>
                    <a:pt x="374106" y="118539"/>
                  </a:lnTo>
                  <a:lnTo>
                    <a:pt x="375947" y="124980"/>
                  </a:lnTo>
                  <a:lnTo>
                    <a:pt x="377574" y="131024"/>
                  </a:lnTo>
                  <a:lnTo>
                    <a:pt x="379011" y="136370"/>
                  </a:lnTo>
                  <a:lnTo>
                    <a:pt x="379916" y="136853"/>
                  </a:lnTo>
                  <a:lnTo>
                    <a:pt x="379986" y="135403"/>
                  </a:lnTo>
                  <a:lnTo>
                    <a:pt x="380148" y="134436"/>
                  </a:lnTo>
                  <a:lnTo>
                    <a:pt x="380612" y="133894"/>
                  </a:lnTo>
                  <a:lnTo>
                    <a:pt x="381668" y="132315"/>
                  </a:lnTo>
                  <a:lnTo>
                    <a:pt x="382238" y="131936"/>
                  </a:lnTo>
                  <a:lnTo>
                    <a:pt x="383088" y="132099"/>
                  </a:lnTo>
                  <a:lnTo>
                    <a:pt x="383978" y="131295"/>
                  </a:lnTo>
                  <a:lnTo>
                    <a:pt x="384303" y="129779"/>
                  </a:lnTo>
                  <a:lnTo>
                    <a:pt x="384091" y="126971"/>
                  </a:lnTo>
                  <a:lnTo>
                    <a:pt x="383954" y="125678"/>
                  </a:lnTo>
                  <a:lnTo>
                    <a:pt x="384255" y="124290"/>
                  </a:lnTo>
                  <a:lnTo>
                    <a:pt x="384743" y="123746"/>
                  </a:lnTo>
                  <a:lnTo>
                    <a:pt x="385421" y="123308"/>
                  </a:lnTo>
                  <a:lnTo>
                    <a:pt x="386043" y="123082"/>
                  </a:lnTo>
                  <a:lnTo>
                    <a:pt x="386554" y="121513"/>
                  </a:lnTo>
                  <a:lnTo>
                    <a:pt x="387517" y="121038"/>
                  </a:lnTo>
                  <a:lnTo>
                    <a:pt x="388401" y="121331"/>
                  </a:lnTo>
                  <a:lnTo>
                    <a:pt x="389130" y="121392"/>
                  </a:lnTo>
                  <a:lnTo>
                    <a:pt x="389774" y="122534"/>
                  </a:lnTo>
                  <a:lnTo>
                    <a:pt x="390133" y="124100"/>
                  </a:lnTo>
                  <a:lnTo>
                    <a:pt x="390827" y="124221"/>
                  </a:lnTo>
                  <a:lnTo>
                    <a:pt x="391968" y="124062"/>
                  </a:lnTo>
                  <a:lnTo>
                    <a:pt x="392124" y="125377"/>
                  </a:lnTo>
                  <a:lnTo>
                    <a:pt x="391799" y="127570"/>
                  </a:lnTo>
                  <a:lnTo>
                    <a:pt x="391404" y="129266"/>
                  </a:lnTo>
                  <a:lnTo>
                    <a:pt x="391335" y="130631"/>
                  </a:lnTo>
                  <a:lnTo>
                    <a:pt x="391938" y="131295"/>
                  </a:lnTo>
                  <a:lnTo>
                    <a:pt x="394147" y="130701"/>
                  </a:lnTo>
                  <a:lnTo>
                    <a:pt x="394932" y="130994"/>
                  </a:lnTo>
                  <a:lnTo>
                    <a:pt x="395181" y="132374"/>
                  </a:lnTo>
                  <a:lnTo>
                    <a:pt x="395493" y="133518"/>
                  </a:lnTo>
                  <a:lnTo>
                    <a:pt x="395651" y="134918"/>
                  </a:lnTo>
                  <a:lnTo>
                    <a:pt x="395422" y="136471"/>
                  </a:lnTo>
                  <a:lnTo>
                    <a:pt x="395814" y="137395"/>
                  </a:lnTo>
                  <a:lnTo>
                    <a:pt x="397721" y="137417"/>
                  </a:lnTo>
                  <a:lnTo>
                    <a:pt x="399063" y="136670"/>
                  </a:lnTo>
                  <a:lnTo>
                    <a:pt x="401126" y="136612"/>
                  </a:lnTo>
                  <a:lnTo>
                    <a:pt x="402992" y="138252"/>
                  </a:lnTo>
                  <a:lnTo>
                    <a:pt x="404285" y="137998"/>
                  </a:lnTo>
                  <a:lnTo>
                    <a:pt x="405585" y="137335"/>
                  </a:lnTo>
                  <a:lnTo>
                    <a:pt x="407487" y="137757"/>
                  </a:lnTo>
                  <a:lnTo>
                    <a:pt x="408825" y="136460"/>
                  </a:lnTo>
                  <a:lnTo>
                    <a:pt x="409747" y="134840"/>
                  </a:lnTo>
                  <a:lnTo>
                    <a:pt x="410038" y="133565"/>
                  </a:lnTo>
                  <a:lnTo>
                    <a:pt x="410518" y="132859"/>
                  </a:lnTo>
                  <a:lnTo>
                    <a:pt x="412315" y="132866"/>
                  </a:lnTo>
                  <a:lnTo>
                    <a:pt x="413452" y="132744"/>
                  </a:lnTo>
                  <a:lnTo>
                    <a:pt x="414287" y="130872"/>
                  </a:lnTo>
                  <a:lnTo>
                    <a:pt x="415054" y="130027"/>
                  </a:lnTo>
                  <a:lnTo>
                    <a:pt x="416342" y="129868"/>
                  </a:lnTo>
                  <a:lnTo>
                    <a:pt x="417291" y="129868"/>
                  </a:lnTo>
                  <a:lnTo>
                    <a:pt x="419837" y="131607"/>
                  </a:lnTo>
                  <a:lnTo>
                    <a:pt x="421385" y="133042"/>
                  </a:lnTo>
                  <a:lnTo>
                    <a:pt x="422997" y="135085"/>
                  </a:lnTo>
                  <a:lnTo>
                    <a:pt x="423966" y="136367"/>
                  </a:lnTo>
                  <a:lnTo>
                    <a:pt x="424616" y="139257"/>
                  </a:lnTo>
                  <a:lnTo>
                    <a:pt x="425717" y="141388"/>
                  </a:lnTo>
                  <a:lnTo>
                    <a:pt x="426588" y="143875"/>
                  </a:lnTo>
                  <a:lnTo>
                    <a:pt x="426798" y="146331"/>
                  </a:lnTo>
                  <a:lnTo>
                    <a:pt x="427517" y="150740"/>
                  </a:lnTo>
                  <a:lnTo>
                    <a:pt x="428260" y="152190"/>
                  </a:lnTo>
                  <a:lnTo>
                    <a:pt x="429143" y="152190"/>
                  </a:lnTo>
                  <a:lnTo>
                    <a:pt x="430256" y="152793"/>
                  </a:lnTo>
                  <a:lnTo>
                    <a:pt x="431486" y="153276"/>
                  </a:lnTo>
                  <a:lnTo>
                    <a:pt x="434116" y="156559"/>
                  </a:lnTo>
                  <a:lnTo>
                    <a:pt x="435082" y="156657"/>
                  </a:lnTo>
                  <a:lnTo>
                    <a:pt x="435825" y="157442"/>
                  </a:lnTo>
                  <a:lnTo>
                    <a:pt x="435942" y="158953"/>
                  </a:lnTo>
                  <a:lnTo>
                    <a:pt x="435663" y="160703"/>
                  </a:lnTo>
                  <a:lnTo>
                    <a:pt x="435954" y="162385"/>
                  </a:lnTo>
                  <a:lnTo>
                    <a:pt x="436813" y="164528"/>
                  </a:lnTo>
                  <a:lnTo>
                    <a:pt x="437495" y="166623"/>
                  </a:lnTo>
                  <a:lnTo>
                    <a:pt x="438331" y="169161"/>
                  </a:lnTo>
                  <a:lnTo>
                    <a:pt x="438586" y="170609"/>
                  </a:lnTo>
                  <a:lnTo>
                    <a:pt x="439259" y="171092"/>
                  </a:lnTo>
                  <a:lnTo>
                    <a:pt x="440164" y="170370"/>
                  </a:lnTo>
                  <a:lnTo>
                    <a:pt x="441605" y="170918"/>
                  </a:lnTo>
                  <a:lnTo>
                    <a:pt x="445943" y="172361"/>
                  </a:lnTo>
                  <a:lnTo>
                    <a:pt x="446546" y="172541"/>
                  </a:lnTo>
                  <a:lnTo>
                    <a:pt x="447010" y="174052"/>
                  </a:lnTo>
                  <a:lnTo>
                    <a:pt x="447636" y="173931"/>
                  </a:lnTo>
                  <a:lnTo>
                    <a:pt x="448356" y="173870"/>
                  </a:lnTo>
                  <a:lnTo>
                    <a:pt x="449354" y="174052"/>
                  </a:lnTo>
                  <a:lnTo>
                    <a:pt x="450050" y="172662"/>
                  </a:lnTo>
                  <a:lnTo>
                    <a:pt x="450620" y="171446"/>
                  </a:lnTo>
                  <a:lnTo>
                    <a:pt x="452047" y="169940"/>
                  </a:lnTo>
                  <a:lnTo>
                    <a:pt x="453231" y="167892"/>
                  </a:lnTo>
                  <a:lnTo>
                    <a:pt x="454229" y="166079"/>
                  </a:lnTo>
                  <a:lnTo>
                    <a:pt x="454971" y="165838"/>
                  </a:lnTo>
                  <a:lnTo>
                    <a:pt x="455575" y="166683"/>
                  </a:lnTo>
                  <a:lnTo>
                    <a:pt x="455597" y="168253"/>
                  </a:lnTo>
                  <a:lnTo>
                    <a:pt x="454855" y="169401"/>
                  </a:lnTo>
                  <a:lnTo>
                    <a:pt x="454275" y="170790"/>
                  </a:lnTo>
                  <a:lnTo>
                    <a:pt x="454414" y="172179"/>
                  </a:lnTo>
                  <a:lnTo>
                    <a:pt x="455412" y="172300"/>
                  </a:lnTo>
                  <a:lnTo>
                    <a:pt x="456522" y="174389"/>
                  </a:lnTo>
                  <a:lnTo>
                    <a:pt x="458121" y="179289"/>
                  </a:lnTo>
                  <a:lnTo>
                    <a:pt x="458667" y="180316"/>
                  </a:lnTo>
                  <a:lnTo>
                    <a:pt x="459457" y="181283"/>
                  </a:lnTo>
                  <a:lnTo>
                    <a:pt x="460337" y="181720"/>
                  </a:lnTo>
                  <a:lnTo>
                    <a:pt x="461309" y="182419"/>
                  </a:lnTo>
                  <a:lnTo>
                    <a:pt x="462027" y="18444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3633701" y="3694247"/>
              <a:ext cx="2065" cy="3863"/>
            </a:xfrm>
            <a:custGeom>
              <a:avLst/>
              <a:pathLst>
                <a:path w="2065" h="3863">
                  <a:moveTo>
                    <a:pt x="421" y="3601"/>
                  </a:moveTo>
                  <a:lnTo>
                    <a:pt x="0" y="3863"/>
                  </a:lnTo>
                  <a:lnTo>
                    <a:pt x="217" y="2164"/>
                  </a:lnTo>
                  <a:lnTo>
                    <a:pt x="1461" y="0"/>
                  </a:lnTo>
                  <a:lnTo>
                    <a:pt x="1968" y="487"/>
                  </a:lnTo>
                  <a:lnTo>
                    <a:pt x="2065" y="984"/>
                  </a:lnTo>
                  <a:lnTo>
                    <a:pt x="2038" y="1434"/>
                  </a:lnTo>
                  <a:lnTo>
                    <a:pt x="1826" y="1878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3553562" y="3471778"/>
              <a:ext cx="90661" cy="300947"/>
            </a:xfrm>
            <a:custGeom>
              <a:avLst/>
              <a:pathLst>
                <a:path w="90661" h="300947">
                  <a:moveTo>
                    <a:pt x="90661" y="44753"/>
                  </a:moveTo>
                  <a:lnTo>
                    <a:pt x="89264" y="49957"/>
                  </a:lnTo>
                  <a:lnTo>
                    <a:pt x="87590" y="56196"/>
                  </a:lnTo>
                  <a:lnTo>
                    <a:pt x="84504" y="67685"/>
                  </a:lnTo>
                  <a:lnTo>
                    <a:pt x="82156" y="73731"/>
                  </a:lnTo>
                  <a:lnTo>
                    <a:pt x="80381" y="78300"/>
                  </a:lnTo>
                  <a:lnTo>
                    <a:pt x="80220" y="79121"/>
                  </a:lnTo>
                  <a:lnTo>
                    <a:pt x="80226" y="84213"/>
                  </a:lnTo>
                  <a:lnTo>
                    <a:pt x="80245" y="96664"/>
                  </a:lnTo>
                  <a:lnTo>
                    <a:pt x="80283" y="121568"/>
                  </a:lnTo>
                  <a:lnTo>
                    <a:pt x="80319" y="146471"/>
                  </a:lnTo>
                  <a:lnTo>
                    <a:pt x="80357" y="171372"/>
                  </a:lnTo>
                  <a:lnTo>
                    <a:pt x="80376" y="183824"/>
                  </a:lnTo>
                  <a:lnTo>
                    <a:pt x="80381" y="188008"/>
                  </a:lnTo>
                  <a:lnTo>
                    <a:pt x="81938" y="193243"/>
                  </a:lnTo>
                  <a:lnTo>
                    <a:pt x="83460" y="198356"/>
                  </a:lnTo>
                  <a:lnTo>
                    <a:pt x="85471" y="205123"/>
                  </a:lnTo>
                  <a:lnTo>
                    <a:pt x="86549" y="208750"/>
                  </a:lnTo>
                  <a:lnTo>
                    <a:pt x="86728" y="209959"/>
                  </a:lnTo>
                  <a:lnTo>
                    <a:pt x="86672" y="212386"/>
                  </a:lnTo>
                  <a:lnTo>
                    <a:pt x="85017" y="217459"/>
                  </a:lnTo>
                  <a:lnTo>
                    <a:pt x="83661" y="219765"/>
                  </a:lnTo>
                  <a:lnTo>
                    <a:pt x="81836" y="220867"/>
                  </a:lnTo>
                  <a:lnTo>
                    <a:pt x="81290" y="220656"/>
                  </a:lnTo>
                  <a:lnTo>
                    <a:pt x="80572" y="219929"/>
                  </a:lnTo>
                  <a:lnTo>
                    <a:pt x="80291" y="221147"/>
                  </a:lnTo>
                  <a:lnTo>
                    <a:pt x="80080" y="223043"/>
                  </a:lnTo>
                  <a:lnTo>
                    <a:pt x="79676" y="222645"/>
                  </a:lnTo>
                  <a:lnTo>
                    <a:pt x="79371" y="222085"/>
                  </a:lnTo>
                  <a:lnTo>
                    <a:pt x="79554" y="225452"/>
                  </a:lnTo>
                  <a:lnTo>
                    <a:pt x="79742" y="227115"/>
                  </a:lnTo>
                  <a:lnTo>
                    <a:pt x="79468" y="229365"/>
                  </a:lnTo>
                  <a:lnTo>
                    <a:pt x="78581" y="231328"/>
                  </a:lnTo>
                  <a:lnTo>
                    <a:pt x="78502" y="232984"/>
                  </a:lnTo>
                  <a:lnTo>
                    <a:pt x="76582" y="237330"/>
                  </a:lnTo>
                  <a:lnTo>
                    <a:pt x="73861" y="237809"/>
                  </a:lnTo>
                  <a:lnTo>
                    <a:pt x="72430" y="239964"/>
                  </a:lnTo>
                  <a:lnTo>
                    <a:pt x="71794" y="241730"/>
                  </a:lnTo>
                  <a:lnTo>
                    <a:pt x="71309" y="245591"/>
                  </a:lnTo>
                  <a:lnTo>
                    <a:pt x="71479" y="251507"/>
                  </a:lnTo>
                  <a:lnTo>
                    <a:pt x="70723" y="256060"/>
                  </a:lnTo>
                  <a:lnTo>
                    <a:pt x="70579" y="258343"/>
                  </a:lnTo>
                  <a:lnTo>
                    <a:pt x="69174" y="261301"/>
                  </a:lnTo>
                  <a:lnTo>
                    <a:pt x="68550" y="264013"/>
                  </a:lnTo>
                  <a:lnTo>
                    <a:pt x="68090" y="266772"/>
                  </a:lnTo>
                  <a:lnTo>
                    <a:pt x="67689" y="267981"/>
                  </a:lnTo>
                  <a:lnTo>
                    <a:pt x="67214" y="274165"/>
                  </a:lnTo>
                  <a:lnTo>
                    <a:pt x="66559" y="277919"/>
                  </a:lnTo>
                  <a:lnTo>
                    <a:pt x="66381" y="279163"/>
                  </a:lnTo>
                  <a:lnTo>
                    <a:pt x="66220" y="280288"/>
                  </a:lnTo>
                  <a:lnTo>
                    <a:pt x="65713" y="282493"/>
                  </a:lnTo>
                  <a:lnTo>
                    <a:pt x="65384" y="284008"/>
                  </a:lnTo>
                  <a:lnTo>
                    <a:pt x="65147" y="285004"/>
                  </a:lnTo>
                  <a:lnTo>
                    <a:pt x="63487" y="294624"/>
                  </a:lnTo>
                  <a:lnTo>
                    <a:pt x="62193" y="298970"/>
                  </a:lnTo>
                  <a:lnTo>
                    <a:pt x="61177" y="298471"/>
                  </a:lnTo>
                  <a:lnTo>
                    <a:pt x="60503" y="300153"/>
                  </a:lnTo>
                  <a:lnTo>
                    <a:pt x="60431" y="300947"/>
                  </a:lnTo>
                  <a:lnTo>
                    <a:pt x="60071" y="300499"/>
                  </a:lnTo>
                  <a:lnTo>
                    <a:pt x="59223" y="298912"/>
                  </a:lnTo>
                  <a:lnTo>
                    <a:pt x="57480" y="295646"/>
                  </a:lnTo>
                  <a:lnTo>
                    <a:pt x="55737" y="292379"/>
                  </a:lnTo>
                  <a:lnTo>
                    <a:pt x="53993" y="289113"/>
                  </a:lnTo>
                  <a:lnTo>
                    <a:pt x="52250" y="285849"/>
                  </a:lnTo>
                  <a:lnTo>
                    <a:pt x="50507" y="282582"/>
                  </a:lnTo>
                  <a:lnTo>
                    <a:pt x="48764" y="279316"/>
                  </a:lnTo>
                  <a:lnTo>
                    <a:pt x="47020" y="276049"/>
                  </a:lnTo>
                  <a:lnTo>
                    <a:pt x="45277" y="272783"/>
                  </a:lnTo>
                  <a:lnTo>
                    <a:pt x="44255" y="270867"/>
                  </a:lnTo>
                  <a:lnTo>
                    <a:pt x="43802" y="269736"/>
                  </a:lnTo>
                  <a:lnTo>
                    <a:pt x="43447" y="267479"/>
                  </a:lnTo>
                  <a:lnTo>
                    <a:pt x="43276" y="266919"/>
                  </a:lnTo>
                  <a:lnTo>
                    <a:pt x="42811" y="266209"/>
                  </a:lnTo>
                  <a:lnTo>
                    <a:pt x="42265" y="266053"/>
                  </a:lnTo>
                  <a:lnTo>
                    <a:pt x="42108" y="265626"/>
                  </a:lnTo>
                  <a:lnTo>
                    <a:pt x="42113" y="264538"/>
                  </a:lnTo>
                  <a:lnTo>
                    <a:pt x="42303" y="262972"/>
                  </a:lnTo>
                  <a:lnTo>
                    <a:pt x="42944" y="259973"/>
                  </a:lnTo>
                  <a:lnTo>
                    <a:pt x="43014" y="258213"/>
                  </a:lnTo>
                  <a:lnTo>
                    <a:pt x="42887" y="256211"/>
                  </a:lnTo>
                  <a:lnTo>
                    <a:pt x="42687" y="253007"/>
                  </a:lnTo>
                  <a:lnTo>
                    <a:pt x="42513" y="252280"/>
                  </a:lnTo>
                  <a:lnTo>
                    <a:pt x="41358" y="250601"/>
                  </a:lnTo>
                  <a:lnTo>
                    <a:pt x="38937" y="247086"/>
                  </a:lnTo>
                  <a:lnTo>
                    <a:pt x="36517" y="243568"/>
                  </a:lnTo>
                  <a:lnTo>
                    <a:pt x="34096" y="240054"/>
                  </a:lnTo>
                  <a:lnTo>
                    <a:pt x="31675" y="236536"/>
                  </a:lnTo>
                  <a:lnTo>
                    <a:pt x="29255" y="233019"/>
                  </a:lnTo>
                  <a:lnTo>
                    <a:pt x="26833" y="229504"/>
                  </a:lnTo>
                  <a:lnTo>
                    <a:pt x="24414" y="225989"/>
                  </a:lnTo>
                  <a:lnTo>
                    <a:pt x="21994" y="222471"/>
                  </a:lnTo>
                  <a:lnTo>
                    <a:pt x="19573" y="218954"/>
                  </a:lnTo>
                  <a:lnTo>
                    <a:pt x="17152" y="215439"/>
                  </a:lnTo>
                  <a:lnTo>
                    <a:pt x="14733" y="211922"/>
                  </a:lnTo>
                  <a:lnTo>
                    <a:pt x="12312" y="208404"/>
                  </a:lnTo>
                  <a:lnTo>
                    <a:pt x="9891" y="204889"/>
                  </a:lnTo>
                  <a:lnTo>
                    <a:pt x="7470" y="201372"/>
                  </a:lnTo>
                  <a:lnTo>
                    <a:pt x="5050" y="197857"/>
                  </a:lnTo>
                  <a:lnTo>
                    <a:pt x="2630" y="194339"/>
                  </a:lnTo>
                  <a:lnTo>
                    <a:pt x="1721" y="193018"/>
                  </a:lnTo>
                  <a:lnTo>
                    <a:pt x="901" y="191901"/>
                  </a:lnTo>
                  <a:lnTo>
                    <a:pt x="36" y="191901"/>
                  </a:lnTo>
                  <a:lnTo>
                    <a:pt x="0" y="186865"/>
                  </a:lnTo>
                  <a:lnTo>
                    <a:pt x="277" y="174047"/>
                  </a:lnTo>
                  <a:lnTo>
                    <a:pt x="243" y="162793"/>
                  </a:lnTo>
                  <a:lnTo>
                    <a:pt x="490" y="157156"/>
                  </a:lnTo>
                  <a:lnTo>
                    <a:pt x="1558" y="153588"/>
                  </a:lnTo>
                  <a:lnTo>
                    <a:pt x="2050" y="150990"/>
                  </a:lnTo>
                  <a:lnTo>
                    <a:pt x="2404" y="147365"/>
                  </a:lnTo>
                  <a:lnTo>
                    <a:pt x="2963" y="144409"/>
                  </a:lnTo>
                  <a:lnTo>
                    <a:pt x="4230" y="142008"/>
                  </a:lnTo>
                  <a:lnTo>
                    <a:pt x="4457" y="140684"/>
                  </a:lnTo>
                  <a:lnTo>
                    <a:pt x="5800" y="136664"/>
                  </a:lnTo>
                  <a:lnTo>
                    <a:pt x="6605" y="131497"/>
                  </a:lnTo>
                  <a:lnTo>
                    <a:pt x="7213" y="129741"/>
                  </a:lnTo>
                  <a:lnTo>
                    <a:pt x="7970" y="128119"/>
                  </a:lnTo>
                  <a:lnTo>
                    <a:pt x="8506" y="127267"/>
                  </a:lnTo>
                  <a:lnTo>
                    <a:pt x="9388" y="126411"/>
                  </a:lnTo>
                  <a:lnTo>
                    <a:pt x="10079" y="125925"/>
                  </a:lnTo>
                  <a:lnTo>
                    <a:pt x="10204" y="125517"/>
                  </a:lnTo>
                  <a:lnTo>
                    <a:pt x="10263" y="124680"/>
                  </a:lnTo>
                  <a:lnTo>
                    <a:pt x="10033" y="121480"/>
                  </a:lnTo>
                  <a:lnTo>
                    <a:pt x="10328" y="120429"/>
                  </a:lnTo>
                  <a:lnTo>
                    <a:pt x="10798" y="118292"/>
                  </a:lnTo>
                  <a:lnTo>
                    <a:pt x="11336" y="116298"/>
                  </a:lnTo>
                  <a:lnTo>
                    <a:pt x="11823" y="115034"/>
                  </a:lnTo>
                  <a:lnTo>
                    <a:pt x="12096" y="113732"/>
                  </a:lnTo>
                  <a:lnTo>
                    <a:pt x="12223" y="111478"/>
                  </a:lnTo>
                  <a:lnTo>
                    <a:pt x="12243" y="109882"/>
                  </a:lnTo>
                  <a:lnTo>
                    <a:pt x="12235" y="107274"/>
                  </a:lnTo>
                  <a:lnTo>
                    <a:pt x="12082" y="101349"/>
                  </a:lnTo>
                  <a:lnTo>
                    <a:pt x="11514" y="96392"/>
                  </a:lnTo>
                  <a:lnTo>
                    <a:pt x="11162" y="90844"/>
                  </a:lnTo>
                  <a:lnTo>
                    <a:pt x="11420" y="89019"/>
                  </a:lnTo>
                  <a:lnTo>
                    <a:pt x="10971" y="85768"/>
                  </a:lnTo>
                  <a:lnTo>
                    <a:pt x="10749" y="85589"/>
                  </a:lnTo>
                  <a:lnTo>
                    <a:pt x="10384" y="84878"/>
                  </a:lnTo>
                  <a:lnTo>
                    <a:pt x="9918" y="81816"/>
                  </a:lnTo>
                  <a:lnTo>
                    <a:pt x="9566" y="79019"/>
                  </a:lnTo>
                  <a:lnTo>
                    <a:pt x="9348" y="78315"/>
                  </a:lnTo>
                  <a:lnTo>
                    <a:pt x="7825" y="75868"/>
                  </a:lnTo>
                  <a:lnTo>
                    <a:pt x="7069" y="70099"/>
                  </a:lnTo>
                  <a:lnTo>
                    <a:pt x="6221" y="68814"/>
                  </a:lnTo>
                  <a:lnTo>
                    <a:pt x="5759" y="63080"/>
                  </a:lnTo>
                  <a:lnTo>
                    <a:pt x="5671" y="61449"/>
                  </a:lnTo>
                  <a:lnTo>
                    <a:pt x="6152" y="55730"/>
                  </a:lnTo>
                  <a:lnTo>
                    <a:pt x="6105" y="54420"/>
                  </a:lnTo>
                  <a:lnTo>
                    <a:pt x="5596" y="53211"/>
                  </a:lnTo>
                  <a:lnTo>
                    <a:pt x="4168" y="51980"/>
                  </a:lnTo>
                  <a:lnTo>
                    <a:pt x="3009" y="49621"/>
                  </a:lnTo>
                  <a:lnTo>
                    <a:pt x="3159" y="48797"/>
                  </a:lnTo>
                  <a:lnTo>
                    <a:pt x="3244" y="47943"/>
                  </a:lnTo>
                  <a:lnTo>
                    <a:pt x="2634" y="47370"/>
                  </a:lnTo>
                  <a:lnTo>
                    <a:pt x="863" y="37588"/>
                  </a:lnTo>
                  <a:lnTo>
                    <a:pt x="3143" y="31711"/>
                  </a:lnTo>
                  <a:lnTo>
                    <a:pt x="5452" y="25755"/>
                  </a:lnTo>
                  <a:lnTo>
                    <a:pt x="8401" y="18225"/>
                  </a:lnTo>
                  <a:lnTo>
                    <a:pt x="11109" y="11308"/>
                  </a:lnTo>
                  <a:lnTo>
                    <a:pt x="13450" y="5331"/>
                  </a:lnTo>
                  <a:lnTo>
                    <a:pt x="15538" y="0"/>
                  </a:lnTo>
                  <a:lnTo>
                    <a:pt x="15487" y="1015"/>
                  </a:lnTo>
                  <a:lnTo>
                    <a:pt x="15496" y="2370"/>
                  </a:lnTo>
                  <a:lnTo>
                    <a:pt x="15756" y="3197"/>
                  </a:lnTo>
                  <a:lnTo>
                    <a:pt x="16184" y="3764"/>
                  </a:lnTo>
                  <a:lnTo>
                    <a:pt x="16782" y="3165"/>
                  </a:lnTo>
                  <a:lnTo>
                    <a:pt x="17306" y="2334"/>
                  </a:lnTo>
                  <a:lnTo>
                    <a:pt x="17812" y="2162"/>
                  </a:lnTo>
                  <a:lnTo>
                    <a:pt x="20951" y="4381"/>
                  </a:lnTo>
                  <a:lnTo>
                    <a:pt x="21477" y="6315"/>
                  </a:lnTo>
                  <a:lnTo>
                    <a:pt x="21444" y="8397"/>
                  </a:lnTo>
                  <a:lnTo>
                    <a:pt x="21578" y="9909"/>
                  </a:lnTo>
                  <a:lnTo>
                    <a:pt x="21340" y="11427"/>
                  </a:lnTo>
                  <a:lnTo>
                    <a:pt x="21077" y="16009"/>
                  </a:lnTo>
                  <a:lnTo>
                    <a:pt x="21156" y="20219"/>
                  </a:lnTo>
                  <a:lnTo>
                    <a:pt x="22093" y="23333"/>
                  </a:lnTo>
                  <a:lnTo>
                    <a:pt x="22936" y="25780"/>
                  </a:lnTo>
                  <a:lnTo>
                    <a:pt x="23604" y="29208"/>
                  </a:lnTo>
                  <a:lnTo>
                    <a:pt x="24095" y="30263"/>
                  </a:lnTo>
                  <a:lnTo>
                    <a:pt x="24776" y="30807"/>
                  </a:lnTo>
                  <a:lnTo>
                    <a:pt x="26933" y="30954"/>
                  </a:lnTo>
                  <a:lnTo>
                    <a:pt x="30126" y="31175"/>
                  </a:lnTo>
                  <a:lnTo>
                    <a:pt x="33199" y="31385"/>
                  </a:lnTo>
                  <a:lnTo>
                    <a:pt x="33478" y="31468"/>
                  </a:lnTo>
                  <a:lnTo>
                    <a:pt x="34129" y="31936"/>
                  </a:lnTo>
                  <a:lnTo>
                    <a:pt x="36957" y="36574"/>
                  </a:lnTo>
                  <a:lnTo>
                    <a:pt x="39545" y="40820"/>
                  </a:lnTo>
                  <a:lnTo>
                    <a:pt x="41736" y="44511"/>
                  </a:lnTo>
                  <a:lnTo>
                    <a:pt x="43864" y="48095"/>
                  </a:lnTo>
                  <a:lnTo>
                    <a:pt x="45931" y="51579"/>
                  </a:lnTo>
                  <a:lnTo>
                    <a:pt x="47535" y="54472"/>
                  </a:lnTo>
                  <a:lnTo>
                    <a:pt x="49115" y="55353"/>
                  </a:lnTo>
                  <a:lnTo>
                    <a:pt x="51685" y="55772"/>
                  </a:lnTo>
                  <a:lnTo>
                    <a:pt x="53461" y="55912"/>
                  </a:lnTo>
                  <a:lnTo>
                    <a:pt x="55105" y="57127"/>
                  </a:lnTo>
                  <a:lnTo>
                    <a:pt x="57546" y="58261"/>
                  </a:lnTo>
                  <a:lnTo>
                    <a:pt x="59369" y="58844"/>
                  </a:lnTo>
                  <a:lnTo>
                    <a:pt x="60473" y="59497"/>
                  </a:lnTo>
                  <a:lnTo>
                    <a:pt x="63527" y="60167"/>
                  </a:lnTo>
                  <a:lnTo>
                    <a:pt x="64031" y="59780"/>
                  </a:lnTo>
                  <a:lnTo>
                    <a:pt x="65379" y="56570"/>
                  </a:lnTo>
                  <a:lnTo>
                    <a:pt x="66887" y="51357"/>
                  </a:lnTo>
                  <a:lnTo>
                    <a:pt x="67476" y="48484"/>
                  </a:lnTo>
                  <a:lnTo>
                    <a:pt x="69429" y="45633"/>
                  </a:lnTo>
                  <a:lnTo>
                    <a:pt x="72856" y="41651"/>
                  </a:lnTo>
                  <a:lnTo>
                    <a:pt x="75272" y="38846"/>
                  </a:lnTo>
                  <a:lnTo>
                    <a:pt x="77957" y="36027"/>
                  </a:lnTo>
                  <a:lnTo>
                    <a:pt x="79177" y="38471"/>
                  </a:lnTo>
                  <a:lnTo>
                    <a:pt x="80859" y="42397"/>
                  </a:lnTo>
                  <a:lnTo>
                    <a:pt x="81614" y="44333"/>
                  </a:lnTo>
                  <a:lnTo>
                    <a:pt x="82218" y="45189"/>
                  </a:lnTo>
                  <a:lnTo>
                    <a:pt x="83132" y="45763"/>
                  </a:lnTo>
                  <a:lnTo>
                    <a:pt x="84245" y="45777"/>
                  </a:lnTo>
                  <a:lnTo>
                    <a:pt x="84853" y="45685"/>
                  </a:lnTo>
                  <a:lnTo>
                    <a:pt x="86096" y="45180"/>
                  </a:lnTo>
                  <a:lnTo>
                    <a:pt x="89000" y="44714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3954740" y="2356358"/>
              <a:ext cx="125104" cy="119167"/>
            </a:xfrm>
            <a:custGeom>
              <a:avLst/>
              <a:pathLst>
                <a:path w="125104" h="119167">
                  <a:moveTo>
                    <a:pt x="124685" y="31036"/>
                  </a:moveTo>
                  <a:lnTo>
                    <a:pt x="124911" y="32815"/>
                  </a:lnTo>
                  <a:lnTo>
                    <a:pt x="125104" y="34884"/>
                  </a:lnTo>
                  <a:lnTo>
                    <a:pt x="124978" y="35367"/>
                  </a:lnTo>
                  <a:lnTo>
                    <a:pt x="124763" y="35694"/>
                  </a:lnTo>
                  <a:lnTo>
                    <a:pt x="121282" y="36209"/>
                  </a:lnTo>
                  <a:lnTo>
                    <a:pt x="120496" y="36777"/>
                  </a:lnTo>
                  <a:lnTo>
                    <a:pt x="119652" y="39640"/>
                  </a:lnTo>
                  <a:lnTo>
                    <a:pt x="116675" y="41941"/>
                  </a:lnTo>
                  <a:lnTo>
                    <a:pt x="114977" y="43121"/>
                  </a:lnTo>
                  <a:lnTo>
                    <a:pt x="114286" y="43069"/>
                  </a:lnTo>
                  <a:lnTo>
                    <a:pt x="112638" y="44951"/>
                  </a:lnTo>
                  <a:lnTo>
                    <a:pt x="108029" y="49651"/>
                  </a:lnTo>
                  <a:lnTo>
                    <a:pt x="105765" y="52621"/>
                  </a:lnTo>
                  <a:lnTo>
                    <a:pt x="104626" y="53863"/>
                  </a:lnTo>
                  <a:lnTo>
                    <a:pt x="103712" y="55219"/>
                  </a:lnTo>
                  <a:lnTo>
                    <a:pt x="103558" y="56591"/>
                  </a:lnTo>
                  <a:lnTo>
                    <a:pt x="103529" y="57884"/>
                  </a:lnTo>
                  <a:lnTo>
                    <a:pt x="100999" y="63966"/>
                  </a:lnTo>
                  <a:lnTo>
                    <a:pt x="99102" y="64703"/>
                  </a:lnTo>
                  <a:lnTo>
                    <a:pt x="97499" y="64557"/>
                  </a:lnTo>
                  <a:lnTo>
                    <a:pt x="96410" y="65482"/>
                  </a:lnTo>
                  <a:lnTo>
                    <a:pt x="94847" y="66414"/>
                  </a:lnTo>
                  <a:lnTo>
                    <a:pt x="91466" y="65776"/>
                  </a:lnTo>
                  <a:lnTo>
                    <a:pt x="90309" y="65883"/>
                  </a:lnTo>
                  <a:lnTo>
                    <a:pt x="88090" y="65043"/>
                  </a:lnTo>
                  <a:lnTo>
                    <a:pt x="87194" y="65486"/>
                  </a:lnTo>
                  <a:lnTo>
                    <a:pt x="86243" y="66723"/>
                  </a:lnTo>
                  <a:lnTo>
                    <a:pt x="84930" y="71575"/>
                  </a:lnTo>
                  <a:lnTo>
                    <a:pt x="84394" y="72712"/>
                  </a:lnTo>
                  <a:lnTo>
                    <a:pt x="84152" y="73817"/>
                  </a:lnTo>
                  <a:lnTo>
                    <a:pt x="83951" y="76178"/>
                  </a:lnTo>
                  <a:lnTo>
                    <a:pt x="83449" y="78674"/>
                  </a:lnTo>
                  <a:lnTo>
                    <a:pt x="82801" y="80643"/>
                  </a:lnTo>
                  <a:lnTo>
                    <a:pt x="82339" y="82467"/>
                  </a:lnTo>
                  <a:lnTo>
                    <a:pt x="81387" y="84232"/>
                  </a:lnTo>
                  <a:lnTo>
                    <a:pt x="80503" y="85341"/>
                  </a:lnTo>
                  <a:lnTo>
                    <a:pt x="79819" y="83021"/>
                  </a:lnTo>
                  <a:lnTo>
                    <a:pt x="79226" y="83682"/>
                  </a:lnTo>
                  <a:lnTo>
                    <a:pt x="78665" y="84625"/>
                  </a:lnTo>
                  <a:lnTo>
                    <a:pt x="77594" y="84298"/>
                  </a:lnTo>
                  <a:lnTo>
                    <a:pt x="76935" y="84774"/>
                  </a:lnTo>
                  <a:lnTo>
                    <a:pt x="75432" y="86790"/>
                  </a:lnTo>
                  <a:lnTo>
                    <a:pt x="73220" y="86713"/>
                  </a:lnTo>
                  <a:lnTo>
                    <a:pt x="72979" y="86021"/>
                  </a:lnTo>
                  <a:lnTo>
                    <a:pt x="72541" y="80485"/>
                  </a:lnTo>
                  <a:lnTo>
                    <a:pt x="72157" y="77863"/>
                  </a:lnTo>
                  <a:lnTo>
                    <a:pt x="71839" y="77276"/>
                  </a:lnTo>
                  <a:lnTo>
                    <a:pt x="71445" y="77206"/>
                  </a:lnTo>
                  <a:lnTo>
                    <a:pt x="68267" y="81558"/>
                  </a:lnTo>
                  <a:lnTo>
                    <a:pt x="66795" y="82331"/>
                  </a:lnTo>
                  <a:lnTo>
                    <a:pt x="65582" y="82467"/>
                  </a:lnTo>
                  <a:lnTo>
                    <a:pt x="64005" y="81167"/>
                  </a:lnTo>
                  <a:lnTo>
                    <a:pt x="63659" y="81489"/>
                  </a:lnTo>
                  <a:lnTo>
                    <a:pt x="63386" y="82193"/>
                  </a:lnTo>
                  <a:lnTo>
                    <a:pt x="63274" y="83087"/>
                  </a:lnTo>
                  <a:lnTo>
                    <a:pt x="63734" y="85556"/>
                  </a:lnTo>
                  <a:lnTo>
                    <a:pt x="63606" y="86042"/>
                  </a:lnTo>
                  <a:lnTo>
                    <a:pt x="62894" y="86002"/>
                  </a:lnTo>
                  <a:lnTo>
                    <a:pt x="61896" y="86572"/>
                  </a:lnTo>
                  <a:lnTo>
                    <a:pt x="61137" y="87707"/>
                  </a:lnTo>
                  <a:lnTo>
                    <a:pt x="58853" y="91695"/>
                  </a:lnTo>
                  <a:lnTo>
                    <a:pt x="56931" y="93030"/>
                  </a:lnTo>
                  <a:lnTo>
                    <a:pt x="55142" y="93554"/>
                  </a:lnTo>
                  <a:lnTo>
                    <a:pt x="54408" y="93995"/>
                  </a:lnTo>
                  <a:lnTo>
                    <a:pt x="54080" y="94476"/>
                  </a:lnTo>
                  <a:lnTo>
                    <a:pt x="53480" y="96376"/>
                  </a:lnTo>
                  <a:lnTo>
                    <a:pt x="52864" y="99357"/>
                  </a:lnTo>
                  <a:lnTo>
                    <a:pt x="52543" y="100812"/>
                  </a:lnTo>
                  <a:lnTo>
                    <a:pt x="52306" y="101655"/>
                  </a:lnTo>
                  <a:lnTo>
                    <a:pt x="52355" y="102757"/>
                  </a:lnTo>
                  <a:lnTo>
                    <a:pt x="52841" y="104184"/>
                  </a:lnTo>
                  <a:lnTo>
                    <a:pt x="53206" y="107377"/>
                  </a:lnTo>
                  <a:lnTo>
                    <a:pt x="53121" y="108204"/>
                  </a:lnTo>
                  <a:lnTo>
                    <a:pt x="52730" y="109540"/>
                  </a:lnTo>
                  <a:lnTo>
                    <a:pt x="52165" y="110850"/>
                  </a:lnTo>
                  <a:lnTo>
                    <a:pt x="50947" y="111640"/>
                  </a:lnTo>
                  <a:lnTo>
                    <a:pt x="49992" y="112035"/>
                  </a:lnTo>
                  <a:lnTo>
                    <a:pt x="49356" y="111776"/>
                  </a:lnTo>
                  <a:lnTo>
                    <a:pt x="48162" y="111689"/>
                  </a:lnTo>
                  <a:lnTo>
                    <a:pt x="47219" y="112217"/>
                  </a:lnTo>
                  <a:lnTo>
                    <a:pt x="46637" y="113114"/>
                  </a:lnTo>
                  <a:lnTo>
                    <a:pt x="45488" y="114231"/>
                  </a:lnTo>
                  <a:lnTo>
                    <a:pt x="44061" y="114604"/>
                  </a:lnTo>
                  <a:lnTo>
                    <a:pt x="42245" y="114747"/>
                  </a:lnTo>
                  <a:lnTo>
                    <a:pt x="41371" y="114649"/>
                  </a:lnTo>
                  <a:lnTo>
                    <a:pt x="38731" y="113893"/>
                  </a:lnTo>
                  <a:lnTo>
                    <a:pt x="37862" y="114153"/>
                  </a:lnTo>
                  <a:lnTo>
                    <a:pt x="37031" y="114739"/>
                  </a:lnTo>
                  <a:lnTo>
                    <a:pt x="35526" y="115345"/>
                  </a:lnTo>
                  <a:lnTo>
                    <a:pt x="34726" y="117210"/>
                  </a:lnTo>
                  <a:lnTo>
                    <a:pt x="34301" y="118926"/>
                  </a:lnTo>
                  <a:lnTo>
                    <a:pt x="34076" y="119167"/>
                  </a:lnTo>
                  <a:lnTo>
                    <a:pt x="33138" y="117594"/>
                  </a:lnTo>
                  <a:lnTo>
                    <a:pt x="32420" y="116119"/>
                  </a:lnTo>
                  <a:lnTo>
                    <a:pt x="31950" y="114893"/>
                  </a:lnTo>
                  <a:lnTo>
                    <a:pt x="31362" y="114929"/>
                  </a:lnTo>
                  <a:lnTo>
                    <a:pt x="29261" y="117155"/>
                  </a:lnTo>
                  <a:lnTo>
                    <a:pt x="28950" y="117085"/>
                  </a:lnTo>
                  <a:lnTo>
                    <a:pt x="28349" y="116239"/>
                  </a:lnTo>
                  <a:lnTo>
                    <a:pt x="28459" y="114137"/>
                  </a:lnTo>
                  <a:lnTo>
                    <a:pt x="28424" y="112800"/>
                  </a:lnTo>
                  <a:lnTo>
                    <a:pt x="27747" y="112088"/>
                  </a:lnTo>
                  <a:lnTo>
                    <a:pt x="26312" y="111911"/>
                  </a:lnTo>
                  <a:lnTo>
                    <a:pt x="25824" y="111150"/>
                  </a:lnTo>
                  <a:lnTo>
                    <a:pt x="25853" y="110019"/>
                  </a:lnTo>
                  <a:lnTo>
                    <a:pt x="25984" y="108933"/>
                  </a:lnTo>
                  <a:lnTo>
                    <a:pt x="25821" y="108096"/>
                  </a:lnTo>
                  <a:lnTo>
                    <a:pt x="25449" y="107461"/>
                  </a:lnTo>
                  <a:lnTo>
                    <a:pt x="24700" y="107633"/>
                  </a:lnTo>
                  <a:lnTo>
                    <a:pt x="23839" y="108494"/>
                  </a:lnTo>
                  <a:lnTo>
                    <a:pt x="23207" y="109481"/>
                  </a:lnTo>
                  <a:lnTo>
                    <a:pt x="22411" y="109938"/>
                  </a:lnTo>
                  <a:lnTo>
                    <a:pt x="21450" y="110123"/>
                  </a:lnTo>
                  <a:lnTo>
                    <a:pt x="20847" y="110719"/>
                  </a:lnTo>
                  <a:lnTo>
                    <a:pt x="20164" y="113128"/>
                  </a:lnTo>
                  <a:lnTo>
                    <a:pt x="17830" y="113635"/>
                  </a:lnTo>
                  <a:lnTo>
                    <a:pt x="17078" y="113087"/>
                  </a:lnTo>
                  <a:lnTo>
                    <a:pt x="16459" y="111373"/>
                  </a:lnTo>
                  <a:lnTo>
                    <a:pt x="15655" y="108621"/>
                  </a:lnTo>
                  <a:lnTo>
                    <a:pt x="15203" y="108282"/>
                  </a:lnTo>
                  <a:lnTo>
                    <a:pt x="14444" y="107943"/>
                  </a:lnTo>
                  <a:lnTo>
                    <a:pt x="13206" y="108104"/>
                  </a:lnTo>
                  <a:lnTo>
                    <a:pt x="11534" y="109264"/>
                  </a:lnTo>
                  <a:lnTo>
                    <a:pt x="11130" y="108308"/>
                  </a:lnTo>
                  <a:lnTo>
                    <a:pt x="10696" y="108037"/>
                  </a:lnTo>
                  <a:lnTo>
                    <a:pt x="10307" y="108823"/>
                  </a:lnTo>
                  <a:lnTo>
                    <a:pt x="9908" y="108734"/>
                  </a:lnTo>
                  <a:lnTo>
                    <a:pt x="8253" y="108956"/>
                  </a:lnTo>
                  <a:lnTo>
                    <a:pt x="6165" y="108848"/>
                  </a:lnTo>
                  <a:lnTo>
                    <a:pt x="4972" y="108311"/>
                  </a:lnTo>
                  <a:lnTo>
                    <a:pt x="4198" y="108344"/>
                  </a:lnTo>
                  <a:lnTo>
                    <a:pt x="2659" y="109576"/>
                  </a:lnTo>
                  <a:lnTo>
                    <a:pt x="1844" y="109565"/>
                  </a:lnTo>
                  <a:lnTo>
                    <a:pt x="778" y="109791"/>
                  </a:lnTo>
                  <a:lnTo>
                    <a:pt x="581" y="105623"/>
                  </a:lnTo>
                  <a:lnTo>
                    <a:pt x="0" y="102809"/>
                  </a:lnTo>
                  <a:lnTo>
                    <a:pt x="177" y="100859"/>
                  </a:lnTo>
                  <a:lnTo>
                    <a:pt x="564" y="98179"/>
                  </a:lnTo>
                  <a:lnTo>
                    <a:pt x="887" y="96679"/>
                  </a:lnTo>
                  <a:lnTo>
                    <a:pt x="1547" y="97314"/>
                  </a:lnTo>
                  <a:lnTo>
                    <a:pt x="2303" y="98416"/>
                  </a:lnTo>
                  <a:lnTo>
                    <a:pt x="2806" y="98122"/>
                  </a:lnTo>
                  <a:lnTo>
                    <a:pt x="2938" y="97214"/>
                  </a:lnTo>
                  <a:lnTo>
                    <a:pt x="2746" y="96027"/>
                  </a:lnTo>
                  <a:lnTo>
                    <a:pt x="2721" y="95136"/>
                  </a:lnTo>
                  <a:lnTo>
                    <a:pt x="3004" y="93966"/>
                  </a:lnTo>
                  <a:lnTo>
                    <a:pt x="3419" y="92874"/>
                  </a:lnTo>
                  <a:lnTo>
                    <a:pt x="6088" y="91081"/>
                  </a:lnTo>
                  <a:lnTo>
                    <a:pt x="8376" y="89773"/>
                  </a:lnTo>
                  <a:lnTo>
                    <a:pt x="9565" y="90645"/>
                  </a:lnTo>
                  <a:lnTo>
                    <a:pt x="11869" y="92652"/>
                  </a:lnTo>
                  <a:lnTo>
                    <a:pt x="13056" y="93685"/>
                  </a:lnTo>
                  <a:lnTo>
                    <a:pt x="13879" y="94295"/>
                  </a:lnTo>
                  <a:lnTo>
                    <a:pt x="14603" y="97230"/>
                  </a:lnTo>
                  <a:lnTo>
                    <a:pt x="15077" y="97094"/>
                  </a:lnTo>
                  <a:lnTo>
                    <a:pt x="15558" y="96503"/>
                  </a:lnTo>
                  <a:lnTo>
                    <a:pt x="15841" y="95780"/>
                  </a:lnTo>
                  <a:lnTo>
                    <a:pt x="16070" y="93284"/>
                  </a:lnTo>
                  <a:lnTo>
                    <a:pt x="17140" y="91874"/>
                  </a:lnTo>
                  <a:lnTo>
                    <a:pt x="19500" y="90206"/>
                  </a:lnTo>
                  <a:lnTo>
                    <a:pt x="19665" y="89230"/>
                  </a:lnTo>
                  <a:lnTo>
                    <a:pt x="19632" y="88691"/>
                  </a:lnTo>
                  <a:lnTo>
                    <a:pt x="20002" y="88218"/>
                  </a:lnTo>
                  <a:lnTo>
                    <a:pt x="21182" y="87735"/>
                  </a:lnTo>
                  <a:lnTo>
                    <a:pt x="23569" y="87272"/>
                  </a:lnTo>
                  <a:lnTo>
                    <a:pt x="24380" y="87618"/>
                  </a:lnTo>
                  <a:lnTo>
                    <a:pt x="25303" y="88599"/>
                  </a:lnTo>
                  <a:lnTo>
                    <a:pt x="26018" y="89574"/>
                  </a:lnTo>
                  <a:lnTo>
                    <a:pt x="26700" y="89537"/>
                  </a:lnTo>
                  <a:lnTo>
                    <a:pt x="27261" y="89333"/>
                  </a:lnTo>
                  <a:lnTo>
                    <a:pt x="27500" y="89603"/>
                  </a:lnTo>
                  <a:lnTo>
                    <a:pt x="27681" y="90472"/>
                  </a:lnTo>
                  <a:lnTo>
                    <a:pt x="27972" y="91248"/>
                  </a:lnTo>
                  <a:lnTo>
                    <a:pt x="28883" y="90193"/>
                  </a:lnTo>
                  <a:lnTo>
                    <a:pt x="29709" y="88826"/>
                  </a:lnTo>
                  <a:lnTo>
                    <a:pt x="30360" y="88629"/>
                  </a:lnTo>
                  <a:lnTo>
                    <a:pt x="30961" y="88108"/>
                  </a:lnTo>
                  <a:lnTo>
                    <a:pt x="31136" y="87195"/>
                  </a:lnTo>
                  <a:lnTo>
                    <a:pt x="31607" y="85682"/>
                  </a:lnTo>
                  <a:lnTo>
                    <a:pt x="32955" y="82789"/>
                  </a:lnTo>
                  <a:lnTo>
                    <a:pt x="33654" y="82321"/>
                  </a:lnTo>
                  <a:lnTo>
                    <a:pt x="34108" y="82323"/>
                  </a:lnTo>
                  <a:lnTo>
                    <a:pt x="34129" y="82789"/>
                  </a:lnTo>
                  <a:lnTo>
                    <a:pt x="34349" y="83214"/>
                  </a:lnTo>
                  <a:lnTo>
                    <a:pt x="35526" y="83881"/>
                  </a:lnTo>
                  <a:lnTo>
                    <a:pt x="35884" y="83121"/>
                  </a:lnTo>
                  <a:lnTo>
                    <a:pt x="36074" y="82066"/>
                  </a:lnTo>
                  <a:lnTo>
                    <a:pt x="35663" y="80392"/>
                  </a:lnTo>
                  <a:lnTo>
                    <a:pt x="35655" y="79691"/>
                  </a:lnTo>
                  <a:lnTo>
                    <a:pt x="35809" y="79050"/>
                  </a:lnTo>
                  <a:lnTo>
                    <a:pt x="36030" y="78668"/>
                  </a:lnTo>
                  <a:lnTo>
                    <a:pt x="37908" y="80255"/>
                  </a:lnTo>
                  <a:lnTo>
                    <a:pt x="38324" y="80223"/>
                  </a:lnTo>
                  <a:lnTo>
                    <a:pt x="39181" y="79332"/>
                  </a:lnTo>
                  <a:lnTo>
                    <a:pt x="39968" y="77763"/>
                  </a:lnTo>
                  <a:lnTo>
                    <a:pt x="40251" y="76531"/>
                  </a:lnTo>
                  <a:lnTo>
                    <a:pt x="44102" y="72523"/>
                  </a:lnTo>
                  <a:lnTo>
                    <a:pt x="44375" y="71796"/>
                  </a:lnTo>
                  <a:lnTo>
                    <a:pt x="44320" y="71268"/>
                  </a:lnTo>
                  <a:lnTo>
                    <a:pt x="42707" y="70334"/>
                  </a:lnTo>
                  <a:lnTo>
                    <a:pt x="41979" y="70857"/>
                  </a:lnTo>
                  <a:lnTo>
                    <a:pt x="41305" y="70859"/>
                  </a:lnTo>
                  <a:lnTo>
                    <a:pt x="40900" y="70274"/>
                  </a:lnTo>
                  <a:lnTo>
                    <a:pt x="38940" y="70044"/>
                  </a:lnTo>
                  <a:lnTo>
                    <a:pt x="38509" y="69634"/>
                  </a:lnTo>
                  <a:lnTo>
                    <a:pt x="37210" y="66742"/>
                  </a:lnTo>
                  <a:lnTo>
                    <a:pt x="36317" y="65641"/>
                  </a:lnTo>
                  <a:lnTo>
                    <a:pt x="35598" y="64916"/>
                  </a:lnTo>
                  <a:lnTo>
                    <a:pt x="34813" y="65020"/>
                  </a:lnTo>
                  <a:lnTo>
                    <a:pt x="33884" y="65779"/>
                  </a:lnTo>
                  <a:lnTo>
                    <a:pt x="33591" y="65434"/>
                  </a:lnTo>
                  <a:lnTo>
                    <a:pt x="33516" y="64225"/>
                  </a:lnTo>
                  <a:lnTo>
                    <a:pt x="33519" y="62700"/>
                  </a:lnTo>
                  <a:lnTo>
                    <a:pt x="33329" y="61067"/>
                  </a:lnTo>
                  <a:lnTo>
                    <a:pt x="32775" y="60688"/>
                  </a:lnTo>
                  <a:lnTo>
                    <a:pt x="32060" y="61332"/>
                  </a:lnTo>
                  <a:lnTo>
                    <a:pt x="30993" y="60673"/>
                  </a:lnTo>
                  <a:lnTo>
                    <a:pt x="30086" y="60438"/>
                  </a:lnTo>
                  <a:lnTo>
                    <a:pt x="29852" y="57000"/>
                  </a:lnTo>
                  <a:lnTo>
                    <a:pt x="29486" y="55532"/>
                  </a:lnTo>
                  <a:lnTo>
                    <a:pt x="29108" y="53993"/>
                  </a:lnTo>
                  <a:lnTo>
                    <a:pt x="28713" y="53553"/>
                  </a:lnTo>
                  <a:lnTo>
                    <a:pt x="28065" y="52785"/>
                  </a:lnTo>
                  <a:lnTo>
                    <a:pt x="28027" y="50966"/>
                  </a:lnTo>
                  <a:lnTo>
                    <a:pt x="27889" y="50451"/>
                  </a:lnTo>
                  <a:lnTo>
                    <a:pt x="27660" y="50208"/>
                  </a:lnTo>
                  <a:lnTo>
                    <a:pt x="27348" y="50416"/>
                  </a:lnTo>
                  <a:lnTo>
                    <a:pt x="26948" y="51329"/>
                  </a:lnTo>
                  <a:lnTo>
                    <a:pt x="27145" y="53334"/>
                  </a:lnTo>
                  <a:lnTo>
                    <a:pt x="26993" y="55343"/>
                  </a:lnTo>
                  <a:lnTo>
                    <a:pt x="26758" y="56353"/>
                  </a:lnTo>
                  <a:lnTo>
                    <a:pt x="26304" y="57098"/>
                  </a:lnTo>
                  <a:lnTo>
                    <a:pt x="25787" y="57115"/>
                  </a:lnTo>
                  <a:lnTo>
                    <a:pt x="24888" y="56098"/>
                  </a:lnTo>
                  <a:lnTo>
                    <a:pt x="24746" y="62181"/>
                  </a:lnTo>
                  <a:lnTo>
                    <a:pt x="24572" y="62555"/>
                  </a:lnTo>
                  <a:lnTo>
                    <a:pt x="23502" y="61695"/>
                  </a:lnTo>
                  <a:lnTo>
                    <a:pt x="22646" y="62065"/>
                  </a:lnTo>
                  <a:lnTo>
                    <a:pt x="21366" y="61690"/>
                  </a:lnTo>
                  <a:lnTo>
                    <a:pt x="20404" y="60688"/>
                  </a:lnTo>
                  <a:lnTo>
                    <a:pt x="19684" y="60409"/>
                  </a:lnTo>
                  <a:lnTo>
                    <a:pt x="18524" y="59555"/>
                  </a:lnTo>
                  <a:lnTo>
                    <a:pt x="17638" y="58444"/>
                  </a:lnTo>
                  <a:lnTo>
                    <a:pt x="17093" y="54365"/>
                  </a:lnTo>
                  <a:lnTo>
                    <a:pt x="16576" y="52909"/>
                  </a:lnTo>
                  <a:lnTo>
                    <a:pt x="16088" y="52598"/>
                  </a:lnTo>
                  <a:lnTo>
                    <a:pt x="14106" y="54007"/>
                  </a:lnTo>
                  <a:lnTo>
                    <a:pt x="13384" y="52917"/>
                  </a:lnTo>
                  <a:lnTo>
                    <a:pt x="12047" y="51520"/>
                  </a:lnTo>
                  <a:lnTo>
                    <a:pt x="11034" y="50999"/>
                  </a:lnTo>
                  <a:lnTo>
                    <a:pt x="10763" y="50244"/>
                  </a:lnTo>
                  <a:lnTo>
                    <a:pt x="10808" y="49315"/>
                  </a:lnTo>
                  <a:lnTo>
                    <a:pt x="13920" y="44776"/>
                  </a:lnTo>
                  <a:lnTo>
                    <a:pt x="15145" y="41651"/>
                  </a:lnTo>
                  <a:lnTo>
                    <a:pt x="15917" y="40331"/>
                  </a:lnTo>
                  <a:lnTo>
                    <a:pt x="17017" y="39452"/>
                  </a:lnTo>
                  <a:lnTo>
                    <a:pt x="17875" y="38937"/>
                  </a:lnTo>
                  <a:lnTo>
                    <a:pt x="18314" y="36072"/>
                  </a:lnTo>
                  <a:lnTo>
                    <a:pt x="18481" y="35741"/>
                  </a:lnTo>
                  <a:lnTo>
                    <a:pt x="19091" y="35529"/>
                  </a:lnTo>
                  <a:lnTo>
                    <a:pt x="20475" y="34353"/>
                  </a:lnTo>
                  <a:lnTo>
                    <a:pt x="22704" y="31838"/>
                  </a:lnTo>
                  <a:lnTo>
                    <a:pt x="22747" y="31147"/>
                  </a:lnTo>
                  <a:lnTo>
                    <a:pt x="22524" y="30551"/>
                  </a:lnTo>
                  <a:lnTo>
                    <a:pt x="21585" y="29264"/>
                  </a:lnTo>
                  <a:lnTo>
                    <a:pt x="20518" y="28240"/>
                  </a:lnTo>
                  <a:lnTo>
                    <a:pt x="19870" y="28775"/>
                  </a:lnTo>
                  <a:lnTo>
                    <a:pt x="19504" y="29303"/>
                  </a:lnTo>
                  <a:lnTo>
                    <a:pt x="18892" y="27973"/>
                  </a:lnTo>
                  <a:lnTo>
                    <a:pt x="18892" y="26605"/>
                  </a:lnTo>
                  <a:lnTo>
                    <a:pt x="19568" y="24259"/>
                  </a:lnTo>
                  <a:lnTo>
                    <a:pt x="20131" y="23086"/>
                  </a:lnTo>
                  <a:lnTo>
                    <a:pt x="20367" y="20829"/>
                  </a:lnTo>
                  <a:lnTo>
                    <a:pt x="21171" y="19320"/>
                  </a:lnTo>
                  <a:lnTo>
                    <a:pt x="22010" y="16929"/>
                  </a:lnTo>
                  <a:lnTo>
                    <a:pt x="23023" y="14976"/>
                  </a:lnTo>
                  <a:lnTo>
                    <a:pt x="24902" y="13510"/>
                  </a:lnTo>
                  <a:lnTo>
                    <a:pt x="25948" y="13989"/>
                  </a:lnTo>
                  <a:lnTo>
                    <a:pt x="26931" y="13643"/>
                  </a:lnTo>
                  <a:lnTo>
                    <a:pt x="28452" y="12454"/>
                  </a:lnTo>
                  <a:lnTo>
                    <a:pt x="28745" y="12377"/>
                  </a:lnTo>
                  <a:lnTo>
                    <a:pt x="29384" y="12357"/>
                  </a:lnTo>
                  <a:lnTo>
                    <a:pt x="33302" y="14174"/>
                  </a:lnTo>
                  <a:lnTo>
                    <a:pt x="34596" y="14263"/>
                  </a:lnTo>
                  <a:lnTo>
                    <a:pt x="37632" y="16625"/>
                  </a:lnTo>
                  <a:lnTo>
                    <a:pt x="39028" y="17137"/>
                  </a:lnTo>
                  <a:lnTo>
                    <a:pt x="40014" y="17802"/>
                  </a:lnTo>
                  <a:lnTo>
                    <a:pt x="40462" y="18820"/>
                  </a:lnTo>
                  <a:lnTo>
                    <a:pt x="41174" y="20071"/>
                  </a:lnTo>
                  <a:lnTo>
                    <a:pt x="44987" y="21083"/>
                  </a:lnTo>
                  <a:lnTo>
                    <a:pt x="46032" y="21756"/>
                  </a:lnTo>
                  <a:lnTo>
                    <a:pt x="46408" y="22852"/>
                  </a:lnTo>
                  <a:lnTo>
                    <a:pt x="47494" y="24248"/>
                  </a:lnTo>
                  <a:lnTo>
                    <a:pt x="48418" y="24565"/>
                  </a:lnTo>
                  <a:lnTo>
                    <a:pt x="47610" y="19114"/>
                  </a:lnTo>
                  <a:lnTo>
                    <a:pt x="47932" y="15878"/>
                  </a:lnTo>
                  <a:lnTo>
                    <a:pt x="49136" y="7020"/>
                  </a:lnTo>
                  <a:lnTo>
                    <a:pt x="49769" y="5687"/>
                  </a:lnTo>
                  <a:lnTo>
                    <a:pt x="50979" y="4505"/>
                  </a:lnTo>
                  <a:lnTo>
                    <a:pt x="52881" y="3185"/>
                  </a:lnTo>
                  <a:lnTo>
                    <a:pt x="53599" y="1340"/>
                  </a:lnTo>
                  <a:lnTo>
                    <a:pt x="55154" y="1529"/>
                  </a:lnTo>
                  <a:lnTo>
                    <a:pt x="55832" y="1367"/>
                  </a:lnTo>
                  <a:lnTo>
                    <a:pt x="56297" y="1037"/>
                  </a:lnTo>
                  <a:lnTo>
                    <a:pt x="56549" y="0"/>
                  </a:lnTo>
                  <a:lnTo>
                    <a:pt x="58307" y="1800"/>
                  </a:lnTo>
                  <a:lnTo>
                    <a:pt x="61241" y="5442"/>
                  </a:lnTo>
                  <a:lnTo>
                    <a:pt x="63459" y="7747"/>
                  </a:lnTo>
                  <a:lnTo>
                    <a:pt x="66072" y="9928"/>
                  </a:lnTo>
                  <a:lnTo>
                    <a:pt x="69689" y="11920"/>
                  </a:lnTo>
                  <a:lnTo>
                    <a:pt x="72749" y="12581"/>
                  </a:lnTo>
                  <a:lnTo>
                    <a:pt x="73272" y="12112"/>
                  </a:lnTo>
                  <a:lnTo>
                    <a:pt x="74496" y="9085"/>
                  </a:lnTo>
                  <a:lnTo>
                    <a:pt x="75073" y="8949"/>
                  </a:lnTo>
                  <a:lnTo>
                    <a:pt x="76116" y="9215"/>
                  </a:lnTo>
                  <a:lnTo>
                    <a:pt x="79363" y="9356"/>
                  </a:lnTo>
                  <a:lnTo>
                    <a:pt x="82668" y="9499"/>
                  </a:lnTo>
                  <a:lnTo>
                    <a:pt x="84227" y="9206"/>
                  </a:lnTo>
                  <a:lnTo>
                    <a:pt x="87606" y="7945"/>
                  </a:lnTo>
                  <a:lnTo>
                    <a:pt x="88106" y="7883"/>
                  </a:lnTo>
                  <a:lnTo>
                    <a:pt x="88893" y="7970"/>
                  </a:lnTo>
                  <a:lnTo>
                    <a:pt x="90916" y="9684"/>
                  </a:lnTo>
                  <a:lnTo>
                    <a:pt x="92427" y="9926"/>
                  </a:lnTo>
                  <a:lnTo>
                    <a:pt x="93457" y="9917"/>
                  </a:lnTo>
                  <a:lnTo>
                    <a:pt x="94058" y="10056"/>
                  </a:lnTo>
                  <a:lnTo>
                    <a:pt x="95310" y="9991"/>
                  </a:lnTo>
                  <a:lnTo>
                    <a:pt x="97345" y="10199"/>
                  </a:lnTo>
                  <a:lnTo>
                    <a:pt x="99860" y="11313"/>
                  </a:lnTo>
                  <a:lnTo>
                    <a:pt x="102891" y="11111"/>
                  </a:lnTo>
                  <a:lnTo>
                    <a:pt x="103866" y="10900"/>
                  </a:lnTo>
                  <a:lnTo>
                    <a:pt x="105550" y="11102"/>
                  </a:lnTo>
                  <a:lnTo>
                    <a:pt x="106891" y="12164"/>
                  </a:lnTo>
                  <a:lnTo>
                    <a:pt x="108585" y="13284"/>
                  </a:lnTo>
                  <a:lnTo>
                    <a:pt x="109648" y="13754"/>
                  </a:lnTo>
                  <a:lnTo>
                    <a:pt x="110361" y="13996"/>
                  </a:lnTo>
                  <a:lnTo>
                    <a:pt x="111632" y="14081"/>
                  </a:lnTo>
                  <a:lnTo>
                    <a:pt x="112391" y="13729"/>
                  </a:lnTo>
                  <a:lnTo>
                    <a:pt x="112824" y="14223"/>
                  </a:lnTo>
                  <a:lnTo>
                    <a:pt x="113258" y="16971"/>
                  </a:lnTo>
                  <a:lnTo>
                    <a:pt x="114308" y="18779"/>
                  </a:lnTo>
                  <a:lnTo>
                    <a:pt x="115129" y="20482"/>
                  </a:lnTo>
                  <a:lnTo>
                    <a:pt x="115815" y="22365"/>
                  </a:lnTo>
                  <a:lnTo>
                    <a:pt x="116518" y="23131"/>
                  </a:lnTo>
                  <a:lnTo>
                    <a:pt x="117748" y="23158"/>
                  </a:lnTo>
                  <a:lnTo>
                    <a:pt x="120076" y="23695"/>
                  </a:lnTo>
                  <a:lnTo>
                    <a:pt x="121412" y="24444"/>
                  </a:lnTo>
                  <a:lnTo>
                    <a:pt x="123117" y="2769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3968976" y="2455574"/>
              <a:ext cx="2485" cy="2835"/>
            </a:xfrm>
            <a:custGeom>
              <a:avLst/>
              <a:pathLst>
                <a:path w="2485" h="2835">
                  <a:moveTo>
                    <a:pt x="2485" y="1696"/>
                  </a:moveTo>
                  <a:lnTo>
                    <a:pt x="2446" y="1089"/>
                  </a:lnTo>
                  <a:lnTo>
                    <a:pt x="2059" y="805"/>
                  </a:lnTo>
                  <a:lnTo>
                    <a:pt x="957" y="476"/>
                  </a:lnTo>
                  <a:lnTo>
                    <a:pt x="169" y="8"/>
                  </a:lnTo>
                  <a:lnTo>
                    <a:pt x="0" y="0"/>
                  </a:lnTo>
                  <a:lnTo>
                    <a:pt x="73" y="581"/>
                  </a:lnTo>
                  <a:lnTo>
                    <a:pt x="407" y="1611"/>
                  </a:lnTo>
                  <a:lnTo>
                    <a:pt x="871" y="2712"/>
                  </a:lnTo>
                  <a:lnTo>
                    <a:pt x="1468" y="28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3982445" y="2452247"/>
              <a:ext cx="1373" cy="2605"/>
            </a:xfrm>
            <a:custGeom>
              <a:avLst/>
              <a:pathLst>
                <a:path w="1373" h="2605">
                  <a:moveTo>
                    <a:pt x="1257" y="1331"/>
                  </a:moveTo>
                  <a:lnTo>
                    <a:pt x="1373" y="0"/>
                  </a:lnTo>
                  <a:lnTo>
                    <a:pt x="1094" y="60"/>
                  </a:lnTo>
                  <a:lnTo>
                    <a:pt x="767" y="424"/>
                  </a:lnTo>
                  <a:lnTo>
                    <a:pt x="139" y="787"/>
                  </a:lnTo>
                  <a:lnTo>
                    <a:pt x="0" y="1454"/>
                  </a:lnTo>
                  <a:lnTo>
                    <a:pt x="419" y="2301"/>
                  </a:lnTo>
                  <a:lnTo>
                    <a:pt x="953" y="26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3974402" y="2447608"/>
              <a:ext cx="3043" cy="7944"/>
            </a:xfrm>
            <a:custGeom>
              <a:avLst/>
              <a:pathLst>
                <a:path w="3043" h="7944">
                  <a:moveTo>
                    <a:pt x="2787" y="7674"/>
                  </a:moveTo>
                  <a:lnTo>
                    <a:pt x="2895" y="7254"/>
                  </a:lnTo>
                  <a:lnTo>
                    <a:pt x="2482" y="5096"/>
                  </a:lnTo>
                  <a:lnTo>
                    <a:pt x="3043" y="3077"/>
                  </a:lnTo>
                  <a:lnTo>
                    <a:pt x="1926" y="2737"/>
                  </a:lnTo>
                  <a:lnTo>
                    <a:pt x="1359" y="2139"/>
                  </a:lnTo>
                  <a:lnTo>
                    <a:pt x="720" y="92"/>
                  </a:lnTo>
                  <a:lnTo>
                    <a:pt x="508" y="0"/>
                  </a:lnTo>
                  <a:lnTo>
                    <a:pt x="177" y="562"/>
                  </a:lnTo>
                  <a:lnTo>
                    <a:pt x="0" y="1900"/>
                  </a:lnTo>
                  <a:lnTo>
                    <a:pt x="156" y="3351"/>
                  </a:lnTo>
                  <a:lnTo>
                    <a:pt x="610" y="4329"/>
                  </a:lnTo>
                  <a:lnTo>
                    <a:pt x="955" y="4720"/>
                  </a:lnTo>
                  <a:lnTo>
                    <a:pt x="942" y="5199"/>
                  </a:lnTo>
                  <a:lnTo>
                    <a:pt x="579" y="7599"/>
                  </a:lnTo>
                  <a:lnTo>
                    <a:pt x="1176" y="7900"/>
                  </a:lnTo>
                  <a:lnTo>
                    <a:pt x="2221" y="794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4340755" y="3315473"/>
              <a:ext cx="1076" cy="3022"/>
            </a:xfrm>
            <a:custGeom>
              <a:avLst/>
              <a:pathLst>
                <a:path w="1076" h="3022">
                  <a:moveTo>
                    <a:pt x="1076" y="1875"/>
                  </a:moveTo>
                  <a:lnTo>
                    <a:pt x="662" y="3022"/>
                  </a:lnTo>
                  <a:lnTo>
                    <a:pt x="0" y="66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4338148" y="3297508"/>
              <a:ext cx="587" cy="3381"/>
            </a:xfrm>
            <a:custGeom>
              <a:avLst/>
              <a:pathLst>
                <a:path w="587" h="3381">
                  <a:moveTo>
                    <a:pt x="587" y="3099"/>
                  </a:moveTo>
                  <a:lnTo>
                    <a:pt x="385" y="3381"/>
                  </a:lnTo>
                  <a:lnTo>
                    <a:pt x="195" y="3373"/>
                  </a:lnTo>
                  <a:lnTo>
                    <a:pt x="0" y="2940"/>
                  </a:lnTo>
                  <a:lnTo>
                    <a:pt x="18" y="1236"/>
                  </a:lnTo>
                  <a:lnTo>
                    <a:pt x="160" y="196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4330499" y="3199549"/>
              <a:ext cx="60022" cy="126879"/>
            </a:xfrm>
            <a:custGeom>
              <a:avLst/>
              <a:pathLst>
                <a:path w="60022" h="126879">
                  <a:moveTo>
                    <a:pt x="23921" y="126879"/>
                  </a:moveTo>
                  <a:lnTo>
                    <a:pt x="22059" y="123036"/>
                  </a:lnTo>
                  <a:lnTo>
                    <a:pt x="18366" y="121696"/>
                  </a:lnTo>
                  <a:lnTo>
                    <a:pt x="17964" y="120002"/>
                  </a:lnTo>
                  <a:lnTo>
                    <a:pt x="17609" y="119672"/>
                  </a:lnTo>
                  <a:lnTo>
                    <a:pt x="17269" y="121875"/>
                  </a:lnTo>
                  <a:lnTo>
                    <a:pt x="15241" y="123991"/>
                  </a:lnTo>
                  <a:lnTo>
                    <a:pt x="14391" y="122713"/>
                  </a:lnTo>
                  <a:lnTo>
                    <a:pt x="13768" y="121164"/>
                  </a:lnTo>
                  <a:lnTo>
                    <a:pt x="13861" y="119271"/>
                  </a:lnTo>
                  <a:lnTo>
                    <a:pt x="14448" y="117724"/>
                  </a:lnTo>
                  <a:lnTo>
                    <a:pt x="15456" y="116614"/>
                  </a:lnTo>
                  <a:lnTo>
                    <a:pt x="15922" y="112727"/>
                  </a:lnTo>
                  <a:lnTo>
                    <a:pt x="15154" y="107747"/>
                  </a:lnTo>
                  <a:lnTo>
                    <a:pt x="14481" y="106297"/>
                  </a:lnTo>
                  <a:lnTo>
                    <a:pt x="13770" y="105147"/>
                  </a:lnTo>
                  <a:lnTo>
                    <a:pt x="13024" y="106999"/>
                  </a:lnTo>
                  <a:lnTo>
                    <a:pt x="12395" y="110168"/>
                  </a:lnTo>
                  <a:lnTo>
                    <a:pt x="11740" y="111798"/>
                  </a:lnTo>
                  <a:lnTo>
                    <a:pt x="10815" y="112162"/>
                  </a:lnTo>
                  <a:lnTo>
                    <a:pt x="9460" y="112030"/>
                  </a:lnTo>
                  <a:lnTo>
                    <a:pt x="8933" y="107301"/>
                  </a:lnTo>
                  <a:lnTo>
                    <a:pt x="8759" y="103244"/>
                  </a:lnTo>
                  <a:lnTo>
                    <a:pt x="8944" y="98614"/>
                  </a:lnTo>
                  <a:lnTo>
                    <a:pt x="9149" y="95869"/>
                  </a:lnTo>
                  <a:lnTo>
                    <a:pt x="7844" y="92086"/>
                  </a:lnTo>
                  <a:lnTo>
                    <a:pt x="7772" y="88484"/>
                  </a:lnTo>
                  <a:lnTo>
                    <a:pt x="7141" y="86625"/>
                  </a:lnTo>
                  <a:lnTo>
                    <a:pt x="6956" y="87565"/>
                  </a:lnTo>
                  <a:lnTo>
                    <a:pt x="6974" y="88599"/>
                  </a:lnTo>
                  <a:lnTo>
                    <a:pt x="6794" y="87849"/>
                  </a:lnTo>
                  <a:lnTo>
                    <a:pt x="4734" y="77279"/>
                  </a:lnTo>
                  <a:lnTo>
                    <a:pt x="4389" y="72377"/>
                  </a:lnTo>
                  <a:lnTo>
                    <a:pt x="4742" y="68603"/>
                  </a:lnTo>
                  <a:lnTo>
                    <a:pt x="4950" y="67336"/>
                  </a:lnTo>
                  <a:lnTo>
                    <a:pt x="4355" y="65349"/>
                  </a:lnTo>
                  <a:lnTo>
                    <a:pt x="3519" y="63091"/>
                  </a:lnTo>
                  <a:lnTo>
                    <a:pt x="2042" y="60135"/>
                  </a:lnTo>
                  <a:lnTo>
                    <a:pt x="1941" y="55456"/>
                  </a:lnTo>
                  <a:lnTo>
                    <a:pt x="1612" y="49939"/>
                  </a:lnTo>
                  <a:lnTo>
                    <a:pt x="1168" y="48079"/>
                  </a:lnTo>
                  <a:lnTo>
                    <a:pt x="491" y="44681"/>
                  </a:lnTo>
                  <a:lnTo>
                    <a:pt x="125" y="41866"/>
                  </a:lnTo>
                  <a:lnTo>
                    <a:pt x="0" y="34427"/>
                  </a:lnTo>
                  <a:lnTo>
                    <a:pt x="188" y="33827"/>
                  </a:lnTo>
                  <a:lnTo>
                    <a:pt x="1235" y="33612"/>
                  </a:lnTo>
                  <a:lnTo>
                    <a:pt x="2579" y="33076"/>
                  </a:lnTo>
                  <a:lnTo>
                    <a:pt x="2791" y="31874"/>
                  </a:lnTo>
                  <a:lnTo>
                    <a:pt x="2554" y="30882"/>
                  </a:lnTo>
                  <a:lnTo>
                    <a:pt x="3414" y="29198"/>
                  </a:lnTo>
                  <a:lnTo>
                    <a:pt x="4646" y="25506"/>
                  </a:lnTo>
                  <a:lnTo>
                    <a:pt x="5599" y="21648"/>
                  </a:lnTo>
                  <a:lnTo>
                    <a:pt x="6285" y="19212"/>
                  </a:lnTo>
                  <a:lnTo>
                    <a:pt x="6694" y="16794"/>
                  </a:lnTo>
                  <a:lnTo>
                    <a:pt x="8077" y="13372"/>
                  </a:lnTo>
                  <a:lnTo>
                    <a:pt x="9989" y="11005"/>
                  </a:lnTo>
                  <a:lnTo>
                    <a:pt x="11284" y="10453"/>
                  </a:lnTo>
                  <a:lnTo>
                    <a:pt x="12635" y="9646"/>
                  </a:lnTo>
                  <a:lnTo>
                    <a:pt x="13929" y="8499"/>
                  </a:lnTo>
                  <a:lnTo>
                    <a:pt x="14542" y="8391"/>
                  </a:lnTo>
                  <a:lnTo>
                    <a:pt x="16149" y="9778"/>
                  </a:lnTo>
                  <a:lnTo>
                    <a:pt x="17017" y="10132"/>
                  </a:lnTo>
                  <a:lnTo>
                    <a:pt x="17929" y="10114"/>
                  </a:lnTo>
                  <a:lnTo>
                    <a:pt x="18874" y="10258"/>
                  </a:lnTo>
                  <a:lnTo>
                    <a:pt x="19696" y="10115"/>
                  </a:lnTo>
                  <a:lnTo>
                    <a:pt x="21666" y="9147"/>
                  </a:lnTo>
                  <a:lnTo>
                    <a:pt x="23754" y="9913"/>
                  </a:lnTo>
                  <a:lnTo>
                    <a:pt x="25618" y="9309"/>
                  </a:lnTo>
                  <a:lnTo>
                    <a:pt x="27926" y="8192"/>
                  </a:lnTo>
                  <a:lnTo>
                    <a:pt x="29059" y="8896"/>
                  </a:lnTo>
                  <a:lnTo>
                    <a:pt x="30091" y="10016"/>
                  </a:lnTo>
                  <a:lnTo>
                    <a:pt x="30236" y="12281"/>
                  </a:lnTo>
                  <a:lnTo>
                    <a:pt x="30474" y="13315"/>
                  </a:lnTo>
                  <a:lnTo>
                    <a:pt x="30818" y="14115"/>
                  </a:lnTo>
                  <a:lnTo>
                    <a:pt x="31277" y="14113"/>
                  </a:lnTo>
                  <a:lnTo>
                    <a:pt x="31866" y="12532"/>
                  </a:lnTo>
                  <a:lnTo>
                    <a:pt x="32356" y="10903"/>
                  </a:lnTo>
                  <a:lnTo>
                    <a:pt x="32517" y="10603"/>
                  </a:lnTo>
                  <a:lnTo>
                    <a:pt x="32542" y="11405"/>
                  </a:lnTo>
                  <a:lnTo>
                    <a:pt x="32786" y="13170"/>
                  </a:lnTo>
                  <a:lnTo>
                    <a:pt x="33225" y="14908"/>
                  </a:lnTo>
                  <a:lnTo>
                    <a:pt x="33670" y="16062"/>
                  </a:lnTo>
                  <a:lnTo>
                    <a:pt x="34412" y="17596"/>
                  </a:lnTo>
                  <a:lnTo>
                    <a:pt x="34894" y="17670"/>
                  </a:lnTo>
                  <a:lnTo>
                    <a:pt x="36471" y="16220"/>
                  </a:lnTo>
                  <a:lnTo>
                    <a:pt x="38835" y="18323"/>
                  </a:lnTo>
                  <a:lnTo>
                    <a:pt x="39112" y="19384"/>
                  </a:lnTo>
                  <a:lnTo>
                    <a:pt x="39877" y="21525"/>
                  </a:lnTo>
                  <a:lnTo>
                    <a:pt x="40706" y="23064"/>
                  </a:lnTo>
                  <a:lnTo>
                    <a:pt x="42549" y="23163"/>
                  </a:lnTo>
                  <a:lnTo>
                    <a:pt x="43207" y="19382"/>
                  </a:lnTo>
                  <a:lnTo>
                    <a:pt x="42889" y="17078"/>
                  </a:lnTo>
                  <a:lnTo>
                    <a:pt x="41837" y="13066"/>
                  </a:lnTo>
                  <a:lnTo>
                    <a:pt x="41551" y="10698"/>
                  </a:lnTo>
                  <a:lnTo>
                    <a:pt x="41886" y="10280"/>
                  </a:lnTo>
                  <a:lnTo>
                    <a:pt x="43667" y="9831"/>
                  </a:lnTo>
                  <a:lnTo>
                    <a:pt x="43956" y="9365"/>
                  </a:lnTo>
                  <a:lnTo>
                    <a:pt x="44350" y="6762"/>
                  </a:lnTo>
                  <a:lnTo>
                    <a:pt x="44834" y="7058"/>
                  </a:lnTo>
                  <a:lnTo>
                    <a:pt x="45822" y="7395"/>
                  </a:lnTo>
                  <a:lnTo>
                    <a:pt x="46866" y="5615"/>
                  </a:lnTo>
                  <a:lnTo>
                    <a:pt x="47485" y="3748"/>
                  </a:lnTo>
                  <a:lnTo>
                    <a:pt x="47822" y="4599"/>
                  </a:lnTo>
                  <a:lnTo>
                    <a:pt x="48191" y="5909"/>
                  </a:lnTo>
                  <a:lnTo>
                    <a:pt x="48595" y="6668"/>
                  </a:lnTo>
                  <a:lnTo>
                    <a:pt x="49347" y="7794"/>
                  </a:lnTo>
                  <a:lnTo>
                    <a:pt x="50173" y="9376"/>
                  </a:lnTo>
                  <a:lnTo>
                    <a:pt x="50688" y="10932"/>
                  </a:lnTo>
                  <a:lnTo>
                    <a:pt x="51101" y="11535"/>
                  </a:lnTo>
                  <a:lnTo>
                    <a:pt x="52160" y="11101"/>
                  </a:lnTo>
                  <a:lnTo>
                    <a:pt x="52443" y="11161"/>
                  </a:lnTo>
                  <a:lnTo>
                    <a:pt x="53057" y="9280"/>
                  </a:lnTo>
                  <a:lnTo>
                    <a:pt x="53489" y="8255"/>
                  </a:lnTo>
                  <a:lnTo>
                    <a:pt x="53855" y="8548"/>
                  </a:lnTo>
                  <a:lnTo>
                    <a:pt x="54388" y="8521"/>
                  </a:lnTo>
                  <a:lnTo>
                    <a:pt x="55493" y="6121"/>
                  </a:lnTo>
                  <a:lnTo>
                    <a:pt x="56125" y="3928"/>
                  </a:lnTo>
                  <a:lnTo>
                    <a:pt x="56470" y="3330"/>
                  </a:lnTo>
                  <a:lnTo>
                    <a:pt x="57460" y="4425"/>
                  </a:lnTo>
                  <a:lnTo>
                    <a:pt x="57856" y="4201"/>
                  </a:lnTo>
                  <a:lnTo>
                    <a:pt x="58428" y="1184"/>
                  </a:lnTo>
                  <a:lnTo>
                    <a:pt x="59045" y="0"/>
                  </a:lnTo>
                  <a:lnTo>
                    <a:pt x="59224" y="1628"/>
                  </a:lnTo>
                  <a:lnTo>
                    <a:pt x="58746" y="4707"/>
                  </a:lnTo>
                  <a:lnTo>
                    <a:pt x="58238" y="7501"/>
                  </a:lnTo>
                  <a:lnTo>
                    <a:pt x="57285" y="9939"/>
                  </a:lnTo>
                  <a:lnTo>
                    <a:pt x="57238" y="11737"/>
                  </a:lnTo>
                  <a:lnTo>
                    <a:pt x="56910" y="17093"/>
                  </a:lnTo>
                  <a:lnTo>
                    <a:pt x="57036" y="18798"/>
                  </a:lnTo>
                  <a:lnTo>
                    <a:pt x="57258" y="20258"/>
                  </a:lnTo>
                  <a:lnTo>
                    <a:pt x="57569" y="21040"/>
                  </a:lnTo>
                  <a:lnTo>
                    <a:pt x="58396" y="26282"/>
                  </a:lnTo>
                  <a:lnTo>
                    <a:pt x="59149" y="31052"/>
                  </a:lnTo>
                  <a:lnTo>
                    <a:pt x="59891" y="34968"/>
                  </a:lnTo>
                  <a:lnTo>
                    <a:pt x="60022" y="37447"/>
                  </a:lnTo>
                  <a:lnTo>
                    <a:pt x="59341" y="43721"/>
                  </a:lnTo>
                  <a:lnTo>
                    <a:pt x="58544" y="49486"/>
                  </a:lnTo>
                  <a:lnTo>
                    <a:pt x="58614" y="52360"/>
                  </a:lnTo>
                  <a:lnTo>
                    <a:pt x="58955" y="55237"/>
                  </a:lnTo>
                  <a:lnTo>
                    <a:pt x="59318" y="59073"/>
                  </a:lnTo>
                  <a:lnTo>
                    <a:pt x="59454" y="63976"/>
                  </a:lnTo>
                  <a:lnTo>
                    <a:pt x="59256" y="67173"/>
                  </a:lnTo>
                  <a:lnTo>
                    <a:pt x="58897" y="69160"/>
                  </a:lnTo>
                  <a:lnTo>
                    <a:pt x="58211" y="71194"/>
                  </a:lnTo>
                  <a:lnTo>
                    <a:pt x="57613" y="72235"/>
                  </a:lnTo>
                  <a:lnTo>
                    <a:pt x="56894" y="70505"/>
                  </a:lnTo>
                  <a:lnTo>
                    <a:pt x="56322" y="70430"/>
                  </a:lnTo>
                  <a:lnTo>
                    <a:pt x="55555" y="70949"/>
                  </a:lnTo>
                  <a:lnTo>
                    <a:pt x="54951" y="71745"/>
                  </a:lnTo>
                  <a:lnTo>
                    <a:pt x="53722" y="74735"/>
                  </a:lnTo>
                  <a:lnTo>
                    <a:pt x="52359" y="77642"/>
                  </a:lnTo>
                  <a:lnTo>
                    <a:pt x="50474" y="78385"/>
                  </a:lnTo>
                  <a:lnTo>
                    <a:pt x="49741" y="80544"/>
                  </a:lnTo>
                  <a:lnTo>
                    <a:pt x="48956" y="80842"/>
                  </a:lnTo>
                  <a:lnTo>
                    <a:pt x="47464" y="80951"/>
                  </a:lnTo>
                  <a:lnTo>
                    <a:pt x="46490" y="81456"/>
                  </a:lnTo>
                  <a:lnTo>
                    <a:pt x="46535" y="82541"/>
                  </a:lnTo>
                  <a:lnTo>
                    <a:pt x="46455" y="87663"/>
                  </a:lnTo>
                  <a:lnTo>
                    <a:pt x="46475" y="88862"/>
                  </a:lnTo>
                  <a:lnTo>
                    <a:pt x="46324" y="89181"/>
                  </a:lnTo>
                  <a:lnTo>
                    <a:pt x="45650" y="89333"/>
                  </a:lnTo>
                  <a:lnTo>
                    <a:pt x="44506" y="88550"/>
                  </a:lnTo>
                  <a:lnTo>
                    <a:pt x="42960" y="87282"/>
                  </a:lnTo>
                  <a:lnTo>
                    <a:pt x="41859" y="87083"/>
                  </a:lnTo>
                  <a:lnTo>
                    <a:pt x="41294" y="89315"/>
                  </a:lnTo>
                  <a:lnTo>
                    <a:pt x="40957" y="90188"/>
                  </a:lnTo>
                  <a:lnTo>
                    <a:pt x="40540" y="90322"/>
                  </a:lnTo>
                  <a:lnTo>
                    <a:pt x="40104" y="90717"/>
                  </a:lnTo>
                  <a:lnTo>
                    <a:pt x="39956" y="91713"/>
                  </a:lnTo>
                  <a:lnTo>
                    <a:pt x="39921" y="92959"/>
                  </a:lnTo>
                  <a:lnTo>
                    <a:pt x="40133" y="95089"/>
                  </a:lnTo>
                  <a:lnTo>
                    <a:pt x="40212" y="98477"/>
                  </a:lnTo>
                  <a:lnTo>
                    <a:pt x="40156" y="100785"/>
                  </a:lnTo>
                  <a:lnTo>
                    <a:pt x="40560" y="102247"/>
                  </a:lnTo>
                  <a:lnTo>
                    <a:pt x="42921" y="107157"/>
                  </a:lnTo>
                  <a:lnTo>
                    <a:pt x="43618" y="108384"/>
                  </a:lnTo>
                  <a:lnTo>
                    <a:pt x="43698" y="109117"/>
                  </a:lnTo>
                  <a:lnTo>
                    <a:pt x="43284" y="111787"/>
                  </a:lnTo>
                  <a:lnTo>
                    <a:pt x="43653" y="115541"/>
                  </a:lnTo>
                  <a:lnTo>
                    <a:pt x="42913" y="115472"/>
                  </a:lnTo>
                  <a:lnTo>
                    <a:pt x="41679" y="113860"/>
                  </a:lnTo>
                  <a:lnTo>
                    <a:pt x="41089" y="112875"/>
                  </a:lnTo>
                  <a:lnTo>
                    <a:pt x="40373" y="113662"/>
                  </a:lnTo>
                  <a:lnTo>
                    <a:pt x="40125" y="113512"/>
                  </a:lnTo>
                  <a:lnTo>
                    <a:pt x="39642" y="111665"/>
                  </a:lnTo>
                  <a:lnTo>
                    <a:pt x="39009" y="109777"/>
                  </a:lnTo>
                  <a:lnTo>
                    <a:pt x="38359" y="109657"/>
                  </a:lnTo>
                  <a:lnTo>
                    <a:pt x="36982" y="110400"/>
                  </a:lnTo>
                  <a:lnTo>
                    <a:pt x="35576" y="110917"/>
                  </a:lnTo>
                  <a:lnTo>
                    <a:pt x="35043" y="110911"/>
                  </a:lnTo>
                  <a:lnTo>
                    <a:pt x="34824" y="111251"/>
                  </a:lnTo>
                  <a:lnTo>
                    <a:pt x="34008" y="114056"/>
                  </a:lnTo>
                  <a:lnTo>
                    <a:pt x="33663" y="113574"/>
                  </a:lnTo>
                  <a:lnTo>
                    <a:pt x="32246" y="112508"/>
                  </a:lnTo>
                  <a:lnTo>
                    <a:pt x="30954" y="112100"/>
                  </a:lnTo>
                  <a:lnTo>
                    <a:pt x="30688" y="112824"/>
                  </a:lnTo>
                  <a:lnTo>
                    <a:pt x="30846" y="115114"/>
                  </a:lnTo>
                  <a:lnTo>
                    <a:pt x="31129" y="117347"/>
                  </a:lnTo>
                  <a:lnTo>
                    <a:pt x="30962" y="118297"/>
                  </a:lnTo>
                  <a:lnTo>
                    <a:pt x="30252" y="119471"/>
                  </a:lnTo>
                  <a:lnTo>
                    <a:pt x="29314" y="121589"/>
                  </a:lnTo>
                  <a:lnTo>
                    <a:pt x="28739" y="123237"/>
                  </a:lnTo>
                  <a:lnTo>
                    <a:pt x="28339" y="123641"/>
                  </a:lnTo>
                  <a:lnTo>
                    <a:pt x="26911" y="123569"/>
                  </a:lnTo>
                  <a:lnTo>
                    <a:pt x="25487" y="123784"/>
                  </a:lnTo>
                  <a:lnTo>
                    <a:pt x="24917" y="125339"/>
                  </a:lnTo>
                  <a:lnTo>
                    <a:pt x="24383" y="12655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444636" y="3970713"/>
              <a:ext cx="414" cy="1895"/>
            </a:xfrm>
            <a:custGeom>
              <a:avLst/>
              <a:pathLst>
                <a:path w="414" h="1895">
                  <a:moveTo>
                    <a:pt x="414" y="1428"/>
                  </a:moveTo>
                  <a:lnTo>
                    <a:pt x="320" y="1895"/>
                  </a:lnTo>
                  <a:lnTo>
                    <a:pt x="141" y="1731"/>
                  </a:lnTo>
                  <a:lnTo>
                    <a:pt x="36" y="1136"/>
                  </a:lnTo>
                  <a:lnTo>
                    <a:pt x="0" y="490"/>
                  </a:lnTo>
                  <a:lnTo>
                    <a:pt x="185" y="0"/>
                  </a:lnTo>
                  <a:lnTo>
                    <a:pt x="318" y="64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397979" y="3799825"/>
              <a:ext cx="744" cy="660"/>
            </a:xfrm>
            <a:custGeom>
              <a:avLst/>
              <a:pathLst>
                <a:path w="744" h="660">
                  <a:moveTo>
                    <a:pt x="727" y="507"/>
                  </a:moveTo>
                  <a:lnTo>
                    <a:pt x="463" y="660"/>
                  </a:lnTo>
                  <a:lnTo>
                    <a:pt x="154" y="655"/>
                  </a:lnTo>
                  <a:lnTo>
                    <a:pt x="0" y="268"/>
                  </a:lnTo>
                  <a:lnTo>
                    <a:pt x="194" y="0"/>
                  </a:lnTo>
                  <a:lnTo>
                    <a:pt x="632" y="54"/>
                  </a:lnTo>
                  <a:lnTo>
                    <a:pt x="744" y="28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186622" y="3771753"/>
              <a:ext cx="449" cy="1009"/>
            </a:xfrm>
            <a:custGeom>
              <a:avLst/>
              <a:pathLst>
                <a:path w="449" h="1009">
                  <a:moveTo>
                    <a:pt x="315" y="461"/>
                  </a:moveTo>
                  <a:lnTo>
                    <a:pt x="449" y="854"/>
                  </a:lnTo>
                  <a:lnTo>
                    <a:pt x="385" y="1009"/>
                  </a:lnTo>
                  <a:lnTo>
                    <a:pt x="190" y="891"/>
                  </a:lnTo>
                  <a:lnTo>
                    <a:pt x="129" y="655"/>
                  </a:lnTo>
                  <a:lnTo>
                    <a:pt x="331" y="773"/>
                  </a:lnTo>
                  <a:lnTo>
                    <a:pt x="200" y="429"/>
                  </a:lnTo>
                  <a:lnTo>
                    <a:pt x="0" y="66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212880" y="3766862"/>
              <a:ext cx="537" cy="900"/>
            </a:xfrm>
            <a:custGeom>
              <a:avLst/>
              <a:pathLst>
                <a:path w="537" h="900">
                  <a:moveTo>
                    <a:pt x="156" y="507"/>
                  </a:moveTo>
                  <a:lnTo>
                    <a:pt x="227" y="709"/>
                  </a:lnTo>
                  <a:lnTo>
                    <a:pt x="390" y="652"/>
                  </a:lnTo>
                  <a:lnTo>
                    <a:pt x="537" y="617"/>
                  </a:lnTo>
                  <a:lnTo>
                    <a:pt x="448" y="819"/>
                  </a:lnTo>
                  <a:lnTo>
                    <a:pt x="148" y="900"/>
                  </a:lnTo>
                  <a:lnTo>
                    <a:pt x="0" y="386"/>
                  </a:lnTo>
                  <a:lnTo>
                    <a:pt x="182" y="0"/>
                  </a:lnTo>
                  <a:lnTo>
                    <a:pt x="154" y="25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223854" y="3765315"/>
              <a:ext cx="341" cy="781"/>
            </a:xfrm>
            <a:custGeom>
              <a:avLst/>
              <a:pathLst>
                <a:path w="341" h="781">
                  <a:moveTo>
                    <a:pt x="326" y="646"/>
                  </a:moveTo>
                  <a:lnTo>
                    <a:pt x="215" y="781"/>
                  </a:lnTo>
                  <a:lnTo>
                    <a:pt x="84" y="735"/>
                  </a:lnTo>
                  <a:lnTo>
                    <a:pt x="2" y="536"/>
                  </a:lnTo>
                  <a:lnTo>
                    <a:pt x="0" y="225"/>
                  </a:lnTo>
                  <a:lnTo>
                    <a:pt x="108" y="0"/>
                  </a:lnTo>
                  <a:lnTo>
                    <a:pt x="256" y="75"/>
                  </a:lnTo>
                  <a:lnTo>
                    <a:pt x="341" y="35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408345" y="3753184"/>
              <a:ext cx="813" cy="1855"/>
            </a:xfrm>
            <a:custGeom>
              <a:avLst/>
              <a:pathLst>
                <a:path w="813" h="1855">
                  <a:moveTo>
                    <a:pt x="667" y="1682"/>
                  </a:moveTo>
                  <a:lnTo>
                    <a:pt x="635" y="1855"/>
                  </a:lnTo>
                  <a:lnTo>
                    <a:pt x="499" y="1618"/>
                  </a:lnTo>
                  <a:lnTo>
                    <a:pt x="231" y="1183"/>
                  </a:lnTo>
                  <a:lnTo>
                    <a:pt x="4" y="704"/>
                  </a:lnTo>
                  <a:lnTo>
                    <a:pt x="0" y="502"/>
                  </a:lnTo>
                  <a:lnTo>
                    <a:pt x="318" y="222"/>
                  </a:lnTo>
                  <a:lnTo>
                    <a:pt x="724" y="0"/>
                  </a:lnTo>
                  <a:lnTo>
                    <a:pt x="813" y="311"/>
                  </a:lnTo>
                  <a:lnTo>
                    <a:pt x="737" y="73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225730" y="3726116"/>
              <a:ext cx="178" cy="833"/>
            </a:xfrm>
            <a:custGeom>
              <a:avLst/>
              <a:pathLst>
                <a:path w="178" h="833">
                  <a:moveTo>
                    <a:pt x="131" y="603"/>
                  </a:moveTo>
                  <a:lnTo>
                    <a:pt x="78" y="833"/>
                  </a:lnTo>
                  <a:lnTo>
                    <a:pt x="0" y="646"/>
                  </a:lnTo>
                  <a:lnTo>
                    <a:pt x="56" y="297"/>
                  </a:lnTo>
                  <a:lnTo>
                    <a:pt x="102" y="0"/>
                  </a:lnTo>
                  <a:lnTo>
                    <a:pt x="178" y="15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218566" y="3715667"/>
              <a:ext cx="1135" cy="2790"/>
            </a:xfrm>
            <a:custGeom>
              <a:avLst/>
              <a:pathLst>
                <a:path w="1135" h="2790">
                  <a:moveTo>
                    <a:pt x="340" y="147"/>
                  </a:moveTo>
                  <a:lnTo>
                    <a:pt x="711" y="712"/>
                  </a:lnTo>
                  <a:lnTo>
                    <a:pt x="999" y="1471"/>
                  </a:lnTo>
                  <a:lnTo>
                    <a:pt x="1135" y="2527"/>
                  </a:lnTo>
                  <a:lnTo>
                    <a:pt x="1126" y="2790"/>
                  </a:lnTo>
                  <a:lnTo>
                    <a:pt x="911" y="2781"/>
                  </a:lnTo>
                  <a:lnTo>
                    <a:pt x="647" y="2452"/>
                  </a:lnTo>
                  <a:lnTo>
                    <a:pt x="333" y="1797"/>
                  </a:lnTo>
                  <a:lnTo>
                    <a:pt x="559" y="1864"/>
                  </a:lnTo>
                  <a:lnTo>
                    <a:pt x="820" y="2317"/>
                  </a:lnTo>
                  <a:lnTo>
                    <a:pt x="1011" y="2519"/>
                  </a:lnTo>
                  <a:lnTo>
                    <a:pt x="998" y="2002"/>
                  </a:lnTo>
                  <a:lnTo>
                    <a:pt x="765" y="1096"/>
                  </a:lnTo>
                  <a:lnTo>
                    <a:pt x="624" y="784"/>
                  </a:lnTo>
                  <a:lnTo>
                    <a:pt x="449" y="522"/>
                  </a:lnTo>
                  <a:lnTo>
                    <a:pt x="246" y="346"/>
                  </a:lnTo>
                  <a:lnTo>
                    <a:pt x="32" y="588"/>
                  </a:lnTo>
                  <a:lnTo>
                    <a:pt x="0" y="375"/>
                  </a:lnTo>
                  <a:lnTo>
                    <a:pt x="28" y="190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5152601" y="3667569"/>
              <a:ext cx="705" cy="3832"/>
            </a:xfrm>
            <a:custGeom>
              <a:avLst/>
              <a:pathLst>
                <a:path w="705" h="3832">
                  <a:moveTo>
                    <a:pt x="640" y="2311"/>
                  </a:moveTo>
                  <a:lnTo>
                    <a:pt x="705" y="3832"/>
                  </a:lnTo>
                  <a:lnTo>
                    <a:pt x="444" y="3627"/>
                  </a:lnTo>
                  <a:lnTo>
                    <a:pt x="359" y="3035"/>
                  </a:lnTo>
                  <a:lnTo>
                    <a:pt x="274" y="1503"/>
                  </a:lnTo>
                  <a:lnTo>
                    <a:pt x="0" y="0"/>
                  </a:lnTo>
                  <a:lnTo>
                    <a:pt x="310" y="403"/>
                  </a:lnTo>
                  <a:lnTo>
                    <a:pt x="565" y="157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5093622" y="3659094"/>
              <a:ext cx="367" cy="859"/>
            </a:xfrm>
            <a:custGeom>
              <a:avLst/>
              <a:pathLst>
                <a:path w="367" h="859">
                  <a:moveTo>
                    <a:pt x="212" y="859"/>
                  </a:moveTo>
                  <a:lnTo>
                    <a:pt x="0" y="554"/>
                  </a:lnTo>
                  <a:lnTo>
                    <a:pt x="29" y="170"/>
                  </a:lnTo>
                  <a:lnTo>
                    <a:pt x="178" y="0"/>
                  </a:lnTo>
                  <a:lnTo>
                    <a:pt x="367" y="28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5148788" y="3651557"/>
              <a:ext cx="1449" cy="7009"/>
            </a:xfrm>
            <a:custGeom>
              <a:avLst/>
              <a:pathLst>
                <a:path w="1449" h="7009">
                  <a:moveTo>
                    <a:pt x="1449" y="6204"/>
                  </a:moveTo>
                  <a:lnTo>
                    <a:pt x="1082" y="7009"/>
                  </a:lnTo>
                  <a:lnTo>
                    <a:pt x="942" y="6276"/>
                  </a:lnTo>
                  <a:lnTo>
                    <a:pt x="1119" y="5373"/>
                  </a:lnTo>
                  <a:lnTo>
                    <a:pt x="813" y="1633"/>
                  </a:lnTo>
                  <a:lnTo>
                    <a:pt x="303" y="1122"/>
                  </a:lnTo>
                  <a:lnTo>
                    <a:pt x="0" y="0"/>
                  </a:lnTo>
                  <a:lnTo>
                    <a:pt x="147" y="0"/>
                  </a:lnTo>
                  <a:lnTo>
                    <a:pt x="655" y="1027"/>
                  </a:lnTo>
                  <a:lnTo>
                    <a:pt x="1064" y="1489"/>
                  </a:lnTo>
                  <a:lnTo>
                    <a:pt x="1298" y="395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5132764" y="3603779"/>
              <a:ext cx="1324" cy="5603"/>
            </a:xfrm>
            <a:custGeom>
              <a:avLst/>
              <a:pathLst>
                <a:path w="1324" h="5603">
                  <a:moveTo>
                    <a:pt x="714" y="353"/>
                  </a:moveTo>
                  <a:lnTo>
                    <a:pt x="1324" y="1526"/>
                  </a:lnTo>
                  <a:lnTo>
                    <a:pt x="1244" y="2330"/>
                  </a:lnTo>
                  <a:lnTo>
                    <a:pt x="1038" y="3246"/>
                  </a:lnTo>
                  <a:lnTo>
                    <a:pt x="240" y="5603"/>
                  </a:lnTo>
                  <a:lnTo>
                    <a:pt x="0" y="5387"/>
                  </a:lnTo>
                  <a:lnTo>
                    <a:pt x="779" y="3260"/>
                  </a:lnTo>
                  <a:lnTo>
                    <a:pt x="1080" y="1843"/>
                  </a:lnTo>
                  <a:lnTo>
                    <a:pt x="632" y="769"/>
                  </a:lnTo>
                  <a:lnTo>
                    <a:pt x="383" y="1008"/>
                  </a:lnTo>
                  <a:lnTo>
                    <a:pt x="228" y="0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5133234" y="3593069"/>
              <a:ext cx="1823" cy="1452"/>
            </a:xfrm>
            <a:custGeom>
              <a:avLst/>
              <a:pathLst>
                <a:path w="1823" h="1452">
                  <a:moveTo>
                    <a:pt x="307" y="1343"/>
                  </a:moveTo>
                  <a:lnTo>
                    <a:pt x="0" y="1452"/>
                  </a:lnTo>
                  <a:lnTo>
                    <a:pt x="196" y="851"/>
                  </a:lnTo>
                  <a:lnTo>
                    <a:pt x="1499" y="183"/>
                  </a:lnTo>
                  <a:lnTo>
                    <a:pt x="1612" y="0"/>
                  </a:lnTo>
                  <a:lnTo>
                    <a:pt x="1823" y="366"/>
                  </a:lnTo>
                  <a:lnTo>
                    <a:pt x="1818" y="714"/>
                  </a:lnTo>
                  <a:lnTo>
                    <a:pt x="1723" y="887"/>
                  </a:lnTo>
                  <a:lnTo>
                    <a:pt x="1079" y="900"/>
                  </a:lnTo>
                  <a:lnTo>
                    <a:pt x="572" y="121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5133029" y="3580606"/>
              <a:ext cx="590" cy="2843"/>
            </a:xfrm>
            <a:custGeom>
              <a:avLst/>
              <a:pathLst>
                <a:path w="590" h="2843">
                  <a:moveTo>
                    <a:pt x="410" y="2716"/>
                  </a:moveTo>
                  <a:lnTo>
                    <a:pt x="0" y="2843"/>
                  </a:lnTo>
                  <a:lnTo>
                    <a:pt x="308" y="2418"/>
                  </a:lnTo>
                  <a:lnTo>
                    <a:pt x="392" y="1832"/>
                  </a:lnTo>
                  <a:lnTo>
                    <a:pt x="344" y="0"/>
                  </a:lnTo>
                  <a:lnTo>
                    <a:pt x="504" y="145"/>
                  </a:lnTo>
                  <a:lnTo>
                    <a:pt x="561" y="903"/>
                  </a:lnTo>
                  <a:lnTo>
                    <a:pt x="590" y="200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5132342" y="3576635"/>
              <a:ext cx="1032" cy="3579"/>
            </a:xfrm>
            <a:custGeom>
              <a:avLst/>
              <a:pathLst>
                <a:path w="1032" h="3579">
                  <a:moveTo>
                    <a:pt x="977" y="2895"/>
                  </a:moveTo>
                  <a:lnTo>
                    <a:pt x="1032" y="3579"/>
                  </a:lnTo>
                  <a:lnTo>
                    <a:pt x="384" y="1722"/>
                  </a:lnTo>
                  <a:lnTo>
                    <a:pt x="0" y="525"/>
                  </a:lnTo>
                  <a:lnTo>
                    <a:pt x="23" y="0"/>
                  </a:lnTo>
                  <a:lnTo>
                    <a:pt x="197" y="330"/>
                  </a:lnTo>
                  <a:lnTo>
                    <a:pt x="413" y="916"/>
                  </a:lnTo>
                  <a:lnTo>
                    <a:pt x="554" y="138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379231" y="3574106"/>
              <a:ext cx="4578" cy="8792"/>
            </a:xfrm>
            <a:custGeom>
              <a:avLst/>
              <a:pathLst>
                <a:path w="4578" h="8792">
                  <a:moveTo>
                    <a:pt x="2689" y="5133"/>
                  </a:moveTo>
                  <a:lnTo>
                    <a:pt x="4578" y="8553"/>
                  </a:lnTo>
                  <a:lnTo>
                    <a:pt x="3779" y="8792"/>
                  </a:lnTo>
                  <a:lnTo>
                    <a:pt x="1803" y="7143"/>
                  </a:lnTo>
                  <a:lnTo>
                    <a:pt x="0" y="3759"/>
                  </a:lnTo>
                  <a:lnTo>
                    <a:pt x="538" y="3027"/>
                  </a:lnTo>
                  <a:lnTo>
                    <a:pt x="803" y="4243"/>
                  </a:lnTo>
                  <a:lnTo>
                    <a:pt x="1624" y="5378"/>
                  </a:lnTo>
                  <a:lnTo>
                    <a:pt x="2109" y="3002"/>
                  </a:lnTo>
                  <a:lnTo>
                    <a:pt x="2427" y="2458"/>
                  </a:lnTo>
                  <a:lnTo>
                    <a:pt x="985" y="0"/>
                  </a:lnTo>
                  <a:lnTo>
                    <a:pt x="1556" y="125"/>
                  </a:lnTo>
                  <a:lnTo>
                    <a:pt x="2919" y="179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5130272" y="3543237"/>
              <a:ext cx="1551" cy="1815"/>
            </a:xfrm>
            <a:custGeom>
              <a:avLst/>
              <a:pathLst>
                <a:path w="1551" h="1815">
                  <a:moveTo>
                    <a:pt x="1064" y="672"/>
                  </a:moveTo>
                  <a:lnTo>
                    <a:pt x="225" y="1815"/>
                  </a:lnTo>
                  <a:lnTo>
                    <a:pt x="0" y="1209"/>
                  </a:lnTo>
                  <a:lnTo>
                    <a:pt x="304" y="1184"/>
                  </a:lnTo>
                  <a:lnTo>
                    <a:pt x="868" y="85"/>
                  </a:lnTo>
                  <a:lnTo>
                    <a:pt x="1551" y="0"/>
                  </a:lnTo>
                  <a:lnTo>
                    <a:pt x="1473" y="60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5131824" y="3541027"/>
              <a:ext cx="936" cy="1562"/>
            </a:xfrm>
            <a:custGeom>
              <a:avLst/>
              <a:pathLst>
                <a:path w="936" h="1562">
                  <a:moveTo>
                    <a:pt x="936" y="578"/>
                  </a:moveTo>
                  <a:lnTo>
                    <a:pt x="217" y="1562"/>
                  </a:lnTo>
                  <a:lnTo>
                    <a:pt x="0" y="1403"/>
                  </a:lnTo>
                  <a:lnTo>
                    <a:pt x="856" y="0"/>
                  </a:lnTo>
                  <a:lnTo>
                    <a:pt x="852" y="17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1358449" y="3518133"/>
              <a:ext cx="1699" cy="3751"/>
            </a:xfrm>
            <a:custGeom>
              <a:avLst/>
              <a:pathLst>
                <a:path w="1699" h="3751">
                  <a:moveTo>
                    <a:pt x="794" y="0"/>
                  </a:moveTo>
                  <a:lnTo>
                    <a:pt x="1699" y="2491"/>
                  </a:lnTo>
                  <a:lnTo>
                    <a:pt x="1524" y="3751"/>
                  </a:lnTo>
                  <a:lnTo>
                    <a:pt x="871" y="3635"/>
                  </a:lnTo>
                  <a:lnTo>
                    <a:pt x="571" y="3197"/>
                  </a:lnTo>
                  <a:lnTo>
                    <a:pt x="1082" y="2980"/>
                  </a:lnTo>
                  <a:lnTo>
                    <a:pt x="1166" y="2516"/>
                  </a:lnTo>
                  <a:lnTo>
                    <a:pt x="933" y="1783"/>
                  </a:lnTo>
                  <a:lnTo>
                    <a:pt x="622" y="1271"/>
                  </a:lnTo>
                  <a:lnTo>
                    <a:pt x="407" y="1271"/>
                  </a:lnTo>
                  <a:lnTo>
                    <a:pt x="354" y="2272"/>
                  </a:lnTo>
                  <a:lnTo>
                    <a:pt x="0" y="1486"/>
                  </a:lnTo>
                  <a:lnTo>
                    <a:pt x="205" y="708"/>
                  </a:lnTo>
                  <a:lnTo>
                    <a:pt x="453" y="19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2457477" y="3125796"/>
              <a:ext cx="1052" cy="2967"/>
            </a:xfrm>
            <a:custGeom>
              <a:avLst/>
              <a:pathLst>
                <a:path w="1052" h="2967">
                  <a:moveTo>
                    <a:pt x="1052" y="2338"/>
                  </a:moveTo>
                  <a:lnTo>
                    <a:pt x="482" y="2967"/>
                  </a:lnTo>
                  <a:lnTo>
                    <a:pt x="0" y="2110"/>
                  </a:lnTo>
                  <a:lnTo>
                    <a:pt x="109" y="56"/>
                  </a:lnTo>
                  <a:lnTo>
                    <a:pt x="569" y="0"/>
                  </a:lnTo>
                  <a:lnTo>
                    <a:pt x="1030" y="9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2455029" y="3119840"/>
              <a:ext cx="2382" cy="5264"/>
            </a:xfrm>
            <a:custGeom>
              <a:avLst/>
              <a:pathLst>
                <a:path w="2382" h="5264">
                  <a:moveTo>
                    <a:pt x="2382" y="4804"/>
                  </a:moveTo>
                  <a:lnTo>
                    <a:pt x="2089" y="5264"/>
                  </a:lnTo>
                  <a:lnTo>
                    <a:pt x="1572" y="3444"/>
                  </a:lnTo>
                  <a:lnTo>
                    <a:pt x="737" y="2947"/>
                  </a:lnTo>
                  <a:lnTo>
                    <a:pt x="17" y="1871"/>
                  </a:lnTo>
                  <a:lnTo>
                    <a:pt x="0" y="1640"/>
                  </a:lnTo>
                  <a:lnTo>
                    <a:pt x="12" y="1100"/>
                  </a:lnTo>
                  <a:lnTo>
                    <a:pt x="152" y="477"/>
                  </a:lnTo>
                  <a:lnTo>
                    <a:pt x="520" y="0"/>
                  </a:lnTo>
                  <a:lnTo>
                    <a:pt x="1439" y="1457"/>
                  </a:lnTo>
                  <a:lnTo>
                    <a:pt x="1870" y="3299"/>
                  </a:lnTo>
                  <a:lnTo>
                    <a:pt x="2270" y="41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4601280" y="2642604"/>
              <a:ext cx="8694" cy="10392"/>
            </a:xfrm>
            <a:custGeom>
              <a:avLst/>
              <a:pathLst>
                <a:path w="8694" h="10392">
                  <a:moveTo>
                    <a:pt x="1831" y="9739"/>
                  </a:moveTo>
                  <a:lnTo>
                    <a:pt x="1321" y="10392"/>
                  </a:lnTo>
                  <a:lnTo>
                    <a:pt x="847" y="9998"/>
                  </a:lnTo>
                  <a:lnTo>
                    <a:pt x="719" y="9691"/>
                  </a:lnTo>
                  <a:lnTo>
                    <a:pt x="148" y="7997"/>
                  </a:lnTo>
                  <a:lnTo>
                    <a:pt x="0" y="7127"/>
                  </a:lnTo>
                  <a:lnTo>
                    <a:pt x="383" y="5471"/>
                  </a:lnTo>
                  <a:lnTo>
                    <a:pt x="1953" y="2742"/>
                  </a:lnTo>
                  <a:lnTo>
                    <a:pt x="6016" y="115"/>
                  </a:lnTo>
                  <a:lnTo>
                    <a:pt x="6747" y="0"/>
                  </a:lnTo>
                  <a:lnTo>
                    <a:pt x="8352" y="1125"/>
                  </a:lnTo>
                  <a:lnTo>
                    <a:pt x="8694" y="3231"/>
                  </a:lnTo>
                  <a:lnTo>
                    <a:pt x="8400" y="5048"/>
                  </a:lnTo>
                  <a:lnTo>
                    <a:pt x="8030" y="6266"/>
                  </a:lnTo>
                  <a:lnTo>
                    <a:pt x="6172" y="8319"/>
                  </a:lnTo>
                  <a:lnTo>
                    <a:pt x="4725" y="93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4606736" y="2617704"/>
              <a:ext cx="1406" cy="2938"/>
            </a:xfrm>
            <a:custGeom>
              <a:avLst/>
              <a:pathLst>
                <a:path w="1406" h="2938">
                  <a:moveTo>
                    <a:pt x="1214" y="1533"/>
                  </a:moveTo>
                  <a:lnTo>
                    <a:pt x="1406" y="2938"/>
                  </a:lnTo>
                  <a:lnTo>
                    <a:pt x="487" y="2673"/>
                  </a:lnTo>
                  <a:lnTo>
                    <a:pt x="0" y="1323"/>
                  </a:lnTo>
                  <a:lnTo>
                    <a:pt x="65" y="164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4600632" y="2612757"/>
              <a:ext cx="3080" cy="6150"/>
            </a:xfrm>
            <a:custGeom>
              <a:avLst/>
              <a:pathLst>
                <a:path w="3080" h="6150">
                  <a:moveTo>
                    <a:pt x="1420" y="5697"/>
                  </a:moveTo>
                  <a:lnTo>
                    <a:pt x="694" y="6150"/>
                  </a:lnTo>
                  <a:lnTo>
                    <a:pt x="286" y="5133"/>
                  </a:lnTo>
                  <a:lnTo>
                    <a:pt x="0" y="4863"/>
                  </a:lnTo>
                  <a:lnTo>
                    <a:pt x="161" y="3527"/>
                  </a:lnTo>
                  <a:lnTo>
                    <a:pt x="1345" y="904"/>
                  </a:lnTo>
                  <a:lnTo>
                    <a:pt x="1576" y="0"/>
                  </a:lnTo>
                  <a:lnTo>
                    <a:pt x="2671" y="543"/>
                  </a:lnTo>
                  <a:lnTo>
                    <a:pt x="3080" y="1931"/>
                  </a:lnTo>
                  <a:lnTo>
                    <a:pt x="2576" y="40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4619127" y="2609246"/>
              <a:ext cx="700" cy="2897"/>
            </a:xfrm>
            <a:custGeom>
              <a:avLst/>
              <a:pathLst>
                <a:path w="700" h="2897">
                  <a:moveTo>
                    <a:pt x="700" y="1982"/>
                  </a:moveTo>
                  <a:lnTo>
                    <a:pt x="573" y="2897"/>
                  </a:lnTo>
                  <a:lnTo>
                    <a:pt x="0" y="1513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4599485" y="2602370"/>
              <a:ext cx="1867" cy="6142"/>
            </a:xfrm>
            <a:custGeom>
              <a:avLst/>
              <a:pathLst>
                <a:path w="1867" h="6142">
                  <a:moveTo>
                    <a:pt x="1867" y="5427"/>
                  </a:moveTo>
                  <a:lnTo>
                    <a:pt x="1717" y="6142"/>
                  </a:lnTo>
                  <a:lnTo>
                    <a:pt x="1223" y="5928"/>
                  </a:lnTo>
                  <a:lnTo>
                    <a:pt x="716" y="3894"/>
                  </a:lnTo>
                  <a:lnTo>
                    <a:pt x="505" y="2284"/>
                  </a:lnTo>
                  <a:lnTo>
                    <a:pt x="0" y="1399"/>
                  </a:lnTo>
                  <a:lnTo>
                    <a:pt x="805" y="0"/>
                  </a:lnTo>
                  <a:lnTo>
                    <a:pt x="1828" y="25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4620205" y="2602188"/>
              <a:ext cx="2652" cy="6434"/>
            </a:xfrm>
            <a:custGeom>
              <a:avLst/>
              <a:pathLst>
                <a:path w="2652" h="6434">
                  <a:moveTo>
                    <a:pt x="2652" y="3402"/>
                  </a:moveTo>
                  <a:lnTo>
                    <a:pt x="2526" y="6292"/>
                  </a:lnTo>
                  <a:lnTo>
                    <a:pt x="1723" y="6434"/>
                  </a:lnTo>
                  <a:lnTo>
                    <a:pt x="1244" y="4572"/>
                  </a:lnTo>
                  <a:lnTo>
                    <a:pt x="734" y="5481"/>
                  </a:lnTo>
                  <a:lnTo>
                    <a:pt x="468" y="5497"/>
                  </a:lnTo>
                  <a:lnTo>
                    <a:pt x="68" y="3181"/>
                  </a:lnTo>
                  <a:lnTo>
                    <a:pt x="0" y="1373"/>
                  </a:lnTo>
                  <a:lnTo>
                    <a:pt x="944" y="0"/>
                  </a:lnTo>
                  <a:lnTo>
                    <a:pt x="1514" y="826"/>
                  </a:lnTo>
                  <a:lnTo>
                    <a:pt x="2336" y="12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4627666" y="2599452"/>
              <a:ext cx="2858" cy="8176"/>
            </a:xfrm>
            <a:custGeom>
              <a:avLst/>
              <a:pathLst>
                <a:path w="2858" h="8176">
                  <a:moveTo>
                    <a:pt x="2858" y="6354"/>
                  </a:moveTo>
                  <a:lnTo>
                    <a:pt x="1787" y="8176"/>
                  </a:lnTo>
                  <a:lnTo>
                    <a:pt x="343" y="5732"/>
                  </a:lnTo>
                  <a:lnTo>
                    <a:pt x="0" y="4381"/>
                  </a:lnTo>
                  <a:lnTo>
                    <a:pt x="1097" y="2402"/>
                  </a:lnTo>
                  <a:lnTo>
                    <a:pt x="2029" y="141"/>
                  </a:lnTo>
                  <a:lnTo>
                    <a:pt x="264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4603017" y="2552204"/>
              <a:ext cx="1124" cy="5456"/>
            </a:xfrm>
            <a:custGeom>
              <a:avLst/>
              <a:pathLst>
                <a:path w="1124" h="5456">
                  <a:moveTo>
                    <a:pt x="1124" y="3545"/>
                  </a:moveTo>
                  <a:lnTo>
                    <a:pt x="968" y="5456"/>
                  </a:lnTo>
                  <a:lnTo>
                    <a:pt x="215" y="4195"/>
                  </a:lnTo>
                  <a:lnTo>
                    <a:pt x="0" y="0"/>
                  </a:lnTo>
                  <a:lnTo>
                    <a:pt x="772" y="12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4654022" y="2524394"/>
              <a:ext cx="1408" cy="3102"/>
            </a:xfrm>
            <a:custGeom>
              <a:avLst/>
              <a:pathLst>
                <a:path w="1408" h="3102">
                  <a:moveTo>
                    <a:pt x="1200" y="2223"/>
                  </a:moveTo>
                  <a:lnTo>
                    <a:pt x="685" y="3102"/>
                  </a:lnTo>
                  <a:lnTo>
                    <a:pt x="74" y="2223"/>
                  </a:lnTo>
                  <a:lnTo>
                    <a:pt x="0" y="1294"/>
                  </a:lnTo>
                  <a:lnTo>
                    <a:pt x="319" y="487"/>
                  </a:lnTo>
                  <a:lnTo>
                    <a:pt x="1061" y="0"/>
                  </a:lnTo>
                  <a:lnTo>
                    <a:pt x="1408" y="7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4603593" y="2516447"/>
              <a:ext cx="1718" cy="6440"/>
            </a:xfrm>
            <a:custGeom>
              <a:avLst/>
              <a:pathLst>
                <a:path w="1718" h="6440">
                  <a:moveTo>
                    <a:pt x="1718" y="2536"/>
                  </a:moveTo>
                  <a:lnTo>
                    <a:pt x="1665" y="6440"/>
                  </a:lnTo>
                  <a:lnTo>
                    <a:pt x="1039" y="6273"/>
                  </a:lnTo>
                  <a:lnTo>
                    <a:pt x="613" y="5880"/>
                  </a:lnTo>
                  <a:lnTo>
                    <a:pt x="430" y="5119"/>
                  </a:lnTo>
                  <a:lnTo>
                    <a:pt x="0" y="1496"/>
                  </a:lnTo>
                  <a:lnTo>
                    <a:pt x="480" y="0"/>
                  </a:lnTo>
                  <a:lnTo>
                    <a:pt x="1410" y="11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4601222" y="2492784"/>
              <a:ext cx="38748" cy="127332"/>
            </a:xfrm>
            <a:custGeom>
              <a:avLst/>
              <a:pathLst>
                <a:path w="38748" h="127332">
                  <a:moveTo>
                    <a:pt x="25141" y="0"/>
                  </a:moveTo>
                  <a:lnTo>
                    <a:pt x="27915" y="13219"/>
                  </a:lnTo>
                  <a:lnTo>
                    <a:pt x="30567" y="21759"/>
                  </a:lnTo>
                  <a:lnTo>
                    <a:pt x="32828" y="27947"/>
                  </a:lnTo>
                  <a:lnTo>
                    <a:pt x="36049" y="39857"/>
                  </a:lnTo>
                  <a:lnTo>
                    <a:pt x="36992" y="46226"/>
                  </a:lnTo>
                  <a:lnTo>
                    <a:pt x="37082" y="50171"/>
                  </a:lnTo>
                  <a:lnTo>
                    <a:pt x="37619" y="55597"/>
                  </a:lnTo>
                  <a:lnTo>
                    <a:pt x="37160" y="58708"/>
                  </a:lnTo>
                  <a:lnTo>
                    <a:pt x="37296" y="63611"/>
                  </a:lnTo>
                  <a:lnTo>
                    <a:pt x="37093" y="66128"/>
                  </a:lnTo>
                  <a:lnTo>
                    <a:pt x="36701" y="67984"/>
                  </a:lnTo>
                  <a:lnTo>
                    <a:pt x="36686" y="71546"/>
                  </a:lnTo>
                  <a:lnTo>
                    <a:pt x="36813" y="73452"/>
                  </a:lnTo>
                  <a:lnTo>
                    <a:pt x="36825" y="75979"/>
                  </a:lnTo>
                  <a:lnTo>
                    <a:pt x="37078" y="76964"/>
                  </a:lnTo>
                  <a:lnTo>
                    <a:pt x="37447" y="77329"/>
                  </a:lnTo>
                  <a:lnTo>
                    <a:pt x="38031" y="76409"/>
                  </a:lnTo>
                  <a:lnTo>
                    <a:pt x="38748" y="76026"/>
                  </a:lnTo>
                  <a:lnTo>
                    <a:pt x="38621" y="79066"/>
                  </a:lnTo>
                  <a:lnTo>
                    <a:pt x="37755" y="86756"/>
                  </a:lnTo>
                  <a:lnTo>
                    <a:pt x="37002" y="92358"/>
                  </a:lnTo>
                  <a:lnTo>
                    <a:pt x="35979" y="97236"/>
                  </a:lnTo>
                  <a:lnTo>
                    <a:pt x="34675" y="101696"/>
                  </a:lnTo>
                  <a:lnTo>
                    <a:pt x="33114" y="103443"/>
                  </a:lnTo>
                  <a:lnTo>
                    <a:pt x="32017" y="104069"/>
                  </a:lnTo>
                  <a:lnTo>
                    <a:pt x="29923" y="104294"/>
                  </a:lnTo>
                  <a:lnTo>
                    <a:pt x="28184" y="103535"/>
                  </a:lnTo>
                  <a:lnTo>
                    <a:pt x="26689" y="104085"/>
                  </a:lnTo>
                  <a:lnTo>
                    <a:pt x="26089" y="105017"/>
                  </a:lnTo>
                  <a:lnTo>
                    <a:pt x="25644" y="106605"/>
                  </a:lnTo>
                  <a:lnTo>
                    <a:pt x="25971" y="109076"/>
                  </a:lnTo>
                  <a:lnTo>
                    <a:pt x="25929" y="110899"/>
                  </a:lnTo>
                  <a:lnTo>
                    <a:pt x="25290" y="110759"/>
                  </a:lnTo>
                  <a:lnTo>
                    <a:pt x="24021" y="109699"/>
                  </a:lnTo>
                  <a:lnTo>
                    <a:pt x="22617" y="109555"/>
                  </a:lnTo>
                  <a:lnTo>
                    <a:pt x="21961" y="109031"/>
                  </a:lnTo>
                  <a:lnTo>
                    <a:pt x="21299" y="106419"/>
                  </a:lnTo>
                  <a:lnTo>
                    <a:pt x="20623" y="106516"/>
                  </a:lnTo>
                  <a:lnTo>
                    <a:pt x="19448" y="108064"/>
                  </a:lnTo>
                  <a:lnTo>
                    <a:pt x="17649" y="108407"/>
                  </a:lnTo>
                  <a:lnTo>
                    <a:pt x="17016" y="109244"/>
                  </a:lnTo>
                  <a:lnTo>
                    <a:pt x="16792" y="110328"/>
                  </a:lnTo>
                  <a:lnTo>
                    <a:pt x="17055" y="111696"/>
                  </a:lnTo>
                  <a:lnTo>
                    <a:pt x="17960" y="113494"/>
                  </a:lnTo>
                  <a:lnTo>
                    <a:pt x="17656" y="115311"/>
                  </a:lnTo>
                  <a:lnTo>
                    <a:pt x="16713" y="116222"/>
                  </a:lnTo>
                  <a:lnTo>
                    <a:pt x="15953" y="113985"/>
                  </a:lnTo>
                  <a:lnTo>
                    <a:pt x="15478" y="111794"/>
                  </a:lnTo>
                  <a:lnTo>
                    <a:pt x="14948" y="111670"/>
                  </a:lnTo>
                  <a:lnTo>
                    <a:pt x="14123" y="112296"/>
                  </a:lnTo>
                  <a:lnTo>
                    <a:pt x="13957" y="114662"/>
                  </a:lnTo>
                  <a:lnTo>
                    <a:pt x="14340" y="116274"/>
                  </a:lnTo>
                  <a:lnTo>
                    <a:pt x="14972" y="118142"/>
                  </a:lnTo>
                  <a:lnTo>
                    <a:pt x="14087" y="120291"/>
                  </a:lnTo>
                  <a:lnTo>
                    <a:pt x="13853" y="121824"/>
                  </a:lnTo>
                  <a:lnTo>
                    <a:pt x="13218" y="122928"/>
                  </a:lnTo>
                  <a:lnTo>
                    <a:pt x="11501" y="120480"/>
                  </a:lnTo>
                  <a:lnTo>
                    <a:pt x="11745" y="118740"/>
                  </a:lnTo>
                  <a:lnTo>
                    <a:pt x="12491" y="117066"/>
                  </a:lnTo>
                  <a:lnTo>
                    <a:pt x="12582" y="115332"/>
                  </a:lnTo>
                  <a:lnTo>
                    <a:pt x="12337" y="114304"/>
                  </a:lnTo>
                  <a:lnTo>
                    <a:pt x="9881" y="118685"/>
                  </a:lnTo>
                  <a:lnTo>
                    <a:pt x="8367" y="123650"/>
                  </a:lnTo>
                  <a:lnTo>
                    <a:pt x="7559" y="123289"/>
                  </a:lnTo>
                  <a:lnTo>
                    <a:pt x="7221" y="122012"/>
                  </a:lnTo>
                  <a:lnTo>
                    <a:pt x="6747" y="121492"/>
                  </a:lnTo>
                  <a:lnTo>
                    <a:pt x="5113" y="124694"/>
                  </a:lnTo>
                  <a:lnTo>
                    <a:pt x="4812" y="127235"/>
                  </a:lnTo>
                  <a:lnTo>
                    <a:pt x="4211" y="127332"/>
                  </a:lnTo>
                  <a:lnTo>
                    <a:pt x="3948" y="126257"/>
                  </a:lnTo>
                  <a:lnTo>
                    <a:pt x="3927" y="123960"/>
                  </a:lnTo>
                  <a:lnTo>
                    <a:pt x="3647" y="122022"/>
                  </a:lnTo>
                  <a:lnTo>
                    <a:pt x="1953" y="119194"/>
                  </a:lnTo>
                  <a:lnTo>
                    <a:pt x="1179" y="116724"/>
                  </a:lnTo>
                  <a:lnTo>
                    <a:pt x="1595" y="115343"/>
                  </a:lnTo>
                  <a:lnTo>
                    <a:pt x="3009" y="116093"/>
                  </a:lnTo>
                  <a:lnTo>
                    <a:pt x="4133" y="115995"/>
                  </a:lnTo>
                  <a:lnTo>
                    <a:pt x="3911" y="114824"/>
                  </a:lnTo>
                  <a:lnTo>
                    <a:pt x="3546" y="114268"/>
                  </a:lnTo>
                  <a:lnTo>
                    <a:pt x="4292" y="113609"/>
                  </a:lnTo>
                  <a:lnTo>
                    <a:pt x="4914" y="112258"/>
                  </a:lnTo>
                  <a:lnTo>
                    <a:pt x="4399" y="111892"/>
                  </a:lnTo>
                  <a:lnTo>
                    <a:pt x="3610" y="112672"/>
                  </a:lnTo>
                  <a:lnTo>
                    <a:pt x="2954" y="112287"/>
                  </a:lnTo>
                  <a:lnTo>
                    <a:pt x="2694" y="109054"/>
                  </a:lnTo>
                  <a:lnTo>
                    <a:pt x="1895" y="105735"/>
                  </a:lnTo>
                  <a:lnTo>
                    <a:pt x="1482" y="102514"/>
                  </a:lnTo>
                  <a:lnTo>
                    <a:pt x="2271" y="100660"/>
                  </a:lnTo>
                  <a:lnTo>
                    <a:pt x="2672" y="97778"/>
                  </a:lnTo>
                  <a:lnTo>
                    <a:pt x="3405" y="93606"/>
                  </a:lnTo>
                  <a:lnTo>
                    <a:pt x="3772" y="92257"/>
                  </a:lnTo>
                  <a:lnTo>
                    <a:pt x="4788" y="91275"/>
                  </a:lnTo>
                  <a:lnTo>
                    <a:pt x="5149" y="90196"/>
                  </a:lnTo>
                  <a:lnTo>
                    <a:pt x="4592" y="89642"/>
                  </a:lnTo>
                  <a:lnTo>
                    <a:pt x="3701" y="89152"/>
                  </a:lnTo>
                  <a:lnTo>
                    <a:pt x="3723" y="87948"/>
                  </a:lnTo>
                  <a:lnTo>
                    <a:pt x="4330" y="87290"/>
                  </a:lnTo>
                  <a:lnTo>
                    <a:pt x="5007" y="85964"/>
                  </a:lnTo>
                  <a:lnTo>
                    <a:pt x="6323" y="84350"/>
                  </a:lnTo>
                  <a:lnTo>
                    <a:pt x="6727" y="81303"/>
                  </a:lnTo>
                  <a:lnTo>
                    <a:pt x="6348" y="80536"/>
                  </a:lnTo>
                  <a:lnTo>
                    <a:pt x="5529" y="79812"/>
                  </a:lnTo>
                  <a:lnTo>
                    <a:pt x="5713" y="78273"/>
                  </a:lnTo>
                  <a:lnTo>
                    <a:pt x="6051" y="77101"/>
                  </a:lnTo>
                  <a:lnTo>
                    <a:pt x="5924" y="76398"/>
                  </a:lnTo>
                  <a:lnTo>
                    <a:pt x="4956" y="74416"/>
                  </a:lnTo>
                  <a:lnTo>
                    <a:pt x="4313" y="72610"/>
                  </a:lnTo>
                  <a:lnTo>
                    <a:pt x="4504" y="70551"/>
                  </a:lnTo>
                  <a:lnTo>
                    <a:pt x="4357" y="67437"/>
                  </a:lnTo>
                  <a:lnTo>
                    <a:pt x="4444" y="64823"/>
                  </a:lnTo>
                  <a:lnTo>
                    <a:pt x="4402" y="63406"/>
                  </a:lnTo>
                  <a:lnTo>
                    <a:pt x="3930" y="60214"/>
                  </a:lnTo>
                  <a:lnTo>
                    <a:pt x="3715" y="57018"/>
                  </a:lnTo>
                  <a:lnTo>
                    <a:pt x="3093" y="57484"/>
                  </a:lnTo>
                  <a:lnTo>
                    <a:pt x="2591" y="58278"/>
                  </a:lnTo>
                  <a:lnTo>
                    <a:pt x="796" y="57153"/>
                  </a:lnTo>
                  <a:lnTo>
                    <a:pt x="230" y="57083"/>
                  </a:lnTo>
                  <a:lnTo>
                    <a:pt x="0" y="54710"/>
                  </a:lnTo>
                  <a:lnTo>
                    <a:pt x="643" y="51784"/>
                  </a:lnTo>
                  <a:lnTo>
                    <a:pt x="2169" y="49206"/>
                  </a:lnTo>
                  <a:lnTo>
                    <a:pt x="3045" y="48885"/>
                  </a:lnTo>
                  <a:lnTo>
                    <a:pt x="3707" y="47750"/>
                  </a:lnTo>
                  <a:lnTo>
                    <a:pt x="4737" y="47392"/>
                  </a:lnTo>
                  <a:lnTo>
                    <a:pt x="5974" y="49142"/>
                  </a:lnTo>
                  <a:lnTo>
                    <a:pt x="7084" y="49494"/>
                  </a:lnTo>
                  <a:lnTo>
                    <a:pt x="7701" y="52518"/>
                  </a:lnTo>
                  <a:lnTo>
                    <a:pt x="8079" y="53157"/>
                  </a:lnTo>
                  <a:lnTo>
                    <a:pt x="8159" y="52046"/>
                  </a:lnTo>
                  <a:lnTo>
                    <a:pt x="9055" y="50744"/>
                  </a:lnTo>
                  <a:lnTo>
                    <a:pt x="9269" y="49761"/>
                  </a:lnTo>
                  <a:lnTo>
                    <a:pt x="9075" y="49223"/>
                  </a:lnTo>
                  <a:lnTo>
                    <a:pt x="8044" y="48688"/>
                  </a:lnTo>
                  <a:lnTo>
                    <a:pt x="7118" y="44935"/>
                  </a:lnTo>
                  <a:lnTo>
                    <a:pt x="6989" y="43296"/>
                  </a:lnTo>
                  <a:lnTo>
                    <a:pt x="6652" y="42251"/>
                  </a:lnTo>
                  <a:lnTo>
                    <a:pt x="7153" y="39256"/>
                  </a:lnTo>
                  <a:lnTo>
                    <a:pt x="6082" y="35835"/>
                  </a:lnTo>
                  <a:lnTo>
                    <a:pt x="5561" y="34758"/>
                  </a:lnTo>
                  <a:lnTo>
                    <a:pt x="5635" y="31684"/>
                  </a:lnTo>
                  <a:lnTo>
                    <a:pt x="5076" y="29726"/>
                  </a:lnTo>
                  <a:lnTo>
                    <a:pt x="4765" y="28653"/>
                  </a:lnTo>
                  <a:lnTo>
                    <a:pt x="4574" y="26798"/>
                  </a:lnTo>
                  <a:lnTo>
                    <a:pt x="4737" y="25965"/>
                  </a:lnTo>
                  <a:lnTo>
                    <a:pt x="5225" y="25647"/>
                  </a:lnTo>
                  <a:lnTo>
                    <a:pt x="5375" y="24868"/>
                  </a:lnTo>
                  <a:lnTo>
                    <a:pt x="5723" y="24310"/>
                  </a:lnTo>
                  <a:lnTo>
                    <a:pt x="5745" y="23506"/>
                  </a:lnTo>
                  <a:lnTo>
                    <a:pt x="5748" y="20868"/>
                  </a:lnTo>
                  <a:lnTo>
                    <a:pt x="6742" y="19043"/>
                  </a:lnTo>
                  <a:lnTo>
                    <a:pt x="8157" y="15288"/>
                  </a:lnTo>
                  <a:lnTo>
                    <a:pt x="8851" y="13233"/>
                  </a:lnTo>
                  <a:lnTo>
                    <a:pt x="9642" y="11314"/>
                  </a:lnTo>
                  <a:lnTo>
                    <a:pt x="10558" y="10033"/>
                  </a:lnTo>
                  <a:lnTo>
                    <a:pt x="11457" y="9422"/>
                  </a:lnTo>
                  <a:lnTo>
                    <a:pt x="12871" y="9164"/>
                  </a:lnTo>
                  <a:lnTo>
                    <a:pt x="15581" y="9410"/>
                  </a:lnTo>
                  <a:lnTo>
                    <a:pt x="16112" y="9187"/>
                  </a:lnTo>
                  <a:lnTo>
                    <a:pt x="17997" y="8988"/>
                  </a:lnTo>
                  <a:lnTo>
                    <a:pt x="18442" y="9329"/>
                  </a:lnTo>
                  <a:lnTo>
                    <a:pt x="19812" y="9544"/>
                  </a:lnTo>
                  <a:lnTo>
                    <a:pt x="21330" y="9304"/>
                  </a:lnTo>
                  <a:lnTo>
                    <a:pt x="22094" y="8749"/>
                  </a:lnTo>
                  <a:lnTo>
                    <a:pt x="22803" y="7804"/>
                  </a:lnTo>
                  <a:lnTo>
                    <a:pt x="23421" y="6100"/>
                  </a:lnTo>
                  <a:lnTo>
                    <a:pt x="24059" y="2944"/>
                  </a:lnTo>
                  <a:lnTo>
                    <a:pt x="24742" y="4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3396056" y="2355746"/>
              <a:ext cx="19570" cy="41583"/>
            </a:xfrm>
            <a:custGeom>
              <a:avLst/>
              <a:pathLst>
                <a:path w="19570" h="41583">
                  <a:moveTo>
                    <a:pt x="17389" y="29945"/>
                  </a:moveTo>
                  <a:lnTo>
                    <a:pt x="15444" y="30768"/>
                  </a:lnTo>
                  <a:lnTo>
                    <a:pt x="14787" y="31733"/>
                  </a:lnTo>
                  <a:lnTo>
                    <a:pt x="14399" y="33420"/>
                  </a:lnTo>
                  <a:lnTo>
                    <a:pt x="14275" y="34297"/>
                  </a:lnTo>
                  <a:lnTo>
                    <a:pt x="13931" y="34323"/>
                  </a:lnTo>
                  <a:lnTo>
                    <a:pt x="13360" y="33453"/>
                  </a:lnTo>
                  <a:lnTo>
                    <a:pt x="12638" y="32092"/>
                  </a:lnTo>
                  <a:lnTo>
                    <a:pt x="11699" y="32202"/>
                  </a:lnTo>
                  <a:lnTo>
                    <a:pt x="8501" y="35164"/>
                  </a:lnTo>
                  <a:lnTo>
                    <a:pt x="8186" y="36721"/>
                  </a:lnTo>
                  <a:lnTo>
                    <a:pt x="8115" y="40091"/>
                  </a:lnTo>
                  <a:lnTo>
                    <a:pt x="7897" y="41000"/>
                  </a:lnTo>
                  <a:lnTo>
                    <a:pt x="7556" y="41583"/>
                  </a:lnTo>
                  <a:lnTo>
                    <a:pt x="6234" y="41217"/>
                  </a:lnTo>
                  <a:lnTo>
                    <a:pt x="6094" y="40996"/>
                  </a:lnTo>
                  <a:lnTo>
                    <a:pt x="6267" y="39703"/>
                  </a:lnTo>
                  <a:lnTo>
                    <a:pt x="6198" y="36877"/>
                  </a:lnTo>
                  <a:lnTo>
                    <a:pt x="5602" y="32196"/>
                  </a:lnTo>
                  <a:lnTo>
                    <a:pt x="5177" y="30662"/>
                  </a:lnTo>
                  <a:lnTo>
                    <a:pt x="4301" y="29139"/>
                  </a:lnTo>
                  <a:lnTo>
                    <a:pt x="3619" y="28139"/>
                  </a:lnTo>
                  <a:lnTo>
                    <a:pt x="2396" y="27247"/>
                  </a:lnTo>
                  <a:lnTo>
                    <a:pt x="1774" y="24679"/>
                  </a:lnTo>
                  <a:lnTo>
                    <a:pt x="840" y="21760"/>
                  </a:lnTo>
                  <a:lnTo>
                    <a:pt x="391" y="21092"/>
                  </a:lnTo>
                  <a:lnTo>
                    <a:pt x="463" y="20802"/>
                  </a:lnTo>
                  <a:lnTo>
                    <a:pt x="678" y="18602"/>
                  </a:lnTo>
                  <a:lnTo>
                    <a:pt x="411" y="16997"/>
                  </a:lnTo>
                  <a:lnTo>
                    <a:pt x="0" y="15633"/>
                  </a:lnTo>
                  <a:lnTo>
                    <a:pt x="281" y="14804"/>
                  </a:lnTo>
                  <a:lnTo>
                    <a:pt x="1141" y="14813"/>
                  </a:lnTo>
                  <a:lnTo>
                    <a:pt x="1851" y="14964"/>
                  </a:lnTo>
                  <a:lnTo>
                    <a:pt x="2108" y="13659"/>
                  </a:lnTo>
                  <a:lnTo>
                    <a:pt x="3575" y="12799"/>
                  </a:lnTo>
                  <a:lnTo>
                    <a:pt x="4989" y="11913"/>
                  </a:lnTo>
                  <a:lnTo>
                    <a:pt x="5193" y="11288"/>
                  </a:lnTo>
                  <a:lnTo>
                    <a:pt x="4870" y="9943"/>
                  </a:lnTo>
                  <a:lnTo>
                    <a:pt x="5060" y="9102"/>
                  </a:lnTo>
                  <a:lnTo>
                    <a:pt x="6751" y="6704"/>
                  </a:lnTo>
                  <a:lnTo>
                    <a:pt x="7029" y="5618"/>
                  </a:lnTo>
                  <a:lnTo>
                    <a:pt x="7132" y="4764"/>
                  </a:lnTo>
                  <a:lnTo>
                    <a:pt x="6905" y="3862"/>
                  </a:lnTo>
                  <a:lnTo>
                    <a:pt x="6588" y="2442"/>
                  </a:lnTo>
                  <a:lnTo>
                    <a:pt x="6741" y="1845"/>
                  </a:lnTo>
                  <a:lnTo>
                    <a:pt x="7620" y="1025"/>
                  </a:lnTo>
                  <a:lnTo>
                    <a:pt x="8333" y="73"/>
                  </a:lnTo>
                  <a:lnTo>
                    <a:pt x="8756" y="0"/>
                  </a:lnTo>
                  <a:lnTo>
                    <a:pt x="9020" y="683"/>
                  </a:lnTo>
                  <a:lnTo>
                    <a:pt x="9020" y="1392"/>
                  </a:lnTo>
                  <a:lnTo>
                    <a:pt x="9254" y="2589"/>
                  </a:lnTo>
                  <a:lnTo>
                    <a:pt x="9779" y="3233"/>
                  </a:lnTo>
                  <a:lnTo>
                    <a:pt x="10653" y="4286"/>
                  </a:lnTo>
                  <a:lnTo>
                    <a:pt x="11668" y="5005"/>
                  </a:lnTo>
                  <a:lnTo>
                    <a:pt x="12463" y="6443"/>
                  </a:lnTo>
                  <a:lnTo>
                    <a:pt x="13548" y="9008"/>
                  </a:lnTo>
                  <a:lnTo>
                    <a:pt x="13713" y="10278"/>
                  </a:lnTo>
                  <a:lnTo>
                    <a:pt x="14690" y="11417"/>
                  </a:lnTo>
                  <a:lnTo>
                    <a:pt x="15597" y="12692"/>
                  </a:lnTo>
                  <a:lnTo>
                    <a:pt x="15456" y="15060"/>
                  </a:lnTo>
                  <a:lnTo>
                    <a:pt x="18543" y="17126"/>
                  </a:lnTo>
                  <a:lnTo>
                    <a:pt x="19239" y="17111"/>
                  </a:lnTo>
                  <a:lnTo>
                    <a:pt x="19570" y="17471"/>
                  </a:lnTo>
                  <a:lnTo>
                    <a:pt x="19561" y="18012"/>
                  </a:lnTo>
                  <a:lnTo>
                    <a:pt x="19317" y="19668"/>
                  </a:lnTo>
                  <a:lnTo>
                    <a:pt x="18050" y="24757"/>
                  </a:lnTo>
                  <a:lnTo>
                    <a:pt x="17945" y="25814"/>
                  </a:lnTo>
                  <a:lnTo>
                    <a:pt x="17038" y="26921"/>
                  </a:lnTo>
                  <a:lnTo>
                    <a:pt x="16913" y="27559"/>
                  </a:lnTo>
                  <a:lnTo>
                    <a:pt x="17170" y="2896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3714598" y="2748223"/>
              <a:ext cx="3029" cy="11137"/>
            </a:xfrm>
            <a:custGeom>
              <a:avLst/>
              <a:pathLst>
                <a:path w="3029" h="11137">
                  <a:moveTo>
                    <a:pt x="2202" y="10476"/>
                  </a:moveTo>
                  <a:lnTo>
                    <a:pt x="1553" y="11137"/>
                  </a:lnTo>
                  <a:lnTo>
                    <a:pt x="1115" y="10857"/>
                  </a:lnTo>
                  <a:lnTo>
                    <a:pt x="694" y="9265"/>
                  </a:lnTo>
                  <a:lnTo>
                    <a:pt x="0" y="5316"/>
                  </a:lnTo>
                  <a:lnTo>
                    <a:pt x="378" y="3843"/>
                  </a:lnTo>
                  <a:lnTo>
                    <a:pt x="363" y="3210"/>
                  </a:lnTo>
                  <a:lnTo>
                    <a:pt x="439" y="2734"/>
                  </a:lnTo>
                  <a:lnTo>
                    <a:pt x="652" y="2431"/>
                  </a:lnTo>
                  <a:lnTo>
                    <a:pt x="876" y="569"/>
                  </a:lnTo>
                  <a:lnTo>
                    <a:pt x="1173" y="0"/>
                  </a:lnTo>
                  <a:lnTo>
                    <a:pt x="1661" y="1256"/>
                  </a:lnTo>
                  <a:lnTo>
                    <a:pt x="3029" y="5797"/>
                  </a:lnTo>
                  <a:lnTo>
                    <a:pt x="3019" y="7649"/>
                  </a:lnTo>
                  <a:lnTo>
                    <a:pt x="2938" y="839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3696997" y="2744723"/>
              <a:ext cx="21700" cy="46219"/>
            </a:xfrm>
            <a:custGeom>
              <a:avLst/>
              <a:pathLst>
                <a:path w="21700" h="46219">
                  <a:moveTo>
                    <a:pt x="21700" y="45930"/>
                  </a:moveTo>
                  <a:lnTo>
                    <a:pt x="19727" y="46001"/>
                  </a:lnTo>
                  <a:lnTo>
                    <a:pt x="17239" y="46091"/>
                  </a:lnTo>
                  <a:lnTo>
                    <a:pt x="15222" y="46151"/>
                  </a:lnTo>
                  <a:lnTo>
                    <a:pt x="12943" y="46219"/>
                  </a:lnTo>
                  <a:lnTo>
                    <a:pt x="11942" y="43417"/>
                  </a:lnTo>
                  <a:lnTo>
                    <a:pt x="11602" y="40357"/>
                  </a:lnTo>
                  <a:lnTo>
                    <a:pt x="11240" y="37216"/>
                  </a:lnTo>
                  <a:lnTo>
                    <a:pt x="10239" y="32733"/>
                  </a:lnTo>
                  <a:lnTo>
                    <a:pt x="6896" y="31651"/>
                  </a:lnTo>
                  <a:lnTo>
                    <a:pt x="5118" y="31075"/>
                  </a:lnTo>
                  <a:lnTo>
                    <a:pt x="2195" y="30219"/>
                  </a:lnTo>
                  <a:lnTo>
                    <a:pt x="0" y="29580"/>
                  </a:lnTo>
                  <a:lnTo>
                    <a:pt x="1843" y="24751"/>
                  </a:lnTo>
                  <a:lnTo>
                    <a:pt x="2701" y="22157"/>
                  </a:lnTo>
                  <a:lnTo>
                    <a:pt x="4251" y="16541"/>
                  </a:lnTo>
                  <a:lnTo>
                    <a:pt x="5047" y="12542"/>
                  </a:lnTo>
                  <a:lnTo>
                    <a:pt x="5816" y="8105"/>
                  </a:lnTo>
                  <a:lnTo>
                    <a:pt x="6479" y="4648"/>
                  </a:lnTo>
                  <a:lnTo>
                    <a:pt x="6619" y="4018"/>
                  </a:lnTo>
                  <a:lnTo>
                    <a:pt x="7004" y="2846"/>
                  </a:lnTo>
                  <a:lnTo>
                    <a:pt x="7855" y="1649"/>
                  </a:lnTo>
                  <a:lnTo>
                    <a:pt x="9083" y="520"/>
                  </a:lnTo>
                  <a:lnTo>
                    <a:pt x="11166" y="24"/>
                  </a:lnTo>
                  <a:lnTo>
                    <a:pt x="12630" y="0"/>
                  </a:lnTo>
                  <a:lnTo>
                    <a:pt x="12960" y="50"/>
                  </a:lnTo>
                  <a:lnTo>
                    <a:pt x="13881" y="611"/>
                  </a:lnTo>
                  <a:lnTo>
                    <a:pt x="16434" y="3383"/>
                  </a:lnTo>
                  <a:lnTo>
                    <a:pt x="16376" y="4474"/>
                  </a:lnTo>
                  <a:lnTo>
                    <a:pt x="16740" y="7727"/>
                  </a:lnTo>
                  <a:lnTo>
                    <a:pt x="17554" y="11280"/>
                  </a:lnTo>
                  <a:lnTo>
                    <a:pt x="18221" y="14159"/>
                  </a:lnTo>
                  <a:lnTo>
                    <a:pt x="18305" y="15508"/>
                  </a:lnTo>
                  <a:lnTo>
                    <a:pt x="17691" y="15312"/>
                  </a:lnTo>
                  <a:lnTo>
                    <a:pt x="17225" y="14768"/>
                  </a:lnTo>
                  <a:lnTo>
                    <a:pt x="16331" y="14201"/>
                  </a:lnTo>
                  <a:lnTo>
                    <a:pt x="14603" y="18022"/>
                  </a:lnTo>
                  <a:lnTo>
                    <a:pt x="13556" y="20104"/>
                  </a:lnTo>
                  <a:lnTo>
                    <a:pt x="13526" y="20811"/>
                  </a:lnTo>
                  <a:lnTo>
                    <a:pt x="14919" y="21617"/>
                  </a:lnTo>
                  <a:lnTo>
                    <a:pt x="15941" y="21591"/>
                  </a:lnTo>
                  <a:lnTo>
                    <a:pt x="16655" y="21032"/>
                  </a:lnTo>
                  <a:lnTo>
                    <a:pt x="17260" y="21923"/>
                  </a:lnTo>
                  <a:lnTo>
                    <a:pt x="17656" y="24284"/>
                  </a:lnTo>
                  <a:lnTo>
                    <a:pt x="17816" y="26197"/>
                  </a:lnTo>
                  <a:lnTo>
                    <a:pt x="18763" y="33033"/>
                  </a:lnTo>
                  <a:lnTo>
                    <a:pt x="19548" y="35341"/>
                  </a:lnTo>
                  <a:lnTo>
                    <a:pt x="20528" y="39419"/>
                  </a:lnTo>
                  <a:lnTo>
                    <a:pt x="20892" y="41530"/>
                  </a:lnTo>
                  <a:lnTo>
                    <a:pt x="21100" y="4331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4305463" y="2969356"/>
              <a:ext cx="85599" cy="253355"/>
            </a:xfrm>
            <a:custGeom>
              <a:avLst/>
              <a:pathLst>
                <a:path w="85599" h="253355">
                  <a:moveTo>
                    <a:pt x="22852" y="3429"/>
                  </a:moveTo>
                  <a:lnTo>
                    <a:pt x="23483" y="6241"/>
                  </a:lnTo>
                  <a:lnTo>
                    <a:pt x="24827" y="9369"/>
                  </a:lnTo>
                  <a:lnTo>
                    <a:pt x="26432" y="13832"/>
                  </a:lnTo>
                  <a:lnTo>
                    <a:pt x="26941" y="15882"/>
                  </a:lnTo>
                  <a:lnTo>
                    <a:pt x="28020" y="17462"/>
                  </a:lnTo>
                  <a:lnTo>
                    <a:pt x="28328" y="19015"/>
                  </a:lnTo>
                  <a:lnTo>
                    <a:pt x="28573" y="21391"/>
                  </a:lnTo>
                  <a:lnTo>
                    <a:pt x="28682" y="23161"/>
                  </a:lnTo>
                  <a:lnTo>
                    <a:pt x="28923" y="24207"/>
                  </a:lnTo>
                  <a:lnTo>
                    <a:pt x="29301" y="24618"/>
                  </a:lnTo>
                  <a:lnTo>
                    <a:pt x="29792" y="24151"/>
                  </a:lnTo>
                  <a:lnTo>
                    <a:pt x="30161" y="23213"/>
                  </a:lnTo>
                  <a:lnTo>
                    <a:pt x="30470" y="20604"/>
                  </a:lnTo>
                  <a:lnTo>
                    <a:pt x="30670" y="20326"/>
                  </a:lnTo>
                  <a:lnTo>
                    <a:pt x="31003" y="22472"/>
                  </a:lnTo>
                  <a:lnTo>
                    <a:pt x="31355" y="22841"/>
                  </a:lnTo>
                  <a:lnTo>
                    <a:pt x="31826" y="23116"/>
                  </a:lnTo>
                  <a:lnTo>
                    <a:pt x="32188" y="24050"/>
                  </a:lnTo>
                  <a:lnTo>
                    <a:pt x="32297" y="25679"/>
                  </a:lnTo>
                  <a:lnTo>
                    <a:pt x="32177" y="27347"/>
                  </a:lnTo>
                  <a:lnTo>
                    <a:pt x="31734" y="29221"/>
                  </a:lnTo>
                  <a:lnTo>
                    <a:pt x="31483" y="31183"/>
                  </a:lnTo>
                  <a:lnTo>
                    <a:pt x="31310" y="34210"/>
                  </a:lnTo>
                  <a:lnTo>
                    <a:pt x="31071" y="36325"/>
                  </a:lnTo>
                  <a:lnTo>
                    <a:pt x="31441" y="38197"/>
                  </a:lnTo>
                  <a:lnTo>
                    <a:pt x="33947" y="47385"/>
                  </a:lnTo>
                  <a:lnTo>
                    <a:pt x="35154" y="48892"/>
                  </a:lnTo>
                  <a:lnTo>
                    <a:pt x="38025" y="50689"/>
                  </a:lnTo>
                  <a:lnTo>
                    <a:pt x="39059" y="51930"/>
                  </a:lnTo>
                  <a:lnTo>
                    <a:pt x="39972" y="53134"/>
                  </a:lnTo>
                  <a:lnTo>
                    <a:pt x="40874" y="52547"/>
                  </a:lnTo>
                  <a:lnTo>
                    <a:pt x="41738" y="49812"/>
                  </a:lnTo>
                  <a:lnTo>
                    <a:pt x="42777" y="48278"/>
                  </a:lnTo>
                  <a:lnTo>
                    <a:pt x="44707" y="45920"/>
                  </a:lnTo>
                  <a:lnTo>
                    <a:pt x="45267" y="45793"/>
                  </a:lnTo>
                  <a:lnTo>
                    <a:pt x="46334" y="46725"/>
                  </a:lnTo>
                  <a:lnTo>
                    <a:pt x="48086" y="49470"/>
                  </a:lnTo>
                  <a:lnTo>
                    <a:pt x="49356" y="52051"/>
                  </a:lnTo>
                  <a:lnTo>
                    <a:pt x="50139" y="53403"/>
                  </a:lnTo>
                  <a:lnTo>
                    <a:pt x="50739" y="54623"/>
                  </a:lnTo>
                  <a:lnTo>
                    <a:pt x="50648" y="55996"/>
                  </a:lnTo>
                  <a:lnTo>
                    <a:pt x="50165" y="57336"/>
                  </a:lnTo>
                  <a:lnTo>
                    <a:pt x="49551" y="58083"/>
                  </a:lnTo>
                  <a:lnTo>
                    <a:pt x="48747" y="59379"/>
                  </a:lnTo>
                  <a:lnTo>
                    <a:pt x="48292" y="60689"/>
                  </a:lnTo>
                  <a:lnTo>
                    <a:pt x="48570" y="61181"/>
                  </a:lnTo>
                  <a:lnTo>
                    <a:pt x="49751" y="61509"/>
                  </a:lnTo>
                  <a:lnTo>
                    <a:pt x="51144" y="62666"/>
                  </a:lnTo>
                  <a:lnTo>
                    <a:pt x="51570" y="64025"/>
                  </a:lnTo>
                  <a:lnTo>
                    <a:pt x="51632" y="65192"/>
                  </a:lnTo>
                  <a:lnTo>
                    <a:pt x="51803" y="67092"/>
                  </a:lnTo>
                  <a:lnTo>
                    <a:pt x="52051" y="67665"/>
                  </a:lnTo>
                  <a:lnTo>
                    <a:pt x="53345" y="67325"/>
                  </a:lnTo>
                  <a:lnTo>
                    <a:pt x="53744" y="67750"/>
                  </a:lnTo>
                  <a:lnTo>
                    <a:pt x="54207" y="68736"/>
                  </a:lnTo>
                  <a:lnTo>
                    <a:pt x="54668" y="71285"/>
                  </a:lnTo>
                  <a:lnTo>
                    <a:pt x="54653" y="73197"/>
                  </a:lnTo>
                  <a:lnTo>
                    <a:pt x="53721" y="75293"/>
                  </a:lnTo>
                  <a:lnTo>
                    <a:pt x="53372" y="76569"/>
                  </a:lnTo>
                  <a:lnTo>
                    <a:pt x="53220" y="78574"/>
                  </a:lnTo>
                  <a:lnTo>
                    <a:pt x="52555" y="80979"/>
                  </a:lnTo>
                  <a:lnTo>
                    <a:pt x="50792" y="84998"/>
                  </a:lnTo>
                  <a:lnTo>
                    <a:pt x="50320" y="85240"/>
                  </a:lnTo>
                  <a:lnTo>
                    <a:pt x="47067" y="83025"/>
                  </a:lnTo>
                  <a:lnTo>
                    <a:pt x="45560" y="83162"/>
                  </a:lnTo>
                  <a:lnTo>
                    <a:pt x="44829" y="83235"/>
                  </a:lnTo>
                  <a:lnTo>
                    <a:pt x="44480" y="83331"/>
                  </a:lnTo>
                  <a:lnTo>
                    <a:pt x="44269" y="84178"/>
                  </a:lnTo>
                  <a:lnTo>
                    <a:pt x="44702" y="86611"/>
                  </a:lnTo>
                  <a:lnTo>
                    <a:pt x="44830" y="89022"/>
                  </a:lnTo>
                  <a:lnTo>
                    <a:pt x="44429" y="90857"/>
                  </a:lnTo>
                  <a:lnTo>
                    <a:pt x="43344" y="92464"/>
                  </a:lnTo>
                  <a:lnTo>
                    <a:pt x="42940" y="93235"/>
                  </a:lnTo>
                  <a:lnTo>
                    <a:pt x="42885" y="94269"/>
                  </a:lnTo>
                  <a:lnTo>
                    <a:pt x="43189" y="95347"/>
                  </a:lnTo>
                  <a:lnTo>
                    <a:pt x="44188" y="96458"/>
                  </a:lnTo>
                  <a:lnTo>
                    <a:pt x="45349" y="97503"/>
                  </a:lnTo>
                  <a:lnTo>
                    <a:pt x="49178" y="103759"/>
                  </a:lnTo>
                  <a:lnTo>
                    <a:pt x="49998" y="105229"/>
                  </a:lnTo>
                  <a:lnTo>
                    <a:pt x="51080" y="107399"/>
                  </a:lnTo>
                  <a:lnTo>
                    <a:pt x="52252" y="109090"/>
                  </a:lnTo>
                  <a:lnTo>
                    <a:pt x="55394" y="111309"/>
                  </a:lnTo>
                  <a:lnTo>
                    <a:pt x="56779" y="112771"/>
                  </a:lnTo>
                  <a:lnTo>
                    <a:pt x="57135" y="113594"/>
                  </a:lnTo>
                  <a:lnTo>
                    <a:pt x="57123" y="114605"/>
                  </a:lnTo>
                  <a:lnTo>
                    <a:pt x="56760" y="115897"/>
                  </a:lnTo>
                  <a:lnTo>
                    <a:pt x="56460" y="118167"/>
                  </a:lnTo>
                  <a:lnTo>
                    <a:pt x="56446" y="119530"/>
                  </a:lnTo>
                  <a:lnTo>
                    <a:pt x="56772" y="120855"/>
                  </a:lnTo>
                  <a:lnTo>
                    <a:pt x="57326" y="122821"/>
                  </a:lnTo>
                  <a:lnTo>
                    <a:pt x="58574" y="125876"/>
                  </a:lnTo>
                  <a:lnTo>
                    <a:pt x="59259" y="127226"/>
                  </a:lnTo>
                  <a:lnTo>
                    <a:pt x="60014" y="127534"/>
                  </a:lnTo>
                  <a:lnTo>
                    <a:pt x="60675" y="128271"/>
                  </a:lnTo>
                  <a:lnTo>
                    <a:pt x="61360" y="130542"/>
                  </a:lnTo>
                  <a:lnTo>
                    <a:pt x="62154" y="133312"/>
                  </a:lnTo>
                  <a:lnTo>
                    <a:pt x="62258" y="135246"/>
                  </a:lnTo>
                  <a:lnTo>
                    <a:pt x="62594" y="137723"/>
                  </a:lnTo>
                  <a:lnTo>
                    <a:pt x="63323" y="140577"/>
                  </a:lnTo>
                  <a:lnTo>
                    <a:pt x="64323" y="143337"/>
                  </a:lnTo>
                  <a:lnTo>
                    <a:pt x="65723" y="146758"/>
                  </a:lnTo>
                  <a:lnTo>
                    <a:pt x="66527" y="149172"/>
                  </a:lnTo>
                  <a:lnTo>
                    <a:pt x="66898" y="150108"/>
                  </a:lnTo>
                  <a:lnTo>
                    <a:pt x="69888" y="155973"/>
                  </a:lnTo>
                  <a:lnTo>
                    <a:pt x="70613" y="158133"/>
                  </a:lnTo>
                  <a:lnTo>
                    <a:pt x="71664" y="162304"/>
                  </a:lnTo>
                  <a:lnTo>
                    <a:pt x="72111" y="162916"/>
                  </a:lnTo>
                  <a:lnTo>
                    <a:pt x="72530" y="163736"/>
                  </a:lnTo>
                  <a:lnTo>
                    <a:pt x="72800" y="166025"/>
                  </a:lnTo>
                  <a:lnTo>
                    <a:pt x="72887" y="167667"/>
                  </a:lnTo>
                  <a:lnTo>
                    <a:pt x="73029" y="172700"/>
                  </a:lnTo>
                  <a:lnTo>
                    <a:pt x="73568" y="174196"/>
                  </a:lnTo>
                  <a:lnTo>
                    <a:pt x="74066" y="176033"/>
                  </a:lnTo>
                  <a:lnTo>
                    <a:pt x="74281" y="177372"/>
                  </a:lnTo>
                  <a:lnTo>
                    <a:pt x="74732" y="178366"/>
                  </a:lnTo>
                  <a:lnTo>
                    <a:pt x="75225" y="178556"/>
                  </a:lnTo>
                  <a:lnTo>
                    <a:pt x="75816" y="177440"/>
                  </a:lnTo>
                  <a:lnTo>
                    <a:pt x="76280" y="176378"/>
                  </a:lnTo>
                  <a:lnTo>
                    <a:pt x="76491" y="176692"/>
                  </a:lnTo>
                  <a:lnTo>
                    <a:pt x="76965" y="180211"/>
                  </a:lnTo>
                  <a:lnTo>
                    <a:pt x="77395" y="181494"/>
                  </a:lnTo>
                  <a:lnTo>
                    <a:pt x="78205" y="182714"/>
                  </a:lnTo>
                  <a:lnTo>
                    <a:pt x="78974" y="183660"/>
                  </a:lnTo>
                  <a:lnTo>
                    <a:pt x="80651" y="187900"/>
                  </a:lnTo>
                  <a:lnTo>
                    <a:pt x="81549" y="189445"/>
                  </a:lnTo>
                  <a:lnTo>
                    <a:pt x="82158" y="189937"/>
                  </a:lnTo>
                  <a:lnTo>
                    <a:pt x="82684" y="190657"/>
                  </a:lnTo>
                  <a:lnTo>
                    <a:pt x="82840" y="191992"/>
                  </a:lnTo>
                  <a:lnTo>
                    <a:pt x="82634" y="193357"/>
                  </a:lnTo>
                  <a:lnTo>
                    <a:pt x="82278" y="194241"/>
                  </a:lnTo>
                  <a:lnTo>
                    <a:pt x="80327" y="196697"/>
                  </a:lnTo>
                  <a:lnTo>
                    <a:pt x="80067" y="197765"/>
                  </a:lnTo>
                  <a:lnTo>
                    <a:pt x="80335" y="199396"/>
                  </a:lnTo>
                  <a:lnTo>
                    <a:pt x="80824" y="201441"/>
                  </a:lnTo>
                  <a:lnTo>
                    <a:pt x="81355" y="203195"/>
                  </a:lnTo>
                  <a:lnTo>
                    <a:pt x="82029" y="204915"/>
                  </a:lnTo>
                  <a:lnTo>
                    <a:pt x="83401" y="207713"/>
                  </a:lnTo>
                  <a:lnTo>
                    <a:pt x="84590" y="209906"/>
                  </a:lnTo>
                  <a:lnTo>
                    <a:pt x="85242" y="212321"/>
                  </a:lnTo>
                  <a:lnTo>
                    <a:pt x="85599" y="213936"/>
                  </a:lnTo>
                  <a:lnTo>
                    <a:pt x="85378" y="215868"/>
                  </a:lnTo>
                  <a:lnTo>
                    <a:pt x="84878" y="217977"/>
                  </a:lnTo>
                  <a:lnTo>
                    <a:pt x="84488" y="219792"/>
                  </a:lnTo>
                  <a:lnTo>
                    <a:pt x="83818" y="220844"/>
                  </a:lnTo>
                  <a:lnTo>
                    <a:pt x="83637" y="222072"/>
                  </a:lnTo>
                  <a:lnTo>
                    <a:pt x="83913" y="223962"/>
                  </a:lnTo>
                  <a:lnTo>
                    <a:pt x="84139" y="225265"/>
                  </a:lnTo>
                  <a:lnTo>
                    <a:pt x="84017" y="226874"/>
                  </a:lnTo>
                  <a:lnTo>
                    <a:pt x="84081" y="230192"/>
                  </a:lnTo>
                  <a:lnTo>
                    <a:pt x="83464" y="231377"/>
                  </a:lnTo>
                  <a:lnTo>
                    <a:pt x="82892" y="234394"/>
                  </a:lnTo>
                  <a:lnTo>
                    <a:pt x="82496" y="234617"/>
                  </a:lnTo>
                  <a:lnTo>
                    <a:pt x="81506" y="233522"/>
                  </a:lnTo>
                  <a:lnTo>
                    <a:pt x="81161" y="234121"/>
                  </a:lnTo>
                  <a:lnTo>
                    <a:pt x="80529" y="236314"/>
                  </a:lnTo>
                  <a:lnTo>
                    <a:pt x="79425" y="238713"/>
                  </a:lnTo>
                  <a:lnTo>
                    <a:pt x="78891" y="238741"/>
                  </a:lnTo>
                  <a:lnTo>
                    <a:pt x="78525" y="238448"/>
                  </a:lnTo>
                  <a:lnTo>
                    <a:pt x="78094" y="239472"/>
                  </a:lnTo>
                  <a:lnTo>
                    <a:pt x="77479" y="241354"/>
                  </a:lnTo>
                  <a:lnTo>
                    <a:pt x="77197" y="241293"/>
                  </a:lnTo>
                  <a:lnTo>
                    <a:pt x="76138" y="241727"/>
                  </a:lnTo>
                  <a:lnTo>
                    <a:pt x="75724" y="241124"/>
                  </a:lnTo>
                  <a:lnTo>
                    <a:pt x="75209" y="239569"/>
                  </a:lnTo>
                  <a:lnTo>
                    <a:pt x="74383" y="237986"/>
                  </a:lnTo>
                  <a:lnTo>
                    <a:pt x="73632" y="236861"/>
                  </a:lnTo>
                  <a:lnTo>
                    <a:pt x="73228" y="236102"/>
                  </a:lnTo>
                  <a:lnTo>
                    <a:pt x="72859" y="234792"/>
                  </a:lnTo>
                  <a:lnTo>
                    <a:pt x="72521" y="233941"/>
                  </a:lnTo>
                  <a:lnTo>
                    <a:pt x="71903" y="235808"/>
                  </a:lnTo>
                  <a:lnTo>
                    <a:pt x="70858" y="237588"/>
                  </a:lnTo>
                  <a:lnTo>
                    <a:pt x="69870" y="237250"/>
                  </a:lnTo>
                  <a:lnTo>
                    <a:pt x="69386" y="236955"/>
                  </a:lnTo>
                  <a:lnTo>
                    <a:pt x="68993" y="239557"/>
                  </a:lnTo>
                  <a:lnTo>
                    <a:pt x="68703" y="240023"/>
                  </a:lnTo>
                  <a:lnTo>
                    <a:pt x="66922" y="240472"/>
                  </a:lnTo>
                  <a:lnTo>
                    <a:pt x="66588" y="240891"/>
                  </a:lnTo>
                  <a:lnTo>
                    <a:pt x="66874" y="243258"/>
                  </a:lnTo>
                  <a:lnTo>
                    <a:pt x="67925" y="247271"/>
                  </a:lnTo>
                  <a:lnTo>
                    <a:pt x="68243" y="249575"/>
                  </a:lnTo>
                  <a:lnTo>
                    <a:pt x="67586" y="253355"/>
                  </a:lnTo>
                  <a:lnTo>
                    <a:pt x="65743" y="253257"/>
                  </a:lnTo>
                  <a:lnTo>
                    <a:pt x="64913" y="251718"/>
                  </a:lnTo>
                  <a:lnTo>
                    <a:pt x="64148" y="249576"/>
                  </a:lnTo>
                  <a:lnTo>
                    <a:pt x="63872" y="248516"/>
                  </a:lnTo>
                  <a:lnTo>
                    <a:pt x="61508" y="246412"/>
                  </a:lnTo>
                  <a:lnTo>
                    <a:pt x="59931" y="247862"/>
                  </a:lnTo>
                  <a:lnTo>
                    <a:pt x="59448" y="247789"/>
                  </a:lnTo>
                  <a:lnTo>
                    <a:pt x="58706" y="246255"/>
                  </a:lnTo>
                  <a:lnTo>
                    <a:pt x="58262" y="245101"/>
                  </a:lnTo>
                  <a:lnTo>
                    <a:pt x="57823" y="243362"/>
                  </a:lnTo>
                  <a:lnTo>
                    <a:pt x="57579" y="241598"/>
                  </a:lnTo>
                  <a:lnTo>
                    <a:pt x="57553" y="240795"/>
                  </a:lnTo>
                  <a:lnTo>
                    <a:pt x="58238" y="240156"/>
                  </a:lnTo>
                  <a:lnTo>
                    <a:pt x="59357" y="238713"/>
                  </a:lnTo>
                  <a:lnTo>
                    <a:pt x="60271" y="237090"/>
                  </a:lnTo>
                  <a:lnTo>
                    <a:pt x="60872" y="235362"/>
                  </a:lnTo>
                  <a:lnTo>
                    <a:pt x="61119" y="233573"/>
                  </a:lnTo>
                  <a:lnTo>
                    <a:pt x="61152" y="231488"/>
                  </a:lnTo>
                  <a:lnTo>
                    <a:pt x="61411" y="226107"/>
                  </a:lnTo>
                  <a:lnTo>
                    <a:pt x="61679" y="223473"/>
                  </a:lnTo>
                  <a:lnTo>
                    <a:pt x="61529" y="220248"/>
                  </a:lnTo>
                  <a:lnTo>
                    <a:pt x="61041" y="217707"/>
                  </a:lnTo>
                  <a:lnTo>
                    <a:pt x="61041" y="213895"/>
                  </a:lnTo>
                  <a:lnTo>
                    <a:pt x="61216" y="212033"/>
                  </a:lnTo>
                  <a:lnTo>
                    <a:pt x="61299" y="210813"/>
                  </a:lnTo>
                  <a:lnTo>
                    <a:pt x="61987" y="209267"/>
                  </a:lnTo>
                  <a:lnTo>
                    <a:pt x="62462" y="207049"/>
                  </a:lnTo>
                  <a:lnTo>
                    <a:pt x="62726" y="204163"/>
                  </a:lnTo>
                  <a:lnTo>
                    <a:pt x="62751" y="202077"/>
                  </a:lnTo>
                  <a:lnTo>
                    <a:pt x="62536" y="200795"/>
                  </a:lnTo>
                  <a:lnTo>
                    <a:pt x="61858" y="199574"/>
                  </a:lnTo>
                  <a:lnTo>
                    <a:pt x="60718" y="198417"/>
                  </a:lnTo>
                  <a:lnTo>
                    <a:pt x="60002" y="196955"/>
                  </a:lnTo>
                  <a:lnTo>
                    <a:pt x="59710" y="195188"/>
                  </a:lnTo>
                  <a:lnTo>
                    <a:pt x="59737" y="193637"/>
                  </a:lnTo>
                  <a:lnTo>
                    <a:pt x="60085" y="192299"/>
                  </a:lnTo>
                  <a:lnTo>
                    <a:pt x="59226" y="190809"/>
                  </a:lnTo>
                  <a:lnTo>
                    <a:pt x="57161" y="189164"/>
                  </a:lnTo>
                  <a:lnTo>
                    <a:pt x="56007" y="187193"/>
                  </a:lnTo>
                  <a:lnTo>
                    <a:pt x="55764" y="184896"/>
                  </a:lnTo>
                  <a:lnTo>
                    <a:pt x="54903" y="181883"/>
                  </a:lnTo>
                  <a:lnTo>
                    <a:pt x="53420" y="178157"/>
                  </a:lnTo>
                  <a:lnTo>
                    <a:pt x="52639" y="172794"/>
                  </a:lnTo>
                  <a:lnTo>
                    <a:pt x="52560" y="165796"/>
                  </a:lnTo>
                  <a:lnTo>
                    <a:pt x="52735" y="160100"/>
                  </a:lnTo>
                  <a:lnTo>
                    <a:pt x="53382" y="153506"/>
                  </a:lnTo>
                  <a:lnTo>
                    <a:pt x="52515" y="148737"/>
                  </a:lnTo>
                  <a:lnTo>
                    <a:pt x="51564" y="146224"/>
                  </a:lnTo>
                  <a:lnTo>
                    <a:pt x="50240" y="144376"/>
                  </a:lnTo>
                  <a:lnTo>
                    <a:pt x="48978" y="141725"/>
                  </a:lnTo>
                  <a:lnTo>
                    <a:pt x="47780" y="138273"/>
                  </a:lnTo>
                  <a:lnTo>
                    <a:pt x="46344" y="133174"/>
                  </a:lnTo>
                  <a:lnTo>
                    <a:pt x="44670" y="126427"/>
                  </a:lnTo>
                  <a:lnTo>
                    <a:pt x="43544" y="123404"/>
                  </a:lnTo>
                  <a:lnTo>
                    <a:pt x="42967" y="124104"/>
                  </a:lnTo>
                  <a:lnTo>
                    <a:pt x="41757" y="123478"/>
                  </a:lnTo>
                  <a:lnTo>
                    <a:pt x="39911" y="121526"/>
                  </a:lnTo>
                  <a:lnTo>
                    <a:pt x="38302" y="120474"/>
                  </a:lnTo>
                  <a:lnTo>
                    <a:pt x="36928" y="120321"/>
                  </a:lnTo>
                  <a:lnTo>
                    <a:pt x="36034" y="120762"/>
                  </a:lnTo>
                  <a:lnTo>
                    <a:pt x="35620" y="121794"/>
                  </a:lnTo>
                  <a:lnTo>
                    <a:pt x="35587" y="122814"/>
                  </a:lnTo>
                  <a:lnTo>
                    <a:pt x="35936" y="123818"/>
                  </a:lnTo>
                  <a:lnTo>
                    <a:pt x="35749" y="124602"/>
                  </a:lnTo>
                  <a:lnTo>
                    <a:pt x="35028" y="125163"/>
                  </a:lnTo>
                  <a:lnTo>
                    <a:pt x="34447" y="126278"/>
                  </a:lnTo>
                  <a:lnTo>
                    <a:pt x="33796" y="128746"/>
                  </a:lnTo>
                  <a:lnTo>
                    <a:pt x="33344" y="131988"/>
                  </a:lnTo>
                  <a:lnTo>
                    <a:pt x="32663" y="133237"/>
                  </a:lnTo>
                  <a:lnTo>
                    <a:pt x="31610" y="133513"/>
                  </a:lnTo>
                  <a:lnTo>
                    <a:pt x="30574" y="134439"/>
                  </a:lnTo>
                  <a:lnTo>
                    <a:pt x="29554" y="136015"/>
                  </a:lnTo>
                  <a:lnTo>
                    <a:pt x="29072" y="137211"/>
                  </a:lnTo>
                  <a:lnTo>
                    <a:pt x="29128" y="138027"/>
                  </a:lnTo>
                  <a:lnTo>
                    <a:pt x="28907" y="138209"/>
                  </a:lnTo>
                  <a:lnTo>
                    <a:pt x="28409" y="137755"/>
                  </a:lnTo>
                  <a:lnTo>
                    <a:pt x="28174" y="136683"/>
                  </a:lnTo>
                  <a:lnTo>
                    <a:pt x="28198" y="134994"/>
                  </a:lnTo>
                  <a:lnTo>
                    <a:pt x="27680" y="133862"/>
                  </a:lnTo>
                  <a:lnTo>
                    <a:pt x="26615" y="133285"/>
                  </a:lnTo>
                  <a:lnTo>
                    <a:pt x="25401" y="131473"/>
                  </a:lnTo>
                  <a:lnTo>
                    <a:pt x="24036" y="128428"/>
                  </a:lnTo>
                  <a:lnTo>
                    <a:pt x="23089" y="126806"/>
                  </a:lnTo>
                  <a:lnTo>
                    <a:pt x="22557" y="126606"/>
                  </a:lnTo>
                  <a:lnTo>
                    <a:pt x="21798" y="127812"/>
                  </a:lnTo>
                  <a:lnTo>
                    <a:pt x="20809" y="130422"/>
                  </a:lnTo>
                  <a:lnTo>
                    <a:pt x="19991" y="131458"/>
                  </a:lnTo>
                  <a:lnTo>
                    <a:pt x="19346" y="130920"/>
                  </a:lnTo>
                  <a:lnTo>
                    <a:pt x="18848" y="131843"/>
                  </a:lnTo>
                  <a:lnTo>
                    <a:pt x="18500" y="134228"/>
                  </a:lnTo>
                  <a:lnTo>
                    <a:pt x="17857" y="136098"/>
                  </a:lnTo>
                  <a:lnTo>
                    <a:pt x="16450" y="138134"/>
                  </a:lnTo>
                  <a:lnTo>
                    <a:pt x="16353" y="138375"/>
                  </a:lnTo>
                  <a:lnTo>
                    <a:pt x="14747" y="141141"/>
                  </a:lnTo>
                  <a:lnTo>
                    <a:pt x="13453" y="143911"/>
                  </a:lnTo>
                  <a:lnTo>
                    <a:pt x="11952" y="147634"/>
                  </a:lnTo>
                  <a:lnTo>
                    <a:pt x="11244" y="148209"/>
                  </a:lnTo>
                  <a:lnTo>
                    <a:pt x="10569" y="147310"/>
                  </a:lnTo>
                  <a:lnTo>
                    <a:pt x="9549" y="146390"/>
                  </a:lnTo>
                  <a:lnTo>
                    <a:pt x="9011" y="145126"/>
                  </a:lnTo>
                  <a:lnTo>
                    <a:pt x="10039" y="138824"/>
                  </a:lnTo>
                  <a:lnTo>
                    <a:pt x="11336" y="131839"/>
                  </a:lnTo>
                  <a:lnTo>
                    <a:pt x="11684" y="128616"/>
                  </a:lnTo>
                  <a:lnTo>
                    <a:pt x="11739" y="126265"/>
                  </a:lnTo>
                  <a:lnTo>
                    <a:pt x="11611" y="124354"/>
                  </a:lnTo>
                  <a:lnTo>
                    <a:pt x="11103" y="122354"/>
                  </a:lnTo>
                  <a:lnTo>
                    <a:pt x="10624" y="120803"/>
                  </a:lnTo>
                  <a:lnTo>
                    <a:pt x="10583" y="119770"/>
                  </a:lnTo>
                  <a:lnTo>
                    <a:pt x="10736" y="118676"/>
                  </a:lnTo>
                  <a:lnTo>
                    <a:pt x="11257" y="117065"/>
                  </a:lnTo>
                  <a:lnTo>
                    <a:pt x="11929" y="114560"/>
                  </a:lnTo>
                  <a:lnTo>
                    <a:pt x="12554" y="109405"/>
                  </a:lnTo>
                  <a:lnTo>
                    <a:pt x="13301" y="103956"/>
                  </a:lnTo>
                  <a:lnTo>
                    <a:pt x="13228" y="100654"/>
                  </a:lnTo>
                  <a:lnTo>
                    <a:pt x="12623" y="97031"/>
                  </a:lnTo>
                  <a:lnTo>
                    <a:pt x="12293" y="93591"/>
                  </a:lnTo>
                  <a:lnTo>
                    <a:pt x="12557" y="88902"/>
                  </a:lnTo>
                  <a:lnTo>
                    <a:pt x="12456" y="87078"/>
                  </a:lnTo>
                  <a:lnTo>
                    <a:pt x="11806" y="86166"/>
                  </a:lnTo>
                  <a:lnTo>
                    <a:pt x="9669" y="85233"/>
                  </a:lnTo>
                  <a:lnTo>
                    <a:pt x="8983" y="85393"/>
                  </a:lnTo>
                  <a:lnTo>
                    <a:pt x="8440" y="85993"/>
                  </a:lnTo>
                  <a:lnTo>
                    <a:pt x="7856" y="87267"/>
                  </a:lnTo>
                  <a:lnTo>
                    <a:pt x="7142" y="88071"/>
                  </a:lnTo>
                  <a:lnTo>
                    <a:pt x="5797" y="88511"/>
                  </a:lnTo>
                  <a:lnTo>
                    <a:pt x="4526" y="86927"/>
                  </a:lnTo>
                  <a:lnTo>
                    <a:pt x="3465" y="84237"/>
                  </a:lnTo>
                  <a:lnTo>
                    <a:pt x="3210" y="80939"/>
                  </a:lnTo>
                  <a:lnTo>
                    <a:pt x="3988" y="77015"/>
                  </a:lnTo>
                  <a:lnTo>
                    <a:pt x="4537" y="73840"/>
                  </a:lnTo>
                  <a:lnTo>
                    <a:pt x="4861" y="71112"/>
                  </a:lnTo>
                  <a:lnTo>
                    <a:pt x="4826" y="69821"/>
                  </a:lnTo>
                  <a:lnTo>
                    <a:pt x="4594" y="68475"/>
                  </a:lnTo>
                  <a:lnTo>
                    <a:pt x="4277" y="68293"/>
                  </a:lnTo>
                  <a:lnTo>
                    <a:pt x="3595" y="66619"/>
                  </a:lnTo>
                  <a:lnTo>
                    <a:pt x="2932" y="63674"/>
                  </a:lnTo>
                  <a:lnTo>
                    <a:pt x="2305" y="62330"/>
                  </a:lnTo>
                  <a:lnTo>
                    <a:pt x="1715" y="62583"/>
                  </a:lnTo>
                  <a:lnTo>
                    <a:pt x="1171" y="63697"/>
                  </a:lnTo>
                  <a:lnTo>
                    <a:pt x="672" y="65673"/>
                  </a:lnTo>
                  <a:lnTo>
                    <a:pt x="281" y="66481"/>
                  </a:lnTo>
                  <a:lnTo>
                    <a:pt x="0" y="66118"/>
                  </a:lnTo>
                  <a:lnTo>
                    <a:pt x="85" y="64375"/>
                  </a:lnTo>
                  <a:lnTo>
                    <a:pt x="167" y="62734"/>
                  </a:lnTo>
                  <a:lnTo>
                    <a:pt x="783" y="56324"/>
                  </a:lnTo>
                  <a:lnTo>
                    <a:pt x="1525" y="52153"/>
                  </a:lnTo>
                  <a:lnTo>
                    <a:pt x="2397" y="50220"/>
                  </a:lnTo>
                  <a:lnTo>
                    <a:pt x="3321" y="49406"/>
                  </a:lnTo>
                  <a:lnTo>
                    <a:pt x="4297" y="49709"/>
                  </a:lnTo>
                  <a:lnTo>
                    <a:pt x="5112" y="49351"/>
                  </a:lnTo>
                  <a:lnTo>
                    <a:pt x="5768" y="48333"/>
                  </a:lnTo>
                  <a:lnTo>
                    <a:pt x="5708" y="47751"/>
                  </a:lnTo>
                  <a:lnTo>
                    <a:pt x="4932" y="47604"/>
                  </a:lnTo>
                  <a:lnTo>
                    <a:pt x="4625" y="46490"/>
                  </a:lnTo>
                  <a:lnTo>
                    <a:pt x="4782" y="44408"/>
                  </a:lnTo>
                  <a:lnTo>
                    <a:pt x="5128" y="43055"/>
                  </a:lnTo>
                  <a:lnTo>
                    <a:pt x="5663" y="42430"/>
                  </a:lnTo>
                  <a:lnTo>
                    <a:pt x="6180" y="40331"/>
                  </a:lnTo>
                  <a:lnTo>
                    <a:pt x="6679" y="36755"/>
                  </a:lnTo>
                  <a:lnTo>
                    <a:pt x="7286" y="34945"/>
                  </a:lnTo>
                  <a:lnTo>
                    <a:pt x="8001" y="34899"/>
                  </a:lnTo>
                  <a:lnTo>
                    <a:pt x="9227" y="33362"/>
                  </a:lnTo>
                  <a:lnTo>
                    <a:pt x="10962" y="30335"/>
                  </a:lnTo>
                  <a:lnTo>
                    <a:pt x="11627" y="27415"/>
                  </a:lnTo>
                  <a:lnTo>
                    <a:pt x="12283" y="28756"/>
                  </a:lnTo>
                  <a:lnTo>
                    <a:pt x="12041" y="32141"/>
                  </a:lnTo>
                  <a:lnTo>
                    <a:pt x="12384" y="32857"/>
                  </a:lnTo>
                  <a:lnTo>
                    <a:pt x="12547" y="34065"/>
                  </a:lnTo>
                  <a:lnTo>
                    <a:pt x="12455" y="35962"/>
                  </a:lnTo>
                  <a:lnTo>
                    <a:pt x="12598" y="37572"/>
                  </a:lnTo>
                  <a:lnTo>
                    <a:pt x="12864" y="38353"/>
                  </a:lnTo>
                  <a:lnTo>
                    <a:pt x="13246" y="38742"/>
                  </a:lnTo>
                  <a:lnTo>
                    <a:pt x="15087" y="37363"/>
                  </a:lnTo>
                  <a:lnTo>
                    <a:pt x="16209" y="37260"/>
                  </a:lnTo>
                  <a:lnTo>
                    <a:pt x="16680" y="38168"/>
                  </a:lnTo>
                  <a:lnTo>
                    <a:pt x="17109" y="38734"/>
                  </a:lnTo>
                  <a:lnTo>
                    <a:pt x="17642" y="39171"/>
                  </a:lnTo>
                  <a:lnTo>
                    <a:pt x="18053" y="39746"/>
                  </a:lnTo>
                  <a:lnTo>
                    <a:pt x="18318" y="39562"/>
                  </a:lnTo>
                  <a:lnTo>
                    <a:pt x="18947" y="38151"/>
                  </a:lnTo>
                  <a:lnTo>
                    <a:pt x="19141" y="37901"/>
                  </a:lnTo>
                  <a:lnTo>
                    <a:pt x="19157" y="37210"/>
                  </a:lnTo>
                  <a:lnTo>
                    <a:pt x="18715" y="35942"/>
                  </a:lnTo>
                  <a:lnTo>
                    <a:pt x="18259" y="34877"/>
                  </a:lnTo>
                  <a:lnTo>
                    <a:pt x="18274" y="32511"/>
                  </a:lnTo>
                  <a:lnTo>
                    <a:pt x="18492" y="28409"/>
                  </a:lnTo>
                  <a:lnTo>
                    <a:pt x="18535" y="26283"/>
                  </a:lnTo>
                  <a:lnTo>
                    <a:pt x="18498" y="21195"/>
                  </a:lnTo>
                  <a:lnTo>
                    <a:pt x="18413" y="19760"/>
                  </a:lnTo>
                  <a:lnTo>
                    <a:pt x="17994" y="18107"/>
                  </a:lnTo>
                  <a:lnTo>
                    <a:pt x="16896" y="14939"/>
                  </a:lnTo>
                  <a:lnTo>
                    <a:pt x="16588" y="13001"/>
                  </a:lnTo>
                  <a:lnTo>
                    <a:pt x="16412" y="11062"/>
                  </a:lnTo>
                  <a:lnTo>
                    <a:pt x="16430" y="9835"/>
                  </a:lnTo>
                  <a:lnTo>
                    <a:pt x="16151" y="8433"/>
                  </a:lnTo>
                  <a:lnTo>
                    <a:pt x="16006" y="7139"/>
                  </a:lnTo>
                  <a:lnTo>
                    <a:pt x="16498" y="6468"/>
                  </a:lnTo>
                  <a:lnTo>
                    <a:pt x="17089" y="4959"/>
                  </a:lnTo>
                  <a:lnTo>
                    <a:pt x="17388" y="2654"/>
                  </a:lnTo>
                  <a:lnTo>
                    <a:pt x="17675" y="973"/>
                  </a:lnTo>
                  <a:lnTo>
                    <a:pt x="18084" y="256"/>
                  </a:lnTo>
                  <a:lnTo>
                    <a:pt x="18439" y="0"/>
                  </a:lnTo>
                  <a:lnTo>
                    <a:pt x="18680" y="145"/>
                  </a:lnTo>
                  <a:lnTo>
                    <a:pt x="19609" y="3155"/>
                  </a:lnTo>
                  <a:lnTo>
                    <a:pt x="20785" y="1650"/>
                  </a:lnTo>
                  <a:lnTo>
                    <a:pt x="21682" y="1656"/>
                  </a:lnTo>
                  <a:lnTo>
                    <a:pt x="22444" y="245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3567286" y="2609347"/>
              <a:ext cx="16764" cy="47367"/>
            </a:xfrm>
            <a:custGeom>
              <a:avLst/>
              <a:pathLst>
                <a:path w="16764" h="47367">
                  <a:moveTo>
                    <a:pt x="8636" y="36846"/>
                  </a:moveTo>
                  <a:lnTo>
                    <a:pt x="8313" y="37321"/>
                  </a:lnTo>
                  <a:lnTo>
                    <a:pt x="7709" y="38677"/>
                  </a:lnTo>
                  <a:lnTo>
                    <a:pt x="7107" y="39775"/>
                  </a:lnTo>
                  <a:lnTo>
                    <a:pt x="5889" y="41476"/>
                  </a:lnTo>
                  <a:lnTo>
                    <a:pt x="5613" y="42494"/>
                  </a:lnTo>
                  <a:lnTo>
                    <a:pt x="5345" y="41582"/>
                  </a:lnTo>
                  <a:lnTo>
                    <a:pt x="4813" y="42202"/>
                  </a:lnTo>
                  <a:lnTo>
                    <a:pt x="4366" y="46073"/>
                  </a:lnTo>
                  <a:lnTo>
                    <a:pt x="3436" y="47367"/>
                  </a:lnTo>
                  <a:lnTo>
                    <a:pt x="2274" y="47253"/>
                  </a:lnTo>
                  <a:lnTo>
                    <a:pt x="1302" y="46886"/>
                  </a:lnTo>
                  <a:lnTo>
                    <a:pt x="0" y="47131"/>
                  </a:lnTo>
                  <a:lnTo>
                    <a:pt x="527" y="44876"/>
                  </a:lnTo>
                  <a:lnTo>
                    <a:pt x="1077" y="41951"/>
                  </a:lnTo>
                  <a:lnTo>
                    <a:pt x="1621" y="38002"/>
                  </a:lnTo>
                  <a:lnTo>
                    <a:pt x="2579" y="34727"/>
                  </a:lnTo>
                  <a:lnTo>
                    <a:pt x="4567" y="23608"/>
                  </a:lnTo>
                  <a:lnTo>
                    <a:pt x="5714" y="19104"/>
                  </a:lnTo>
                  <a:lnTo>
                    <a:pt x="6123" y="12719"/>
                  </a:lnTo>
                  <a:lnTo>
                    <a:pt x="7900" y="7130"/>
                  </a:lnTo>
                  <a:lnTo>
                    <a:pt x="9229" y="5478"/>
                  </a:lnTo>
                  <a:lnTo>
                    <a:pt x="9871" y="3879"/>
                  </a:lnTo>
                  <a:lnTo>
                    <a:pt x="9852" y="1463"/>
                  </a:lnTo>
                  <a:lnTo>
                    <a:pt x="11837" y="1480"/>
                  </a:lnTo>
                  <a:lnTo>
                    <a:pt x="13115" y="1354"/>
                  </a:lnTo>
                  <a:lnTo>
                    <a:pt x="13486" y="0"/>
                  </a:lnTo>
                  <a:lnTo>
                    <a:pt x="14481" y="614"/>
                  </a:lnTo>
                  <a:lnTo>
                    <a:pt x="15039" y="1927"/>
                  </a:lnTo>
                  <a:lnTo>
                    <a:pt x="14535" y="3304"/>
                  </a:lnTo>
                  <a:lnTo>
                    <a:pt x="13827" y="4886"/>
                  </a:lnTo>
                  <a:lnTo>
                    <a:pt x="13868" y="5292"/>
                  </a:lnTo>
                  <a:lnTo>
                    <a:pt x="14397" y="5423"/>
                  </a:lnTo>
                  <a:lnTo>
                    <a:pt x="15295" y="6280"/>
                  </a:lnTo>
                  <a:lnTo>
                    <a:pt x="15849" y="7279"/>
                  </a:lnTo>
                  <a:lnTo>
                    <a:pt x="16764" y="13517"/>
                  </a:lnTo>
                  <a:lnTo>
                    <a:pt x="16199" y="16086"/>
                  </a:lnTo>
                  <a:lnTo>
                    <a:pt x="15317" y="18375"/>
                  </a:lnTo>
                  <a:lnTo>
                    <a:pt x="14924" y="18582"/>
                  </a:lnTo>
                  <a:lnTo>
                    <a:pt x="14152" y="19720"/>
                  </a:lnTo>
                  <a:lnTo>
                    <a:pt x="13504" y="21277"/>
                  </a:lnTo>
                  <a:lnTo>
                    <a:pt x="13277" y="22262"/>
                  </a:lnTo>
                  <a:lnTo>
                    <a:pt x="13327" y="23181"/>
                  </a:lnTo>
                  <a:lnTo>
                    <a:pt x="14242" y="24336"/>
                  </a:lnTo>
                  <a:lnTo>
                    <a:pt x="14267" y="24802"/>
                  </a:lnTo>
                  <a:lnTo>
                    <a:pt x="14080" y="25165"/>
                  </a:lnTo>
                  <a:lnTo>
                    <a:pt x="13340" y="24913"/>
                  </a:lnTo>
                  <a:lnTo>
                    <a:pt x="12386" y="24796"/>
                  </a:lnTo>
                  <a:lnTo>
                    <a:pt x="11823" y="24797"/>
                  </a:lnTo>
                  <a:lnTo>
                    <a:pt x="11169" y="25031"/>
                  </a:lnTo>
                  <a:lnTo>
                    <a:pt x="10336" y="26439"/>
                  </a:lnTo>
                  <a:lnTo>
                    <a:pt x="9964" y="27364"/>
                  </a:lnTo>
                  <a:lnTo>
                    <a:pt x="9764" y="27961"/>
                  </a:lnTo>
                  <a:lnTo>
                    <a:pt x="9468" y="29878"/>
                  </a:lnTo>
                  <a:lnTo>
                    <a:pt x="9800" y="31192"/>
                  </a:lnTo>
                  <a:lnTo>
                    <a:pt x="10425" y="31935"/>
                  </a:lnTo>
                  <a:lnTo>
                    <a:pt x="10513" y="32316"/>
                  </a:lnTo>
                  <a:lnTo>
                    <a:pt x="10375" y="32982"/>
                  </a:lnTo>
                  <a:lnTo>
                    <a:pt x="9754" y="33808"/>
                  </a:lnTo>
                  <a:lnTo>
                    <a:pt x="9288" y="34821"/>
                  </a:lnTo>
                  <a:lnTo>
                    <a:pt x="9154" y="3585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3037938" y="3381789"/>
              <a:ext cx="46643" cy="123703"/>
            </a:xfrm>
            <a:custGeom>
              <a:avLst/>
              <a:pathLst>
                <a:path w="46643" h="123703">
                  <a:moveTo>
                    <a:pt x="34305" y="28934"/>
                  </a:moveTo>
                  <a:lnTo>
                    <a:pt x="34523" y="29273"/>
                  </a:lnTo>
                  <a:lnTo>
                    <a:pt x="34865" y="30178"/>
                  </a:lnTo>
                  <a:lnTo>
                    <a:pt x="35188" y="33268"/>
                  </a:lnTo>
                  <a:lnTo>
                    <a:pt x="36461" y="43250"/>
                  </a:lnTo>
                  <a:lnTo>
                    <a:pt x="36396" y="46000"/>
                  </a:lnTo>
                  <a:lnTo>
                    <a:pt x="36144" y="47800"/>
                  </a:lnTo>
                  <a:lnTo>
                    <a:pt x="36137" y="49562"/>
                  </a:lnTo>
                  <a:lnTo>
                    <a:pt x="36053" y="51301"/>
                  </a:lnTo>
                  <a:lnTo>
                    <a:pt x="35273" y="54150"/>
                  </a:lnTo>
                  <a:lnTo>
                    <a:pt x="32975" y="59981"/>
                  </a:lnTo>
                  <a:lnTo>
                    <a:pt x="33153" y="60491"/>
                  </a:lnTo>
                  <a:lnTo>
                    <a:pt x="33702" y="61155"/>
                  </a:lnTo>
                  <a:lnTo>
                    <a:pt x="34261" y="61500"/>
                  </a:lnTo>
                  <a:lnTo>
                    <a:pt x="34720" y="61320"/>
                  </a:lnTo>
                  <a:lnTo>
                    <a:pt x="35295" y="62777"/>
                  </a:lnTo>
                  <a:lnTo>
                    <a:pt x="35913" y="64606"/>
                  </a:lnTo>
                  <a:lnTo>
                    <a:pt x="36569" y="65559"/>
                  </a:lnTo>
                  <a:lnTo>
                    <a:pt x="37514" y="66395"/>
                  </a:lnTo>
                  <a:lnTo>
                    <a:pt x="38341" y="66489"/>
                  </a:lnTo>
                  <a:lnTo>
                    <a:pt x="39046" y="66169"/>
                  </a:lnTo>
                  <a:lnTo>
                    <a:pt x="40038" y="66531"/>
                  </a:lnTo>
                  <a:lnTo>
                    <a:pt x="41094" y="68046"/>
                  </a:lnTo>
                  <a:lnTo>
                    <a:pt x="41470" y="70549"/>
                  </a:lnTo>
                  <a:lnTo>
                    <a:pt x="41722" y="72729"/>
                  </a:lnTo>
                  <a:lnTo>
                    <a:pt x="42090" y="73836"/>
                  </a:lnTo>
                  <a:lnTo>
                    <a:pt x="42139" y="75722"/>
                  </a:lnTo>
                  <a:lnTo>
                    <a:pt x="42891" y="77378"/>
                  </a:lnTo>
                  <a:lnTo>
                    <a:pt x="43961" y="77713"/>
                  </a:lnTo>
                  <a:lnTo>
                    <a:pt x="45349" y="79654"/>
                  </a:lnTo>
                  <a:lnTo>
                    <a:pt x="45702" y="79551"/>
                  </a:lnTo>
                  <a:lnTo>
                    <a:pt x="45854" y="79309"/>
                  </a:lnTo>
                  <a:lnTo>
                    <a:pt x="46025" y="79675"/>
                  </a:lnTo>
                  <a:lnTo>
                    <a:pt x="46373" y="85289"/>
                  </a:lnTo>
                  <a:lnTo>
                    <a:pt x="46643" y="88266"/>
                  </a:lnTo>
                  <a:lnTo>
                    <a:pt x="46501" y="89468"/>
                  </a:lnTo>
                  <a:lnTo>
                    <a:pt x="46314" y="90414"/>
                  </a:lnTo>
                  <a:lnTo>
                    <a:pt x="46303" y="94946"/>
                  </a:lnTo>
                  <a:lnTo>
                    <a:pt x="45675" y="97549"/>
                  </a:lnTo>
                  <a:lnTo>
                    <a:pt x="45573" y="100404"/>
                  </a:lnTo>
                  <a:lnTo>
                    <a:pt x="45396" y="101329"/>
                  </a:lnTo>
                  <a:lnTo>
                    <a:pt x="44724" y="102151"/>
                  </a:lnTo>
                  <a:lnTo>
                    <a:pt x="44719" y="104345"/>
                  </a:lnTo>
                  <a:lnTo>
                    <a:pt x="44541" y="106995"/>
                  </a:lnTo>
                  <a:lnTo>
                    <a:pt x="44471" y="109809"/>
                  </a:lnTo>
                  <a:lnTo>
                    <a:pt x="44659" y="117173"/>
                  </a:lnTo>
                  <a:lnTo>
                    <a:pt x="44694" y="122666"/>
                  </a:lnTo>
                  <a:lnTo>
                    <a:pt x="44996" y="123703"/>
                  </a:lnTo>
                  <a:lnTo>
                    <a:pt x="43690" y="123246"/>
                  </a:lnTo>
                  <a:lnTo>
                    <a:pt x="39849" y="119053"/>
                  </a:lnTo>
                  <a:lnTo>
                    <a:pt x="36888" y="116650"/>
                  </a:lnTo>
                  <a:lnTo>
                    <a:pt x="26973" y="102921"/>
                  </a:lnTo>
                  <a:lnTo>
                    <a:pt x="24218" y="97412"/>
                  </a:lnTo>
                  <a:lnTo>
                    <a:pt x="21043" y="89208"/>
                  </a:lnTo>
                  <a:lnTo>
                    <a:pt x="13980" y="72692"/>
                  </a:lnTo>
                  <a:lnTo>
                    <a:pt x="12370" y="70041"/>
                  </a:lnTo>
                  <a:lnTo>
                    <a:pt x="10338" y="68753"/>
                  </a:lnTo>
                  <a:lnTo>
                    <a:pt x="9083" y="67348"/>
                  </a:lnTo>
                  <a:lnTo>
                    <a:pt x="8197" y="65821"/>
                  </a:lnTo>
                  <a:lnTo>
                    <a:pt x="7477" y="61243"/>
                  </a:lnTo>
                  <a:lnTo>
                    <a:pt x="5711" y="58516"/>
                  </a:lnTo>
                  <a:lnTo>
                    <a:pt x="2451" y="54649"/>
                  </a:lnTo>
                  <a:lnTo>
                    <a:pt x="0" y="48199"/>
                  </a:lnTo>
                  <a:lnTo>
                    <a:pt x="601" y="46878"/>
                  </a:lnTo>
                  <a:lnTo>
                    <a:pt x="1485" y="42639"/>
                  </a:lnTo>
                  <a:lnTo>
                    <a:pt x="2723" y="38563"/>
                  </a:lnTo>
                  <a:lnTo>
                    <a:pt x="3876" y="36147"/>
                  </a:lnTo>
                  <a:lnTo>
                    <a:pt x="4793" y="33659"/>
                  </a:lnTo>
                  <a:lnTo>
                    <a:pt x="5760" y="31755"/>
                  </a:lnTo>
                  <a:lnTo>
                    <a:pt x="7147" y="29533"/>
                  </a:lnTo>
                  <a:lnTo>
                    <a:pt x="9268" y="23676"/>
                  </a:lnTo>
                  <a:lnTo>
                    <a:pt x="9766" y="22998"/>
                  </a:lnTo>
                  <a:lnTo>
                    <a:pt x="10105" y="18948"/>
                  </a:lnTo>
                  <a:lnTo>
                    <a:pt x="10636" y="13786"/>
                  </a:lnTo>
                  <a:lnTo>
                    <a:pt x="11250" y="12186"/>
                  </a:lnTo>
                  <a:lnTo>
                    <a:pt x="12695" y="11230"/>
                  </a:lnTo>
                  <a:lnTo>
                    <a:pt x="13032" y="10334"/>
                  </a:lnTo>
                  <a:lnTo>
                    <a:pt x="13545" y="6703"/>
                  </a:lnTo>
                  <a:lnTo>
                    <a:pt x="13873" y="2470"/>
                  </a:lnTo>
                  <a:lnTo>
                    <a:pt x="13902" y="1552"/>
                  </a:lnTo>
                  <a:lnTo>
                    <a:pt x="14472" y="1444"/>
                  </a:lnTo>
                  <a:lnTo>
                    <a:pt x="15444" y="530"/>
                  </a:lnTo>
                  <a:lnTo>
                    <a:pt x="16009" y="940"/>
                  </a:lnTo>
                  <a:lnTo>
                    <a:pt x="16259" y="2159"/>
                  </a:lnTo>
                  <a:lnTo>
                    <a:pt x="16387" y="3185"/>
                  </a:lnTo>
                  <a:lnTo>
                    <a:pt x="19335" y="546"/>
                  </a:lnTo>
                  <a:lnTo>
                    <a:pt x="19594" y="0"/>
                  </a:lnTo>
                  <a:lnTo>
                    <a:pt x="19750" y="92"/>
                  </a:lnTo>
                  <a:lnTo>
                    <a:pt x="20120" y="2474"/>
                  </a:lnTo>
                  <a:lnTo>
                    <a:pt x="20333" y="2328"/>
                  </a:lnTo>
                  <a:lnTo>
                    <a:pt x="20511" y="1640"/>
                  </a:lnTo>
                  <a:lnTo>
                    <a:pt x="20708" y="1574"/>
                  </a:lnTo>
                  <a:lnTo>
                    <a:pt x="20938" y="1895"/>
                  </a:lnTo>
                  <a:lnTo>
                    <a:pt x="21170" y="3003"/>
                  </a:lnTo>
                  <a:lnTo>
                    <a:pt x="21545" y="3999"/>
                  </a:lnTo>
                  <a:lnTo>
                    <a:pt x="22184" y="4700"/>
                  </a:lnTo>
                  <a:lnTo>
                    <a:pt x="22588" y="5661"/>
                  </a:lnTo>
                  <a:lnTo>
                    <a:pt x="22544" y="8205"/>
                  </a:lnTo>
                  <a:lnTo>
                    <a:pt x="22699" y="10679"/>
                  </a:lnTo>
                  <a:lnTo>
                    <a:pt x="22976" y="11249"/>
                  </a:lnTo>
                  <a:lnTo>
                    <a:pt x="23123" y="12727"/>
                  </a:lnTo>
                  <a:lnTo>
                    <a:pt x="23198" y="14348"/>
                  </a:lnTo>
                  <a:lnTo>
                    <a:pt x="23351" y="15201"/>
                  </a:lnTo>
                  <a:lnTo>
                    <a:pt x="23459" y="16836"/>
                  </a:lnTo>
                  <a:lnTo>
                    <a:pt x="23405" y="18592"/>
                  </a:lnTo>
                  <a:lnTo>
                    <a:pt x="23519" y="19827"/>
                  </a:lnTo>
                  <a:lnTo>
                    <a:pt x="23989" y="21956"/>
                  </a:lnTo>
                  <a:lnTo>
                    <a:pt x="24282" y="24640"/>
                  </a:lnTo>
                  <a:lnTo>
                    <a:pt x="24284" y="26539"/>
                  </a:lnTo>
                  <a:lnTo>
                    <a:pt x="24113" y="28539"/>
                  </a:lnTo>
                  <a:lnTo>
                    <a:pt x="23801" y="30368"/>
                  </a:lnTo>
                  <a:lnTo>
                    <a:pt x="23253" y="32361"/>
                  </a:lnTo>
                  <a:lnTo>
                    <a:pt x="23207" y="33148"/>
                  </a:lnTo>
                  <a:lnTo>
                    <a:pt x="23533" y="33664"/>
                  </a:lnTo>
                  <a:lnTo>
                    <a:pt x="24026" y="33767"/>
                  </a:lnTo>
                  <a:lnTo>
                    <a:pt x="24439" y="33360"/>
                  </a:lnTo>
                  <a:lnTo>
                    <a:pt x="25484" y="34275"/>
                  </a:lnTo>
                  <a:lnTo>
                    <a:pt x="26030" y="35588"/>
                  </a:lnTo>
                  <a:lnTo>
                    <a:pt x="26511" y="37210"/>
                  </a:lnTo>
                  <a:lnTo>
                    <a:pt x="26943" y="38032"/>
                  </a:lnTo>
                  <a:lnTo>
                    <a:pt x="27138" y="39057"/>
                  </a:lnTo>
                  <a:lnTo>
                    <a:pt x="27879" y="38774"/>
                  </a:lnTo>
                  <a:lnTo>
                    <a:pt x="28740" y="37787"/>
                  </a:lnTo>
                  <a:lnTo>
                    <a:pt x="28917" y="37322"/>
                  </a:lnTo>
                  <a:lnTo>
                    <a:pt x="29173" y="37572"/>
                  </a:lnTo>
                  <a:lnTo>
                    <a:pt x="29727" y="37675"/>
                  </a:lnTo>
                  <a:lnTo>
                    <a:pt x="30114" y="35898"/>
                  </a:lnTo>
                  <a:lnTo>
                    <a:pt x="30427" y="33855"/>
                  </a:lnTo>
                  <a:lnTo>
                    <a:pt x="31095" y="31644"/>
                  </a:lnTo>
                  <a:lnTo>
                    <a:pt x="31423" y="30789"/>
                  </a:lnTo>
                  <a:lnTo>
                    <a:pt x="31510" y="29375"/>
                  </a:lnTo>
                  <a:lnTo>
                    <a:pt x="31546" y="27552"/>
                  </a:lnTo>
                  <a:lnTo>
                    <a:pt x="31786" y="25967"/>
                  </a:lnTo>
                  <a:lnTo>
                    <a:pt x="32337" y="25096"/>
                  </a:lnTo>
                  <a:lnTo>
                    <a:pt x="32933" y="25109"/>
                  </a:lnTo>
                  <a:lnTo>
                    <a:pt x="33256" y="25431"/>
                  </a:lnTo>
                  <a:lnTo>
                    <a:pt x="33420" y="26966"/>
                  </a:lnTo>
                  <a:lnTo>
                    <a:pt x="33898" y="28135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3274334" y="2653575"/>
              <a:ext cx="179873" cy="404387"/>
            </a:xfrm>
            <a:custGeom>
              <a:avLst/>
              <a:pathLst>
                <a:path w="179873" h="404387">
                  <a:moveTo>
                    <a:pt x="179873" y="45120"/>
                  </a:moveTo>
                  <a:lnTo>
                    <a:pt x="179436" y="45949"/>
                  </a:lnTo>
                  <a:lnTo>
                    <a:pt x="178814" y="47714"/>
                  </a:lnTo>
                  <a:lnTo>
                    <a:pt x="178421" y="49285"/>
                  </a:lnTo>
                  <a:lnTo>
                    <a:pt x="177369" y="51842"/>
                  </a:lnTo>
                  <a:lnTo>
                    <a:pt x="176491" y="54580"/>
                  </a:lnTo>
                  <a:lnTo>
                    <a:pt x="176574" y="58588"/>
                  </a:lnTo>
                  <a:lnTo>
                    <a:pt x="176773" y="62664"/>
                  </a:lnTo>
                  <a:lnTo>
                    <a:pt x="177363" y="66646"/>
                  </a:lnTo>
                  <a:lnTo>
                    <a:pt x="177868" y="71076"/>
                  </a:lnTo>
                  <a:lnTo>
                    <a:pt x="177726" y="73973"/>
                  </a:lnTo>
                  <a:lnTo>
                    <a:pt x="177290" y="77534"/>
                  </a:lnTo>
                  <a:lnTo>
                    <a:pt x="176773" y="80503"/>
                  </a:lnTo>
                  <a:lnTo>
                    <a:pt x="175058" y="86618"/>
                  </a:lnTo>
                  <a:lnTo>
                    <a:pt x="174794" y="88081"/>
                  </a:lnTo>
                  <a:lnTo>
                    <a:pt x="174889" y="90136"/>
                  </a:lnTo>
                  <a:lnTo>
                    <a:pt x="175935" y="97390"/>
                  </a:lnTo>
                  <a:lnTo>
                    <a:pt x="176016" y="99674"/>
                  </a:lnTo>
                  <a:lnTo>
                    <a:pt x="176641" y="106721"/>
                  </a:lnTo>
                  <a:lnTo>
                    <a:pt x="177211" y="112453"/>
                  </a:lnTo>
                  <a:lnTo>
                    <a:pt x="177842" y="116958"/>
                  </a:lnTo>
                  <a:lnTo>
                    <a:pt x="177940" y="118197"/>
                  </a:lnTo>
                  <a:lnTo>
                    <a:pt x="177940" y="124833"/>
                  </a:lnTo>
                  <a:lnTo>
                    <a:pt x="177940" y="131468"/>
                  </a:lnTo>
                  <a:lnTo>
                    <a:pt x="177940" y="138104"/>
                  </a:lnTo>
                  <a:lnTo>
                    <a:pt x="177940" y="144739"/>
                  </a:lnTo>
                  <a:lnTo>
                    <a:pt x="177940" y="151375"/>
                  </a:lnTo>
                  <a:lnTo>
                    <a:pt x="177940" y="158010"/>
                  </a:lnTo>
                  <a:lnTo>
                    <a:pt x="177940" y="164646"/>
                  </a:lnTo>
                  <a:lnTo>
                    <a:pt x="177940" y="171282"/>
                  </a:lnTo>
                  <a:lnTo>
                    <a:pt x="177940" y="177917"/>
                  </a:lnTo>
                  <a:lnTo>
                    <a:pt x="177940" y="184554"/>
                  </a:lnTo>
                  <a:lnTo>
                    <a:pt x="177940" y="191190"/>
                  </a:lnTo>
                  <a:lnTo>
                    <a:pt x="177940" y="197825"/>
                  </a:lnTo>
                  <a:lnTo>
                    <a:pt x="177940" y="204461"/>
                  </a:lnTo>
                  <a:lnTo>
                    <a:pt x="177940" y="211096"/>
                  </a:lnTo>
                  <a:lnTo>
                    <a:pt x="177940" y="217732"/>
                  </a:lnTo>
                  <a:lnTo>
                    <a:pt x="177940" y="224367"/>
                  </a:lnTo>
                  <a:lnTo>
                    <a:pt x="177940" y="231003"/>
                  </a:lnTo>
                  <a:lnTo>
                    <a:pt x="177940" y="237638"/>
                  </a:lnTo>
                  <a:lnTo>
                    <a:pt x="177940" y="244274"/>
                  </a:lnTo>
                  <a:lnTo>
                    <a:pt x="177940" y="250910"/>
                  </a:lnTo>
                  <a:lnTo>
                    <a:pt x="177940" y="257545"/>
                  </a:lnTo>
                  <a:lnTo>
                    <a:pt x="177940" y="264181"/>
                  </a:lnTo>
                  <a:lnTo>
                    <a:pt x="177940" y="270816"/>
                  </a:lnTo>
                  <a:lnTo>
                    <a:pt x="177940" y="277452"/>
                  </a:lnTo>
                  <a:lnTo>
                    <a:pt x="177940" y="284087"/>
                  </a:lnTo>
                  <a:lnTo>
                    <a:pt x="177940" y="290724"/>
                  </a:lnTo>
                  <a:lnTo>
                    <a:pt x="177940" y="297360"/>
                  </a:lnTo>
                  <a:lnTo>
                    <a:pt x="177940" y="303995"/>
                  </a:lnTo>
                  <a:lnTo>
                    <a:pt x="177940" y="310631"/>
                  </a:lnTo>
                  <a:lnTo>
                    <a:pt x="177940" y="317267"/>
                  </a:lnTo>
                  <a:lnTo>
                    <a:pt x="177940" y="323902"/>
                  </a:lnTo>
                  <a:lnTo>
                    <a:pt x="177940" y="330538"/>
                  </a:lnTo>
                  <a:lnTo>
                    <a:pt x="177938" y="345262"/>
                  </a:lnTo>
                  <a:lnTo>
                    <a:pt x="177935" y="359987"/>
                  </a:lnTo>
                  <a:lnTo>
                    <a:pt x="177933" y="374711"/>
                  </a:lnTo>
                  <a:lnTo>
                    <a:pt x="177789" y="389647"/>
                  </a:lnTo>
                  <a:lnTo>
                    <a:pt x="174989" y="389644"/>
                  </a:lnTo>
                  <a:lnTo>
                    <a:pt x="172187" y="389640"/>
                  </a:lnTo>
                  <a:lnTo>
                    <a:pt x="169385" y="389636"/>
                  </a:lnTo>
                  <a:lnTo>
                    <a:pt x="166584" y="389633"/>
                  </a:lnTo>
                  <a:lnTo>
                    <a:pt x="166584" y="393322"/>
                  </a:lnTo>
                  <a:lnTo>
                    <a:pt x="166584" y="397010"/>
                  </a:lnTo>
                  <a:lnTo>
                    <a:pt x="166584" y="400698"/>
                  </a:lnTo>
                  <a:lnTo>
                    <a:pt x="166584" y="404387"/>
                  </a:lnTo>
                  <a:lnTo>
                    <a:pt x="161145" y="397397"/>
                  </a:lnTo>
                  <a:lnTo>
                    <a:pt x="155705" y="390406"/>
                  </a:lnTo>
                  <a:lnTo>
                    <a:pt x="150264" y="383416"/>
                  </a:lnTo>
                  <a:lnTo>
                    <a:pt x="144825" y="376425"/>
                  </a:lnTo>
                  <a:lnTo>
                    <a:pt x="139384" y="369435"/>
                  </a:lnTo>
                  <a:lnTo>
                    <a:pt x="133944" y="362443"/>
                  </a:lnTo>
                  <a:lnTo>
                    <a:pt x="128504" y="355454"/>
                  </a:lnTo>
                  <a:lnTo>
                    <a:pt x="123063" y="348462"/>
                  </a:lnTo>
                  <a:lnTo>
                    <a:pt x="117623" y="341471"/>
                  </a:lnTo>
                  <a:lnTo>
                    <a:pt x="112182" y="334481"/>
                  </a:lnTo>
                  <a:lnTo>
                    <a:pt x="106743" y="327490"/>
                  </a:lnTo>
                  <a:lnTo>
                    <a:pt x="101303" y="320500"/>
                  </a:lnTo>
                  <a:lnTo>
                    <a:pt x="95862" y="313509"/>
                  </a:lnTo>
                  <a:lnTo>
                    <a:pt x="90423" y="306519"/>
                  </a:lnTo>
                  <a:lnTo>
                    <a:pt x="84982" y="299528"/>
                  </a:lnTo>
                  <a:lnTo>
                    <a:pt x="79542" y="292538"/>
                  </a:lnTo>
                  <a:lnTo>
                    <a:pt x="75784" y="287710"/>
                  </a:lnTo>
                  <a:lnTo>
                    <a:pt x="71731" y="292423"/>
                  </a:lnTo>
                  <a:lnTo>
                    <a:pt x="68555" y="296118"/>
                  </a:lnTo>
                  <a:lnTo>
                    <a:pt x="64370" y="300976"/>
                  </a:lnTo>
                  <a:lnTo>
                    <a:pt x="59564" y="307292"/>
                  </a:lnTo>
                  <a:lnTo>
                    <a:pt x="55874" y="312140"/>
                  </a:lnTo>
                  <a:lnTo>
                    <a:pt x="55701" y="312104"/>
                  </a:lnTo>
                  <a:lnTo>
                    <a:pt x="55533" y="311984"/>
                  </a:lnTo>
                  <a:lnTo>
                    <a:pt x="51695" y="303759"/>
                  </a:lnTo>
                  <a:lnTo>
                    <a:pt x="48696" y="297334"/>
                  </a:lnTo>
                  <a:lnTo>
                    <a:pt x="47363" y="295542"/>
                  </a:lnTo>
                  <a:lnTo>
                    <a:pt x="41712" y="292259"/>
                  </a:lnTo>
                  <a:lnTo>
                    <a:pt x="36093" y="288997"/>
                  </a:lnTo>
                  <a:lnTo>
                    <a:pt x="30178" y="285563"/>
                  </a:lnTo>
                  <a:lnTo>
                    <a:pt x="29101" y="280335"/>
                  </a:lnTo>
                  <a:lnTo>
                    <a:pt x="27897" y="274491"/>
                  </a:lnTo>
                  <a:lnTo>
                    <a:pt x="26276" y="267189"/>
                  </a:lnTo>
                  <a:lnTo>
                    <a:pt x="25284" y="262723"/>
                  </a:lnTo>
                  <a:lnTo>
                    <a:pt x="24952" y="262028"/>
                  </a:lnTo>
                  <a:lnTo>
                    <a:pt x="20416" y="258492"/>
                  </a:lnTo>
                  <a:lnTo>
                    <a:pt x="15623" y="255025"/>
                  </a:lnTo>
                  <a:lnTo>
                    <a:pt x="12817" y="257127"/>
                  </a:lnTo>
                  <a:lnTo>
                    <a:pt x="12327" y="256968"/>
                  </a:lnTo>
                  <a:lnTo>
                    <a:pt x="11531" y="255649"/>
                  </a:lnTo>
                  <a:lnTo>
                    <a:pt x="10737" y="253853"/>
                  </a:lnTo>
                  <a:lnTo>
                    <a:pt x="10315" y="251335"/>
                  </a:lnTo>
                  <a:lnTo>
                    <a:pt x="9189" y="247966"/>
                  </a:lnTo>
                  <a:lnTo>
                    <a:pt x="8151" y="240260"/>
                  </a:lnTo>
                  <a:lnTo>
                    <a:pt x="8048" y="234128"/>
                  </a:lnTo>
                  <a:lnTo>
                    <a:pt x="7840" y="231955"/>
                  </a:lnTo>
                  <a:lnTo>
                    <a:pt x="5346" y="223321"/>
                  </a:lnTo>
                  <a:lnTo>
                    <a:pt x="3077" y="215465"/>
                  </a:lnTo>
                  <a:lnTo>
                    <a:pt x="1566" y="210235"/>
                  </a:lnTo>
                  <a:lnTo>
                    <a:pt x="1273" y="207873"/>
                  </a:lnTo>
                  <a:lnTo>
                    <a:pt x="1449" y="204964"/>
                  </a:lnTo>
                  <a:lnTo>
                    <a:pt x="2057" y="202357"/>
                  </a:lnTo>
                  <a:lnTo>
                    <a:pt x="4254" y="199270"/>
                  </a:lnTo>
                  <a:lnTo>
                    <a:pt x="6235" y="195909"/>
                  </a:lnTo>
                  <a:lnTo>
                    <a:pt x="6506" y="193579"/>
                  </a:lnTo>
                  <a:lnTo>
                    <a:pt x="6633" y="187163"/>
                  </a:lnTo>
                  <a:lnTo>
                    <a:pt x="5982" y="185157"/>
                  </a:lnTo>
                  <a:lnTo>
                    <a:pt x="5509" y="181347"/>
                  </a:lnTo>
                  <a:lnTo>
                    <a:pt x="5022" y="176189"/>
                  </a:lnTo>
                  <a:lnTo>
                    <a:pt x="4965" y="172893"/>
                  </a:lnTo>
                  <a:lnTo>
                    <a:pt x="5848" y="166330"/>
                  </a:lnTo>
                  <a:lnTo>
                    <a:pt x="6878" y="159453"/>
                  </a:lnTo>
                  <a:lnTo>
                    <a:pt x="6222" y="151841"/>
                  </a:lnTo>
                  <a:lnTo>
                    <a:pt x="5738" y="136567"/>
                  </a:lnTo>
                  <a:lnTo>
                    <a:pt x="6044" y="124547"/>
                  </a:lnTo>
                  <a:lnTo>
                    <a:pt x="5796" y="120180"/>
                  </a:lnTo>
                  <a:lnTo>
                    <a:pt x="5621" y="118343"/>
                  </a:lnTo>
                  <a:lnTo>
                    <a:pt x="4946" y="112670"/>
                  </a:lnTo>
                  <a:lnTo>
                    <a:pt x="4115" y="106818"/>
                  </a:lnTo>
                  <a:lnTo>
                    <a:pt x="3745" y="104766"/>
                  </a:lnTo>
                  <a:lnTo>
                    <a:pt x="2679" y="100052"/>
                  </a:lnTo>
                  <a:lnTo>
                    <a:pt x="917" y="94210"/>
                  </a:lnTo>
                  <a:lnTo>
                    <a:pt x="0" y="90618"/>
                  </a:lnTo>
                  <a:lnTo>
                    <a:pt x="1257" y="88725"/>
                  </a:lnTo>
                  <a:lnTo>
                    <a:pt x="2367" y="87244"/>
                  </a:lnTo>
                  <a:lnTo>
                    <a:pt x="3721" y="85680"/>
                  </a:lnTo>
                  <a:lnTo>
                    <a:pt x="5645" y="83910"/>
                  </a:lnTo>
                  <a:lnTo>
                    <a:pt x="6640" y="82578"/>
                  </a:lnTo>
                  <a:lnTo>
                    <a:pt x="7066" y="81454"/>
                  </a:lnTo>
                  <a:lnTo>
                    <a:pt x="8511" y="76882"/>
                  </a:lnTo>
                  <a:lnTo>
                    <a:pt x="9262" y="74344"/>
                  </a:lnTo>
                  <a:lnTo>
                    <a:pt x="10289" y="70880"/>
                  </a:lnTo>
                  <a:lnTo>
                    <a:pt x="10740" y="68464"/>
                  </a:lnTo>
                  <a:lnTo>
                    <a:pt x="10751" y="66222"/>
                  </a:lnTo>
                  <a:lnTo>
                    <a:pt x="10595" y="63524"/>
                  </a:lnTo>
                  <a:lnTo>
                    <a:pt x="9792" y="57057"/>
                  </a:lnTo>
                  <a:lnTo>
                    <a:pt x="9137" y="50770"/>
                  </a:lnTo>
                  <a:lnTo>
                    <a:pt x="9647" y="48346"/>
                  </a:lnTo>
                  <a:lnTo>
                    <a:pt x="10058" y="47184"/>
                  </a:lnTo>
                  <a:lnTo>
                    <a:pt x="10950" y="44234"/>
                  </a:lnTo>
                  <a:lnTo>
                    <a:pt x="11307" y="43646"/>
                  </a:lnTo>
                  <a:lnTo>
                    <a:pt x="13235" y="42724"/>
                  </a:lnTo>
                  <a:lnTo>
                    <a:pt x="14005" y="40759"/>
                  </a:lnTo>
                  <a:lnTo>
                    <a:pt x="14594" y="38301"/>
                  </a:lnTo>
                  <a:lnTo>
                    <a:pt x="14746" y="37007"/>
                  </a:lnTo>
                  <a:lnTo>
                    <a:pt x="15588" y="35652"/>
                  </a:lnTo>
                  <a:lnTo>
                    <a:pt x="16594" y="34298"/>
                  </a:lnTo>
                  <a:lnTo>
                    <a:pt x="17216" y="32541"/>
                  </a:lnTo>
                  <a:lnTo>
                    <a:pt x="19246" y="29821"/>
                  </a:lnTo>
                  <a:lnTo>
                    <a:pt x="21098" y="27338"/>
                  </a:lnTo>
                  <a:lnTo>
                    <a:pt x="23253" y="24724"/>
                  </a:lnTo>
                  <a:lnTo>
                    <a:pt x="24922" y="22701"/>
                  </a:lnTo>
                  <a:lnTo>
                    <a:pt x="25273" y="20938"/>
                  </a:lnTo>
                  <a:lnTo>
                    <a:pt x="25249" y="19413"/>
                  </a:lnTo>
                  <a:lnTo>
                    <a:pt x="24342" y="15937"/>
                  </a:lnTo>
                  <a:lnTo>
                    <a:pt x="24342" y="11826"/>
                  </a:lnTo>
                  <a:lnTo>
                    <a:pt x="24402" y="8408"/>
                  </a:lnTo>
                  <a:lnTo>
                    <a:pt x="24492" y="6388"/>
                  </a:lnTo>
                  <a:lnTo>
                    <a:pt x="24893" y="779"/>
                  </a:lnTo>
                  <a:lnTo>
                    <a:pt x="24917" y="0"/>
                  </a:lnTo>
                  <a:lnTo>
                    <a:pt x="26649" y="1862"/>
                  </a:lnTo>
                  <a:lnTo>
                    <a:pt x="28425" y="2607"/>
                  </a:lnTo>
                  <a:lnTo>
                    <a:pt x="33721" y="9555"/>
                  </a:lnTo>
                  <a:lnTo>
                    <a:pt x="35392" y="10425"/>
                  </a:lnTo>
                  <a:lnTo>
                    <a:pt x="39099" y="11254"/>
                  </a:lnTo>
                  <a:lnTo>
                    <a:pt x="43466" y="8408"/>
                  </a:lnTo>
                  <a:lnTo>
                    <a:pt x="45117" y="7898"/>
                  </a:lnTo>
                  <a:lnTo>
                    <a:pt x="47988" y="10568"/>
                  </a:lnTo>
                  <a:lnTo>
                    <a:pt x="49254" y="11320"/>
                  </a:lnTo>
                  <a:lnTo>
                    <a:pt x="51384" y="11528"/>
                  </a:lnTo>
                  <a:lnTo>
                    <a:pt x="55021" y="13952"/>
                  </a:lnTo>
                  <a:lnTo>
                    <a:pt x="55946" y="14794"/>
                  </a:lnTo>
                  <a:lnTo>
                    <a:pt x="58066" y="18664"/>
                  </a:lnTo>
                  <a:lnTo>
                    <a:pt x="59083" y="19822"/>
                  </a:lnTo>
                  <a:lnTo>
                    <a:pt x="66614" y="23366"/>
                  </a:lnTo>
                  <a:lnTo>
                    <a:pt x="67640" y="25715"/>
                  </a:lnTo>
                  <a:lnTo>
                    <a:pt x="68687" y="30206"/>
                  </a:lnTo>
                  <a:lnTo>
                    <a:pt x="68732" y="35776"/>
                  </a:lnTo>
                  <a:lnTo>
                    <a:pt x="69311" y="39823"/>
                  </a:lnTo>
                  <a:lnTo>
                    <a:pt x="70246" y="45066"/>
                  </a:lnTo>
                  <a:lnTo>
                    <a:pt x="71375" y="48780"/>
                  </a:lnTo>
                  <a:lnTo>
                    <a:pt x="72626" y="51873"/>
                  </a:lnTo>
                  <a:lnTo>
                    <a:pt x="74059" y="53807"/>
                  </a:lnTo>
                  <a:lnTo>
                    <a:pt x="77362" y="56659"/>
                  </a:lnTo>
                  <a:lnTo>
                    <a:pt x="81086" y="57757"/>
                  </a:lnTo>
                  <a:lnTo>
                    <a:pt x="84839" y="58128"/>
                  </a:lnTo>
                  <a:lnTo>
                    <a:pt x="91286" y="62066"/>
                  </a:lnTo>
                  <a:lnTo>
                    <a:pt x="96750" y="66613"/>
                  </a:lnTo>
                  <a:lnTo>
                    <a:pt x="98100" y="68850"/>
                  </a:lnTo>
                  <a:lnTo>
                    <a:pt x="100838" y="71054"/>
                  </a:lnTo>
                  <a:lnTo>
                    <a:pt x="106282" y="81740"/>
                  </a:lnTo>
                  <a:lnTo>
                    <a:pt x="109309" y="85441"/>
                  </a:lnTo>
                  <a:lnTo>
                    <a:pt x="111436" y="86159"/>
                  </a:lnTo>
                  <a:lnTo>
                    <a:pt x="113343" y="85510"/>
                  </a:lnTo>
                  <a:lnTo>
                    <a:pt x="116729" y="81796"/>
                  </a:lnTo>
                  <a:lnTo>
                    <a:pt x="118131" y="79591"/>
                  </a:lnTo>
                  <a:lnTo>
                    <a:pt x="121536" y="70363"/>
                  </a:lnTo>
                  <a:lnTo>
                    <a:pt x="122653" y="65546"/>
                  </a:lnTo>
                  <a:lnTo>
                    <a:pt x="123101" y="62151"/>
                  </a:lnTo>
                  <a:lnTo>
                    <a:pt x="122989" y="58696"/>
                  </a:lnTo>
                  <a:lnTo>
                    <a:pt x="122565" y="55593"/>
                  </a:lnTo>
                  <a:lnTo>
                    <a:pt x="121614" y="52339"/>
                  </a:lnTo>
                  <a:lnTo>
                    <a:pt x="120946" y="48044"/>
                  </a:lnTo>
                  <a:lnTo>
                    <a:pt x="120550" y="40316"/>
                  </a:lnTo>
                  <a:lnTo>
                    <a:pt x="121085" y="34952"/>
                  </a:lnTo>
                  <a:lnTo>
                    <a:pt x="121738" y="31737"/>
                  </a:lnTo>
                  <a:lnTo>
                    <a:pt x="122766" y="28461"/>
                  </a:lnTo>
                  <a:lnTo>
                    <a:pt x="125595" y="22196"/>
                  </a:lnTo>
                  <a:lnTo>
                    <a:pt x="128439" y="17781"/>
                  </a:lnTo>
                  <a:lnTo>
                    <a:pt x="133449" y="12008"/>
                  </a:lnTo>
                  <a:lnTo>
                    <a:pt x="136361" y="11945"/>
                  </a:lnTo>
                  <a:lnTo>
                    <a:pt x="137565" y="11310"/>
                  </a:lnTo>
                  <a:lnTo>
                    <a:pt x="139963" y="7228"/>
                  </a:lnTo>
                  <a:lnTo>
                    <a:pt x="140934" y="7075"/>
                  </a:lnTo>
                  <a:lnTo>
                    <a:pt x="142274" y="8075"/>
                  </a:lnTo>
                  <a:lnTo>
                    <a:pt x="146225" y="7791"/>
                  </a:lnTo>
                  <a:lnTo>
                    <a:pt x="147965" y="8925"/>
                  </a:lnTo>
                  <a:lnTo>
                    <a:pt x="150041" y="11464"/>
                  </a:lnTo>
                  <a:lnTo>
                    <a:pt x="152661" y="13043"/>
                  </a:lnTo>
                  <a:lnTo>
                    <a:pt x="154509" y="14620"/>
                  </a:lnTo>
                  <a:lnTo>
                    <a:pt x="156482" y="16641"/>
                  </a:lnTo>
                  <a:lnTo>
                    <a:pt x="156925" y="21682"/>
                  </a:lnTo>
                  <a:lnTo>
                    <a:pt x="156707" y="23181"/>
                  </a:lnTo>
                  <a:lnTo>
                    <a:pt x="156659" y="25131"/>
                  </a:lnTo>
                  <a:lnTo>
                    <a:pt x="158704" y="28606"/>
                  </a:lnTo>
                  <a:lnTo>
                    <a:pt x="164511" y="30235"/>
                  </a:lnTo>
                  <a:lnTo>
                    <a:pt x="165655" y="31166"/>
                  </a:lnTo>
                  <a:lnTo>
                    <a:pt x="167251" y="33831"/>
                  </a:lnTo>
                  <a:lnTo>
                    <a:pt x="168281" y="34652"/>
                  </a:lnTo>
                  <a:lnTo>
                    <a:pt x="172256" y="35027"/>
                  </a:lnTo>
                  <a:lnTo>
                    <a:pt x="174574" y="34453"/>
                  </a:lnTo>
                  <a:lnTo>
                    <a:pt x="176784" y="35389"/>
                  </a:lnTo>
                  <a:lnTo>
                    <a:pt x="177604" y="36292"/>
                  </a:lnTo>
                  <a:lnTo>
                    <a:pt x="178448" y="38371"/>
                  </a:lnTo>
                  <a:lnTo>
                    <a:pt x="179470" y="4342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475098" y="3217625"/>
              <a:ext cx="2116" cy="11103"/>
            </a:xfrm>
            <a:custGeom>
              <a:avLst/>
              <a:pathLst>
                <a:path w="2116" h="11103">
                  <a:moveTo>
                    <a:pt x="2020" y="8019"/>
                  </a:moveTo>
                  <a:lnTo>
                    <a:pt x="1382" y="11103"/>
                  </a:lnTo>
                  <a:lnTo>
                    <a:pt x="141" y="9167"/>
                  </a:lnTo>
                  <a:lnTo>
                    <a:pt x="0" y="6730"/>
                  </a:lnTo>
                  <a:lnTo>
                    <a:pt x="108" y="5253"/>
                  </a:lnTo>
                  <a:lnTo>
                    <a:pt x="868" y="2435"/>
                  </a:lnTo>
                  <a:lnTo>
                    <a:pt x="1459" y="605"/>
                  </a:lnTo>
                  <a:lnTo>
                    <a:pt x="1874" y="0"/>
                  </a:lnTo>
                  <a:lnTo>
                    <a:pt x="2116" y="24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3276256" y="2237264"/>
              <a:ext cx="1488" cy="6305"/>
            </a:xfrm>
            <a:custGeom>
              <a:avLst/>
              <a:pathLst>
                <a:path w="1488" h="6305">
                  <a:moveTo>
                    <a:pt x="1144" y="6305"/>
                  </a:moveTo>
                  <a:lnTo>
                    <a:pt x="259" y="6146"/>
                  </a:lnTo>
                  <a:lnTo>
                    <a:pt x="93" y="6160"/>
                  </a:lnTo>
                  <a:lnTo>
                    <a:pt x="0" y="5119"/>
                  </a:lnTo>
                  <a:lnTo>
                    <a:pt x="54" y="2898"/>
                  </a:lnTo>
                  <a:lnTo>
                    <a:pt x="545" y="0"/>
                  </a:lnTo>
                  <a:lnTo>
                    <a:pt x="650" y="476"/>
                  </a:lnTo>
                  <a:lnTo>
                    <a:pt x="711" y="1082"/>
                  </a:lnTo>
                  <a:lnTo>
                    <a:pt x="812" y="1728"/>
                  </a:lnTo>
                  <a:lnTo>
                    <a:pt x="866" y="2519"/>
                  </a:lnTo>
                  <a:lnTo>
                    <a:pt x="1049" y="3334"/>
                  </a:lnTo>
                  <a:lnTo>
                    <a:pt x="1381" y="4097"/>
                  </a:lnTo>
                  <a:lnTo>
                    <a:pt x="1488" y="4834"/>
                  </a:lnTo>
                  <a:lnTo>
                    <a:pt x="1319" y="57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4074183" y="3365038"/>
              <a:ext cx="1772" cy="3829"/>
            </a:xfrm>
            <a:custGeom>
              <a:avLst/>
              <a:pathLst>
                <a:path w="1772" h="3829">
                  <a:moveTo>
                    <a:pt x="1443" y="1591"/>
                  </a:moveTo>
                  <a:lnTo>
                    <a:pt x="1772" y="3829"/>
                  </a:lnTo>
                  <a:lnTo>
                    <a:pt x="833" y="2296"/>
                  </a:lnTo>
                  <a:lnTo>
                    <a:pt x="217" y="1028"/>
                  </a:lnTo>
                  <a:lnTo>
                    <a:pt x="0" y="0"/>
                  </a:lnTo>
                  <a:lnTo>
                    <a:pt x="1275" y="114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4075296" y="3346134"/>
              <a:ext cx="1406" cy="3679"/>
            </a:xfrm>
            <a:custGeom>
              <a:avLst/>
              <a:pathLst>
                <a:path w="1406" h="3679">
                  <a:moveTo>
                    <a:pt x="1406" y="3358"/>
                  </a:moveTo>
                  <a:lnTo>
                    <a:pt x="694" y="3679"/>
                  </a:lnTo>
                  <a:lnTo>
                    <a:pt x="133" y="1712"/>
                  </a:lnTo>
                  <a:lnTo>
                    <a:pt x="0" y="877"/>
                  </a:lnTo>
                  <a:lnTo>
                    <a:pt x="146" y="294"/>
                  </a:lnTo>
                  <a:lnTo>
                    <a:pt x="301" y="0"/>
                  </a:lnTo>
                  <a:lnTo>
                    <a:pt x="485" y="93"/>
                  </a:lnTo>
                  <a:lnTo>
                    <a:pt x="751" y="192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4073730" y="3344114"/>
              <a:ext cx="24631" cy="114157"/>
            </a:xfrm>
            <a:custGeom>
              <a:avLst/>
              <a:pathLst>
                <a:path w="24631" h="114157">
                  <a:moveTo>
                    <a:pt x="3117" y="0"/>
                  </a:moveTo>
                  <a:lnTo>
                    <a:pt x="4208" y="154"/>
                  </a:lnTo>
                  <a:lnTo>
                    <a:pt x="5372" y="79"/>
                  </a:lnTo>
                  <a:lnTo>
                    <a:pt x="6188" y="483"/>
                  </a:lnTo>
                  <a:lnTo>
                    <a:pt x="7587" y="5034"/>
                  </a:lnTo>
                  <a:lnTo>
                    <a:pt x="11393" y="13188"/>
                  </a:lnTo>
                  <a:lnTo>
                    <a:pt x="13463" y="21476"/>
                  </a:lnTo>
                  <a:lnTo>
                    <a:pt x="13651" y="23290"/>
                  </a:lnTo>
                  <a:lnTo>
                    <a:pt x="13940" y="24856"/>
                  </a:lnTo>
                  <a:lnTo>
                    <a:pt x="14437" y="25286"/>
                  </a:lnTo>
                  <a:lnTo>
                    <a:pt x="14855" y="26005"/>
                  </a:lnTo>
                  <a:lnTo>
                    <a:pt x="16924" y="34003"/>
                  </a:lnTo>
                  <a:lnTo>
                    <a:pt x="17162" y="35585"/>
                  </a:lnTo>
                  <a:lnTo>
                    <a:pt x="17128" y="37328"/>
                  </a:lnTo>
                  <a:lnTo>
                    <a:pt x="17250" y="38625"/>
                  </a:lnTo>
                  <a:lnTo>
                    <a:pt x="17791" y="39273"/>
                  </a:lnTo>
                  <a:lnTo>
                    <a:pt x="18465" y="39614"/>
                  </a:lnTo>
                  <a:lnTo>
                    <a:pt x="18907" y="40814"/>
                  </a:lnTo>
                  <a:lnTo>
                    <a:pt x="19467" y="47203"/>
                  </a:lnTo>
                  <a:lnTo>
                    <a:pt x="19467" y="49194"/>
                  </a:lnTo>
                  <a:lnTo>
                    <a:pt x="19623" y="50050"/>
                  </a:lnTo>
                  <a:lnTo>
                    <a:pt x="22229" y="59991"/>
                  </a:lnTo>
                  <a:lnTo>
                    <a:pt x="22380" y="61200"/>
                  </a:lnTo>
                  <a:lnTo>
                    <a:pt x="22352" y="62104"/>
                  </a:lnTo>
                  <a:lnTo>
                    <a:pt x="22428" y="62886"/>
                  </a:lnTo>
                  <a:lnTo>
                    <a:pt x="22932" y="64644"/>
                  </a:lnTo>
                  <a:lnTo>
                    <a:pt x="23719" y="69378"/>
                  </a:lnTo>
                  <a:lnTo>
                    <a:pt x="24121" y="70453"/>
                  </a:lnTo>
                  <a:lnTo>
                    <a:pt x="24599" y="74592"/>
                  </a:lnTo>
                  <a:lnTo>
                    <a:pt x="24631" y="82507"/>
                  </a:lnTo>
                  <a:lnTo>
                    <a:pt x="24455" y="86029"/>
                  </a:lnTo>
                  <a:lnTo>
                    <a:pt x="23968" y="90316"/>
                  </a:lnTo>
                  <a:lnTo>
                    <a:pt x="23391" y="94509"/>
                  </a:lnTo>
                  <a:lnTo>
                    <a:pt x="22766" y="97536"/>
                  </a:lnTo>
                  <a:lnTo>
                    <a:pt x="21911" y="100098"/>
                  </a:lnTo>
                  <a:lnTo>
                    <a:pt x="18988" y="105542"/>
                  </a:lnTo>
                  <a:lnTo>
                    <a:pt x="18150" y="106637"/>
                  </a:lnTo>
                  <a:lnTo>
                    <a:pt x="14345" y="110049"/>
                  </a:lnTo>
                  <a:lnTo>
                    <a:pt x="11540" y="113280"/>
                  </a:lnTo>
                  <a:lnTo>
                    <a:pt x="8947" y="114157"/>
                  </a:lnTo>
                  <a:lnTo>
                    <a:pt x="6354" y="112372"/>
                  </a:lnTo>
                  <a:lnTo>
                    <a:pt x="4400" y="108135"/>
                  </a:lnTo>
                  <a:lnTo>
                    <a:pt x="3399" y="101893"/>
                  </a:lnTo>
                  <a:lnTo>
                    <a:pt x="2715" y="95389"/>
                  </a:lnTo>
                  <a:lnTo>
                    <a:pt x="1721" y="88156"/>
                  </a:lnTo>
                  <a:lnTo>
                    <a:pt x="956" y="65820"/>
                  </a:lnTo>
                  <a:lnTo>
                    <a:pt x="592" y="59577"/>
                  </a:lnTo>
                  <a:lnTo>
                    <a:pt x="0" y="51622"/>
                  </a:lnTo>
                  <a:lnTo>
                    <a:pt x="58" y="48175"/>
                  </a:lnTo>
                  <a:lnTo>
                    <a:pt x="476" y="44868"/>
                  </a:lnTo>
                  <a:lnTo>
                    <a:pt x="475" y="52119"/>
                  </a:lnTo>
                  <a:lnTo>
                    <a:pt x="859" y="53018"/>
                  </a:lnTo>
                  <a:lnTo>
                    <a:pt x="1147" y="52085"/>
                  </a:lnTo>
                  <a:lnTo>
                    <a:pt x="1409" y="44578"/>
                  </a:lnTo>
                  <a:lnTo>
                    <a:pt x="1624" y="41401"/>
                  </a:lnTo>
                  <a:lnTo>
                    <a:pt x="2656" y="33130"/>
                  </a:lnTo>
                  <a:lnTo>
                    <a:pt x="2678" y="31662"/>
                  </a:lnTo>
                  <a:lnTo>
                    <a:pt x="2499" y="28552"/>
                  </a:lnTo>
                  <a:lnTo>
                    <a:pt x="2510" y="26992"/>
                  </a:lnTo>
                  <a:lnTo>
                    <a:pt x="4054" y="21187"/>
                  </a:lnTo>
                  <a:lnTo>
                    <a:pt x="4448" y="17810"/>
                  </a:lnTo>
                  <a:lnTo>
                    <a:pt x="4661" y="14356"/>
                  </a:lnTo>
                  <a:lnTo>
                    <a:pt x="4577" y="10620"/>
                  </a:lnTo>
                  <a:lnTo>
                    <a:pt x="4298" y="6940"/>
                  </a:lnTo>
                  <a:lnTo>
                    <a:pt x="5544" y="8113"/>
                  </a:lnTo>
                  <a:lnTo>
                    <a:pt x="6229" y="9394"/>
                  </a:lnTo>
                  <a:lnTo>
                    <a:pt x="6928" y="10261"/>
                  </a:lnTo>
                  <a:lnTo>
                    <a:pt x="7496" y="9817"/>
                  </a:lnTo>
                  <a:lnTo>
                    <a:pt x="8181" y="9802"/>
                  </a:lnTo>
                  <a:lnTo>
                    <a:pt x="7693" y="7798"/>
                  </a:lnTo>
                  <a:lnTo>
                    <a:pt x="6243" y="5951"/>
                  </a:lnTo>
                  <a:lnTo>
                    <a:pt x="3837" y="4810"/>
                  </a:lnTo>
                  <a:lnTo>
                    <a:pt x="3084" y="3348"/>
                  </a:lnTo>
                  <a:lnTo>
                    <a:pt x="2795" y="2079"/>
                  </a:lnTo>
                  <a:lnTo>
                    <a:pt x="2943" y="59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3475797" y="4478633"/>
              <a:ext cx="26560" cy="60887"/>
            </a:xfrm>
            <a:custGeom>
              <a:avLst/>
              <a:pathLst>
                <a:path w="26560" h="60887">
                  <a:moveTo>
                    <a:pt x="19135" y="44920"/>
                  </a:moveTo>
                  <a:lnTo>
                    <a:pt x="18113" y="45648"/>
                  </a:lnTo>
                  <a:lnTo>
                    <a:pt x="17971" y="45711"/>
                  </a:lnTo>
                  <a:lnTo>
                    <a:pt x="17315" y="45544"/>
                  </a:lnTo>
                  <a:lnTo>
                    <a:pt x="16441" y="45717"/>
                  </a:lnTo>
                  <a:lnTo>
                    <a:pt x="15753" y="46118"/>
                  </a:lnTo>
                  <a:lnTo>
                    <a:pt x="15220" y="46268"/>
                  </a:lnTo>
                  <a:lnTo>
                    <a:pt x="14349" y="48363"/>
                  </a:lnTo>
                  <a:lnTo>
                    <a:pt x="12768" y="54019"/>
                  </a:lnTo>
                  <a:lnTo>
                    <a:pt x="12346" y="55202"/>
                  </a:lnTo>
                  <a:lnTo>
                    <a:pt x="12229" y="57424"/>
                  </a:lnTo>
                  <a:lnTo>
                    <a:pt x="11862" y="59181"/>
                  </a:lnTo>
                  <a:lnTo>
                    <a:pt x="11413" y="60555"/>
                  </a:lnTo>
                  <a:lnTo>
                    <a:pt x="10973" y="60887"/>
                  </a:lnTo>
                  <a:lnTo>
                    <a:pt x="9653" y="60341"/>
                  </a:lnTo>
                  <a:lnTo>
                    <a:pt x="7964" y="59637"/>
                  </a:lnTo>
                  <a:lnTo>
                    <a:pt x="6981" y="57932"/>
                  </a:lnTo>
                  <a:lnTo>
                    <a:pt x="6107" y="55690"/>
                  </a:lnTo>
                  <a:lnTo>
                    <a:pt x="5646" y="54059"/>
                  </a:lnTo>
                  <a:lnTo>
                    <a:pt x="5164" y="53165"/>
                  </a:lnTo>
                  <a:lnTo>
                    <a:pt x="4999" y="52663"/>
                  </a:lnTo>
                  <a:lnTo>
                    <a:pt x="4311" y="51910"/>
                  </a:lnTo>
                  <a:lnTo>
                    <a:pt x="4052" y="51520"/>
                  </a:lnTo>
                  <a:lnTo>
                    <a:pt x="3823" y="51243"/>
                  </a:lnTo>
                  <a:lnTo>
                    <a:pt x="3546" y="50158"/>
                  </a:lnTo>
                  <a:lnTo>
                    <a:pt x="3383" y="49217"/>
                  </a:lnTo>
                  <a:lnTo>
                    <a:pt x="3447" y="46594"/>
                  </a:lnTo>
                  <a:lnTo>
                    <a:pt x="2963" y="45030"/>
                  </a:lnTo>
                  <a:lnTo>
                    <a:pt x="2134" y="42361"/>
                  </a:lnTo>
                  <a:lnTo>
                    <a:pt x="1610" y="40174"/>
                  </a:lnTo>
                  <a:lnTo>
                    <a:pt x="893" y="37187"/>
                  </a:lnTo>
                  <a:lnTo>
                    <a:pt x="454" y="34630"/>
                  </a:lnTo>
                  <a:lnTo>
                    <a:pt x="0" y="31981"/>
                  </a:lnTo>
                  <a:lnTo>
                    <a:pt x="58" y="30844"/>
                  </a:lnTo>
                  <a:lnTo>
                    <a:pt x="493" y="30068"/>
                  </a:lnTo>
                  <a:lnTo>
                    <a:pt x="1767" y="28735"/>
                  </a:lnTo>
                  <a:lnTo>
                    <a:pt x="2756" y="27705"/>
                  </a:lnTo>
                  <a:lnTo>
                    <a:pt x="3464" y="25812"/>
                  </a:lnTo>
                  <a:lnTo>
                    <a:pt x="4237" y="22998"/>
                  </a:lnTo>
                  <a:lnTo>
                    <a:pt x="4613" y="21304"/>
                  </a:lnTo>
                  <a:lnTo>
                    <a:pt x="4987" y="20531"/>
                  </a:lnTo>
                  <a:lnTo>
                    <a:pt x="5398" y="19336"/>
                  </a:lnTo>
                  <a:lnTo>
                    <a:pt x="6114" y="16687"/>
                  </a:lnTo>
                  <a:lnTo>
                    <a:pt x="6911" y="13747"/>
                  </a:lnTo>
                  <a:lnTo>
                    <a:pt x="7764" y="10587"/>
                  </a:lnTo>
                  <a:lnTo>
                    <a:pt x="8841" y="9672"/>
                  </a:lnTo>
                  <a:lnTo>
                    <a:pt x="10311" y="8616"/>
                  </a:lnTo>
                  <a:lnTo>
                    <a:pt x="11725" y="5857"/>
                  </a:lnTo>
                  <a:lnTo>
                    <a:pt x="13409" y="3531"/>
                  </a:lnTo>
                  <a:lnTo>
                    <a:pt x="16126" y="1007"/>
                  </a:lnTo>
                  <a:lnTo>
                    <a:pt x="17392" y="366"/>
                  </a:lnTo>
                  <a:lnTo>
                    <a:pt x="17873" y="0"/>
                  </a:lnTo>
                  <a:lnTo>
                    <a:pt x="18178" y="476"/>
                  </a:lnTo>
                  <a:lnTo>
                    <a:pt x="18502" y="1921"/>
                  </a:lnTo>
                  <a:lnTo>
                    <a:pt x="18963" y="3130"/>
                  </a:lnTo>
                  <a:lnTo>
                    <a:pt x="20036" y="5234"/>
                  </a:lnTo>
                  <a:lnTo>
                    <a:pt x="20490" y="5742"/>
                  </a:lnTo>
                  <a:lnTo>
                    <a:pt x="21597" y="8856"/>
                  </a:lnTo>
                  <a:lnTo>
                    <a:pt x="22781" y="10991"/>
                  </a:lnTo>
                  <a:lnTo>
                    <a:pt x="24144" y="13449"/>
                  </a:lnTo>
                  <a:lnTo>
                    <a:pt x="25072" y="14673"/>
                  </a:lnTo>
                  <a:lnTo>
                    <a:pt x="25545" y="15014"/>
                  </a:lnTo>
                  <a:lnTo>
                    <a:pt x="25937" y="17195"/>
                  </a:lnTo>
                  <a:lnTo>
                    <a:pt x="26334" y="18814"/>
                  </a:lnTo>
                  <a:lnTo>
                    <a:pt x="26560" y="20329"/>
                  </a:lnTo>
                  <a:lnTo>
                    <a:pt x="26514" y="21806"/>
                  </a:lnTo>
                  <a:lnTo>
                    <a:pt x="26084" y="25419"/>
                  </a:lnTo>
                  <a:lnTo>
                    <a:pt x="25456" y="29110"/>
                  </a:lnTo>
                  <a:lnTo>
                    <a:pt x="24953" y="30645"/>
                  </a:lnTo>
                  <a:lnTo>
                    <a:pt x="24338" y="31615"/>
                  </a:lnTo>
                  <a:lnTo>
                    <a:pt x="23737" y="33072"/>
                  </a:lnTo>
                  <a:lnTo>
                    <a:pt x="23508" y="36033"/>
                  </a:lnTo>
                  <a:lnTo>
                    <a:pt x="23236" y="39516"/>
                  </a:lnTo>
                  <a:lnTo>
                    <a:pt x="22452" y="40950"/>
                  </a:lnTo>
                  <a:lnTo>
                    <a:pt x="21842" y="41890"/>
                  </a:lnTo>
                  <a:lnTo>
                    <a:pt x="20999" y="43045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3405938" y="1990655"/>
              <a:ext cx="2451" cy="9975"/>
            </a:xfrm>
            <a:custGeom>
              <a:avLst/>
              <a:pathLst>
                <a:path w="2451" h="9975">
                  <a:moveTo>
                    <a:pt x="658" y="9975"/>
                  </a:moveTo>
                  <a:lnTo>
                    <a:pt x="0" y="9746"/>
                  </a:lnTo>
                  <a:lnTo>
                    <a:pt x="1297" y="6339"/>
                  </a:lnTo>
                  <a:lnTo>
                    <a:pt x="1792" y="4127"/>
                  </a:lnTo>
                  <a:lnTo>
                    <a:pt x="2135" y="986"/>
                  </a:lnTo>
                  <a:lnTo>
                    <a:pt x="2441" y="0"/>
                  </a:lnTo>
                  <a:lnTo>
                    <a:pt x="2451" y="1428"/>
                  </a:lnTo>
                  <a:lnTo>
                    <a:pt x="2317" y="3804"/>
                  </a:lnTo>
                  <a:lnTo>
                    <a:pt x="1498" y="78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3407600" y="1967173"/>
              <a:ext cx="65062" cy="74410"/>
            </a:xfrm>
            <a:custGeom>
              <a:avLst/>
              <a:pathLst>
                <a:path w="65062" h="74410">
                  <a:moveTo>
                    <a:pt x="62993" y="21974"/>
                  </a:moveTo>
                  <a:lnTo>
                    <a:pt x="62962" y="23300"/>
                  </a:lnTo>
                  <a:lnTo>
                    <a:pt x="62687" y="25551"/>
                  </a:lnTo>
                  <a:lnTo>
                    <a:pt x="62150" y="28456"/>
                  </a:lnTo>
                  <a:lnTo>
                    <a:pt x="61585" y="30709"/>
                  </a:lnTo>
                  <a:lnTo>
                    <a:pt x="61450" y="31579"/>
                  </a:lnTo>
                  <a:lnTo>
                    <a:pt x="61878" y="32302"/>
                  </a:lnTo>
                  <a:lnTo>
                    <a:pt x="63989" y="32643"/>
                  </a:lnTo>
                  <a:lnTo>
                    <a:pt x="64885" y="33030"/>
                  </a:lnTo>
                  <a:lnTo>
                    <a:pt x="65062" y="33629"/>
                  </a:lnTo>
                  <a:lnTo>
                    <a:pt x="64593" y="34407"/>
                  </a:lnTo>
                  <a:lnTo>
                    <a:pt x="63918" y="35053"/>
                  </a:lnTo>
                  <a:lnTo>
                    <a:pt x="63617" y="35665"/>
                  </a:lnTo>
                  <a:lnTo>
                    <a:pt x="63080" y="37852"/>
                  </a:lnTo>
                  <a:lnTo>
                    <a:pt x="59567" y="37574"/>
                  </a:lnTo>
                  <a:lnTo>
                    <a:pt x="59101" y="38019"/>
                  </a:lnTo>
                  <a:lnTo>
                    <a:pt x="58879" y="39035"/>
                  </a:lnTo>
                  <a:lnTo>
                    <a:pt x="58704" y="40210"/>
                  </a:lnTo>
                  <a:lnTo>
                    <a:pt x="58243" y="41602"/>
                  </a:lnTo>
                  <a:lnTo>
                    <a:pt x="57309" y="42812"/>
                  </a:lnTo>
                  <a:lnTo>
                    <a:pt x="55850" y="43260"/>
                  </a:lnTo>
                  <a:lnTo>
                    <a:pt x="54655" y="44084"/>
                  </a:lnTo>
                  <a:lnTo>
                    <a:pt x="53765" y="46626"/>
                  </a:lnTo>
                  <a:lnTo>
                    <a:pt x="53102" y="50035"/>
                  </a:lnTo>
                  <a:lnTo>
                    <a:pt x="53118" y="52453"/>
                  </a:lnTo>
                  <a:lnTo>
                    <a:pt x="53206" y="53802"/>
                  </a:lnTo>
                  <a:lnTo>
                    <a:pt x="53128" y="54574"/>
                  </a:lnTo>
                  <a:lnTo>
                    <a:pt x="52678" y="55415"/>
                  </a:lnTo>
                  <a:lnTo>
                    <a:pt x="51942" y="57643"/>
                  </a:lnTo>
                  <a:lnTo>
                    <a:pt x="51343" y="60106"/>
                  </a:lnTo>
                  <a:lnTo>
                    <a:pt x="51113" y="61442"/>
                  </a:lnTo>
                  <a:lnTo>
                    <a:pt x="51229" y="62067"/>
                  </a:lnTo>
                  <a:lnTo>
                    <a:pt x="51903" y="62084"/>
                  </a:lnTo>
                  <a:lnTo>
                    <a:pt x="52876" y="62591"/>
                  </a:lnTo>
                  <a:lnTo>
                    <a:pt x="53393" y="63575"/>
                  </a:lnTo>
                  <a:lnTo>
                    <a:pt x="53585" y="64712"/>
                  </a:lnTo>
                  <a:lnTo>
                    <a:pt x="53587" y="65935"/>
                  </a:lnTo>
                  <a:lnTo>
                    <a:pt x="53406" y="66609"/>
                  </a:lnTo>
                  <a:lnTo>
                    <a:pt x="52626" y="67097"/>
                  </a:lnTo>
                  <a:lnTo>
                    <a:pt x="51405" y="67114"/>
                  </a:lnTo>
                  <a:lnTo>
                    <a:pt x="50693" y="66531"/>
                  </a:lnTo>
                  <a:lnTo>
                    <a:pt x="50546" y="66069"/>
                  </a:lnTo>
                  <a:lnTo>
                    <a:pt x="50886" y="64891"/>
                  </a:lnTo>
                  <a:lnTo>
                    <a:pt x="50640" y="63419"/>
                  </a:lnTo>
                  <a:lnTo>
                    <a:pt x="50134" y="62596"/>
                  </a:lnTo>
                  <a:lnTo>
                    <a:pt x="49106" y="63824"/>
                  </a:lnTo>
                  <a:lnTo>
                    <a:pt x="48119" y="63823"/>
                  </a:lnTo>
                  <a:lnTo>
                    <a:pt x="46936" y="64917"/>
                  </a:lnTo>
                  <a:lnTo>
                    <a:pt x="46163" y="66670"/>
                  </a:lnTo>
                  <a:lnTo>
                    <a:pt x="45421" y="67316"/>
                  </a:lnTo>
                  <a:lnTo>
                    <a:pt x="43416" y="66958"/>
                  </a:lnTo>
                  <a:lnTo>
                    <a:pt x="42918" y="67732"/>
                  </a:lnTo>
                  <a:lnTo>
                    <a:pt x="42505" y="71300"/>
                  </a:lnTo>
                  <a:lnTo>
                    <a:pt x="42265" y="71996"/>
                  </a:lnTo>
                  <a:lnTo>
                    <a:pt x="40591" y="71843"/>
                  </a:lnTo>
                  <a:lnTo>
                    <a:pt x="38976" y="73262"/>
                  </a:lnTo>
                  <a:lnTo>
                    <a:pt x="37153" y="74410"/>
                  </a:lnTo>
                  <a:lnTo>
                    <a:pt x="36229" y="73612"/>
                  </a:lnTo>
                  <a:lnTo>
                    <a:pt x="35715" y="72712"/>
                  </a:lnTo>
                  <a:lnTo>
                    <a:pt x="34722" y="72872"/>
                  </a:lnTo>
                  <a:lnTo>
                    <a:pt x="33639" y="73268"/>
                  </a:lnTo>
                  <a:lnTo>
                    <a:pt x="32911" y="73051"/>
                  </a:lnTo>
                  <a:lnTo>
                    <a:pt x="32095" y="73148"/>
                  </a:lnTo>
                  <a:lnTo>
                    <a:pt x="30518" y="73840"/>
                  </a:lnTo>
                  <a:lnTo>
                    <a:pt x="28536" y="73617"/>
                  </a:lnTo>
                  <a:lnTo>
                    <a:pt x="27691" y="73027"/>
                  </a:lnTo>
                  <a:lnTo>
                    <a:pt x="27611" y="72461"/>
                  </a:lnTo>
                  <a:lnTo>
                    <a:pt x="27672" y="71072"/>
                  </a:lnTo>
                  <a:lnTo>
                    <a:pt x="27653" y="68913"/>
                  </a:lnTo>
                  <a:lnTo>
                    <a:pt x="27338" y="67009"/>
                  </a:lnTo>
                  <a:lnTo>
                    <a:pt x="26390" y="65323"/>
                  </a:lnTo>
                  <a:lnTo>
                    <a:pt x="25393" y="64146"/>
                  </a:lnTo>
                  <a:lnTo>
                    <a:pt x="24121" y="62931"/>
                  </a:lnTo>
                  <a:lnTo>
                    <a:pt x="23181" y="62399"/>
                  </a:lnTo>
                  <a:lnTo>
                    <a:pt x="22666" y="62259"/>
                  </a:lnTo>
                  <a:lnTo>
                    <a:pt x="22550" y="61559"/>
                  </a:lnTo>
                  <a:lnTo>
                    <a:pt x="22363" y="60954"/>
                  </a:lnTo>
                  <a:lnTo>
                    <a:pt x="21923" y="60422"/>
                  </a:lnTo>
                  <a:lnTo>
                    <a:pt x="20983" y="59708"/>
                  </a:lnTo>
                  <a:lnTo>
                    <a:pt x="20185" y="59552"/>
                  </a:lnTo>
                  <a:lnTo>
                    <a:pt x="19532" y="60705"/>
                  </a:lnTo>
                  <a:lnTo>
                    <a:pt x="19056" y="59262"/>
                  </a:lnTo>
                  <a:lnTo>
                    <a:pt x="18552" y="56679"/>
                  </a:lnTo>
                  <a:lnTo>
                    <a:pt x="18604" y="54613"/>
                  </a:lnTo>
                  <a:lnTo>
                    <a:pt x="18890" y="52554"/>
                  </a:lnTo>
                  <a:lnTo>
                    <a:pt x="20271" y="46472"/>
                  </a:lnTo>
                  <a:lnTo>
                    <a:pt x="20196" y="45502"/>
                  </a:lnTo>
                  <a:lnTo>
                    <a:pt x="19195" y="43801"/>
                  </a:lnTo>
                  <a:lnTo>
                    <a:pt x="17956" y="42564"/>
                  </a:lnTo>
                  <a:lnTo>
                    <a:pt x="17273" y="39951"/>
                  </a:lnTo>
                  <a:lnTo>
                    <a:pt x="14765" y="39800"/>
                  </a:lnTo>
                  <a:lnTo>
                    <a:pt x="12397" y="39944"/>
                  </a:lnTo>
                  <a:lnTo>
                    <a:pt x="11653" y="39817"/>
                  </a:lnTo>
                  <a:lnTo>
                    <a:pt x="9400" y="38722"/>
                  </a:lnTo>
                  <a:lnTo>
                    <a:pt x="7229" y="36960"/>
                  </a:lnTo>
                  <a:lnTo>
                    <a:pt x="5775" y="35927"/>
                  </a:lnTo>
                  <a:lnTo>
                    <a:pt x="4553" y="34772"/>
                  </a:lnTo>
                  <a:lnTo>
                    <a:pt x="3896" y="33557"/>
                  </a:lnTo>
                  <a:lnTo>
                    <a:pt x="2855" y="33884"/>
                  </a:lnTo>
                  <a:lnTo>
                    <a:pt x="2153" y="33894"/>
                  </a:lnTo>
                  <a:lnTo>
                    <a:pt x="2160" y="33685"/>
                  </a:lnTo>
                  <a:lnTo>
                    <a:pt x="1759" y="31540"/>
                  </a:lnTo>
                  <a:lnTo>
                    <a:pt x="2177" y="28253"/>
                  </a:lnTo>
                  <a:lnTo>
                    <a:pt x="1419" y="23445"/>
                  </a:lnTo>
                  <a:lnTo>
                    <a:pt x="179" y="17663"/>
                  </a:lnTo>
                  <a:lnTo>
                    <a:pt x="87" y="11471"/>
                  </a:lnTo>
                  <a:lnTo>
                    <a:pt x="0" y="10079"/>
                  </a:lnTo>
                  <a:lnTo>
                    <a:pt x="3049" y="6590"/>
                  </a:lnTo>
                  <a:lnTo>
                    <a:pt x="6897" y="2855"/>
                  </a:lnTo>
                  <a:lnTo>
                    <a:pt x="7772" y="2517"/>
                  </a:lnTo>
                  <a:lnTo>
                    <a:pt x="11318" y="307"/>
                  </a:lnTo>
                  <a:lnTo>
                    <a:pt x="11792" y="131"/>
                  </a:lnTo>
                  <a:lnTo>
                    <a:pt x="14987" y="541"/>
                  </a:lnTo>
                  <a:lnTo>
                    <a:pt x="17496" y="1066"/>
                  </a:lnTo>
                  <a:lnTo>
                    <a:pt x="19612" y="1001"/>
                  </a:lnTo>
                  <a:lnTo>
                    <a:pt x="20774" y="435"/>
                  </a:lnTo>
                  <a:lnTo>
                    <a:pt x="21827" y="908"/>
                  </a:lnTo>
                  <a:lnTo>
                    <a:pt x="22675" y="2573"/>
                  </a:lnTo>
                  <a:lnTo>
                    <a:pt x="23548" y="2379"/>
                  </a:lnTo>
                  <a:lnTo>
                    <a:pt x="24411" y="1301"/>
                  </a:lnTo>
                  <a:lnTo>
                    <a:pt x="29144" y="2285"/>
                  </a:lnTo>
                  <a:lnTo>
                    <a:pt x="30212" y="2262"/>
                  </a:lnTo>
                  <a:lnTo>
                    <a:pt x="31416" y="2421"/>
                  </a:lnTo>
                  <a:lnTo>
                    <a:pt x="33636" y="3425"/>
                  </a:lnTo>
                  <a:lnTo>
                    <a:pt x="34913" y="4341"/>
                  </a:lnTo>
                  <a:lnTo>
                    <a:pt x="37720" y="3787"/>
                  </a:lnTo>
                  <a:lnTo>
                    <a:pt x="38921" y="3755"/>
                  </a:lnTo>
                  <a:lnTo>
                    <a:pt x="39550" y="3394"/>
                  </a:lnTo>
                  <a:lnTo>
                    <a:pt x="41486" y="883"/>
                  </a:lnTo>
                  <a:lnTo>
                    <a:pt x="42323" y="451"/>
                  </a:lnTo>
                  <a:lnTo>
                    <a:pt x="43093" y="0"/>
                  </a:lnTo>
                  <a:lnTo>
                    <a:pt x="43797" y="383"/>
                  </a:lnTo>
                  <a:lnTo>
                    <a:pt x="44260" y="2529"/>
                  </a:lnTo>
                  <a:lnTo>
                    <a:pt x="45692" y="6228"/>
                  </a:lnTo>
                  <a:lnTo>
                    <a:pt x="47248" y="6877"/>
                  </a:lnTo>
                  <a:lnTo>
                    <a:pt x="51549" y="8303"/>
                  </a:lnTo>
                  <a:lnTo>
                    <a:pt x="52429" y="9052"/>
                  </a:lnTo>
                  <a:lnTo>
                    <a:pt x="54849" y="12317"/>
                  </a:lnTo>
                  <a:lnTo>
                    <a:pt x="56301" y="13918"/>
                  </a:lnTo>
                  <a:lnTo>
                    <a:pt x="57225" y="15197"/>
                  </a:lnTo>
                  <a:lnTo>
                    <a:pt x="58633" y="17702"/>
                  </a:lnTo>
                  <a:lnTo>
                    <a:pt x="59447" y="19524"/>
                  </a:lnTo>
                  <a:lnTo>
                    <a:pt x="60808" y="20902"/>
                  </a:lnTo>
                  <a:lnTo>
                    <a:pt x="62418" y="218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3233622" y="2151677"/>
              <a:ext cx="8729" cy="21326"/>
            </a:xfrm>
            <a:custGeom>
              <a:avLst/>
              <a:pathLst>
                <a:path w="8729" h="21326">
                  <a:moveTo>
                    <a:pt x="4445" y="1364"/>
                  </a:moveTo>
                  <a:lnTo>
                    <a:pt x="4352" y="2155"/>
                  </a:lnTo>
                  <a:lnTo>
                    <a:pt x="4369" y="3924"/>
                  </a:lnTo>
                  <a:lnTo>
                    <a:pt x="4691" y="5699"/>
                  </a:lnTo>
                  <a:lnTo>
                    <a:pt x="5449" y="7447"/>
                  </a:lnTo>
                  <a:lnTo>
                    <a:pt x="6030" y="8717"/>
                  </a:lnTo>
                  <a:lnTo>
                    <a:pt x="6808" y="9730"/>
                  </a:lnTo>
                  <a:lnTo>
                    <a:pt x="8129" y="10692"/>
                  </a:lnTo>
                  <a:lnTo>
                    <a:pt x="8656" y="10894"/>
                  </a:lnTo>
                  <a:lnTo>
                    <a:pt x="8729" y="12197"/>
                  </a:lnTo>
                  <a:lnTo>
                    <a:pt x="8627" y="13574"/>
                  </a:lnTo>
                  <a:lnTo>
                    <a:pt x="8171" y="14335"/>
                  </a:lnTo>
                  <a:lnTo>
                    <a:pt x="7741" y="15431"/>
                  </a:lnTo>
                  <a:lnTo>
                    <a:pt x="7418" y="16771"/>
                  </a:lnTo>
                  <a:lnTo>
                    <a:pt x="7079" y="19339"/>
                  </a:lnTo>
                  <a:lnTo>
                    <a:pt x="7032" y="21111"/>
                  </a:lnTo>
                  <a:lnTo>
                    <a:pt x="6272" y="20378"/>
                  </a:lnTo>
                  <a:lnTo>
                    <a:pt x="5872" y="19882"/>
                  </a:lnTo>
                  <a:lnTo>
                    <a:pt x="5178" y="19746"/>
                  </a:lnTo>
                  <a:lnTo>
                    <a:pt x="4484" y="20151"/>
                  </a:lnTo>
                  <a:lnTo>
                    <a:pt x="3964" y="21055"/>
                  </a:lnTo>
                  <a:lnTo>
                    <a:pt x="3252" y="21326"/>
                  </a:lnTo>
                  <a:lnTo>
                    <a:pt x="2662" y="21055"/>
                  </a:lnTo>
                  <a:lnTo>
                    <a:pt x="2315" y="20378"/>
                  </a:lnTo>
                  <a:lnTo>
                    <a:pt x="2002" y="20017"/>
                  </a:lnTo>
                  <a:lnTo>
                    <a:pt x="1117" y="19564"/>
                  </a:lnTo>
                  <a:lnTo>
                    <a:pt x="735" y="18583"/>
                  </a:lnTo>
                  <a:lnTo>
                    <a:pt x="1026" y="18124"/>
                  </a:lnTo>
                  <a:lnTo>
                    <a:pt x="1278" y="17400"/>
                  </a:lnTo>
                  <a:lnTo>
                    <a:pt x="1493" y="16380"/>
                  </a:lnTo>
                  <a:lnTo>
                    <a:pt x="1764" y="15436"/>
                  </a:lnTo>
                  <a:lnTo>
                    <a:pt x="893" y="12854"/>
                  </a:lnTo>
                  <a:lnTo>
                    <a:pt x="715" y="12064"/>
                  </a:lnTo>
                  <a:lnTo>
                    <a:pt x="0" y="10604"/>
                  </a:lnTo>
                  <a:lnTo>
                    <a:pt x="8" y="9864"/>
                  </a:lnTo>
                  <a:lnTo>
                    <a:pt x="179" y="9160"/>
                  </a:lnTo>
                  <a:lnTo>
                    <a:pt x="116" y="8615"/>
                  </a:lnTo>
                  <a:lnTo>
                    <a:pt x="216" y="7315"/>
                  </a:lnTo>
                  <a:lnTo>
                    <a:pt x="716" y="6085"/>
                  </a:lnTo>
                  <a:lnTo>
                    <a:pt x="1049" y="4565"/>
                  </a:lnTo>
                  <a:lnTo>
                    <a:pt x="1611" y="2493"/>
                  </a:lnTo>
                  <a:lnTo>
                    <a:pt x="2853" y="0"/>
                  </a:lnTo>
                  <a:lnTo>
                    <a:pt x="3744" y="380"/>
                  </a:lnTo>
                  <a:lnTo>
                    <a:pt x="4134" y="3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3407246" y="1918351"/>
              <a:ext cx="81612" cy="70796"/>
            </a:xfrm>
            <a:custGeom>
              <a:avLst/>
              <a:pathLst>
                <a:path w="81612" h="70796">
                  <a:moveTo>
                    <a:pt x="71959" y="15817"/>
                  </a:moveTo>
                  <a:lnTo>
                    <a:pt x="73297" y="15938"/>
                  </a:lnTo>
                  <a:lnTo>
                    <a:pt x="73767" y="16407"/>
                  </a:lnTo>
                  <a:lnTo>
                    <a:pt x="74079" y="18723"/>
                  </a:lnTo>
                  <a:lnTo>
                    <a:pt x="75602" y="20545"/>
                  </a:lnTo>
                  <a:lnTo>
                    <a:pt x="77011" y="22057"/>
                  </a:lnTo>
                  <a:lnTo>
                    <a:pt x="77372" y="22756"/>
                  </a:lnTo>
                  <a:lnTo>
                    <a:pt x="77482" y="24103"/>
                  </a:lnTo>
                  <a:lnTo>
                    <a:pt x="77391" y="25676"/>
                  </a:lnTo>
                  <a:lnTo>
                    <a:pt x="77212" y="26491"/>
                  </a:lnTo>
                  <a:lnTo>
                    <a:pt x="76624" y="27430"/>
                  </a:lnTo>
                  <a:lnTo>
                    <a:pt x="76109" y="29808"/>
                  </a:lnTo>
                  <a:lnTo>
                    <a:pt x="76038" y="32070"/>
                  </a:lnTo>
                  <a:lnTo>
                    <a:pt x="75224" y="35983"/>
                  </a:lnTo>
                  <a:lnTo>
                    <a:pt x="75408" y="36056"/>
                  </a:lnTo>
                  <a:lnTo>
                    <a:pt x="77116" y="35350"/>
                  </a:lnTo>
                  <a:lnTo>
                    <a:pt x="77599" y="35754"/>
                  </a:lnTo>
                  <a:lnTo>
                    <a:pt x="77973" y="36618"/>
                  </a:lnTo>
                  <a:lnTo>
                    <a:pt x="78093" y="39074"/>
                  </a:lnTo>
                  <a:lnTo>
                    <a:pt x="78653" y="40178"/>
                  </a:lnTo>
                  <a:lnTo>
                    <a:pt x="79223" y="41903"/>
                  </a:lnTo>
                  <a:lnTo>
                    <a:pt x="79403" y="43247"/>
                  </a:lnTo>
                  <a:lnTo>
                    <a:pt x="80489" y="44847"/>
                  </a:lnTo>
                  <a:lnTo>
                    <a:pt x="80577" y="45881"/>
                  </a:lnTo>
                  <a:lnTo>
                    <a:pt x="81240" y="49540"/>
                  </a:lnTo>
                  <a:lnTo>
                    <a:pt x="81495" y="51647"/>
                  </a:lnTo>
                  <a:lnTo>
                    <a:pt x="81612" y="53277"/>
                  </a:lnTo>
                  <a:lnTo>
                    <a:pt x="81286" y="55348"/>
                  </a:lnTo>
                  <a:lnTo>
                    <a:pt x="80998" y="56749"/>
                  </a:lnTo>
                  <a:lnTo>
                    <a:pt x="80656" y="56663"/>
                  </a:lnTo>
                  <a:lnTo>
                    <a:pt x="79682" y="57033"/>
                  </a:lnTo>
                  <a:lnTo>
                    <a:pt x="78140" y="58721"/>
                  </a:lnTo>
                  <a:lnTo>
                    <a:pt x="75846" y="62699"/>
                  </a:lnTo>
                  <a:lnTo>
                    <a:pt x="75256" y="63580"/>
                  </a:lnTo>
                  <a:lnTo>
                    <a:pt x="74656" y="66610"/>
                  </a:lnTo>
                  <a:lnTo>
                    <a:pt x="74512" y="66918"/>
                  </a:lnTo>
                  <a:lnTo>
                    <a:pt x="73177" y="66778"/>
                  </a:lnTo>
                  <a:lnTo>
                    <a:pt x="72813" y="66705"/>
                  </a:lnTo>
                  <a:lnTo>
                    <a:pt x="71473" y="66766"/>
                  </a:lnTo>
                  <a:lnTo>
                    <a:pt x="68559" y="65978"/>
                  </a:lnTo>
                  <a:lnTo>
                    <a:pt x="67429" y="66499"/>
                  </a:lnTo>
                  <a:lnTo>
                    <a:pt x="65947" y="69564"/>
                  </a:lnTo>
                  <a:lnTo>
                    <a:pt x="65372" y="70014"/>
                  </a:lnTo>
                  <a:lnTo>
                    <a:pt x="63650" y="70438"/>
                  </a:lnTo>
                  <a:lnTo>
                    <a:pt x="63347" y="70796"/>
                  </a:lnTo>
                  <a:lnTo>
                    <a:pt x="62772" y="70652"/>
                  </a:lnTo>
                  <a:lnTo>
                    <a:pt x="61161" y="69724"/>
                  </a:lnTo>
                  <a:lnTo>
                    <a:pt x="59801" y="68346"/>
                  </a:lnTo>
                  <a:lnTo>
                    <a:pt x="58987" y="66524"/>
                  </a:lnTo>
                  <a:lnTo>
                    <a:pt x="57579" y="64019"/>
                  </a:lnTo>
                  <a:lnTo>
                    <a:pt x="56655" y="62741"/>
                  </a:lnTo>
                  <a:lnTo>
                    <a:pt x="55203" y="61139"/>
                  </a:lnTo>
                  <a:lnTo>
                    <a:pt x="52782" y="57874"/>
                  </a:lnTo>
                  <a:lnTo>
                    <a:pt x="51903" y="57125"/>
                  </a:lnTo>
                  <a:lnTo>
                    <a:pt x="47601" y="55700"/>
                  </a:lnTo>
                  <a:lnTo>
                    <a:pt x="46046" y="55050"/>
                  </a:lnTo>
                  <a:lnTo>
                    <a:pt x="44614" y="51351"/>
                  </a:lnTo>
                  <a:lnTo>
                    <a:pt x="44150" y="49205"/>
                  </a:lnTo>
                  <a:lnTo>
                    <a:pt x="43446" y="48822"/>
                  </a:lnTo>
                  <a:lnTo>
                    <a:pt x="42677" y="49273"/>
                  </a:lnTo>
                  <a:lnTo>
                    <a:pt x="41839" y="49705"/>
                  </a:lnTo>
                  <a:lnTo>
                    <a:pt x="39903" y="52217"/>
                  </a:lnTo>
                  <a:lnTo>
                    <a:pt x="39275" y="52577"/>
                  </a:lnTo>
                  <a:lnTo>
                    <a:pt x="38074" y="52609"/>
                  </a:lnTo>
                  <a:lnTo>
                    <a:pt x="35267" y="53163"/>
                  </a:lnTo>
                  <a:lnTo>
                    <a:pt x="33989" y="52247"/>
                  </a:lnTo>
                  <a:lnTo>
                    <a:pt x="31769" y="51243"/>
                  </a:lnTo>
                  <a:lnTo>
                    <a:pt x="30566" y="51084"/>
                  </a:lnTo>
                  <a:lnTo>
                    <a:pt x="29498" y="51107"/>
                  </a:lnTo>
                  <a:lnTo>
                    <a:pt x="24765" y="50123"/>
                  </a:lnTo>
                  <a:lnTo>
                    <a:pt x="23901" y="51201"/>
                  </a:lnTo>
                  <a:lnTo>
                    <a:pt x="23029" y="51396"/>
                  </a:lnTo>
                  <a:lnTo>
                    <a:pt x="22180" y="49731"/>
                  </a:lnTo>
                  <a:lnTo>
                    <a:pt x="21128" y="49257"/>
                  </a:lnTo>
                  <a:lnTo>
                    <a:pt x="19966" y="49823"/>
                  </a:lnTo>
                  <a:lnTo>
                    <a:pt x="17850" y="49888"/>
                  </a:lnTo>
                  <a:lnTo>
                    <a:pt x="15340" y="49363"/>
                  </a:lnTo>
                  <a:lnTo>
                    <a:pt x="12146" y="48953"/>
                  </a:lnTo>
                  <a:lnTo>
                    <a:pt x="11672" y="49129"/>
                  </a:lnTo>
                  <a:lnTo>
                    <a:pt x="8126" y="51339"/>
                  </a:lnTo>
                  <a:lnTo>
                    <a:pt x="7251" y="51677"/>
                  </a:lnTo>
                  <a:lnTo>
                    <a:pt x="3403" y="55413"/>
                  </a:lnTo>
                  <a:lnTo>
                    <a:pt x="353" y="58901"/>
                  </a:lnTo>
                  <a:lnTo>
                    <a:pt x="0" y="53320"/>
                  </a:lnTo>
                  <a:lnTo>
                    <a:pt x="187" y="42162"/>
                  </a:lnTo>
                  <a:lnTo>
                    <a:pt x="639" y="36631"/>
                  </a:lnTo>
                  <a:lnTo>
                    <a:pt x="2753" y="33409"/>
                  </a:lnTo>
                  <a:lnTo>
                    <a:pt x="3813" y="30900"/>
                  </a:lnTo>
                  <a:lnTo>
                    <a:pt x="4430" y="27552"/>
                  </a:lnTo>
                  <a:lnTo>
                    <a:pt x="4616" y="24454"/>
                  </a:lnTo>
                  <a:lnTo>
                    <a:pt x="5044" y="21894"/>
                  </a:lnTo>
                  <a:lnTo>
                    <a:pt x="8105" y="14550"/>
                  </a:lnTo>
                  <a:lnTo>
                    <a:pt x="10531" y="13757"/>
                  </a:lnTo>
                  <a:lnTo>
                    <a:pt x="13813" y="11720"/>
                  </a:lnTo>
                  <a:lnTo>
                    <a:pt x="17483" y="10021"/>
                  </a:lnTo>
                  <a:lnTo>
                    <a:pt x="18191" y="12181"/>
                  </a:lnTo>
                  <a:lnTo>
                    <a:pt x="18551" y="13830"/>
                  </a:lnTo>
                  <a:lnTo>
                    <a:pt x="22970" y="19837"/>
                  </a:lnTo>
                  <a:lnTo>
                    <a:pt x="24094" y="21854"/>
                  </a:lnTo>
                  <a:lnTo>
                    <a:pt x="25803" y="28771"/>
                  </a:lnTo>
                  <a:lnTo>
                    <a:pt x="29896" y="32278"/>
                  </a:lnTo>
                  <a:lnTo>
                    <a:pt x="33114" y="31172"/>
                  </a:lnTo>
                  <a:lnTo>
                    <a:pt x="34513" y="29469"/>
                  </a:lnTo>
                  <a:lnTo>
                    <a:pt x="37090" y="26331"/>
                  </a:lnTo>
                  <a:lnTo>
                    <a:pt x="38241" y="24034"/>
                  </a:lnTo>
                  <a:lnTo>
                    <a:pt x="38475" y="21819"/>
                  </a:lnTo>
                  <a:lnTo>
                    <a:pt x="38018" y="12354"/>
                  </a:lnTo>
                  <a:lnTo>
                    <a:pt x="37321" y="8252"/>
                  </a:lnTo>
                  <a:lnTo>
                    <a:pt x="37559" y="5697"/>
                  </a:lnTo>
                  <a:lnTo>
                    <a:pt x="38013" y="5828"/>
                  </a:lnTo>
                  <a:lnTo>
                    <a:pt x="39107" y="4596"/>
                  </a:lnTo>
                  <a:lnTo>
                    <a:pt x="42706" y="2309"/>
                  </a:lnTo>
                  <a:lnTo>
                    <a:pt x="43424" y="2207"/>
                  </a:lnTo>
                  <a:lnTo>
                    <a:pt x="44245" y="1738"/>
                  </a:lnTo>
                  <a:lnTo>
                    <a:pt x="46513" y="0"/>
                  </a:lnTo>
                  <a:lnTo>
                    <a:pt x="47241" y="924"/>
                  </a:lnTo>
                  <a:lnTo>
                    <a:pt x="47849" y="1974"/>
                  </a:lnTo>
                  <a:lnTo>
                    <a:pt x="48185" y="1988"/>
                  </a:lnTo>
                  <a:lnTo>
                    <a:pt x="48348" y="1597"/>
                  </a:lnTo>
                  <a:lnTo>
                    <a:pt x="48302" y="921"/>
                  </a:lnTo>
                  <a:lnTo>
                    <a:pt x="48461" y="441"/>
                  </a:lnTo>
                  <a:lnTo>
                    <a:pt x="49113" y="708"/>
                  </a:lnTo>
                  <a:lnTo>
                    <a:pt x="51739" y="3565"/>
                  </a:lnTo>
                  <a:lnTo>
                    <a:pt x="52748" y="4232"/>
                  </a:lnTo>
                  <a:lnTo>
                    <a:pt x="53438" y="4420"/>
                  </a:lnTo>
                  <a:lnTo>
                    <a:pt x="54265" y="5758"/>
                  </a:lnTo>
                  <a:lnTo>
                    <a:pt x="56506" y="6655"/>
                  </a:lnTo>
                  <a:lnTo>
                    <a:pt x="56780" y="7348"/>
                  </a:lnTo>
                  <a:lnTo>
                    <a:pt x="56952" y="8211"/>
                  </a:lnTo>
                  <a:lnTo>
                    <a:pt x="59049" y="11839"/>
                  </a:lnTo>
                  <a:lnTo>
                    <a:pt x="59992" y="13661"/>
                  </a:lnTo>
                  <a:lnTo>
                    <a:pt x="61855" y="15334"/>
                  </a:lnTo>
                  <a:lnTo>
                    <a:pt x="62655" y="15732"/>
                  </a:lnTo>
                  <a:lnTo>
                    <a:pt x="65915" y="14027"/>
                  </a:lnTo>
                  <a:lnTo>
                    <a:pt x="66825" y="13434"/>
                  </a:lnTo>
                  <a:lnTo>
                    <a:pt x="67577" y="13424"/>
                  </a:lnTo>
                  <a:lnTo>
                    <a:pt x="68342" y="14321"/>
                  </a:lnTo>
                  <a:lnTo>
                    <a:pt x="70087" y="15515"/>
                  </a:lnTo>
                  <a:lnTo>
                    <a:pt x="71671" y="158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4457216" y="2976723"/>
              <a:ext cx="756" cy="1489"/>
            </a:xfrm>
            <a:custGeom>
              <a:avLst/>
              <a:pathLst>
                <a:path w="756" h="1489">
                  <a:moveTo>
                    <a:pt x="0" y="1489"/>
                  </a:moveTo>
                  <a:lnTo>
                    <a:pt x="24" y="841"/>
                  </a:lnTo>
                  <a:lnTo>
                    <a:pt x="173" y="129"/>
                  </a:lnTo>
                  <a:lnTo>
                    <a:pt x="546" y="0"/>
                  </a:lnTo>
                  <a:lnTo>
                    <a:pt x="756" y="722"/>
                  </a:lnTo>
                  <a:lnTo>
                    <a:pt x="226" y="13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451821" y="3098779"/>
              <a:ext cx="1290" cy="1370"/>
            </a:xfrm>
            <a:custGeom>
              <a:avLst/>
              <a:pathLst>
                <a:path w="1290" h="1370">
                  <a:moveTo>
                    <a:pt x="1270" y="1370"/>
                  </a:moveTo>
                  <a:lnTo>
                    <a:pt x="0" y="1370"/>
                  </a:lnTo>
                  <a:lnTo>
                    <a:pt x="91" y="727"/>
                  </a:lnTo>
                  <a:lnTo>
                    <a:pt x="680" y="0"/>
                  </a:lnTo>
                  <a:lnTo>
                    <a:pt x="1115" y="66"/>
                  </a:lnTo>
                  <a:lnTo>
                    <a:pt x="1290" y="32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2975534" y="2572376"/>
              <a:ext cx="180978" cy="428732"/>
            </a:xfrm>
            <a:custGeom>
              <a:avLst/>
              <a:pathLst>
                <a:path w="180978" h="428732">
                  <a:moveTo>
                    <a:pt x="167872" y="24398"/>
                  </a:moveTo>
                  <a:lnTo>
                    <a:pt x="168200" y="26597"/>
                  </a:lnTo>
                  <a:lnTo>
                    <a:pt x="168870" y="28338"/>
                  </a:lnTo>
                  <a:lnTo>
                    <a:pt x="171265" y="32336"/>
                  </a:lnTo>
                  <a:lnTo>
                    <a:pt x="172687" y="34808"/>
                  </a:lnTo>
                  <a:lnTo>
                    <a:pt x="172726" y="35656"/>
                  </a:lnTo>
                  <a:lnTo>
                    <a:pt x="172269" y="37682"/>
                  </a:lnTo>
                  <a:lnTo>
                    <a:pt x="172073" y="39080"/>
                  </a:lnTo>
                  <a:lnTo>
                    <a:pt x="172449" y="40565"/>
                  </a:lnTo>
                  <a:lnTo>
                    <a:pt x="173325" y="42367"/>
                  </a:lnTo>
                  <a:lnTo>
                    <a:pt x="173395" y="43225"/>
                  </a:lnTo>
                  <a:lnTo>
                    <a:pt x="173184" y="44224"/>
                  </a:lnTo>
                  <a:lnTo>
                    <a:pt x="172731" y="46154"/>
                  </a:lnTo>
                  <a:lnTo>
                    <a:pt x="173694" y="51823"/>
                  </a:lnTo>
                  <a:lnTo>
                    <a:pt x="173856" y="57313"/>
                  </a:lnTo>
                  <a:lnTo>
                    <a:pt x="173606" y="61216"/>
                  </a:lnTo>
                  <a:lnTo>
                    <a:pt x="173613" y="63472"/>
                  </a:lnTo>
                  <a:lnTo>
                    <a:pt x="173739" y="65393"/>
                  </a:lnTo>
                  <a:lnTo>
                    <a:pt x="174554" y="69828"/>
                  </a:lnTo>
                  <a:lnTo>
                    <a:pt x="174009" y="77159"/>
                  </a:lnTo>
                  <a:lnTo>
                    <a:pt x="174623" y="81157"/>
                  </a:lnTo>
                  <a:lnTo>
                    <a:pt x="175468" y="84400"/>
                  </a:lnTo>
                  <a:lnTo>
                    <a:pt x="175930" y="90190"/>
                  </a:lnTo>
                  <a:lnTo>
                    <a:pt x="176612" y="92933"/>
                  </a:lnTo>
                  <a:lnTo>
                    <a:pt x="177723" y="95340"/>
                  </a:lnTo>
                  <a:lnTo>
                    <a:pt x="178356" y="96158"/>
                  </a:lnTo>
                  <a:lnTo>
                    <a:pt x="179584" y="98143"/>
                  </a:lnTo>
                  <a:lnTo>
                    <a:pt x="180461" y="99804"/>
                  </a:lnTo>
                  <a:lnTo>
                    <a:pt x="180978" y="102286"/>
                  </a:lnTo>
                  <a:lnTo>
                    <a:pt x="179875" y="104329"/>
                  </a:lnTo>
                  <a:lnTo>
                    <a:pt x="178993" y="106148"/>
                  </a:lnTo>
                  <a:lnTo>
                    <a:pt x="178745" y="108112"/>
                  </a:lnTo>
                  <a:lnTo>
                    <a:pt x="179156" y="111261"/>
                  </a:lnTo>
                  <a:lnTo>
                    <a:pt x="179156" y="112955"/>
                  </a:lnTo>
                  <a:lnTo>
                    <a:pt x="178595" y="113493"/>
                  </a:lnTo>
                  <a:lnTo>
                    <a:pt x="176305" y="113320"/>
                  </a:lnTo>
                  <a:lnTo>
                    <a:pt x="174509" y="113182"/>
                  </a:lnTo>
                  <a:lnTo>
                    <a:pt x="172444" y="113027"/>
                  </a:lnTo>
                  <a:lnTo>
                    <a:pt x="169540" y="112724"/>
                  </a:lnTo>
                  <a:lnTo>
                    <a:pt x="167740" y="112538"/>
                  </a:lnTo>
                  <a:lnTo>
                    <a:pt x="165275" y="112283"/>
                  </a:lnTo>
                  <a:lnTo>
                    <a:pt x="164425" y="112410"/>
                  </a:lnTo>
                  <a:lnTo>
                    <a:pt x="162161" y="113294"/>
                  </a:lnTo>
                  <a:lnTo>
                    <a:pt x="160562" y="113916"/>
                  </a:lnTo>
                  <a:lnTo>
                    <a:pt x="160292" y="114089"/>
                  </a:lnTo>
                  <a:lnTo>
                    <a:pt x="159796" y="114867"/>
                  </a:lnTo>
                  <a:lnTo>
                    <a:pt x="159452" y="117189"/>
                  </a:lnTo>
                  <a:lnTo>
                    <a:pt x="159144" y="119841"/>
                  </a:lnTo>
                  <a:lnTo>
                    <a:pt x="158813" y="121021"/>
                  </a:lnTo>
                  <a:lnTo>
                    <a:pt x="154017" y="124854"/>
                  </a:lnTo>
                  <a:lnTo>
                    <a:pt x="152145" y="125379"/>
                  </a:lnTo>
                  <a:lnTo>
                    <a:pt x="151059" y="124986"/>
                  </a:lnTo>
                  <a:lnTo>
                    <a:pt x="150288" y="125297"/>
                  </a:lnTo>
                  <a:lnTo>
                    <a:pt x="149623" y="126114"/>
                  </a:lnTo>
                  <a:lnTo>
                    <a:pt x="149396" y="127356"/>
                  </a:lnTo>
                  <a:lnTo>
                    <a:pt x="149364" y="128936"/>
                  </a:lnTo>
                  <a:lnTo>
                    <a:pt x="149505" y="130533"/>
                  </a:lnTo>
                  <a:lnTo>
                    <a:pt x="149967" y="132757"/>
                  </a:lnTo>
                  <a:lnTo>
                    <a:pt x="150050" y="134981"/>
                  </a:lnTo>
                  <a:lnTo>
                    <a:pt x="149755" y="136547"/>
                  </a:lnTo>
                  <a:lnTo>
                    <a:pt x="149684" y="138124"/>
                  </a:lnTo>
                  <a:lnTo>
                    <a:pt x="149547" y="139828"/>
                  </a:lnTo>
                  <a:lnTo>
                    <a:pt x="149792" y="140750"/>
                  </a:lnTo>
                  <a:lnTo>
                    <a:pt x="150256" y="140891"/>
                  </a:lnTo>
                  <a:lnTo>
                    <a:pt x="150719" y="141672"/>
                  </a:lnTo>
                  <a:lnTo>
                    <a:pt x="151374" y="142382"/>
                  </a:lnTo>
                  <a:lnTo>
                    <a:pt x="151919" y="143729"/>
                  </a:lnTo>
                  <a:lnTo>
                    <a:pt x="151892" y="145645"/>
                  </a:lnTo>
                  <a:lnTo>
                    <a:pt x="151439" y="146736"/>
                  </a:lnTo>
                  <a:lnTo>
                    <a:pt x="151039" y="147313"/>
                  </a:lnTo>
                  <a:lnTo>
                    <a:pt x="149244" y="147823"/>
                  </a:lnTo>
                  <a:lnTo>
                    <a:pt x="147822" y="148228"/>
                  </a:lnTo>
                  <a:lnTo>
                    <a:pt x="145966" y="151300"/>
                  </a:lnTo>
                  <a:lnTo>
                    <a:pt x="143989" y="154571"/>
                  </a:lnTo>
                  <a:lnTo>
                    <a:pt x="141647" y="156738"/>
                  </a:lnTo>
                  <a:lnTo>
                    <a:pt x="140619" y="157351"/>
                  </a:lnTo>
                  <a:lnTo>
                    <a:pt x="138815" y="158899"/>
                  </a:lnTo>
                  <a:lnTo>
                    <a:pt x="136660" y="161470"/>
                  </a:lnTo>
                  <a:lnTo>
                    <a:pt x="135597" y="165577"/>
                  </a:lnTo>
                  <a:lnTo>
                    <a:pt x="134255" y="170312"/>
                  </a:lnTo>
                  <a:lnTo>
                    <a:pt x="132965" y="173489"/>
                  </a:lnTo>
                  <a:lnTo>
                    <a:pt x="131204" y="176494"/>
                  </a:lnTo>
                  <a:lnTo>
                    <a:pt x="129563" y="177646"/>
                  </a:lnTo>
                  <a:lnTo>
                    <a:pt x="127499" y="179092"/>
                  </a:lnTo>
                  <a:lnTo>
                    <a:pt x="124896" y="180208"/>
                  </a:lnTo>
                  <a:lnTo>
                    <a:pt x="123054" y="180572"/>
                  </a:lnTo>
                  <a:lnTo>
                    <a:pt x="122505" y="180816"/>
                  </a:lnTo>
                  <a:lnTo>
                    <a:pt x="120884" y="180886"/>
                  </a:lnTo>
                  <a:lnTo>
                    <a:pt x="120088" y="180655"/>
                  </a:lnTo>
                  <a:lnTo>
                    <a:pt x="119497" y="180530"/>
                  </a:lnTo>
                  <a:lnTo>
                    <a:pt x="119257" y="180862"/>
                  </a:lnTo>
                  <a:lnTo>
                    <a:pt x="119177" y="181611"/>
                  </a:lnTo>
                  <a:lnTo>
                    <a:pt x="119145" y="183318"/>
                  </a:lnTo>
                  <a:lnTo>
                    <a:pt x="119033" y="185273"/>
                  </a:lnTo>
                  <a:lnTo>
                    <a:pt x="118521" y="186927"/>
                  </a:lnTo>
                  <a:lnTo>
                    <a:pt x="118157" y="187663"/>
                  </a:lnTo>
                  <a:lnTo>
                    <a:pt x="117730" y="187963"/>
                  </a:lnTo>
                  <a:lnTo>
                    <a:pt x="116370" y="187519"/>
                  </a:lnTo>
                  <a:lnTo>
                    <a:pt x="115229" y="186994"/>
                  </a:lnTo>
                  <a:lnTo>
                    <a:pt x="112511" y="186297"/>
                  </a:lnTo>
                  <a:lnTo>
                    <a:pt x="111972" y="186463"/>
                  </a:lnTo>
                  <a:lnTo>
                    <a:pt x="111770" y="186668"/>
                  </a:lnTo>
                  <a:lnTo>
                    <a:pt x="110921" y="187783"/>
                  </a:lnTo>
                  <a:lnTo>
                    <a:pt x="109617" y="190152"/>
                  </a:lnTo>
                  <a:lnTo>
                    <a:pt x="108732" y="192213"/>
                  </a:lnTo>
                  <a:lnTo>
                    <a:pt x="108073" y="193181"/>
                  </a:lnTo>
                  <a:lnTo>
                    <a:pt x="106496" y="193684"/>
                  </a:lnTo>
                  <a:lnTo>
                    <a:pt x="105809" y="194443"/>
                  </a:lnTo>
                  <a:lnTo>
                    <a:pt x="102871" y="199607"/>
                  </a:lnTo>
                  <a:lnTo>
                    <a:pt x="102246" y="200858"/>
                  </a:lnTo>
                  <a:lnTo>
                    <a:pt x="99222" y="205347"/>
                  </a:lnTo>
                  <a:lnTo>
                    <a:pt x="98367" y="206834"/>
                  </a:lnTo>
                  <a:lnTo>
                    <a:pt x="97699" y="208312"/>
                  </a:lnTo>
                  <a:lnTo>
                    <a:pt x="95893" y="211630"/>
                  </a:lnTo>
                  <a:lnTo>
                    <a:pt x="94740" y="213086"/>
                  </a:lnTo>
                  <a:lnTo>
                    <a:pt x="94530" y="213949"/>
                  </a:lnTo>
                  <a:lnTo>
                    <a:pt x="94474" y="215977"/>
                  </a:lnTo>
                  <a:lnTo>
                    <a:pt x="94474" y="220454"/>
                  </a:lnTo>
                  <a:lnTo>
                    <a:pt x="94474" y="224755"/>
                  </a:lnTo>
                  <a:lnTo>
                    <a:pt x="94474" y="231010"/>
                  </a:lnTo>
                  <a:lnTo>
                    <a:pt x="94474" y="237263"/>
                  </a:lnTo>
                  <a:lnTo>
                    <a:pt x="94474" y="244472"/>
                  </a:lnTo>
                  <a:lnTo>
                    <a:pt x="92947" y="244488"/>
                  </a:lnTo>
                  <a:lnTo>
                    <a:pt x="92991" y="245730"/>
                  </a:lnTo>
                  <a:lnTo>
                    <a:pt x="93324" y="248183"/>
                  </a:lnTo>
                  <a:lnTo>
                    <a:pt x="93440" y="250260"/>
                  </a:lnTo>
                  <a:lnTo>
                    <a:pt x="93275" y="251560"/>
                  </a:lnTo>
                  <a:lnTo>
                    <a:pt x="93119" y="253204"/>
                  </a:lnTo>
                  <a:lnTo>
                    <a:pt x="93185" y="254762"/>
                  </a:lnTo>
                  <a:lnTo>
                    <a:pt x="93440" y="256464"/>
                  </a:lnTo>
                  <a:lnTo>
                    <a:pt x="93673" y="258225"/>
                  </a:lnTo>
                  <a:lnTo>
                    <a:pt x="93673" y="259408"/>
                  </a:lnTo>
                  <a:lnTo>
                    <a:pt x="93207" y="260302"/>
                  </a:lnTo>
                  <a:lnTo>
                    <a:pt x="92138" y="260793"/>
                  </a:lnTo>
                  <a:lnTo>
                    <a:pt x="90856" y="261197"/>
                  </a:lnTo>
                  <a:lnTo>
                    <a:pt x="89919" y="261197"/>
                  </a:lnTo>
                  <a:lnTo>
                    <a:pt x="88511" y="260908"/>
                  </a:lnTo>
                  <a:lnTo>
                    <a:pt x="87635" y="260966"/>
                  </a:lnTo>
                  <a:lnTo>
                    <a:pt x="86870" y="260966"/>
                  </a:lnTo>
                  <a:lnTo>
                    <a:pt x="86188" y="261255"/>
                  </a:lnTo>
                  <a:lnTo>
                    <a:pt x="85345" y="262380"/>
                  </a:lnTo>
                  <a:lnTo>
                    <a:pt x="84407" y="264140"/>
                  </a:lnTo>
                  <a:lnTo>
                    <a:pt x="83232" y="266506"/>
                  </a:lnTo>
                  <a:lnTo>
                    <a:pt x="82528" y="267978"/>
                  </a:lnTo>
                  <a:lnTo>
                    <a:pt x="81591" y="268296"/>
                  </a:lnTo>
                  <a:lnTo>
                    <a:pt x="80654" y="268296"/>
                  </a:lnTo>
                  <a:lnTo>
                    <a:pt x="79739" y="267112"/>
                  </a:lnTo>
                  <a:lnTo>
                    <a:pt x="79151" y="266506"/>
                  </a:lnTo>
                  <a:lnTo>
                    <a:pt x="78764" y="266564"/>
                  </a:lnTo>
                  <a:lnTo>
                    <a:pt x="78125" y="267401"/>
                  </a:lnTo>
                  <a:lnTo>
                    <a:pt x="77371" y="267978"/>
                  </a:lnTo>
                  <a:lnTo>
                    <a:pt x="76667" y="267978"/>
                  </a:lnTo>
                  <a:lnTo>
                    <a:pt x="75492" y="266795"/>
                  </a:lnTo>
                  <a:lnTo>
                    <a:pt x="74084" y="265035"/>
                  </a:lnTo>
                  <a:lnTo>
                    <a:pt x="73263" y="264140"/>
                  </a:lnTo>
                  <a:lnTo>
                    <a:pt x="72093" y="263852"/>
                  </a:lnTo>
                  <a:lnTo>
                    <a:pt x="70918" y="263275"/>
                  </a:lnTo>
                  <a:lnTo>
                    <a:pt x="70097" y="263563"/>
                  </a:lnTo>
                  <a:lnTo>
                    <a:pt x="69044" y="263563"/>
                  </a:lnTo>
                  <a:lnTo>
                    <a:pt x="67635" y="264746"/>
                  </a:lnTo>
                  <a:lnTo>
                    <a:pt x="66460" y="265612"/>
                  </a:lnTo>
                  <a:lnTo>
                    <a:pt x="65174" y="266506"/>
                  </a:lnTo>
                  <a:lnTo>
                    <a:pt x="63709" y="267314"/>
                  </a:lnTo>
                  <a:lnTo>
                    <a:pt x="64065" y="269969"/>
                  </a:lnTo>
                  <a:lnTo>
                    <a:pt x="64569" y="271412"/>
                  </a:lnTo>
                  <a:lnTo>
                    <a:pt x="64569" y="273201"/>
                  </a:lnTo>
                  <a:lnTo>
                    <a:pt x="64330" y="274702"/>
                  </a:lnTo>
                  <a:lnTo>
                    <a:pt x="63626" y="276173"/>
                  </a:lnTo>
                  <a:lnTo>
                    <a:pt x="62822" y="278049"/>
                  </a:lnTo>
                  <a:lnTo>
                    <a:pt x="62357" y="279521"/>
                  </a:lnTo>
                  <a:lnTo>
                    <a:pt x="61886" y="281570"/>
                  </a:lnTo>
                  <a:lnTo>
                    <a:pt x="61536" y="282753"/>
                  </a:lnTo>
                  <a:lnTo>
                    <a:pt x="60931" y="284686"/>
                  </a:lnTo>
                  <a:lnTo>
                    <a:pt x="60394" y="287110"/>
                  </a:lnTo>
                  <a:lnTo>
                    <a:pt x="60227" y="288611"/>
                  </a:lnTo>
                  <a:lnTo>
                    <a:pt x="60012" y="290342"/>
                  </a:lnTo>
                  <a:lnTo>
                    <a:pt x="59595" y="290861"/>
                  </a:lnTo>
                  <a:lnTo>
                    <a:pt x="58165" y="291323"/>
                  </a:lnTo>
                  <a:lnTo>
                    <a:pt x="57256" y="291929"/>
                  </a:lnTo>
                  <a:lnTo>
                    <a:pt x="56462" y="292506"/>
                  </a:lnTo>
                  <a:lnTo>
                    <a:pt x="56167" y="293526"/>
                  </a:lnTo>
                  <a:lnTo>
                    <a:pt x="56119" y="293689"/>
                  </a:lnTo>
                  <a:lnTo>
                    <a:pt x="55891" y="295767"/>
                  </a:lnTo>
                  <a:lnTo>
                    <a:pt x="55891" y="297239"/>
                  </a:lnTo>
                  <a:lnTo>
                    <a:pt x="55665" y="298422"/>
                  </a:lnTo>
                  <a:lnTo>
                    <a:pt x="55326" y="301365"/>
                  </a:lnTo>
                  <a:lnTo>
                    <a:pt x="54872" y="304049"/>
                  </a:lnTo>
                  <a:lnTo>
                    <a:pt x="54528" y="307598"/>
                  </a:lnTo>
                  <a:lnTo>
                    <a:pt x="54189" y="310541"/>
                  </a:lnTo>
                  <a:lnTo>
                    <a:pt x="53735" y="315275"/>
                  </a:lnTo>
                  <a:lnTo>
                    <a:pt x="53280" y="319689"/>
                  </a:lnTo>
                  <a:lnTo>
                    <a:pt x="52714" y="323844"/>
                  </a:lnTo>
                  <a:lnTo>
                    <a:pt x="52260" y="326499"/>
                  </a:lnTo>
                  <a:lnTo>
                    <a:pt x="51916" y="327971"/>
                  </a:lnTo>
                  <a:lnTo>
                    <a:pt x="51123" y="329760"/>
                  </a:lnTo>
                  <a:lnTo>
                    <a:pt x="50441" y="330914"/>
                  </a:lnTo>
                  <a:lnTo>
                    <a:pt x="49649" y="332415"/>
                  </a:lnTo>
                  <a:lnTo>
                    <a:pt x="48739" y="333886"/>
                  </a:lnTo>
                  <a:lnTo>
                    <a:pt x="47492" y="335647"/>
                  </a:lnTo>
                  <a:lnTo>
                    <a:pt x="46465" y="337147"/>
                  </a:lnTo>
                  <a:lnTo>
                    <a:pt x="46048" y="337822"/>
                  </a:lnTo>
                  <a:lnTo>
                    <a:pt x="45557" y="338619"/>
                  </a:lnTo>
                  <a:lnTo>
                    <a:pt x="44763" y="340668"/>
                  </a:lnTo>
                  <a:lnTo>
                    <a:pt x="44081" y="343640"/>
                  </a:lnTo>
                  <a:lnTo>
                    <a:pt x="43627" y="346006"/>
                  </a:lnTo>
                  <a:lnTo>
                    <a:pt x="42834" y="349844"/>
                  </a:lnTo>
                  <a:lnTo>
                    <a:pt x="42268" y="351922"/>
                  </a:lnTo>
                  <a:lnTo>
                    <a:pt x="41925" y="353076"/>
                  </a:lnTo>
                  <a:lnTo>
                    <a:pt x="41015" y="354259"/>
                  </a:lnTo>
                  <a:lnTo>
                    <a:pt x="39995" y="355154"/>
                  </a:lnTo>
                  <a:lnTo>
                    <a:pt x="38858" y="356337"/>
                  </a:lnTo>
                  <a:lnTo>
                    <a:pt x="37949" y="357520"/>
                  </a:lnTo>
                  <a:lnTo>
                    <a:pt x="36702" y="358703"/>
                  </a:lnTo>
                  <a:lnTo>
                    <a:pt x="35909" y="359886"/>
                  </a:lnTo>
                  <a:lnTo>
                    <a:pt x="35337" y="361646"/>
                  </a:lnTo>
                  <a:lnTo>
                    <a:pt x="34883" y="363724"/>
                  </a:lnTo>
                  <a:lnTo>
                    <a:pt x="34318" y="366696"/>
                  </a:lnTo>
                  <a:lnTo>
                    <a:pt x="33862" y="369928"/>
                  </a:lnTo>
                  <a:lnTo>
                    <a:pt x="33636" y="372006"/>
                  </a:lnTo>
                  <a:lnTo>
                    <a:pt x="32953" y="379105"/>
                  </a:lnTo>
                  <a:lnTo>
                    <a:pt x="32726" y="383231"/>
                  </a:lnTo>
                  <a:lnTo>
                    <a:pt x="32499" y="385886"/>
                  </a:lnTo>
                  <a:lnTo>
                    <a:pt x="32160" y="389147"/>
                  </a:lnTo>
                  <a:lnTo>
                    <a:pt x="31933" y="394168"/>
                  </a:lnTo>
                  <a:lnTo>
                    <a:pt x="31933" y="398294"/>
                  </a:lnTo>
                  <a:lnTo>
                    <a:pt x="31706" y="400660"/>
                  </a:lnTo>
                  <a:lnTo>
                    <a:pt x="31589" y="402449"/>
                  </a:lnTo>
                  <a:lnTo>
                    <a:pt x="31024" y="404498"/>
                  </a:lnTo>
                  <a:lnTo>
                    <a:pt x="30569" y="405970"/>
                  </a:lnTo>
                  <a:lnTo>
                    <a:pt x="29777" y="408048"/>
                  </a:lnTo>
                  <a:lnTo>
                    <a:pt x="29094" y="409231"/>
                  </a:lnTo>
                  <a:lnTo>
                    <a:pt x="28867" y="410414"/>
                  </a:lnTo>
                  <a:lnTo>
                    <a:pt x="28185" y="411884"/>
                  </a:lnTo>
                  <a:lnTo>
                    <a:pt x="27503" y="414252"/>
                  </a:lnTo>
                  <a:lnTo>
                    <a:pt x="26937" y="415723"/>
                  </a:lnTo>
                  <a:lnTo>
                    <a:pt x="27048" y="416907"/>
                  </a:lnTo>
                  <a:lnTo>
                    <a:pt x="27165" y="418984"/>
                  </a:lnTo>
                  <a:lnTo>
                    <a:pt x="26821" y="421062"/>
                  </a:lnTo>
                  <a:lnTo>
                    <a:pt x="26483" y="423428"/>
                  </a:lnTo>
                  <a:lnTo>
                    <a:pt x="25573" y="426371"/>
                  </a:lnTo>
                  <a:lnTo>
                    <a:pt x="24553" y="427843"/>
                  </a:lnTo>
                  <a:lnTo>
                    <a:pt x="23073" y="428132"/>
                  </a:lnTo>
                  <a:lnTo>
                    <a:pt x="21032" y="428132"/>
                  </a:lnTo>
                  <a:lnTo>
                    <a:pt x="19441" y="427843"/>
                  </a:lnTo>
                  <a:lnTo>
                    <a:pt x="17511" y="427843"/>
                  </a:lnTo>
                  <a:lnTo>
                    <a:pt x="15810" y="427266"/>
                  </a:lnTo>
                  <a:lnTo>
                    <a:pt x="14218" y="426660"/>
                  </a:lnTo>
                  <a:lnTo>
                    <a:pt x="12289" y="426371"/>
                  </a:lnTo>
                  <a:lnTo>
                    <a:pt x="10924" y="426371"/>
                  </a:lnTo>
                  <a:lnTo>
                    <a:pt x="9222" y="426949"/>
                  </a:lnTo>
                  <a:lnTo>
                    <a:pt x="4792" y="426949"/>
                  </a:lnTo>
                  <a:lnTo>
                    <a:pt x="3090" y="427266"/>
                  </a:lnTo>
                  <a:lnTo>
                    <a:pt x="589" y="428449"/>
                  </a:lnTo>
                  <a:lnTo>
                    <a:pt x="0" y="428732"/>
                  </a:lnTo>
                  <a:lnTo>
                    <a:pt x="820" y="414569"/>
                  </a:lnTo>
                  <a:lnTo>
                    <a:pt x="2382" y="406895"/>
                  </a:lnTo>
                  <a:lnTo>
                    <a:pt x="3623" y="403507"/>
                  </a:lnTo>
                  <a:lnTo>
                    <a:pt x="5549" y="401760"/>
                  </a:lnTo>
                  <a:lnTo>
                    <a:pt x="7316" y="394046"/>
                  </a:lnTo>
                  <a:lnTo>
                    <a:pt x="7934" y="386946"/>
                  </a:lnTo>
                  <a:lnTo>
                    <a:pt x="9098" y="383680"/>
                  </a:lnTo>
                  <a:lnTo>
                    <a:pt x="9463" y="381122"/>
                  </a:lnTo>
                  <a:lnTo>
                    <a:pt x="9002" y="379172"/>
                  </a:lnTo>
                  <a:lnTo>
                    <a:pt x="10099" y="375342"/>
                  </a:lnTo>
                  <a:lnTo>
                    <a:pt x="11427" y="369492"/>
                  </a:lnTo>
                  <a:lnTo>
                    <a:pt x="12041" y="365735"/>
                  </a:lnTo>
                  <a:lnTo>
                    <a:pt x="13593" y="359918"/>
                  </a:lnTo>
                  <a:lnTo>
                    <a:pt x="13783" y="358637"/>
                  </a:lnTo>
                  <a:lnTo>
                    <a:pt x="13642" y="357178"/>
                  </a:lnTo>
                  <a:lnTo>
                    <a:pt x="13034" y="358416"/>
                  </a:lnTo>
                  <a:lnTo>
                    <a:pt x="12383" y="360566"/>
                  </a:lnTo>
                  <a:lnTo>
                    <a:pt x="11609" y="362258"/>
                  </a:lnTo>
                  <a:lnTo>
                    <a:pt x="11926" y="360175"/>
                  </a:lnTo>
                  <a:lnTo>
                    <a:pt x="12533" y="357113"/>
                  </a:lnTo>
                  <a:lnTo>
                    <a:pt x="13913" y="353907"/>
                  </a:lnTo>
                  <a:lnTo>
                    <a:pt x="16087" y="350366"/>
                  </a:lnTo>
                  <a:lnTo>
                    <a:pt x="20603" y="338368"/>
                  </a:lnTo>
                  <a:lnTo>
                    <a:pt x="22304" y="336299"/>
                  </a:lnTo>
                  <a:lnTo>
                    <a:pt x="23832" y="331247"/>
                  </a:lnTo>
                  <a:lnTo>
                    <a:pt x="24380" y="326762"/>
                  </a:lnTo>
                  <a:lnTo>
                    <a:pt x="24529" y="316463"/>
                  </a:lnTo>
                  <a:lnTo>
                    <a:pt x="25074" y="311025"/>
                  </a:lnTo>
                  <a:lnTo>
                    <a:pt x="26072" y="306783"/>
                  </a:lnTo>
                  <a:lnTo>
                    <a:pt x="27261" y="299075"/>
                  </a:lnTo>
                  <a:lnTo>
                    <a:pt x="28165" y="295627"/>
                  </a:lnTo>
                  <a:lnTo>
                    <a:pt x="28757" y="288600"/>
                  </a:lnTo>
                  <a:lnTo>
                    <a:pt x="29401" y="285921"/>
                  </a:lnTo>
                  <a:lnTo>
                    <a:pt x="30553" y="284650"/>
                  </a:lnTo>
                  <a:lnTo>
                    <a:pt x="32189" y="281143"/>
                  </a:lnTo>
                  <a:lnTo>
                    <a:pt x="34645" y="278975"/>
                  </a:lnTo>
                  <a:lnTo>
                    <a:pt x="37554" y="274420"/>
                  </a:lnTo>
                  <a:lnTo>
                    <a:pt x="38918" y="271696"/>
                  </a:lnTo>
                  <a:lnTo>
                    <a:pt x="39827" y="267632"/>
                  </a:lnTo>
                  <a:lnTo>
                    <a:pt x="40803" y="259536"/>
                  </a:lnTo>
                  <a:lnTo>
                    <a:pt x="42548" y="251026"/>
                  </a:lnTo>
                  <a:lnTo>
                    <a:pt x="43458" y="244493"/>
                  </a:lnTo>
                  <a:lnTo>
                    <a:pt x="44994" y="241121"/>
                  </a:lnTo>
                  <a:lnTo>
                    <a:pt x="46036" y="236856"/>
                  </a:lnTo>
                  <a:lnTo>
                    <a:pt x="47799" y="234958"/>
                  </a:lnTo>
                  <a:lnTo>
                    <a:pt x="51487" y="234041"/>
                  </a:lnTo>
                  <a:lnTo>
                    <a:pt x="56970" y="230499"/>
                  </a:lnTo>
                  <a:lnTo>
                    <a:pt x="61891" y="225157"/>
                  </a:lnTo>
                  <a:lnTo>
                    <a:pt x="63282" y="223031"/>
                  </a:lnTo>
                  <a:lnTo>
                    <a:pt x="64771" y="218775"/>
                  </a:lnTo>
                  <a:lnTo>
                    <a:pt x="67248" y="213229"/>
                  </a:lnTo>
                  <a:lnTo>
                    <a:pt x="71871" y="206567"/>
                  </a:lnTo>
                  <a:lnTo>
                    <a:pt x="73998" y="202852"/>
                  </a:lnTo>
                  <a:lnTo>
                    <a:pt x="77245" y="193531"/>
                  </a:lnTo>
                  <a:lnTo>
                    <a:pt x="79403" y="185818"/>
                  </a:lnTo>
                  <a:lnTo>
                    <a:pt x="81196" y="180859"/>
                  </a:lnTo>
                  <a:lnTo>
                    <a:pt x="82436" y="176457"/>
                  </a:lnTo>
                  <a:lnTo>
                    <a:pt x="83303" y="171993"/>
                  </a:lnTo>
                  <a:lnTo>
                    <a:pt x="83794" y="164802"/>
                  </a:lnTo>
                  <a:lnTo>
                    <a:pt x="83464" y="161997"/>
                  </a:lnTo>
                  <a:lnTo>
                    <a:pt x="82099" y="157400"/>
                  </a:lnTo>
                  <a:lnTo>
                    <a:pt x="81182" y="156175"/>
                  </a:lnTo>
                  <a:lnTo>
                    <a:pt x="80937" y="154008"/>
                  </a:lnTo>
                  <a:lnTo>
                    <a:pt x="81426" y="150186"/>
                  </a:lnTo>
                  <a:lnTo>
                    <a:pt x="81415" y="143615"/>
                  </a:lnTo>
                  <a:lnTo>
                    <a:pt x="81695" y="133126"/>
                  </a:lnTo>
                  <a:lnTo>
                    <a:pt x="83214" y="124664"/>
                  </a:lnTo>
                  <a:lnTo>
                    <a:pt x="86933" y="113571"/>
                  </a:lnTo>
                  <a:lnTo>
                    <a:pt x="87624" y="109015"/>
                  </a:lnTo>
                  <a:lnTo>
                    <a:pt x="88049" y="101768"/>
                  </a:lnTo>
                  <a:lnTo>
                    <a:pt x="88086" y="99208"/>
                  </a:lnTo>
                  <a:lnTo>
                    <a:pt x="92738" y="88925"/>
                  </a:lnTo>
                  <a:lnTo>
                    <a:pt x="95462" y="81044"/>
                  </a:lnTo>
                  <a:lnTo>
                    <a:pt x="96410" y="79115"/>
                  </a:lnTo>
                  <a:lnTo>
                    <a:pt x="98814" y="75513"/>
                  </a:lnTo>
                  <a:lnTo>
                    <a:pt x="107203" y="67655"/>
                  </a:lnTo>
                  <a:lnTo>
                    <a:pt x="111946" y="62039"/>
                  </a:lnTo>
                  <a:lnTo>
                    <a:pt x="114713" y="57940"/>
                  </a:lnTo>
                  <a:lnTo>
                    <a:pt x="116362" y="53098"/>
                  </a:lnTo>
                  <a:lnTo>
                    <a:pt x="120935" y="34093"/>
                  </a:lnTo>
                  <a:lnTo>
                    <a:pt x="125426" y="7349"/>
                  </a:lnTo>
                  <a:lnTo>
                    <a:pt x="125798" y="4257"/>
                  </a:lnTo>
                  <a:lnTo>
                    <a:pt x="127807" y="3366"/>
                  </a:lnTo>
                  <a:lnTo>
                    <a:pt x="129227" y="2983"/>
                  </a:lnTo>
                  <a:lnTo>
                    <a:pt x="130369" y="2005"/>
                  </a:lnTo>
                  <a:lnTo>
                    <a:pt x="131788" y="0"/>
                  </a:lnTo>
                  <a:lnTo>
                    <a:pt x="133145" y="802"/>
                  </a:lnTo>
                  <a:lnTo>
                    <a:pt x="132466" y="2167"/>
                  </a:lnTo>
                  <a:lnTo>
                    <a:pt x="132466" y="5456"/>
                  </a:lnTo>
                  <a:lnTo>
                    <a:pt x="133431" y="9311"/>
                  </a:lnTo>
                  <a:lnTo>
                    <a:pt x="135103" y="13654"/>
                  </a:lnTo>
                  <a:lnTo>
                    <a:pt x="138149" y="19164"/>
                  </a:lnTo>
                  <a:lnTo>
                    <a:pt x="140521" y="21378"/>
                  </a:lnTo>
                  <a:lnTo>
                    <a:pt x="143908" y="22705"/>
                  </a:lnTo>
                  <a:lnTo>
                    <a:pt x="147855" y="20284"/>
                  </a:lnTo>
                  <a:lnTo>
                    <a:pt x="150063" y="20240"/>
                  </a:lnTo>
                  <a:lnTo>
                    <a:pt x="151139" y="19203"/>
                  </a:lnTo>
                  <a:lnTo>
                    <a:pt x="152304" y="20730"/>
                  </a:lnTo>
                  <a:lnTo>
                    <a:pt x="154529" y="21218"/>
                  </a:lnTo>
                  <a:lnTo>
                    <a:pt x="156672" y="20411"/>
                  </a:lnTo>
                  <a:lnTo>
                    <a:pt x="158294" y="18103"/>
                  </a:lnTo>
                  <a:lnTo>
                    <a:pt x="159326" y="15442"/>
                  </a:lnTo>
                  <a:lnTo>
                    <a:pt x="159488" y="16748"/>
                  </a:lnTo>
                  <a:lnTo>
                    <a:pt x="159538" y="18165"/>
                  </a:lnTo>
                  <a:lnTo>
                    <a:pt x="159851" y="18993"/>
                  </a:lnTo>
                  <a:lnTo>
                    <a:pt x="160492" y="22375"/>
                  </a:lnTo>
                  <a:lnTo>
                    <a:pt x="160828" y="23699"/>
                  </a:lnTo>
                  <a:lnTo>
                    <a:pt x="162061" y="23481"/>
                  </a:lnTo>
                  <a:lnTo>
                    <a:pt x="163135" y="24147"/>
                  </a:lnTo>
                  <a:lnTo>
                    <a:pt x="165555" y="2382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3252389" y="2340682"/>
              <a:ext cx="691" cy="1157"/>
            </a:xfrm>
            <a:custGeom>
              <a:avLst/>
              <a:pathLst>
                <a:path w="691" h="1157">
                  <a:moveTo>
                    <a:pt x="691" y="604"/>
                  </a:moveTo>
                  <a:lnTo>
                    <a:pt x="0" y="1157"/>
                  </a:lnTo>
                  <a:lnTo>
                    <a:pt x="26" y="522"/>
                  </a:lnTo>
                  <a:lnTo>
                    <a:pt x="196" y="164"/>
                  </a:lnTo>
                  <a:lnTo>
                    <a:pt x="416" y="0"/>
                  </a:lnTo>
                  <a:lnTo>
                    <a:pt x="672" y="2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3470882" y="2201599"/>
              <a:ext cx="39881" cy="89453"/>
            </a:xfrm>
            <a:custGeom>
              <a:avLst/>
              <a:pathLst>
                <a:path w="39881" h="89453">
                  <a:moveTo>
                    <a:pt x="18095" y="89453"/>
                  </a:moveTo>
                  <a:lnTo>
                    <a:pt x="17527" y="87582"/>
                  </a:lnTo>
                  <a:lnTo>
                    <a:pt x="16953" y="85946"/>
                  </a:lnTo>
                  <a:lnTo>
                    <a:pt x="16530" y="85064"/>
                  </a:lnTo>
                  <a:lnTo>
                    <a:pt x="16708" y="84657"/>
                  </a:lnTo>
                  <a:lnTo>
                    <a:pt x="17168" y="84198"/>
                  </a:lnTo>
                  <a:lnTo>
                    <a:pt x="17496" y="83642"/>
                  </a:lnTo>
                  <a:lnTo>
                    <a:pt x="17456" y="81692"/>
                  </a:lnTo>
                  <a:lnTo>
                    <a:pt x="17215" y="79453"/>
                  </a:lnTo>
                  <a:lnTo>
                    <a:pt x="16994" y="78369"/>
                  </a:lnTo>
                  <a:lnTo>
                    <a:pt x="16972" y="76670"/>
                  </a:lnTo>
                  <a:lnTo>
                    <a:pt x="16814" y="74024"/>
                  </a:lnTo>
                  <a:lnTo>
                    <a:pt x="17035" y="69117"/>
                  </a:lnTo>
                  <a:lnTo>
                    <a:pt x="17949" y="62944"/>
                  </a:lnTo>
                  <a:lnTo>
                    <a:pt x="18457" y="59880"/>
                  </a:lnTo>
                  <a:lnTo>
                    <a:pt x="18210" y="58202"/>
                  </a:lnTo>
                  <a:lnTo>
                    <a:pt x="18401" y="54279"/>
                  </a:lnTo>
                  <a:lnTo>
                    <a:pt x="18006" y="52341"/>
                  </a:lnTo>
                  <a:lnTo>
                    <a:pt x="17385" y="49809"/>
                  </a:lnTo>
                  <a:lnTo>
                    <a:pt x="16497" y="44303"/>
                  </a:lnTo>
                  <a:lnTo>
                    <a:pt x="15389" y="42388"/>
                  </a:lnTo>
                  <a:lnTo>
                    <a:pt x="14022" y="40282"/>
                  </a:lnTo>
                  <a:lnTo>
                    <a:pt x="13438" y="38692"/>
                  </a:lnTo>
                  <a:lnTo>
                    <a:pt x="13047" y="36940"/>
                  </a:lnTo>
                  <a:lnTo>
                    <a:pt x="12232" y="35202"/>
                  </a:lnTo>
                  <a:lnTo>
                    <a:pt x="11299" y="33603"/>
                  </a:lnTo>
                  <a:lnTo>
                    <a:pt x="10184" y="29611"/>
                  </a:lnTo>
                  <a:lnTo>
                    <a:pt x="9605" y="27807"/>
                  </a:lnTo>
                  <a:lnTo>
                    <a:pt x="9428" y="27321"/>
                  </a:lnTo>
                  <a:lnTo>
                    <a:pt x="8152" y="24761"/>
                  </a:lnTo>
                  <a:lnTo>
                    <a:pt x="7483" y="22450"/>
                  </a:lnTo>
                  <a:lnTo>
                    <a:pt x="7144" y="20551"/>
                  </a:lnTo>
                  <a:lnTo>
                    <a:pt x="6948" y="18792"/>
                  </a:lnTo>
                  <a:lnTo>
                    <a:pt x="6053" y="15319"/>
                  </a:lnTo>
                  <a:lnTo>
                    <a:pt x="5239" y="12708"/>
                  </a:lnTo>
                  <a:lnTo>
                    <a:pt x="4465" y="10851"/>
                  </a:lnTo>
                  <a:lnTo>
                    <a:pt x="4108" y="9535"/>
                  </a:lnTo>
                  <a:lnTo>
                    <a:pt x="3202" y="7877"/>
                  </a:lnTo>
                  <a:lnTo>
                    <a:pt x="1911" y="6557"/>
                  </a:lnTo>
                  <a:lnTo>
                    <a:pt x="1076" y="6331"/>
                  </a:lnTo>
                  <a:lnTo>
                    <a:pt x="0" y="6437"/>
                  </a:lnTo>
                  <a:lnTo>
                    <a:pt x="243" y="5425"/>
                  </a:lnTo>
                  <a:lnTo>
                    <a:pt x="2590" y="2676"/>
                  </a:lnTo>
                  <a:lnTo>
                    <a:pt x="3198" y="3126"/>
                  </a:lnTo>
                  <a:lnTo>
                    <a:pt x="4423" y="3234"/>
                  </a:lnTo>
                  <a:lnTo>
                    <a:pt x="6921" y="3141"/>
                  </a:lnTo>
                  <a:lnTo>
                    <a:pt x="8152" y="1330"/>
                  </a:lnTo>
                  <a:lnTo>
                    <a:pt x="8912" y="1835"/>
                  </a:lnTo>
                  <a:lnTo>
                    <a:pt x="9532" y="1024"/>
                  </a:lnTo>
                  <a:lnTo>
                    <a:pt x="10563" y="0"/>
                  </a:lnTo>
                  <a:lnTo>
                    <a:pt x="10711" y="216"/>
                  </a:lnTo>
                  <a:lnTo>
                    <a:pt x="10842" y="379"/>
                  </a:lnTo>
                  <a:lnTo>
                    <a:pt x="12440" y="833"/>
                  </a:lnTo>
                  <a:lnTo>
                    <a:pt x="13638" y="1816"/>
                  </a:lnTo>
                  <a:lnTo>
                    <a:pt x="14440" y="3324"/>
                  </a:lnTo>
                  <a:lnTo>
                    <a:pt x="15266" y="4260"/>
                  </a:lnTo>
                  <a:lnTo>
                    <a:pt x="16119" y="4622"/>
                  </a:lnTo>
                  <a:lnTo>
                    <a:pt x="16591" y="5375"/>
                  </a:lnTo>
                  <a:lnTo>
                    <a:pt x="16687" y="6521"/>
                  </a:lnTo>
                  <a:lnTo>
                    <a:pt x="17485" y="7084"/>
                  </a:lnTo>
                  <a:lnTo>
                    <a:pt x="18987" y="7067"/>
                  </a:lnTo>
                  <a:lnTo>
                    <a:pt x="19624" y="7821"/>
                  </a:lnTo>
                  <a:lnTo>
                    <a:pt x="19395" y="9346"/>
                  </a:lnTo>
                  <a:lnTo>
                    <a:pt x="19549" y="9848"/>
                  </a:lnTo>
                  <a:lnTo>
                    <a:pt x="20082" y="9326"/>
                  </a:lnTo>
                  <a:lnTo>
                    <a:pt x="20486" y="9776"/>
                  </a:lnTo>
                  <a:lnTo>
                    <a:pt x="20701" y="10904"/>
                  </a:lnTo>
                  <a:lnTo>
                    <a:pt x="20941" y="11441"/>
                  </a:lnTo>
                  <a:lnTo>
                    <a:pt x="21706" y="9675"/>
                  </a:lnTo>
                  <a:lnTo>
                    <a:pt x="22514" y="9850"/>
                  </a:lnTo>
                  <a:lnTo>
                    <a:pt x="24469" y="10583"/>
                  </a:lnTo>
                  <a:lnTo>
                    <a:pt x="25514" y="14244"/>
                  </a:lnTo>
                  <a:lnTo>
                    <a:pt x="26165" y="15560"/>
                  </a:lnTo>
                  <a:lnTo>
                    <a:pt x="26735" y="16096"/>
                  </a:lnTo>
                  <a:lnTo>
                    <a:pt x="27457" y="15524"/>
                  </a:lnTo>
                  <a:lnTo>
                    <a:pt x="28093" y="14842"/>
                  </a:lnTo>
                  <a:lnTo>
                    <a:pt x="28461" y="15163"/>
                  </a:lnTo>
                  <a:lnTo>
                    <a:pt x="29250" y="17590"/>
                  </a:lnTo>
                  <a:lnTo>
                    <a:pt x="29435" y="20765"/>
                  </a:lnTo>
                  <a:lnTo>
                    <a:pt x="29431" y="22049"/>
                  </a:lnTo>
                  <a:lnTo>
                    <a:pt x="29150" y="24204"/>
                  </a:lnTo>
                  <a:lnTo>
                    <a:pt x="28751" y="26501"/>
                  </a:lnTo>
                  <a:lnTo>
                    <a:pt x="28434" y="27993"/>
                  </a:lnTo>
                  <a:lnTo>
                    <a:pt x="28569" y="29195"/>
                  </a:lnTo>
                  <a:lnTo>
                    <a:pt x="28852" y="30201"/>
                  </a:lnTo>
                  <a:lnTo>
                    <a:pt x="29315" y="30531"/>
                  </a:lnTo>
                  <a:lnTo>
                    <a:pt x="30828" y="32563"/>
                  </a:lnTo>
                  <a:lnTo>
                    <a:pt x="31391" y="33972"/>
                  </a:lnTo>
                  <a:lnTo>
                    <a:pt x="32212" y="35018"/>
                  </a:lnTo>
                  <a:lnTo>
                    <a:pt x="32836" y="35075"/>
                  </a:lnTo>
                  <a:lnTo>
                    <a:pt x="33160" y="35657"/>
                  </a:lnTo>
                  <a:lnTo>
                    <a:pt x="33275" y="36372"/>
                  </a:lnTo>
                  <a:lnTo>
                    <a:pt x="33190" y="38182"/>
                  </a:lnTo>
                  <a:lnTo>
                    <a:pt x="32839" y="39882"/>
                  </a:lnTo>
                  <a:lnTo>
                    <a:pt x="32886" y="40973"/>
                  </a:lnTo>
                  <a:lnTo>
                    <a:pt x="33436" y="42261"/>
                  </a:lnTo>
                  <a:lnTo>
                    <a:pt x="33495" y="43762"/>
                  </a:lnTo>
                  <a:lnTo>
                    <a:pt x="33532" y="44728"/>
                  </a:lnTo>
                  <a:lnTo>
                    <a:pt x="33825" y="45473"/>
                  </a:lnTo>
                  <a:lnTo>
                    <a:pt x="35210" y="47125"/>
                  </a:lnTo>
                  <a:lnTo>
                    <a:pt x="37006" y="48721"/>
                  </a:lnTo>
                  <a:lnTo>
                    <a:pt x="37463" y="50094"/>
                  </a:lnTo>
                  <a:lnTo>
                    <a:pt x="37740" y="51827"/>
                  </a:lnTo>
                  <a:lnTo>
                    <a:pt x="37652" y="54746"/>
                  </a:lnTo>
                  <a:lnTo>
                    <a:pt x="37533" y="57291"/>
                  </a:lnTo>
                  <a:lnTo>
                    <a:pt x="39881" y="60712"/>
                  </a:lnTo>
                  <a:lnTo>
                    <a:pt x="39614" y="61348"/>
                  </a:lnTo>
                  <a:lnTo>
                    <a:pt x="39252" y="62050"/>
                  </a:lnTo>
                  <a:lnTo>
                    <a:pt x="37008" y="62570"/>
                  </a:lnTo>
                  <a:lnTo>
                    <a:pt x="36552" y="62856"/>
                  </a:lnTo>
                  <a:lnTo>
                    <a:pt x="35576" y="60278"/>
                  </a:lnTo>
                  <a:lnTo>
                    <a:pt x="35064" y="59955"/>
                  </a:lnTo>
                  <a:lnTo>
                    <a:pt x="34584" y="60900"/>
                  </a:lnTo>
                  <a:lnTo>
                    <a:pt x="34020" y="61429"/>
                  </a:lnTo>
                  <a:lnTo>
                    <a:pt x="33341" y="61165"/>
                  </a:lnTo>
                  <a:lnTo>
                    <a:pt x="32613" y="60370"/>
                  </a:lnTo>
                  <a:lnTo>
                    <a:pt x="32247" y="59806"/>
                  </a:lnTo>
                  <a:lnTo>
                    <a:pt x="31952" y="59741"/>
                  </a:lnTo>
                  <a:lnTo>
                    <a:pt x="31499" y="60304"/>
                  </a:lnTo>
                  <a:lnTo>
                    <a:pt x="30893" y="60063"/>
                  </a:lnTo>
                  <a:lnTo>
                    <a:pt x="30500" y="59427"/>
                  </a:lnTo>
                  <a:lnTo>
                    <a:pt x="29928" y="61613"/>
                  </a:lnTo>
                  <a:lnTo>
                    <a:pt x="29579" y="62076"/>
                  </a:lnTo>
                  <a:lnTo>
                    <a:pt x="29361" y="62005"/>
                  </a:lnTo>
                  <a:lnTo>
                    <a:pt x="29317" y="58292"/>
                  </a:lnTo>
                  <a:lnTo>
                    <a:pt x="29152" y="57731"/>
                  </a:lnTo>
                  <a:lnTo>
                    <a:pt x="28699" y="57645"/>
                  </a:lnTo>
                  <a:lnTo>
                    <a:pt x="27604" y="58528"/>
                  </a:lnTo>
                  <a:lnTo>
                    <a:pt x="26565" y="59666"/>
                  </a:lnTo>
                  <a:lnTo>
                    <a:pt x="26214" y="60682"/>
                  </a:lnTo>
                  <a:lnTo>
                    <a:pt x="26249" y="62510"/>
                  </a:lnTo>
                  <a:lnTo>
                    <a:pt x="26399" y="64691"/>
                  </a:lnTo>
                  <a:lnTo>
                    <a:pt x="27108" y="68000"/>
                  </a:lnTo>
                  <a:lnTo>
                    <a:pt x="26718" y="69443"/>
                  </a:lnTo>
                  <a:lnTo>
                    <a:pt x="26444" y="71738"/>
                  </a:lnTo>
                  <a:lnTo>
                    <a:pt x="25329" y="73845"/>
                  </a:lnTo>
                  <a:lnTo>
                    <a:pt x="24071" y="75071"/>
                  </a:lnTo>
                  <a:lnTo>
                    <a:pt x="23963" y="77587"/>
                  </a:lnTo>
                  <a:lnTo>
                    <a:pt x="23263" y="79306"/>
                  </a:lnTo>
                  <a:lnTo>
                    <a:pt x="22067" y="81021"/>
                  </a:lnTo>
                  <a:lnTo>
                    <a:pt x="21264" y="83090"/>
                  </a:lnTo>
                  <a:lnTo>
                    <a:pt x="21467" y="84507"/>
                  </a:lnTo>
                  <a:lnTo>
                    <a:pt x="21516" y="85849"/>
                  </a:lnTo>
                  <a:lnTo>
                    <a:pt x="21380" y="86761"/>
                  </a:lnTo>
                  <a:lnTo>
                    <a:pt x="21349" y="87465"/>
                  </a:lnTo>
                  <a:lnTo>
                    <a:pt x="21035" y="87777"/>
                  </a:lnTo>
                  <a:lnTo>
                    <a:pt x="19206" y="88031"/>
                  </a:lnTo>
                  <a:lnTo>
                    <a:pt x="18689" y="884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3734386" y="4127401"/>
              <a:ext cx="2259" cy="11559"/>
            </a:xfrm>
            <a:custGeom>
              <a:avLst/>
              <a:pathLst>
                <a:path w="2259" h="11559">
                  <a:moveTo>
                    <a:pt x="1276" y="6134"/>
                  </a:moveTo>
                  <a:lnTo>
                    <a:pt x="0" y="11559"/>
                  </a:lnTo>
                  <a:lnTo>
                    <a:pt x="359" y="7029"/>
                  </a:lnTo>
                  <a:lnTo>
                    <a:pt x="1838" y="504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3715845" y="4024065"/>
              <a:ext cx="1815" cy="5973"/>
            </a:xfrm>
            <a:custGeom>
              <a:avLst/>
              <a:pathLst>
                <a:path w="1815" h="5973">
                  <a:moveTo>
                    <a:pt x="1714" y="4894"/>
                  </a:moveTo>
                  <a:lnTo>
                    <a:pt x="1729" y="5973"/>
                  </a:lnTo>
                  <a:lnTo>
                    <a:pt x="235" y="5526"/>
                  </a:lnTo>
                  <a:lnTo>
                    <a:pt x="0" y="1823"/>
                  </a:lnTo>
                  <a:lnTo>
                    <a:pt x="731" y="1708"/>
                  </a:lnTo>
                  <a:lnTo>
                    <a:pt x="891" y="187"/>
                  </a:lnTo>
                  <a:lnTo>
                    <a:pt x="1336" y="0"/>
                  </a:lnTo>
                  <a:lnTo>
                    <a:pt x="1815" y="32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3659816" y="3991010"/>
              <a:ext cx="82049" cy="398643"/>
            </a:xfrm>
            <a:custGeom>
              <a:avLst/>
              <a:pathLst>
                <a:path w="82049" h="398643">
                  <a:moveTo>
                    <a:pt x="71325" y="10417"/>
                  </a:moveTo>
                  <a:lnTo>
                    <a:pt x="71846" y="13507"/>
                  </a:lnTo>
                  <a:lnTo>
                    <a:pt x="72455" y="16474"/>
                  </a:lnTo>
                  <a:lnTo>
                    <a:pt x="74353" y="23642"/>
                  </a:lnTo>
                  <a:lnTo>
                    <a:pt x="75165" y="26400"/>
                  </a:lnTo>
                  <a:lnTo>
                    <a:pt x="75858" y="29332"/>
                  </a:lnTo>
                  <a:lnTo>
                    <a:pt x="76195" y="35181"/>
                  </a:lnTo>
                  <a:lnTo>
                    <a:pt x="77402" y="44274"/>
                  </a:lnTo>
                  <a:lnTo>
                    <a:pt x="78542" y="57935"/>
                  </a:lnTo>
                  <a:lnTo>
                    <a:pt x="78891" y="71947"/>
                  </a:lnTo>
                  <a:lnTo>
                    <a:pt x="79240" y="78377"/>
                  </a:lnTo>
                  <a:lnTo>
                    <a:pt x="80128" y="84428"/>
                  </a:lnTo>
                  <a:lnTo>
                    <a:pt x="81579" y="90707"/>
                  </a:lnTo>
                  <a:lnTo>
                    <a:pt x="82049" y="97690"/>
                  </a:lnTo>
                  <a:lnTo>
                    <a:pt x="81162" y="104884"/>
                  </a:lnTo>
                  <a:lnTo>
                    <a:pt x="79878" y="111663"/>
                  </a:lnTo>
                  <a:lnTo>
                    <a:pt x="79546" y="112935"/>
                  </a:lnTo>
                  <a:lnTo>
                    <a:pt x="78941" y="114675"/>
                  </a:lnTo>
                  <a:lnTo>
                    <a:pt x="78668" y="114597"/>
                  </a:lnTo>
                  <a:lnTo>
                    <a:pt x="77640" y="112849"/>
                  </a:lnTo>
                  <a:lnTo>
                    <a:pt x="76800" y="109986"/>
                  </a:lnTo>
                  <a:lnTo>
                    <a:pt x="75734" y="103242"/>
                  </a:lnTo>
                  <a:lnTo>
                    <a:pt x="75348" y="99820"/>
                  </a:lnTo>
                  <a:lnTo>
                    <a:pt x="74902" y="99280"/>
                  </a:lnTo>
                  <a:lnTo>
                    <a:pt x="73658" y="99577"/>
                  </a:lnTo>
                  <a:lnTo>
                    <a:pt x="72756" y="101707"/>
                  </a:lnTo>
                  <a:lnTo>
                    <a:pt x="72592" y="103049"/>
                  </a:lnTo>
                  <a:lnTo>
                    <a:pt x="72786" y="106852"/>
                  </a:lnTo>
                  <a:lnTo>
                    <a:pt x="73128" y="110272"/>
                  </a:lnTo>
                  <a:lnTo>
                    <a:pt x="73280" y="113743"/>
                  </a:lnTo>
                  <a:lnTo>
                    <a:pt x="73307" y="118112"/>
                  </a:lnTo>
                  <a:lnTo>
                    <a:pt x="73641" y="119434"/>
                  </a:lnTo>
                  <a:lnTo>
                    <a:pt x="74137" y="120545"/>
                  </a:lnTo>
                  <a:lnTo>
                    <a:pt x="74649" y="123404"/>
                  </a:lnTo>
                  <a:lnTo>
                    <a:pt x="74740" y="130220"/>
                  </a:lnTo>
                  <a:lnTo>
                    <a:pt x="74425" y="133663"/>
                  </a:lnTo>
                  <a:lnTo>
                    <a:pt x="73547" y="136618"/>
                  </a:lnTo>
                  <a:lnTo>
                    <a:pt x="73599" y="138254"/>
                  </a:lnTo>
                  <a:lnTo>
                    <a:pt x="73924" y="139930"/>
                  </a:lnTo>
                  <a:lnTo>
                    <a:pt x="73613" y="140943"/>
                  </a:lnTo>
                  <a:lnTo>
                    <a:pt x="72445" y="142227"/>
                  </a:lnTo>
                  <a:lnTo>
                    <a:pt x="71971" y="143359"/>
                  </a:lnTo>
                  <a:lnTo>
                    <a:pt x="71339" y="146365"/>
                  </a:lnTo>
                  <a:lnTo>
                    <a:pt x="70315" y="152503"/>
                  </a:lnTo>
                  <a:lnTo>
                    <a:pt x="70176" y="155637"/>
                  </a:lnTo>
                  <a:lnTo>
                    <a:pt x="70818" y="165177"/>
                  </a:lnTo>
                  <a:lnTo>
                    <a:pt x="70638" y="171944"/>
                  </a:lnTo>
                  <a:lnTo>
                    <a:pt x="69333" y="184880"/>
                  </a:lnTo>
                  <a:lnTo>
                    <a:pt x="68584" y="191018"/>
                  </a:lnTo>
                  <a:lnTo>
                    <a:pt x="67521" y="198353"/>
                  </a:lnTo>
                  <a:lnTo>
                    <a:pt x="65894" y="208026"/>
                  </a:lnTo>
                  <a:lnTo>
                    <a:pt x="64282" y="220166"/>
                  </a:lnTo>
                  <a:lnTo>
                    <a:pt x="62912" y="232658"/>
                  </a:lnTo>
                  <a:lnTo>
                    <a:pt x="61900" y="240166"/>
                  </a:lnTo>
                  <a:lnTo>
                    <a:pt x="60750" y="247559"/>
                  </a:lnTo>
                  <a:lnTo>
                    <a:pt x="59178" y="260634"/>
                  </a:lnTo>
                  <a:lnTo>
                    <a:pt x="57840" y="273902"/>
                  </a:lnTo>
                  <a:lnTo>
                    <a:pt x="55854" y="288501"/>
                  </a:lnTo>
                  <a:lnTo>
                    <a:pt x="53113" y="304779"/>
                  </a:lnTo>
                  <a:lnTo>
                    <a:pt x="52817" y="306903"/>
                  </a:lnTo>
                  <a:lnTo>
                    <a:pt x="52248" y="315219"/>
                  </a:lnTo>
                  <a:lnTo>
                    <a:pt x="51632" y="322436"/>
                  </a:lnTo>
                  <a:lnTo>
                    <a:pt x="50898" y="329584"/>
                  </a:lnTo>
                  <a:lnTo>
                    <a:pt x="49361" y="341395"/>
                  </a:lnTo>
                  <a:lnTo>
                    <a:pt x="49186" y="345037"/>
                  </a:lnTo>
                  <a:lnTo>
                    <a:pt x="48838" y="348531"/>
                  </a:lnTo>
                  <a:lnTo>
                    <a:pt x="47358" y="355936"/>
                  </a:lnTo>
                  <a:lnTo>
                    <a:pt x="46732" y="358691"/>
                  </a:lnTo>
                  <a:lnTo>
                    <a:pt x="46290" y="361620"/>
                  </a:lnTo>
                  <a:lnTo>
                    <a:pt x="46041" y="365331"/>
                  </a:lnTo>
                  <a:lnTo>
                    <a:pt x="45600" y="368912"/>
                  </a:lnTo>
                  <a:lnTo>
                    <a:pt x="44515" y="375497"/>
                  </a:lnTo>
                  <a:lnTo>
                    <a:pt x="42899" y="381165"/>
                  </a:lnTo>
                  <a:lnTo>
                    <a:pt x="41800" y="383225"/>
                  </a:lnTo>
                  <a:lnTo>
                    <a:pt x="39419" y="386215"/>
                  </a:lnTo>
                  <a:lnTo>
                    <a:pt x="38212" y="386821"/>
                  </a:lnTo>
                  <a:lnTo>
                    <a:pt x="35537" y="386890"/>
                  </a:lnTo>
                  <a:lnTo>
                    <a:pt x="32948" y="388592"/>
                  </a:lnTo>
                  <a:lnTo>
                    <a:pt x="30248" y="391871"/>
                  </a:lnTo>
                  <a:lnTo>
                    <a:pt x="27651" y="395628"/>
                  </a:lnTo>
                  <a:lnTo>
                    <a:pt x="26656" y="397408"/>
                  </a:lnTo>
                  <a:lnTo>
                    <a:pt x="25559" y="398427"/>
                  </a:lnTo>
                  <a:lnTo>
                    <a:pt x="22127" y="398643"/>
                  </a:lnTo>
                  <a:lnTo>
                    <a:pt x="21099" y="397832"/>
                  </a:lnTo>
                  <a:lnTo>
                    <a:pt x="17666" y="391660"/>
                  </a:lnTo>
                  <a:lnTo>
                    <a:pt x="16336" y="390641"/>
                  </a:lnTo>
                  <a:lnTo>
                    <a:pt x="13816" y="389796"/>
                  </a:lnTo>
                  <a:lnTo>
                    <a:pt x="13054" y="389271"/>
                  </a:lnTo>
                  <a:lnTo>
                    <a:pt x="12363" y="388466"/>
                  </a:lnTo>
                  <a:lnTo>
                    <a:pt x="11344" y="385239"/>
                  </a:lnTo>
                  <a:lnTo>
                    <a:pt x="9322" y="382512"/>
                  </a:lnTo>
                  <a:lnTo>
                    <a:pt x="8837" y="381658"/>
                  </a:lnTo>
                  <a:lnTo>
                    <a:pt x="8529" y="379777"/>
                  </a:lnTo>
                  <a:lnTo>
                    <a:pt x="8320" y="377751"/>
                  </a:lnTo>
                  <a:lnTo>
                    <a:pt x="7796" y="375483"/>
                  </a:lnTo>
                  <a:lnTo>
                    <a:pt x="7408" y="371166"/>
                  </a:lnTo>
                  <a:lnTo>
                    <a:pt x="6750" y="368145"/>
                  </a:lnTo>
                  <a:lnTo>
                    <a:pt x="4887" y="362812"/>
                  </a:lnTo>
                  <a:lnTo>
                    <a:pt x="4688" y="361110"/>
                  </a:lnTo>
                  <a:lnTo>
                    <a:pt x="4538" y="355451"/>
                  </a:lnTo>
                  <a:lnTo>
                    <a:pt x="4598" y="351622"/>
                  </a:lnTo>
                  <a:lnTo>
                    <a:pt x="4416" y="344609"/>
                  </a:lnTo>
                  <a:lnTo>
                    <a:pt x="4628" y="341311"/>
                  </a:lnTo>
                  <a:lnTo>
                    <a:pt x="5281" y="338339"/>
                  </a:lnTo>
                  <a:lnTo>
                    <a:pt x="5014" y="335124"/>
                  </a:lnTo>
                  <a:lnTo>
                    <a:pt x="4320" y="331745"/>
                  </a:lnTo>
                  <a:lnTo>
                    <a:pt x="4059" y="328248"/>
                  </a:lnTo>
                  <a:lnTo>
                    <a:pt x="3547" y="325065"/>
                  </a:lnTo>
                  <a:lnTo>
                    <a:pt x="1597" y="319328"/>
                  </a:lnTo>
                  <a:lnTo>
                    <a:pt x="1139" y="316506"/>
                  </a:lnTo>
                  <a:lnTo>
                    <a:pt x="822" y="313583"/>
                  </a:lnTo>
                  <a:lnTo>
                    <a:pt x="87" y="304473"/>
                  </a:lnTo>
                  <a:lnTo>
                    <a:pt x="0" y="301305"/>
                  </a:lnTo>
                  <a:lnTo>
                    <a:pt x="107" y="294595"/>
                  </a:lnTo>
                  <a:lnTo>
                    <a:pt x="379" y="291144"/>
                  </a:lnTo>
                  <a:lnTo>
                    <a:pt x="852" y="288740"/>
                  </a:lnTo>
                  <a:lnTo>
                    <a:pt x="971" y="286946"/>
                  </a:lnTo>
                  <a:lnTo>
                    <a:pt x="1278" y="285405"/>
                  </a:lnTo>
                  <a:lnTo>
                    <a:pt x="1742" y="284170"/>
                  </a:lnTo>
                  <a:lnTo>
                    <a:pt x="2051" y="282698"/>
                  </a:lnTo>
                  <a:lnTo>
                    <a:pt x="2778" y="274122"/>
                  </a:lnTo>
                  <a:lnTo>
                    <a:pt x="3701" y="272217"/>
                  </a:lnTo>
                  <a:lnTo>
                    <a:pt x="5070" y="271124"/>
                  </a:lnTo>
                  <a:lnTo>
                    <a:pt x="6166" y="268884"/>
                  </a:lnTo>
                  <a:lnTo>
                    <a:pt x="6796" y="265860"/>
                  </a:lnTo>
                  <a:lnTo>
                    <a:pt x="7426" y="259624"/>
                  </a:lnTo>
                  <a:lnTo>
                    <a:pt x="9152" y="253432"/>
                  </a:lnTo>
                  <a:lnTo>
                    <a:pt x="9766" y="250177"/>
                  </a:lnTo>
                  <a:lnTo>
                    <a:pt x="11156" y="245259"/>
                  </a:lnTo>
                  <a:lnTo>
                    <a:pt x="12388" y="238340"/>
                  </a:lnTo>
                  <a:lnTo>
                    <a:pt x="12762" y="235079"/>
                  </a:lnTo>
                  <a:lnTo>
                    <a:pt x="13031" y="231737"/>
                  </a:lnTo>
                  <a:lnTo>
                    <a:pt x="13343" y="224414"/>
                  </a:lnTo>
                  <a:lnTo>
                    <a:pt x="13578" y="220769"/>
                  </a:lnTo>
                  <a:lnTo>
                    <a:pt x="13532" y="217159"/>
                  </a:lnTo>
                  <a:lnTo>
                    <a:pt x="12824" y="213448"/>
                  </a:lnTo>
                  <a:lnTo>
                    <a:pt x="11146" y="206713"/>
                  </a:lnTo>
                  <a:lnTo>
                    <a:pt x="11092" y="205455"/>
                  </a:lnTo>
                  <a:lnTo>
                    <a:pt x="11225" y="200448"/>
                  </a:lnTo>
                  <a:lnTo>
                    <a:pt x="11082" y="196827"/>
                  </a:lnTo>
                  <a:lnTo>
                    <a:pt x="10464" y="193220"/>
                  </a:lnTo>
                  <a:lnTo>
                    <a:pt x="9670" y="189820"/>
                  </a:lnTo>
                  <a:lnTo>
                    <a:pt x="8890" y="183466"/>
                  </a:lnTo>
                  <a:lnTo>
                    <a:pt x="8511" y="172962"/>
                  </a:lnTo>
                  <a:lnTo>
                    <a:pt x="8590" y="169165"/>
                  </a:lnTo>
                  <a:lnTo>
                    <a:pt x="8362" y="165792"/>
                  </a:lnTo>
                  <a:lnTo>
                    <a:pt x="7794" y="162574"/>
                  </a:lnTo>
                  <a:lnTo>
                    <a:pt x="8201" y="156964"/>
                  </a:lnTo>
                  <a:lnTo>
                    <a:pt x="13220" y="136606"/>
                  </a:lnTo>
                  <a:lnTo>
                    <a:pt x="13383" y="134208"/>
                  </a:lnTo>
                  <a:lnTo>
                    <a:pt x="13181" y="127998"/>
                  </a:lnTo>
                  <a:lnTo>
                    <a:pt x="13284" y="124385"/>
                  </a:lnTo>
                  <a:lnTo>
                    <a:pt x="13460" y="123046"/>
                  </a:lnTo>
                  <a:lnTo>
                    <a:pt x="13842" y="122264"/>
                  </a:lnTo>
                  <a:lnTo>
                    <a:pt x="14702" y="121886"/>
                  </a:lnTo>
                  <a:lnTo>
                    <a:pt x="18759" y="121001"/>
                  </a:lnTo>
                  <a:lnTo>
                    <a:pt x="19280" y="120374"/>
                  </a:lnTo>
                  <a:lnTo>
                    <a:pt x="20293" y="118655"/>
                  </a:lnTo>
                  <a:lnTo>
                    <a:pt x="21685" y="115336"/>
                  </a:lnTo>
                  <a:lnTo>
                    <a:pt x="22321" y="114381"/>
                  </a:lnTo>
                  <a:lnTo>
                    <a:pt x="22871" y="114730"/>
                  </a:lnTo>
                  <a:lnTo>
                    <a:pt x="23224" y="116153"/>
                  </a:lnTo>
                  <a:lnTo>
                    <a:pt x="23676" y="116929"/>
                  </a:lnTo>
                  <a:lnTo>
                    <a:pt x="25313" y="115425"/>
                  </a:lnTo>
                  <a:lnTo>
                    <a:pt x="25943" y="115379"/>
                  </a:lnTo>
                  <a:lnTo>
                    <a:pt x="26584" y="115625"/>
                  </a:lnTo>
                  <a:lnTo>
                    <a:pt x="26884" y="114242"/>
                  </a:lnTo>
                  <a:lnTo>
                    <a:pt x="27064" y="112390"/>
                  </a:lnTo>
                  <a:lnTo>
                    <a:pt x="27302" y="111083"/>
                  </a:lnTo>
                  <a:lnTo>
                    <a:pt x="27742" y="110341"/>
                  </a:lnTo>
                  <a:lnTo>
                    <a:pt x="29851" y="109937"/>
                  </a:lnTo>
                  <a:lnTo>
                    <a:pt x="31195" y="109406"/>
                  </a:lnTo>
                  <a:lnTo>
                    <a:pt x="32935" y="108110"/>
                  </a:lnTo>
                  <a:lnTo>
                    <a:pt x="33310" y="108364"/>
                  </a:lnTo>
                  <a:lnTo>
                    <a:pt x="34712" y="113025"/>
                  </a:lnTo>
                  <a:lnTo>
                    <a:pt x="35138" y="113426"/>
                  </a:lnTo>
                  <a:lnTo>
                    <a:pt x="35684" y="113616"/>
                  </a:lnTo>
                  <a:lnTo>
                    <a:pt x="36161" y="112768"/>
                  </a:lnTo>
                  <a:lnTo>
                    <a:pt x="35022" y="110329"/>
                  </a:lnTo>
                  <a:lnTo>
                    <a:pt x="34850" y="108950"/>
                  </a:lnTo>
                  <a:lnTo>
                    <a:pt x="34910" y="107383"/>
                  </a:lnTo>
                  <a:lnTo>
                    <a:pt x="35520" y="104027"/>
                  </a:lnTo>
                  <a:lnTo>
                    <a:pt x="36541" y="101468"/>
                  </a:lnTo>
                  <a:lnTo>
                    <a:pt x="38808" y="97578"/>
                  </a:lnTo>
                  <a:lnTo>
                    <a:pt x="41162" y="93079"/>
                  </a:lnTo>
                  <a:lnTo>
                    <a:pt x="41846" y="92767"/>
                  </a:lnTo>
                  <a:lnTo>
                    <a:pt x="42425" y="93480"/>
                  </a:lnTo>
                  <a:lnTo>
                    <a:pt x="42869" y="98784"/>
                  </a:lnTo>
                  <a:lnTo>
                    <a:pt x="42813" y="99658"/>
                  </a:lnTo>
                  <a:lnTo>
                    <a:pt x="43189" y="99779"/>
                  </a:lnTo>
                  <a:lnTo>
                    <a:pt x="43628" y="99124"/>
                  </a:lnTo>
                  <a:lnTo>
                    <a:pt x="44016" y="96983"/>
                  </a:lnTo>
                  <a:lnTo>
                    <a:pt x="44036" y="95206"/>
                  </a:lnTo>
                  <a:lnTo>
                    <a:pt x="43720" y="93500"/>
                  </a:lnTo>
                  <a:lnTo>
                    <a:pt x="43566" y="92057"/>
                  </a:lnTo>
                  <a:lnTo>
                    <a:pt x="43553" y="90730"/>
                  </a:lnTo>
                  <a:lnTo>
                    <a:pt x="44746" y="87596"/>
                  </a:lnTo>
                  <a:lnTo>
                    <a:pt x="45686" y="84601"/>
                  </a:lnTo>
                  <a:lnTo>
                    <a:pt x="46121" y="81029"/>
                  </a:lnTo>
                  <a:lnTo>
                    <a:pt x="46498" y="79384"/>
                  </a:lnTo>
                  <a:lnTo>
                    <a:pt x="47487" y="77528"/>
                  </a:lnTo>
                  <a:lnTo>
                    <a:pt x="47779" y="77823"/>
                  </a:lnTo>
                  <a:lnTo>
                    <a:pt x="48010" y="79332"/>
                  </a:lnTo>
                  <a:lnTo>
                    <a:pt x="48138" y="80928"/>
                  </a:lnTo>
                  <a:lnTo>
                    <a:pt x="47884" y="82512"/>
                  </a:lnTo>
                  <a:lnTo>
                    <a:pt x="47522" y="84079"/>
                  </a:lnTo>
                  <a:lnTo>
                    <a:pt x="47375" y="86168"/>
                  </a:lnTo>
                  <a:lnTo>
                    <a:pt x="47933" y="86572"/>
                  </a:lnTo>
                  <a:lnTo>
                    <a:pt x="48460" y="86064"/>
                  </a:lnTo>
                  <a:lnTo>
                    <a:pt x="49231" y="82284"/>
                  </a:lnTo>
                  <a:lnTo>
                    <a:pt x="50110" y="78708"/>
                  </a:lnTo>
                  <a:lnTo>
                    <a:pt x="50632" y="76850"/>
                  </a:lnTo>
                  <a:lnTo>
                    <a:pt x="51291" y="75560"/>
                  </a:lnTo>
                  <a:lnTo>
                    <a:pt x="52385" y="75820"/>
                  </a:lnTo>
                  <a:lnTo>
                    <a:pt x="53450" y="76619"/>
                  </a:lnTo>
                  <a:lnTo>
                    <a:pt x="51717" y="72845"/>
                  </a:lnTo>
                  <a:lnTo>
                    <a:pt x="51283" y="67677"/>
                  </a:lnTo>
                  <a:lnTo>
                    <a:pt x="53348" y="58734"/>
                  </a:lnTo>
                  <a:lnTo>
                    <a:pt x="53368" y="56873"/>
                  </a:lnTo>
                  <a:lnTo>
                    <a:pt x="53666" y="56299"/>
                  </a:lnTo>
                  <a:lnTo>
                    <a:pt x="53806" y="55577"/>
                  </a:lnTo>
                  <a:lnTo>
                    <a:pt x="52737" y="52556"/>
                  </a:lnTo>
                  <a:lnTo>
                    <a:pt x="52535" y="51058"/>
                  </a:lnTo>
                  <a:lnTo>
                    <a:pt x="52676" y="48787"/>
                  </a:lnTo>
                  <a:lnTo>
                    <a:pt x="53187" y="46770"/>
                  </a:lnTo>
                  <a:lnTo>
                    <a:pt x="53651" y="45359"/>
                  </a:lnTo>
                  <a:lnTo>
                    <a:pt x="54309" y="44817"/>
                  </a:lnTo>
                  <a:lnTo>
                    <a:pt x="54833" y="45593"/>
                  </a:lnTo>
                  <a:lnTo>
                    <a:pt x="55982" y="48074"/>
                  </a:lnTo>
                  <a:lnTo>
                    <a:pt x="56756" y="48452"/>
                  </a:lnTo>
                  <a:lnTo>
                    <a:pt x="57692" y="46069"/>
                  </a:lnTo>
                  <a:lnTo>
                    <a:pt x="58457" y="43094"/>
                  </a:lnTo>
                  <a:lnTo>
                    <a:pt x="59608" y="41048"/>
                  </a:lnTo>
                  <a:lnTo>
                    <a:pt x="60913" y="39784"/>
                  </a:lnTo>
                  <a:lnTo>
                    <a:pt x="62901" y="35101"/>
                  </a:lnTo>
                  <a:lnTo>
                    <a:pt x="64194" y="25301"/>
                  </a:lnTo>
                  <a:lnTo>
                    <a:pt x="64298" y="22441"/>
                  </a:lnTo>
                  <a:lnTo>
                    <a:pt x="64011" y="18973"/>
                  </a:lnTo>
                  <a:lnTo>
                    <a:pt x="63552" y="15677"/>
                  </a:lnTo>
                  <a:lnTo>
                    <a:pt x="62786" y="11562"/>
                  </a:lnTo>
                  <a:lnTo>
                    <a:pt x="62986" y="10650"/>
                  </a:lnTo>
                  <a:lnTo>
                    <a:pt x="64072" y="11196"/>
                  </a:lnTo>
                  <a:lnTo>
                    <a:pt x="64437" y="10622"/>
                  </a:lnTo>
                  <a:lnTo>
                    <a:pt x="65618" y="6980"/>
                  </a:lnTo>
                  <a:lnTo>
                    <a:pt x="67563" y="0"/>
                  </a:lnTo>
                  <a:lnTo>
                    <a:pt x="68204" y="17"/>
                  </a:lnTo>
                  <a:lnTo>
                    <a:pt x="68757" y="1310"/>
                  </a:lnTo>
                  <a:lnTo>
                    <a:pt x="68962" y="3223"/>
                  </a:lnTo>
                  <a:lnTo>
                    <a:pt x="69345" y="4631"/>
                  </a:lnTo>
                  <a:lnTo>
                    <a:pt x="70661" y="794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4001898" y="3536858"/>
              <a:ext cx="689" cy="1786"/>
            </a:xfrm>
            <a:custGeom>
              <a:avLst/>
              <a:pathLst>
                <a:path w="689" h="1786">
                  <a:moveTo>
                    <a:pt x="392" y="1731"/>
                  </a:moveTo>
                  <a:lnTo>
                    <a:pt x="150" y="1786"/>
                  </a:lnTo>
                  <a:lnTo>
                    <a:pt x="0" y="1281"/>
                  </a:lnTo>
                  <a:lnTo>
                    <a:pt x="33" y="545"/>
                  </a:lnTo>
                  <a:lnTo>
                    <a:pt x="221" y="31"/>
                  </a:lnTo>
                  <a:lnTo>
                    <a:pt x="519" y="0"/>
                  </a:lnTo>
                  <a:lnTo>
                    <a:pt x="689" y="458"/>
                  </a:lnTo>
                  <a:lnTo>
                    <a:pt x="601" y="117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4002932" y="3508556"/>
              <a:ext cx="627" cy="2732"/>
            </a:xfrm>
            <a:custGeom>
              <a:avLst/>
              <a:pathLst>
                <a:path w="627" h="2732">
                  <a:moveTo>
                    <a:pt x="444" y="2455"/>
                  </a:moveTo>
                  <a:lnTo>
                    <a:pt x="247" y="2732"/>
                  </a:lnTo>
                  <a:lnTo>
                    <a:pt x="63" y="2621"/>
                  </a:lnTo>
                  <a:lnTo>
                    <a:pt x="0" y="2273"/>
                  </a:lnTo>
                  <a:lnTo>
                    <a:pt x="92" y="1758"/>
                  </a:lnTo>
                  <a:lnTo>
                    <a:pt x="246" y="1099"/>
                  </a:lnTo>
                  <a:lnTo>
                    <a:pt x="352" y="385"/>
                  </a:lnTo>
                  <a:lnTo>
                    <a:pt x="507" y="0"/>
                  </a:lnTo>
                  <a:lnTo>
                    <a:pt x="627" y="128"/>
                  </a:lnTo>
                  <a:lnTo>
                    <a:pt x="614" y="530"/>
                  </a:lnTo>
                  <a:lnTo>
                    <a:pt x="557" y="1082"/>
                  </a:lnTo>
                  <a:lnTo>
                    <a:pt x="522" y="179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2125998" y="3079197"/>
              <a:ext cx="3172" cy="3658"/>
            </a:xfrm>
            <a:custGeom>
              <a:avLst/>
              <a:pathLst>
                <a:path w="3172" h="3658">
                  <a:moveTo>
                    <a:pt x="1503" y="2975"/>
                  </a:moveTo>
                  <a:lnTo>
                    <a:pt x="226" y="3658"/>
                  </a:lnTo>
                  <a:lnTo>
                    <a:pt x="0" y="3018"/>
                  </a:lnTo>
                  <a:lnTo>
                    <a:pt x="2577" y="0"/>
                  </a:lnTo>
                  <a:lnTo>
                    <a:pt x="3018" y="128"/>
                  </a:lnTo>
                  <a:lnTo>
                    <a:pt x="3172" y="532"/>
                  </a:lnTo>
                  <a:lnTo>
                    <a:pt x="1838" y="196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1907433" y="3076682"/>
              <a:ext cx="1694" cy="4218"/>
            </a:xfrm>
            <a:custGeom>
              <a:avLst/>
              <a:pathLst>
                <a:path w="1694" h="4218">
                  <a:moveTo>
                    <a:pt x="1694" y="3595"/>
                  </a:moveTo>
                  <a:lnTo>
                    <a:pt x="1009" y="4218"/>
                  </a:lnTo>
                  <a:lnTo>
                    <a:pt x="0" y="2408"/>
                  </a:lnTo>
                  <a:lnTo>
                    <a:pt x="269" y="975"/>
                  </a:lnTo>
                  <a:lnTo>
                    <a:pt x="843" y="0"/>
                  </a:lnTo>
                  <a:lnTo>
                    <a:pt x="1380" y="181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2180466" y="3025979"/>
              <a:ext cx="3002" cy="9068"/>
            </a:xfrm>
            <a:custGeom>
              <a:avLst/>
              <a:pathLst>
                <a:path w="3002" h="9068">
                  <a:moveTo>
                    <a:pt x="906" y="8147"/>
                  </a:moveTo>
                  <a:lnTo>
                    <a:pt x="318" y="9068"/>
                  </a:lnTo>
                  <a:lnTo>
                    <a:pt x="0" y="5813"/>
                  </a:lnTo>
                  <a:lnTo>
                    <a:pt x="470" y="2637"/>
                  </a:lnTo>
                  <a:lnTo>
                    <a:pt x="1040" y="813"/>
                  </a:lnTo>
                  <a:lnTo>
                    <a:pt x="2167" y="598"/>
                  </a:lnTo>
                  <a:lnTo>
                    <a:pt x="2908" y="0"/>
                  </a:lnTo>
                  <a:lnTo>
                    <a:pt x="3002" y="806"/>
                  </a:lnTo>
                  <a:lnTo>
                    <a:pt x="2391" y="326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2183493" y="3005267"/>
              <a:ext cx="642" cy="2628"/>
            </a:xfrm>
            <a:custGeom>
              <a:avLst/>
              <a:pathLst>
                <a:path w="642" h="2628">
                  <a:moveTo>
                    <a:pt x="441" y="1201"/>
                  </a:moveTo>
                  <a:lnTo>
                    <a:pt x="642" y="2628"/>
                  </a:lnTo>
                  <a:lnTo>
                    <a:pt x="445" y="2458"/>
                  </a:lnTo>
                  <a:lnTo>
                    <a:pt x="187" y="1379"/>
                  </a:lnTo>
                  <a:lnTo>
                    <a:pt x="0" y="34"/>
                  </a:lnTo>
                  <a:lnTo>
                    <a:pt x="156" y="0"/>
                  </a:lnTo>
                  <a:lnTo>
                    <a:pt x="294" y="46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1957673" y="2992496"/>
              <a:ext cx="1556" cy="5426"/>
            </a:xfrm>
            <a:custGeom>
              <a:avLst/>
              <a:pathLst>
                <a:path w="1556" h="5426">
                  <a:moveTo>
                    <a:pt x="1556" y="2993"/>
                  </a:moveTo>
                  <a:lnTo>
                    <a:pt x="1226" y="5426"/>
                  </a:lnTo>
                  <a:lnTo>
                    <a:pt x="366" y="4452"/>
                  </a:lnTo>
                  <a:lnTo>
                    <a:pt x="58" y="2926"/>
                  </a:lnTo>
                  <a:lnTo>
                    <a:pt x="0" y="422"/>
                  </a:lnTo>
                  <a:lnTo>
                    <a:pt x="476" y="0"/>
                  </a:lnTo>
                  <a:lnTo>
                    <a:pt x="1168" y="1057"/>
                  </a:lnTo>
                  <a:lnTo>
                    <a:pt x="1311" y="176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1920641" y="2914704"/>
              <a:ext cx="1211" cy="5829"/>
            </a:xfrm>
            <a:custGeom>
              <a:avLst/>
              <a:pathLst>
                <a:path w="1211" h="5829">
                  <a:moveTo>
                    <a:pt x="1083" y="5725"/>
                  </a:moveTo>
                  <a:lnTo>
                    <a:pt x="837" y="5829"/>
                  </a:lnTo>
                  <a:lnTo>
                    <a:pt x="256" y="4260"/>
                  </a:lnTo>
                  <a:lnTo>
                    <a:pt x="0" y="411"/>
                  </a:lnTo>
                  <a:lnTo>
                    <a:pt x="115" y="0"/>
                  </a:lnTo>
                  <a:lnTo>
                    <a:pt x="1211" y="4770"/>
                  </a:lnTo>
                  <a:lnTo>
                    <a:pt x="1190" y="535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1896650" y="2908608"/>
              <a:ext cx="3570" cy="6049"/>
            </a:xfrm>
            <a:custGeom>
              <a:avLst/>
              <a:pathLst>
                <a:path w="3570" h="6049">
                  <a:moveTo>
                    <a:pt x="3570" y="4654"/>
                  </a:moveTo>
                  <a:lnTo>
                    <a:pt x="3417" y="6049"/>
                  </a:lnTo>
                  <a:lnTo>
                    <a:pt x="0" y="523"/>
                  </a:lnTo>
                  <a:lnTo>
                    <a:pt x="822" y="0"/>
                  </a:lnTo>
                  <a:lnTo>
                    <a:pt x="1776" y="38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1911524" y="2892748"/>
              <a:ext cx="1868" cy="5800"/>
            </a:xfrm>
            <a:custGeom>
              <a:avLst/>
              <a:pathLst>
                <a:path w="1868" h="5800">
                  <a:moveTo>
                    <a:pt x="1544" y="2493"/>
                  </a:moveTo>
                  <a:lnTo>
                    <a:pt x="1868" y="5800"/>
                  </a:lnTo>
                  <a:lnTo>
                    <a:pt x="1285" y="5312"/>
                  </a:lnTo>
                  <a:lnTo>
                    <a:pt x="522" y="3516"/>
                  </a:lnTo>
                  <a:lnTo>
                    <a:pt x="0" y="1217"/>
                  </a:lnTo>
                  <a:lnTo>
                    <a:pt x="47" y="188"/>
                  </a:lnTo>
                  <a:lnTo>
                    <a:pt x="149" y="0"/>
                  </a:lnTo>
                  <a:lnTo>
                    <a:pt x="1228" y="135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1893430" y="2886903"/>
              <a:ext cx="2719" cy="22193"/>
            </a:xfrm>
            <a:custGeom>
              <a:avLst/>
              <a:pathLst>
                <a:path w="2719" h="22193">
                  <a:moveTo>
                    <a:pt x="2719" y="21864"/>
                  </a:moveTo>
                  <a:lnTo>
                    <a:pt x="2491" y="22193"/>
                  </a:lnTo>
                  <a:lnTo>
                    <a:pt x="1520" y="18774"/>
                  </a:lnTo>
                  <a:lnTo>
                    <a:pt x="1377" y="16430"/>
                  </a:lnTo>
                  <a:lnTo>
                    <a:pt x="979" y="15439"/>
                  </a:lnTo>
                  <a:lnTo>
                    <a:pt x="0" y="14656"/>
                  </a:lnTo>
                  <a:lnTo>
                    <a:pt x="845" y="9884"/>
                  </a:lnTo>
                  <a:lnTo>
                    <a:pt x="1559" y="0"/>
                  </a:lnTo>
                  <a:lnTo>
                    <a:pt x="1874" y="1810"/>
                  </a:lnTo>
                  <a:lnTo>
                    <a:pt x="1117" y="11825"/>
                  </a:lnTo>
                  <a:lnTo>
                    <a:pt x="1155" y="13136"/>
                  </a:lnTo>
                  <a:lnTo>
                    <a:pt x="1510" y="14360"/>
                  </a:lnTo>
                  <a:lnTo>
                    <a:pt x="1891" y="16430"/>
                  </a:lnTo>
                  <a:lnTo>
                    <a:pt x="1936" y="18664"/>
                  </a:lnTo>
                  <a:lnTo>
                    <a:pt x="2603" y="2074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1905605" y="2863558"/>
              <a:ext cx="1554" cy="7085"/>
            </a:xfrm>
            <a:custGeom>
              <a:avLst/>
              <a:pathLst>
                <a:path w="1554" h="7085">
                  <a:moveTo>
                    <a:pt x="1412" y="1627"/>
                  </a:moveTo>
                  <a:lnTo>
                    <a:pt x="1554" y="2693"/>
                  </a:lnTo>
                  <a:lnTo>
                    <a:pt x="1478" y="3002"/>
                  </a:lnTo>
                  <a:lnTo>
                    <a:pt x="1015" y="2260"/>
                  </a:lnTo>
                  <a:lnTo>
                    <a:pt x="228" y="6677"/>
                  </a:lnTo>
                  <a:lnTo>
                    <a:pt x="0" y="7085"/>
                  </a:lnTo>
                  <a:lnTo>
                    <a:pt x="473" y="1035"/>
                  </a:lnTo>
                  <a:lnTo>
                    <a:pt x="969" y="173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1858726" y="2795812"/>
              <a:ext cx="2321" cy="9783"/>
            </a:xfrm>
            <a:custGeom>
              <a:avLst/>
              <a:pathLst>
                <a:path w="2321" h="9783">
                  <a:moveTo>
                    <a:pt x="2070" y="8834"/>
                  </a:moveTo>
                  <a:lnTo>
                    <a:pt x="1915" y="9783"/>
                  </a:lnTo>
                  <a:lnTo>
                    <a:pt x="0" y="7812"/>
                  </a:lnTo>
                  <a:lnTo>
                    <a:pt x="1050" y="4367"/>
                  </a:lnTo>
                  <a:lnTo>
                    <a:pt x="896" y="756"/>
                  </a:lnTo>
                  <a:lnTo>
                    <a:pt x="1355" y="0"/>
                  </a:lnTo>
                  <a:lnTo>
                    <a:pt x="1770" y="1196"/>
                  </a:lnTo>
                  <a:lnTo>
                    <a:pt x="2321" y="579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1824110" y="2771604"/>
              <a:ext cx="1800" cy="8387"/>
            </a:xfrm>
            <a:custGeom>
              <a:avLst/>
              <a:pathLst>
                <a:path w="1800" h="8387">
                  <a:moveTo>
                    <a:pt x="1800" y="7258"/>
                  </a:moveTo>
                  <a:lnTo>
                    <a:pt x="1315" y="8387"/>
                  </a:lnTo>
                  <a:lnTo>
                    <a:pt x="14" y="2224"/>
                  </a:lnTo>
                  <a:lnTo>
                    <a:pt x="0" y="734"/>
                  </a:lnTo>
                  <a:lnTo>
                    <a:pt x="380" y="0"/>
                  </a:lnTo>
                  <a:lnTo>
                    <a:pt x="1011" y="139"/>
                  </a:lnTo>
                  <a:lnTo>
                    <a:pt x="1014" y="1686"/>
                  </a:lnTo>
                  <a:lnTo>
                    <a:pt x="1542" y="2989"/>
                  </a:lnTo>
                  <a:lnTo>
                    <a:pt x="1748" y="426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1890771" y="2770043"/>
              <a:ext cx="3723" cy="13920"/>
            </a:xfrm>
            <a:custGeom>
              <a:avLst/>
              <a:pathLst>
                <a:path w="3723" h="13920">
                  <a:moveTo>
                    <a:pt x="3723" y="6947"/>
                  </a:moveTo>
                  <a:lnTo>
                    <a:pt x="2868" y="13920"/>
                  </a:lnTo>
                  <a:lnTo>
                    <a:pt x="1995" y="13807"/>
                  </a:lnTo>
                  <a:lnTo>
                    <a:pt x="192" y="11607"/>
                  </a:lnTo>
                  <a:lnTo>
                    <a:pt x="0" y="10236"/>
                  </a:lnTo>
                  <a:lnTo>
                    <a:pt x="694" y="2148"/>
                  </a:lnTo>
                  <a:lnTo>
                    <a:pt x="1220" y="1086"/>
                  </a:lnTo>
                  <a:lnTo>
                    <a:pt x="2792" y="0"/>
                  </a:lnTo>
                  <a:lnTo>
                    <a:pt x="3038" y="994"/>
                  </a:lnTo>
                  <a:lnTo>
                    <a:pt x="3205" y="338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1878695" y="2760215"/>
              <a:ext cx="4982" cy="15905"/>
            </a:xfrm>
            <a:custGeom>
              <a:avLst/>
              <a:pathLst>
                <a:path w="4982" h="15905">
                  <a:moveTo>
                    <a:pt x="4982" y="15389"/>
                  </a:moveTo>
                  <a:lnTo>
                    <a:pt x="4900" y="15905"/>
                  </a:lnTo>
                  <a:lnTo>
                    <a:pt x="3743" y="14074"/>
                  </a:lnTo>
                  <a:lnTo>
                    <a:pt x="1113" y="7843"/>
                  </a:lnTo>
                  <a:lnTo>
                    <a:pt x="156" y="4722"/>
                  </a:lnTo>
                  <a:lnTo>
                    <a:pt x="0" y="3260"/>
                  </a:lnTo>
                  <a:lnTo>
                    <a:pt x="81" y="0"/>
                  </a:lnTo>
                  <a:lnTo>
                    <a:pt x="981" y="388"/>
                  </a:lnTo>
                  <a:lnTo>
                    <a:pt x="2026" y="2573"/>
                  </a:lnTo>
                  <a:lnTo>
                    <a:pt x="2481" y="4596"/>
                  </a:lnTo>
                  <a:lnTo>
                    <a:pt x="2504" y="6918"/>
                  </a:lnTo>
                  <a:lnTo>
                    <a:pt x="4454" y="8013"/>
                  </a:lnTo>
                  <a:lnTo>
                    <a:pt x="4729" y="1303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1865128" y="2694585"/>
              <a:ext cx="1149" cy="2739"/>
            </a:xfrm>
            <a:custGeom>
              <a:avLst/>
              <a:pathLst>
                <a:path w="1149" h="2739">
                  <a:moveTo>
                    <a:pt x="1079" y="2614"/>
                  </a:moveTo>
                  <a:lnTo>
                    <a:pt x="703" y="2739"/>
                  </a:lnTo>
                  <a:lnTo>
                    <a:pt x="0" y="1379"/>
                  </a:lnTo>
                  <a:lnTo>
                    <a:pt x="52" y="126"/>
                  </a:lnTo>
                  <a:lnTo>
                    <a:pt x="205" y="0"/>
                  </a:lnTo>
                  <a:lnTo>
                    <a:pt x="909" y="1099"/>
                  </a:lnTo>
                  <a:lnTo>
                    <a:pt x="1149" y="206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1838566" y="2667363"/>
              <a:ext cx="344712" cy="536903"/>
            </a:xfrm>
            <a:custGeom>
              <a:avLst/>
              <a:pathLst>
                <a:path w="344712" h="536903">
                  <a:moveTo>
                    <a:pt x="226905" y="199570"/>
                  </a:moveTo>
                  <a:lnTo>
                    <a:pt x="226698" y="205673"/>
                  </a:lnTo>
                  <a:lnTo>
                    <a:pt x="226012" y="210681"/>
                  </a:lnTo>
                  <a:lnTo>
                    <a:pt x="223750" y="221092"/>
                  </a:lnTo>
                  <a:lnTo>
                    <a:pt x="222807" y="227550"/>
                  </a:lnTo>
                  <a:lnTo>
                    <a:pt x="220984" y="246005"/>
                  </a:lnTo>
                  <a:lnTo>
                    <a:pt x="220423" y="258102"/>
                  </a:lnTo>
                  <a:lnTo>
                    <a:pt x="220292" y="263795"/>
                  </a:lnTo>
                  <a:lnTo>
                    <a:pt x="220132" y="264602"/>
                  </a:lnTo>
                  <a:lnTo>
                    <a:pt x="220305" y="265442"/>
                  </a:lnTo>
                  <a:lnTo>
                    <a:pt x="219869" y="278032"/>
                  </a:lnTo>
                  <a:lnTo>
                    <a:pt x="220103" y="288781"/>
                  </a:lnTo>
                  <a:lnTo>
                    <a:pt x="219954" y="290446"/>
                  </a:lnTo>
                  <a:lnTo>
                    <a:pt x="219291" y="293688"/>
                  </a:lnTo>
                  <a:lnTo>
                    <a:pt x="218825" y="298174"/>
                  </a:lnTo>
                  <a:lnTo>
                    <a:pt x="219009" y="300166"/>
                  </a:lnTo>
                  <a:lnTo>
                    <a:pt x="218999" y="301548"/>
                  </a:lnTo>
                  <a:lnTo>
                    <a:pt x="219681" y="308374"/>
                  </a:lnTo>
                  <a:lnTo>
                    <a:pt x="219898" y="313499"/>
                  </a:lnTo>
                  <a:lnTo>
                    <a:pt x="221925" y="322285"/>
                  </a:lnTo>
                  <a:lnTo>
                    <a:pt x="223063" y="325349"/>
                  </a:lnTo>
                  <a:lnTo>
                    <a:pt x="224476" y="328005"/>
                  </a:lnTo>
                  <a:lnTo>
                    <a:pt x="224994" y="329505"/>
                  </a:lnTo>
                  <a:lnTo>
                    <a:pt x="224740" y="333237"/>
                  </a:lnTo>
                  <a:lnTo>
                    <a:pt x="224165" y="335127"/>
                  </a:lnTo>
                  <a:lnTo>
                    <a:pt x="223919" y="338122"/>
                  </a:lnTo>
                  <a:lnTo>
                    <a:pt x="223636" y="335642"/>
                  </a:lnTo>
                  <a:lnTo>
                    <a:pt x="223746" y="332426"/>
                  </a:lnTo>
                  <a:lnTo>
                    <a:pt x="224196" y="330698"/>
                  </a:lnTo>
                  <a:lnTo>
                    <a:pt x="224211" y="329431"/>
                  </a:lnTo>
                  <a:lnTo>
                    <a:pt x="223381" y="328080"/>
                  </a:lnTo>
                  <a:lnTo>
                    <a:pt x="221861" y="323660"/>
                  </a:lnTo>
                  <a:lnTo>
                    <a:pt x="220006" y="315840"/>
                  </a:lnTo>
                  <a:lnTo>
                    <a:pt x="221326" y="328339"/>
                  </a:lnTo>
                  <a:lnTo>
                    <a:pt x="221779" y="330341"/>
                  </a:lnTo>
                  <a:lnTo>
                    <a:pt x="222132" y="331174"/>
                  </a:lnTo>
                  <a:lnTo>
                    <a:pt x="222722" y="332053"/>
                  </a:lnTo>
                  <a:lnTo>
                    <a:pt x="222875" y="333410"/>
                  </a:lnTo>
                  <a:lnTo>
                    <a:pt x="222881" y="334414"/>
                  </a:lnTo>
                  <a:lnTo>
                    <a:pt x="224510" y="343103"/>
                  </a:lnTo>
                  <a:lnTo>
                    <a:pt x="226351" y="352083"/>
                  </a:lnTo>
                  <a:lnTo>
                    <a:pt x="226450" y="354538"/>
                  </a:lnTo>
                  <a:lnTo>
                    <a:pt x="227186" y="357553"/>
                  </a:lnTo>
                  <a:lnTo>
                    <a:pt x="231873" y="370162"/>
                  </a:lnTo>
                  <a:lnTo>
                    <a:pt x="234742" y="379573"/>
                  </a:lnTo>
                  <a:lnTo>
                    <a:pt x="235738" y="388513"/>
                  </a:lnTo>
                  <a:lnTo>
                    <a:pt x="236340" y="391302"/>
                  </a:lnTo>
                  <a:lnTo>
                    <a:pt x="236633" y="395117"/>
                  </a:lnTo>
                  <a:lnTo>
                    <a:pt x="238513" y="399392"/>
                  </a:lnTo>
                  <a:lnTo>
                    <a:pt x="239087" y="402152"/>
                  </a:lnTo>
                  <a:lnTo>
                    <a:pt x="240095" y="403686"/>
                  </a:lnTo>
                  <a:lnTo>
                    <a:pt x="240908" y="408313"/>
                  </a:lnTo>
                  <a:lnTo>
                    <a:pt x="242440" y="411021"/>
                  </a:lnTo>
                  <a:lnTo>
                    <a:pt x="242074" y="411070"/>
                  </a:lnTo>
                  <a:lnTo>
                    <a:pt x="240736" y="409704"/>
                  </a:lnTo>
                  <a:lnTo>
                    <a:pt x="240825" y="410606"/>
                  </a:lnTo>
                  <a:lnTo>
                    <a:pt x="241952" y="412525"/>
                  </a:lnTo>
                  <a:lnTo>
                    <a:pt x="244159" y="414418"/>
                  </a:lnTo>
                  <a:lnTo>
                    <a:pt x="244709" y="414422"/>
                  </a:lnTo>
                  <a:lnTo>
                    <a:pt x="243839" y="413439"/>
                  </a:lnTo>
                  <a:lnTo>
                    <a:pt x="243102" y="412119"/>
                  </a:lnTo>
                  <a:lnTo>
                    <a:pt x="243360" y="411926"/>
                  </a:lnTo>
                  <a:lnTo>
                    <a:pt x="244901" y="413574"/>
                  </a:lnTo>
                  <a:lnTo>
                    <a:pt x="249211" y="414118"/>
                  </a:lnTo>
                  <a:lnTo>
                    <a:pt x="251109" y="417963"/>
                  </a:lnTo>
                  <a:lnTo>
                    <a:pt x="253568" y="419618"/>
                  </a:lnTo>
                  <a:lnTo>
                    <a:pt x="254891" y="424526"/>
                  </a:lnTo>
                  <a:lnTo>
                    <a:pt x="256429" y="429657"/>
                  </a:lnTo>
                  <a:lnTo>
                    <a:pt x="257411" y="429899"/>
                  </a:lnTo>
                  <a:lnTo>
                    <a:pt x="258177" y="429919"/>
                  </a:lnTo>
                  <a:lnTo>
                    <a:pt x="260485" y="429054"/>
                  </a:lnTo>
                  <a:lnTo>
                    <a:pt x="264072" y="425828"/>
                  </a:lnTo>
                  <a:lnTo>
                    <a:pt x="265307" y="424248"/>
                  </a:lnTo>
                  <a:lnTo>
                    <a:pt x="267715" y="422104"/>
                  </a:lnTo>
                  <a:lnTo>
                    <a:pt x="271399" y="421710"/>
                  </a:lnTo>
                  <a:lnTo>
                    <a:pt x="272541" y="422311"/>
                  </a:lnTo>
                  <a:lnTo>
                    <a:pt x="275296" y="420975"/>
                  </a:lnTo>
                  <a:lnTo>
                    <a:pt x="276609" y="419336"/>
                  </a:lnTo>
                  <a:lnTo>
                    <a:pt x="277065" y="417847"/>
                  </a:lnTo>
                  <a:lnTo>
                    <a:pt x="277279" y="416749"/>
                  </a:lnTo>
                  <a:lnTo>
                    <a:pt x="279832" y="415179"/>
                  </a:lnTo>
                  <a:lnTo>
                    <a:pt x="280335" y="414869"/>
                  </a:lnTo>
                  <a:lnTo>
                    <a:pt x="282922" y="414586"/>
                  </a:lnTo>
                  <a:lnTo>
                    <a:pt x="284170" y="414009"/>
                  </a:lnTo>
                  <a:lnTo>
                    <a:pt x="285640" y="413670"/>
                  </a:lnTo>
                  <a:lnTo>
                    <a:pt x="286701" y="415977"/>
                  </a:lnTo>
                  <a:lnTo>
                    <a:pt x="286700" y="417104"/>
                  </a:lnTo>
                  <a:lnTo>
                    <a:pt x="285994" y="418175"/>
                  </a:lnTo>
                  <a:lnTo>
                    <a:pt x="286324" y="419206"/>
                  </a:lnTo>
                  <a:lnTo>
                    <a:pt x="287580" y="420918"/>
                  </a:lnTo>
                  <a:lnTo>
                    <a:pt x="289888" y="421610"/>
                  </a:lnTo>
                  <a:lnTo>
                    <a:pt x="290634" y="421333"/>
                  </a:lnTo>
                  <a:lnTo>
                    <a:pt x="291696" y="418813"/>
                  </a:lnTo>
                  <a:lnTo>
                    <a:pt x="293573" y="416371"/>
                  </a:lnTo>
                  <a:lnTo>
                    <a:pt x="293533" y="413529"/>
                  </a:lnTo>
                  <a:lnTo>
                    <a:pt x="293197" y="411974"/>
                  </a:lnTo>
                  <a:lnTo>
                    <a:pt x="292652" y="411877"/>
                  </a:lnTo>
                  <a:lnTo>
                    <a:pt x="292522" y="411004"/>
                  </a:lnTo>
                  <a:lnTo>
                    <a:pt x="292903" y="408915"/>
                  </a:lnTo>
                  <a:lnTo>
                    <a:pt x="292802" y="408212"/>
                  </a:lnTo>
                  <a:lnTo>
                    <a:pt x="291639" y="410215"/>
                  </a:lnTo>
                  <a:lnTo>
                    <a:pt x="291370" y="410209"/>
                  </a:lnTo>
                  <a:lnTo>
                    <a:pt x="291499" y="409274"/>
                  </a:lnTo>
                  <a:lnTo>
                    <a:pt x="291740" y="408531"/>
                  </a:lnTo>
                  <a:lnTo>
                    <a:pt x="295154" y="404166"/>
                  </a:lnTo>
                  <a:lnTo>
                    <a:pt x="296029" y="402373"/>
                  </a:lnTo>
                  <a:lnTo>
                    <a:pt x="297209" y="400793"/>
                  </a:lnTo>
                  <a:lnTo>
                    <a:pt x="299659" y="394866"/>
                  </a:lnTo>
                  <a:lnTo>
                    <a:pt x="300182" y="383707"/>
                  </a:lnTo>
                  <a:lnTo>
                    <a:pt x="300671" y="381755"/>
                  </a:lnTo>
                  <a:lnTo>
                    <a:pt x="302295" y="378330"/>
                  </a:lnTo>
                  <a:lnTo>
                    <a:pt x="302470" y="377298"/>
                  </a:lnTo>
                  <a:lnTo>
                    <a:pt x="302575" y="374965"/>
                  </a:lnTo>
                  <a:lnTo>
                    <a:pt x="302530" y="369106"/>
                  </a:lnTo>
                  <a:lnTo>
                    <a:pt x="302622" y="364497"/>
                  </a:lnTo>
                  <a:lnTo>
                    <a:pt x="302556" y="359286"/>
                  </a:lnTo>
                  <a:lnTo>
                    <a:pt x="302848" y="354636"/>
                  </a:lnTo>
                  <a:lnTo>
                    <a:pt x="303112" y="353341"/>
                  </a:lnTo>
                  <a:lnTo>
                    <a:pt x="304044" y="345898"/>
                  </a:lnTo>
                  <a:lnTo>
                    <a:pt x="305977" y="342604"/>
                  </a:lnTo>
                  <a:lnTo>
                    <a:pt x="309329" y="338711"/>
                  </a:lnTo>
                  <a:lnTo>
                    <a:pt x="310100" y="338062"/>
                  </a:lnTo>
                  <a:lnTo>
                    <a:pt x="320786" y="333940"/>
                  </a:lnTo>
                  <a:lnTo>
                    <a:pt x="322286" y="332934"/>
                  </a:lnTo>
                  <a:lnTo>
                    <a:pt x="324123" y="330259"/>
                  </a:lnTo>
                  <a:lnTo>
                    <a:pt x="325465" y="329352"/>
                  </a:lnTo>
                  <a:lnTo>
                    <a:pt x="327914" y="329425"/>
                  </a:lnTo>
                  <a:lnTo>
                    <a:pt x="328666" y="329069"/>
                  </a:lnTo>
                  <a:lnTo>
                    <a:pt x="328814" y="328699"/>
                  </a:lnTo>
                  <a:lnTo>
                    <a:pt x="328818" y="328343"/>
                  </a:lnTo>
                  <a:lnTo>
                    <a:pt x="329270" y="327978"/>
                  </a:lnTo>
                  <a:lnTo>
                    <a:pt x="330687" y="328327"/>
                  </a:lnTo>
                  <a:lnTo>
                    <a:pt x="333334" y="329939"/>
                  </a:lnTo>
                  <a:lnTo>
                    <a:pt x="334298" y="330343"/>
                  </a:lnTo>
                  <a:lnTo>
                    <a:pt x="336664" y="332216"/>
                  </a:lnTo>
                  <a:lnTo>
                    <a:pt x="339271" y="332969"/>
                  </a:lnTo>
                  <a:lnTo>
                    <a:pt x="339645" y="332643"/>
                  </a:lnTo>
                  <a:lnTo>
                    <a:pt x="339990" y="332073"/>
                  </a:lnTo>
                  <a:lnTo>
                    <a:pt x="340254" y="330982"/>
                  </a:lnTo>
                  <a:lnTo>
                    <a:pt x="339982" y="330030"/>
                  </a:lnTo>
                  <a:lnTo>
                    <a:pt x="339729" y="330103"/>
                  </a:lnTo>
                  <a:lnTo>
                    <a:pt x="339287" y="330616"/>
                  </a:lnTo>
                  <a:lnTo>
                    <a:pt x="338761" y="330665"/>
                  </a:lnTo>
                  <a:lnTo>
                    <a:pt x="337729" y="329881"/>
                  </a:lnTo>
                  <a:lnTo>
                    <a:pt x="337935" y="329223"/>
                  </a:lnTo>
                  <a:lnTo>
                    <a:pt x="338989" y="329285"/>
                  </a:lnTo>
                  <a:lnTo>
                    <a:pt x="339662" y="328966"/>
                  </a:lnTo>
                  <a:lnTo>
                    <a:pt x="340661" y="327812"/>
                  </a:lnTo>
                  <a:lnTo>
                    <a:pt x="341725" y="328676"/>
                  </a:lnTo>
                  <a:lnTo>
                    <a:pt x="343122" y="332500"/>
                  </a:lnTo>
                  <a:lnTo>
                    <a:pt x="344118" y="333716"/>
                  </a:lnTo>
                  <a:lnTo>
                    <a:pt x="344197" y="339255"/>
                  </a:lnTo>
                  <a:lnTo>
                    <a:pt x="344347" y="340265"/>
                  </a:lnTo>
                  <a:lnTo>
                    <a:pt x="344712" y="341728"/>
                  </a:lnTo>
                  <a:lnTo>
                    <a:pt x="344215" y="346022"/>
                  </a:lnTo>
                  <a:lnTo>
                    <a:pt x="343656" y="349573"/>
                  </a:lnTo>
                  <a:lnTo>
                    <a:pt x="342958" y="352486"/>
                  </a:lnTo>
                  <a:lnTo>
                    <a:pt x="341443" y="357073"/>
                  </a:lnTo>
                  <a:lnTo>
                    <a:pt x="339608" y="360736"/>
                  </a:lnTo>
                  <a:lnTo>
                    <a:pt x="337335" y="368888"/>
                  </a:lnTo>
                  <a:lnTo>
                    <a:pt x="336815" y="372707"/>
                  </a:lnTo>
                  <a:lnTo>
                    <a:pt x="336830" y="375769"/>
                  </a:lnTo>
                  <a:lnTo>
                    <a:pt x="337215" y="378725"/>
                  </a:lnTo>
                  <a:lnTo>
                    <a:pt x="337104" y="379817"/>
                  </a:lnTo>
                  <a:lnTo>
                    <a:pt x="336826" y="380921"/>
                  </a:lnTo>
                  <a:lnTo>
                    <a:pt x="336364" y="380823"/>
                  </a:lnTo>
                  <a:lnTo>
                    <a:pt x="335468" y="382241"/>
                  </a:lnTo>
                  <a:lnTo>
                    <a:pt x="334311" y="386448"/>
                  </a:lnTo>
                  <a:lnTo>
                    <a:pt x="334284" y="387731"/>
                  </a:lnTo>
                  <a:lnTo>
                    <a:pt x="334792" y="388907"/>
                  </a:lnTo>
                  <a:lnTo>
                    <a:pt x="335451" y="388343"/>
                  </a:lnTo>
                  <a:lnTo>
                    <a:pt x="336310" y="388292"/>
                  </a:lnTo>
                  <a:lnTo>
                    <a:pt x="336790" y="387945"/>
                  </a:lnTo>
                  <a:lnTo>
                    <a:pt x="337297" y="388037"/>
                  </a:lnTo>
                  <a:lnTo>
                    <a:pt x="337183" y="390449"/>
                  </a:lnTo>
                  <a:lnTo>
                    <a:pt x="336639" y="392162"/>
                  </a:lnTo>
                  <a:lnTo>
                    <a:pt x="336296" y="392699"/>
                  </a:lnTo>
                  <a:lnTo>
                    <a:pt x="335681" y="392990"/>
                  </a:lnTo>
                  <a:lnTo>
                    <a:pt x="334994" y="393966"/>
                  </a:lnTo>
                  <a:lnTo>
                    <a:pt x="334640" y="394863"/>
                  </a:lnTo>
                  <a:lnTo>
                    <a:pt x="334673" y="397655"/>
                  </a:lnTo>
                  <a:lnTo>
                    <a:pt x="335056" y="397873"/>
                  </a:lnTo>
                  <a:lnTo>
                    <a:pt x="335866" y="395791"/>
                  </a:lnTo>
                  <a:lnTo>
                    <a:pt x="336335" y="395893"/>
                  </a:lnTo>
                  <a:lnTo>
                    <a:pt x="336430" y="396770"/>
                  </a:lnTo>
                  <a:lnTo>
                    <a:pt x="335380" y="403904"/>
                  </a:lnTo>
                  <a:lnTo>
                    <a:pt x="334705" y="411228"/>
                  </a:lnTo>
                  <a:lnTo>
                    <a:pt x="333790" y="415468"/>
                  </a:lnTo>
                  <a:lnTo>
                    <a:pt x="333469" y="421640"/>
                  </a:lnTo>
                  <a:lnTo>
                    <a:pt x="332989" y="424272"/>
                  </a:lnTo>
                  <a:lnTo>
                    <a:pt x="332431" y="426875"/>
                  </a:lnTo>
                  <a:lnTo>
                    <a:pt x="332105" y="426731"/>
                  </a:lnTo>
                  <a:lnTo>
                    <a:pt x="331222" y="421796"/>
                  </a:lnTo>
                  <a:lnTo>
                    <a:pt x="330321" y="420525"/>
                  </a:lnTo>
                  <a:lnTo>
                    <a:pt x="330124" y="419326"/>
                  </a:lnTo>
                  <a:lnTo>
                    <a:pt x="330638" y="413346"/>
                  </a:lnTo>
                  <a:lnTo>
                    <a:pt x="330404" y="410034"/>
                  </a:lnTo>
                  <a:lnTo>
                    <a:pt x="329927" y="410166"/>
                  </a:lnTo>
                  <a:lnTo>
                    <a:pt x="329325" y="411981"/>
                  </a:lnTo>
                  <a:lnTo>
                    <a:pt x="328530" y="413558"/>
                  </a:lnTo>
                  <a:lnTo>
                    <a:pt x="328547" y="415834"/>
                  </a:lnTo>
                  <a:lnTo>
                    <a:pt x="327633" y="419619"/>
                  </a:lnTo>
                  <a:lnTo>
                    <a:pt x="327407" y="420864"/>
                  </a:lnTo>
                  <a:lnTo>
                    <a:pt x="326536" y="420571"/>
                  </a:lnTo>
                  <a:lnTo>
                    <a:pt x="325526" y="420736"/>
                  </a:lnTo>
                  <a:lnTo>
                    <a:pt x="324826" y="421648"/>
                  </a:lnTo>
                  <a:lnTo>
                    <a:pt x="324108" y="426239"/>
                  </a:lnTo>
                  <a:lnTo>
                    <a:pt x="322320" y="432707"/>
                  </a:lnTo>
                  <a:lnTo>
                    <a:pt x="321608" y="435842"/>
                  </a:lnTo>
                  <a:lnTo>
                    <a:pt x="321029" y="436927"/>
                  </a:lnTo>
                  <a:lnTo>
                    <a:pt x="320569" y="437348"/>
                  </a:lnTo>
                  <a:lnTo>
                    <a:pt x="320060" y="436607"/>
                  </a:lnTo>
                  <a:lnTo>
                    <a:pt x="318836" y="434832"/>
                  </a:lnTo>
                  <a:lnTo>
                    <a:pt x="317893" y="435686"/>
                  </a:lnTo>
                  <a:lnTo>
                    <a:pt x="317565" y="437721"/>
                  </a:lnTo>
                  <a:lnTo>
                    <a:pt x="317575" y="440295"/>
                  </a:lnTo>
                  <a:lnTo>
                    <a:pt x="315190" y="440290"/>
                  </a:lnTo>
                  <a:lnTo>
                    <a:pt x="311133" y="440280"/>
                  </a:lnTo>
                  <a:lnTo>
                    <a:pt x="305969" y="440269"/>
                  </a:lnTo>
                  <a:lnTo>
                    <a:pt x="300990" y="440257"/>
                  </a:lnTo>
                  <a:lnTo>
                    <a:pt x="296821" y="440249"/>
                  </a:lnTo>
                  <a:lnTo>
                    <a:pt x="296807" y="446030"/>
                  </a:lnTo>
                  <a:lnTo>
                    <a:pt x="296793" y="451151"/>
                  </a:lnTo>
                  <a:lnTo>
                    <a:pt x="296778" y="456913"/>
                  </a:lnTo>
                  <a:lnTo>
                    <a:pt x="294478" y="456864"/>
                  </a:lnTo>
                  <a:lnTo>
                    <a:pt x="292047" y="456812"/>
                  </a:lnTo>
                  <a:lnTo>
                    <a:pt x="292243" y="457386"/>
                  </a:lnTo>
                  <a:lnTo>
                    <a:pt x="293074" y="458469"/>
                  </a:lnTo>
                  <a:lnTo>
                    <a:pt x="294153" y="461056"/>
                  </a:lnTo>
                  <a:lnTo>
                    <a:pt x="295428" y="465077"/>
                  </a:lnTo>
                  <a:lnTo>
                    <a:pt x="296973" y="468278"/>
                  </a:lnTo>
                  <a:lnTo>
                    <a:pt x="298787" y="470663"/>
                  </a:lnTo>
                  <a:lnTo>
                    <a:pt x="299983" y="472998"/>
                  </a:lnTo>
                  <a:lnTo>
                    <a:pt x="300559" y="475279"/>
                  </a:lnTo>
                  <a:lnTo>
                    <a:pt x="300850" y="477222"/>
                  </a:lnTo>
                  <a:lnTo>
                    <a:pt x="300853" y="478830"/>
                  </a:lnTo>
                  <a:lnTo>
                    <a:pt x="301515" y="480098"/>
                  </a:lnTo>
                  <a:lnTo>
                    <a:pt x="302704" y="480933"/>
                  </a:lnTo>
                  <a:lnTo>
                    <a:pt x="303318" y="482367"/>
                  </a:lnTo>
                  <a:lnTo>
                    <a:pt x="303318" y="483540"/>
                  </a:lnTo>
                  <a:lnTo>
                    <a:pt x="302942" y="486198"/>
                  </a:lnTo>
                  <a:lnTo>
                    <a:pt x="302832" y="489124"/>
                  </a:lnTo>
                  <a:lnTo>
                    <a:pt x="302976" y="491773"/>
                  </a:lnTo>
                  <a:lnTo>
                    <a:pt x="302126" y="491818"/>
                  </a:lnTo>
                  <a:lnTo>
                    <a:pt x="300068" y="491822"/>
                  </a:lnTo>
                  <a:lnTo>
                    <a:pt x="296930" y="491830"/>
                  </a:lnTo>
                  <a:lnTo>
                    <a:pt x="294043" y="491834"/>
                  </a:lnTo>
                  <a:lnTo>
                    <a:pt x="291770" y="491840"/>
                  </a:lnTo>
                  <a:lnTo>
                    <a:pt x="288334" y="491848"/>
                  </a:lnTo>
                  <a:lnTo>
                    <a:pt x="287393" y="495920"/>
                  </a:lnTo>
                  <a:lnTo>
                    <a:pt x="285828" y="502691"/>
                  </a:lnTo>
                  <a:lnTo>
                    <a:pt x="284410" y="508827"/>
                  </a:lnTo>
                  <a:lnTo>
                    <a:pt x="283217" y="513988"/>
                  </a:lnTo>
                  <a:lnTo>
                    <a:pt x="283023" y="515345"/>
                  </a:lnTo>
                  <a:lnTo>
                    <a:pt x="283022" y="516447"/>
                  </a:lnTo>
                  <a:lnTo>
                    <a:pt x="284493" y="521278"/>
                  </a:lnTo>
                  <a:lnTo>
                    <a:pt x="284221" y="522680"/>
                  </a:lnTo>
                  <a:lnTo>
                    <a:pt x="283705" y="523413"/>
                  </a:lnTo>
                  <a:lnTo>
                    <a:pt x="283542" y="524547"/>
                  </a:lnTo>
                  <a:lnTo>
                    <a:pt x="283575" y="526387"/>
                  </a:lnTo>
                  <a:lnTo>
                    <a:pt x="283226" y="528838"/>
                  </a:lnTo>
                  <a:lnTo>
                    <a:pt x="283339" y="530523"/>
                  </a:lnTo>
                  <a:lnTo>
                    <a:pt x="283527" y="532601"/>
                  </a:lnTo>
                  <a:lnTo>
                    <a:pt x="283218" y="534402"/>
                  </a:lnTo>
                  <a:lnTo>
                    <a:pt x="282969" y="536147"/>
                  </a:lnTo>
                  <a:lnTo>
                    <a:pt x="282672" y="536903"/>
                  </a:lnTo>
                  <a:lnTo>
                    <a:pt x="282339" y="536243"/>
                  </a:lnTo>
                  <a:lnTo>
                    <a:pt x="279313" y="528209"/>
                  </a:lnTo>
                  <a:lnTo>
                    <a:pt x="276157" y="519376"/>
                  </a:lnTo>
                  <a:lnTo>
                    <a:pt x="274914" y="516493"/>
                  </a:lnTo>
                  <a:lnTo>
                    <a:pt x="273710" y="514303"/>
                  </a:lnTo>
                  <a:lnTo>
                    <a:pt x="272092" y="510231"/>
                  </a:lnTo>
                  <a:lnTo>
                    <a:pt x="267842" y="501297"/>
                  </a:lnTo>
                  <a:lnTo>
                    <a:pt x="265648" y="497217"/>
                  </a:lnTo>
                  <a:lnTo>
                    <a:pt x="263585" y="492339"/>
                  </a:lnTo>
                  <a:lnTo>
                    <a:pt x="261735" y="489629"/>
                  </a:lnTo>
                  <a:lnTo>
                    <a:pt x="259908" y="487862"/>
                  </a:lnTo>
                  <a:lnTo>
                    <a:pt x="259097" y="486849"/>
                  </a:lnTo>
                  <a:lnTo>
                    <a:pt x="258383" y="485507"/>
                  </a:lnTo>
                  <a:lnTo>
                    <a:pt x="257987" y="485431"/>
                  </a:lnTo>
                  <a:lnTo>
                    <a:pt x="257790" y="487236"/>
                  </a:lnTo>
                  <a:lnTo>
                    <a:pt x="258428" y="488147"/>
                  </a:lnTo>
                  <a:lnTo>
                    <a:pt x="259193" y="488918"/>
                  </a:lnTo>
                  <a:lnTo>
                    <a:pt x="259798" y="488971"/>
                  </a:lnTo>
                  <a:lnTo>
                    <a:pt x="260435" y="489619"/>
                  </a:lnTo>
                  <a:lnTo>
                    <a:pt x="262310" y="492088"/>
                  </a:lnTo>
                  <a:lnTo>
                    <a:pt x="262617" y="493362"/>
                  </a:lnTo>
                  <a:lnTo>
                    <a:pt x="257286" y="488409"/>
                  </a:lnTo>
                  <a:lnTo>
                    <a:pt x="255120" y="487955"/>
                  </a:lnTo>
                  <a:lnTo>
                    <a:pt x="254884" y="487178"/>
                  </a:lnTo>
                  <a:lnTo>
                    <a:pt x="255965" y="484589"/>
                  </a:lnTo>
                  <a:lnTo>
                    <a:pt x="255627" y="483652"/>
                  </a:lnTo>
                  <a:lnTo>
                    <a:pt x="255242" y="483526"/>
                  </a:lnTo>
                  <a:lnTo>
                    <a:pt x="254083" y="485317"/>
                  </a:lnTo>
                  <a:lnTo>
                    <a:pt x="253652" y="485436"/>
                  </a:lnTo>
                  <a:lnTo>
                    <a:pt x="253576" y="484258"/>
                  </a:lnTo>
                  <a:lnTo>
                    <a:pt x="253628" y="483148"/>
                  </a:lnTo>
                  <a:lnTo>
                    <a:pt x="252881" y="481519"/>
                  </a:lnTo>
                  <a:lnTo>
                    <a:pt x="252407" y="481585"/>
                  </a:lnTo>
                  <a:lnTo>
                    <a:pt x="252018" y="482720"/>
                  </a:lnTo>
                  <a:lnTo>
                    <a:pt x="251009" y="484872"/>
                  </a:lnTo>
                  <a:lnTo>
                    <a:pt x="251040" y="485718"/>
                  </a:lnTo>
                  <a:lnTo>
                    <a:pt x="253025" y="486635"/>
                  </a:lnTo>
                  <a:lnTo>
                    <a:pt x="253709" y="487152"/>
                  </a:lnTo>
                  <a:lnTo>
                    <a:pt x="253554" y="487726"/>
                  </a:lnTo>
                  <a:lnTo>
                    <a:pt x="251852" y="487716"/>
                  </a:lnTo>
                  <a:lnTo>
                    <a:pt x="249750" y="488693"/>
                  </a:lnTo>
                  <a:lnTo>
                    <a:pt x="246003" y="494669"/>
                  </a:lnTo>
                  <a:lnTo>
                    <a:pt x="242512" y="497237"/>
                  </a:lnTo>
                  <a:lnTo>
                    <a:pt x="237496" y="502991"/>
                  </a:lnTo>
                  <a:lnTo>
                    <a:pt x="235281" y="503286"/>
                  </a:lnTo>
                  <a:lnTo>
                    <a:pt x="234120" y="504208"/>
                  </a:lnTo>
                  <a:lnTo>
                    <a:pt x="230746" y="502006"/>
                  </a:lnTo>
                  <a:lnTo>
                    <a:pt x="226468" y="496602"/>
                  </a:lnTo>
                  <a:lnTo>
                    <a:pt x="219994" y="494901"/>
                  </a:lnTo>
                  <a:lnTo>
                    <a:pt x="215632" y="487826"/>
                  </a:lnTo>
                  <a:lnTo>
                    <a:pt x="211301" y="484914"/>
                  </a:lnTo>
                  <a:lnTo>
                    <a:pt x="208555" y="478120"/>
                  </a:lnTo>
                  <a:lnTo>
                    <a:pt x="206900" y="477830"/>
                  </a:lnTo>
                  <a:lnTo>
                    <a:pt x="205836" y="476740"/>
                  </a:lnTo>
                  <a:lnTo>
                    <a:pt x="201902" y="474279"/>
                  </a:lnTo>
                  <a:lnTo>
                    <a:pt x="198012" y="472657"/>
                  </a:lnTo>
                  <a:lnTo>
                    <a:pt x="194221" y="466721"/>
                  </a:lnTo>
                  <a:lnTo>
                    <a:pt x="191739" y="464840"/>
                  </a:lnTo>
                  <a:lnTo>
                    <a:pt x="189595" y="462480"/>
                  </a:lnTo>
                  <a:lnTo>
                    <a:pt x="184872" y="458448"/>
                  </a:lnTo>
                  <a:lnTo>
                    <a:pt x="183121" y="456213"/>
                  </a:lnTo>
                  <a:lnTo>
                    <a:pt x="181465" y="452756"/>
                  </a:lnTo>
                  <a:lnTo>
                    <a:pt x="178766" y="449178"/>
                  </a:lnTo>
                  <a:lnTo>
                    <a:pt x="177613" y="446190"/>
                  </a:lnTo>
                  <a:lnTo>
                    <a:pt x="176327" y="445120"/>
                  </a:lnTo>
                  <a:lnTo>
                    <a:pt x="174486" y="439492"/>
                  </a:lnTo>
                  <a:lnTo>
                    <a:pt x="173525" y="437120"/>
                  </a:lnTo>
                  <a:lnTo>
                    <a:pt x="172711" y="436012"/>
                  </a:lnTo>
                  <a:lnTo>
                    <a:pt x="171839" y="435630"/>
                  </a:lnTo>
                  <a:lnTo>
                    <a:pt x="169328" y="436082"/>
                  </a:lnTo>
                  <a:lnTo>
                    <a:pt x="165577" y="433600"/>
                  </a:lnTo>
                  <a:lnTo>
                    <a:pt x="163844" y="432967"/>
                  </a:lnTo>
                  <a:lnTo>
                    <a:pt x="160222" y="429302"/>
                  </a:lnTo>
                  <a:lnTo>
                    <a:pt x="155418" y="425209"/>
                  </a:lnTo>
                  <a:lnTo>
                    <a:pt x="153843" y="420511"/>
                  </a:lnTo>
                  <a:lnTo>
                    <a:pt x="152496" y="416120"/>
                  </a:lnTo>
                  <a:lnTo>
                    <a:pt x="150071" y="410343"/>
                  </a:lnTo>
                  <a:lnTo>
                    <a:pt x="148559" y="407880"/>
                  </a:lnTo>
                  <a:lnTo>
                    <a:pt x="145932" y="404950"/>
                  </a:lnTo>
                  <a:lnTo>
                    <a:pt x="144476" y="402579"/>
                  </a:lnTo>
                  <a:lnTo>
                    <a:pt x="142230" y="400757"/>
                  </a:lnTo>
                  <a:lnTo>
                    <a:pt x="138420" y="396133"/>
                  </a:lnTo>
                  <a:lnTo>
                    <a:pt x="137208" y="392176"/>
                  </a:lnTo>
                  <a:lnTo>
                    <a:pt x="136499" y="388662"/>
                  </a:lnTo>
                  <a:lnTo>
                    <a:pt x="134470" y="384398"/>
                  </a:lnTo>
                  <a:lnTo>
                    <a:pt x="132247" y="376432"/>
                  </a:lnTo>
                  <a:lnTo>
                    <a:pt x="131676" y="373498"/>
                  </a:lnTo>
                  <a:lnTo>
                    <a:pt x="131244" y="368993"/>
                  </a:lnTo>
                  <a:lnTo>
                    <a:pt x="130728" y="366379"/>
                  </a:lnTo>
                  <a:lnTo>
                    <a:pt x="130120" y="364331"/>
                  </a:lnTo>
                  <a:lnTo>
                    <a:pt x="130430" y="362842"/>
                  </a:lnTo>
                  <a:lnTo>
                    <a:pt x="131560" y="361011"/>
                  </a:lnTo>
                  <a:lnTo>
                    <a:pt x="133440" y="360600"/>
                  </a:lnTo>
                  <a:lnTo>
                    <a:pt x="134768" y="358615"/>
                  </a:lnTo>
                  <a:lnTo>
                    <a:pt x="134943" y="356986"/>
                  </a:lnTo>
                  <a:lnTo>
                    <a:pt x="134857" y="355972"/>
                  </a:lnTo>
                  <a:lnTo>
                    <a:pt x="134008" y="353476"/>
                  </a:lnTo>
                  <a:lnTo>
                    <a:pt x="132951" y="352813"/>
                  </a:lnTo>
                  <a:lnTo>
                    <a:pt x="132130" y="352777"/>
                  </a:lnTo>
                  <a:lnTo>
                    <a:pt x="131921" y="351828"/>
                  </a:lnTo>
                  <a:lnTo>
                    <a:pt x="132540" y="350792"/>
                  </a:lnTo>
                  <a:lnTo>
                    <a:pt x="133248" y="348359"/>
                  </a:lnTo>
                  <a:lnTo>
                    <a:pt x="134293" y="345391"/>
                  </a:lnTo>
                  <a:lnTo>
                    <a:pt x="135030" y="342654"/>
                  </a:lnTo>
                  <a:lnTo>
                    <a:pt x="135167" y="338798"/>
                  </a:lnTo>
                  <a:lnTo>
                    <a:pt x="135073" y="334935"/>
                  </a:lnTo>
                  <a:lnTo>
                    <a:pt x="135352" y="331673"/>
                  </a:lnTo>
                  <a:lnTo>
                    <a:pt x="132822" y="327907"/>
                  </a:lnTo>
                  <a:lnTo>
                    <a:pt x="132527" y="326306"/>
                  </a:lnTo>
                  <a:lnTo>
                    <a:pt x="131732" y="321992"/>
                  </a:lnTo>
                  <a:lnTo>
                    <a:pt x="130351" y="316979"/>
                  </a:lnTo>
                  <a:lnTo>
                    <a:pt x="130392" y="306968"/>
                  </a:lnTo>
                  <a:lnTo>
                    <a:pt x="128730" y="298086"/>
                  </a:lnTo>
                  <a:lnTo>
                    <a:pt x="127009" y="293668"/>
                  </a:lnTo>
                  <a:lnTo>
                    <a:pt x="126119" y="292130"/>
                  </a:lnTo>
                  <a:lnTo>
                    <a:pt x="123703" y="285278"/>
                  </a:lnTo>
                  <a:lnTo>
                    <a:pt x="121799" y="281298"/>
                  </a:lnTo>
                  <a:lnTo>
                    <a:pt x="119933" y="273797"/>
                  </a:lnTo>
                  <a:lnTo>
                    <a:pt x="118091" y="269033"/>
                  </a:lnTo>
                  <a:lnTo>
                    <a:pt x="115743" y="261038"/>
                  </a:lnTo>
                  <a:lnTo>
                    <a:pt x="114047" y="257053"/>
                  </a:lnTo>
                  <a:lnTo>
                    <a:pt x="106325" y="243584"/>
                  </a:lnTo>
                  <a:lnTo>
                    <a:pt x="106760" y="243584"/>
                  </a:lnTo>
                  <a:lnTo>
                    <a:pt x="109024" y="246890"/>
                  </a:lnTo>
                  <a:lnTo>
                    <a:pt x="109405" y="246614"/>
                  </a:lnTo>
                  <a:lnTo>
                    <a:pt x="109459" y="245001"/>
                  </a:lnTo>
                  <a:lnTo>
                    <a:pt x="109198" y="243075"/>
                  </a:lnTo>
                  <a:lnTo>
                    <a:pt x="108778" y="242613"/>
                  </a:lnTo>
                  <a:lnTo>
                    <a:pt x="108175" y="243046"/>
                  </a:lnTo>
                  <a:lnTo>
                    <a:pt x="107361" y="242649"/>
                  </a:lnTo>
                  <a:lnTo>
                    <a:pt x="106954" y="242015"/>
                  </a:lnTo>
                  <a:lnTo>
                    <a:pt x="105737" y="241602"/>
                  </a:lnTo>
                  <a:lnTo>
                    <a:pt x="104210" y="239360"/>
                  </a:lnTo>
                  <a:lnTo>
                    <a:pt x="103555" y="237035"/>
                  </a:lnTo>
                  <a:lnTo>
                    <a:pt x="103484" y="234381"/>
                  </a:lnTo>
                  <a:lnTo>
                    <a:pt x="101297" y="228725"/>
                  </a:lnTo>
                  <a:lnTo>
                    <a:pt x="100467" y="225571"/>
                  </a:lnTo>
                  <a:lnTo>
                    <a:pt x="100892" y="225803"/>
                  </a:lnTo>
                  <a:lnTo>
                    <a:pt x="101475" y="227074"/>
                  </a:lnTo>
                  <a:lnTo>
                    <a:pt x="102065" y="227436"/>
                  </a:lnTo>
                  <a:lnTo>
                    <a:pt x="102751" y="227446"/>
                  </a:lnTo>
                  <a:lnTo>
                    <a:pt x="103250" y="226936"/>
                  </a:lnTo>
                  <a:lnTo>
                    <a:pt x="103071" y="225999"/>
                  </a:lnTo>
                  <a:lnTo>
                    <a:pt x="102601" y="225217"/>
                  </a:lnTo>
                  <a:lnTo>
                    <a:pt x="99412" y="222238"/>
                  </a:lnTo>
                  <a:lnTo>
                    <a:pt x="98361" y="220146"/>
                  </a:lnTo>
                  <a:lnTo>
                    <a:pt x="95747" y="216666"/>
                  </a:lnTo>
                  <a:lnTo>
                    <a:pt x="95128" y="215445"/>
                  </a:lnTo>
                  <a:lnTo>
                    <a:pt x="94716" y="212082"/>
                  </a:lnTo>
                  <a:lnTo>
                    <a:pt x="94076" y="211926"/>
                  </a:lnTo>
                  <a:lnTo>
                    <a:pt x="93513" y="212864"/>
                  </a:lnTo>
                  <a:lnTo>
                    <a:pt x="91973" y="213783"/>
                  </a:lnTo>
                  <a:lnTo>
                    <a:pt x="91579" y="212712"/>
                  </a:lnTo>
                  <a:lnTo>
                    <a:pt x="91522" y="211682"/>
                  </a:lnTo>
                  <a:lnTo>
                    <a:pt x="92609" y="210591"/>
                  </a:lnTo>
                  <a:lnTo>
                    <a:pt x="93607" y="207413"/>
                  </a:lnTo>
                  <a:lnTo>
                    <a:pt x="93588" y="206308"/>
                  </a:lnTo>
                  <a:lnTo>
                    <a:pt x="93036" y="207583"/>
                  </a:lnTo>
                  <a:lnTo>
                    <a:pt x="92205" y="209010"/>
                  </a:lnTo>
                  <a:lnTo>
                    <a:pt x="91345" y="209806"/>
                  </a:lnTo>
                  <a:lnTo>
                    <a:pt x="90069" y="210472"/>
                  </a:lnTo>
                  <a:lnTo>
                    <a:pt x="89416" y="209991"/>
                  </a:lnTo>
                  <a:lnTo>
                    <a:pt x="88844" y="209271"/>
                  </a:lnTo>
                  <a:lnTo>
                    <a:pt x="87928" y="206494"/>
                  </a:lnTo>
                  <a:lnTo>
                    <a:pt x="87467" y="197469"/>
                  </a:lnTo>
                  <a:lnTo>
                    <a:pt x="88278" y="194339"/>
                  </a:lnTo>
                  <a:lnTo>
                    <a:pt x="89226" y="191247"/>
                  </a:lnTo>
                  <a:lnTo>
                    <a:pt x="90032" y="189412"/>
                  </a:lnTo>
                  <a:lnTo>
                    <a:pt x="90497" y="190797"/>
                  </a:lnTo>
                  <a:lnTo>
                    <a:pt x="90975" y="190963"/>
                  </a:lnTo>
                  <a:lnTo>
                    <a:pt x="90638" y="189398"/>
                  </a:lnTo>
                  <a:lnTo>
                    <a:pt x="89847" y="187933"/>
                  </a:lnTo>
                  <a:lnTo>
                    <a:pt x="89567" y="186473"/>
                  </a:lnTo>
                  <a:lnTo>
                    <a:pt x="89537" y="185136"/>
                  </a:lnTo>
                  <a:lnTo>
                    <a:pt x="89163" y="182655"/>
                  </a:lnTo>
                  <a:lnTo>
                    <a:pt x="86817" y="177441"/>
                  </a:lnTo>
                  <a:lnTo>
                    <a:pt x="84623" y="177841"/>
                  </a:lnTo>
                  <a:lnTo>
                    <a:pt x="83729" y="177660"/>
                  </a:lnTo>
                  <a:lnTo>
                    <a:pt x="82893" y="175675"/>
                  </a:lnTo>
                  <a:lnTo>
                    <a:pt x="82183" y="172328"/>
                  </a:lnTo>
                  <a:lnTo>
                    <a:pt x="81833" y="169527"/>
                  </a:lnTo>
                  <a:lnTo>
                    <a:pt x="81789" y="168035"/>
                  </a:lnTo>
                  <a:lnTo>
                    <a:pt x="81580" y="166538"/>
                  </a:lnTo>
                  <a:lnTo>
                    <a:pt x="77797" y="164089"/>
                  </a:lnTo>
                  <a:lnTo>
                    <a:pt x="76660" y="161988"/>
                  </a:lnTo>
                  <a:lnTo>
                    <a:pt x="75519" y="159348"/>
                  </a:lnTo>
                  <a:lnTo>
                    <a:pt x="75047" y="157192"/>
                  </a:lnTo>
                  <a:lnTo>
                    <a:pt x="74578" y="155581"/>
                  </a:lnTo>
                  <a:lnTo>
                    <a:pt x="74214" y="152797"/>
                  </a:lnTo>
                  <a:lnTo>
                    <a:pt x="73955" y="149560"/>
                  </a:lnTo>
                  <a:lnTo>
                    <a:pt x="74378" y="145371"/>
                  </a:lnTo>
                  <a:lnTo>
                    <a:pt x="74927" y="143346"/>
                  </a:lnTo>
                  <a:lnTo>
                    <a:pt x="72325" y="141839"/>
                  </a:lnTo>
                  <a:lnTo>
                    <a:pt x="71308" y="141769"/>
                  </a:lnTo>
                  <a:lnTo>
                    <a:pt x="70488" y="142617"/>
                  </a:lnTo>
                  <a:lnTo>
                    <a:pt x="69747" y="141520"/>
                  </a:lnTo>
                  <a:lnTo>
                    <a:pt x="68211" y="140308"/>
                  </a:lnTo>
                  <a:lnTo>
                    <a:pt x="66382" y="135928"/>
                  </a:lnTo>
                  <a:lnTo>
                    <a:pt x="64233" y="127987"/>
                  </a:lnTo>
                  <a:lnTo>
                    <a:pt x="61866" y="125429"/>
                  </a:lnTo>
                  <a:lnTo>
                    <a:pt x="61104" y="122668"/>
                  </a:lnTo>
                  <a:lnTo>
                    <a:pt x="60136" y="120181"/>
                  </a:lnTo>
                  <a:lnTo>
                    <a:pt x="59289" y="117098"/>
                  </a:lnTo>
                  <a:lnTo>
                    <a:pt x="59158" y="115756"/>
                  </a:lnTo>
                  <a:lnTo>
                    <a:pt x="58906" y="115009"/>
                  </a:lnTo>
                  <a:lnTo>
                    <a:pt x="57724" y="112860"/>
                  </a:lnTo>
                  <a:lnTo>
                    <a:pt x="56397" y="109226"/>
                  </a:lnTo>
                  <a:lnTo>
                    <a:pt x="56053" y="106298"/>
                  </a:lnTo>
                  <a:lnTo>
                    <a:pt x="55696" y="101821"/>
                  </a:lnTo>
                  <a:lnTo>
                    <a:pt x="54811" y="100243"/>
                  </a:lnTo>
                  <a:lnTo>
                    <a:pt x="53939" y="99510"/>
                  </a:lnTo>
                  <a:lnTo>
                    <a:pt x="53768" y="97382"/>
                  </a:lnTo>
                  <a:lnTo>
                    <a:pt x="53820" y="96188"/>
                  </a:lnTo>
                  <a:lnTo>
                    <a:pt x="53526" y="93933"/>
                  </a:lnTo>
                  <a:lnTo>
                    <a:pt x="51728" y="88523"/>
                  </a:lnTo>
                  <a:lnTo>
                    <a:pt x="50817" y="84074"/>
                  </a:lnTo>
                  <a:lnTo>
                    <a:pt x="50317" y="82692"/>
                  </a:lnTo>
                  <a:lnTo>
                    <a:pt x="49849" y="80665"/>
                  </a:lnTo>
                  <a:lnTo>
                    <a:pt x="49612" y="76521"/>
                  </a:lnTo>
                  <a:lnTo>
                    <a:pt x="48867" y="71366"/>
                  </a:lnTo>
                  <a:lnTo>
                    <a:pt x="47426" y="65165"/>
                  </a:lnTo>
                  <a:lnTo>
                    <a:pt x="46223" y="60998"/>
                  </a:lnTo>
                  <a:lnTo>
                    <a:pt x="45624" y="56793"/>
                  </a:lnTo>
                  <a:lnTo>
                    <a:pt x="45890" y="52515"/>
                  </a:lnTo>
                  <a:lnTo>
                    <a:pt x="45686" y="49882"/>
                  </a:lnTo>
                  <a:lnTo>
                    <a:pt x="45531" y="49265"/>
                  </a:lnTo>
                  <a:lnTo>
                    <a:pt x="45652" y="48402"/>
                  </a:lnTo>
                  <a:lnTo>
                    <a:pt x="46051" y="48887"/>
                  </a:lnTo>
                  <a:lnTo>
                    <a:pt x="46391" y="48115"/>
                  </a:lnTo>
                  <a:lnTo>
                    <a:pt x="46347" y="45389"/>
                  </a:lnTo>
                  <a:lnTo>
                    <a:pt x="45928" y="44564"/>
                  </a:lnTo>
                  <a:lnTo>
                    <a:pt x="44764" y="43711"/>
                  </a:lnTo>
                  <a:lnTo>
                    <a:pt x="44250" y="43123"/>
                  </a:lnTo>
                  <a:lnTo>
                    <a:pt x="41418" y="42010"/>
                  </a:lnTo>
                  <a:lnTo>
                    <a:pt x="39798" y="40465"/>
                  </a:lnTo>
                  <a:lnTo>
                    <a:pt x="39690" y="36868"/>
                  </a:lnTo>
                  <a:lnTo>
                    <a:pt x="38930" y="35222"/>
                  </a:lnTo>
                  <a:lnTo>
                    <a:pt x="38254" y="34205"/>
                  </a:lnTo>
                  <a:lnTo>
                    <a:pt x="36116" y="32089"/>
                  </a:lnTo>
                  <a:lnTo>
                    <a:pt x="35778" y="33171"/>
                  </a:lnTo>
                  <a:lnTo>
                    <a:pt x="35492" y="35168"/>
                  </a:lnTo>
                  <a:lnTo>
                    <a:pt x="34604" y="35606"/>
                  </a:lnTo>
                  <a:lnTo>
                    <a:pt x="33827" y="35694"/>
                  </a:lnTo>
                  <a:lnTo>
                    <a:pt x="32524" y="34303"/>
                  </a:lnTo>
                  <a:lnTo>
                    <a:pt x="29292" y="29010"/>
                  </a:lnTo>
                  <a:lnTo>
                    <a:pt x="28609" y="28162"/>
                  </a:lnTo>
                  <a:lnTo>
                    <a:pt x="27601" y="27713"/>
                  </a:lnTo>
                  <a:lnTo>
                    <a:pt x="27105" y="26855"/>
                  </a:lnTo>
                  <a:lnTo>
                    <a:pt x="24921" y="24070"/>
                  </a:lnTo>
                  <a:lnTo>
                    <a:pt x="25359" y="25551"/>
                  </a:lnTo>
                  <a:lnTo>
                    <a:pt x="25990" y="27090"/>
                  </a:lnTo>
                  <a:lnTo>
                    <a:pt x="26553" y="31564"/>
                  </a:lnTo>
                  <a:lnTo>
                    <a:pt x="25891" y="34790"/>
                  </a:lnTo>
                  <a:lnTo>
                    <a:pt x="25508" y="46065"/>
                  </a:lnTo>
                  <a:lnTo>
                    <a:pt x="25931" y="48308"/>
                  </a:lnTo>
                  <a:lnTo>
                    <a:pt x="26881" y="51905"/>
                  </a:lnTo>
                  <a:lnTo>
                    <a:pt x="27535" y="57624"/>
                  </a:lnTo>
                  <a:lnTo>
                    <a:pt x="27739" y="61879"/>
                  </a:lnTo>
                  <a:lnTo>
                    <a:pt x="28331" y="65257"/>
                  </a:lnTo>
                  <a:lnTo>
                    <a:pt x="28144" y="73198"/>
                  </a:lnTo>
                  <a:lnTo>
                    <a:pt x="28369" y="75616"/>
                  </a:lnTo>
                  <a:lnTo>
                    <a:pt x="29271" y="79577"/>
                  </a:lnTo>
                  <a:lnTo>
                    <a:pt x="30942" y="83294"/>
                  </a:lnTo>
                  <a:lnTo>
                    <a:pt x="31291" y="85252"/>
                  </a:lnTo>
                  <a:lnTo>
                    <a:pt x="33488" y="88085"/>
                  </a:lnTo>
                  <a:lnTo>
                    <a:pt x="34820" y="91773"/>
                  </a:lnTo>
                  <a:lnTo>
                    <a:pt x="37465" y="96799"/>
                  </a:lnTo>
                  <a:lnTo>
                    <a:pt x="38299" y="98925"/>
                  </a:lnTo>
                  <a:lnTo>
                    <a:pt x="40686" y="106763"/>
                  </a:lnTo>
                  <a:lnTo>
                    <a:pt x="40763" y="109093"/>
                  </a:lnTo>
                  <a:lnTo>
                    <a:pt x="41204" y="111950"/>
                  </a:lnTo>
                  <a:lnTo>
                    <a:pt x="42542" y="111360"/>
                  </a:lnTo>
                  <a:lnTo>
                    <a:pt x="43143" y="113535"/>
                  </a:lnTo>
                  <a:lnTo>
                    <a:pt x="43074" y="114540"/>
                  </a:lnTo>
                  <a:lnTo>
                    <a:pt x="43236" y="115306"/>
                  </a:lnTo>
                  <a:lnTo>
                    <a:pt x="43938" y="115137"/>
                  </a:lnTo>
                  <a:lnTo>
                    <a:pt x="44544" y="115730"/>
                  </a:lnTo>
                  <a:lnTo>
                    <a:pt x="45815" y="124211"/>
                  </a:lnTo>
                  <a:lnTo>
                    <a:pt x="46497" y="125368"/>
                  </a:lnTo>
                  <a:lnTo>
                    <a:pt x="47370" y="125863"/>
                  </a:lnTo>
                  <a:lnTo>
                    <a:pt x="48345" y="126798"/>
                  </a:lnTo>
                  <a:lnTo>
                    <a:pt x="48408" y="128972"/>
                  </a:lnTo>
                  <a:lnTo>
                    <a:pt x="48372" y="130705"/>
                  </a:lnTo>
                  <a:lnTo>
                    <a:pt x="49198" y="133213"/>
                  </a:lnTo>
                  <a:lnTo>
                    <a:pt x="49058" y="136609"/>
                  </a:lnTo>
                  <a:lnTo>
                    <a:pt x="49725" y="139485"/>
                  </a:lnTo>
                  <a:lnTo>
                    <a:pt x="49624" y="142269"/>
                  </a:lnTo>
                  <a:lnTo>
                    <a:pt x="49898" y="144475"/>
                  </a:lnTo>
                  <a:lnTo>
                    <a:pt x="51958" y="149454"/>
                  </a:lnTo>
                  <a:lnTo>
                    <a:pt x="54495" y="153415"/>
                  </a:lnTo>
                  <a:lnTo>
                    <a:pt x="55024" y="158615"/>
                  </a:lnTo>
                  <a:lnTo>
                    <a:pt x="56059" y="163366"/>
                  </a:lnTo>
                  <a:lnTo>
                    <a:pt x="57119" y="164570"/>
                  </a:lnTo>
                  <a:lnTo>
                    <a:pt x="58189" y="166545"/>
                  </a:lnTo>
                  <a:lnTo>
                    <a:pt x="58057" y="168595"/>
                  </a:lnTo>
                  <a:lnTo>
                    <a:pt x="58130" y="169855"/>
                  </a:lnTo>
                  <a:lnTo>
                    <a:pt x="59560" y="173604"/>
                  </a:lnTo>
                  <a:lnTo>
                    <a:pt x="59793" y="178382"/>
                  </a:lnTo>
                  <a:lnTo>
                    <a:pt x="61027" y="181508"/>
                  </a:lnTo>
                  <a:lnTo>
                    <a:pt x="61375" y="181754"/>
                  </a:lnTo>
                  <a:lnTo>
                    <a:pt x="61647" y="181264"/>
                  </a:lnTo>
                  <a:lnTo>
                    <a:pt x="60748" y="178123"/>
                  </a:lnTo>
                  <a:lnTo>
                    <a:pt x="60313" y="176085"/>
                  </a:lnTo>
                  <a:lnTo>
                    <a:pt x="60257" y="172869"/>
                  </a:lnTo>
                  <a:lnTo>
                    <a:pt x="60558" y="172437"/>
                  </a:lnTo>
                  <a:lnTo>
                    <a:pt x="63120" y="177522"/>
                  </a:lnTo>
                  <a:lnTo>
                    <a:pt x="63390" y="181316"/>
                  </a:lnTo>
                  <a:lnTo>
                    <a:pt x="64250" y="183460"/>
                  </a:lnTo>
                  <a:lnTo>
                    <a:pt x="64314" y="186362"/>
                  </a:lnTo>
                  <a:lnTo>
                    <a:pt x="64837" y="188090"/>
                  </a:lnTo>
                  <a:lnTo>
                    <a:pt x="64995" y="190600"/>
                  </a:lnTo>
                  <a:lnTo>
                    <a:pt x="65817" y="194725"/>
                  </a:lnTo>
                  <a:lnTo>
                    <a:pt x="65837" y="200460"/>
                  </a:lnTo>
                  <a:lnTo>
                    <a:pt x="66278" y="204643"/>
                  </a:lnTo>
                  <a:lnTo>
                    <a:pt x="67891" y="211060"/>
                  </a:lnTo>
                  <a:lnTo>
                    <a:pt x="69198" y="212409"/>
                  </a:lnTo>
                  <a:lnTo>
                    <a:pt x="69434" y="215560"/>
                  </a:lnTo>
                  <a:lnTo>
                    <a:pt x="70793" y="223718"/>
                  </a:lnTo>
                  <a:lnTo>
                    <a:pt x="72364" y="228140"/>
                  </a:lnTo>
                  <a:lnTo>
                    <a:pt x="73146" y="231890"/>
                  </a:lnTo>
                  <a:lnTo>
                    <a:pt x="73254" y="234229"/>
                  </a:lnTo>
                  <a:lnTo>
                    <a:pt x="72666" y="237686"/>
                  </a:lnTo>
                  <a:lnTo>
                    <a:pt x="72603" y="240100"/>
                  </a:lnTo>
                  <a:lnTo>
                    <a:pt x="73457" y="247440"/>
                  </a:lnTo>
                  <a:lnTo>
                    <a:pt x="74733" y="251201"/>
                  </a:lnTo>
                  <a:lnTo>
                    <a:pt x="76158" y="252110"/>
                  </a:lnTo>
                  <a:lnTo>
                    <a:pt x="76406" y="252650"/>
                  </a:lnTo>
                  <a:lnTo>
                    <a:pt x="76293" y="253660"/>
                  </a:lnTo>
                  <a:lnTo>
                    <a:pt x="76772" y="254560"/>
                  </a:lnTo>
                  <a:lnTo>
                    <a:pt x="77311" y="253409"/>
                  </a:lnTo>
                  <a:lnTo>
                    <a:pt x="77574" y="251771"/>
                  </a:lnTo>
                  <a:lnTo>
                    <a:pt x="77300" y="249871"/>
                  </a:lnTo>
                  <a:lnTo>
                    <a:pt x="77253" y="248488"/>
                  </a:lnTo>
                  <a:lnTo>
                    <a:pt x="77495" y="247499"/>
                  </a:lnTo>
                  <a:lnTo>
                    <a:pt x="77959" y="247349"/>
                  </a:lnTo>
                  <a:lnTo>
                    <a:pt x="80685" y="252370"/>
                  </a:lnTo>
                  <a:lnTo>
                    <a:pt x="81143" y="254297"/>
                  </a:lnTo>
                  <a:lnTo>
                    <a:pt x="82158" y="256554"/>
                  </a:lnTo>
                  <a:lnTo>
                    <a:pt x="83087" y="259331"/>
                  </a:lnTo>
                  <a:lnTo>
                    <a:pt x="83488" y="261522"/>
                  </a:lnTo>
                  <a:lnTo>
                    <a:pt x="84231" y="263327"/>
                  </a:lnTo>
                  <a:lnTo>
                    <a:pt x="84617" y="267529"/>
                  </a:lnTo>
                  <a:lnTo>
                    <a:pt x="86513" y="269411"/>
                  </a:lnTo>
                  <a:lnTo>
                    <a:pt x="87521" y="272891"/>
                  </a:lnTo>
                  <a:lnTo>
                    <a:pt x="87587" y="275094"/>
                  </a:lnTo>
                  <a:lnTo>
                    <a:pt x="87098" y="280733"/>
                  </a:lnTo>
                  <a:lnTo>
                    <a:pt x="86671" y="282356"/>
                  </a:lnTo>
                  <a:lnTo>
                    <a:pt x="85141" y="284754"/>
                  </a:lnTo>
                  <a:lnTo>
                    <a:pt x="84028" y="287615"/>
                  </a:lnTo>
                  <a:lnTo>
                    <a:pt x="82954" y="289378"/>
                  </a:lnTo>
                  <a:lnTo>
                    <a:pt x="81814" y="290450"/>
                  </a:lnTo>
                  <a:lnTo>
                    <a:pt x="80873" y="290209"/>
                  </a:lnTo>
                  <a:lnTo>
                    <a:pt x="79967" y="286917"/>
                  </a:lnTo>
                  <a:lnTo>
                    <a:pt x="78893" y="276987"/>
                  </a:lnTo>
                  <a:lnTo>
                    <a:pt x="78173" y="274897"/>
                  </a:lnTo>
                  <a:lnTo>
                    <a:pt x="77665" y="271781"/>
                  </a:lnTo>
                  <a:lnTo>
                    <a:pt x="76826" y="269203"/>
                  </a:lnTo>
                  <a:lnTo>
                    <a:pt x="73791" y="265292"/>
                  </a:lnTo>
                  <a:lnTo>
                    <a:pt x="72259" y="261164"/>
                  </a:lnTo>
                  <a:lnTo>
                    <a:pt x="70775" y="258408"/>
                  </a:lnTo>
                  <a:lnTo>
                    <a:pt x="69178" y="254419"/>
                  </a:lnTo>
                  <a:lnTo>
                    <a:pt x="64827" y="247807"/>
                  </a:lnTo>
                  <a:lnTo>
                    <a:pt x="63023" y="244439"/>
                  </a:lnTo>
                  <a:lnTo>
                    <a:pt x="61834" y="241106"/>
                  </a:lnTo>
                  <a:lnTo>
                    <a:pt x="61068" y="241155"/>
                  </a:lnTo>
                  <a:lnTo>
                    <a:pt x="60476" y="241498"/>
                  </a:lnTo>
                  <a:lnTo>
                    <a:pt x="60252" y="240586"/>
                  </a:lnTo>
                  <a:lnTo>
                    <a:pt x="60218" y="238861"/>
                  </a:lnTo>
                  <a:lnTo>
                    <a:pt x="59957" y="237729"/>
                  </a:lnTo>
                  <a:lnTo>
                    <a:pt x="57410" y="232707"/>
                  </a:lnTo>
                  <a:lnTo>
                    <a:pt x="56882" y="229929"/>
                  </a:lnTo>
                  <a:lnTo>
                    <a:pt x="56774" y="226706"/>
                  </a:lnTo>
                  <a:lnTo>
                    <a:pt x="57348" y="218407"/>
                  </a:lnTo>
                  <a:lnTo>
                    <a:pt x="57600" y="213553"/>
                  </a:lnTo>
                  <a:lnTo>
                    <a:pt x="57440" y="211053"/>
                  </a:lnTo>
                  <a:lnTo>
                    <a:pt x="57173" y="210712"/>
                  </a:lnTo>
                  <a:lnTo>
                    <a:pt x="56932" y="209353"/>
                  </a:lnTo>
                  <a:lnTo>
                    <a:pt x="56873" y="205360"/>
                  </a:lnTo>
                  <a:lnTo>
                    <a:pt x="56260" y="201014"/>
                  </a:lnTo>
                  <a:lnTo>
                    <a:pt x="53950" y="192110"/>
                  </a:lnTo>
                  <a:lnTo>
                    <a:pt x="52260" y="190350"/>
                  </a:lnTo>
                  <a:lnTo>
                    <a:pt x="50757" y="189072"/>
                  </a:lnTo>
                  <a:lnTo>
                    <a:pt x="46642" y="181197"/>
                  </a:lnTo>
                  <a:lnTo>
                    <a:pt x="45524" y="177259"/>
                  </a:lnTo>
                  <a:lnTo>
                    <a:pt x="45252" y="175023"/>
                  </a:lnTo>
                  <a:lnTo>
                    <a:pt x="45109" y="170471"/>
                  </a:lnTo>
                  <a:lnTo>
                    <a:pt x="44541" y="173108"/>
                  </a:lnTo>
                  <a:lnTo>
                    <a:pt x="43786" y="175059"/>
                  </a:lnTo>
                  <a:lnTo>
                    <a:pt x="42042" y="174916"/>
                  </a:lnTo>
                  <a:lnTo>
                    <a:pt x="40081" y="177118"/>
                  </a:lnTo>
                  <a:lnTo>
                    <a:pt x="38915" y="175047"/>
                  </a:lnTo>
                  <a:lnTo>
                    <a:pt x="38286" y="172698"/>
                  </a:lnTo>
                  <a:lnTo>
                    <a:pt x="37328" y="169872"/>
                  </a:lnTo>
                  <a:lnTo>
                    <a:pt x="36250" y="169318"/>
                  </a:lnTo>
                  <a:lnTo>
                    <a:pt x="35562" y="169246"/>
                  </a:lnTo>
                  <a:lnTo>
                    <a:pt x="34273" y="165751"/>
                  </a:lnTo>
                  <a:lnTo>
                    <a:pt x="33230" y="164642"/>
                  </a:lnTo>
                  <a:lnTo>
                    <a:pt x="31737" y="164213"/>
                  </a:lnTo>
                  <a:lnTo>
                    <a:pt x="30466" y="162436"/>
                  </a:lnTo>
                  <a:lnTo>
                    <a:pt x="30075" y="160502"/>
                  </a:lnTo>
                  <a:lnTo>
                    <a:pt x="29864" y="157765"/>
                  </a:lnTo>
                  <a:lnTo>
                    <a:pt x="29392" y="156143"/>
                  </a:lnTo>
                  <a:lnTo>
                    <a:pt x="27396" y="152939"/>
                  </a:lnTo>
                  <a:lnTo>
                    <a:pt x="25771" y="149404"/>
                  </a:lnTo>
                  <a:lnTo>
                    <a:pt x="24241" y="147133"/>
                  </a:lnTo>
                  <a:lnTo>
                    <a:pt x="23790" y="145276"/>
                  </a:lnTo>
                  <a:lnTo>
                    <a:pt x="23753" y="144006"/>
                  </a:lnTo>
                  <a:lnTo>
                    <a:pt x="26171" y="144358"/>
                  </a:lnTo>
                  <a:lnTo>
                    <a:pt x="29050" y="145718"/>
                  </a:lnTo>
                  <a:lnTo>
                    <a:pt x="30430" y="145335"/>
                  </a:lnTo>
                  <a:lnTo>
                    <a:pt x="31290" y="144025"/>
                  </a:lnTo>
                  <a:lnTo>
                    <a:pt x="32109" y="143086"/>
                  </a:lnTo>
                  <a:lnTo>
                    <a:pt x="32240" y="144103"/>
                  </a:lnTo>
                  <a:lnTo>
                    <a:pt x="32090" y="145960"/>
                  </a:lnTo>
                  <a:lnTo>
                    <a:pt x="32881" y="147662"/>
                  </a:lnTo>
                  <a:lnTo>
                    <a:pt x="33965" y="149042"/>
                  </a:lnTo>
                  <a:lnTo>
                    <a:pt x="34735" y="148916"/>
                  </a:lnTo>
                  <a:lnTo>
                    <a:pt x="33989" y="147411"/>
                  </a:lnTo>
                  <a:lnTo>
                    <a:pt x="33531" y="144340"/>
                  </a:lnTo>
                  <a:lnTo>
                    <a:pt x="33736" y="143234"/>
                  </a:lnTo>
                  <a:lnTo>
                    <a:pt x="33724" y="141707"/>
                  </a:lnTo>
                  <a:lnTo>
                    <a:pt x="32654" y="142051"/>
                  </a:lnTo>
                  <a:lnTo>
                    <a:pt x="32503" y="141269"/>
                  </a:lnTo>
                  <a:lnTo>
                    <a:pt x="33419" y="138941"/>
                  </a:lnTo>
                  <a:lnTo>
                    <a:pt x="34470" y="132793"/>
                  </a:lnTo>
                  <a:lnTo>
                    <a:pt x="34972" y="126740"/>
                  </a:lnTo>
                  <a:lnTo>
                    <a:pt x="33870" y="121444"/>
                  </a:lnTo>
                  <a:lnTo>
                    <a:pt x="32011" y="117764"/>
                  </a:lnTo>
                  <a:lnTo>
                    <a:pt x="27982" y="106989"/>
                  </a:lnTo>
                  <a:lnTo>
                    <a:pt x="25576" y="101455"/>
                  </a:lnTo>
                  <a:lnTo>
                    <a:pt x="24879" y="99394"/>
                  </a:lnTo>
                  <a:lnTo>
                    <a:pt x="24241" y="98425"/>
                  </a:lnTo>
                  <a:lnTo>
                    <a:pt x="22278" y="97159"/>
                  </a:lnTo>
                  <a:lnTo>
                    <a:pt x="20633" y="94066"/>
                  </a:lnTo>
                  <a:lnTo>
                    <a:pt x="17748" y="89690"/>
                  </a:lnTo>
                  <a:lnTo>
                    <a:pt x="16515" y="87433"/>
                  </a:lnTo>
                  <a:lnTo>
                    <a:pt x="15666" y="82134"/>
                  </a:lnTo>
                  <a:lnTo>
                    <a:pt x="14988" y="81411"/>
                  </a:lnTo>
                  <a:lnTo>
                    <a:pt x="15201" y="77748"/>
                  </a:lnTo>
                  <a:lnTo>
                    <a:pt x="14905" y="71263"/>
                  </a:lnTo>
                  <a:lnTo>
                    <a:pt x="14422" y="69603"/>
                  </a:lnTo>
                  <a:lnTo>
                    <a:pt x="12859" y="67988"/>
                  </a:lnTo>
                  <a:lnTo>
                    <a:pt x="12487" y="63582"/>
                  </a:lnTo>
                  <a:lnTo>
                    <a:pt x="12410" y="59389"/>
                  </a:lnTo>
                  <a:lnTo>
                    <a:pt x="12106" y="56473"/>
                  </a:lnTo>
                  <a:lnTo>
                    <a:pt x="9447" y="51557"/>
                  </a:lnTo>
                  <a:lnTo>
                    <a:pt x="9296" y="49180"/>
                  </a:lnTo>
                  <a:lnTo>
                    <a:pt x="9295" y="46923"/>
                  </a:lnTo>
                  <a:lnTo>
                    <a:pt x="9025" y="44694"/>
                  </a:lnTo>
                  <a:lnTo>
                    <a:pt x="7605" y="40019"/>
                  </a:lnTo>
                  <a:lnTo>
                    <a:pt x="5890" y="35939"/>
                  </a:lnTo>
                  <a:lnTo>
                    <a:pt x="5293" y="33994"/>
                  </a:lnTo>
                  <a:lnTo>
                    <a:pt x="5221" y="30042"/>
                  </a:lnTo>
                  <a:lnTo>
                    <a:pt x="4612" y="28980"/>
                  </a:lnTo>
                  <a:lnTo>
                    <a:pt x="4843" y="28712"/>
                  </a:lnTo>
                  <a:lnTo>
                    <a:pt x="5407" y="28810"/>
                  </a:lnTo>
                  <a:lnTo>
                    <a:pt x="5727" y="28288"/>
                  </a:lnTo>
                  <a:lnTo>
                    <a:pt x="5762" y="25537"/>
                  </a:lnTo>
                  <a:lnTo>
                    <a:pt x="3182" y="21215"/>
                  </a:lnTo>
                  <a:lnTo>
                    <a:pt x="2436" y="15270"/>
                  </a:lnTo>
                  <a:lnTo>
                    <a:pt x="1061" y="12124"/>
                  </a:lnTo>
                  <a:lnTo>
                    <a:pt x="739" y="10984"/>
                  </a:lnTo>
                  <a:lnTo>
                    <a:pt x="0" y="5377"/>
                  </a:lnTo>
                  <a:lnTo>
                    <a:pt x="3249" y="4743"/>
                  </a:lnTo>
                  <a:lnTo>
                    <a:pt x="6498" y="4110"/>
                  </a:lnTo>
                  <a:lnTo>
                    <a:pt x="9748" y="3478"/>
                  </a:lnTo>
                  <a:lnTo>
                    <a:pt x="12997" y="2845"/>
                  </a:lnTo>
                  <a:lnTo>
                    <a:pt x="16247" y="2211"/>
                  </a:lnTo>
                  <a:lnTo>
                    <a:pt x="19496" y="1579"/>
                  </a:lnTo>
                  <a:lnTo>
                    <a:pt x="22745" y="946"/>
                  </a:lnTo>
                  <a:lnTo>
                    <a:pt x="25995" y="313"/>
                  </a:lnTo>
                  <a:lnTo>
                    <a:pt x="27293" y="0"/>
                  </a:lnTo>
                  <a:lnTo>
                    <a:pt x="26575" y="4448"/>
                  </a:lnTo>
                  <a:lnTo>
                    <a:pt x="26030" y="6117"/>
                  </a:lnTo>
                  <a:lnTo>
                    <a:pt x="31415" y="10490"/>
                  </a:lnTo>
                  <a:lnTo>
                    <a:pt x="36801" y="14863"/>
                  </a:lnTo>
                  <a:lnTo>
                    <a:pt x="42186" y="19237"/>
                  </a:lnTo>
                  <a:lnTo>
                    <a:pt x="47571" y="23611"/>
                  </a:lnTo>
                  <a:lnTo>
                    <a:pt x="52956" y="27985"/>
                  </a:lnTo>
                  <a:lnTo>
                    <a:pt x="58342" y="32359"/>
                  </a:lnTo>
                  <a:lnTo>
                    <a:pt x="63727" y="36731"/>
                  </a:lnTo>
                  <a:lnTo>
                    <a:pt x="69112" y="41106"/>
                  </a:lnTo>
                  <a:lnTo>
                    <a:pt x="73126" y="41087"/>
                  </a:lnTo>
                  <a:lnTo>
                    <a:pt x="77139" y="41067"/>
                  </a:lnTo>
                  <a:lnTo>
                    <a:pt x="81153" y="41048"/>
                  </a:lnTo>
                  <a:lnTo>
                    <a:pt x="85166" y="41029"/>
                  </a:lnTo>
                  <a:lnTo>
                    <a:pt x="89180" y="41010"/>
                  </a:lnTo>
                  <a:lnTo>
                    <a:pt x="93193" y="40990"/>
                  </a:lnTo>
                  <a:lnTo>
                    <a:pt x="97207" y="40970"/>
                  </a:lnTo>
                  <a:lnTo>
                    <a:pt x="101220" y="40951"/>
                  </a:lnTo>
                  <a:lnTo>
                    <a:pt x="101227" y="37628"/>
                  </a:lnTo>
                  <a:lnTo>
                    <a:pt x="101234" y="34304"/>
                  </a:lnTo>
                  <a:lnTo>
                    <a:pt x="101242" y="30981"/>
                  </a:lnTo>
                  <a:lnTo>
                    <a:pt x="101250" y="27657"/>
                  </a:lnTo>
                  <a:lnTo>
                    <a:pt x="103746" y="27692"/>
                  </a:lnTo>
                  <a:lnTo>
                    <a:pt x="106242" y="27725"/>
                  </a:lnTo>
                  <a:lnTo>
                    <a:pt x="108739" y="27759"/>
                  </a:lnTo>
                  <a:lnTo>
                    <a:pt x="111235" y="27793"/>
                  </a:lnTo>
                  <a:lnTo>
                    <a:pt x="113731" y="27826"/>
                  </a:lnTo>
                  <a:lnTo>
                    <a:pt x="116227" y="27860"/>
                  </a:lnTo>
                  <a:lnTo>
                    <a:pt x="118723" y="27894"/>
                  </a:lnTo>
                  <a:lnTo>
                    <a:pt x="121415" y="28097"/>
                  </a:lnTo>
                  <a:lnTo>
                    <a:pt x="122426" y="30622"/>
                  </a:lnTo>
                  <a:lnTo>
                    <a:pt x="123462" y="34591"/>
                  </a:lnTo>
                  <a:lnTo>
                    <a:pt x="124685" y="37361"/>
                  </a:lnTo>
                  <a:lnTo>
                    <a:pt x="126093" y="38933"/>
                  </a:lnTo>
                  <a:lnTo>
                    <a:pt x="128493" y="43564"/>
                  </a:lnTo>
                  <a:lnTo>
                    <a:pt x="131885" y="51254"/>
                  </a:lnTo>
                  <a:lnTo>
                    <a:pt x="134589" y="56381"/>
                  </a:lnTo>
                  <a:lnTo>
                    <a:pt x="136607" y="58943"/>
                  </a:lnTo>
                  <a:lnTo>
                    <a:pt x="137962" y="61148"/>
                  </a:lnTo>
                  <a:lnTo>
                    <a:pt x="138654" y="62998"/>
                  </a:lnTo>
                  <a:lnTo>
                    <a:pt x="139585" y="67007"/>
                  </a:lnTo>
                  <a:lnTo>
                    <a:pt x="141340" y="76264"/>
                  </a:lnTo>
                  <a:lnTo>
                    <a:pt x="141340" y="80515"/>
                  </a:lnTo>
                  <a:lnTo>
                    <a:pt x="142012" y="84540"/>
                  </a:lnTo>
                  <a:lnTo>
                    <a:pt x="143354" y="89759"/>
                  </a:lnTo>
                  <a:lnTo>
                    <a:pt x="144528" y="92831"/>
                  </a:lnTo>
                  <a:lnTo>
                    <a:pt x="145532" y="93756"/>
                  </a:lnTo>
                  <a:lnTo>
                    <a:pt x="146630" y="95604"/>
                  </a:lnTo>
                  <a:lnTo>
                    <a:pt x="147821" y="98374"/>
                  </a:lnTo>
                  <a:lnTo>
                    <a:pt x="149194" y="100235"/>
                  </a:lnTo>
                  <a:lnTo>
                    <a:pt x="150747" y="101183"/>
                  </a:lnTo>
                  <a:lnTo>
                    <a:pt x="152893" y="103671"/>
                  </a:lnTo>
                  <a:lnTo>
                    <a:pt x="155630" y="107695"/>
                  </a:lnTo>
                  <a:lnTo>
                    <a:pt x="157506" y="109751"/>
                  </a:lnTo>
                  <a:lnTo>
                    <a:pt x="158521" y="109837"/>
                  </a:lnTo>
                  <a:lnTo>
                    <a:pt x="159411" y="108546"/>
                  </a:lnTo>
                  <a:lnTo>
                    <a:pt x="160173" y="105877"/>
                  </a:lnTo>
                  <a:lnTo>
                    <a:pt x="160923" y="104158"/>
                  </a:lnTo>
                  <a:lnTo>
                    <a:pt x="161659" y="103389"/>
                  </a:lnTo>
                  <a:lnTo>
                    <a:pt x="161958" y="102160"/>
                  </a:lnTo>
                  <a:lnTo>
                    <a:pt x="161820" y="100466"/>
                  </a:lnTo>
                  <a:lnTo>
                    <a:pt x="162318" y="96666"/>
                  </a:lnTo>
                  <a:lnTo>
                    <a:pt x="163451" y="90756"/>
                  </a:lnTo>
                  <a:lnTo>
                    <a:pt x="164805" y="87553"/>
                  </a:lnTo>
                  <a:lnTo>
                    <a:pt x="166380" y="87058"/>
                  </a:lnTo>
                  <a:lnTo>
                    <a:pt x="167409" y="85948"/>
                  </a:lnTo>
                  <a:lnTo>
                    <a:pt x="167892" y="84224"/>
                  </a:lnTo>
                  <a:lnTo>
                    <a:pt x="168734" y="84041"/>
                  </a:lnTo>
                  <a:lnTo>
                    <a:pt x="169936" y="85399"/>
                  </a:lnTo>
                  <a:lnTo>
                    <a:pt x="171891" y="86272"/>
                  </a:lnTo>
                  <a:lnTo>
                    <a:pt x="174600" y="86663"/>
                  </a:lnTo>
                  <a:lnTo>
                    <a:pt x="176198" y="86530"/>
                  </a:lnTo>
                  <a:lnTo>
                    <a:pt x="176686" y="85872"/>
                  </a:lnTo>
                  <a:lnTo>
                    <a:pt x="176939" y="85907"/>
                  </a:lnTo>
                  <a:lnTo>
                    <a:pt x="176959" y="86631"/>
                  </a:lnTo>
                  <a:lnTo>
                    <a:pt x="177360" y="86938"/>
                  </a:lnTo>
                  <a:lnTo>
                    <a:pt x="178143" y="86829"/>
                  </a:lnTo>
                  <a:lnTo>
                    <a:pt x="178824" y="87842"/>
                  </a:lnTo>
                  <a:lnTo>
                    <a:pt x="179697" y="91048"/>
                  </a:lnTo>
                  <a:lnTo>
                    <a:pt x="182705" y="96183"/>
                  </a:lnTo>
                  <a:lnTo>
                    <a:pt x="182958" y="97944"/>
                  </a:lnTo>
                  <a:lnTo>
                    <a:pt x="184005" y="100485"/>
                  </a:lnTo>
                  <a:lnTo>
                    <a:pt x="185930" y="104391"/>
                  </a:lnTo>
                  <a:lnTo>
                    <a:pt x="187020" y="107758"/>
                  </a:lnTo>
                  <a:lnTo>
                    <a:pt x="187273" y="110588"/>
                  </a:lnTo>
                  <a:lnTo>
                    <a:pt x="188257" y="115063"/>
                  </a:lnTo>
                  <a:lnTo>
                    <a:pt x="189969" y="121184"/>
                  </a:lnTo>
                  <a:lnTo>
                    <a:pt x="190732" y="124484"/>
                  </a:lnTo>
                  <a:lnTo>
                    <a:pt x="190546" y="124960"/>
                  </a:lnTo>
                  <a:lnTo>
                    <a:pt x="190680" y="126682"/>
                  </a:lnTo>
                  <a:lnTo>
                    <a:pt x="191137" y="129650"/>
                  </a:lnTo>
                  <a:lnTo>
                    <a:pt x="191986" y="132164"/>
                  </a:lnTo>
                  <a:lnTo>
                    <a:pt x="193228" y="134223"/>
                  </a:lnTo>
                  <a:lnTo>
                    <a:pt x="194483" y="137919"/>
                  </a:lnTo>
                  <a:lnTo>
                    <a:pt x="195752" y="143255"/>
                  </a:lnTo>
                  <a:lnTo>
                    <a:pt x="197290" y="147313"/>
                  </a:lnTo>
                  <a:lnTo>
                    <a:pt x="199094" y="150092"/>
                  </a:lnTo>
                  <a:lnTo>
                    <a:pt x="200116" y="152679"/>
                  </a:lnTo>
                  <a:lnTo>
                    <a:pt x="200355" y="155071"/>
                  </a:lnTo>
                  <a:lnTo>
                    <a:pt x="200337" y="157120"/>
                  </a:lnTo>
                  <a:lnTo>
                    <a:pt x="200063" y="158826"/>
                  </a:lnTo>
                  <a:lnTo>
                    <a:pt x="200179" y="160446"/>
                  </a:lnTo>
                  <a:lnTo>
                    <a:pt x="200686" y="161977"/>
                  </a:lnTo>
                  <a:lnTo>
                    <a:pt x="200855" y="163855"/>
                  </a:lnTo>
                  <a:lnTo>
                    <a:pt x="200657" y="166468"/>
                  </a:lnTo>
                  <a:lnTo>
                    <a:pt x="200671" y="167208"/>
                  </a:lnTo>
                  <a:lnTo>
                    <a:pt x="200818" y="167799"/>
                  </a:lnTo>
                  <a:lnTo>
                    <a:pt x="202420" y="172289"/>
                  </a:lnTo>
                  <a:lnTo>
                    <a:pt x="203243" y="175917"/>
                  </a:lnTo>
                  <a:lnTo>
                    <a:pt x="203900" y="181761"/>
                  </a:lnTo>
                  <a:lnTo>
                    <a:pt x="204631" y="185225"/>
                  </a:lnTo>
                  <a:lnTo>
                    <a:pt x="205681" y="186642"/>
                  </a:lnTo>
                  <a:lnTo>
                    <a:pt x="207294" y="187166"/>
                  </a:lnTo>
                  <a:lnTo>
                    <a:pt x="208520" y="188372"/>
                  </a:lnTo>
                  <a:lnTo>
                    <a:pt x="209359" y="190262"/>
                  </a:lnTo>
                  <a:lnTo>
                    <a:pt x="210416" y="191403"/>
                  </a:lnTo>
                  <a:lnTo>
                    <a:pt x="211692" y="191796"/>
                  </a:lnTo>
                  <a:lnTo>
                    <a:pt x="212916" y="193042"/>
                  </a:lnTo>
                  <a:lnTo>
                    <a:pt x="214087" y="195146"/>
                  </a:lnTo>
                  <a:lnTo>
                    <a:pt x="216269" y="196527"/>
                  </a:lnTo>
                  <a:lnTo>
                    <a:pt x="219465" y="197189"/>
                  </a:lnTo>
                  <a:lnTo>
                    <a:pt x="221897" y="198899"/>
                  </a:lnTo>
                  <a:lnTo>
                    <a:pt x="223566" y="201657"/>
                  </a:lnTo>
                  <a:lnTo>
                    <a:pt x="224300" y="202219"/>
                  </a:lnTo>
                  <a:lnTo>
                    <a:pt x="224498" y="202258"/>
                  </a:lnTo>
                  <a:lnTo>
                    <a:pt x="224594" y="201836"/>
                  </a:lnTo>
                  <a:lnTo>
                    <a:pt x="224720" y="201056"/>
                  </a:lnTo>
                  <a:lnTo>
                    <a:pt x="225365" y="20015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5094390" y="3456357"/>
              <a:ext cx="1635" cy="6334"/>
            </a:xfrm>
            <a:custGeom>
              <a:avLst/>
              <a:pathLst>
                <a:path w="1635" h="6334">
                  <a:moveTo>
                    <a:pt x="505" y="5439"/>
                  </a:moveTo>
                  <a:lnTo>
                    <a:pt x="282" y="6334"/>
                  </a:lnTo>
                  <a:lnTo>
                    <a:pt x="0" y="6271"/>
                  </a:lnTo>
                  <a:lnTo>
                    <a:pt x="246" y="5606"/>
                  </a:lnTo>
                  <a:lnTo>
                    <a:pt x="415" y="4679"/>
                  </a:lnTo>
                  <a:lnTo>
                    <a:pt x="687" y="2040"/>
                  </a:lnTo>
                  <a:lnTo>
                    <a:pt x="1247" y="1096"/>
                  </a:lnTo>
                  <a:lnTo>
                    <a:pt x="1635" y="0"/>
                  </a:lnTo>
                  <a:lnTo>
                    <a:pt x="1542" y="1136"/>
                  </a:lnTo>
                  <a:lnTo>
                    <a:pt x="931" y="233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5116951" y="3425801"/>
              <a:ext cx="2038" cy="2219"/>
            </a:xfrm>
            <a:custGeom>
              <a:avLst/>
              <a:pathLst>
                <a:path w="2038" h="2219">
                  <a:moveTo>
                    <a:pt x="0" y="0"/>
                  </a:moveTo>
                  <a:lnTo>
                    <a:pt x="424" y="639"/>
                  </a:lnTo>
                  <a:lnTo>
                    <a:pt x="1260" y="590"/>
                  </a:lnTo>
                  <a:lnTo>
                    <a:pt x="2038" y="2219"/>
                  </a:lnTo>
                  <a:lnTo>
                    <a:pt x="1738" y="2116"/>
                  </a:lnTo>
                  <a:lnTo>
                    <a:pt x="1317" y="1421"/>
                  </a:lnTo>
                  <a:lnTo>
                    <a:pt x="931" y="1128"/>
                  </a:lnTo>
                  <a:lnTo>
                    <a:pt x="417" y="1213"/>
                  </a:lnTo>
                  <a:lnTo>
                    <a:pt x="175" y="94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5110801" y="3422151"/>
              <a:ext cx="4065" cy="3044"/>
            </a:xfrm>
            <a:custGeom>
              <a:avLst/>
              <a:pathLst>
                <a:path w="4065" h="3044">
                  <a:moveTo>
                    <a:pt x="751" y="991"/>
                  </a:moveTo>
                  <a:lnTo>
                    <a:pt x="2171" y="2506"/>
                  </a:lnTo>
                  <a:lnTo>
                    <a:pt x="4065" y="1797"/>
                  </a:lnTo>
                  <a:lnTo>
                    <a:pt x="3761" y="2252"/>
                  </a:lnTo>
                  <a:lnTo>
                    <a:pt x="3054" y="2677"/>
                  </a:lnTo>
                  <a:lnTo>
                    <a:pt x="2583" y="3044"/>
                  </a:lnTo>
                  <a:lnTo>
                    <a:pt x="2266" y="3044"/>
                  </a:lnTo>
                  <a:lnTo>
                    <a:pt x="1891" y="2902"/>
                  </a:lnTo>
                  <a:lnTo>
                    <a:pt x="678" y="1846"/>
                  </a:lnTo>
                  <a:lnTo>
                    <a:pt x="0" y="463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5083994" y="3417291"/>
              <a:ext cx="1761" cy="1261"/>
            </a:xfrm>
            <a:custGeom>
              <a:avLst/>
              <a:pathLst>
                <a:path w="1761" h="1261">
                  <a:moveTo>
                    <a:pt x="1761" y="805"/>
                  </a:moveTo>
                  <a:lnTo>
                    <a:pt x="1593" y="1261"/>
                  </a:lnTo>
                  <a:lnTo>
                    <a:pt x="501" y="989"/>
                  </a:lnTo>
                  <a:lnTo>
                    <a:pt x="0" y="422"/>
                  </a:lnTo>
                  <a:lnTo>
                    <a:pt x="47" y="0"/>
                  </a:lnTo>
                  <a:lnTo>
                    <a:pt x="912" y="40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5063210" y="3304047"/>
              <a:ext cx="621" cy="662"/>
            </a:xfrm>
            <a:custGeom>
              <a:avLst/>
              <a:pathLst>
                <a:path w="621" h="662">
                  <a:moveTo>
                    <a:pt x="517" y="460"/>
                  </a:moveTo>
                  <a:lnTo>
                    <a:pt x="224" y="662"/>
                  </a:lnTo>
                  <a:lnTo>
                    <a:pt x="0" y="451"/>
                  </a:lnTo>
                  <a:lnTo>
                    <a:pt x="160" y="69"/>
                  </a:lnTo>
                  <a:lnTo>
                    <a:pt x="492" y="0"/>
                  </a:lnTo>
                  <a:lnTo>
                    <a:pt x="621" y="10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3400815" y="2382427"/>
              <a:ext cx="29036" cy="44567"/>
            </a:xfrm>
            <a:custGeom>
              <a:avLst/>
              <a:pathLst>
                <a:path w="29036" h="44567">
                  <a:moveTo>
                    <a:pt x="21523" y="1305"/>
                  </a:moveTo>
                  <a:lnTo>
                    <a:pt x="23274" y="5704"/>
                  </a:lnTo>
                  <a:lnTo>
                    <a:pt x="24233" y="7485"/>
                  </a:lnTo>
                  <a:lnTo>
                    <a:pt x="25364" y="8835"/>
                  </a:lnTo>
                  <a:lnTo>
                    <a:pt x="26656" y="9824"/>
                  </a:lnTo>
                  <a:lnTo>
                    <a:pt x="27118" y="10772"/>
                  </a:lnTo>
                  <a:lnTo>
                    <a:pt x="27940" y="15452"/>
                  </a:lnTo>
                  <a:lnTo>
                    <a:pt x="28335" y="17228"/>
                  </a:lnTo>
                  <a:lnTo>
                    <a:pt x="28881" y="17758"/>
                  </a:lnTo>
                  <a:lnTo>
                    <a:pt x="29012" y="18270"/>
                  </a:lnTo>
                  <a:lnTo>
                    <a:pt x="29036" y="18947"/>
                  </a:lnTo>
                  <a:lnTo>
                    <a:pt x="28420" y="22236"/>
                  </a:lnTo>
                  <a:lnTo>
                    <a:pt x="28173" y="29609"/>
                  </a:lnTo>
                  <a:lnTo>
                    <a:pt x="28018" y="30195"/>
                  </a:lnTo>
                  <a:lnTo>
                    <a:pt x="27373" y="30163"/>
                  </a:lnTo>
                  <a:lnTo>
                    <a:pt x="26517" y="30322"/>
                  </a:lnTo>
                  <a:lnTo>
                    <a:pt x="26190" y="30890"/>
                  </a:lnTo>
                  <a:lnTo>
                    <a:pt x="25846" y="34857"/>
                  </a:lnTo>
                  <a:lnTo>
                    <a:pt x="24470" y="35989"/>
                  </a:lnTo>
                  <a:lnTo>
                    <a:pt x="23221" y="36630"/>
                  </a:lnTo>
                  <a:lnTo>
                    <a:pt x="22167" y="36486"/>
                  </a:lnTo>
                  <a:lnTo>
                    <a:pt x="20315" y="35546"/>
                  </a:lnTo>
                  <a:lnTo>
                    <a:pt x="19711" y="35444"/>
                  </a:lnTo>
                  <a:lnTo>
                    <a:pt x="19193" y="35979"/>
                  </a:lnTo>
                  <a:lnTo>
                    <a:pt x="17541" y="36262"/>
                  </a:lnTo>
                  <a:lnTo>
                    <a:pt x="16815" y="36957"/>
                  </a:lnTo>
                  <a:lnTo>
                    <a:pt x="15112" y="41596"/>
                  </a:lnTo>
                  <a:lnTo>
                    <a:pt x="13387" y="43195"/>
                  </a:lnTo>
                  <a:lnTo>
                    <a:pt x="12799" y="44004"/>
                  </a:lnTo>
                  <a:lnTo>
                    <a:pt x="11480" y="42980"/>
                  </a:lnTo>
                  <a:lnTo>
                    <a:pt x="10849" y="42874"/>
                  </a:lnTo>
                  <a:lnTo>
                    <a:pt x="9937" y="44058"/>
                  </a:lnTo>
                  <a:lnTo>
                    <a:pt x="7936" y="44176"/>
                  </a:lnTo>
                  <a:lnTo>
                    <a:pt x="7396" y="44382"/>
                  </a:lnTo>
                  <a:lnTo>
                    <a:pt x="5855" y="44567"/>
                  </a:lnTo>
                  <a:lnTo>
                    <a:pt x="5790" y="43928"/>
                  </a:lnTo>
                  <a:lnTo>
                    <a:pt x="5505" y="42994"/>
                  </a:lnTo>
                  <a:lnTo>
                    <a:pt x="4787" y="42557"/>
                  </a:lnTo>
                  <a:lnTo>
                    <a:pt x="3317" y="42931"/>
                  </a:lnTo>
                  <a:lnTo>
                    <a:pt x="2959" y="42248"/>
                  </a:lnTo>
                  <a:lnTo>
                    <a:pt x="2355" y="38309"/>
                  </a:lnTo>
                  <a:lnTo>
                    <a:pt x="1882" y="37677"/>
                  </a:lnTo>
                  <a:lnTo>
                    <a:pt x="1354" y="36354"/>
                  </a:lnTo>
                  <a:lnTo>
                    <a:pt x="457" y="32076"/>
                  </a:lnTo>
                  <a:lnTo>
                    <a:pt x="435" y="30201"/>
                  </a:lnTo>
                  <a:lnTo>
                    <a:pt x="496" y="28566"/>
                  </a:lnTo>
                  <a:lnTo>
                    <a:pt x="0" y="24728"/>
                  </a:lnTo>
                  <a:lnTo>
                    <a:pt x="306" y="23758"/>
                  </a:lnTo>
                  <a:lnTo>
                    <a:pt x="767" y="23148"/>
                  </a:lnTo>
                  <a:lnTo>
                    <a:pt x="771" y="21603"/>
                  </a:lnTo>
                  <a:lnTo>
                    <a:pt x="642" y="19255"/>
                  </a:lnTo>
                  <a:lnTo>
                    <a:pt x="1186" y="14650"/>
                  </a:lnTo>
                  <a:lnTo>
                    <a:pt x="1335" y="14315"/>
                  </a:lnTo>
                  <a:lnTo>
                    <a:pt x="1474" y="14536"/>
                  </a:lnTo>
                  <a:lnTo>
                    <a:pt x="2796" y="14902"/>
                  </a:lnTo>
                  <a:lnTo>
                    <a:pt x="3138" y="14320"/>
                  </a:lnTo>
                  <a:lnTo>
                    <a:pt x="3355" y="13411"/>
                  </a:lnTo>
                  <a:lnTo>
                    <a:pt x="3426" y="10040"/>
                  </a:lnTo>
                  <a:lnTo>
                    <a:pt x="3741" y="8483"/>
                  </a:lnTo>
                  <a:lnTo>
                    <a:pt x="6939" y="5521"/>
                  </a:lnTo>
                  <a:lnTo>
                    <a:pt x="7878" y="5412"/>
                  </a:lnTo>
                  <a:lnTo>
                    <a:pt x="8600" y="6772"/>
                  </a:lnTo>
                  <a:lnTo>
                    <a:pt x="9171" y="7642"/>
                  </a:lnTo>
                  <a:lnTo>
                    <a:pt x="9515" y="7616"/>
                  </a:lnTo>
                  <a:lnTo>
                    <a:pt x="9639" y="6739"/>
                  </a:lnTo>
                  <a:lnTo>
                    <a:pt x="10028" y="5052"/>
                  </a:lnTo>
                  <a:lnTo>
                    <a:pt x="10684" y="4087"/>
                  </a:lnTo>
                  <a:lnTo>
                    <a:pt x="12648" y="3269"/>
                  </a:lnTo>
                  <a:lnTo>
                    <a:pt x="13281" y="3428"/>
                  </a:lnTo>
                  <a:lnTo>
                    <a:pt x="14655" y="2672"/>
                  </a:lnTo>
                  <a:lnTo>
                    <a:pt x="15511" y="1626"/>
                  </a:lnTo>
                  <a:lnTo>
                    <a:pt x="15947" y="1470"/>
                  </a:lnTo>
                  <a:lnTo>
                    <a:pt x="16527" y="1066"/>
                  </a:lnTo>
                  <a:lnTo>
                    <a:pt x="17361" y="1125"/>
                  </a:lnTo>
                  <a:lnTo>
                    <a:pt x="18207" y="1581"/>
                  </a:lnTo>
                  <a:lnTo>
                    <a:pt x="19282" y="979"/>
                  </a:lnTo>
                  <a:lnTo>
                    <a:pt x="20338" y="0"/>
                  </a:lnTo>
                  <a:lnTo>
                    <a:pt x="20762" y="245"/>
                  </a:lnTo>
                  <a:lnTo>
                    <a:pt x="21220" y="10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3029160" y="2895474"/>
              <a:ext cx="187538" cy="438872"/>
            </a:xfrm>
            <a:custGeom>
              <a:avLst/>
              <a:pathLst>
                <a:path w="187538" h="438872">
                  <a:moveTo>
                    <a:pt x="187458" y="172945"/>
                  </a:moveTo>
                  <a:lnTo>
                    <a:pt x="187465" y="178108"/>
                  </a:lnTo>
                  <a:lnTo>
                    <a:pt x="187474" y="185900"/>
                  </a:lnTo>
                  <a:lnTo>
                    <a:pt x="187485" y="194580"/>
                  </a:lnTo>
                  <a:lnTo>
                    <a:pt x="187495" y="202592"/>
                  </a:lnTo>
                  <a:lnTo>
                    <a:pt x="187507" y="211721"/>
                  </a:lnTo>
                  <a:lnTo>
                    <a:pt x="187516" y="219059"/>
                  </a:lnTo>
                  <a:lnTo>
                    <a:pt x="187527" y="227739"/>
                  </a:lnTo>
                  <a:lnTo>
                    <a:pt x="187538" y="236369"/>
                  </a:lnTo>
                  <a:lnTo>
                    <a:pt x="187178" y="237364"/>
                  </a:lnTo>
                  <a:lnTo>
                    <a:pt x="187045" y="242225"/>
                  </a:lnTo>
                  <a:lnTo>
                    <a:pt x="186941" y="248620"/>
                  </a:lnTo>
                  <a:lnTo>
                    <a:pt x="186251" y="255241"/>
                  </a:lnTo>
                  <a:lnTo>
                    <a:pt x="185042" y="260116"/>
                  </a:lnTo>
                  <a:lnTo>
                    <a:pt x="184603" y="264761"/>
                  </a:lnTo>
                  <a:lnTo>
                    <a:pt x="184272" y="267417"/>
                  </a:lnTo>
                  <a:lnTo>
                    <a:pt x="183820" y="268860"/>
                  </a:lnTo>
                  <a:lnTo>
                    <a:pt x="183714" y="270598"/>
                  </a:lnTo>
                  <a:lnTo>
                    <a:pt x="183476" y="273042"/>
                  </a:lnTo>
                  <a:lnTo>
                    <a:pt x="183090" y="274625"/>
                  </a:lnTo>
                  <a:lnTo>
                    <a:pt x="182790" y="275443"/>
                  </a:lnTo>
                  <a:lnTo>
                    <a:pt x="181575" y="276399"/>
                  </a:lnTo>
                  <a:lnTo>
                    <a:pt x="179428" y="281085"/>
                  </a:lnTo>
                  <a:lnTo>
                    <a:pt x="179244" y="284830"/>
                  </a:lnTo>
                  <a:lnTo>
                    <a:pt x="176800" y="283803"/>
                  </a:lnTo>
                  <a:lnTo>
                    <a:pt x="174201" y="282737"/>
                  </a:lnTo>
                  <a:lnTo>
                    <a:pt x="173852" y="282806"/>
                  </a:lnTo>
                  <a:lnTo>
                    <a:pt x="173638" y="283295"/>
                  </a:lnTo>
                  <a:lnTo>
                    <a:pt x="173530" y="285285"/>
                  </a:lnTo>
                  <a:lnTo>
                    <a:pt x="169994" y="285612"/>
                  </a:lnTo>
                  <a:lnTo>
                    <a:pt x="166941" y="285892"/>
                  </a:lnTo>
                  <a:lnTo>
                    <a:pt x="163164" y="286218"/>
                  </a:lnTo>
                  <a:lnTo>
                    <a:pt x="160566" y="286445"/>
                  </a:lnTo>
                  <a:lnTo>
                    <a:pt x="157270" y="286895"/>
                  </a:lnTo>
                  <a:lnTo>
                    <a:pt x="154216" y="287315"/>
                  </a:lnTo>
                  <a:lnTo>
                    <a:pt x="152184" y="291633"/>
                  </a:lnTo>
                  <a:lnTo>
                    <a:pt x="150353" y="295747"/>
                  </a:lnTo>
                  <a:lnTo>
                    <a:pt x="150210" y="295888"/>
                  </a:lnTo>
                  <a:lnTo>
                    <a:pt x="147612" y="296693"/>
                  </a:lnTo>
                  <a:lnTo>
                    <a:pt x="144369" y="295980"/>
                  </a:lnTo>
                  <a:lnTo>
                    <a:pt x="142702" y="295946"/>
                  </a:lnTo>
                  <a:lnTo>
                    <a:pt x="142049" y="296434"/>
                  </a:lnTo>
                  <a:lnTo>
                    <a:pt x="141921" y="297976"/>
                  </a:lnTo>
                  <a:lnTo>
                    <a:pt x="139452" y="295742"/>
                  </a:lnTo>
                  <a:lnTo>
                    <a:pt x="136773" y="293604"/>
                  </a:lnTo>
                  <a:lnTo>
                    <a:pt x="134848" y="294991"/>
                  </a:lnTo>
                  <a:lnTo>
                    <a:pt x="134543" y="294517"/>
                  </a:lnTo>
                  <a:lnTo>
                    <a:pt x="134291" y="293597"/>
                  </a:lnTo>
                  <a:lnTo>
                    <a:pt x="133359" y="293059"/>
                  </a:lnTo>
                  <a:lnTo>
                    <a:pt x="131884" y="293298"/>
                  </a:lnTo>
                  <a:lnTo>
                    <a:pt x="130816" y="293949"/>
                  </a:lnTo>
                  <a:lnTo>
                    <a:pt x="129141" y="297210"/>
                  </a:lnTo>
                  <a:lnTo>
                    <a:pt x="127878" y="300048"/>
                  </a:lnTo>
                  <a:lnTo>
                    <a:pt x="127533" y="300693"/>
                  </a:lnTo>
                  <a:lnTo>
                    <a:pt x="125768" y="302407"/>
                  </a:lnTo>
                  <a:lnTo>
                    <a:pt x="122490" y="306409"/>
                  </a:lnTo>
                  <a:lnTo>
                    <a:pt x="120632" y="309343"/>
                  </a:lnTo>
                  <a:lnTo>
                    <a:pt x="120203" y="309884"/>
                  </a:lnTo>
                  <a:lnTo>
                    <a:pt x="119378" y="310547"/>
                  </a:lnTo>
                  <a:lnTo>
                    <a:pt x="118106" y="310681"/>
                  </a:lnTo>
                  <a:lnTo>
                    <a:pt x="117047" y="311419"/>
                  </a:lnTo>
                  <a:lnTo>
                    <a:pt x="116092" y="319158"/>
                  </a:lnTo>
                  <a:lnTo>
                    <a:pt x="115455" y="319931"/>
                  </a:lnTo>
                  <a:lnTo>
                    <a:pt x="111549" y="316809"/>
                  </a:lnTo>
                  <a:lnTo>
                    <a:pt x="110757" y="317277"/>
                  </a:lnTo>
                  <a:lnTo>
                    <a:pt x="110078" y="318184"/>
                  </a:lnTo>
                  <a:lnTo>
                    <a:pt x="107896" y="322730"/>
                  </a:lnTo>
                  <a:lnTo>
                    <a:pt x="106817" y="326365"/>
                  </a:lnTo>
                  <a:lnTo>
                    <a:pt x="106227" y="331210"/>
                  </a:lnTo>
                  <a:lnTo>
                    <a:pt x="106311" y="332699"/>
                  </a:lnTo>
                  <a:lnTo>
                    <a:pt x="106327" y="334380"/>
                  </a:lnTo>
                  <a:lnTo>
                    <a:pt x="105943" y="335297"/>
                  </a:lnTo>
                  <a:lnTo>
                    <a:pt x="105417" y="335632"/>
                  </a:lnTo>
                  <a:lnTo>
                    <a:pt x="104946" y="335573"/>
                  </a:lnTo>
                  <a:lnTo>
                    <a:pt x="103132" y="334576"/>
                  </a:lnTo>
                  <a:lnTo>
                    <a:pt x="102562" y="335005"/>
                  </a:lnTo>
                  <a:lnTo>
                    <a:pt x="102317" y="337395"/>
                  </a:lnTo>
                  <a:lnTo>
                    <a:pt x="102356" y="342615"/>
                  </a:lnTo>
                  <a:lnTo>
                    <a:pt x="101959" y="346162"/>
                  </a:lnTo>
                  <a:lnTo>
                    <a:pt x="100880" y="347257"/>
                  </a:lnTo>
                  <a:lnTo>
                    <a:pt x="100049" y="348655"/>
                  </a:lnTo>
                  <a:lnTo>
                    <a:pt x="99394" y="349059"/>
                  </a:lnTo>
                  <a:lnTo>
                    <a:pt x="98847" y="348720"/>
                  </a:lnTo>
                  <a:lnTo>
                    <a:pt x="95694" y="343421"/>
                  </a:lnTo>
                  <a:lnTo>
                    <a:pt x="94628" y="342574"/>
                  </a:lnTo>
                  <a:lnTo>
                    <a:pt x="93449" y="343158"/>
                  </a:lnTo>
                  <a:lnTo>
                    <a:pt x="92315" y="345410"/>
                  </a:lnTo>
                  <a:lnTo>
                    <a:pt x="91802" y="346889"/>
                  </a:lnTo>
                  <a:lnTo>
                    <a:pt x="91092" y="348628"/>
                  </a:lnTo>
                  <a:lnTo>
                    <a:pt x="90297" y="350941"/>
                  </a:lnTo>
                  <a:lnTo>
                    <a:pt x="90507" y="352907"/>
                  </a:lnTo>
                  <a:lnTo>
                    <a:pt x="91070" y="355187"/>
                  </a:lnTo>
                  <a:lnTo>
                    <a:pt x="91472" y="358019"/>
                  </a:lnTo>
                  <a:lnTo>
                    <a:pt x="91451" y="360554"/>
                  </a:lnTo>
                  <a:lnTo>
                    <a:pt x="88572" y="364144"/>
                  </a:lnTo>
                  <a:lnTo>
                    <a:pt x="88808" y="365380"/>
                  </a:lnTo>
                  <a:lnTo>
                    <a:pt x="89239" y="366822"/>
                  </a:lnTo>
                  <a:lnTo>
                    <a:pt x="89242" y="369438"/>
                  </a:lnTo>
                  <a:lnTo>
                    <a:pt x="89161" y="374032"/>
                  </a:lnTo>
                  <a:lnTo>
                    <a:pt x="88580" y="375681"/>
                  </a:lnTo>
                  <a:lnTo>
                    <a:pt x="87829" y="377315"/>
                  </a:lnTo>
                  <a:lnTo>
                    <a:pt x="87365" y="379426"/>
                  </a:lnTo>
                  <a:lnTo>
                    <a:pt x="86907" y="380455"/>
                  </a:lnTo>
                  <a:lnTo>
                    <a:pt x="86089" y="381756"/>
                  </a:lnTo>
                  <a:lnTo>
                    <a:pt x="84969" y="383058"/>
                  </a:lnTo>
                  <a:lnTo>
                    <a:pt x="83026" y="384205"/>
                  </a:lnTo>
                  <a:lnTo>
                    <a:pt x="81472" y="384967"/>
                  </a:lnTo>
                  <a:lnTo>
                    <a:pt x="80886" y="385710"/>
                  </a:lnTo>
                  <a:lnTo>
                    <a:pt x="80060" y="387249"/>
                  </a:lnTo>
                  <a:lnTo>
                    <a:pt x="79402" y="389092"/>
                  </a:lnTo>
                  <a:lnTo>
                    <a:pt x="79245" y="391086"/>
                  </a:lnTo>
                  <a:lnTo>
                    <a:pt x="79375" y="393365"/>
                  </a:lnTo>
                  <a:lnTo>
                    <a:pt x="79605" y="395240"/>
                  </a:lnTo>
                  <a:lnTo>
                    <a:pt x="79895" y="396514"/>
                  </a:lnTo>
                  <a:lnTo>
                    <a:pt x="80069" y="398118"/>
                  </a:lnTo>
                  <a:lnTo>
                    <a:pt x="79833" y="402452"/>
                  </a:lnTo>
                  <a:lnTo>
                    <a:pt x="79269" y="407470"/>
                  </a:lnTo>
                  <a:lnTo>
                    <a:pt x="78729" y="409707"/>
                  </a:lnTo>
                  <a:lnTo>
                    <a:pt x="77857" y="410935"/>
                  </a:lnTo>
                  <a:lnTo>
                    <a:pt x="77105" y="412304"/>
                  </a:lnTo>
                  <a:lnTo>
                    <a:pt x="77354" y="415594"/>
                  </a:lnTo>
                  <a:lnTo>
                    <a:pt x="77484" y="420312"/>
                  </a:lnTo>
                  <a:lnTo>
                    <a:pt x="77273" y="424077"/>
                  </a:lnTo>
                  <a:lnTo>
                    <a:pt x="77235" y="426408"/>
                  </a:lnTo>
                  <a:lnTo>
                    <a:pt x="76917" y="428820"/>
                  </a:lnTo>
                  <a:lnTo>
                    <a:pt x="76729" y="430517"/>
                  </a:lnTo>
                  <a:lnTo>
                    <a:pt x="76354" y="430105"/>
                  </a:lnTo>
                  <a:lnTo>
                    <a:pt x="74790" y="430305"/>
                  </a:lnTo>
                  <a:lnTo>
                    <a:pt x="73092" y="431594"/>
                  </a:lnTo>
                  <a:lnTo>
                    <a:pt x="72498" y="432623"/>
                  </a:lnTo>
                  <a:lnTo>
                    <a:pt x="72368" y="434027"/>
                  </a:lnTo>
                  <a:lnTo>
                    <a:pt x="71992" y="434976"/>
                  </a:lnTo>
                  <a:lnTo>
                    <a:pt x="71447" y="436040"/>
                  </a:lnTo>
                  <a:lnTo>
                    <a:pt x="70926" y="437348"/>
                  </a:lnTo>
                  <a:lnTo>
                    <a:pt x="69988" y="437139"/>
                  </a:lnTo>
                  <a:lnTo>
                    <a:pt x="69083" y="436246"/>
                  </a:lnTo>
                  <a:lnTo>
                    <a:pt x="68612" y="435375"/>
                  </a:lnTo>
                  <a:lnTo>
                    <a:pt x="68579" y="434855"/>
                  </a:lnTo>
                  <a:lnTo>
                    <a:pt x="68877" y="433580"/>
                  </a:lnTo>
                  <a:lnTo>
                    <a:pt x="69131" y="432189"/>
                  </a:lnTo>
                  <a:lnTo>
                    <a:pt x="69154" y="431277"/>
                  </a:lnTo>
                  <a:lnTo>
                    <a:pt x="68846" y="429032"/>
                  </a:lnTo>
                  <a:lnTo>
                    <a:pt x="68596" y="426614"/>
                  </a:lnTo>
                  <a:lnTo>
                    <a:pt x="68699" y="425449"/>
                  </a:lnTo>
                  <a:lnTo>
                    <a:pt x="68477" y="421891"/>
                  </a:lnTo>
                  <a:lnTo>
                    <a:pt x="68353" y="421710"/>
                  </a:lnTo>
                  <a:lnTo>
                    <a:pt x="67167" y="422633"/>
                  </a:lnTo>
                  <a:lnTo>
                    <a:pt x="66729" y="422861"/>
                  </a:lnTo>
                  <a:lnTo>
                    <a:pt x="66483" y="423255"/>
                  </a:lnTo>
                  <a:lnTo>
                    <a:pt x="66406" y="423936"/>
                  </a:lnTo>
                  <a:lnTo>
                    <a:pt x="66691" y="426193"/>
                  </a:lnTo>
                  <a:lnTo>
                    <a:pt x="66505" y="426584"/>
                  </a:lnTo>
                  <a:lnTo>
                    <a:pt x="65838" y="426521"/>
                  </a:lnTo>
                  <a:lnTo>
                    <a:pt x="64907" y="425777"/>
                  </a:lnTo>
                  <a:lnTo>
                    <a:pt x="63891" y="423708"/>
                  </a:lnTo>
                  <a:lnTo>
                    <a:pt x="63638" y="424377"/>
                  </a:lnTo>
                  <a:lnTo>
                    <a:pt x="63527" y="426025"/>
                  </a:lnTo>
                  <a:lnTo>
                    <a:pt x="63461" y="427976"/>
                  </a:lnTo>
                  <a:lnTo>
                    <a:pt x="63718" y="431517"/>
                  </a:lnTo>
                  <a:lnTo>
                    <a:pt x="63446" y="432779"/>
                  </a:lnTo>
                  <a:lnTo>
                    <a:pt x="62766" y="432553"/>
                  </a:lnTo>
                  <a:lnTo>
                    <a:pt x="61852" y="432557"/>
                  </a:lnTo>
                  <a:lnTo>
                    <a:pt x="61056" y="432909"/>
                  </a:lnTo>
                  <a:lnTo>
                    <a:pt x="60527" y="432990"/>
                  </a:lnTo>
                  <a:lnTo>
                    <a:pt x="60196" y="434254"/>
                  </a:lnTo>
                  <a:lnTo>
                    <a:pt x="60057" y="435663"/>
                  </a:lnTo>
                  <a:lnTo>
                    <a:pt x="60374" y="437233"/>
                  </a:lnTo>
                  <a:lnTo>
                    <a:pt x="60325" y="437898"/>
                  </a:lnTo>
                  <a:lnTo>
                    <a:pt x="60083" y="438506"/>
                  </a:lnTo>
                  <a:lnTo>
                    <a:pt x="59769" y="438872"/>
                  </a:lnTo>
                  <a:lnTo>
                    <a:pt x="59512" y="438827"/>
                  </a:lnTo>
                  <a:lnTo>
                    <a:pt x="58772" y="437092"/>
                  </a:lnTo>
                  <a:lnTo>
                    <a:pt x="57893" y="436437"/>
                  </a:lnTo>
                  <a:lnTo>
                    <a:pt x="55839" y="435441"/>
                  </a:lnTo>
                  <a:lnTo>
                    <a:pt x="55591" y="433055"/>
                  </a:lnTo>
                  <a:lnTo>
                    <a:pt x="55253" y="433020"/>
                  </a:lnTo>
                  <a:lnTo>
                    <a:pt x="54779" y="431760"/>
                  </a:lnTo>
                  <a:lnTo>
                    <a:pt x="54309" y="430110"/>
                  </a:lnTo>
                  <a:lnTo>
                    <a:pt x="53913" y="430198"/>
                  </a:lnTo>
                  <a:lnTo>
                    <a:pt x="53580" y="430658"/>
                  </a:lnTo>
                  <a:lnTo>
                    <a:pt x="52456" y="430475"/>
                  </a:lnTo>
                  <a:lnTo>
                    <a:pt x="51457" y="432991"/>
                  </a:lnTo>
                  <a:lnTo>
                    <a:pt x="50718" y="436115"/>
                  </a:lnTo>
                  <a:lnTo>
                    <a:pt x="49924" y="437617"/>
                  </a:lnTo>
                  <a:lnTo>
                    <a:pt x="49051" y="438275"/>
                  </a:lnTo>
                  <a:lnTo>
                    <a:pt x="48714" y="438304"/>
                  </a:lnTo>
                  <a:lnTo>
                    <a:pt x="48898" y="436323"/>
                  </a:lnTo>
                  <a:lnTo>
                    <a:pt x="48770" y="434878"/>
                  </a:lnTo>
                  <a:lnTo>
                    <a:pt x="48525" y="433594"/>
                  </a:lnTo>
                  <a:lnTo>
                    <a:pt x="45979" y="430163"/>
                  </a:lnTo>
                  <a:lnTo>
                    <a:pt x="45580" y="428745"/>
                  </a:lnTo>
                  <a:lnTo>
                    <a:pt x="45183" y="424856"/>
                  </a:lnTo>
                  <a:lnTo>
                    <a:pt x="44927" y="420958"/>
                  </a:lnTo>
                  <a:lnTo>
                    <a:pt x="44955" y="418670"/>
                  </a:lnTo>
                  <a:lnTo>
                    <a:pt x="45129" y="416627"/>
                  </a:lnTo>
                  <a:lnTo>
                    <a:pt x="45056" y="415041"/>
                  </a:lnTo>
                  <a:lnTo>
                    <a:pt x="44776" y="413833"/>
                  </a:lnTo>
                  <a:lnTo>
                    <a:pt x="44015" y="412672"/>
                  </a:lnTo>
                  <a:lnTo>
                    <a:pt x="43217" y="412126"/>
                  </a:lnTo>
                  <a:lnTo>
                    <a:pt x="42209" y="413654"/>
                  </a:lnTo>
                  <a:lnTo>
                    <a:pt x="41724" y="413942"/>
                  </a:lnTo>
                  <a:lnTo>
                    <a:pt x="41270" y="413838"/>
                  </a:lnTo>
                  <a:lnTo>
                    <a:pt x="41037" y="413276"/>
                  </a:lnTo>
                  <a:lnTo>
                    <a:pt x="41069" y="412497"/>
                  </a:lnTo>
                  <a:lnTo>
                    <a:pt x="42166" y="408326"/>
                  </a:lnTo>
                  <a:lnTo>
                    <a:pt x="42699" y="406585"/>
                  </a:lnTo>
                  <a:lnTo>
                    <a:pt x="43344" y="405261"/>
                  </a:lnTo>
                  <a:lnTo>
                    <a:pt x="43778" y="404552"/>
                  </a:lnTo>
                  <a:lnTo>
                    <a:pt x="44058" y="403527"/>
                  </a:lnTo>
                  <a:lnTo>
                    <a:pt x="44082" y="402725"/>
                  </a:lnTo>
                  <a:lnTo>
                    <a:pt x="43981" y="402142"/>
                  </a:lnTo>
                  <a:lnTo>
                    <a:pt x="43263" y="401376"/>
                  </a:lnTo>
                  <a:lnTo>
                    <a:pt x="42149" y="399430"/>
                  </a:lnTo>
                  <a:lnTo>
                    <a:pt x="41554" y="399222"/>
                  </a:lnTo>
                  <a:lnTo>
                    <a:pt x="41057" y="398339"/>
                  </a:lnTo>
                  <a:lnTo>
                    <a:pt x="40529" y="395302"/>
                  </a:lnTo>
                  <a:lnTo>
                    <a:pt x="40283" y="394719"/>
                  </a:lnTo>
                  <a:lnTo>
                    <a:pt x="39754" y="394401"/>
                  </a:lnTo>
                  <a:lnTo>
                    <a:pt x="39273" y="393663"/>
                  </a:lnTo>
                  <a:lnTo>
                    <a:pt x="39296" y="389706"/>
                  </a:lnTo>
                  <a:lnTo>
                    <a:pt x="39316" y="386297"/>
                  </a:lnTo>
                  <a:lnTo>
                    <a:pt x="38230" y="380800"/>
                  </a:lnTo>
                  <a:lnTo>
                    <a:pt x="37811" y="377341"/>
                  </a:lnTo>
                  <a:lnTo>
                    <a:pt x="37265" y="373786"/>
                  </a:lnTo>
                  <a:lnTo>
                    <a:pt x="36763" y="372118"/>
                  </a:lnTo>
                  <a:lnTo>
                    <a:pt x="35885" y="370712"/>
                  </a:lnTo>
                  <a:lnTo>
                    <a:pt x="34805" y="369739"/>
                  </a:lnTo>
                  <a:lnTo>
                    <a:pt x="33846" y="369520"/>
                  </a:lnTo>
                  <a:lnTo>
                    <a:pt x="33106" y="369844"/>
                  </a:lnTo>
                  <a:lnTo>
                    <a:pt x="32763" y="370277"/>
                  </a:lnTo>
                  <a:lnTo>
                    <a:pt x="32782" y="370940"/>
                  </a:lnTo>
                  <a:lnTo>
                    <a:pt x="33382" y="373192"/>
                  </a:lnTo>
                  <a:lnTo>
                    <a:pt x="33488" y="374441"/>
                  </a:lnTo>
                  <a:lnTo>
                    <a:pt x="33389" y="375652"/>
                  </a:lnTo>
                  <a:lnTo>
                    <a:pt x="33186" y="376460"/>
                  </a:lnTo>
                  <a:lnTo>
                    <a:pt x="32654" y="376548"/>
                  </a:lnTo>
                  <a:lnTo>
                    <a:pt x="31724" y="377250"/>
                  </a:lnTo>
                  <a:lnTo>
                    <a:pt x="30578" y="378615"/>
                  </a:lnTo>
                  <a:lnTo>
                    <a:pt x="29777" y="379778"/>
                  </a:lnTo>
                  <a:lnTo>
                    <a:pt x="29136" y="382752"/>
                  </a:lnTo>
                  <a:lnTo>
                    <a:pt x="28690" y="383123"/>
                  </a:lnTo>
                  <a:lnTo>
                    <a:pt x="27933" y="382752"/>
                  </a:lnTo>
                  <a:lnTo>
                    <a:pt x="25776" y="380566"/>
                  </a:lnTo>
                  <a:lnTo>
                    <a:pt x="24000" y="378764"/>
                  </a:lnTo>
                  <a:lnTo>
                    <a:pt x="22776" y="377724"/>
                  </a:lnTo>
                  <a:lnTo>
                    <a:pt x="22037" y="378385"/>
                  </a:lnTo>
                  <a:lnTo>
                    <a:pt x="21664" y="378702"/>
                  </a:lnTo>
                  <a:lnTo>
                    <a:pt x="20607" y="379910"/>
                  </a:lnTo>
                  <a:lnTo>
                    <a:pt x="19203" y="384294"/>
                  </a:lnTo>
                  <a:lnTo>
                    <a:pt x="18868" y="385744"/>
                  </a:lnTo>
                  <a:lnTo>
                    <a:pt x="18587" y="386208"/>
                  </a:lnTo>
                  <a:lnTo>
                    <a:pt x="18205" y="386979"/>
                  </a:lnTo>
                  <a:lnTo>
                    <a:pt x="17843" y="387000"/>
                  </a:lnTo>
                  <a:lnTo>
                    <a:pt x="17552" y="386476"/>
                  </a:lnTo>
                  <a:lnTo>
                    <a:pt x="17460" y="386157"/>
                  </a:lnTo>
                  <a:lnTo>
                    <a:pt x="16739" y="382994"/>
                  </a:lnTo>
                  <a:lnTo>
                    <a:pt x="15948" y="379520"/>
                  </a:lnTo>
                  <a:lnTo>
                    <a:pt x="15300" y="377944"/>
                  </a:lnTo>
                  <a:lnTo>
                    <a:pt x="14490" y="377875"/>
                  </a:lnTo>
                  <a:lnTo>
                    <a:pt x="13794" y="378960"/>
                  </a:lnTo>
                  <a:lnTo>
                    <a:pt x="13074" y="381200"/>
                  </a:lnTo>
                  <a:lnTo>
                    <a:pt x="12161" y="383273"/>
                  </a:lnTo>
                  <a:lnTo>
                    <a:pt x="11581" y="383887"/>
                  </a:lnTo>
                  <a:lnTo>
                    <a:pt x="11076" y="383551"/>
                  </a:lnTo>
                  <a:lnTo>
                    <a:pt x="9833" y="380934"/>
                  </a:lnTo>
                  <a:lnTo>
                    <a:pt x="8950" y="379074"/>
                  </a:lnTo>
                  <a:lnTo>
                    <a:pt x="8839" y="378138"/>
                  </a:lnTo>
                  <a:lnTo>
                    <a:pt x="9153" y="376704"/>
                  </a:lnTo>
                  <a:lnTo>
                    <a:pt x="9459" y="374574"/>
                  </a:lnTo>
                  <a:lnTo>
                    <a:pt x="9794" y="372847"/>
                  </a:lnTo>
                  <a:lnTo>
                    <a:pt x="10120" y="372058"/>
                  </a:lnTo>
                  <a:lnTo>
                    <a:pt x="10199" y="369846"/>
                  </a:lnTo>
                  <a:lnTo>
                    <a:pt x="9445" y="368289"/>
                  </a:lnTo>
                  <a:lnTo>
                    <a:pt x="9425" y="367527"/>
                  </a:lnTo>
                  <a:lnTo>
                    <a:pt x="9499" y="365463"/>
                  </a:lnTo>
                  <a:lnTo>
                    <a:pt x="9836" y="361092"/>
                  </a:lnTo>
                  <a:lnTo>
                    <a:pt x="9801" y="359426"/>
                  </a:lnTo>
                  <a:lnTo>
                    <a:pt x="10109" y="356172"/>
                  </a:lnTo>
                  <a:lnTo>
                    <a:pt x="9614" y="354706"/>
                  </a:lnTo>
                  <a:lnTo>
                    <a:pt x="9498" y="353624"/>
                  </a:lnTo>
                  <a:lnTo>
                    <a:pt x="8945" y="351889"/>
                  </a:lnTo>
                  <a:lnTo>
                    <a:pt x="8310" y="349427"/>
                  </a:lnTo>
                  <a:lnTo>
                    <a:pt x="8163" y="347456"/>
                  </a:lnTo>
                  <a:lnTo>
                    <a:pt x="7940" y="345888"/>
                  </a:lnTo>
                  <a:lnTo>
                    <a:pt x="7331" y="343529"/>
                  </a:lnTo>
                  <a:lnTo>
                    <a:pt x="6883" y="343159"/>
                  </a:lnTo>
                  <a:lnTo>
                    <a:pt x="5931" y="342800"/>
                  </a:lnTo>
                  <a:lnTo>
                    <a:pt x="5773" y="343611"/>
                  </a:lnTo>
                  <a:lnTo>
                    <a:pt x="5419" y="344787"/>
                  </a:lnTo>
                  <a:lnTo>
                    <a:pt x="5097" y="345126"/>
                  </a:lnTo>
                  <a:lnTo>
                    <a:pt x="4574" y="343686"/>
                  </a:lnTo>
                  <a:lnTo>
                    <a:pt x="4376" y="342452"/>
                  </a:lnTo>
                  <a:lnTo>
                    <a:pt x="4383" y="341326"/>
                  </a:lnTo>
                  <a:lnTo>
                    <a:pt x="3673" y="339362"/>
                  </a:lnTo>
                  <a:lnTo>
                    <a:pt x="2571" y="335752"/>
                  </a:lnTo>
                  <a:lnTo>
                    <a:pt x="2685" y="332773"/>
                  </a:lnTo>
                  <a:lnTo>
                    <a:pt x="3366" y="331171"/>
                  </a:lnTo>
                  <a:lnTo>
                    <a:pt x="3568" y="329963"/>
                  </a:lnTo>
                  <a:lnTo>
                    <a:pt x="3630" y="328594"/>
                  </a:lnTo>
                  <a:lnTo>
                    <a:pt x="3321" y="326955"/>
                  </a:lnTo>
                  <a:lnTo>
                    <a:pt x="2958" y="325658"/>
                  </a:lnTo>
                  <a:lnTo>
                    <a:pt x="3059" y="322787"/>
                  </a:lnTo>
                  <a:lnTo>
                    <a:pt x="2968" y="318807"/>
                  </a:lnTo>
                  <a:lnTo>
                    <a:pt x="2410" y="316806"/>
                  </a:lnTo>
                  <a:lnTo>
                    <a:pt x="1904" y="315356"/>
                  </a:lnTo>
                  <a:lnTo>
                    <a:pt x="1196" y="313779"/>
                  </a:lnTo>
                  <a:lnTo>
                    <a:pt x="592" y="311358"/>
                  </a:lnTo>
                  <a:lnTo>
                    <a:pt x="837" y="308032"/>
                  </a:lnTo>
                  <a:lnTo>
                    <a:pt x="1068" y="305757"/>
                  </a:lnTo>
                  <a:lnTo>
                    <a:pt x="0" y="301003"/>
                  </a:lnTo>
                  <a:lnTo>
                    <a:pt x="1997" y="302884"/>
                  </a:lnTo>
                  <a:lnTo>
                    <a:pt x="2260" y="302264"/>
                  </a:lnTo>
                  <a:lnTo>
                    <a:pt x="2941" y="301124"/>
                  </a:lnTo>
                  <a:lnTo>
                    <a:pt x="3857" y="298702"/>
                  </a:lnTo>
                  <a:lnTo>
                    <a:pt x="4630" y="295503"/>
                  </a:lnTo>
                  <a:lnTo>
                    <a:pt x="4977" y="291537"/>
                  </a:lnTo>
                  <a:lnTo>
                    <a:pt x="5131" y="288124"/>
                  </a:lnTo>
                  <a:lnTo>
                    <a:pt x="5475" y="285233"/>
                  </a:lnTo>
                  <a:lnTo>
                    <a:pt x="5910" y="282786"/>
                  </a:lnTo>
                  <a:lnTo>
                    <a:pt x="6867" y="280229"/>
                  </a:lnTo>
                  <a:lnTo>
                    <a:pt x="7765" y="278421"/>
                  </a:lnTo>
                  <a:lnTo>
                    <a:pt x="8833" y="276543"/>
                  </a:lnTo>
                  <a:lnTo>
                    <a:pt x="9372" y="276880"/>
                  </a:lnTo>
                  <a:lnTo>
                    <a:pt x="10390" y="279499"/>
                  </a:lnTo>
                  <a:lnTo>
                    <a:pt x="12619" y="284763"/>
                  </a:lnTo>
                  <a:lnTo>
                    <a:pt x="14457" y="288774"/>
                  </a:lnTo>
                  <a:lnTo>
                    <a:pt x="15129" y="290895"/>
                  </a:lnTo>
                  <a:lnTo>
                    <a:pt x="15727" y="290913"/>
                  </a:lnTo>
                  <a:lnTo>
                    <a:pt x="16641" y="287035"/>
                  </a:lnTo>
                  <a:lnTo>
                    <a:pt x="17585" y="283691"/>
                  </a:lnTo>
                  <a:lnTo>
                    <a:pt x="17987" y="282871"/>
                  </a:lnTo>
                  <a:lnTo>
                    <a:pt x="19236" y="282510"/>
                  </a:lnTo>
                  <a:lnTo>
                    <a:pt x="20297" y="282365"/>
                  </a:lnTo>
                  <a:lnTo>
                    <a:pt x="21221" y="282419"/>
                  </a:lnTo>
                  <a:lnTo>
                    <a:pt x="22921" y="283067"/>
                  </a:lnTo>
                  <a:lnTo>
                    <a:pt x="23697" y="283657"/>
                  </a:lnTo>
                  <a:lnTo>
                    <a:pt x="24426" y="284022"/>
                  </a:lnTo>
                  <a:lnTo>
                    <a:pt x="26562" y="284315"/>
                  </a:lnTo>
                  <a:lnTo>
                    <a:pt x="28678" y="283497"/>
                  </a:lnTo>
                  <a:lnTo>
                    <a:pt x="30691" y="282440"/>
                  </a:lnTo>
                  <a:lnTo>
                    <a:pt x="32177" y="281821"/>
                  </a:lnTo>
                  <a:lnTo>
                    <a:pt x="32252" y="280241"/>
                  </a:lnTo>
                  <a:lnTo>
                    <a:pt x="32168" y="278374"/>
                  </a:lnTo>
                  <a:lnTo>
                    <a:pt x="32409" y="276950"/>
                  </a:lnTo>
                  <a:lnTo>
                    <a:pt x="32877" y="275632"/>
                  </a:lnTo>
                  <a:lnTo>
                    <a:pt x="33271" y="275344"/>
                  </a:lnTo>
                  <a:lnTo>
                    <a:pt x="33443" y="279827"/>
                  </a:lnTo>
                  <a:lnTo>
                    <a:pt x="33917" y="280502"/>
                  </a:lnTo>
                  <a:lnTo>
                    <a:pt x="35245" y="280701"/>
                  </a:lnTo>
                  <a:lnTo>
                    <a:pt x="37399" y="280701"/>
                  </a:lnTo>
                  <a:lnTo>
                    <a:pt x="39715" y="280701"/>
                  </a:lnTo>
                  <a:lnTo>
                    <a:pt x="42031" y="280700"/>
                  </a:lnTo>
                  <a:lnTo>
                    <a:pt x="44347" y="280700"/>
                  </a:lnTo>
                  <a:lnTo>
                    <a:pt x="46663" y="280700"/>
                  </a:lnTo>
                  <a:lnTo>
                    <a:pt x="48979" y="280700"/>
                  </a:lnTo>
                  <a:lnTo>
                    <a:pt x="51295" y="280700"/>
                  </a:lnTo>
                  <a:lnTo>
                    <a:pt x="53611" y="280700"/>
                  </a:lnTo>
                  <a:lnTo>
                    <a:pt x="55927" y="280698"/>
                  </a:lnTo>
                  <a:lnTo>
                    <a:pt x="58243" y="280698"/>
                  </a:lnTo>
                  <a:lnTo>
                    <a:pt x="60559" y="280698"/>
                  </a:lnTo>
                  <a:lnTo>
                    <a:pt x="62875" y="280698"/>
                  </a:lnTo>
                  <a:lnTo>
                    <a:pt x="65191" y="280698"/>
                  </a:lnTo>
                  <a:lnTo>
                    <a:pt x="67506" y="280698"/>
                  </a:lnTo>
                  <a:lnTo>
                    <a:pt x="69822" y="280697"/>
                  </a:lnTo>
                  <a:lnTo>
                    <a:pt x="72138" y="280695"/>
                  </a:lnTo>
                  <a:lnTo>
                    <a:pt x="74454" y="280695"/>
                  </a:lnTo>
                  <a:lnTo>
                    <a:pt x="76855" y="280695"/>
                  </a:lnTo>
                  <a:lnTo>
                    <a:pt x="77500" y="272034"/>
                  </a:lnTo>
                  <a:lnTo>
                    <a:pt x="78092" y="264100"/>
                  </a:lnTo>
                  <a:lnTo>
                    <a:pt x="78587" y="257453"/>
                  </a:lnTo>
                  <a:lnTo>
                    <a:pt x="76887" y="252749"/>
                  </a:lnTo>
                  <a:lnTo>
                    <a:pt x="75535" y="249008"/>
                  </a:lnTo>
                  <a:lnTo>
                    <a:pt x="75222" y="241889"/>
                  </a:lnTo>
                  <a:lnTo>
                    <a:pt x="74898" y="234541"/>
                  </a:lnTo>
                  <a:lnTo>
                    <a:pt x="74576" y="227194"/>
                  </a:lnTo>
                  <a:lnTo>
                    <a:pt x="74252" y="219846"/>
                  </a:lnTo>
                  <a:lnTo>
                    <a:pt x="73929" y="212497"/>
                  </a:lnTo>
                  <a:lnTo>
                    <a:pt x="73605" y="205149"/>
                  </a:lnTo>
                  <a:lnTo>
                    <a:pt x="73282" y="197802"/>
                  </a:lnTo>
                  <a:lnTo>
                    <a:pt x="72959" y="190454"/>
                  </a:lnTo>
                  <a:lnTo>
                    <a:pt x="72635" y="183107"/>
                  </a:lnTo>
                  <a:lnTo>
                    <a:pt x="72312" y="175760"/>
                  </a:lnTo>
                  <a:lnTo>
                    <a:pt x="71989" y="168412"/>
                  </a:lnTo>
                  <a:lnTo>
                    <a:pt x="71665" y="161063"/>
                  </a:lnTo>
                  <a:lnTo>
                    <a:pt x="71342" y="153717"/>
                  </a:lnTo>
                  <a:lnTo>
                    <a:pt x="71019" y="146368"/>
                  </a:lnTo>
                  <a:lnTo>
                    <a:pt x="70696" y="139020"/>
                  </a:lnTo>
                  <a:lnTo>
                    <a:pt x="70372" y="131673"/>
                  </a:lnTo>
                  <a:lnTo>
                    <a:pt x="70049" y="124325"/>
                  </a:lnTo>
                  <a:lnTo>
                    <a:pt x="69725" y="116976"/>
                  </a:lnTo>
                  <a:lnTo>
                    <a:pt x="69402" y="109628"/>
                  </a:lnTo>
                  <a:lnTo>
                    <a:pt x="69079" y="102281"/>
                  </a:lnTo>
                  <a:lnTo>
                    <a:pt x="68755" y="94933"/>
                  </a:lnTo>
                  <a:lnTo>
                    <a:pt x="68432" y="87585"/>
                  </a:lnTo>
                  <a:lnTo>
                    <a:pt x="68108" y="80238"/>
                  </a:lnTo>
                  <a:lnTo>
                    <a:pt x="67786" y="72890"/>
                  </a:lnTo>
                  <a:lnTo>
                    <a:pt x="67462" y="65543"/>
                  </a:lnTo>
                  <a:lnTo>
                    <a:pt x="67139" y="58196"/>
                  </a:lnTo>
                  <a:lnTo>
                    <a:pt x="66815" y="50848"/>
                  </a:lnTo>
                  <a:lnTo>
                    <a:pt x="66492" y="43499"/>
                  </a:lnTo>
                  <a:lnTo>
                    <a:pt x="66169" y="36151"/>
                  </a:lnTo>
                  <a:lnTo>
                    <a:pt x="65845" y="28804"/>
                  </a:lnTo>
                  <a:lnTo>
                    <a:pt x="65522" y="21456"/>
                  </a:lnTo>
                  <a:lnTo>
                    <a:pt x="65199" y="14107"/>
                  </a:lnTo>
                  <a:lnTo>
                    <a:pt x="64876" y="6761"/>
                  </a:lnTo>
                  <a:lnTo>
                    <a:pt x="64573" y="28"/>
                  </a:lnTo>
                  <a:lnTo>
                    <a:pt x="68057" y="23"/>
                  </a:lnTo>
                  <a:lnTo>
                    <a:pt x="71775" y="18"/>
                  </a:lnTo>
                  <a:lnTo>
                    <a:pt x="75398" y="12"/>
                  </a:lnTo>
                  <a:lnTo>
                    <a:pt x="80711" y="5"/>
                  </a:lnTo>
                  <a:lnTo>
                    <a:pt x="84689" y="0"/>
                  </a:lnTo>
                  <a:lnTo>
                    <a:pt x="88159" y="5647"/>
                  </a:lnTo>
                  <a:lnTo>
                    <a:pt x="91301" y="10994"/>
                  </a:lnTo>
                  <a:lnTo>
                    <a:pt x="95020" y="17319"/>
                  </a:lnTo>
                  <a:lnTo>
                    <a:pt x="98738" y="23646"/>
                  </a:lnTo>
                  <a:lnTo>
                    <a:pt x="102457" y="29973"/>
                  </a:lnTo>
                  <a:lnTo>
                    <a:pt x="106176" y="36299"/>
                  </a:lnTo>
                  <a:lnTo>
                    <a:pt x="109894" y="42626"/>
                  </a:lnTo>
                  <a:lnTo>
                    <a:pt x="113613" y="48955"/>
                  </a:lnTo>
                  <a:lnTo>
                    <a:pt x="117332" y="55280"/>
                  </a:lnTo>
                  <a:lnTo>
                    <a:pt x="121051" y="61608"/>
                  </a:lnTo>
                  <a:lnTo>
                    <a:pt x="124769" y="67935"/>
                  </a:lnTo>
                  <a:lnTo>
                    <a:pt x="128488" y="74260"/>
                  </a:lnTo>
                  <a:lnTo>
                    <a:pt x="132207" y="80588"/>
                  </a:lnTo>
                  <a:lnTo>
                    <a:pt x="135925" y="86915"/>
                  </a:lnTo>
                  <a:lnTo>
                    <a:pt x="139452" y="92912"/>
                  </a:lnTo>
                  <a:lnTo>
                    <a:pt x="139644" y="93241"/>
                  </a:lnTo>
                  <a:lnTo>
                    <a:pt x="143363" y="99569"/>
                  </a:lnTo>
                  <a:lnTo>
                    <a:pt x="147081" y="105896"/>
                  </a:lnTo>
                  <a:lnTo>
                    <a:pt x="150800" y="112222"/>
                  </a:lnTo>
                  <a:lnTo>
                    <a:pt x="152459" y="115045"/>
                  </a:lnTo>
                  <a:lnTo>
                    <a:pt x="152615" y="116219"/>
                  </a:lnTo>
                  <a:lnTo>
                    <a:pt x="152769" y="118598"/>
                  </a:lnTo>
                  <a:lnTo>
                    <a:pt x="152670" y="121278"/>
                  </a:lnTo>
                  <a:lnTo>
                    <a:pt x="152689" y="123461"/>
                  </a:lnTo>
                  <a:lnTo>
                    <a:pt x="153179" y="124942"/>
                  </a:lnTo>
                  <a:lnTo>
                    <a:pt x="154103" y="126529"/>
                  </a:lnTo>
                  <a:lnTo>
                    <a:pt x="157741" y="131198"/>
                  </a:lnTo>
                  <a:lnTo>
                    <a:pt x="158029" y="132120"/>
                  </a:lnTo>
                  <a:lnTo>
                    <a:pt x="158158" y="134057"/>
                  </a:lnTo>
                  <a:lnTo>
                    <a:pt x="158591" y="136434"/>
                  </a:lnTo>
                  <a:lnTo>
                    <a:pt x="159360" y="137817"/>
                  </a:lnTo>
                  <a:lnTo>
                    <a:pt x="160259" y="138842"/>
                  </a:lnTo>
                  <a:lnTo>
                    <a:pt x="161354" y="139557"/>
                  </a:lnTo>
                  <a:lnTo>
                    <a:pt x="164653" y="140293"/>
                  </a:lnTo>
                  <a:lnTo>
                    <a:pt x="165352" y="141401"/>
                  </a:lnTo>
                  <a:lnTo>
                    <a:pt x="166774" y="145728"/>
                  </a:lnTo>
                  <a:lnTo>
                    <a:pt x="167547" y="146580"/>
                  </a:lnTo>
                  <a:lnTo>
                    <a:pt x="169745" y="147824"/>
                  </a:lnTo>
                  <a:lnTo>
                    <a:pt x="171337" y="148518"/>
                  </a:lnTo>
                  <a:lnTo>
                    <a:pt x="171993" y="148916"/>
                  </a:lnTo>
                  <a:lnTo>
                    <a:pt x="173432" y="150079"/>
                  </a:lnTo>
                  <a:lnTo>
                    <a:pt x="174997" y="152041"/>
                  </a:lnTo>
                  <a:lnTo>
                    <a:pt x="175831" y="153829"/>
                  </a:lnTo>
                  <a:lnTo>
                    <a:pt x="175828" y="154389"/>
                  </a:lnTo>
                  <a:lnTo>
                    <a:pt x="175820" y="155939"/>
                  </a:lnTo>
                  <a:lnTo>
                    <a:pt x="175808" y="160605"/>
                  </a:lnTo>
                  <a:lnTo>
                    <a:pt x="176096" y="163170"/>
                  </a:lnTo>
                  <a:lnTo>
                    <a:pt x="176423" y="165021"/>
                  </a:lnTo>
                  <a:lnTo>
                    <a:pt x="176407" y="166154"/>
                  </a:lnTo>
                  <a:lnTo>
                    <a:pt x="176012" y="166957"/>
                  </a:lnTo>
                  <a:lnTo>
                    <a:pt x="175702" y="167943"/>
                  </a:lnTo>
                  <a:lnTo>
                    <a:pt x="175531" y="169240"/>
                  </a:lnTo>
                  <a:lnTo>
                    <a:pt x="175084" y="170895"/>
                  </a:lnTo>
                  <a:lnTo>
                    <a:pt x="174722" y="172729"/>
                  </a:lnTo>
                  <a:lnTo>
                    <a:pt x="174877" y="174115"/>
                  </a:lnTo>
                  <a:lnTo>
                    <a:pt x="175496" y="175010"/>
                  </a:lnTo>
                  <a:lnTo>
                    <a:pt x="176424" y="176771"/>
                  </a:lnTo>
                  <a:lnTo>
                    <a:pt x="177191" y="177507"/>
                  </a:lnTo>
                  <a:lnTo>
                    <a:pt x="177565" y="177559"/>
                  </a:lnTo>
                  <a:lnTo>
                    <a:pt x="178070" y="177506"/>
                  </a:lnTo>
                  <a:lnTo>
                    <a:pt x="178500" y="177278"/>
                  </a:lnTo>
                  <a:lnTo>
                    <a:pt x="181279" y="175935"/>
                  </a:lnTo>
                  <a:lnTo>
                    <a:pt x="183853" y="174689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3331577" y="2570942"/>
              <a:ext cx="2440" cy="4674"/>
            </a:xfrm>
            <a:custGeom>
              <a:avLst/>
              <a:pathLst>
                <a:path w="2440" h="4674">
                  <a:moveTo>
                    <a:pt x="2440" y="3713"/>
                  </a:moveTo>
                  <a:lnTo>
                    <a:pt x="2060" y="4674"/>
                  </a:lnTo>
                  <a:lnTo>
                    <a:pt x="967" y="4631"/>
                  </a:lnTo>
                  <a:lnTo>
                    <a:pt x="12" y="3136"/>
                  </a:lnTo>
                  <a:lnTo>
                    <a:pt x="0" y="0"/>
                  </a:lnTo>
                  <a:lnTo>
                    <a:pt x="1102" y="620"/>
                  </a:lnTo>
                  <a:lnTo>
                    <a:pt x="2109" y="27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3329636" y="2568065"/>
              <a:ext cx="1595" cy="1880"/>
            </a:xfrm>
            <a:custGeom>
              <a:avLst/>
              <a:pathLst>
                <a:path w="1595" h="1880">
                  <a:moveTo>
                    <a:pt x="1511" y="1424"/>
                  </a:moveTo>
                  <a:lnTo>
                    <a:pt x="831" y="1880"/>
                  </a:lnTo>
                  <a:lnTo>
                    <a:pt x="157" y="991"/>
                  </a:lnTo>
                  <a:lnTo>
                    <a:pt x="0" y="454"/>
                  </a:lnTo>
                  <a:lnTo>
                    <a:pt x="941" y="0"/>
                  </a:lnTo>
                  <a:lnTo>
                    <a:pt x="1400" y="398"/>
                  </a:lnTo>
                  <a:lnTo>
                    <a:pt x="1595" y="11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4282787" y="3337063"/>
              <a:ext cx="1971" cy="5198"/>
            </a:xfrm>
            <a:custGeom>
              <a:avLst/>
              <a:pathLst>
                <a:path w="1971" h="5198">
                  <a:moveTo>
                    <a:pt x="733" y="3482"/>
                  </a:moveTo>
                  <a:lnTo>
                    <a:pt x="185" y="5198"/>
                  </a:lnTo>
                  <a:lnTo>
                    <a:pt x="0" y="5124"/>
                  </a:lnTo>
                  <a:lnTo>
                    <a:pt x="251" y="2265"/>
                  </a:lnTo>
                  <a:lnTo>
                    <a:pt x="1165" y="180"/>
                  </a:lnTo>
                  <a:lnTo>
                    <a:pt x="1971" y="0"/>
                  </a:lnTo>
                  <a:lnTo>
                    <a:pt x="1877" y="1291"/>
                  </a:lnTo>
                  <a:lnTo>
                    <a:pt x="1285" y="287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4282360" y="3309612"/>
              <a:ext cx="2418" cy="7104"/>
            </a:xfrm>
            <a:custGeom>
              <a:avLst/>
              <a:pathLst>
                <a:path w="2418" h="7104">
                  <a:moveTo>
                    <a:pt x="1468" y="815"/>
                  </a:moveTo>
                  <a:lnTo>
                    <a:pt x="2418" y="5928"/>
                  </a:lnTo>
                  <a:lnTo>
                    <a:pt x="2315" y="6713"/>
                  </a:lnTo>
                  <a:lnTo>
                    <a:pt x="2169" y="7104"/>
                  </a:lnTo>
                  <a:lnTo>
                    <a:pt x="1945" y="6970"/>
                  </a:lnTo>
                  <a:lnTo>
                    <a:pt x="1563" y="4213"/>
                  </a:lnTo>
                  <a:lnTo>
                    <a:pt x="850" y="2434"/>
                  </a:lnTo>
                  <a:lnTo>
                    <a:pt x="0" y="2768"/>
                  </a:lnTo>
                  <a:lnTo>
                    <a:pt x="705" y="507"/>
                  </a:lnTo>
                  <a:lnTo>
                    <a:pt x="985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4286868" y="3306461"/>
              <a:ext cx="729" cy="3770"/>
            </a:xfrm>
            <a:custGeom>
              <a:avLst/>
              <a:pathLst>
                <a:path w="729" h="3770">
                  <a:moveTo>
                    <a:pt x="729" y="3706"/>
                  </a:moveTo>
                  <a:lnTo>
                    <a:pt x="471" y="3770"/>
                  </a:lnTo>
                  <a:lnTo>
                    <a:pt x="234" y="3625"/>
                  </a:lnTo>
                  <a:lnTo>
                    <a:pt x="0" y="3168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4283573" y="3285893"/>
              <a:ext cx="1365" cy="9646"/>
            </a:xfrm>
            <a:custGeom>
              <a:avLst/>
              <a:pathLst>
                <a:path w="1365" h="9646">
                  <a:moveTo>
                    <a:pt x="390" y="9006"/>
                  </a:moveTo>
                  <a:lnTo>
                    <a:pt x="250" y="9646"/>
                  </a:lnTo>
                  <a:lnTo>
                    <a:pt x="0" y="9177"/>
                  </a:lnTo>
                  <a:lnTo>
                    <a:pt x="156" y="6377"/>
                  </a:lnTo>
                  <a:lnTo>
                    <a:pt x="587" y="4086"/>
                  </a:lnTo>
                  <a:lnTo>
                    <a:pt x="1031" y="727"/>
                  </a:lnTo>
                  <a:lnTo>
                    <a:pt x="1275" y="0"/>
                  </a:lnTo>
                  <a:lnTo>
                    <a:pt x="1365" y="1776"/>
                  </a:lnTo>
                  <a:lnTo>
                    <a:pt x="1095" y="5582"/>
                  </a:lnTo>
                  <a:lnTo>
                    <a:pt x="862" y="766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4285721" y="3285246"/>
              <a:ext cx="2013" cy="7867"/>
            </a:xfrm>
            <a:custGeom>
              <a:avLst/>
              <a:pathLst>
                <a:path w="2013" h="7867">
                  <a:moveTo>
                    <a:pt x="2013" y="1774"/>
                  </a:moveTo>
                  <a:lnTo>
                    <a:pt x="1725" y="7867"/>
                  </a:lnTo>
                  <a:lnTo>
                    <a:pt x="1003" y="7025"/>
                  </a:lnTo>
                  <a:lnTo>
                    <a:pt x="662" y="7028"/>
                  </a:lnTo>
                  <a:lnTo>
                    <a:pt x="231" y="3586"/>
                  </a:lnTo>
                  <a:lnTo>
                    <a:pt x="261" y="2662"/>
                  </a:lnTo>
                  <a:lnTo>
                    <a:pt x="0" y="396"/>
                  </a:lnTo>
                  <a:lnTo>
                    <a:pt x="166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4281564" y="3283611"/>
              <a:ext cx="831" cy="6602"/>
            </a:xfrm>
            <a:custGeom>
              <a:avLst/>
              <a:pathLst>
                <a:path w="831" h="6602">
                  <a:moveTo>
                    <a:pt x="739" y="4960"/>
                  </a:moveTo>
                  <a:lnTo>
                    <a:pt x="831" y="6602"/>
                  </a:lnTo>
                  <a:lnTo>
                    <a:pt x="121" y="4856"/>
                  </a:lnTo>
                  <a:lnTo>
                    <a:pt x="0" y="0"/>
                  </a:lnTo>
                  <a:lnTo>
                    <a:pt x="558" y="3060"/>
                  </a:lnTo>
                  <a:lnTo>
                    <a:pt x="799" y="375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4286607" y="3276991"/>
              <a:ext cx="1761" cy="5462"/>
            </a:xfrm>
            <a:custGeom>
              <a:avLst/>
              <a:pathLst>
                <a:path w="1761" h="5462">
                  <a:moveTo>
                    <a:pt x="698" y="5296"/>
                  </a:moveTo>
                  <a:lnTo>
                    <a:pt x="225" y="5462"/>
                  </a:lnTo>
                  <a:lnTo>
                    <a:pt x="0" y="679"/>
                  </a:lnTo>
                  <a:lnTo>
                    <a:pt x="133" y="0"/>
                  </a:lnTo>
                  <a:lnTo>
                    <a:pt x="803" y="2337"/>
                  </a:lnTo>
                  <a:lnTo>
                    <a:pt x="1761" y="3771"/>
                  </a:lnTo>
                  <a:lnTo>
                    <a:pt x="1385" y="470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4281870" y="3270859"/>
              <a:ext cx="1128" cy="4341"/>
            </a:xfrm>
            <a:custGeom>
              <a:avLst/>
              <a:pathLst>
                <a:path w="1128" h="4341">
                  <a:moveTo>
                    <a:pt x="1128" y="4176"/>
                  </a:moveTo>
                  <a:lnTo>
                    <a:pt x="996" y="4341"/>
                  </a:lnTo>
                  <a:lnTo>
                    <a:pt x="808" y="4246"/>
                  </a:lnTo>
                  <a:lnTo>
                    <a:pt x="432" y="3762"/>
                  </a:lnTo>
                  <a:lnTo>
                    <a:pt x="0" y="1753"/>
                  </a:lnTo>
                  <a:lnTo>
                    <a:pt x="227" y="346"/>
                  </a:lnTo>
                  <a:lnTo>
                    <a:pt x="386" y="0"/>
                  </a:lnTo>
                  <a:lnTo>
                    <a:pt x="767" y="118"/>
                  </a:lnTo>
                  <a:lnTo>
                    <a:pt x="967" y="386"/>
                  </a:lnTo>
                  <a:lnTo>
                    <a:pt x="1034" y="903"/>
                  </a:lnTo>
                  <a:lnTo>
                    <a:pt x="921" y="2021"/>
                  </a:lnTo>
                  <a:lnTo>
                    <a:pt x="940" y="296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4280750" y="3267725"/>
              <a:ext cx="1447" cy="3511"/>
            </a:xfrm>
            <a:custGeom>
              <a:avLst/>
              <a:pathLst>
                <a:path w="1447" h="3511">
                  <a:moveTo>
                    <a:pt x="1447" y="238"/>
                  </a:moveTo>
                  <a:lnTo>
                    <a:pt x="1381" y="1310"/>
                  </a:lnTo>
                  <a:lnTo>
                    <a:pt x="723" y="3511"/>
                  </a:lnTo>
                  <a:lnTo>
                    <a:pt x="148" y="2232"/>
                  </a:lnTo>
                  <a:lnTo>
                    <a:pt x="0" y="1529"/>
                  </a:lnTo>
                  <a:lnTo>
                    <a:pt x="585" y="119"/>
                  </a:lnTo>
                  <a:lnTo>
                    <a:pt x="1208" y="320"/>
                  </a:lnTo>
                  <a:lnTo>
                    <a:pt x="1376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4284882" y="3259442"/>
              <a:ext cx="1881" cy="10111"/>
            </a:xfrm>
            <a:custGeom>
              <a:avLst/>
              <a:pathLst>
                <a:path w="1881" h="10111">
                  <a:moveTo>
                    <a:pt x="1265" y="2370"/>
                  </a:moveTo>
                  <a:lnTo>
                    <a:pt x="1520" y="3181"/>
                  </a:lnTo>
                  <a:lnTo>
                    <a:pt x="1881" y="3156"/>
                  </a:lnTo>
                  <a:lnTo>
                    <a:pt x="1782" y="6041"/>
                  </a:lnTo>
                  <a:lnTo>
                    <a:pt x="889" y="9589"/>
                  </a:lnTo>
                  <a:lnTo>
                    <a:pt x="362" y="10105"/>
                  </a:lnTo>
                  <a:lnTo>
                    <a:pt x="128" y="10111"/>
                  </a:lnTo>
                  <a:lnTo>
                    <a:pt x="328" y="4927"/>
                  </a:lnTo>
                  <a:lnTo>
                    <a:pt x="0" y="1968"/>
                  </a:lnTo>
                  <a:lnTo>
                    <a:pt x="108" y="0"/>
                  </a:lnTo>
                  <a:lnTo>
                    <a:pt x="1066" y="91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4284294" y="3243956"/>
              <a:ext cx="734" cy="7905"/>
            </a:xfrm>
            <a:custGeom>
              <a:avLst/>
              <a:pathLst>
                <a:path w="734" h="7905">
                  <a:moveTo>
                    <a:pt x="734" y="3048"/>
                  </a:moveTo>
                  <a:lnTo>
                    <a:pt x="663" y="7905"/>
                  </a:lnTo>
                  <a:lnTo>
                    <a:pt x="96" y="5562"/>
                  </a:lnTo>
                  <a:lnTo>
                    <a:pt x="0" y="2891"/>
                  </a:lnTo>
                  <a:lnTo>
                    <a:pt x="43" y="403"/>
                  </a:lnTo>
                  <a:lnTo>
                    <a:pt x="165" y="0"/>
                  </a:lnTo>
                  <a:lnTo>
                    <a:pt x="201" y="380"/>
                  </a:lnTo>
                  <a:lnTo>
                    <a:pt x="543" y="14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4244354" y="3163265"/>
              <a:ext cx="1188" cy="4112"/>
            </a:xfrm>
            <a:custGeom>
              <a:avLst/>
              <a:pathLst>
                <a:path w="1188" h="4112">
                  <a:moveTo>
                    <a:pt x="810" y="3358"/>
                  </a:moveTo>
                  <a:lnTo>
                    <a:pt x="577" y="4112"/>
                  </a:lnTo>
                  <a:lnTo>
                    <a:pt x="111" y="3572"/>
                  </a:lnTo>
                  <a:lnTo>
                    <a:pt x="0" y="3249"/>
                  </a:lnTo>
                  <a:lnTo>
                    <a:pt x="1073" y="0"/>
                  </a:lnTo>
                  <a:lnTo>
                    <a:pt x="1188" y="12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4240429" y="3155212"/>
              <a:ext cx="2620" cy="10552"/>
            </a:xfrm>
            <a:custGeom>
              <a:avLst/>
              <a:pathLst>
                <a:path w="2620" h="10552">
                  <a:moveTo>
                    <a:pt x="1009" y="7670"/>
                  </a:moveTo>
                  <a:lnTo>
                    <a:pt x="272" y="10552"/>
                  </a:lnTo>
                  <a:lnTo>
                    <a:pt x="0" y="6245"/>
                  </a:lnTo>
                  <a:lnTo>
                    <a:pt x="1202" y="3846"/>
                  </a:lnTo>
                  <a:lnTo>
                    <a:pt x="1795" y="1556"/>
                  </a:lnTo>
                  <a:lnTo>
                    <a:pt x="2422" y="0"/>
                  </a:lnTo>
                  <a:lnTo>
                    <a:pt x="2620" y="1897"/>
                  </a:lnTo>
                  <a:lnTo>
                    <a:pt x="2023" y="550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4275418" y="3146361"/>
              <a:ext cx="1481" cy="7828"/>
            </a:xfrm>
            <a:custGeom>
              <a:avLst/>
              <a:pathLst>
                <a:path w="1481" h="7828">
                  <a:moveTo>
                    <a:pt x="1202" y="7442"/>
                  </a:moveTo>
                  <a:lnTo>
                    <a:pt x="772" y="7828"/>
                  </a:lnTo>
                  <a:lnTo>
                    <a:pt x="127" y="5891"/>
                  </a:lnTo>
                  <a:lnTo>
                    <a:pt x="0" y="1301"/>
                  </a:lnTo>
                  <a:lnTo>
                    <a:pt x="536" y="242"/>
                  </a:lnTo>
                  <a:lnTo>
                    <a:pt x="827" y="0"/>
                  </a:lnTo>
                  <a:lnTo>
                    <a:pt x="1247" y="562"/>
                  </a:lnTo>
                  <a:lnTo>
                    <a:pt x="1409" y="1308"/>
                  </a:lnTo>
                  <a:lnTo>
                    <a:pt x="1481" y="2232"/>
                  </a:lnTo>
                  <a:lnTo>
                    <a:pt x="1365" y="318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4230205" y="3075923"/>
              <a:ext cx="2929" cy="6297"/>
            </a:xfrm>
            <a:custGeom>
              <a:avLst/>
              <a:pathLst>
                <a:path w="2929" h="6297">
                  <a:moveTo>
                    <a:pt x="2308" y="6043"/>
                  </a:moveTo>
                  <a:lnTo>
                    <a:pt x="2118" y="6297"/>
                  </a:lnTo>
                  <a:lnTo>
                    <a:pt x="936" y="3819"/>
                  </a:lnTo>
                  <a:lnTo>
                    <a:pt x="0" y="629"/>
                  </a:lnTo>
                  <a:lnTo>
                    <a:pt x="1484" y="0"/>
                  </a:lnTo>
                  <a:lnTo>
                    <a:pt x="2920" y="688"/>
                  </a:lnTo>
                  <a:lnTo>
                    <a:pt x="2929" y="2386"/>
                  </a:lnTo>
                  <a:lnTo>
                    <a:pt x="2621" y="511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4231983" y="3056142"/>
              <a:ext cx="3445" cy="7670"/>
            </a:xfrm>
            <a:custGeom>
              <a:avLst/>
              <a:pathLst>
                <a:path w="3445" h="7670">
                  <a:moveTo>
                    <a:pt x="803" y="0"/>
                  </a:moveTo>
                  <a:lnTo>
                    <a:pt x="2105" y="2451"/>
                  </a:lnTo>
                  <a:lnTo>
                    <a:pt x="2619" y="2281"/>
                  </a:lnTo>
                  <a:lnTo>
                    <a:pt x="3425" y="3830"/>
                  </a:lnTo>
                  <a:lnTo>
                    <a:pt x="3445" y="4435"/>
                  </a:lnTo>
                  <a:lnTo>
                    <a:pt x="3292" y="5697"/>
                  </a:lnTo>
                  <a:lnTo>
                    <a:pt x="2928" y="6684"/>
                  </a:lnTo>
                  <a:lnTo>
                    <a:pt x="1944" y="7670"/>
                  </a:lnTo>
                  <a:lnTo>
                    <a:pt x="1269" y="6872"/>
                  </a:lnTo>
                  <a:lnTo>
                    <a:pt x="1002" y="4194"/>
                  </a:lnTo>
                  <a:lnTo>
                    <a:pt x="206" y="2934"/>
                  </a:lnTo>
                  <a:lnTo>
                    <a:pt x="0" y="1866"/>
                  </a:lnTo>
                  <a:lnTo>
                    <a:pt x="503" y="40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4229358" y="3044556"/>
              <a:ext cx="1140" cy="5778"/>
            </a:xfrm>
            <a:custGeom>
              <a:avLst/>
              <a:pathLst>
                <a:path w="1140" h="5778">
                  <a:moveTo>
                    <a:pt x="896" y="1706"/>
                  </a:moveTo>
                  <a:lnTo>
                    <a:pt x="1140" y="5778"/>
                  </a:lnTo>
                  <a:lnTo>
                    <a:pt x="360" y="4251"/>
                  </a:lnTo>
                  <a:lnTo>
                    <a:pt x="75" y="2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4223678" y="3040534"/>
              <a:ext cx="1255" cy="7612"/>
            </a:xfrm>
            <a:custGeom>
              <a:avLst/>
              <a:pathLst>
                <a:path w="1255" h="7612">
                  <a:moveTo>
                    <a:pt x="1106" y="4803"/>
                  </a:moveTo>
                  <a:lnTo>
                    <a:pt x="1255" y="7612"/>
                  </a:lnTo>
                  <a:lnTo>
                    <a:pt x="709" y="6455"/>
                  </a:lnTo>
                  <a:lnTo>
                    <a:pt x="0" y="2561"/>
                  </a:lnTo>
                  <a:lnTo>
                    <a:pt x="22" y="0"/>
                  </a:lnTo>
                  <a:lnTo>
                    <a:pt x="532" y="119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4215353" y="2791419"/>
              <a:ext cx="101832" cy="546127"/>
            </a:xfrm>
            <a:custGeom>
              <a:avLst/>
              <a:pathLst>
                <a:path w="101832" h="546127">
                  <a:moveTo>
                    <a:pt x="101736" y="205352"/>
                  </a:moveTo>
                  <a:lnTo>
                    <a:pt x="101072" y="208273"/>
                  </a:lnTo>
                  <a:lnTo>
                    <a:pt x="99337" y="211300"/>
                  </a:lnTo>
                  <a:lnTo>
                    <a:pt x="98110" y="212836"/>
                  </a:lnTo>
                  <a:lnTo>
                    <a:pt x="97396" y="212883"/>
                  </a:lnTo>
                  <a:lnTo>
                    <a:pt x="96788" y="214693"/>
                  </a:lnTo>
                  <a:lnTo>
                    <a:pt x="96289" y="218269"/>
                  </a:lnTo>
                  <a:lnTo>
                    <a:pt x="95772" y="220368"/>
                  </a:lnTo>
                  <a:lnTo>
                    <a:pt x="95238" y="220993"/>
                  </a:lnTo>
                  <a:lnTo>
                    <a:pt x="94892" y="222346"/>
                  </a:lnTo>
                  <a:lnTo>
                    <a:pt x="94734" y="224428"/>
                  </a:lnTo>
                  <a:lnTo>
                    <a:pt x="95042" y="225542"/>
                  </a:lnTo>
                  <a:lnTo>
                    <a:pt x="95818" y="225689"/>
                  </a:lnTo>
                  <a:lnTo>
                    <a:pt x="95878" y="226270"/>
                  </a:lnTo>
                  <a:lnTo>
                    <a:pt x="95221" y="227289"/>
                  </a:lnTo>
                  <a:lnTo>
                    <a:pt x="94406" y="227647"/>
                  </a:lnTo>
                  <a:lnTo>
                    <a:pt x="93430" y="227344"/>
                  </a:lnTo>
                  <a:lnTo>
                    <a:pt x="92507" y="228158"/>
                  </a:lnTo>
                  <a:lnTo>
                    <a:pt x="91635" y="230091"/>
                  </a:lnTo>
                  <a:lnTo>
                    <a:pt x="90892" y="234262"/>
                  </a:lnTo>
                  <a:lnTo>
                    <a:pt x="90276" y="240671"/>
                  </a:lnTo>
                  <a:lnTo>
                    <a:pt x="90194" y="242313"/>
                  </a:lnTo>
                  <a:lnTo>
                    <a:pt x="88845" y="240453"/>
                  </a:lnTo>
                  <a:lnTo>
                    <a:pt x="88285" y="239394"/>
                  </a:lnTo>
                  <a:lnTo>
                    <a:pt x="87559" y="239129"/>
                  </a:lnTo>
                  <a:lnTo>
                    <a:pt x="86819" y="240309"/>
                  </a:lnTo>
                  <a:lnTo>
                    <a:pt x="86230" y="241585"/>
                  </a:lnTo>
                  <a:lnTo>
                    <a:pt x="85626" y="242053"/>
                  </a:lnTo>
                  <a:lnTo>
                    <a:pt x="84701" y="242201"/>
                  </a:lnTo>
                  <a:lnTo>
                    <a:pt x="83485" y="241540"/>
                  </a:lnTo>
                  <a:lnTo>
                    <a:pt x="82659" y="240943"/>
                  </a:lnTo>
                  <a:lnTo>
                    <a:pt x="82535" y="241267"/>
                  </a:lnTo>
                  <a:lnTo>
                    <a:pt x="82984" y="243968"/>
                  </a:lnTo>
                  <a:lnTo>
                    <a:pt x="83145" y="246122"/>
                  </a:lnTo>
                  <a:lnTo>
                    <a:pt x="82966" y="247242"/>
                  </a:lnTo>
                  <a:lnTo>
                    <a:pt x="82576" y="248174"/>
                  </a:lnTo>
                  <a:lnTo>
                    <a:pt x="81982" y="248908"/>
                  </a:lnTo>
                  <a:lnTo>
                    <a:pt x="81285" y="249338"/>
                  </a:lnTo>
                  <a:lnTo>
                    <a:pt x="80670" y="249294"/>
                  </a:lnTo>
                  <a:lnTo>
                    <a:pt x="79684" y="248268"/>
                  </a:lnTo>
                  <a:lnTo>
                    <a:pt x="78933" y="248224"/>
                  </a:lnTo>
                  <a:lnTo>
                    <a:pt x="78291" y="248734"/>
                  </a:lnTo>
                  <a:lnTo>
                    <a:pt x="77900" y="249494"/>
                  </a:lnTo>
                  <a:lnTo>
                    <a:pt x="77683" y="250435"/>
                  </a:lnTo>
                  <a:lnTo>
                    <a:pt x="77305" y="255766"/>
                  </a:lnTo>
                  <a:lnTo>
                    <a:pt x="76972" y="257434"/>
                  </a:lnTo>
                  <a:lnTo>
                    <a:pt x="76502" y="258380"/>
                  </a:lnTo>
                  <a:lnTo>
                    <a:pt x="76038" y="258479"/>
                  </a:lnTo>
                  <a:lnTo>
                    <a:pt x="75399" y="258216"/>
                  </a:lnTo>
                  <a:lnTo>
                    <a:pt x="74730" y="258434"/>
                  </a:lnTo>
                  <a:lnTo>
                    <a:pt x="71701" y="260496"/>
                  </a:lnTo>
                  <a:lnTo>
                    <a:pt x="71259" y="260699"/>
                  </a:lnTo>
                  <a:lnTo>
                    <a:pt x="70309" y="260855"/>
                  </a:lnTo>
                  <a:lnTo>
                    <a:pt x="69428" y="260911"/>
                  </a:lnTo>
                  <a:lnTo>
                    <a:pt x="68808" y="260810"/>
                  </a:lnTo>
                  <a:lnTo>
                    <a:pt x="67354" y="258698"/>
                  </a:lnTo>
                  <a:lnTo>
                    <a:pt x="66650" y="258474"/>
                  </a:lnTo>
                  <a:lnTo>
                    <a:pt x="66264" y="259072"/>
                  </a:lnTo>
                  <a:lnTo>
                    <a:pt x="65993" y="261902"/>
                  </a:lnTo>
                  <a:lnTo>
                    <a:pt x="65144" y="263700"/>
                  </a:lnTo>
                  <a:lnTo>
                    <a:pt x="64013" y="267628"/>
                  </a:lnTo>
                  <a:lnTo>
                    <a:pt x="63749" y="273363"/>
                  </a:lnTo>
                  <a:lnTo>
                    <a:pt x="63866" y="277364"/>
                  </a:lnTo>
                  <a:lnTo>
                    <a:pt x="62847" y="281323"/>
                  </a:lnTo>
                  <a:lnTo>
                    <a:pt x="62755" y="283235"/>
                  </a:lnTo>
                  <a:lnTo>
                    <a:pt x="63300" y="292424"/>
                  </a:lnTo>
                  <a:lnTo>
                    <a:pt x="63208" y="293388"/>
                  </a:lnTo>
                  <a:lnTo>
                    <a:pt x="63001" y="293865"/>
                  </a:lnTo>
                  <a:lnTo>
                    <a:pt x="62364" y="294184"/>
                  </a:lnTo>
                  <a:lnTo>
                    <a:pt x="61294" y="295145"/>
                  </a:lnTo>
                  <a:lnTo>
                    <a:pt x="60587" y="296060"/>
                  </a:lnTo>
                  <a:lnTo>
                    <a:pt x="60244" y="296164"/>
                  </a:lnTo>
                  <a:lnTo>
                    <a:pt x="59246" y="295476"/>
                  </a:lnTo>
                  <a:lnTo>
                    <a:pt x="58984" y="295463"/>
                  </a:lnTo>
                  <a:lnTo>
                    <a:pt x="59060" y="296162"/>
                  </a:lnTo>
                  <a:lnTo>
                    <a:pt x="59856" y="300140"/>
                  </a:lnTo>
                  <a:lnTo>
                    <a:pt x="60686" y="302024"/>
                  </a:lnTo>
                  <a:lnTo>
                    <a:pt x="61543" y="301815"/>
                  </a:lnTo>
                  <a:lnTo>
                    <a:pt x="61917" y="302189"/>
                  </a:lnTo>
                  <a:lnTo>
                    <a:pt x="61806" y="303144"/>
                  </a:lnTo>
                  <a:lnTo>
                    <a:pt x="62136" y="305634"/>
                  </a:lnTo>
                  <a:lnTo>
                    <a:pt x="62910" y="309663"/>
                  </a:lnTo>
                  <a:lnTo>
                    <a:pt x="63140" y="312680"/>
                  </a:lnTo>
                  <a:lnTo>
                    <a:pt x="62670" y="315687"/>
                  </a:lnTo>
                  <a:lnTo>
                    <a:pt x="62759" y="316763"/>
                  </a:lnTo>
                  <a:lnTo>
                    <a:pt x="63017" y="317392"/>
                  </a:lnTo>
                  <a:lnTo>
                    <a:pt x="63742" y="320187"/>
                  </a:lnTo>
                  <a:lnTo>
                    <a:pt x="65290" y="324559"/>
                  </a:lnTo>
                  <a:lnTo>
                    <a:pt x="66809" y="329287"/>
                  </a:lnTo>
                  <a:lnTo>
                    <a:pt x="68076" y="333228"/>
                  </a:lnTo>
                  <a:lnTo>
                    <a:pt x="69006" y="335954"/>
                  </a:lnTo>
                  <a:lnTo>
                    <a:pt x="71076" y="341036"/>
                  </a:lnTo>
                  <a:lnTo>
                    <a:pt x="71444" y="343419"/>
                  </a:lnTo>
                  <a:lnTo>
                    <a:pt x="71522" y="348229"/>
                  </a:lnTo>
                  <a:lnTo>
                    <a:pt x="72033" y="351008"/>
                  </a:lnTo>
                  <a:lnTo>
                    <a:pt x="72506" y="352995"/>
                  </a:lnTo>
                  <a:lnTo>
                    <a:pt x="72834" y="354654"/>
                  </a:lnTo>
                  <a:lnTo>
                    <a:pt x="73596" y="360102"/>
                  </a:lnTo>
                  <a:lnTo>
                    <a:pt x="73920" y="360841"/>
                  </a:lnTo>
                  <a:lnTo>
                    <a:pt x="75580" y="357527"/>
                  </a:lnTo>
                  <a:lnTo>
                    <a:pt x="75965" y="358218"/>
                  </a:lnTo>
                  <a:lnTo>
                    <a:pt x="76180" y="359468"/>
                  </a:lnTo>
                  <a:lnTo>
                    <a:pt x="76182" y="361058"/>
                  </a:lnTo>
                  <a:lnTo>
                    <a:pt x="75921" y="362861"/>
                  </a:lnTo>
                  <a:lnTo>
                    <a:pt x="75381" y="364523"/>
                  </a:lnTo>
                  <a:lnTo>
                    <a:pt x="72820" y="368368"/>
                  </a:lnTo>
                  <a:lnTo>
                    <a:pt x="72611" y="371680"/>
                  </a:lnTo>
                  <a:lnTo>
                    <a:pt x="72432" y="376704"/>
                  </a:lnTo>
                  <a:lnTo>
                    <a:pt x="72390" y="382875"/>
                  </a:lnTo>
                  <a:lnTo>
                    <a:pt x="72511" y="387490"/>
                  </a:lnTo>
                  <a:lnTo>
                    <a:pt x="72417" y="388551"/>
                  </a:lnTo>
                  <a:lnTo>
                    <a:pt x="72194" y="389053"/>
                  </a:lnTo>
                  <a:lnTo>
                    <a:pt x="71227" y="388855"/>
                  </a:lnTo>
                  <a:lnTo>
                    <a:pt x="69833" y="391184"/>
                  </a:lnTo>
                  <a:lnTo>
                    <a:pt x="69342" y="391390"/>
                  </a:lnTo>
                  <a:lnTo>
                    <a:pt x="68730" y="392283"/>
                  </a:lnTo>
                  <a:lnTo>
                    <a:pt x="68262" y="393384"/>
                  </a:lnTo>
                  <a:lnTo>
                    <a:pt x="68113" y="395059"/>
                  </a:lnTo>
                  <a:lnTo>
                    <a:pt x="68388" y="400126"/>
                  </a:lnTo>
                  <a:lnTo>
                    <a:pt x="68886" y="404889"/>
                  </a:lnTo>
                  <a:lnTo>
                    <a:pt x="69864" y="408384"/>
                  </a:lnTo>
                  <a:lnTo>
                    <a:pt x="70637" y="411147"/>
                  </a:lnTo>
                  <a:lnTo>
                    <a:pt x="71714" y="414990"/>
                  </a:lnTo>
                  <a:lnTo>
                    <a:pt x="72566" y="418329"/>
                  </a:lnTo>
                  <a:lnTo>
                    <a:pt x="74282" y="421998"/>
                  </a:lnTo>
                  <a:lnTo>
                    <a:pt x="76694" y="427491"/>
                  </a:lnTo>
                  <a:lnTo>
                    <a:pt x="77615" y="430525"/>
                  </a:lnTo>
                  <a:lnTo>
                    <a:pt x="78428" y="434202"/>
                  </a:lnTo>
                  <a:lnTo>
                    <a:pt x="79002" y="437335"/>
                  </a:lnTo>
                  <a:lnTo>
                    <a:pt x="79221" y="441499"/>
                  </a:lnTo>
                  <a:lnTo>
                    <a:pt x="79398" y="443830"/>
                  </a:lnTo>
                  <a:lnTo>
                    <a:pt x="79449" y="451627"/>
                  </a:lnTo>
                  <a:lnTo>
                    <a:pt x="79005" y="453401"/>
                  </a:lnTo>
                  <a:lnTo>
                    <a:pt x="78668" y="455454"/>
                  </a:lnTo>
                  <a:lnTo>
                    <a:pt x="78856" y="457604"/>
                  </a:lnTo>
                  <a:lnTo>
                    <a:pt x="79419" y="459656"/>
                  </a:lnTo>
                  <a:lnTo>
                    <a:pt x="79419" y="462002"/>
                  </a:lnTo>
                  <a:lnTo>
                    <a:pt x="79945" y="466203"/>
                  </a:lnTo>
                  <a:lnTo>
                    <a:pt x="80825" y="468770"/>
                  </a:lnTo>
                  <a:lnTo>
                    <a:pt x="81672" y="470503"/>
                  </a:lnTo>
                  <a:lnTo>
                    <a:pt x="82048" y="471872"/>
                  </a:lnTo>
                  <a:lnTo>
                    <a:pt x="81925" y="474067"/>
                  </a:lnTo>
                  <a:lnTo>
                    <a:pt x="82176" y="476396"/>
                  </a:lnTo>
                  <a:lnTo>
                    <a:pt x="82359" y="478931"/>
                  </a:lnTo>
                  <a:lnTo>
                    <a:pt x="82705" y="482441"/>
                  </a:lnTo>
                  <a:lnTo>
                    <a:pt x="83387" y="485413"/>
                  </a:lnTo>
                  <a:lnTo>
                    <a:pt x="84429" y="494528"/>
                  </a:lnTo>
                  <a:lnTo>
                    <a:pt x="84404" y="495460"/>
                  </a:lnTo>
                  <a:lnTo>
                    <a:pt x="83953" y="497306"/>
                  </a:lnTo>
                  <a:lnTo>
                    <a:pt x="83299" y="498976"/>
                  </a:lnTo>
                  <a:lnTo>
                    <a:pt x="82875" y="499513"/>
                  </a:lnTo>
                  <a:lnTo>
                    <a:pt x="82475" y="501229"/>
                  </a:lnTo>
                  <a:lnTo>
                    <a:pt x="81523" y="506103"/>
                  </a:lnTo>
                  <a:lnTo>
                    <a:pt x="79608" y="514501"/>
                  </a:lnTo>
                  <a:lnTo>
                    <a:pt x="77737" y="519976"/>
                  </a:lnTo>
                  <a:lnTo>
                    <a:pt x="76166" y="523866"/>
                  </a:lnTo>
                  <a:lnTo>
                    <a:pt x="75029" y="526226"/>
                  </a:lnTo>
                  <a:lnTo>
                    <a:pt x="74692" y="527630"/>
                  </a:lnTo>
                  <a:lnTo>
                    <a:pt x="74692" y="528734"/>
                  </a:lnTo>
                  <a:lnTo>
                    <a:pt x="74898" y="530701"/>
                  </a:lnTo>
                  <a:lnTo>
                    <a:pt x="74818" y="534429"/>
                  </a:lnTo>
                  <a:lnTo>
                    <a:pt x="74574" y="536794"/>
                  </a:lnTo>
                  <a:lnTo>
                    <a:pt x="74251" y="539300"/>
                  </a:lnTo>
                  <a:lnTo>
                    <a:pt x="74071" y="541535"/>
                  </a:lnTo>
                  <a:lnTo>
                    <a:pt x="73565" y="541870"/>
                  </a:lnTo>
                  <a:lnTo>
                    <a:pt x="72482" y="546127"/>
                  </a:lnTo>
                  <a:lnTo>
                    <a:pt x="72012" y="543992"/>
                  </a:lnTo>
                  <a:lnTo>
                    <a:pt x="71735" y="541767"/>
                  </a:lnTo>
                  <a:lnTo>
                    <a:pt x="72032" y="536726"/>
                  </a:lnTo>
                  <a:lnTo>
                    <a:pt x="71373" y="527190"/>
                  </a:lnTo>
                  <a:lnTo>
                    <a:pt x="71782" y="525916"/>
                  </a:lnTo>
                  <a:lnTo>
                    <a:pt x="72175" y="525274"/>
                  </a:lnTo>
                  <a:lnTo>
                    <a:pt x="72893" y="521618"/>
                  </a:lnTo>
                  <a:lnTo>
                    <a:pt x="73764" y="517998"/>
                  </a:lnTo>
                  <a:lnTo>
                    <a:pt x="73844" y="513678"/>
                  </a:lnTo>
                  <a:lnTo>
                    <a:pt x="74550" y="510508"/>
                  </a:lnTo>
                  <a:lnTo>
                    <a:pt x="74383" y="507861"/>
                  </a:lnTo>
                  <a:lnTo>
                    <a:pt x="74420" y="504750"/>
                  </a:lnTo>
                  <a:lnTo>
                    <a:pt x="74569" y="502208"/>
                  </a:lnTo>
                  <a:lnTo>
                    <a:pt x="74512" y="500127"/>
                  </a:lnTo>
                  <a:lnTo>
                    <a:pt x="75072" y="497959"/>
                  </a:lnTo>
                  <a:lnTo>
                    <a:pt x="76040" y="496344"/>
                  </a:lnTo>
                  <a:lnTo>
                    <a:pt x="75634" y="495767"/>
                  </a:lnTo>
                  <a:lnTo>
                    <a:pt x="75232" y="494585"/>
                  </a:lnTo>
                  <a:lnTo>
                    <a:pt x="73970" y="496384"/>
                  </a:lnTo>
                  <a:lnTo>
                    <a:pt x="73319" y="495793"/>
                  </a:lnTo>
                  <a:lnTo>
                    <a:pt x="73189" y="493929"/>
                  </a:lnTo>
                  <a:lnTo>
                    <a:pt x="73350" y="491929"/>
                  </a:lnTo>
                  <a:lnTo>
                    <a:pt x="73416" y="490713"/>
                  </a:lnTo>
                  <a:lnTo>
                    <a:pt x="73922" y="489341"/>
                  </a:lnTo>
                  <a:lnTo>
                    <a:pt x="73887" y="486670"/>
                  </a:lnTo>
                  <a:lnTo>
                    <a:pt x="73631" y="484318"/>
                  </a:lnTo>
                  <a:lnTo>
                    <a:pt x="74000" y="481407"/>
                  </a:lnTo>
                  <a:lnTo>
                    <a:pt x="73253" y="481399"/>
                  </a:lnTo>
                  <a:lnTo>
                    <a:pt x="72909" y="480814"/>
                  </a:lnTo>
                  <a:lnTo>
                    <a:pt x="73124" y="479198"/>
                  </a:lnTo>
                  <a:lnTo>
                    <a:pt x="73800" y="477765"/>
                  </a:lnTo>
                  <a:lnTo>
                    <a:pt x="73183" y="475039"/>
                  </a:lnTo>
                  <a:lnTo>
                    <a:pt x="73640" y="472108"/>
                  </a:lnTo>
                  <a:lnTo>
                    <a:pt x="73624" y="468489"/>
                  </a:lnTo>
                  <a:lnTo>
                    <a:pt x="73311" y="465295"/>
                  </a:lnTo>
                  <a:lnTo>
                    <a:pt x="73328" y="462998"/>
                  </a:lnTo>
                  <a:lnTo>
                    <a:pt x="72851" y="458926"/>
                  </a:lnTo>
                  <a:lnTo>
                    <a:pt x="72633" y="453729"/>
                  </a:lnTo>
                  <a:lnTo>
                    <a:pt x="71624" y="449853"/>
                  </a:lnTo>
                  <a:lnTo>
                    <a:pt x="70877" y="444218"/>
                  </a:lnTo>
                  <a:lnTo>
                    <a:pt x="68880" y="436839"/>
                  </a:lnTo>
                  <a:lnTo>
                    <a:pt x="68914" y="433681"/>
                  </a:lnTo>
                  <a:lnTo>
                    <a:pt x="68807" y="430900"/>
                  </a:lnTo>
                  <a:lnTo>
                    <a:pt x="68368" y="429550"/>
                  </a:lnTo>
                  <a:lnTo>
                    <a:pt x="67791" y="439377"/>
                  </a:lnTo>
                  <a:lnTo>
                    <a:pt x="67349" y="437448"/>
                  </a:lnTo>
                  <a:lnTo>
                    <a:pt x="67209" y="431968"/>
                  </a:lnTo>
                  <a:lnTo>
                    <a:pt x="66918" y="429364"/>
                  </a:lnTo>
                  <a:lnTo>
                    <a:pt x="67231" y="424191"/>
                  </a:lnTo>
                  <a:lnTo>
                    <a:pt x="66075" y="419056"/>
                  </a:lnTo>
                  <a:lnTo>
                    <a:pt x="65827" y="415328"/>
                  </a:lnTo>
                  <a:lnTo>
                    <a:pt x="65068" y="409678"/>
                  </a:lnTo>
                  <a:lnTo>
                    <a:pt x="65290" y="408411"/>
                  </a:lnTo>
                  <a:lnTo>
                    <a:pt x="66306" y="409681"/>
                  </a:lnTo>
                  <a:lnTo>
                    <a:pt x="65372" y="406391"/>
                  </a:lnTo>
                  <a:lnTo>
                    <a:pt x="64607" y="407136"/>
                  </a:lnTo>
                  <a:lnTo>
                    <a:pt x="63962" y="403583"/>
                  </a:lnTo>
                  <a:lnTo>
                    <a:pt x="63820" y="393951"/>
                  </a:lnTo>
                  <a:lnTo>
                    <a:pt x="63183" y="390350"/>
                  </a:lnTo>
                  <a:lnTo>
                    <a:pt x="63529" y="386681"/>
                  </a:lnTo>
                  <a:lnTo>
                    <a:pt x="62804" y="373544"/>
                  </a:lnTo>
                  <a:lnTo>
                    <a:pt x="61372" y="369287"/>
                  </a:lnTo>
                  <a:lnTo>
                    <a:pt x="61656" y="365616"/>
                  </a:lnTo>
                  <a:lnTo>
                    <a:pt x="62012" y="362365"/>
                  </a:lnTo>
                  <a:lnTo>
                    <a:pt x="61933" y="356343"/>
                  </a:lnTo>
                  <a:lnTo>
                    <a:pt x="62285" y="354487"/>
                  </a:lnTo>
                  <a:lnTo>
                    <a:pt x="62981" y="353066"/>
                  </a:lnTo>
                  <a:lnTo>
                    <a:pt x="62328" y="353567"/>
                  </a:lnTo>
                  <a:lnTo>
                    <a:pt x="61774" y="353992"/>
                  </a:lnTo>
                  <a:lnTo>
                    <a:pt x="60473" y="354344"/>
                  </a:lnTo>
                  <a:lnTo>
                    <a:pt x="59006" y="354413"/>
                  </a:lnTo>
                  <a:lnTo>
                    <a:pt x="58497" y="350016"/>
                  </a:lnTo>
                  <a:lnTo>
                    <a:pt x="57775" y="347908"/>
                  </a:lnTo>
                  <a:lnTo>
                    <a:pt x="57142" y="343491"/>
                  </a:lnTo>
                  <a:lnTo>
                    <a:pt x="56762" y="338485"/>
                  </a:lnTo>
                  <a:lnTo>
                    <a:pt x="57011" y="337498"/>
                  </a:lnTo>
                  <a:lnTo>
                    <a:pt x="55875" y="335455"/>
                  </a:lnTo>
                  <a:lnTo>
                    <a:pt x="55584" y="334202"/>
                  </a:lnTo>
                  <a:lnTo>
                    <a:pt x="54398" y="330940"/>
                  </a:lnTo>
                  <a:lnTo>
                    <a:pt x="53051" y="328467"/>
                  </a:lnTo>
                  <a:lnTo>
                    <a:pt x="53349" y="330206"/>
                  </a:lnTo>
                  <a:lnTo>
                    <a:pt x="53713" y="331309"/>
                  </a:lnTo>
                  <a:lnTo>
                    <a:pt x="53044" y="334321"/>
                  </a:lnTo>
                  <a:lnTo>
                    <a:pt x="53700" y="339402"/>
                  </a:lnTo>
                  <a:lnTo>
                    <a:pt x="53125" y="342646"/>
                  </a:lnTo>
                  <a:lnTo>
                    <a:pt x="52587" y="346866"/>
                  </a:lnTo>
                  <a:lnTo>
                    <a:pt x="52074" y="348876"/>
                  </a:lnTo>
                  <a:lnTo>
                    <a:pt x="50450" y="353203"/>
                  </a:lnTo>
                  <a:lnTo>
                    <a:pt x="49135" y="354667"/>
                  </a:lnTo>
                  <a:lnTo>
                    <a:pt x="48278" y="354946"/>
                  </a:lnTo>
                  <a:lnTo>
                    <a:pt x="47519" y="354486"/>
                  </a:lnTo>
                  <a:lnTo>
                    <a:pt x="46587" y="352255"/>
                  </a:lnTo>
                  <a:lnTo>
                    <a:pt x="46358" y="350389"/>
                  </a:lnTo>
                  <a:lnTo>
                    <a:pt x="46209" y="347251"/>
                  </a:lnTo>
                  <a:lnTo>
                    <a:pt x="45884" y="346801"/>
                  </a:lnTo>
                  <a:lnTo>
                    <a:pt x="45529" y="347163"/>
                  </a:lnTo>
                  <a:lnTo>
                    <a:pt x="46081" y="351213"/>
                  </a:lnTo>
                  <a:lnTo>
                    <a:pt x="46070" y="353099"/>
                  </a:lnTo>
                  <a:lnTo>
                    <a:pt x="47065" y="356734"/>
                  </a:lnTo>
                  <a:lnTo>
                    <a:pt x="46710" y="357749"/>
                  </a:lnTo>
                  <a:lnTo>
                    <a:pt x="44916" y="359745"/>
                  </a:lnTo>
                  <a:lnTo>
                    <a:pt x="44301" y="359424"/>
                  </a:lnTo>
                  <a:lnTo>
                    <a:pt x="43869" y="359821"/>
                  </a:lnTo>
                  <a:lnTo>
                    <a:pt x="43747" y="361456"/>
                  </a:lnTo>
                  <a:lnTo>
                    <a:pt x="43522" y="362369"/>
                  </a:lnTo>
                  <a:lnTo>
                    <a:pt x="40694" y="364871"/>
                  </a:lnTo>
                  <a:lnTo>
                    <a:pt x="40105" y="367698"/>
                  </a:lnTo>
                  <a:lnTo>
                    <a:pt x="39742" y="370553"/>
                  </a:lnTo>
                  <a:lnTo>
                    <a:pt x="38336" y="374658"/>
                  </a:lnTo>
                  <a:lnTo>
                    <a:pt x="36450" y="378058"/>
                  </a:lnTo>
                  <a:lnTo>
                    <a:pt x="35983" y="377865"/>
                  </a:lnTo>
                  <a:lnTo>
                    <a:pt x="35450" y="377072"/>
                  </a:lnTo>
                  <a:lnTo>
                    <a:pt x="35522" y="373400"/>
                  </a:lnTo>
                  <a:lnTo>
                    <a:pt x="36168" y="370296"/>
                  </a:lnTo>
                  <a:lnTo>
                    <a:pt x="35964" y="366982"/>
                  </a:lnTo>
                  <a:lnTo>
                    <a:pt x="35808" y="368884"/>
                  </a:lnTo>
                  <a:lnTo>
                    <a:pt x="34591" y="373506"/>
                  </a:lnTo>
                  <a:lnTo>
                    <a:pt x="34036" y="375017"/>
                  </a:lnTo>
                  <a:lnTo>
                    <a:pt x="32916" y="374619"/>
                  </a:lnTo>
                  <a:lnTo>
                    <a:pt x="31375" y="375236"/>
                  </a:lnTo>
                  <a:lnTo>
                    <a:pt x="30791" y="370484"/>
                  </a:lnTo>
                  <a:lnTo>
                    <a:pt x="30802" y="368738"/>
                  </a:lnTo>
                  <a:lnTo>
                    <a:pt x="30689" y="367268"/>
                  </a:lnTo>
                  <a:lnTo>
                    <a:pt x="30867" y="365705"/>
                  </a:lnTo>
                  <a:lnTo>
                    <a:pt x="30813" y="364464"/>
                  </a:lnTo>
                  <a:lnTo>
                    <a:pt x="30439" y="366839"/>
                  </a:lnTo>
                  <a:lnTo>
                    <a:pt x="30298" y="368895"/>
                  </a:lnTo>
                  <a:lnTo>
                    <a:pt x="29734" y="370720"/>
                  </a:lnTo>
                  <a:lnTo>
                    <a:pt x="28183" y="372691"/>
                  </a:lnTo>
                  <a:lnTo>
                    <a:pt x="28123" y="370198"/>
                  </a:lnTo>
                  <a:lnTo>
                    <a:pt x="28068" y="367950"/>
                  </a:lnTo>
                  <a:lnTo>
                    <a:pt x="28401" y="365927"/>
                  </a:lnTo>
                  <a:lnTo>
                    <a:pt x="28354" y="362714"/>
                  </a:lnTo>
                  <a:lnTo>
                    <a:pt x="28846" y="358084"/>
                  </a:lnTo>
                  <a:lnTo>
                    <a:pt x="28808" y="356495"/>
                  </a:lnTo>
                  <a:lnTo>
                    <a:pt x="28658" y="354740"/>
                  </a:lnTo>
                  <a:lnTo>
                    <a:pt x="28381" y="357290"/>
                  </a:lnTo>
                  <a:lnTo>
                    <a:pt x="28225" y="359934"/>
                  </a:lnTo>
                  <a:lnTo>
                    <a:pt x="27912" y="360733"/>
                  </a:lnTo>
                  <a:lnTo>
                    <a:pt x="27342" y="361332"/>
                  </a:lnTo>
                  <a:lnTo>
                    <a:pt x="26300" y="364366"/>
                  </a:lnTo>
                  <a:lnTo>
                    <a:pt x="25686" y="367077"/>
                  </a:lnTo>
                  <a:lnTo>
                    <a:pt x="24067" y="369641"/>
                  </a:lnTo>
                  <a:lnTo>
                    <a:pt x="23213" y="369380"/>
                  </a:lnTo>
                  <a:lnTo>
                    <a:pt x="23104" y="366125"/>
                  </a:lnTo>
                  <a:lnTo>
                    <a:pt x="23752" y="354581"/>
                  </a:lnTo>
                  <a:lnTo>
                    <a:pt x="24388" y="352959"/>
                  </a:lnTo>
                  <a:lnTo>
                    <a:pt x="24684" y="350956"/>
                  </a:lnTo>
                  <a:lnTo>
                    <a:pt x="25213" y="344213"/>
                  </a:lnTo>
                  <a:lnTo>
                    <a:pt x="25809" y="341662"/>
                  </a:lnTo>
                  <a:lnTo>
                    <a:pt x="26044" y="336315"/>
                  </a:lnTo>
                  <a:lnTo>
                    <a:pt x="26285" y="335396"/>
                  </a:lnTo>
                  <a:lnTo>
                    <a:pt x="27081" y="331200"/>
                  </a:lnTo>
                  <a:lnTo>
                    <a:pt x="27359" y="323494"/>
                  </a:lnTo>
                  <a:lnTo>
                    <a:pt x="27031" y="319663"/>
                  </a:lnTo>
                  <a:lnTo>
                    <a:pt x="26285" y="315951"/>
                  </a:lnTo>
                  <a:lnTo>
                    <a:pt x="25563" y="304809"/>
                  </a:lnTo>
                  <a:lnTo>
                    <a:pt x="23690" y="295780"/>
                  </a:lnTo>
                  <a:lnTo>
                    <a:pt x="23534" y="292767"/>
                  </a:lnTo>
                  <a:lnTo>
                    <a:pt x="22609" y="289126"/>
                  </a:lnTo>
                  <a:lnTo>
                    <a:pt x="23461" y="288867"/>
                  </a:lnTo>
                  <a:lnTo>
                    <a:pt x="21708" y="285674"/>
                  </a:lnTo>
                  <a:lnTo>
                    <a:pt x="21466" y="284369"/>
                  </a:lnTo>
                  <a:lnTo>
                    <a:pt x="21114" y="276899"/>
                  </a:lnTo>
                  <a:lnTo>
                    <a:pt x="21181" y="272726"/>
                  </a:lnTo>
                  <a:lnTo>
                    <a:pt x="20926" y="273276"/>
                  </a:lnTo>
                  <a:lnTo>
                    <a:pt x="20689" y="275847"/>
                  </a:lnTo>
                  <a:lnTo>
                    <a:pt x="20001" y="276902"/>
                  </a:lnTo>
                  <a:lnTo>
                    <a:pt x="20309" y="281365"/>
                  </a:lnTo>
                  <a:lnTo>
                    <a:pt x="20232" y="282448"/>
                  </a:lnTo>
                  <a:lnTo>
                    <a:pt x="19867" y="284184"/>
                  </a:lnTo>
                  <a:lnTo>
                    <a:pt x="18401" y="282383"/>
                  </a:lnTo>
                  <a:lnTo>
                    <a:pt x="17327" y="280424"/>
                  </a:lnTo>
                  <a:lnTo>
                    <a:pt x="16108" y="275650"/>
                  </a:lnTo>
                  <a:lnTo>
                    <a:pt x="14915" y="270301"/>
                  </a:lnTo>
                  <a:lnTo>
                    <a:pt x="15341" y="269471"/>
                  </a:lnTo>
                  <a:lnTo>
                    <a:pt x="15886" y="269365"/>
                  </a:lnTo>
                  <a:lnTo>
                    <a:pt x="17583" y="273344"/>
                  </a:lnTo>
                  <a:lnTo>
                    <a:pt x="18683" y="274172"/>
                  </a:lnTo>
                  <a:lnTo>
                    <a:pt x="19378" y="273184"/>
                  </a:lnTo>
                  <a:lnTo>
                    <a:pt x="20240" y="271487"/>
                  </a:lnTo>
                  <a:lnTo>
                    <a:pt x="20650" y="268192"/>
                  </a:lnTo>
                  <a:lnTo>
                    <a:pt x="20225" y="266985"/>
                  </a:lnTo>
                  <a:lnTo>
                    <a:pt x="19398" y="266329"/>
                  </a:lnTo>
                  <a:lnTo>
                    <a:pt x="18849" y="265436"/>
                  </a:lnTo>
                  <a:lnTo>
                    <a:pt x="18059" y="263207"/>
                  </a:lnTo>
                  <a:lnTo>
                    <a:pt x="17958" y="262070"/>
                  </a:lnTo>
                  <a:lnTo>
                    <a:pt x="17714" y="260615"/>
                  </a:lnTo>
                  <a:lnTo>
                    <a:pt x="16910" y="259590"/>
                  </a:lnTo>
                  <a:lnTo>
                    <a:pt x="16262" y="258287"/>
                  </a:lnTo>
                  <a:lnTo>
                    <a:pt x="16809" y="255980"/>
                  </a:lnTo>
                  <a:lnTo>
                    <a:pt x="17344" y="254266"/>
                  </a:lnTo>
                  <a:lnTo>
                    <a:pt x="15923" y="254342"/>
                  </a:lnTo>
                  <a:lnTo>
                    <a:pt x="14301" y="251391"/>
                  </a:lnTo>
                  <a:lnTo>
                    <a:pt x="13966" y="250537"/>
                  </a:lnTo>
                  <a:lnTo>
                    <a:pt x="13430" y="249947"/>
                  </a:lnTo>
                  <a:lnTo>
                    <a:pt x="12155" y="249598"/>
                  </a:lnTo>
                  <a:lnTo>
                    <a:pt x="11094" y="250465"/>
                  </a:lnTo>
                  <a:lnTo>
                    <a:pt x="11576" y="254674"/>
                  </a:lnTo>
                  <a:lnTo>
                    <a:pt x="11480" y="256066"/>
                  </a:lnTo>
                  <a:lnTo>
                    <a:pt x="10786" y="255866"/>
                  </a:lnTo>
                  <a:lnTo>
                    <a:pt x="9338" y="249458"/>
                  </a:lnTo>
                  <a:lnTo>
                    <a:pt x="9774" y="247835"/>
                  </a:lnTo>
                  <a:lnTo>
                    <a:pt x="10400" y="246311"/>
                  </a:lnTo>
                  <a:lnTo>
                    <a:pt x="10092" y="246095"/>
                  </a:lnTo>
                  <a:lnTo>
                    <a:pt x="9488" y="246196"/>
                  </a:lnTo>
                  <a:lnTo>
                    <a:pt x="10074" y="240511"/>
                  </a:lnTo>
                  <a:lnTo>
                    <a:pt x="9717" y="239668"/>
                  </a:lnTo>
                  <a:lnTo>
                    <a:pt x="9529" y="241445"/>
                  </a:lnTo>
                  <a:lnTo>
                    <a:pt x="9210" y="243160"/>
                  </a:lnTo>
                  <a:lnTo>
                    <a:pt x="7977" y="247174"/>
                  </a:lnTo>
                  <a:lnTo>
                    <a:pt x="7366" y="246422"/>
                  </a:lnTo>
                  <a:lnTo>
                    <a:pt x="6945" y="245422"/>
                  </a:lnTo>
                  <a:lnTo>
                    <a:pt x="7539" y="243319"/>
                  </a:lnTo>
                  <a:lnTo>
                    <a:pt x="7859" y="242753"/>
                  </a:lnTo>
                  <a:lnTo>
                    <a:pt x="8079" y="241613"/>
                  </a:lnTo>
                  <a:lnTo>
                    <a:pt x="7620" y="239412"/>
                  </a:lnTo>
                  <a:lnTo>
                    <a:pt x="6896" y="237810"/>
                  </a:lnTo>
                  <a:lnTo>
                    <a:pt x="6314" y="235043"/>
                  </a:lnTo>
                  <a:lnTo>
                    <a:pt x="6011" y="235005"/>
                  </a:lnTo>
                  <a:lnTo>
                    <a:pt x="6279" y="238273"/>
                  </a:lnTo>
                  <a:lnTo>
                    <a:pt x="6168" y="242935"/>
                  </a:lnTo>
                  <a:lnTo>
                    <a:pt x="4864" y="237786"/>
                  </a:lnTo>
                  <a:lnTo>
                    <a:pt x="2256" y="230466"/>
                  </a:lnTo>
                  <a:lnTo>
                    <a:pt x="1641" y="228272"/>
                  </a:lnTo>
                  <a:lnTo>
                    <a:pt x="1502" y="226126"/>
                  </a:lnTo>
                  <a:lnTo>
                    <a:pt x="1210" y="224142"/>
                  </a:lnTo>
                  <a:lnTo>
                    <a:pt x="1009" y="221982"/>
                  </a:lnTo>
                  <a:lnTo>
                    <a:pt x="963" y="220304"/>
                  </a:lnTo>
                  <a:lnTo>
                    <a:pt x="399" y="218791"/>
                  </a:lnTo>
                  <a:lnTo>
                    <a:pt x="140" y="216145"/>
                  </a:lnTo>
                  <a:lnTo>
                    <a:pt x="0" y="213460"/>
                  </a:lnTo>
                  <a:lnTo>
                    <a:pt x="324" y="211546"/>
                  </a:lnTo>
                  <a:lnTo>
                    <a:pt x="1136" y="209486"/>
                  </a:lnTo>
                  <a:lnTo>
                    <a:pt x="1714" y="209125"/>
                  </a:lnTo>
                  <a:lnTo>
                    <a:pt x="2192" y="210034"/>
                  </a:lnTo>
                  <a:lnTo>
                    <a:pt x="3319" y="211395"/>
                  </a:lnTo>
                  <a:lnTo>
                    <a:pt x="4083" y="212670"/>
                  </a:lnTo>
                  <a:lnTo>
                    <a:pt x="4416" y="214340"/>
                  </a:lnTo>
                  <a:lnTo>
                    <a:pt x="4771" y="214138"/>
                  </a:lnTo>
                  <a:lnTo>
                    <a:pt x="5133" y="213073"/>
                  </a:lnTo>
                  <a:lnTo>
                    <a:pt x="5061" y="211757"/>
                  </a:lnTo>
                  <a:lnTo>
                    <a:pt x="4699" y="208312"/>
                  </a:lnTo>
                  <a:lnTo>
                    <a:pt x="4595" y="204125"/>
                  </a:lnTo>
                  <a:lnTo>
                    <a:pt x="4578" y="194335"/>
                  </a:lnTo>
                  <a:lnTo>
                    <a:pt x="4489" y="193220"/>
                  </a:lnTo>
                  <a:lnTo>
                    <a:pt x="5118" y="192237"/>
                  </a:lnTo>
                  <a:lnTo>
                    <a:pt x="5371" y="191115"/>
                  </a:lnTo>
                  <a:lnTo>
                    <a:pt x="5622" y="189439"/>
                  </a:lnTo>
                  <a:lnTo>
                    <a:pt x="5784" y="188702"/>
                  </a:lnTo>
                  <a:lnTo>
                    <a:pt x="6147" y="188659"/>
                  </a:lnTo>
                  <a:lnTo>
                    <a:pt x="6720" y="189475"/>
                  </a:lnTo>
                  <a:lnTo>
                    <a:pt x="7661" y="192272"/>
                  </a:lnTo>
                  <a:lnTo>
                    <a:pt x="8288" y="192899"/>
                  </a:lnTo>
                  <a:lnTo>
                    <a:pt x="8913" y="192461"/>
                  </a:lnTo>
                  <a:lnTo>
                    <a:pt x="9565" y="188266"/>
                  </a:lnTo>
                  <a:lnTo>
                    <a:pt x="9804" y="187135"/>
                  </a:lnTo>
                  <a:lnTo>
                    <a:pt x="10117" y="186384"/>
                  </a:lnTo>
                  <a:lnTo>
                    <a:pt x="10695" y="186509"/>
                  </a:lnTo>
                  <a:lnTo>
                    <a:pt x="11032" y="185757"/>
                  </a:lnTo>
                  <a:lnTo>
                    <a:pt x="11160" y="183947"/>
                  </a:lnTo>
                  <a:lnTo>
                    <a:pt x="11155" y="181928"/>
                  </a:lnTo>
                  <a:lnTo>
                    <a:pt x="10509" y="176405"/>
                  </a:lnTo>
                  <a:lnTo>
                    <a:pt x="10317" y="173860"/>
                  </a:lnTo>
                  <a:lnTo>
                    <a:pt x="10209" y="171349"/>
                  </a:lnTo>
                  <a:lnTo>
                    <a:pt x="10613" y="168764"/>
                  </a:lnTo>
                  <a:lnTo>
                    <a:pt x="11161" y="165742"/>
                  </a:lnTo>
                  <a:lnTo>
                    <a:pt x="11030" y="163102"/>
                  </a:lnTo>
                  <a:lnTo>
                    <a:pt x="11180" y="162076"/>
                  </a:lnTo>
                  <a:lnTo>
                    <a:pt x="11631" y="161929"/>
                  </a:lnTo>
                  <a:lnTo>
                    <a:pt x="12194" y="162565"/>
                  </a:lnTo>
                  <a:lnTo>
                    <a:pt x="12813" y="162125"/>
                  </a:lnTo>
                  <a:lnTo>
                    <a:pt x="13283" y="160512"/>
                  </a:lnTo>
                  <a:lnTo>
                    <a:pt x="13472" y="159107"/>
                  </a:lnTo>
                  <a:lnTo>
                    <a:pt x="13759" y="153001"/>
                  </a:lnTo>
                  <a:lnTo>
                    <a:pt x="13950" y="147420"/>
                  </a:lnTo>
                  <a:lnTo>
                    <a:pt x="14027" y="142868"/>
                  </a:lnTo>
                  <a:lnTo>
                    <a:pt x="13546" y="140147"/>
                  </a:lnTo>
                  <a:lnTo>
                    <a:pt x="12805" y="132827"/>
                  </a:lnTo>
                  <a:lnTo>
                    <a:pt x="13021" y="131576"/>
                  </a:lnTo>
                  <a:lnTo>
                    <a:pt x="13353" y="131284"/>
                  </a:lnTo>
                  <a:lnTo>
                    <a:pt x="14450" y="133846"/>
                  </a:lnTo>
                  <a:lnTo>
                    <a:pt x="14922" y="134276"/>
                  </a:lnTo>
                  <a:lnTo>
                    <a:pt x="15721" y="133885"/>
                  </a:lnTo>
                  <a:lnTo>
                    <a:pt x="16507" y="133315"/>
                  </a:lnTo>
                  <a:lnTo>
                    <a:pt x="17076" y="133280"/>
                  </a:lnTo>
                  <a:lnTo>
                    <a:pt x="17899" y="134156"/>
                  </a:lnTo>
                  <a:lnTo>
                    <a:pt x="19030" y="135132"/>
                  </a:lnTo>
                  <a:lnTo>
                    <a:pt x="20794" y="136342"/>
                  </a:lnTo>
                  <a:lnTo>
                    <a:pt x="21521" y="137254"/>
                  </a:lnTo>
                  <a:lnTo>
                    <a:pt x="22121" y="137124"/>
                  </a:lnTo>
                  <a:lnTo>
                    <a:pt x="22605" y="134282"/>
                  </a:lnTo>
                  <a:lnTo>
                    <a:pt x="23166" y="130129"/>
                  </a:lnTo>
                  <a:lnTo>
                    <a:pt x="23999" y="123963"/>
                  </a:lnTo>
                  <a:lnTo>
                    <a:pt x="24955" y="119475"/>
                  </a:lnTo>
                  <a:lnTo>
                    <a:pt x="25207" y="118284"/>
                  </a:lnTo>
                  <a:lnTo>
                    <a:pt x="26271" y="114632"/>
                  </a:lnTo>
                  <a:lnTo>
                    <a:pt x="27304" y="110803"/>
                  </a:lnTo>
                  <a:lnTo>
                    <a:pt x="28203" y="105963"/>
                  </a:lnTo>
                  <a:lnTo>
                    <a:pt x="28706" y="102485"/>
                  </a:lnTo>
                  <a:lnTo>
                    <a:pt x="28662" y="101033"/>
                  </a:lnTo>
                  <a:lnTo>
                    <a:pt x="28339" y="99830"/>
                  </a:lnTo>
                  <a:lnTo>
                    <a:pt x="27662" y="99061"/>
                  </a:lnTo>
                  <a:lnTo>
                    <a:pt x="27104" y="98266"/>
                  </a:lnTo>
                  <a:lnTo>
                    <a:pt x="26951" y="97550"/>
                  </a:lnTo>
                  <a:lnTo>
                    <a:pt x="26966" y="96731"/>
                  </a:lnTo>
                  <a:lnTo>
                    <a:pt x="27256" y="94474"/>
                  </a:lnTo>
                  <a:lnTo>
                    <a:pt x="27744" y="91809"/>
                  </a:lnTo>
                  <a:lnTo>
                    <a:pt x="28254" y="90365"/>
                  </a:lnTo>
                  <a:lnTo>
                    <a:pt x="29595" y="88579"/>
                  </a:lnTo>
                  <a:lnTo>
                    <a:pt x="30450" y="86278"/>
                  </a:lnTo>
                  <a:lnTo>
                    <a:pt x="31410" y="83233"/>
                  </a:lnTo>
                  <a:lnTo>
                    <a:pt x="31936" y="81158"/>
                  </a:lnTo>
                  <a:lnTo>
                    <a:pt x="32200" y="76948"/>
                  </a:lnTo>
                  <a:lnTo>
                    <a:pt x="32489" y="76110"/>
                  </a:lnTo>
                  <a:lnTo>
                    <a:pt x="33082" y="74751"/>
                  </a:lnTo>
                  <a:lnTo>
                    <a:pt x="33530" y="73156"/>
                  </a:lnTo>
                  <a:lnTo>
                    <a:pt x="33495" y="72295"/>
                  </a:lnTo>
                  <a:lnTo>
                    <a:pt x="33257" y="71675"/>
                  </a:lnTo>
                  <a:lnTo>
                    <a:pt x="32809" y="68728"/>
                  </a:lnTo>
                  <a:lnTo>
                    <a:pt x="32604" y="64114"/>
                  </a:lnTo>
                  <a:lnTo>
                    <a:pt x="32705" y="60370"/>
                  </a:lnTo>
                  <a:lnTo>
                    <a:pt x="33042" y="58848"/>
                  </a:lnTo>
                  <a:lnTo>
                    <a:pt x="33488" y="56727"/>
                  </a:lnTo>
                  <a:lnTo>
                    <a:pt x="34314" y="55423"/>
                  </a:lnTo>
                  <a:lnTo>
                    <a:pt x="35491" y="54511"/>
                  </a:lnTo>
                  <a:lnTo>
                    <a:pt x="37294" y="52035"/>
                  </a:lnTo>
                  <a:lnTo>
                    <a:pt x="40411" y="46291"/>
                  </a:lnTo>
                  <a:lnTo>
                    <a:pt x="41535" y="44418"/>
                  </a:lnTo>
                  <a:lnTo>
                    <a:pt x="42306" y="43449"/>
                  </a:lnTo>
                  <a:lnTo>
                    <a:pt x="43052" y="41042"/>
                  </a:lnTo>
                  <a:lnTo>
                    <a:pt x="44080" y="38412"/>
                  </a:lnTo>
                  <a:lnTo>
                    <a:pt x="45549" y="37106"/>
                  </a:lnTo>
                  <a:lnTo>
                    <a:pt x="46496" y="36601"/>
                  </a:lnTo>
                  <a:lnTo>
                    <a:pt x="50942" y="34802"/>
                  </a:lnTo>
                  <a:lnTo>
                    <a:pt x="51690" y="35031"/>
                  </a:lnTo>
                  <a:lnTo>
                    <a:pt x="52442" y="36074"/>
                  </a:lnTo>
                  <a:lnTo>
                    <a:pt x="53378" y="39572"/>
                  </a:lnTo>
                  <a:lnTo>
                    <a:pt x="54208" y="40888"/>
                  </a:lnTo>
                  <a:lnTo>
                    <a:pt x="55170" y="41811"/>
                  </a:lnTo>
                  <a:lnTo>
                    <a:pt x="55896" y="41416"/>
                  </a:lnTo>
                  <a:lnTo>
                    <a:pt x="55915" y="40000"/>
                  </a:lnTo>
                  <a:lnTo>
                    <a:pt x="53624" y="31837"/>
                  </a:lnTo>
                  <a:lnTo>
                    <a:pt x="53416" y="29613"/>
                  </a:lnTo>
                  <a:lnTo>
                    <a:pt x="53339" y="27490"/>
                  </a:lnTo>
                  <a:lnTo>
                    <a:pt x="53599" y="25801"/>
                  </a:lnTo>
                  <a:lnTo>
                    <a:pt x="54315" y="24193"/>
                  </a:lnTo>
                  <a:lnTo>
                    <a:pt x="55302" y="22369"/>
                  </a:lnTo>
                  <a:lnTo>
                    <a:pt x="56530" y="20098"/>
                  </a:lnTo>
                  <a:lnTo>
                    <a:pt x="57305" y="18527"/>
                  </a:lnTo>
                  <a:lnTo>
                    <a:pt x="58214" y="18023"/>
                  </a:lnTo>
                  <a:lnTo>
                    <a:pt x="58543" y="17117"/>
                  </a:lnTo>
                  <a:lnTo>
                    <a:pt x="58639" y="15800"/>
                  </a:lnTo>
                  <a:lnTo>
                    <a:pt x="58589" y="14366"/>
                  </a:lnTo>
                  <a:lnTo>
                    <a:pt x="58175" y="12737"/>
                  </a:lnTo>
                  <a:lnTo>
                    <a:pt x="58261" y="10691"/>
                  </a:lnTo>
                  <a:lnTo>
                    <a:pt x="58399" y="8837"/>
                  </a:lnTo>
                  <a:lnTo>
                    <a:pt x="58785" y="7757"/>
                  </a:lnTo>
                  <a:lnTo>
                    <a:pt x="59637" y="4820"/>
                  </a:lnTo>
                  <a:lnTo>
                    <a:pt x="60162" y="2700"/>
                  </a:lnTo>
                  <a:lnTo>
                    <a:pt x="60440" y="1793"/>
                  </a:lnTo>
                  <a:lnTo>
                    <a:pt x="60845" y="201"/>
                  </a:lnTo>
                  <a:lnTo>
                    <a:pt x="61542" y="0"/>
                  </a:lnTo>
                  <a:lnTo>
                    <a:pt x="62219" y="503"/>
                  </a:lnTo>
                  <a:lnTo>
                    <a:pt x="62625" y="1409"/>
                  </a:lnTo>
                  <a:lnTo>
                    <a:pt x="63028" y="3247"/>
                  </a:lnTo>
                  <a:lnTo>
                    <a:pt x="63470" y="4754"/>
                  </a:lnTo>
                  <a:lnTo>
                    <a:pt x="64009" y="4748"/>
                  </a:lnTo>
                  <a:lnTo>
                    <a:pt x="64559" y="4534"/>
                  </a:lnTo>
                  <a:lnTo>
                    <a:pt x="64817" y="4743"/>
                  </a:lnTo>
                  <a:lnTo>
                    <a:pt x="65344" y="6005"/>
                  </a:lnTo>
                  <a:lnTo>
                    <a:pt x="66346" y="9027"/>
                  </a:lnTo>
                  <a:lnTo>
                    <a:pt x="66793" y="9785"/>
                  </a:lnTo>
                  <a:lnTo>
                    <a:pt x="67216" y="11073"/>
                  </a:lnTo>
                  <a:lnTo>
                    <a:pt x="67437" y="13646"/>
                  </a:lnTo>
                  <a:lnTo>
                    <a:pt x="67574" y="16236"/>
                  </a:lnTo>
                  <a:lnTo>
                    <a:pt x="68830" y="25230"/>
                  </a:lnTo>
                  <a:lnTo>
                    <a:pt x="69207" y="27125"/>
                  </a:lnTo>
                  <a:lnTo>
                    <a:pt x="69486" y="28572"/>
                  </a:lnTo>
                  <a:lnTo>
                    <a:pt x="70073" y="28927"/>
                  </a:lnTo>
                  <a:lnTo>
                    <a:pt x="70549" y="27480"/>
                  </a:lnTo>
                  <a:lnTo>
                    <a:pt x="70736" y="25931"/>
                  </a:lnTo>
                  <a:lnTo>
                    <a:pt x="71232" y="25406"/>
                  </a:lnTo>
                  <a:lnTo>
                    <a:pt x="71822" y="25689"/>
                  </a:lnTo>
                  <a:lnTo>
                    <a:pt x="72904" y="27132"/>
                  </a:lnTo>
                  <a:lnTo>
                    <a:pt x="73487" y="27911"/>
                  </a:lnTo>
                  <a:lnTo>
                    <a:pt x="73778" y="32359"/>
                  </a:lnTo>
                  <a:lnTo>
                    <a:pt x="73842" y="37578"/>
                  </a:lnTo>
                  <a:lnTo>
                    <a:pt x="73756" y="39194"/>
                  </a:lnTo>
                  <a:lnTo>
                    <a:pt x="74229" y="43499"/>
                  </a:lnTo>
                  <a:lnTo>
                    <a:pt x="74377" y="48450"/>
                  </a:lnTo>
                  <a:lnTo>
                    <a:pt x="74479" y="51158"/>
                  </a:lnTo>
                  <a:lnTo>
                    <a:pt x="74489" y="53746"/>
                  </a:lnTo>
                  <a:lnTo>
                    <a:pt x="74403" y="57137"/>
                  </a:lnTo>
                  <a:lnTo>
                    <a:pt x="74149" y="61679"/>
                  </a:lnTo>
                  <a:lnTo>
                    <a:pt x="73722" y="65554"/>
                  </a:lnTo>
                  <a:lnTo>
                    <a:pt x="73878" y="68780"/>
                  </a:lnTo>
                  <a:lnTo>
                    <a:pt x="73624" y="70255"/>
                  </a:lnTo>
                  <a:lnTo>
                    <a:pt x="72588" y="71005"/>
                  </a:lnTo>
                  <a:lnTo>
                    <a:pt x="72498" y="72236"/>
                  </a:lnTo>
                  <a:lnTo>
                    <a:pt x="72804" y="74266"/>
                  </a:lnTo>
                  <a:lnTo>
                    <a:pt x="73527" y="76805"/>
                  </a:lnTo>
                  <a:lnTo>
                    <a:pt x="73545" y="78407"/>
                  </a:lnTo>
                  <a:lnTo>
                    <a:pt x="73195" y="79496"/>
                  </a:lnTo>
                  <a:lnTo>
                    <a:pt x="72434" y="79599"/>
                  </a:lnTo>
                  <a:lnTo>
                    <a:pt x="71379" y="80614"/>
                  </a:lnTo>
                  <a:lnTo>
                    <a:pt x="70654" y="83891"/>
                  </a:lnTo>
                  <a:lnTo>
                    <a:pt x="69883" y="86586"/>
                  </a:lnTo>
                  <a:lnTo>
                    <a:pt x="69461" y="87116"/>
                  </a:lnTo>
                  <a:lnTo>
                    <a:pt x="68052" y="86357"/>
                  </a:lnTo>
                  <a:lnTo>
                    <a:pt x="67715" y="87049"/>
                  </a:lnTo>
                  <a:lnTo>
                    <a:pt x="67224" y="91640"/>
                  </a:lnTo>
                  <a:lnTo>
                    <a:pt x="66820" y="93613"/>
                  </a:lnTo>
                  <a:lnTo>
                    <a:pt x="66215" y="95281"/>
                  </a:lnTo>
                  <a:lnTo>
                    <a:pt x="65661" y="96262"/>
                  </a:lnTo>
                  <a:lnTo>
                    <a:pt x="65161" y="96947"/>
                  </a:lnTo>
                  <a:lnTo>
                    <a:pt x="64044" y="96483"/>
                  </a:lnTo>
                  <a:lnTo>
                    <a:pt x="63451" y="99254"/>
                  </a:lnTo>
                  <a:lnTo>
                    <a:pt x="62856" y="102910"/>
                  </a:lnTo>
                  <a:lnTo>
                    <a:pt x="62808" y="104801"/>
                  </a:lnTo>
                  <a:lnTo>
                    <a:pt x="63117" y="107770"/>
                  </a:lnTo>
                  <a:lnTo>
                    <a:pt x="62957" y="108594"/>
                  </a:lnTo>
                  <a:lnTo>
                    <a:pt x="62354" y="109240"/>
                  </a:lnTo>
                  <a:lnTo>
                    <a:pt x="61361" y="110579"/>
                  </a:lnTo>
                  <a:lnTo>
                    <a:pt x="60749" y="114822"/>
                  </a:lnTo>
                  <a:lnTo>
                    <a:pt x="60772" y="118944"/>
                  </a:lnTo>
                  <a:lnTo>
                    <a:pt x="61134" y="120358"/>
                  </a:lnTo>
                  <a:lnTo>
                    <a:pt x="61819" y="120976"/>
                  </a:lnTo>
                  <a:lnTo>
                    <a:pt x="62307" y="122246"/>
                  </a:lnTo>
                  <a:lnTo>
                    <a:pt x="62354" y="124232"/>
                  </a:lnTo>
                  <a:lnTo>
                    <a:pt x="62779" y="126714"/>
                  </a:lnTo>
                  <a:lnTo>
                    <a:pt x="62580" y="129608"/>
                  </a:lnTo>
                  <a:lnTo>
                    <a:pt x="61190" y="133814"/>
                  </a:lnTo>
                  <a:lnTo>
                    <a:pt x="61148" y="136103"/>
                  </a:lnTo>
                  <a:lnTo>
                    <a:pt x="61888" y="136808"/>
                  </a:lnTo>
                  <a:lnTo>
                    <a:pt x="62528" y="136485"/>
                  </a:lnTo>
                  <a:lnTo>
                    <a:pt x="63318" y="135486"/>
                  </a:lnTo>
                  <a:lnTo>
                    <a:pt x="64250" y="133879"/>
                  </a:lnTo>
                  <a:lnTo>
                    <a:pt x="66285" y="131540"/>
                  </a:lnTo>
                  <a:lnTo>
                    <a:pt x="68506" y="130204"/>
                  </a:lnTo>
                  <a:lnTo>
                    <a:pt x="70264" y="129956"/>
                  </a:lnTo>
                  <a:lnTo>
                    <a:pt x="71764" y="130056"/>
                  </a:lnTo>
                  <a:lnTo>
                    <a:pt x="72499" y="130553"/>
                  </a:lnTo>
                  <a:lnTo>
                    <a:pt x="72718" y="131410"/>
                  </a:lnTo>
                  <a:lnTo>
                    <a:pt x="74773" y="130044"/>
                  </a:lnTo>
                  <a:lnTo>
                    <a:pt x="75204" y="129966"/>
                  </a:lnTo>
                  <a:lnTo>
                    <a:pt x="75575" y="129893"/>
                  </a:lnTo>
                  <a:lnTo>
                    <a:pt x="75563" y="130797"/>
                  </a:lnTo>
                  <a:lnTo>
                    <a:pt x="74059" y="134536"/>
                  </a:lnTo>
                  <a:lnTo>
                    <a:pt x="73778" y="136279"/>
                  </a:lnTo>
                  <a:lnTo>
                    <a:pt x="73824" y="138148"/>
                  </a:lnTo>
                  <a:lnTo>
                    <a:pt x="74440" y="139883"/>
                  </a:lnTo>
                  <a:lnTo>
                    <a:pt x="75038" y="141220"/>
                  </a:lnTo>
                  <a:lnTo>
                    <a:pt x="75543" y="144573"/>
                  </a:lnTo>
                  <a:lnTo>
                    <a:pt x="75153" y="147645"/>
                  </a:lnTo>
                  <a:lnTo>
                    <a:pt x="75401" y="148765"/>
                  </a:lnTo>
                  <a:lnTo>
                    <a:pt x="75846" y="150019"/>
                  </a:lnTo>
                  <a:lnTo>
                    <a:pt x="76115" y="151785"/>
                  </a:lnTo>
                  <a:lnTo>
                    <a:pt x="76149" y="153937"/>
                  </a:lnTo>
                  <a:lnTo>
                    <a:pt x="75901" y="157371"/>
                  </a:lnTo>
                  <a:lnTo>
                    <a:pt x="78074" y="159165"/>
                  </a:lnTo>
                  <a:lnTo>
                    <a:pt x="79950" y="159970"/>
                  </a:lnTo>
                  <a:lnTo>
                    <a:pt x="81319" y="160189"/>
                  </a:lnTo>
                  <a:lnTo>
                    <a:pt x="82196" y="160977"/>
                  </a:lnTo>
                  <a:lnTo>
                    <a:pt x="82724" y="161656"/>
                  </a:lnTo>
                  <a:lnTo>
                    <a:pt x="83095" y="162887"/>
                  </a:lnTo>
                  <a:lnTo>
                    <a:pt x="83207" y="164230"/>
                  </a:lnTo>
                  <a:lnTo>
                    <a:pt x="82749" y="165171"/>
                  </a:lnTo>
                  <a:lnTo>
                    <a:pt x="81822" y="168191"/>
                  </a:lnTo>
                  <a:lnTo>
                    <a:pt x="81290" y="172222"/>
                  </a:lnTo>
                  <a:lnTo>
                    <a:pt x="81345" y="175241"/>
                  </a:lnTo>
                  <a:lnTo>
                    <a:pt x="81283" y="177855"/>
                  </a:lnTo>
                  <a:lnTo>
                    <a:pt x="80209" y="181628"/>
                  </a:lnTo>
                  <a:lnTo>
                    <a:pt x="79780" y="184222"/>
                  </a:lnTo>
                  <a:lnTo>
                    <a:pt x="79406" y="186884"/>
                  </a:lnTo>
                  <a:lnTo>
                    <a:pt x="79418" y="188041"/>
                  </a:lnTo>
                  <a:lnTo>
                    <a:pt x="79640" y="188849"/>
                  </a:lnTo>
                  <a:lnTo>
                    <a:pt x="80099" y="189317"/>
                  </a:lnTo>
                  <a:lnTo>
                    <a:pt x="80891" y="189598"/>
                  </a:lnTo>
                  <a:lnTo>
                    <a:pt x="81862" y="189298"/>
                  </a:lnTo>
                  <a:lnTo>
                    <a:pt x="84178" y="189937"/>
                  </a:lnTo>
                  <a:lnTo>
                    <a:pt x="86821" y="191103"/>
                  </a:lnTo>
                  <a:lnTo>
                    <a:pt x="87869" y="191744"/>
                  </a:lnTo>
                  <a:lnTo>
                    <a:pt x="88212" y="192917"/>
                  </a:lnTo>
                  <a:lnTo>
                    <a:pt x="88127" y="195479"/>
                  </a:lnTo>
                  <a:lnTo>
                    <a:pt x="87959" y="197867"/>
                  </a:lnTo>
                  <a:lnTo>
                    <a:pt x="88131" y="199701"/>
                  </a:lnTo>
                  <a:lnTo>
                    <a:pt x="88557" y="201389"/>
                  </a:lnTo>
                  <a:lnTo>
                    <a:pt x="89272" y="201946"/>
                  </a:lnTo>
                  <a:lnTo>
                    <a:pt x="89888" y="202599"/>
                  </a:lnTo>
                  <a:lnTo>
                    <a:pt x="90005" y="203888"/>
                  </a:lnTo>
                  <a:lnTo>
                    <a:pt x="89817" y="205635"/>
                  </a:lnTo>
                  <a:lnTo>
                    <a:pt x="90130" y="207016"/>
                  </a:lnTo>
                  <a:lnTo>
                    <a:pt x="90481" y="207922"/>
                  </a:lnTo>
                  <a:lnTo>
                    <a:pt x="91242" y="208440"/>
                  </a:lnTo>
                  <a:lnTo>
                    <a:pt x="92785" y="207316"/>
                  </a:lnTo>
                  <a:lnTo>
                    <a:pt x="93865" y="207817"/>
                  </a:lnTo>
                  <a:lnTo>
                    <a:pt x="94838" y="208584"/>
                  </a:lnTo>
                  <a:lnTo>
                    <a:pt x="95669" y="208180"/>
                  </a:lnTo>
                  <a:lnTo>
                    <a:pt x="96493" y="207201"/>
                  </a:lnTo>
                  <a:lnTo>
                    <a:pt x="98287" y="202761"/>
                  </a:lnTo>
                  <a:lnTo>
                    <a:pt x="100379" y="200362"/>
                  </a:lnTo>
                  <a:lnTo>
                    <a:pt x="101065" y="199786"/>
                  </a:lnTo>
                  <a:lnTo>
                    <a:pt x="101530" y="200075"/>
                  </a:lnTo>
                  <a:lnTo>
                    <a:pt x="101645" y="200386"/>
                  </a:lnTo>
                  <a:lnTo>
                    <a:pt x="101614" y="201285"/>
                  </a:lnTo>
                  <a:lnTo>
                    <a:pt x="101832" y="20493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3377965" y="2347436"/>
              <a:ext cx="21703" cy="49442"/>
            </a:xfrm>
            <a:custGeom>
              <a:avLst/>
              <a:pathLst>
                <a:path w="21703" h="49442">
                  <a:moveTo>
                    <a:pt x="8607" y="266"/>
                  </a:moveTo>
                  <a:lnTo>
                    <a:pt x="8576" y="628"/>
                  </a:lnTo>
                  <a:lnTo>
                    <a:pt x="8631" y="1693"/>
                  </a:lnTo>
                  <a:lnTo>
                    <a:pt x="8884" y="2729"/>
                  </a:lnTo>
                  <a:lnTo>
                    <a:pt x="9787" y="3793"/>
                  </a:lnTo>
                  <a:lnTo>
                    <a:pt x="11109" y="5895"/>
                  </a:lnTo>
                  <a:lnTo>
                    <a:pt x="12663" y="9753"/>
                  </a:lnTo>
                  <a:lnTo>
                    <a:pt x="13378" y="10900"/>
                  </a:lnTo>
                  <a:lnTo>
                    <a:pt x="14020" y="11180"/>
                  </a:lnTo>
                  <a:lnTo>
                    <a:pt x="15271" y="12781"/>
                  </a:lnTo>
                  <a:lnTo>
                    <a:pt x="16143" y="13172"/>
                  </a:lnTo>
                  <a:lnTo>
                    <a:pt x="17120" y="13613"/>
                  </a:lnTo>
                  <a:lnTo>
                    <a:pt x="19662" y="16956"/>
                  </a:lnTo>
                  <a:lnTo>
                    <a:pt x="20804" y="17932"/>
                  </a:lnTo>
                  <a:lnTo>
                    <a:pt x="21616" y="19190"/>
                  </a:lnTo>
                  <a:lnTo>
                    <a:pt x="21703" y="20375"/>
                  </a:lnTo>
                  <a:lnTo>
                    <a:pt x="21666" y="21109"/>
                  </a:lnTo>
                  <a:lnTo>
                    <a:pt x="20199" y="21969"/>
                  </a:lnTo>
                  <a:lnTo>
                    <a:pt x="19943" y="23275"/>
                  </a:lnTo>
                  <a:lnTo>
                    <a:pt x="19232" y="23124"/>
                  </a:lnTo>
                  <a:lnTo>
                    <a:pt x="18372" y="23115"/>
                  </a:lnTo>
                  <a:lnTo>
                    <a:pt x="18091" y="23943"/>
                  </a:lnTo>
                  <a:lnTo>
                    <a:pt x="18502" y="25308"/>
                  </a:lnTo>
                  <a:lnTo>
                    <a:pt x="18769" y="26912"/>
                  </a:lnTo>
                  <a:lnTo>
                    <a:pt x="18554" y="29113"/>
                  </a:lnTo>
                  <a:lnTo>
                    <a:pt x="18482" y="29403"/>
                  </a:lnTo>
                  <a:lnTo>
                    <a:pt x="18275" y="29325"/>
                  </a:lnTo>
                  <a:lnTo>
                    <a:pt x="17064" y="30602"/>
                  </a:lnTo>
                  <a:lnTo>
                    <a:pt x="16163" y="31203"/>
                  </a:lnTo>
                  <a:lnTo>
                    <a:pt x="15352" y="31504"/>
                  </a:lnTo>
                  <a:lnTo>
                    <a:pt x="14968" y="30890"/>
                  </a:lnTo>
                  <a:lnTo>
                    <a:pt x="14778" y="30056"/>
                  </a:lnTo>
                  <a:lnTo>
                    <a:pt x="14811" y="27640"/>
                  </a:lnTo>
                  <a:lnTo>
                    <a:pt x="14665" y="26824"/>
                  </a:lnTo>
                  <a:lnTo>
                    <a:pt x="14388" y="26428"/>
                  </a:lnTo>
                  <a:lnTo>
                    <a:pt x="13832" y="27000"/>
                  </a:lnTo>
                  <a:lnTo>
                    <a:pt x="13185" y="28866"/>
                  </a:lnTo>
                  <a:lnTo>
                    <a:pt x="12584" y="31037"/>
                  </a:lnTo>
                  <a:lnTo>
                    <a:pt x="11682" y="33300"/>
                  </a:lnTo>
                  <a:lnTo>
                    <a:pt x="10938" y="35471"/>
                  </a:lnTo>
                  <a:lnTo>
                    <a:pt x="10136" y="38208"/>
                  </a:lnTo>
                  <a:lnTo>
                    <a:pt x="9587" y="40475"/>
                  </a:lnTo>
                  <a:lnTo>
                    <a:pt x="10157" y="41753"/>
                  </a:lnTo>
                  <a:lnTo>
                    <a:pt x="10504" y="43532"/>
                  </a:lnTo>
                  <a:lnTo>
                    <a:pt x="10399" y="44864"/>
                  </a:lnTo>
                  <a:lnTo>
                    <a:pt x="10501" y="45640"/>
                  </a:lnTo>
                  <a:lnTo>
                    <a:pt x="10324" y="47972"/>
                  </a:lnTo>
                  <a:lnTo>
                    <a:pt x="10288" y="49442"/>
                  </a:lnTo>
                  <a:lnTo>
                    <a:pt x="8517" y="47092"/>
                  </a:lnTo>
                  <a:lnTo>
                    <a:pt x="7789" y="43786"/>
                  </a:lnTo>
                  <a:lnTo>
                    <a:pt x="5199" y="38203"/>
                  </a:lnTo>
                  <a:lnTo>
                    <a:pt x="2232" y="34402"/>
                  </a:lnTo>
                  <a:lnTo>
                    <a:pt x="2074" y="33802"/>
                  </a:lnTo>
                  <a:lnTo>
                    <a:pt x="2237" y="33070"/>
                  </a:lnTo>
                  <a:lnTo>
                    <a:pt x="2379" y="32492"/>
                  </a:lnTo>
                  <a:lnTo>
                    <a:pt x="1763" y="32449"/>
                  </a:lnTo>
                  <a:lnTo>
                    <a:pt x="1330" y="32912"/>
                  </a:lnTo>
                  <a:lnTo>
                    <a:pt x="921" y="32782"/>
                  </a:lnTo>
                  <a:lnTo>
                    <a:pt x="457" y="31358"/>
                  </a:lnTo>
                  <a:lnTo>
                    <a:pt x="19" y="30121"/>
                  </a:lnTo>
                  <a:lnTo>
                    <a:pt x="0" y="29035"/>
                  </a:lnTo>
                  <a:lnTo>
                    <a:pt x="199" y="28893"/>
                  </a:lnTo>
                  <a:lnTo>
                    <a:pt x="496" y="28459"/>
                  </a:lnTo>
                  <a:lnTo>
                    <a:pt x="1120" y="27250"/>
                  </a:lnTo>
                  <a:lnTo>
                    <a:pt x="1244" y="26615"/>
                  </a:lnTo>
                  <a:lnTo>
                    <a:pt x="1214" y="25653"/>
                  </a:lnTo>
                  <a:lnTo>
                    <a:pt x="337" y="22607"/>
                  </a:lnTo>
                  <a:lnTo>
                    <a:pt x="212" y="20632"/>
                  </a:lnTo>
                  <a:lnTo>
                    <a:pt x="85" y="16957"/>
                  </a:lnTo>
                  <a:lnTo>
                    <a:pt x="270" y="16087"/>
                  </a:lnTo>
                  <a:lnTo>
                    <a:pt x="592" y="15666"/>
                  </a:lnTo>
                  <a:lnTo>
                    <a:pt x="2126" y="15207"/>
                  </a:lnTo>
                  <a:lnTo>
                    <a:pt x="2106" y="12343"/>
                  </a:lnTo>
                  <a:lnTo>
                    <a:pt x="2199" y="11484"/>
                  </a:lnTo>
                  <a:lnTo>
                    <a:pt x="2503" y="10294"/>
                  </a:lnTo>
                  <a:lnTo>
                    <a:pt x="2701" y="9205"/>
                  </a:lnTo>
                  <a:lnTo>
                    <a:pt x="3553" y="7646"/>
                  </a:lnTo>
                  <a:lnTo>
                    <a:pt x="4709" y="5791"/>
                  </a:lnTo>
                  <a:lnTo>
                    <a:pt x="5215" y="5736"/>
                  </a:lnTo>
                  <a:lnTo>
                    <a:pt x="5658" y="5994"/>
                  </a:lnTo>
                  <a:lnTo>
                    <a:pt x="6158" y="7592"/>
                  </a:lnTo>
                  <a:lnTo>
                    <a:pt x="6703" y="7384"/>
                  </a:lnTo>
                  <a:lnTo>
                    <a:pt x="6817" y="5466"/>
                  </a:lnTo>
                  <a:lnTo>
                    <a:pt x="6103" y="2953"/>
                  </a:lnTo>
                  <a:lnTo>
                    <a:pt x="5722" y="1347"/>
                  </a:lnTo>
                  <a:lnTo>
                    <a:pt x="5840" y="463"/>
                  </a:lnTo>
                  <a:lnTo>
                    <a:pt x="6108" y="0"/>
                  </a:lnTo>
                  <a:lnTo>
                    <a:pt x="6722" y="290"/>
                  </a:lnTo>
                  <a:lnTo>
                    <a:pt x="7310" y="727"/>
                  </a:lnTo>
                  <a:lnTo>
                    <a:pt x="7681" y="431"/>
                  </a:lnTo>
                  <a:lnTo>
                    <a:pt x="8267" y="2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4164975" y="2094054"/>
              <a:ext cx="365131" cy="310908"/>
            </a:xfrm>
            <a:custGeom>
              <a:avLst/>
              <a:pathLst>
                <a:path w="365131" h="310908">
                  <a:moveTo>
                    <a:pt x="328628" y="67770"/>
                  </a:moveTo>
                  <a:lnTo>
                    <a:pt x="327566" y="71877"/>
                  </a:lnTo>
                  <a:lnTo>
                    <a:pt x="325435" y="80109"/>
                  </a:lnTo>
                  <a:lnTo>
                    <a:pt x="323632" y="87078"/>
                  </a:lnTo>
                  <a:lnTo>
                    <a:pt x="322682" y="91006"/>
                  </a:lnTo>
                  <a:lnTo>
                    <a:pt x="321984" y="93999"/>
                  </a:lnTo>
                  <a:lnTo>
                    <a:pt x="321259" y="96839"/>
                  </a:lnTo>
                  <a:lnTo>
                    <a:pt x="321158" y="98546"/>
                  </a:lnTo>
                  <a:lnTo>
                    <a:pt x="320344" y="101292"/>
                  </a:lnTo>
                  <a:lnTo>
                    <a:pt x="318831" y="104604"/>
                  </a:lnTo>
                  <a:lnTo>
                    <a:pt x="318503" y="108195"/>
                  </a:lnTo>
                  <a:lnTo>
                    <a:pt x="318559" y="111427"/>
                  </a:lnTo>
                  <a:lnTo>
                    <a:pt x="318434" y="114326"/>
                  </a:lnTo>
                  <a:lnTo>
                    <a:pt x="316775" y="116158"/>
                  </a:lnTo>
                  <a:lnTo>
                    <a:pt x="315476" y="117795"/>
                  </a:lnTo>
                  <a:lnTo>
                    <a:pt x="315845" y="123286"/>
                  </a:lnTo>
                  <a:lnTo>
                    <a:pt x="316513" y="125361"/>
                  </a:lnTo>
                  <a:lnTo>
                    <a:pt x="317595" y="127603"/>
                  </a:lnTo>
                  <a:lnTo>
                    <a:pt x="318731" y="129396"/>
                  </a:lnTo>
                  <a:lnTo>
                    <a:pt x="319713" y="130913"/>
                  </a:lnTo>
                  <a:lnTo>
                    <a:pt x="320799" y="130191"/>
                  </a:lnTo>
                  <a:lnTo>
                    <a:pt x="321718" y="127880"/>
                  </a:lnTo>
                  <a:lnTo>
                    <a:pt x="323494" y="125851"/>
                  </a:lnTo>
                  <a:lnTo>
                    <a:pt x="324471" y="125802"/>
                  </a:lnTo>
                  <a:lnTo>
                    <a:pt x="325164" y="126270"/>
                  </a:lnTo>
                  <a:lnTo>
                    <a:pt x="326700" y="126402"/>
                  </a:lnTo>
                  <a:lnTo>
                    <a:pt x="328272" y="125665"/>
                  </a:lnTo>
                  <a:lnTo>
                    <a:pt x="329505" y="125509"/>
                  </a:lnTo>
                  <a:lnTo>
                    <a:pt x="331102" y="126003"/>
                  </a:lnTo>
                  <a:lnTo>
                    <a:pt x="331675" y="126490"/>
                  </a:lnTo>
                  <a:lnTo>
                    <a:pt x="333016" y="127382"/>
                  </a:lnTo>
                  <a:lnTo>
                    <a:pt x="334462" y="129336"/>
                  </a:lnTo>
                  <a:lnTo>
                    <a:pt x="335471" y="131520"/>
                  </a:lnTo>
                  <a:lnTo>
                    <a:pt x="336207" y="131938"/>
                  </a:lnTo>
                  <a:lnTo>
                    <a:pt x="336585" y="131243"/>
                  </a:lnTo>
                  <a:lnTo>
                    <a:pt x="337392" y="129304"/>
                  </a:lnTo>
                  <a:lnTo>
                    <a:pt x="338531" y="127433"/>
                  </a:lnTo>
                  <a:lnTo>
                    <a:pt x="339908" y="124371"/>
                  </a:lnTo>
                  <a:lnTo>
                    <a:pt x="340949" y="122019"/>
                  </a:lnTo>
                  <a:lnTo>
                    <a:pt x="341768" y="121666"/>
                  </a:lnTo>
                  <a:lnTo>
                    <a:pt x="343343" y="121673"/>
                  </a:lnTo>
                  <a:lnTo>
                    <a:pt x="344056" y="121102"/>
                  </a:lnTo>
                  <a:lnTo>
                    <a:pt x="345250" y="120807"/>
                  </a:lnTo>
                  <a:lnTo>
                    <a:pt x="346301" y="121676"/>
                  </a:lnTo>
                  <a:lnTo>
                    <a:pt x="349240" y="122134"/>
                  </a:lnTo>
                  <a:lnTo>
                    <a:pt x="350027" y="123338"/>
                  </a:lnTo>
                  <a:lnTo>
                    <a:pt x="351421" y="126913"/>
                  </a:lnTo>
                  <a:lnTo>
                    <a:pt x="352209" y="128823"/>
                  </a:lnTo>
                  <a:lnTo>
                    <a:pt x="353576" y="129784"/>
                  </a:lnTo>
                  <a:lnTo>
                    <a:pt x="354403" y="130439"/>
                  </a:lnTo>
                  <a:lnTo>
                    <a:pt x="355135" y="130959"/>
                  </a:lnTo>
                  <a:lnTo>
                    <a:pt x="355866" y="131881"/>
                  </a:lnTo>
                  <a:lnTo>
                    <a:pt x="356040" y="133000"/>
                  </a:lnTo>
                  <a:lnTo>
                    <a:pt x="356331" y="134707"/>
                  </a:lnTo>
                  <a:lnTo>
                    <a:pt x="356779" y="135691"/>
                  </a:lnTo>
                  <a:lnTo>
                    <a:pt x="357607" y="136655"/>
                  </a:lnTo>
                  <a:lnTo>
                    <a:pt x="358238" y="137244"/>
                  </a:lnTo>
                  <a:lnTo>
                    <a:pt x="358439" y="138483"/>
                  </a:lnTo>
                  <a:lnTo>
                    <a:pt x="358637" y="139091"/>
                  </a:lnTo>
                  <a:lnTo>
                    <a:pt x="359212" y="139956"/>
                  </a:lnTo>
                  <a:lnTo>
                    <a:pt x="360919" y="143649"/>
                  </a:lnTo>
                  <a:lnTo>
                    <a:pt x="361751" y="144637"/>
                  </a:lnTo>
                  <a:lnTo>
                    <a:pt x="363010" y="146778"/>
                  </a:lnTo>
                  <a:lnTo>
                    <a:pt x="363534" y="148550"/>
                  </a:lnTo>
                  <a:lnTo>
                    <a:pt x="363564" y="150412"/>
                  </a:lnTo>
                  <a:lnTo>
                    <a:pt x="363889" y="151836"/>
                  </a:lnTo>
                  <a:lnTo>
                    <a:pt x="364731" y="153971"/>
                  </a:lnTo>
                  <a:lnTo>
                    <a:pt x="365131" y="155412"/>
                  </a:lnTo>
                  <a:lnTo>
                    <a:pt x="364975" y="157373"/>
                  </a:lnTo>
                  <a:lnTo>
                    <a:pt x="365108" y="159104"/>
                  </a:lnTo>
                  <a:lnTo>
                    <a:pt x="364782" y="160897"/>
                  </a:lnTo>
                  <a:lnTo>
                    <a:pt x="363423" y="162226"/>
                  </a:lnTo>
                  <a:lnTo>
                    <a:pt x="362960" y="162853"/>
                  </a:lnTo>
                  <a:lnTo>
                    <a:pt x="361978" y="162913"/>
                  </a:lnTo>
                  <a:lnTo>
                    <a:pt x="360318" y="162242"/>
                  </a:lnTo>
                  <a:lnTo>
                    <a:pt x="358703" y="162622"/>
                  </a:lnTo>
                  <a:lnTo>
                    <a:pt x="356776" y="161887"/>
                  </a:lnTo>
                  <a:lnTo>
                    <a:pt x="355259" y="160306"/>
                  </a:lnTo>
                  <a:lnTo>
                    <a:pt x="354448" y="159045"/>
                  </a:lnTo>
                  <a:lnTo>
                    <a:pt x="353163" y="158296"/>
                  </a:lnTo>
                  <a:lnTo>
                    <a:pt x="352554" y="158684"/>
                  </a:lnTo>
                  <a:lnTo>
                    <a:pt x="351789" y="160315"/>
                  </a:lnTo>
                  <a:lnTo>
                    <a:pt x="350946" y="160026"/>
                  </a:lnTo>
                  <a:lnTo>
                    <a:pt x="350171" y="160315"/>
                  </a:lnTo>
                  <a:lnTo>
                    <a:pt x="348172" y="159981"/>
                  </a:lnTo>
                  <a:lnTo>
                    <a:pt x="347085" y="159571"/>
                  </a:lnTo>
                  <a:lnTo>
                    <a:pt x="345361" y="160708"/>
                  </a:lnTo>
                  <a:lnTo>
                    <a:pt x="344389" y="161062"/>
                  </a:lnTo>
                  <a:lnTo>
                    <a:pt x="342563" y="162459"/>
                  </a:lnTo>
                  <a:lnTo>
                    <a:pt x="341462" y="164871"/>
                  </a:lnTo>
                  <a:lnTo>
                    <a:pt x="340641" y="165448"/>
                  </a:lnTo>
                  <a:lnTo>
                    <a:pt x="339845" y="165333"/>
                  </a:lnTo>
                  <a:lnTo>
                    <a:pt x="339270" y="164448"/>
                  </a:lnTo>
                  <a:lnTo>
                    <a:pt x="338434" y="163376"/>
                  </a:lnTo>
                  <a:lnTo>
                    <a:pt x="337199" y="163437"/>
                  </a:lnTo>
                  <a:lnTo>
                    <a:pt x="336830" y="163890"/>
                  </a:lnTo>
                  <a:lnTo>
                    <a:pt x="336678" y="164874"/>
                  </a:lnTo>
                  <a:lnTo>
                    <a:pt x="336271" y="167856"/>
                  </a:lnTo>
                  <a:lnTo>
                    <a:pt x="336277" y="169197"/>
                  </a:lnTo>
                  <a:lnTo>
                    <a:pt x="336010" y="170062"/>
                  </a:lnTo>
                  <a:lnTo>
                    <a:pt x="335279" y="170351"/>
                  </a:lnTo>
                  <a:lnTo>
                    <a:pt x="333995" y="170267"/>
                  </a:lnTo>
                  <a:lnTo>
                    <a:pt x="331984" y="170070"/>
                  </a:lnTo>
                  <a:lnTo>
                    <a:pt x="330624" y="169296"/>
                  </a:lnTo>
                  <a:lnTo>
                    <a:pt x="329806" y="169629"/>
                  </a:lnTo>
                  <a:lnTo>
                    <a:pt x="328691" y="171245"/>
                  </a:lnTo>
                  <a:lnTo>
                    <a:pt x="327902" y="171508"/>
                  </a:lnTo>
                  <a:lnTo>
                    <a:pt x="327257" y="172196"/>
                  </a:lnTo>
                  <a:lnTo>
                    <a:pt x="326736" y="174581"/>
                  </a:lnTo>
                  <a:lnTo>
                    <a:pt x="325920" y="176067"/>
                  </a:lnTo>
                  <a:lnTo>
                    <a:pt x="324930" y="177906"/>
                  </a:lnTo>
                  <a:lnTo>
                    <a:pt x="323873" y="181852"/>
                  </a:lnTo>
                  <a:lnTo>
                    <a:pt x="323287" y="184101"/>
                  </a:lnTo>
                  <a:lnTo>
                    <a:pt x="323470" y="185317"/>
                  </a:lnTo>
                  <a:lnTo>
                    <a:pt x="323601" y="186788"/>
                  </a:lnTo>
                  <a:lnTo>
                    <a:pt x="323113" y="188461"/>
                  </a:lnTo>
                  <a:lnTo>
                    <a:pt x="322116" y="190017"/>
                  </a:lnTo>
                  <a:lnTo>
                    <a:pt x="321318" y="190305"/>
                  </a:lnTo>
                  <a:lnTo>
                    <a:pt x="320121" y="191806"/>
                  </a:lnTo>
                  <a:lnTo>
                    <a:pt x="318475" y="194505"/>
                  </a:lnTo>
                  <a:lnTo>
                    <a:pt x="317247" y="196768"/>
                  </a:lnTo>
                  <a:lnTo>
                    <a:pt x="315639" y="197322"/>
                  </a:lnTo>
                  <a:lnTo>
                    <a:pt x="314504" y="197899"/>
                  </a:lnTo>
                  <a:lnTo>
                    <a:pt x="311983" y="198601"/>
                  </a:lnTo>
                  <a:lnTo>
                    <a:pt x="311360" y="198777"/>
                  </a:lnTo>
                  <a:lnTo>
                    <a:pt x="308596" y="199131"/>
                  </a:lnTo>
                  <a:lnTo>
                    <a:pt x="306547" y="197909"/>
                  </a:lnTo>
                  <a:lnTo>
                    <a:pt x="305474" y="198096"/>
                  </a:lnTo>
                  <a:lnTo>
                    <a:pt x="304519" y="198785"/>
                  </a:lnTo>
                  <a:lnTo>
                    <a:pt x="304031" y="199535"/>
                  </a:lnTo>
                  <a:lnTo>
                    <a:pt x="303861" y="200962"/>
                  </a:lnTo>
                  <a:lnTo>
                    <a:pt x="303691" y="202279"/>
                  </a:lnTo>
                  <a:lnTo>
                    <a:pt x="302917" y="204322"/>
                  </a:lnTo>
                  <a:lnTo>
                    <a:pt x="301349" y="207032"/>
                  </a:lnTo>
                  <a:lnTo>
                    <a:pt x="300059" y="208835"/>
                  </a:lnTo>
                  <a:lnTo>
                    <a:pt x="299069" y="211161"/>
                  </a:lnTo>
                  <a:lnTo>
                    <a:pt x="298502" y="212005"/>
                  </a:lnTo>
                  <a:lnTo>
                    <a:pt x="297373" y="212900"/>
                  </a:lnTo>
                  <a:lnTo>
                    <a:pt x="296762" y="213376"/>
                  </a:lnTo>
                  <a:lnTo>
                    <a:pt x="295343" y="215452"/>
                  </a:lnTo>
                  <a:lnTo>
                    <a:pt x="294213" y="217298"/>
                  </a:lnTo>
                  <a:lnTo>
                    <a:pt x="293468" y="217823"/>
                  </a:lnTo>
                  <a:lnTo>
                    <a:pt x="292570" y="217331"/>
                  </a:lnTo>
                  <a:lnTo>
                    <a:pt x="291977" y="217181"/>
                  </a:lnTo>
                  <a:lnTo>
                    <a:pt x="290220" y="216465"/>
                  </a:lnTo>
                  <a:lnTo>
                    <a:pt x="289029" y="216371"/>
                  </a:lnTo>
                  <a:lnTo>
                    <a:pt x="287363" y="215912"/>
                  </a:lnTo>
                  <a:lnTo>
                    <a:pt x="283472" y="213752"/>
                  </a:lnTo>
                  <a:lnTo>
                    <a:pt x="282224" y="212741"/>
                  </a:lnTo>
                  <a:lnTo>
                    <a:pt x="281117" y="209985"/>
                  </a:lnTo>
                  <a:lnTo>
                    <a:pt x="280118" y="208589"/>
                  </a:lnTo>
                  <a:lnTo>
                    <a:pt x="278764" y="208446"/>
                  </a:lnTo>
                  <a:lnTo>
                    <a:pt x="276729" y="208449"/>
                  </a:lnTo>
                  <a:lnTo>
                    <a:pt x="275817" y="207896"/>
                  </a:lnTo>
                  <a:lnTo>
                    <a:pt x="274289" y="208415"/>
                  </a:lnTo>
                  <a:lnTo>
                    <a:pt x="272620" y="211209"/>
                  </a:lnTo>
                  <a:lnTo>
                    <a:pt x="271830" y="213288"/>
                  </a:lnTo>
                  <a:lnTo>
                    <a:pt x="271146" y="215416"/>
                  </a:lnTo>
                  <a:lnTo>
                    <a:pt x="270308" y="219974"/>
                  </a:lnTo>
                  <a:lnTo>
                    <a:pt x="269937" y="223020"/>
                  </a:lnTo>
                  <a:lnTo>
                    <a:pt x="269649" y="224741"/>
                  </a:lnTo>
                  <a:lnTo>
                    <a:pt x="268758" y="227471"/>
                  </a:lnTo>
                  <a:lnTo>
                    <a:pt x="268659" y="229004"/>
                  </a:lnTo>
                  <a:lnTo>
                    <a:pt x="268970" y="230332"/>
                  </a:lnTo>
                  <a:lnTo>
                    <a:pt x="269613" y="231831"/>
                  </a:lnTo>
                  <a:lnTo>
                    <a:pt x="269993" y="234187"/>
                  </a:lnTo>
                  <a:lnTo>
                    <a:pt x="270935" y="236692"/>
                  </a:lnTo>
                  <a:lnTo>
                    <a:pt x="271856" y="238643"/>
                  </a:lnTo>
                  <a:lnTo>
                    <a:pt x="273595" y="241788"/>
                  </a:lnTo>
                  <a:lnTo>
                    <a:pt x="274087" y="243436"/>
                  </a:lnTo>
                  <a:lnTo>
                    <a:pt x="274672" y="245326"/>
                  </a:lnTo>
                  <a:lnTo>
                    <a:pt x="274798" y="247173"/>
                  </a:lnTo>
                  <a:lnTo>
                    <a:pt x="274688" y="248385"/>
                  </a:lnTo>
                  <a:lnTo>
                    <a:pt x="274063" y="249308"/>
                  </a:lnTo>
                  <a:lnTo>
                    <a:pt x="272848" y="249768"/>
                  </a:lnTo>
                  <a:lnTo>
                    <a:pt x="272264" y="251052"/>
                  </a:lnTo>
                  <a:lnTo>
                    <a:pt x="271368" y="252765"/>
                  </a:lnTo>
                  <a:lnTo>
                    <a:pt x="270307" y="254742"/>
                  </a:lnTo>
                  <a:lnTo>
                    <a:pt x="269809" y="254845"/>
                  </a:lnTo>
                  <a:lnTo>
                    <a:pt x="269214" y="255374"/>
                  </a:lnTo>
                  <a:lnTo>
                    <a:pt x="266213" y="257823"/>
                  </a:lnTo>
                  <a:lnTo>
                    <a:pt x="265074" y="258510"/>
                  </a:lnTo>
                  <a:lnTo>
                    <a:pt x="264174" y="259318"/>
                  </a:lnTo>
                  <a:lnTo>
                    <a:pt x="263107" y="261816"/>
                  </a:lnTo>
                  <a:lnTo>
                    <a:pt x="262270" y="263671"/>
                  </a:lnTo>
                  <a:lnTo>
                    <a:pt x="261236" y="266133"/>
                  </a:lnTo>
                  <a:lnTo>
                    <a:pt x="260782" y="267223"/>
                  </a:lnTo>
                  <a:lnTo>
                    <a:pt x="259862" y="269686"/>
                  </a:lnTo>
                  <a:lnTo>
                    <a:pt x="258651" y="272501"/>
                  </a:lnTo>
                  <a:lnTo>
                    <a:pt x="257979" y="274012"/>
                  </a:lnTo>
                  <a:lnTo>
                    <a:pt x="257614" y="274915"/>
                  </a:lnTo>
                  <a:lnTo>
                    <a:pt x="257283" y="276094"/>
                  </a:lnTo>
                  <a:lnTo>
                    <a:pt x="256016" y="277009"/>
                  </a:lnTo>
                  <a:lnTo>
                    <a:pt x="254972" y="277975"/>
                  </a:lnTo>
                  <a:lnTo>
                    <a:pt x="253395" y="279436"/>
                  </a:lnTo>
                  <a:lnTo>
                    <a:pt x="251133" y="281042"/>
                  </a:lnTo>
                  <a:lnTo>
                    <a:pt x="249307" y="282591"/>
                  </a:lnTo>
                  <a:lnTo>
                    <a:pt x="248143" y="283869"/>
                  </a:lnTo>
                  <a:lnTo>
                    <a:pt x="246413" y="285482"/>
                  </a:lnTo>
                  <a:lnTo>
                    <a:pt x="245240" y="286002"/>
                  </a:lnTo>
                  <a:lnTo>
                    <a:pt x="242875" y="285937"/>
                  </a:lnTo>
                  <a:lnTo>
                    <a:pt x="239956" y="286354"/>
                  </a:lnTo>
                  <a:lnTo>
                    <a:pt x="237830" y="286660"/>
                  </a:lnTo>
                  <a:lnTo>
                    <a:pt x="236231" y="286270"/>
                  </a:lnTo>
                  <a:lnTo>
                    <a:pt x="233818" y="286049"/>
                  </a:lnTo>
                  <a:lnTo>
                    <a:pt x="231969" y="285738"/>
                  </a:lnTo>
                  <a:lnTo>
                    <a:pt x="230733" y="286332"/>
                  </a:lnTo>
                  <a:lnTo>
                    <a:pt x="227822" y="286963"/>
                  </a:lnTo>
                  <a:lnTo>
                    <a:pt x="227172" y="287107"/>
                  </a:lnTo>
                  <a:lnTo>
                    <a:pt x="221990" y="288635"/>
                  </a:lnTo>
                  <a:lnTo>
                    <a:pt x="219700" y="289455"/>
                  </a:lnTo>
                  <a:lnTo>
                    <a:pt x="217603" y="289828"/>
                  </a:lnTo>
                  <a:lnTo>
                    <a:pt x="216058" y="290424"/>
                  </a:lnTo>
                  <a:lnTo>
                    <a:pt x="215185" y="291167"/>
                  </a:lnTo>
                  <a:lnTo>
                    <a:pt x="213890" y="292238"/>
                  </a:lnTo>
                  <a:lnTo>
                    <a:pt x="213205" y="292704"/>
                  </a:lnTo>
                  <a:lnTo>
                    <a:pt x="210916" y="294802"/>
                  </a:lnTo>
                  <a:lnTo>
                    <a:pt x="205810" y="299133"/>
                  </a:lnTo>
                  <a:lnTo>
                    <a:pt x="202391" y="302646"/>
                  </a:lnTo>
                  <a:lnTo>
                    <a:pt x="201831" y="303248"/>
                  </a:lnTo>
                  <a:lnTo>
                    <a:pt x="199528" y="305725"/>
                  </a:lnTo>
                  <a:lnTo>
                    <a:pt x="198197" y="306696"/>
                  </a:lnTo>
                  <a:lnTo>
                    <a:pt x="197270" y="308905"/>
                  </a:lnTo>
                  <a:lnTo>
                    <a:pt x="196533" y="310305"/>
                  </a:lnTo>
                  <a:lnTo>
                    <a:pt x="195755" y="310908"/>
                  </a:lnTo>
                  <a:lnTo>
                    <a:pt x="194373" y="309482"/>
                  </a:lnTo>
                  <a:lnTo>
                    <a:pt x="193388" y="309559"/>
                  </a:lnTo>
                  <a:lnTo>
                    <a:pt x="190261" y="309041"/>
                  </a:lnTo>
                  <a:lnTo>
                    <a:pt x="190261" y="302590"/>
                  </a:lnTo>
                  <a:lnTo>
                    <a:pt x="188069" y="303502"/>
                  </a:lnTo>
                  <a:lnTo>
                    <a:pt x="184572" y="304955"/>
                  </a:lnTo>
                  <a:lnTo>
                    <a:pt x="181323" y="306304"/>
                  </a:lnTo>
                  <a:lnTo>
                    <a:pt x="178354" y="303215"/>
                  </a:lnTo>
                  <a:lnTo>
                    <a:pt x="176062" y="300830"/>
                  </a:lnTo>
                  <a:lnTo>
                    <a:pt x="174075" y="298779"/>
                  </a:lnTo>
                  <a:lnTo>
                    <a:pt x="171054" y="297419"/>
                  </a:lnTo>
                  <a:lnTo>
                    <a:pt x="168424" y="296234"/>
                  </a:lnTo>
                  <a:lnTo>
                    <a:pt x="163671" y="294284"/>
                  </a:lnTo>
                  <a:lnTo>
                    <a:pt x="161585" y="292577"/>
                  </a:lnTo>
                  <a:lnTo>
                    <a:pt x="160528" y="290317"/>
                  </a:lnTo>
                  <a:lnTo>
                    <a:pt x="158643" y="285191"/>
                  </a:lnTo>
                  <a:lnTo>
                    <a:pt x="158031" y="284180"/>
                  </a:lnTo>
                  <a:lnTo>
                    <a:pt x="157113" y="283486"/>
                  </a:lnTo>
                  <a:lnTo>
                    <a:pt x="156161" y="283035"/>
                  </a:lnTo>
                  <a:lnTo>
                    <a:pt x="154100" y="283061"/>
                  </a:lnTo>
                  <a:lnTo>
                    <a:pt x="151581" y="282665"/>
                  </a:lnTo>
                  <a:lnTo>
                    <a:pt x="147954" y="281587"/>
                  </a:lnTo>
                  <a:lnTo>
                    <a:pt x="145075" y="280730"/>
                  </a:lnTo>
                  <a:lnTo>
                    <a:pt x="140162" y="279135"/>
                  </a:lnTo>
                  <a:lnTo>
                    <a:pt x="138997" y="278941"/>
                  </a:lnTo>
                  <a:lnTo>
                    <a:pt x="136427" y="280356"/>
                  </a:lnTo>
                  <a:lnTo>
                    <a:pt x="133139" y="282165"/>
                  </a:lnTo>
                  <a:lnTo>
                    <a:pt x="127223" y="280747"/>
                  </a:lnTo>
                  <a:lnTo>
                    <a:pt x="124605" y="280082"/>
                  </a:lnTo>
                  <a:lnTo>
                    <a:pt x="119289" y="278729"/>
                  </a:lnTo>
                  <a:lnTo>
                    <a:pt x="113279" y="277199"/>
                  </a:lnTo>
                  <a:lnTo>
                    <a:pt x="107450" y="275618"/>
                  </a:lnTo>
                  <a:lnTo>
                    <a:pt x="103219" y="276491"/>
                  </a:lnTo>
                  <a:lnTo>
                    <a:pt x="100860" y="276976"/>
                  </a:lnTo>
                  <a:lnTo>
                    <a:pt x="98137" y="277670"/>
                  </a:lnTo>
                  <a:lnTo>
                    <a:pt x="97761" y="276889"/>
                  </a:lnTo>
                  <a:lnTo>
                    <a:pt x="97649" y="273859"/>
                  </a:lnTo>
                  <a:lnTo>
                    <a:pt x="97161" y="271513"/>
                  </a:lnTo>
                  <a:lnTo>
                    <a:pt x="95673" y="268978"/>
                  </a:lnTo>
                  <a:lnTo>
                    <a:pt x="94671" y="266565"/>
                  </a:lnTo>
                  <a:lnTo>
                    <a:pt x="92766" y="263305"/>
                  </a:lnTo>
                  <a:lnTo>
                    <a:pt x="92165" y="261252"/>
                  </a:lnTo>
                  <a:lnTo>
                    <a:pt x="91965" y="258069"/>
                  </a:lnTo>
                  <a:lnTo>
                    <a:pt x="90209" y="249784"/>
                  </a:lnTo>
                  <a:lnTo>
                    <a:pt x="89118" y="244183"/>
                  </a:lnTo>
                  <a:lnTo>
                    <a:pt x="88845" y="243042"/>
                  </a:lnTo>
                  <a:lnTo>
                    <a:pt x="88372" y="241218"/>
                  </a:lnTo>
                  <a:lnTo>
                    <a:pt x="87756" y="240266"/>
                  </a:lnTo>
                  <a:lnTo>
                    <a:pt x="86452" y="239682"/>
                  </a:lnTo>
                  <a:lnTo>
                    <a:pt x="86101" y="238695"/>
                  </a:lnTo>
                  <a:lnTo>
                    <a:pt x="86101" y="236758"/>
                  </a:lnTo>
                  <a:lnTo>
                    <a:pt x="86307" y="234083"/>
                  </a:lnTo>
                  <a:lnTo>
                    <a:pt x="86569" y="232130"/>
                  </a:lnTo>
                  <a:lnTo>
                    <a:pt x="86382" y="231641"/>
                  </a:lnTo>
                  <a:lnTo>
                    <a:pt x="82970" y="232192"/>
                  </a:lnTo>
                  <a:lnTo>
                    <a:pt x="80883" y="230895"/>
                  </a:lnTo>
                  <a:lnTo>
                    <a:pt x="79134" y="229491"/>
                  </a:lnTo>
                  <a:lnTo>
                    <a:pt x="76662" y="225895"/>
                  </a:lnTo>
                  <a:lnTo>
                    <a:pt x="75191" y="224507"/>
                  </a:lnTo>
                  <a:lnTo>
                    <a:pt x="73312" y="220793"/>
                  </a:lnTo>
                  <a:lnTo>
                    <a:pt x="70571" y="219913"/>
                  </a:lnTo>
                  <a:lnTo>
                    <a:pt x="69552" y="218457"/>
                  </a:lnTo>
                  <a:lnTo>
                    <a:pt x="68270" y="215275"/>
                  </a:lnTo>
                  <a:lnTo>
                    <a:pt x="67148" y="213234"/>
                  </a:lnTo>
                  <a:lnTo>
                    <a:pt x="65555" y="211949"/>
                  </a:lnTo>
                  <a:lnTo>
                    <a:pt x="63036" y="210806"/>
                  </a:lnTo>
                  <a:lnTo>
                    <a:pt x="58740" y="209712"/>
                  </a:lnTo>
                  <a:lnTo>
                    <a:pt x="57285" y="209252"/>
                  </a:lnTo>
                  <a:lnTo>
                    <a:pt x="54912" y="209984"/>
                  </a:lnTo>
                  <a:lnTo>
                    <a:pt x="53151" y="210044"/>
                  </a:lnTo>
                  <a:lnTo>
                    <a:pt x="50298" y="209267"/>
                  </a:lnTo>
                  <a:lnTo>
                    <a:pt x="48676" y="208284"/>
                  </a:lnTo>
                  <a:lnTo>
                    <a:pt x="46667" y="208260"/>
                  </a:lnTo>
                  <a:lnTo>
                    <a:pt x="45360" y="208271"/>
                  </a:lnTo>
                  <a:lnTo>
                    <a:pt x="43618" y="208048"/>
                  </a:lnTo>
                  <a:lnTo>
                    <a:pt x="42774" y="207405"/>
                  </a:lnTo>
                  <a:lnTo>
                    <a:pt x="41990" y="206622"/>
                  </a:lnTo>
                  <a:lnTo>
                    <a:pt x="40527" y="206818"/>
                  </a:lnTo>
                  <a:lnTo>
                    <a:pt x="39501" y="206038"/>
                  </a:lnTo>
                  <a:lnTo>
                    <a:pt x="38546" y="204578"/>
                  </a:lnTo>
                  <a:lnTo>
                    <a:pt x="37550" y="203884"/>
                  </a:lnTo>
                  <a:lnTo>
                    <a:pt x="36456" y="203928"/>
                  </a:lnTo>
                  <a:lnTo>
                    <a:pt x="36005" y="204578"/>
                  </a:lnTo>
                  <a:lnTo>
                    <a:pt x="35588" y="204514"/>
                  </a:lnTo>
                  <a:lnTo>
                    <a:pt x="35316" y="202540"/>
                  </a:lnTo>
                  <a:lnTo>
                    <a:pt x="34293" y="199356"/>
                  </a:lnTo>
                  <a:lnTo>
                    <a:pt x="34139" y="197929"/>
                  </a:lnTo>
                  <a:lnTo>
                    <a:pt x="33513" y="196283"/>
                  </a:lnTo>
                  <a:lnTo>
                    <a:pt x="33142" y="194788"/>
                  </a:lnTo>
                  <a:lnTo>
                    <a:pt x="33243" y="192722"/>
                  </a:lnTo>
                  <a:lnTo>
                    <a:pt x="33685" y="188714"/>
                  </a:lnTo>
                  <a:lnTo>
                    <a:pt x="34665" y="185088"/>
                  </a:lnTo>
                  <a:lnTo>
                    <a:pt x="35307" y="184146"/>
                  </a:lnTo>
                  <a:lnTo>
                    <a:pt x="35700" y="183075"/>
                  </a:lnTo>
                  <a:lnTo>
                    <a:pt x="36526" y="181201"/>
                  </a:lnTo>
                  <a:lnTo>
                    <a:pt x="37002" y="179702"/>
                  </a:lnTo>
                  <a:lnTo>
                    <a:pt x="36946" y="177657"/>
                  </a:lnTo>
                  <a:lnTo>
                    <a:pt x="36387" y="175521"/>
                  </a:lnTo>
                  <a:lnTo>
                    <a:pt x="35978" y="172762"/>
                  </a:lnTo>
                  <a:lnTo>
                    <a:pt x="36054" y="171178"/>
                  </a:lnTo>
                  <a:lnTo>
                    <a:pt x="36659" y="169295"/>
                  </a:lnTo>
                  <a:lnTo>
                    <a:pt x="37367" y="165128"/>
                  </a:lnTo>
                  <a:lnTo>
                    <a:pt x="37311" y="164033"/>
                  </a:lnTo>
                  <a:lnTo>
                    <a:pt x="37031" y="163155"/>
                  </a:lnTo>
                  <a:lnTo>
                    <a:pt x="36958" y="161225"/>
                  </a:lnTo>
                  <a:lnTo>
                    <a:pt x="36820" y="158626"/>
                  </a:lnTo>
                  <a:lnTo>
                    <a:pt x="35967" y="154660"/>
                  </a:lnTo>
                  <a:lnTo>
                    <a:pt x="35505" y="152555"/>
                  </a:lnTo>
                  <a:lnTo>
                    <a:pt x="34700" y="151649"/>
                  </a:lnTo>
                  <a:lnTo>
                    <a:pt x="33752" y="151096"/>
                  </a:lnTo>
                  <a:lnTo>
                    <a:pt x="32933" y="148247"/>
                  </a:lnTo>
                  <a:lnTo>
                    <a:pt x="31906" y="144886"/>
                  </a:lnTo>
                  <a:lnTo>
                    <a:pt x="31261" y="142784"/>
                  </a:lnTo>
                  <a:lnTo>
                    <a:pt x="31037" y="141494"/>
                  </a:lnTo>
                  <a:lnTo>
                    <a:pt x="30935" y="139150"/>
                  </a:lnTo>
                  <a:lnTo>
                    <a:pt x="30455" y="136315"/>
                  </a:lnTo>
                  <a:lnTo>
                    <a:pt x="29949" y="134762"/>
                  </a:lnTo>
                  <a:lnTo>
                    <a:pt x="29572" y="133570"/>
                  </a:lnTo>
                  <a:lnTo>
                    <a:pt x="29382" y="131851"/>
                  </a:lnTo>
                  <a:lnTo>
                    <a:pt x="29184" y="131230"/>
                  </a:lnTo>
                  <a:lnTo>
                    <a:pt x="27796" y="130464"/>
                  </a:lnTo>
                  <a:lnTo>
                    <a:pt x="26799" y="129184"/>
                  </a:lnTo>
                  <a:lnTo>
                    <a:pt x="26383" y="127466"/>
                  </a:lnTo>
                  <a:lnTo>
                    <a:pt x="26239" y="126079"/>
                  </a:lnTo>
                  <a:lnTo>
                    <a:pt x="25944" y="125276"/>
                  </a:lnTo>
                  <a:lnTo>
                    <a:pt x="25158" y="125020"/>
                  </a:lnTo>
                  <a:lnTo>
                    <a:pt x="24610" y="126261"/>
                  </a:lnTo>
                  <a:lnTo>
                    <a:pt x="23712" y="126883"/>
                  </a:lnTo>
                  <a:lnTo>
                    <a:pt x="23107" y="126773"/>
                  </a:lnTo>
                  <a:lnTo>
                    <a:pt x="22511" y="126020"/>
                  </a:lnTo>
                  <a:lnTo>
                    <a:pt x="22143" y="125232"/>
                  </a:lnTo>
                  <a:lnTo>
                    <a:pt x="21522" y="124348"/>
                  </a:lnTo>
                  <a:lnTo>
                    <a:pt x="20641" y="121544"/>
                  </a:lnTo>
                  <a:lnTo>
                    <a:pt x="19713" y="120803"/>
                  </a:lnTo>
                  <a:lnTo>
                    <a:pt x="18017" y="120927"/>
                  </a:lnTo>
                  <a:lnTo>
                    <a:pt x="16500" y="122225"/>
                  </a:lnTo>
                  <a:lnTo>
                    <a:pt x="15584" y="122025"/>
                  </a:lnTo>
                  <a:lnTo>
                    <a:pt x="14813" y="121586"/>
                  </a:lnTo>
                  <a:lnTo>
                    <a:pt x="13943" y="120185"/>
                  </a:lnTo>
                  <a:lnTo>
                    <a:pt x="13338" y="119031"/>
                  </a:lnTo>
                  <a:lnTo>
                    <a:pt x="12435" y="118656"/>
                  </a:lnTo>
                  <a:lnTo>
                    <a:pt x="10659" y="116621"/>
                  </a:lnTo>
                  <a:lnTo>
                    <a:pt x="9456" y="115156"/>
                  </a:lnTo>
                  <a:lnTo>
                    <a:pt x="9352" y="112281"/>
                  </a:lnTo>
                  <a:lnTo>
                    <a:pt x="8788" y="110301"/>
                  </a:lnTo>
                  <a:lnTo>
                    <a:pt x="7617" y="109741"/>
                  </a:lnTo>
                  <a:lnTo>
                    <a:pt x="6436" y="107712"/>
                  </a:lnTo>
                  <a:lnTo>
                    <a:pt x="4712" y="106618"/>
                  </a:lnTo>
                  <a:lnTo>
                    <a:pt x="3627" y="105769"/>
                  </a:lnTo>
                  <a:lnTo>
                    <a:pt x="2685" y="105258"/>
                  </a:lnTo>
                  <a:lnTo>
                    <a:pt x="2546" y="104492"/>
                  </a:lnTo>
                  <a:lnTo>
                    <a:pt x="2601" y="103834"/>
                  </a:lnTo>
                  <a:lnTo>
                    <a:pt x="3037" y="102737"/>
                  </a:lnTo>
                  <a:lnTo>
                    <a:pt x="3486" y="101714"/>
                  </a:lnTo>
                  <a:lnTo>
                    <a:pt x="3598" y="100765"/>
                  </a:lnTo>
                  <a:lnTo>
                    <a:pt x="3233" y="99925"/>
                  </a:lnTo>
                  <a:lnTo>
                    <a:pt x="2260" y="99048"/>
                  </a:lnTo>
                  <a:lnTo>
                    <a:pt x="1006" y="98269"/>
                  </a:lnTo>
                  <a:lnTo>
                    <a:pt x="749" y="96966"/>
                  </a:lnTo>
                  <a:lnTo>
                    <a:pt x="0" y="95610"/>
                  </a:lnTo>
                  <a:lnTo>
                    <a:pt x="130" y="94519"/>
                  </a:lnTo>
                  <a:lnTo>
                    <a:pt x="723" y="93722"/>
                  </a:lnTo>
                  <a:lnTo>
                    <a:pt x="1325" y="93131"/>
                  </a:lnTo>
                  <a:lnTo>
                    <a:pt x="1464" y="92108"/>
                  </a:lnTo>
                  <a:lnTo>
                    <a:pt x="1039" y="91169"/>
                  </a:lnTo>
                  <a:lnTo>
                    <a:pt x="830" y="89740"/>
                  </a:lnTo>
                  <a:lnTo>
                    <a:pt x="931" y="88675"/>
                  </a:lnTo>
                  <a:lnTo>
                    <a:pt x="852" y="87322"/>
                  </a:lnTo>
                  <a:lnTo>
                    <a:pt x="2175" y="87250"/>
                  </a:lnTo>
                  <a:lnTo>
                    <a:pt x="2781" y="86589"/>
                  </a:lnTo>
                  <a:lnTo>
                    <a:pt x="3240" y="85618"/>
                  </a:lnTo>
                  <a:lnTo>
                    <a:pt x="4230" y="84539"/>
                  </a:lnTo>
                  <a:lnTo>
                    <a:pt x="4441" y="83294"/>
                  </a:lnTo>
                  <a:lnTo>
                    <a:pt x="4455" y="80839"/>
                  </a:lnTo>
                  <a:lnTo>
                    <a:pt x="5103" y="78765"/>
                  </a:lnTo>
                  <a:lnTo>
                    <a:pt x="6752" y="78149"/>
                  </a:lnTo>
                  <a:lnTo>
                    <a:pt x="7383" y="77844"/>
                  </a:lnTo>
                  <a:lnTo>
                    <a:pt x="8054" y="78144"/>
                  </a:lnTo>
                  <a:lnTo>
                    <a:pt x="9097" y="77853"/>
                  </a:lnTo>
                  <a:lnTo>
                    <a:pt x="10106" y="77747"/>
                  </a:lnTo>
                  <a:lnTo>
                    <a:pt x="10668" y="78385"/>
                  </a:lnTo>
                  <a:lnTo>
                    <a:pt x="11408" y="78926"/>
                  </a:lnTo>
                  <a:lnTo>
                    <a:pt x="12360" y="78861"/>
                  </a:lnTo>
                  <a:lnTo>
                    <a:pt x="12686" y="77883"/>
                  </a:lnTo>
                  <a:lnTo>
                    <a:pt x="12726" y="76521"/>
                  </a:lnTo>
                  <a:lnTo>
                    <a:pt x="13138" y="76165"/>
                  </a:lnTo>
                  <a:lnTo>
                    <a:pt x="13651" y="77111"/>
                  </a:lnTo>
                  <a:lnTo>
                    <a:pt x="13938" y="77818"/>
                  </a:lnTo>
                  <a:lnTo>
                    <a:pt x="14367" y="78141"/>
                  </a:lnTo>
                  <a:lnTo>
                    <a:pt x="15515" y="77297"/>
                  </a:lnTo>
                  <a:lnTo>
                    <a:pt x="16315" y="76385"/>
                  </a:lnTo>
                  <a:lnTo>
                    <a:pt x="16576" y="74510"/>
                  </a:lnTo>
                  <a:lnTo>
                    <a:pt x="17042" y="73583"/>
                  </a:lnTo>
                  <a:lnTo>
                    <a:pt x="17669" y="74054"/>
                  </a:lnTo>
                  <a:lnTo>
                    <a:pt x="18764" y="74042"/>
                  </a:lnTo>
                  <a:lnTo>
                    <a:pt x="19665" y="72594"/>
                  </a:lnTo>
                  <a:lnTo>
                    <a:pt x="20849" y="71437"/>
                  </a:lnTo>
                  <a:lnTo>
                    <a:pt x="21699" y="70911"/>
                  </a:lnTo>
                  <a:lnTo>
                    <a:pt x="21874" y="69936"/>
                  </a:lnTo>
                  <a:lnTo>
                    <a:pt x="21474" y="67785"/>
                  </a:lnTo>
                  <a:lnTo>
                    <a:pt x="21583" y="65429"/>
                  </a:lnTo>
                  <a:lnTo>
                    <a:pt x="22723" y="64097"/>
                  </a:lnTo>
                  <a:lnTo>
                    <a:pt x="24242" y="63937"/>
                  </a:lnTo>
                  <a:lnTo>
                    <a:pt x="25370" y="63026"/>
                  </a:lnTo>
                  <a:lnTo>
                    <a:pt x="25683" y="60516"/>
                  </a:lnTo>
                  <a:lnTo>
                    <a:pt x="26237" y="59793"/>
                  </a:lnTo>
                  <a:lnTo>
                    <a:pt x="26805" y="59510"/>
                  </a:lnTo>
                  <a:lnTo>
                    <a:pt x="28176" y="59115"/>
                  </a:lnTo>
                  <a:lnTo>
                    <a:pt x="29162" y="58096"/>
                  </a:lnTo>
                  <a:lnTo>
                    <a:pt x="29770" y="57632"/>
                  </a:lnTo>
                  <a:lnTo>
                    <a:pt x="31497" y="56260"/>
                  </a:lnTo>
                  <a:lnTo>
                    <a:pt x="33066" y="55993"/>
                  </a:lnTo>
                  <a:lnTo>
                    <a:pt x="33739" y="54897"/>
                  </a:lnTo>
                  <a:lnTo>
                    <a:pt x="34265" y="53523"/>
                  </a:lnTo>
                  <a:lnTo>
                    <a:pt x="35144" y="52997"/>
                  </a:lnTo>
                  <a:lnTo>
                    <a:pt x="36042" y="51803"/>
                  </a:lnTo>
                  <a:lnTo>
                    <a:pt x="37227" y="50286"/>
                  </a:lnTo>
                  <a:lnTo>
                    <a:pt x="37695" y="50076"/>
                  </a:lnTo>
                  <a:lnTo>
                    <a:pt x="39637" y="49195"/>
                  </a:lnTo>
                  <a:lnTo>
                    <a:pt x="40396" y="48871"/>
                  </a:lnTo>
                  <a:lnTo>
                    <a:pt x="40853" y="48673"/>
                  </a:lnTo>
                  <a:lnTo>
                    <a:pt x="41695" y="48734"/>
                  </a:lnTo>
                  <a:lnTo>
                    <a:pt x="42052" y="47134"/>
                  </a:lnTo>
                  <a:lnTo>
                    <a:pt x="42906" y="45956"/>
                  </a:lnTo>
                  <a:lnTo>
                    <a:pt x="43760" y="45557"/>
                  </a:lnTo>
                  <a:lnTo>
                    <a:pt x="44184" y="44386"/>
                  </a:lnTo>
                  <a:lnTo>
                    <a:pt x="45003" y="42897"/>
                  </a:lnTo>
                  <a:lnTo>
                    <a:pt x="46116" y="42068"/>
                  </a:lnTo>
                  <a:lnTo>
                    <a:pt x="47844" y="41950"/>
                  </a:lnTo>
                  <a:lnTo>
                    <a:pt x="49519" y="42116"/>
                  </a:lnTo>
                  <a:lnTo>
                    <a:pt x="50522" y="41861"/>
                  </a:lnTo>
                  <a:lnTo>
                    <a:pt x="51351" y="39657"/>
                  </a:lnTo>
                  <a:lnTo>
                    <a:pt x="51506" y="38563"/>
                  </a:lnTo>
                  <a:lnTo>
                    <a:pt x="51697" y="37452"/>
                  </a:lnTo>
                  <a:lnTo>
                    <a:pt x="52367" y="37028"/>
                  </a:lnTo>
                  <a:lnTo>
                    <a:pt x="53179" y="38833"/>
                  </a:lnTo>
                  <a:lnTo>
                    <a:pt x="53861" y="39956"/>
                  </a:lnTo>
                  <a:lnTo>
                    <a:pt x="54912" y="41127"/>
                  </a:lnTo>
                  <a:lnTo>
                    <a:pt x="55454" y="42225"/>
                  </a:lnTo>
                  <a:lnTo>
                    <a:pt x="56075" y="42375"/>
                  </a:lnTo>
                  <a:lnTo>
                    <a:pt x="56726" y="41556"/>
                  </a:lnTo>
                  <a:lnTo>
                    <a:pt x="57187" y="39554"/>
                  </a:lnTo>
                  <a:lnTo>
                    <a:pt x="58063" y="39246"/>
                  </a:lnTo>
                  <a:lnTo>
                    <a:pt x="59027" y="39567"/>
                  </a:lnTo>
                  <a:lnTo>
                    <a:pt x="59280" y="40551"/>
                  </a:lnTo>
                  <a:lnTo>
                    <a:pt x="59361" y="41509"/>
                  </a:lnTo>
                  <a:lnTo>
                    <a:pt x="59805" y="43222"/>
                  </a:lnTo>
                  <a:lnTo>
                    <a:pt x="60864" y="44718"/>
                  </a:lnTo>
                  <a:lnTo>
                    <a:pt x="62221" y="44640"/>
                  </a:lnTo>
                  <a:lnTo>
                    <a:pt x="62765" y="44373"/>
                  </a:lnTo>
                  <a:lnTo>
                    <a:pt x="64086" y="44583"/>
                  </a:lnTo>
                  <a:lnTo>
                    <a:pt x="65383" y="44909"/>
                  </a:lnTo>
                  <a:lnTo>
                    <a:pt x="66797" y="45261"/>
                  </a:lnTo>
                  <a:lnTo>
                    <a:pt x="67211" y="45316"/>
                  </a:lnTo>
                  <a:lnTo>
                    <a:pt x="68726" y="45495"/>
                  </a:lnTo>
                  <a:lnTo>
                    <a:pt x="70933" y="45754"/>
                  </a:lnTo>
                  <a:lnTo>
                    <a:pt x="71909" y="45636"/>
                  </a:lnTo>
                  <a:lnTo>
                    <a:pt x="73900" y="46122"/>
                  </a:lnTo>
                  <a:lnTo>
                    <a:pt x="74308" y="47453"/>
                  </a:lnTo>
                  <a:lnTo>
                    <a:pt x="74675" y="50599"/>
                  </a:lnTo>
                  <a:lnTo>
                    <a:pt x="74988" y="53597"/>
                  </a:lnTo>
                  <a:lnTo>
                    <a:pt x="75076" y="56008"/>
                  </a:lnTo>
                  <a:lnTo>
                    <a:pt x="75593" y="57255"/>
                  </a:lnTo>
                  <a:lnTo>
                    <a:pt x="76255" y="57666"/>
                  </a:lnTo>
                  <a:lnTo>
                    <a:pt x="76691" y="58639"/>
                  </a:lnTo>
                  <a:lnTo>
                    <a:pt x="77461" y="59965"/>
                  </a:lnTo>
                  <a:lnTo>
                    <a:pt x="78029" y="61862"/>
                  </a:lnTo>
                  <a:lnTo>
                    <a:pt x="78719" y="61734"/>
                  </a:lnTo>
                  <a:lnTo>
                    <a:pt x="79203" y="61285"/>
                  </a:lnTo>
                  <a:lnTo>
                    <a:pt x="80261" y="61139"/>
                  </a:lnTo>
                  <a:lnTo>
                    <a:pt x="81612" y="61270"/>
                  </a:lnTo>
                  <a:lnTo>
                    <a:pt x="82551" y="62319"/>
                  </a:lnTo>
                  <a:lnTo>
                    <a:pt x="82908" y="63699"/>
                  </a:lnTo>
                  <a:lnTo>
                    <a:pt x="83670" y="64471"/>
                  </a:lnTo>
                  <a:lnTo>
                    <a:pt x="84292" y="64222"/>
                  </a:lnTo>
                  <a:lnTo>
                    <a:pt x="86146" y="64214"/>
                  </a:lnTo>
                  <a:lnTo>
                    <a:pt x="86783" y="64300"/>
                  </a:lnTo>
                  <a:lnTo>
                    <a:pt x="87421" y="65059"/>
                  </a:lnTo>
                  <a:lnTo>
                    <a:pt x="88339" y="65186"/>
                  </a:lnTo>
                  <a:lnTo>
                    <a:pt x="88845" y="64222"/>
                  </a:lnTo>
                  <a:lnTo>
                    <a:pt x="90442" y="63567"/>
                  </a:lnTo>
                  <a:lnTo>
                    <a:pt x="91368" y="62194"/>
                  </a:lnTo>
                  <a:lnTo>
                    <a:pt x="92078" y="62181"/>
                  </a:lnTo>
                  <a:lnTo>
                    <a:pt x="92617" y="62842"/>
                  </a:lnTo>
                  <a:lnTo>
                    <a:pt x="93030" y="63745"/>
                  </a:lnTo>
                  <a:lnTo>
                    <a:pt x="93641" y="63344"/>
                  </a:lnTo>
                  <a:lnTo>
                    <a:pt x="93970" y="62599"/>
                  </a:lnTo>
                  <a:lnTo>
                    <a:pt x="94504" y="62601"/>
                  </a:lnTo>
                  <a:lnTo>
                    <a:pt x="95028" y="63081"/>
                  </a:lnTo>
                  <a:lnTo>
                    <a:pt x="96368" y="63919"/>
                  </a:lnTo>
                  <a:lnTo>
                    <a:pt x="97337" y="65485"/>
                  </a:lnTo>
                  <a:lnTo>
                    <a:pt x="98088" y="65635"/>
                  </a:lnTo>
                  <a:lnTo>
                    <a:pt x="99056" y="65178"/>
                  </a:lnTo>
                  <a:lnTo>
                    <a:pt x="99503" y="64965"/>
                  </a:lnTo>
                  <a:lnTo>
                    <a:pt x="99929" y="65739"/>
                  </a:lnTo>
                  <a:lnTo>
                    <a:pt x="100555" y="66156"/>
                  </a:lnTo>
                  <a:lnTo>
                    <a:pt x="101030" y="65582"/>
                  </a:lnTo>
                  <a:lnTo>
                    <a:pt x="101842" y="65176"/>
                  </a:lnTo>
                  <a:lnTo>
                    <a:pt x="104953" y="66026"/>
                  </a:lnTo>
                  <a:lnTo>
                    <a:pt x="105673" y="67590"/>
                  </a:lnTo>
                  <a:lnTo>
                    <a:pt x="106224" y="68324"/>
                  </a:lnTo>
                  <a:lnTo>
                    <a:pt x="106670" y="69604"/>
                  </a:lnTo>
                  <a:lnTo>
                    <a:pt x="107484" y="70518"/>
                  </a:lnTo>
                  <a:lnTo>
                    <a:pt x="109200" y="70203"/>
                  </a:lnTo>
                  <a:lnTo>
                    <a:pt x="109866" y="69269"/>
                  </a:lnTo>
                  <a:lnTo>
                    <a:pt x="111256" y="67199"/>
                  </a:lnTo>
                  <a:lnTo>
                    <a:pt x="111808" y="65179"/>
                  </a:lnTo>
                  <a:lnTo>
                    <a:pt x="112507" y="64525"/>
                  </a:lnTo>
                  <a:lnTo>
                    <a:pt x="113299" y="64199"/>
                  </a:lnTo>
                  <a:lnTo>
                    <a:pt x="114035" y="64202"/>
                  </a:lnTo>
                  <a:lnTo>
                    <a:pt x="114812" y="64136"/>
                  </a:lnTo>
                  <a:lnTo>
                    <a:pt x="115751" y="62658"/>
                  </a:lnTo>
                  <a:lnTo>
                    <a:pt x="116515" y="62142"/>
                  </a:lnTo>
                  <a:lnTo>
                    <a:pt x="117645" y="60263"/>
                  </a:lnTo>
                  <a:lnTo>
                    <a:pt x="117856" y="59413"/>
                  </a:lnTo>
                  <a:lnTo>
                    <a:pt x="118402" y="57228"/>
                  </a:lnTo>
                  <a:lnTo>
                    <a:pt x="118742" y="55835"/>
                  </a:lnTo>
                  <a:lnTo>
                    <a:pt x="119313" y="53626"/>
                  </a:lnTo>
                  <a:lnTo>
                    <a:pt x="119620" y="50064"/>
                  </a:lnTo>
                  <a:lnTo>
                    <a:pt x="119794" y="48174"/>
                  </a:lnTo>
                  <a:lnTo>
                    <a:pt x="119644" y="46806"/>
                  </a:lnTo>
                  <a:lnTo>
                    <a:pt x="118975" y="46099"/>
                  </a:lnTo>
                  <a:lnTo>
                    <a:pt x="118117" y="45763"/>
                  </a:lnTo>
                  <a:lnTo>
                    <a:pt x="117367" y="44721"/>
                  </a:lnTo>
                  <a:lnTo>
                    <a:pt x="116809" y="43515"/>
                  </a:lnTo>
                  <a:lnTo>
                    <a:pt x="116484" y="41818"/>
                  </a:lnTo>
                  <a:lnTo>
                    <a:pt x="116038" y="39836"/>
                  </a:lnTo>
                  <a:lnTo>
                    <a:pt x="116064" y="38402"/>
                  </a:lnTo>
                  <a:lnTo>
                    <a:pt x="115938" y="37293"/>
                  </a:lnTo>
                  <a:lnTo>
                    <a:pt x="115560" y="36348"/>
                  </a:lnTo>
                  <a:lnTo>
                    <a:pt x="114837" y="34688"/>
                  </a:lnTo>
                  <a:lnTo>
                    <a:pt x="114487" y="33450"/>
                  </a:lnTo>
                  <a:lnTo>
                    <a:pt x="114605" y="31488"/>
                  </a:lnTo>
                  <a:lnTo>
                    <a:pt x="115458" y="28133"/>
                  </a:lnTo>
                  <a:lnTo>
                    <a:pt x="115538" y="26576"/>
                  </a:lnTo>
                  <a:lnTo>
                    <a:pt x="115646" y="25605"/>
                  </a:lnTo>
                  <a:lnTo>
                    <a:pt x="115599" y="24727"/>
                  </a:lnTo>
                  <a:lnTo>
                    <a:pt x="115867" y="22718"/>
                  </a:lnTo>
                  <a:lnTo>
                    <a:pt x="116347" y="21873"/>
                  </a:lnTo>
                  <a:lnTo>
                    <a:pt x="116898" y="19719"/>
                  </a:lnTo>
                  <a:lnTo>
                    <a:pt x="117642" y="18726"/>
                  </a:lnTo>
                  <a:lnTo>
                    <a:pt x="118568" y="18661"/>
                  </a:lnTo>
                  <a:lnTo>
                    <a:pt x="118968" y="18074"/>
                  </a:lnTo>
                  <a:lnTo>
                    <a:pt x="119167" y="15922"/>
                  </a:lnTo>
                  <a:lnTo>
                    <a:pt x="119614" y="14263"/>
                  </a:lnTo>
                  <a:lnTo>
                    <a:pt x="119913" y="13090"/>
                  </a:lnTo>
                  <a:lnTo>
                    <a:pt x="120476" y="11809"/>
                  </a:lnTo>
                  <a:lnTo>
                    <a:pt x="123744" y="9340"/>
                  </a:lnTo>
                  <a:lnTo>
                    <a:pt x="125102" y="6270"/>
                  </a:lnTo>
                  <a:lnTo>
                    <a:pt x="125584" y="4722"/>
                  </a:lnTo>
                  <a:lnTo>
                    <a:pt x="126107" y="1395"/>
                  </a:lnTo>
                  <a:lnTo>
                    <a:pt x="126613" y="0"/>
                  </a:lnTo>
                  <a:lnTo>
                    <a:pt x="127350" y="460"/>
                  </a:lnTo>
                  <a:lnTo>
                    <a:pt x="128215" y="2419"/>
                  </a:lnTo>
                  <a:lnTo>
                    <a:pt x="128864" y="2435"/>
                  </a:lnTo>
                  <a:lnTo>
                    <a:pt x="129827" y="3498"/>
                  </a:lnTo>
                  <a:lnTo>
                    <a:pt x="132448" y="5725"/>
                  </a:lnTo>
                  <a:lnTo>
                    <a:pt x="133871" y="6423"/>
                  </a:lnTo>
                  <a:lnTo>
                    <a:pt x="134786" y="6641"/>
                  </a:lnTo>
                  <a:lnTo>
                    <a:pt x="135993" y="7258"/>
                  </a:lnTo>
                  <a:lnTo>
                    <a:pt x="136773" y="8561"/>
                  </a:lnTo>
                  <a:lnTo>
                    <a:pt x="138292" y="10689"/>
                  </a:lnTo>
                  <a:lnTo>
                    <a:pt x="139574" y="11233"/>
                  </a:lnTo>
                  <a:lnTo>
                    <a:pt x="141797" y="11448"/>
                  </a:lnTo>
                  <a:lnTo>
                    <a:pt x="144507" y="11559"/>
                  </a:lnTo>
                  <a:lnTo>
                    <a:pt x="145271" y="11932"/>
                  </a:lnTo>
                  <a:lnTo>
                    <a:pt x="147252" y="13465"/>
                  </a:lnTo>
                  <a:lnTo>
                    <a:pt x="149442" y="15159"/>
                  </a:lnTo>
                  <a:lnTo>
                    <a:pt x="151506" y="16673"/>
                  </a:lnTo>
                  <a:lnTo>
                    <a:pt x="153072" y="17847"/>
                  </a:lnTo>
                  <a:lnTo>
                    <a:pt x="153995" y="18986"/>
                  </a:lnTo>
                  <a:lnTo>
                    <a:pt x="154866" y="19639"/>
                  </a:lnTo>
                  <a:lnTo>
                    <a:pt x="155810" y="19082"/>
                  </a:lnTo>
                  <a:lnTo>
                    <a:pt x="157020" y="19209"/>
                  </a:lnTo>
                  <a:lnTo>
                    <a:pt x="159862" y="20573"/>
                  </a:lnTo>
                  <a:lnTo>
                    <a:pt x="161656" y="21720"/>
                  </a:lnTo>
                  <a:lnTo>
                    <a:pt x="163159" y="22570"/>
                  </a:lnTo>
                  <a:lnTo>
                    <a:pt x="163660" y="23743"/>
                  </a:lnTo>
                  <a:lnTo>
                    <a:pt x="163710" y="25307"/>
                  </a:lnTo>
                  <a:lnTo>
                    <a:pt x="163509" y="26630"/>
                  </a:lnTo>
                  <a:lnTo>
                    <a:pt x="163618" y="29837"/>
                  </a:lnTo>
                  <a:lnTo>
                    <a:pt x="164101" y="31516"/>
                  </a:lnTo>
                  <a:lnTo>
                    <a:pt x="164280" y="33773"/>
                  </a:lnTo>
                  <a:lnTo>
                    <a:pt x="164461" y="35926"/>
                  </a:lnTo>
                  <a:lnTo>
                    <a:pt x="164334" y="38054"/>
                  </a:lnTo>
                  <a:lnTo>
                    <a:pt x="164562" y="39184"/>
                  </a:lnTo>
                  <a:lnTo>
                    <a:pt x="165033" y="39849"/>
                  </a:lnTo>
                  <a:lnTo>
                    <a:pt x="165488" y="41333"/>
                  </a:lnTo>
                  <a:lnTo>
                    <a:pt x="165337" y="42897"/>
                  </a:lnTo>
                  <a:lnTo>
                    <a:pt x="165137" y="43809"/>
                  </a:lnTo>
                  <a:lnTo>
                    <a:pt x="165167" y="45274"/>
                  </a:lnTo>
                  <a:lnTo>
                    <a:pt x="165713" y="46481"/>
                  </a:lnTo>
                  <a:lnTo>
                    <a:pt x="166512" y="46720"/>
                  </a:lnTo>
                  <a:lnTo>
                    <a:pt x="167223" y="47030"/>
                  </a:lnTo>
                  <a:lnTo>
                    <a:pt x="168096" y="48931"/>
                  </a:lnTo>
                  <a:lnTo>
                    <a:pt x="169652" y="51123"/>
                  </a:lnTo>
                  <a:lnTo>
                    <a:pt x="170584" y="51732"/>
                  </a:lnTo>
                  <a:lnTo>
                    <a:pt x="171654" y="52716"/>
                  </a:lnTo>
                  <a:lnTo>
                    <a:pt x="173696" y="53680"/>
                  </a:lnTo>
                  <a:lnTo>
                    <a:pt x="175084" y="53973"/>
                  </a:lnTo>
                  <a:lnTo>
                    <a:pt x="175903" y="54755"/>
                  </a:lnTo>
                  <a:lnTo>
                    <a:pt x="176704" y="56645"/>
                  </a:lnTo>
                  <a:lnTo>
                    <a:pt x="178031" y="57036"/>
                  </a:lnTo>
                  <a:lnTo>
                    <a:pt x="178883" y="57689"/>
                  </a:lnTo>
                  <a:lnTo>
                    <a:pt x="180435" y="58468"/>
                  </a:lnTo>
                  <a:lnTo>
                    <a:pt x="181461" y="58017"/>
                  </a:lnTo>
                  <a:lnTo>
                    <a:pt x="182362" y="57360"/>
                  </a:lnTo>
                  <a:lnTo>
                    <a:pt x="182970" y="57486"/>
                  </a:lnTo>
                  <a:lnTo>
                    <a:pt x="184132" y="57916"/>
                  </a:lnTo>
                  <a:lnTo>
                    <a:pt x="185497" y="58005"/>
                  </a:lnTo>
                  <a:lnTo>
                    <a:pt x="186644" y="57557"/>
                  </a:lnTo>
                  <a:lnTo>
                    <a:pt x="187555" y="56226"/>
                  </a:lnTo>
                  <a:lnTo>
                    <a:pt x="188622" y="54429"/>
                  </a:lnTo>
                  <a:lnTo>
                    <a:pt x="189898" y="53517"/>
                  </a:lnTo>
                  <a:lnTo>
                    <a:pt x="191376" y="53191"/>
                  </a:lnTo>
                  <a:lnTo>
                    <a:pt x="192386" y="52462"/>
                  </a:lnTo>
                  <a:lnTo>
                    <a:pt x="195697" y="51249"/>
                  </a:lnTo>
                  <a:lnTo>
                    <a:pt x="197034" y="51041"/>
                  </a:lnTo>
                  <a:lnTo>
                    <a:pt x="198070" y="49869"/>
                  </a:lnTo>
                  <a:lnTo>
                    <a:pt x="198987" y="48956"/>
                  </a:lnTo>
                  <a:lnTo>
                    <a:pt x="200315" y="48565"/>
                  </a:lnTo>
                  <a:lnTo>
                    <a:pt x="202109" y="49524"/>
                  </a:lnTo>
                  <a:lnTo>
                    <a:pt x="203823" y="50325"/>
                  </a:lnTo>
                  <a:lnTo>
                    <a:pt x="205897" y="50585"/>
                  </a:lnTo>
                  <a:lnTo>
                    <a:pt x="207274" y="51692"/>
                  </a:lnTo>
                  <a:lnTo>
                    <a:pt x="208251" y="52736"/>
                  </a:lnTo>
                  <a:lnTo>
                    <a:pt x="209788" y="53563"/>
                  </a:lnTo>
                  <a:lnTo>
                    <a:pt x="211498" y="53179"/>
                  </a:lnTo>
                  <a:lnTo>
                    <a:pt x="213837" y="52847"/>
                  </a:lnTo>
                  <a:lnTo>
                    <a:pt x="215389" y="53326"/>
                  </a:lnTo>
                  <a:lnTo>
                    <a:pt x="217009" y="55226"/>
                  </a:lnTo>
                  <a:lnTo>
                    <a:pt x="218003" y="56752"/>
                  </a:lnTo>
                  <a:lnTo>
                    <a:pt x="219127" y="60008"/>
                  </a:lnTo>
                  <a:lnTo>
                    <a:pt x="220294" y="61588"/>
                  </a:lnTo>
                  <a:lnTo>
                    <a:pt x="221319" y="62876"/>
                  </a:lnTo>
                  <a:lnTo>
                    <a:pt x="222611" y="62957"/>
                  </a:lnTo>
                  <a:lnTo>
                    <a:pt x="225834" y="63062"/>
                  </a:lnTo>
                  <a:lnTo>
                    <a:pt x="227604" y="63745"/>
                  </a:lnTo>
                  <a:lnTo>
                    <a:pt x="229078" y="64106"/>
                  </a:lnTo>
                  <a:lnTo>
                    <a:pt x="229433" y="64788"/>
                  </a:lnTo>
                  <a:lnTo>
                    <a:pt x="229285" y="67024"/>
                  </a:lnTo>
                  <a:lnTo>
                    <a:pt x="229330" y="70225"/>
                  </a:lnTo>
                  <a:lnTo>
                    <a:pt x="229307" y="71693"/>
                  </a:lnTo>
                  <a:lnTo>
                    <a:pt x="229633" y="72801"/>
                  </a:lnTo>
                  <a:lnTo>
                    <a:pt x="230134" y="72998"/>
                  </a:lnTo>
                  <a:lnTo>
                    <a:pt x="230409" y="74560"/>
                  </a:lnTo>
                  <a:lnTo>
                    <a:pt x="231138" y="75487"/>
                  </a:lnTo>
                  <a:lnTo>
                    <a:pt x="232445" y="76605"/>
                  </a:lnTo>
                  <a:lnTo>
                    <a:pt x="234646" y="80399"/>
                  </a:lnTo>
                  <a:lnTo>
                    <a:pt x="235958" y="82021"/>
                  </a:lnTo>
                  <a:lnTo>
                    <a:pt x="236994" y="82574"/>
                  </a:lnTo>
                  <a:lnTo>
                    <a:pt x="238349" y="82194"/>
                  </a:lnTo>
                  <a:lnTo>
                    <a:pt x="240471" y="82203"/>
                  </a:lnTo>
                  <a:lnTo>
                    <a:pt x="244069" y="82216"/>
                  </a:lnTo>
                  <a:lnTo>
                    <a:pt x="246533" y="83356"/>
                  </a:lnTo>
                  <a:lnTo>
                    <a:pt x="247384" y="84138"/>
                  </a:lnTo>
                  <a:lnTo>
                    <a:pt x="249902" y="85041"/>
                  </a:lnTo>
                  <a:lnTo>
                    <a:pt x="252674" y="86036"/>
                  </a:lnTo>
                  <a:lnTo>
                    <a:pt x="255006" y="87077"/>
                  </a:lnTo>
                  <a:lnTo>
                    <a:pt x="256386" y="85733"/>
                  </a:lnTo>
                  <a:lnTo>
                    <a:pt x="257594" y="85612"/>
                  </a:lnTo>
                  <a:lnTo>
                    <a:pt x="258750" y="86585"/>
                  </a:lnTo>
                  <a:lnTo>
                    <a:pt x="259902" y="88046"/>
                  </a:lnTo>
                  <a:lnTo>
                    <a:pt x="260796" y="87888"/>
                  </a:lnTo>
                  <a:lnTo>
                    <a:pt x="262138" y="87202"/>
                  </a:lnTo>
                  <a:lnTo>
                    <a:pt x="266410" y="83121"/>
                  </a:lnTo>
                  <a:lnTo>
                    <a:pt x="267914" y="81597"/>
                  </a:lnTo>
                  <a:lnTo>
                    <a:pt x="268966" y="81988"/>
                  </a:lnTo>
                  <a:lnTo>
                    <a:pt x="269905" y="81447"/>
                  </a:lnTo>
                  <a:lnTo>
                    <a:pt x="270619" y="80990"/>
                  </a:lnTo>
                  <a:lnTo>
                    <a:pt x="272444" y="80359"/>
                  </a:lnTo>
                  <a:lnTo>
                    <a:pt x="273555" y="80186"/>
                  </a:lnTo>
                  <a:lnTo>
                    <a:pt x="274703" y="79819"/>
                  </a:lnTo>
                  <a:lnTo>
                    <a:pt x="276352" y="79577"/>
                  </a:lnTo>
                  <a:lnTo>
                    <a:pt x="279708" y="76906"/>
                  </a:lnTo>
                  <a:lnTo>
                    <a:pt x="281067" y="76383"/>
                  </a:lnTo>
                  <a:lnTo>
                    <a:pt x="283366" y="77123"/>
                  </a:lnTo>
                  <a:lnTo>
                    <a:pt x="284605" y="76641"/>
                  </a:lnTo>
                  <a:lnTo>
                    <a:pt x="285835" y="75292"/>
                  </a:lnTo>
                  <a:lnTo>
                    <a:pt x="287433" y="73902"/>
                  </a:lnTo>
                  <a:lnTo>
                    <a:pt x="287848" y="71649"/>
                  </a:lnTo>
                  <a:lnTo>
                    <a:pt x="288667" y="68557"/>
                  </a:lnTo>
                  <a:lnTo>
                    <a:pt x="290425" y="66277"/>
                  </a:lnTo>
                  <a:lnTo>
                    <a:pt x="291861" y="64289"/>
                  </a:lnTo>
                  <a:lnTo>
                    <a:pt x="293323" y="62355"/>
                  </a:lnTo>
                  <a:lnTo>
                    <a:pt x="295119" y="60745"/>
                  </a:lnTo>
                  <a:lnTo>
                    <a:pt x="296808" y="59575"/>
                  </a:lnTo>
                  <a:lnTo>
                    <a:pt x="298961" y="56513"/>
                  </a:lnTo>
                  <a:lnTo>
                    <a:pt x="300676" y="54961"/>
                  </a:lnTo>
                  <a:lnTo>
                    <a:pt x="301531" y="54455"/>
                  </a:lnTo>
                  <a:lnTo>
                    <a:pt x="302545" y="55014"/>
                  </a:lnTo>
                  <a:lnTo>
                    <a:pt x="304449" y="55428"/>
                  </a:lnTo>
                  <a:lnTo>
                    <a:pt x="305822" y="55303"/>
                  </a:lnTo>
                  <a:lnTo>
                    <a:pt x="306597" y="55658"/>
                  </a:lnTo>
                  <a:lnTo>
                    <a:pt x="308146" y="57154"/>
                  </a:lnTo>
                  <a:lnTo>
                    <a:pt x="309551" y="58468"/>
                  </a:lnTo>
                  <a:lnTo>
                    <a:pt x="310627" y="60807"/>
                  </a:lnTo>
                  <a:lnTo>
                    <a:pt x="312631" y="64074"/>
                  </a:lnTo>
                  <a:lnTo>
                    <a:pt x="313658" y="65170"/>
                  </a:lnTo>
                  <a:lnTo>
                    <a:pt x="314387" y="65622"/>
                  </a:lnTo>
                  <a:lnTo>
                    <a:pt x="316190" y="65931"/>
                  </a:lnTo>
                  <a:lnTo>
                    <a:pt x="317664" y="66091"/>
                  </a:lnTo>
                  <a:lnTo>
                    <a:pt x="318543" y="65344"/>
                  </a:lnTo>
                  <a:lnTo>
                    <a:pt x="320028" y="63977"/>
                  </a:lnTo>
                  <a:lnTo>
                    <a:pt x="322397" y="62244"/>
                  </a:lnTo>
                  <a:lnTo>
                    <a:pt x="323331" y="62289"/>
                  </a:lnTo>
                  <a:lnTo>
                    <a:pt x="324856" y="63211"/>
                  </a:lnTo>
                  <a:lnTo>
                    <a:pt x="327128" y="64918"/>
                  </a:lnTo>
                  <a:lnTo>
                    <a:pt x="328040" y="661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4816881" y="3214785"/>
              <a:ext cx="1286" cy="2308"/>
            </a:xfrm>
            <a:custGeom>
              <a:avLst/>
              <a:pathLst>
                <a:path w="1286" h="2308">
                  <a:moveTo>
                    <a:pt x="1279" y="926"/>
                  </a:moveTo>
                  <a:lnTo>
                    <a:pt x="717" y="2308"/>
                  </a:lnTo>
                  <a:lnTo>
                    <a:pt x="311" y="2022"/>
                  </a:lnTo>
                  <a:lnTo>
                    <a:pt x="59" y="1552"/>
                  </a:lnTo>
                  <a:lnTo>
                    <a:pt x="0" y="763"/>
                  </a:lnTo>
                  <a:lnTo>
                    <a:pt x="911" y="0"/>
                  </a:lnTo>
                  <a:lnTo>
                    <a:pt x="1286" y="2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4821816" y="3189057"/>
              <a:ext cx="858" cy="4155"/>
            </a:xfrm>
            <a:custGeom>
              <a:avLst/>
              <a:pathLst>
                <a:path w="858" h="4155">
                  <a:moveTo>
                    <a:pt x="858" y="2649"/>
                  </a:moveTo>
                  <a:lnTo>
                    <a:pt x="389" y="4155"/>
                  </a:lnTo>
                  <a:lnTo>
                    <a:pt x="55" y="1812"/>
                  </a:lnTo>
                  <a:lnTo>
                    <a:pt x="0" y="867"/>
                  </a:lnTo>
                  <a:lnTo>
                    <a:pt x="432" y="0"/>
                  </a:lnTo>
                  <a:lnTo>
                    <a:pt x="688" y="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4822923" y="3182993"/>
              <a:ext cx="1562" cy="4673"/>
            </a:xfrm>
            <a:custGeom>
              <a:avLst/>
              <a:pathLst>
                <a:path w="1562" h="4673">
                  <a:moveTo>
                    <a:pt x="768" y="3907"/>
                  </a:moveTo>
                  <a:lnTo>
                    <a:pt x="737" y="4673"/>
                  </a:lnTo>
                  <a:lnTo>
                    <a:pt x="158" y="4487"/>
                  </a:lnTo>
                  <a:lnTo>
                    <a:pt x="0" y="4145"/>
                  </a:lnTo>
                  <a:lnTo>
                    <a:pt x="328" y="1480"/>
                  </a:lnTo>
                  <a:lnTo>
                    <a:pt x="1158" y="251"/>
                  </a:lnTo>
                  <a:lnTo>
                    <a:pt x="1562" y="0"/>
                  </a:lnTo>
                  <a:lnTo>
                    <a:pt x="1184" y="1262"/>
                  </a:lnTo>
                  <a:lnTo>
                    <a:pt x="1113" y="26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4822319" y="3150067"/>
              <a:ext cx="1004" cy="1403"/>
            </a:xfrm>
            <a:custGeom>
              <a:avLst/>
              <a:pathLst>
                <a:path w="1004" h="1403">
                  <a:moveTo>
                    <a:pt x="920" y="1197"/>
                  </a:moveTo>
                  <a:lnTo>
                    <a:pt x="671" y="1403"/>
                  </a:lnTo>
                  <a:lnTo>
                    <a:pt x="309" y="1295"/>
                  </a:lnTo>
                  <a:lnTo>
                    <a:pt x="56" y="831"/>
                  </a:lnTo>
                  <a:lnTo>
                    <a:pt x="0" y="49"/>
                  </a:lnTo>
                  <a:lnTo>
                    <a:pt x="731" y="0"/>
                  </a:lnTo>
                  <a:lnTo>
                    <a:pt x="1004" y="58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4823432" y="3097085"/>
              <a:ext cx="1207" cy="3419"/>
            </a:xfrm>
            <a:custGeom>
              <a:avLst/>
              <a:pathLst>
                <a:path w="1207" h="3419">
                  <a:moveTo>
                    <a:pt x="549" y="2768"/>
                  </a:moveTo>
                  <a:lnTo>
                    <a:pt x="0" y="3419"/>
                  </a:lnTo>
                  <a:lnTo>
                    <a:pt x="683" y="509"/>
                  </a:lnTo>
                  <a:lnTo>
                    <a:pt x="889" y="0"/>
                  </a:lnTo>
                  <a:lnTo>
                    <a:pt x="1207" y="10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4822483" y="3078347"/>
              <a:ext cx="714" cy="2409"/>
            </a:xfrm>
            <a:custGeom>
              <a:avLst/>
              <a:pathLst>
                <a:path w="714" h="2409">
                  <a:moveTo>
                    <a:pt x="714" y="1308"/>
                  </a:moveTo>
                  <a:lnTo>
                    <a:pt x="370" y="2409"/>
                  </a:lnTo>
                  <a:lnTo>
                    <a:pt x="79" y="1600"/>
                  </a:lnTo>
                  <a:lnTo>
                    <a:pt x="0" y="0"/>
                  </a:lnTo>
                  <a:lnTo>
                    <a:pt x="506" y="152"/>
                  </a:lnTo>
                  <a:lnTo>
                    <a:pt x="694" y="4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3511794" y="3943282"/>
              <a:ext cx="120626" cy="484523"/>
            </a:xfrm>
            <a:custGeom>
              <a:avLst/>
              <a:pathLst>
                <a:path w="120626" h="484523">
                  <a:moveTo>
                    <a:pt x="30254" y="484159"/>
                  </a:moveTo>
                  <a:lnTo>
                    <a:pt x="29010" y="484209"/>
                  </a:lnTo>
                  <a:lnTo>
                    <a:pt x="26878" y="484350"/>
                  </a:lnTo>
                  <a:lnTo>
                    <a:pt x="25617" y="484431"/>
                  </a:lnTo>
                  <a:lnTo>
                    <a:pt x="24206" y="484523"/>
                  </a:lnTo>
                  <a:lnTo>
                    <a:pt x="22459" y="483692"/>
                  </a:lnTo>
                  <a:lnTo>
                    <a:pt x="21474" y="483868"/>
                  </a:lnTo>
                  <a:lnTo>
                    <a:pt x="21395" y="474429"/>
                  </a:lnTo>
                  <a:lnTo>
                    <a:pt x="21077" y="472354"/>
                  </a:lnTo>
                  <a:lnTo>
                    <a:pt x="20741" y="469321"/>
                  </a:lnTo>
                  <a:lnTo>
                    <a:pt x="20662" y="467374"/>
                  </a:lnTo>
                  <a:lnTo>
                    <a:pt x="20873" y="465417"/>
                  </a:lnTo>
                  <a:lnTo>
                    <a:pt x="20974" y="462318"/>
                  </a:lnTo>
                  <a:lnTo>
                    <a:pt x="20880" y="459605"/>
                  </a:lnTo>
                  <a:lnTo>
                    <a:pt x="19834" y="458243"/>
                  </a:lnTo>
                  <a:lnTo>
                    <a:pt x="19604" y="457811"/>
                  </a:lnTo>
                  <a:lnTo>
                    <a:pt x="19378" y="455675"/>
                  </a:lnTo>
                  <a:lnTo>
                    <a:pt x="19287" y="452383"/>
                  </a:lnTo>
                  <a:lnTo>
                    <a:pt x="20017" y="448187"/>
                  </a:lnTo>
                  <a:lnTo>
                    <a:pt x="19958" y="440136"/>
                  </a:lnTo>
                  <a:lnTo>
                    <a:pt x="20045" y="437299"/>
                  </a:lnTo>
                  <a:lnTo>
                    <a:pt x="20030" y="431695"/>
                  </a:lnTo>
                  <a:lnTo>
                    <a:pt x="20015" y="424906"/>
                  </a:lnTo>
                  <a:lnTo>
                    <a:pt x="20001" y="418826"/>
                  </a:lnTo>
                  <a:lnTo>
                    <a:pt x="20031" y="413576"/>
                  </a:lnTo>
                  <a:lnTo>
                    <a:pt x="19813" y="411089"/>
                  </a:lnTo>
                  <a:lnTo>
                    <a:pt x="19631" y="409724"/>
                  </a:lnTo>
                  <a:lnTo>
                    <a:pt x="19147" y="406945"/>
                  </a:lnTo>
                  <a:lnTo>
                    <a:pt x="18583" y="401154"/>
                  </a:lnTo>
                  <a:lnTo>
                    <a:pt x="17916" y="396779"/>
                  </a:lnTo>
                  <a:lnTo>
                    <a:pt x="17058" y="393893"/>
                  </a:lnTo>
                  <a:lnTo>
                    <a:pt x="16785" y="392373"/>
                  </a:lnTo>
                  <a:lnTo>
                    <a:pt x="16508" y="390338"/>
                  </a:lnTo>
                  <a:lnTo>
                    <a:pt x="15696" y="386754"/>
                  </a:lnTo>
                  <a:lnTo>
                    <a:pt x="15032" y="384668"/>
                  </a:lnTo>
                  <a:lnTo>
                    <a:pt x="14851" y="382997"/>
                  </a:lnTo>
                  <a:lnTo>
                    <a:pt x="14875" y="378675"/>
                  </a:lnTo>
                  <a:lnTo>
                    <a:pt x="14136" y="370909"/>
                  </a:lnTo>
                  <a:lnTo>
                    <a:pt x="13598" y="365248"/>
                  </a:lnTo>
                  <a:lnTo>
                    <a:pt x="12789" y="359116"/>
                  </a:lnTo>
                  <a:lnTo>
                    <a:pt x="12245" y="355009"/>
                  </a:lnTo>
                  <a:lnTo>
                    <a:pt x="12166" y="354302"/>
                  </a:lnTo>
                  <a:lnTo>
                    <a:pt x="12106" y="352747"/>
                  </a:lnTo>
                  <a:lnTo>
                    <a:pt x="13714" y="349697"/>
                  </a:lnTo>
                  <a:lnTo>
                    <a:pt x="15326" y="345403"/>
                  </a:lnTo>
                  <a:lnTo>
                    <a:pt x="17213" y="340376"/>
                  </a:lnTo>
                  <a:lnTo>
                    <a:pt x="18897" y="335889"/>
                  </a:lnTo>
                  <a:lnTo>
                    <a:pt x="20377" y="331944"/>
                  </a:lnTo>
                  <a:lnTo>
                    <a:pt x="22403" y="326548"/>
                  </a:lnTo>
                  <a:lnTo>
                    <a:pt x="24406" y="321213"/>
                  </a:lnTo>
                  <a:lnTo>
                    <a:pt x="24875" y="320532"/>
                  </a:lnTo>
                  <a:lnTo>
                    <a:pt x="25072" y="320096"/>
                  </a:lnTo>
                  <a:lnTo>
                    <a:pt x="24207" y="315352"/>
                  </a:lnTo>
                  <a:lnTo>
                    <a:pt x="25599" y="309843"/>
                  </a:lnTo>
                  <a:lnTo>
                    <a:pt x="25675" y="306262"/>
                  </a:lnTo>
                  <a:lnTo>
                    <a:pt x="25616" y="302837"/>
                  </a:lnTo>
                  <a:lnTo>
                    <a:pt x="25783" y="301264"/>
                  </a:lnTo>
                  <a:lnTo>
                    <a:pt x="26202" y="299885"/>
                  </a:lnTo>
                  <a:lnTo>
                    <a:pt x="27829" y="297019"/>
                  </a:lnTo>
                  <a:lnTo>
                    <a:pt x="29059" y="292451"/>
                  </a:lnTo>
                  <a:lnTo>
                    <a:pt x="30067" y="288186"/>
                  </a:lnTo>
                  <a:lnTo>
                    <a:pt x="31465" y="281321"/>
                  </a:lnTo>
                  <a:lnTo>
                    <a:pt x="31603" y="279705"/>
                  </a:lnTo>
                  <a:lnTo>
                    <a:pt x="31624" y="278040"/>
                  </a:lnTo>
                  <a:lnTo>
                    <a:pt x="31237" y="275723"/>
                  </a:lnTo>
                  <a:lnTo>
                    <a:pt x="30303" y="271960"/>
                  </a:lnTo>
                  <a:lnTo>
                    <a:pt x="29626" y="268714"/>
                  </a:lnTo>
                  <a:lnTo>
                    <a:pt x="29022" y="263707"/>
                  </a:lnTo>
                  <a:lnTo>
                    <a:pt x="29628" y="259353"/>
                  </a:lnTo>
                  <a:lnTo>
                    <a:pt x="29844" y="256724"/>
                  </a:lnTo>
                  <a:lnTo>
                    <a:pt x="29842" y="255304"/>
                  </a:lnTo>
                  <a:lnTo>
                    <a:pt x="29574" y="253957"/>
                  </a:lnTo>
                  <a:lnTo>
                    <a:pt x="28893" y="252938"/>
                  </a:lnTo>
                  <a:lnTo>
                    <a:pt x="28328" y="252274"/>
                  </a:lnTo>
                  <a:lnTo>
                    <a:pt x="28138" y="250474"/>
                  </a:lnTo>
                  <a:lnTo>
                    <a:pt x="28132" y="248333"/>
                  </a:lnTo>
                  <a:lnTo>
                    <a:pt x="28390" y="247150"/>
                  </a:lnTo>
                  <a:lnTo>
                    <a:pt x="29895" y="245236"/>
                  </a:lnTo>
                  <a:lnTo>
                    <a:pt x="30237" y="244198"/>
                  </a:lnTo>
                  <a:lnTo>
                    <a:pt x="30415" y="243032"/>
                  </a:lnTo>
                  <a:lnTo>
                    <a:pt x="30431" y="241372"/>
                  </a:lnTo>
                  <a:lnTo>
                    <a:pt x="30894" y="237229"/>
                  </a:lnTo>
                  <a:lnTo>
                    <a:pt x="31469" y="233296"/>
                  </a:lnTo>
                  <a:lnTo>
                    <a:pt x="31506" y="231908"/>
                  </a:lnTo>
                  <a:lnTo>
                    <a:pt x="31304" y="230693"/>
                  </a:lnTo>
                  <a:lnTo>
                    <a:pt x="31146" y="228471"/>
                  </a:lnTo>
                  <a:lnTo>
                    <a:pt x="31043" y="225121"/>
                  </a:lnTo>
                  <a:lnTo>
                    <a:pt x="31033" y="215739"/>
                  </a:lnTo>
                  <a:lnTo>
                    <a:pt x="31329" y="206049"/>
                  </a:lnTo>
                  <a:lnTo>
                    <a:pt x="31199" y="200555"/>
                  </a:lnTo>
                  <a:lnTo>
                    <a:pt x="30235" y="194238"/>
                  </a:lnTo>
                  <a:lnTo>
                    <a:pt x="30142" y="189682"/>
                  </a:lnTo>
                  <a:lnTo>
                    <a:pt x="30842" y="186502"/>
                  </a:lnTo>
                  <a:lnTo>
                    <a:pt x="30958" y="184620"/>
                  </a:lnTo>
                  <a:lnTo>
                    <a:pt x="30445" y="184381"/>
                  </a:lnTo>
                  <a:lnTo>
                    <a:pt x="29393" y="184188"/>
                  </a:lnTo>
                  <a:lnTo>
                    <a:pt x="28615" y="183596"/>
                  </a:lnTo>
                  <a:lnTo>
                    <a:pt x="27412" y="180990"/>
                  </a:lnTo>
                  <a:lnTo>
                    <a:pt x="25324" y="178812"/>
                  </a:lnTo>
                  <a:lnTo>
                    <a:pt x="22954" y="176832"/>
                  </a:lnTo>
                  <a:lnTo>
                    <a:pt x="19509" y="176243"/>
                  </a:lnTo>
                  <a:lnTo>
                    <a:pt x="16645" y="169901"/>
                  </a:lnTo>
                  <a:lnTo>
                    <a:pt x="14399" y="168882"/>
                  </a:lnTo>
                  <a:lnTo>
                    <a:pt x="13676" y="168074"/>
                  </a:lnTo>
                  <a:lnTo>
                    <a:pt x="11519" y="164271"/>
                  </a:lnTo>
                  <a:lnTo>
                    <a:pt x="8141" y="163919"/>
                  </a:lnTo>
                  <a:lnTo>
                    <a:pt x="4637" y="163549"/>
                  </a:lnTo>
                  <a:lnTo>
                    <a:pt x="2452" y="163434"/>
                  </a:lnTo>
                  <a:lnTo>
                    <a:pt x="2130" y="162929"/>
                  </a:lnTo>
                  <a:lnTo>
                    <a:pt x="2002" y="157686"/>
                  </a:lnTo>
                  <a:lnTo>
                    <a:pt x="1979" y="153025"/>
                  </a:lnTo>
                  <a:lnTo>
                    <a:pt x="1795" y="148971"/>
                  </a:lnTo>
                  <a:lnTo>
                    <a:pt x="1462" y="144357"/>
                  </a:lnTo>
                  <a:lnTo>
                    <a:pt x="952" y="142559"/>
                  </a:lnTo>
                  <a:lnTo>
                    <a:pt x="344" y="139437"/>
                  </a:lnTo>
                  <a:lnTo>
                    <a:pt x="36" y="136000"/>
                  </a:lnTo>
                  <a:lnTo>
                    <a:pt x="0" y="134335"/>
                  </a:lnTo>
                  <a:lnTo>
                    <a:pt x="114" y="133738"/>
                  </a:lnTo>
                  <a:lnTo>
                    <a:pt x="2547" y="131291"/>
                  </a:lnTo>
                  <a:lnTo>
                    <a:pt x="3587" y="130079"/>
                  </a:lnTo>
                  <a:lnTo>
                    <a:pt x="5127" y="128679"/>
                  </a:lnTo>
                  <a:lnTo>
                    <a:pt x="7873" y="126734"/>
                  </a:lnTo>
                  <a:lnTo>
                    <a:pt x="10323" y="125000"/>
                  </a:lnTo>
                  <a:lnTo>
                    <a:pt x="12567" y="123318"/>
                  </a:lnTo>
                  <a:lnTo>
                    <a:pt x="14945" y="121529"/>
                  </a:lnTo>
                  <a:lnTo>
                    <a:pt x="15912" y="120334"/>
                  </a:lnTo>
                  <a:lnTo>
                    <a:pt x="17114" y="119133"/>
                  </a:lnTo>
                  <a:lnTo>
                    <a:pt x="19989" y="116721"/>
                  </a:lnTo>
                  <a:lnTo>
                    <a:pt x="20811" y="115896"/>
                  </a:lnTo>
                  <a:lnTo>
                    <a:pt x="22462" y="114545"/>
                  </a:lnTo>
                  <a:lnTo>
                    <a:pt x="23290" y="114020"/>
                  </a:lnTo>
                  <a:lnTo>
                    <a:pt x="26474" y="111259"/>
                  </a:lnTo>
                  <a:lnTo>
                    <a:pt x="30123" y="108093"/>
                  </a:lnTo>
                  <a:lnTo>
                    <a:pt x="31401" y="106985"/>
                  </a:lnTo>
                  <a:lnTo>
                    <a:pt x="33839" y="104870"/>
                  </a:lnTo>
                  <a:lnTo>
                    <a:pt x="34313" y="105747"/>
                  </a:lnTo>
                  <a:lnTo>
                    <a:pt x="35975" y="113027"/>
                  </a:lnTo>
                  <a:lnTo>
                    <a:pt x="37285" y="117301"/>
                  </a:lnTo>
                  <a:lnTo>
                    <a:pt x="38774" y="121263"/>
                  </a:lnTo>
                  <a:lnTo>
                    <a:pt x="39023" y="121070"/>
                  </a:lnTo>
                  <a:lnTo>
                    <a:pt x="39452" y="120143"/>
                  </a:lnTo>
                  <a:lnTo>
                    <a:pt x="40194" y="119760"/>
                  </a:lnTo>
                  <a:lnTo>
                    <a:pt x="42560" y="118868"/>
                  </a:lnTo>
                  <a:lnTo>
                    <a:pt x="43464" y="118813"/>
                  </a:lnTo>
                  <a:lnTo>
                    <a:pt x="44060" y="117751"/>
                  </a:lnTo>
                  <a:lnTo>
                    <a:pt x="45274" y="116995"/>
                  </a:lnTo>
                  <a:lnTo>
                    <a:pt x="46679" y="116548"/>
                  </a:lnTo>
                  <a:lnTo>
                    <a:pt x="47161" y="117027"/>
                  </a:lnTo>
                  <a:lnTo>
                    <a:pt x="48641" y="122149"/>
                  </a:lnTo>
                  <a:lnTo>
                    <a:pt x="48855" y="126068"/>
                  </a:lnTo>
                  <a:lnTo>
                    <a:pt x="49162" y="131729"/>
                  </a:lnTo>
                  <a:lnTo>
                    <a:pt x="49235" y="134494"/>
                  </a:lnTo>
                  <a:lnTo>
                    <a:pt x="49211" y="138187"/>
                  </a:lnTo>
                  <a:lnTo>
                    <a:pt x="49044" y="142807"/>
                  </a:lnTo>
                  <a:lnTo>
                    <a:pt x="47842" y="148123"/>
                  </a:lnTo>
                  <a:lnTo>
                    <a:pt x="47613" y="150772"/>
                  </a:lnTo>
                  <a:lnTo>
                    <a:pt x="46968" y="154864"/>
                  </a:lnTo>
                  <a:lnTo>
                    <a:pt x="46117" y="156878"/>
                  </a:lnTo>
                  <a:lnTo>
                    <a:pt x="45697" y="158531"/>
                  </a:lnTo>
                  <a:lnTo>
                    <a:pt x="45722" y="160248"/>
                  </a:lnTo>
                  <a:lnTo>
                    <a:pt x="46177" y="161685"/>
                  </a:lnTo>
                  <a:lnTo>
                    <a:pt x="47172" y="164274"/>
                  </a:lnTo>
                  <a:lnTo>
                    <a:pt x="47480" y="165944"/>
                  </a:lnTo>
                  <a:lnTo>
                    <a:pt x="47390" y="167439"/>
                  </a:lnTo>
                  <a:lnTo>
                    <a:pt x="47394" y="169459"/>
                  </a:lnTo>
                  <a:lnTo>
                    <a:pt x="47631" y="170865"/>
                  </a:lnTo>
                  <a:lnTo>
                    <a:pt x="47914" y="171681"/>
                  </a:lnTo>
                  <a:lnTo>
                    <a:pt x="48900" y="173003"/>
                  </a:lnTo>
                  <a:lnTo>
                    <a:pt x="49860" y="176324"/>
                  </a:lnTo>
                  <a:lnTo>
                    <a:pt x="51519" y="180329"/>
                  </a:lnTo>
                  <a:lnTo>
                    <a:pt x="53502" y="186040"/>
                  </a:lnTo>
                  <a:lnTo>
                    <a:pt x="54433" y="187789"/>
                  </a:lnTo>
                  <a:lnTo>
                    <a:pt x="55166" y="188213"/>
                  </a:lnTo>
                  <a:lnTo>
                    <a:pt x="55531" y="190123"/>
                  </a:lnTo>
                  <a:lnTo>
                    <a:pt x="55329" y="192348"/>
                  </a:lnTo>
                  <a:lnTo>
                    <a:pt x="54757" y="193621"/>
                  </a:lnTo>
                  <a:lnTo>
                    <a:pt x="54993" y="195445"/>
                  </a:lnTo>
                  <a:lnTo>
                    <a:pt x="55315" y="196400"/>
                  </a:lnTo>
                  <a:lnTo>
                    <a:pt x="55673" y="196882"/>
                  </a:lnTo>
                  <a:lnTo>
                    <a:pt x="56545" y="196994"/>
                  </a:lnTo>
                  <a:lnTo>
                    <a:pt x="57353" y="196622"/>
                  </a:lnTo>
                  <a:lnTo>
                    <a:pt x="57556" y="195987"/>
                  </a:lnTo>
                  <a:lnTo>
                    <a:pt x="57451" y="187443"/>
                  </a:lnTo>
                  <a:lnTo>
                    <a:pt x="56868" y="182462"/>
                  </a:lnTo>
                  <a:lnTo>
                    <a:pt x="56283" y="180514"/>
                  </a:lnTo>
                  <a:lnTo>
                    <a:pt x="56157" y="180128"/>
                  </a:lnTo>
                  <a:lnTo>
                    <a:pt x="56362" y="178491"/>
                  </a:lnTo>
                  <a:lnTo>
                    <a:pt x="57015" y="174665"/>
                  </a:lnTo>
                  <a:lnTo>
                    <a:pt x="57569" y="170876"/>
                  </a:lnTo>
                  <a:lnTo>
                    <a:pt x="57920" y="169280"/>
                  </a:lnTo>
                  <a:lnTo>
                    <a:pt x="58329" y="168317"/>
                  </a:lnTo>
                  <a:lnTo>
                    <a:pt x="61064" y="167292"/>
                  </a:lnTo>
                  <a:lnTo>
                    <a:pt x="62308" y="166403"/>
                  </a:lnTo>
                  <a:lnTo>
                    <a:pt x="62835" y="165295"/>
                  </a:lnTo>
                  <a:lnTo>
                    <a:pt x="63243" y="162352"/>
                  </a:lnTo>
                  <a:lnTo>
                    <a:pt x="63569" y="154128"/>
                  </a:lnTo>
                  <a:lnTo>
                    <a:pt x="63687" y="146403"/>
                  </a:lnTo>
                  <a:lnTo>
                    <a:pt x="63404" y="141872"/>
                  </a:lnTo>
                  <a:lnTo>
                    <a:pt x="63796" y="135048"/>
                  </a:lnTo>
                  <a:lnTo>
                    <a:pt x="64396" y="130826"/>
                  </a:lnTo>
                  <a:lnTo>
                    <a:pt x="64100" y="129998"/>
                  </a:lnTo>
                  <a:lnTo>
                    <a:pt x="63878" y="124299"/>
                  </a:lnTo>
                  <a:lnTo>
                    <a:pt x="62099" y="118230"/>
                  </a:lnTo>
                  <a:lnTo>
                    <a:pt x="59805" y="110416"/>
                  </a:lnTo>
                  <a:lnTo>
                    <a:pt x="58526" y="106209"/>
                  </a:lnTo>
                  <a:lnTo>
                    <a:pt x="57068" y="101427"/>
                  </a:lnTo>
                  <a:lnTo>
                    <a:pt x="54416" y="93939"/>
                  </a:lnTo>
                  <a:lnTo>
                    <a:pt x="53201" y="91226"/>
                  </a:lnTo>
                  <a:lnTo>
                    <a:pt x="52561" y="90173"/>
                  </a:lnTo>
                  <a:lnTo>
                    <a:pt x="50416" y="89307"/>
                  </a:lnTo>
                  <a:lnTo>
                    <a:pt x="49847" y="87865"/>
                  </a:lnTo>
                  <a:lnTo>
                    <a:pt x="49304" y="85568"/>
                  </a:lnTo>
                  <a:lnTo>
                    <a:pt x="49100" y="81317"/>
                  </a:lnTo>
                  <a:lnTo>
                    <a:pt x="49064" y="78137"/>
                  </a:lnTo>
                  <a:lnTo>
                    <a:pt x="48822" y="72732"/>
                  </a:lnTo>
                  <a:lnTo>
                    <a:pt x="48387" y="65080"/>
                  </a:lnTo>
                  <a:lnTo>
                    <a:pt x="48193" y="62832"/>
                  </a:lnTo>
                  <a:lnTo>
                    <a:pt x="47583" y="57075"/>
                  </a:lnTo>
                  <a:lnTo>
                    <a:pt x="47000" y="51598"/>
                  </a:lnTo>
                  <a:lnTo>
                    <a:pt x="46966" y="50244"/>
                  </a:lnTo>
                  <a:lnTo>
                    <a:pt x="47172" y="48929"/>
                  </a:lnTo>
                  <a:lnTo>
                    <a:pt x="48159" y="44897"/>
                  </a:lnTo>
                  <a:lnTo>
                    <a:pt x="48862" y="42038"/>
                  </a:lnTo>
                  <a:lnTo>
                    <a:pt x="49193" y="40474"/>
                  </a:lnTo>
                  <a:lnTo>
                    <a:pt x="49787" y="36217"/>
                  </a:lnTo>
                  <a:lnTo>
                    <a:pt x="49927" y="34154"/>
                  </a:lnTo>
                  <a:lnTo>
                    <a:pt x="50393" y="33222"/>
                  </a:lnTo>
                  <a:lnTo>
                    <a:pt x="52289" y="32838"/>
                  </a:lnTo>
                  <a:lnTo>
                    <a:pt x="53798" y="32910"/>
                  </a:lnTo>
                  <a:lnTo>
                    <a:pt x="56332" y="32812"/>
                  </a:lnTo>
                  <a:lnTo>
                    <a:pt x="59008" y="33060"/>
                  </a:lnTo>
                  <a:lnTo>
                    <a:pt x="59384" y="33248"/>
                  </a:lnTo>
                  <a:lnTo>
                    <a:pt x="59986" y="33698"/>
                  </a:lnTo>
                  <a:lnTo>
                    <a:pt x="60667" y="33626"/>
                  </a:lnTo>
                  <a:lnTo>
                    <a:pt x="61423" y="33026"/>
                  </a:lnTo>
                  <a:lnTo>
                    <a:pt x="62260" y="31551"/>
                  </a:lnTo>
                  <a:lnTo>
                    <a:pt x="63178" y="29211"/>
                  </a:lnTo>
                  <a:lnTo>
                    <a:pt x="64607" y="29263"/>
                  </a:lnTo>
                  <a:lnTo>
                    <a:pt x="66548" y="31704"/>
                  </a:lnTo>
                  <a:lnTo>
                    <a:pt x="67607" y="33831"/>
                  </a:lnTo>
                  <a:lnTo>
                    <a:pt x="67786" y="35646"/>
                  </a:lnTo>
                  <a:lnTo>
                    <a:pt x="69085" y="36699"/>
                  </a:lnTo>
                  <a:lnTo>
                    <a:pt x="71503" y="36991"/>
                  </a:lnTo>
                  <a:lnTo>
                    <a:pt x="73265" y="36047"/>
                  </a:lnTo>
                  <a:lnTo>
                    <a:pt x="74370" y="33863"/>
                  </a:lnTo>
                  <a:lnTo>
                    <a:pt x="75523" y="32708"/>
                  </a:lnTo>
                  <a:lnTo>
                    <a:pt x="76730" y="32581"/>
                  </a:lnTo>
                  <a:lnTo>
                    <a:pt x="77641" y="33326"/>
                  </a:lnTo>
                  <a:lnTo>
                    <a:pt x="78262" y="34950"/>
                  </a:lnTo>
                  <a:lnTo>
                    <a:pt x="79449" y="36113"/>
                  </a:lnTo>
                  <a:lnTo>
                    <a:pt x="81203" y="36820"/>
                  </a:lnTo>
                  <a:lnTo>
                    <a:pt x="83121" y="35776"/>
                  </a:lnTo>
                  <a:lnTo>
                    <a:pt x="85200" y="32985"/>
                  </a:lnTo>
                  <a:lnTo>
                    <a:pt x="86386" y="30068"/>
                  </a:lnTo>
                  <a:lnTo>
                    <a:pt x="86679" y="27029"/>
                  </a:lnTo>
                  <a:lnTo>
                    <a:pt x="87023" y="25185"/>
                  </a:lnTo>
                  <a:lnTo>
                    <a:pt x="87419" y="24536"/>
                  </a:lnTo>
                  <a:lnTo>
                    <a:pt x="88521" y="24164"/>
                  </a:lnTo>
                  <a:lnTo>
                    <a:pt x="90330" y="24063"/>
                  </a:lnTo>
                  <a:lnTo>
                    <a:pt x="91903" y="25021"/>
                  </a:lnTo>
                  <a:lnTo>
                    <a:pt x="93909" y="28039"/>
                  </a:lnTo>
                  <a:lnTo>
                    <a:pt x="95176" y="26031"/>
                  </a:lnTo>
                  <a:lnTo>
                    <a:pt x="97349" y="22591"/>
                  </a:lnTo>
                  <a:lnTo>
                    <a:pt x="99538" y="20770"/>
                  </a:lnTo>
                  <a:lnTo>
                    <a:pt x="101622" y="20759"/>
                  </a:lnTo>
                  <a:lnTo>
                    <a:pt x="103332" y="19449"/>
                  </a:lnTo>
                  <a:lnTo>
                    <a:pt x="104667" y="16849"/>
                  </a:lnTo>
                  <a:lnTo>
                    <a:pt x="106079" y="15192"/>
                  </a:lnTo>
                  <a:lnTo>
                    <a:pt x="107566" y="14491"/>
                  </a:lnTo>
                  <a:lnTo>
                    <a:pt x="108959" y="13239"/>
                  </a:lnTo>
                  <a:lnTo>
                    <a:pt x="110907" y="10532"/>
                  </a:lnTo>
                  <a:lnTo>
                    <a:pt x="112923" y="6593"/>
                  </a:lnTo>
                  <a:lnTo>
                    <a:pt x="114981" y="2576"/>
                  </a:lnTo>
                  <a:lnTo>
                    <a:pt x="116300" y="0"/>
                  </a:lnTo>
                  <a:lnTo>
                    <a:pt x="116903" y="3044"/>
                  </a:lnTo>
                  <a:lnTo>
                    <a:pt x="117982" y="5826"/>
                  </a:lnTo>
                  <a:lnTo>
                    <a:pt x="117339" y="7442"/>
                  </a:lnTo>
                  <a:lnTo>
                    <a:pt x="116562" y="8887"/>
                  </a:lnTo>
                  <a:lnTo>
                    <a:pt x="117817" y="10824"/>
                  </a:lnTo>
                  <a:lnTo>
                    <a:pt x="116896" y="13747"/>
                  </a:lnTo>
                  <a:lnTo>
                    <a:pt x="116784" y="15781"/>
                  </a:lnTo>
                  <a:lnTo>
                    <a:pt x="117018" y="16578"/>
                  </a:lnTo>
                  <a:lnTo>
                    <a:pt x="117219" y="17766"/>
                  </a:lnTo>
                  <a:lnTo>
                    <a:pt x="116616" y="21114"/>
                  </a:lnTo>
                  <a:lnTo>
                    <a:pt x="115816" y="23676"/>
                  </a:lnTo>
                  <a:lnTo>
                    <a:pt x="115610" y="25639"/>
                  </a:lnTo>
                  <a:lnTo>
                    <a:pt x="116318" y="29107"/>
                  </a:lnTo>
                  <a:lnTo>
                    <a:pt x="115954" y="35251"/>
                  </a:lnTo>
                  <a:lnTo>
                    <a:pt x="116640" y="40779"/>
                  </a:lnTo>
                  <a:lnTo>
                    <a:pt x="116832" y="43616"/>
                  </a:lnTo>
                  <a:lnTo>
                    <a:pt x="117072" y="45512"/>
                  </a:lnTo>
                  <a:lnTo>
                    <a:pt x="116730" y="48905"/>
                  </a:lnTo>
                  <a:lnTo>
                    <a:pt x="116818" y="54622"/>
                  </a:lnTo>
                  <a:lnTo>
                    <a:pt x="116976" y="56982"/>
                  </a:lnTo>
                  <a:lnTo>
                    <a:pt x="116567" y="59920"/>
                  </a:lnTo>
                  <a:lnTo>
                    <a:pt x="117262" y="60936"/>
                  </a:lnTo>
                  <a:lnTo>
                    <a:pt x="117632" y="64156"/>
                  </a:lnTo>
                  <a:lnTo>
                    <a:pt x="117532" y="67786"/>
                  </a:lnTo>
                  <a:lnTo>
                    <a:pt x="117319" y="69743"/>
                  </a:lnTo>
                  <a:lnTo>
                    <a:pt x="116119" y="72112"/>
                  </a:lnTo>
                  <a:lnTo>
                    <a:pt x="115977" y="73032"/>
                  </a:lnTo>
                  <a:lnTo>
                    <a:pt x="115996" y="74426"/>
                  </a:lnTo>
                  <a:lnTo>
                    <a:pt x="117494" y="74472"/>
                  </a:lnTo>
                  <a:lnTo>
                    <a:pt x="117545" y="76631"/>
                  </a:lnTo>
                  <a:lnTo>
                    <a:pt x="117445" y="78330"/>
                  </a:lnTo>
                  <a:lnTo>
                    <a:pt x="117503" y="81528"/>
                  </a:lnTo>
                  <a:lnTo>
                    <a:pt x="117303" y="83605"/>
                  </a:lnTo>
                  <a:lnTo>
                    <a:pt x="117655" y="85977"/>
                  </a:lnTo>
                  <a:lnTo>
                    <a:pt x="117226" y="88603"/>
                  </a:lnTo>
                  <a:lnTo>
                    <a:pt x="117374" y="90629"/>
                  </a:lnTo>
                  <a:lnTo>
                    <a:pt x="117393" y="93255"/>
                  </a:lnTo>
                  <a:lnTo>
                    <a:pt x="117741" y="99895"/>
                  </a:lnTo>
                  <a:lnTo>
                    <a:pt x="117800" y="108105"/>
                  </a:lnTo>
                  <a:lnTo>
                    <a:pt x="117878" y="109420"/>
                  </a:lnTo>
                  <a:lnTo>
                    <a:pt x="118411" y="110350"/>
                  </a:lnTo>
                  <a:lnTo>
                    <a:pt x="119162" y="110811"/>
                  </a:lnTo>
                  <a:lnTo>
                    <a:pt x="119133" y="113062"/>
                  </a:lnTo>
                  <a:lnTo>
                    <a:pt x="118303" y="116000"/>
                  </a:lnTo>
                  <a:lnTo>
                    <a:pt x="118253" y="117826"/>
                  </a:lnTo>
                  <a:lnTo>
                    <a:pt x="118372" y="120392"/>
                  </a:lnTo>
                  <a:lnTo>
                    <a:pt x="119287" y="116906"/>
                  </a:lnTo>
                  <a:lnTo>
                    <a:pt x="119836" y="116923"/>
                  </a:lnTo>
                  <a:lnTo>
                    <a:pt x="120326" y="118291"/>
                  </a:lnTo>
                  <a:lnTo>
                    <a:pt x="120258" y="120299"/>
                  </a:lnTo>
                  <a:lnTo>
                    <a:pt x="120426" y="121289"/>
                  </a:lnTo>
                  <a:lnTo>
                    <a:pt x="120354" y="123237"/>
                  </a:lnTo>
                  <a:lnTo>
                    <a:pt x="120626" y="125710"/>
                  </a:lnTo>
                  <a:lnTo>
                    <a:pt x="120519" y="127863"/>
                  </a:lnTo>
                  <a:lnTo>
                    <a:pt x="119847" y="129369"/>
                  </a:lnTo>
                  <a:lnTo>
                    <a:pt x="118992" y="131949"/>
                  </a:lnTo>
                  <a:lnTo>
                    <a:pt x="118841" y="134367"/>
                  </a:lnTo>
                  <a:lnTo>
                    <a:pt x="118920" y="135951"/>
                  </a:lnTo>
                  <a:lnTo>
                    <a:pt x="118328" y="136459"/>
                  </a:lnTo>
                  <a:lnTo>
                    <a:pt x="118051" y="137437"/>
                  </a:lnTo>
                  <a:lnTo>
                    <a:pt x="118452" y="139717"/>
                  </a:lnTo>
                  <a:lnTo>
                    <a:pt x="118428" y="141734"/>
                  </a:lnTo>
                  <a:lnTo>
                    <a:pt x="117383" y="148013"/>
                  </a:lnTo>
                  <a:lnTo>
                    <a:pt x="114600" y="156598"/>
                  </a:lnTo>
                  <a:lnTo>
                    <a:pt x="113398" y="159645"/>
                  </a:lnTo>
                  <a:lnTo>
                    <a:pt x="112271" y="162961"/>
                  </a:lnTo>
                  <a:lnTo>
                    <a:pt x="112272" y="164320"/>
                  </a:lnTo>
                  <a:lnTo>
                    <a:pt x="112162" y="165503"/>
                  </a:lnTo>
                  <a:lnTo>
                    <a:pt x="110849" y="170235"/>
                  </a:lnTo>
                  <a:lnTo>
                    <a:pt x="109443" y="171012"/>
                  </a:lnTo>
                  <a:lnTo>
                    <a:pt x="108661" y="172276"/>
                  </a:lnTo>
                  <a:lnTo>
                    <a:pt x="109271" y="176445"/>
                  </a:lnTo>
                  <a:lnTo>
                    <a:pt x="108362" y="177406"/>
                  </a:lnTo>
                  <a:lnTo>
                    <a:pt x="106782" y="180693"/>
                  </a:lnTo>
                  <a:lnTo>
                    <a:pt x="102432" y="186992"/>
                  </a:lnTo>
                  <a:lnTo>
                    <a:pt x="101744" y="188453"/>
                  </a:lnTo>
                  <a:lnTo>
                    <a:pt x="100638" y="192319"/>
                  </a:lnTo>
                  <a:lnTo>
                    <a:pt x="99181" y="193257"/>
                  </a:lnTo>
                  <a:lnTo>
                    <a:pt x="98372" y="194351"/>
                  </a:lnTo>
                  <a:lnTo>
                    <a:pt x="96928" y="194752"/>
                  </a:lnTo>
                  <a:lnTo>
                    <a:pt x="96424" y="194472"/>
                  </a:lnTo>
                  <a:lnTo>
                    <a:pt x="95932" y="194608"/>
                  </a:lnTo>
                  <a:lnTo>
                    <a:pt x="95516" y="195436"/>
                  </a:lnTo>
                  <a:lnTo>
                    <a:pt x="92649" y="198148"/>
                  </a:lnTo>
                  <a:lnTo>
                    <a:pt x="89970" y="200295"/>
                  </a:lnTo>
                  <a:lnTo>
                    <a:pt x="89312" y="201276"/>
                  </a:lnTo>
                  <a:lnTo>
                    <a:pt x="88873" y="202618"/>
                  </a:lnTo>
                  <a:lnTo>
                    <a:pt x="86502" y="204739"/>
                  </a:lnTo>
                  <a:lnTo>
                    <a:pt x="82787" y="209985"/>
                  </a:lnTo>
                  <a:lnTo>
                    <a:pt x="79746" y="214986"/>
                  </a:lnTo>
                  <a:lnTo>
                    <a:pt x="77544" y="219990"/>
                  </a:lnTo>
                  <a:lnTo>
                    <a:pt x="76964" y="220749"/>
                  </a:lnTo>
                  <a:lnTo>
                    <a:pt x="76281" y="222477"/>
                  </a:lnTo>
                  <a:lnTo>
                    <a:pt x="76052" y="225037"/>
                  </a:lnTo>
                  <a:lnTo>
                    <a:pt x="75829" y="226483"/>
                  </a:lnTo>
                  <a:lnTo>
                    <a:pt x="74200" y="231752"/>
                  </a:lnTo>
                  <a:lnTo>
                    <a:pt x="71747" y="237982"/>
                  </a:lnTo>
                  <a:lnTo>
                    <a:pt x="71269" y="239684"/>
                  </a:lnTo>
                  <a:lnTo>
                    <a:pt x="70295" y="243147"/>
                  </a:lnTo>
                  <a:lnTo>
                    <a:pt x="70198" y="245415"/>
                  </a:lnTo>
                  <a:lnTo>
                    <a:pt x="69330" y="246108"/>
                  </a:lnTo>
                  <a:lnTo>
                    <a:pt x="68599" y="243935"/>
                  </a:lnTo>
                  <a:lnTo>
                    <a:pt x="68290" y="248122"/>
                  </a:lnTo>
                  <a:lnTo>
                    <a:pt x="67694" y="248419"/>
                  </a:lnTo>
                  <a:lnTo>
                    <a:pt x="67033" y="247562"/>
                  </a:lnTo>
                  <a:lnTo>
                    <a:pt x="65388" y="249634"/>
                  </a:lnTo>
                  <a:lnTo>
                    <a:pt x="63953" y="252023"/>
                  </a:lnTo>
                  <a:lnTo>
                    <a:pt x="61654" y="257062"/>
                  </a:lnTo>
                  <a:lnTo>
                    <a:pt x="58407" y="266815"/>
                  </a:lnTo>
                  <a:lnTo>
                    <a:pt x="53666" y="276234"/>
                  </a:lnTo>
                  <a:lnTo>
                    <a:pt x="53019" y="276502"/>
                  </a:lnTo>
                  <a:lnTo>
                    <a:pt x="52582" y="276465"/>
                  </a:lnTo>
                  <a:lnTo>
                    <a:pt x="51090" y="273187"/>
                  </a:lnTo>
                  <a:lnTo>
                    <a:pt x="50277" y="272944"/>
                  </a:lnTo>
                  <a:lnTo>
                    <a:pt x="51005" y="274889"/>
                  </a:lnTo>
                  <a:lnTo>
                    <a:pt x="51485" y="276508"/>
                  </a:lnTo>
                  <a:lnTo>
                    <a:pt x="51363" y="279685"/>
                  </a:lnTo>
                  <a:lnTo>
                    <a:pt x="51420" y="284452"/>
                  </a:lnTo>
                  <a:lnTo>
                    <a:pt x="50831" y="293718"/>
                  </a:lnTo>
                  <a:lnTo>
                    <a:pt x="50909" y="295747"/>
                  </a:lnTo>
                  <a:lnTo>
                    <a:pt x="51587" y="298373"/>
                  </a:lnTo>
                  <a:lnTo>
                    <a:pt x="52862" y="301590"/>
                  </a:lnTo>
                  <a:lnTo>
                    <a:pt x="54058" y="305593"/>
                  </a:lnTo>
                  <a:lnTo>
                    <a:pt x="55594" y="317086"/>
                  </a:lnTo>
                  <a:lnTo>
                    <a:pt x="55712" y="322999"/>
                  </a:lnTo>
                  <a:lnTo>
                    <a:pt x="57298" y="330554"/>
                  </a:lnTo>
                  <a:lnTo>
                    <a:pt x="57358" y="333826"/>
                  </a:lnTo>
                  <a:lnTo>
                    <a:pt x="57998" y="341972"/>
                  </a:lnTo>
                  <a:lnTo>
                    <a:pt x="57956" y="348560"/>
                  </a:lnTo>
                  <a:lnTo>
                    <a:pt x="57844" y="352594"/>
                  </a:lnTo>
                  <a:lnTo>
                    <a:pt x="58608" y="354299"/>
                  </a:lnTo>
                  <a:lnTo>
                    <a:pt x="58889" y="352761"/>
                  </a:lnTo>
                  <a:lnTo>
                    <a:pt x="58811" y="350210"/>
                  </a:lnTo>
                  <a:lnTo>
                    <a:pt x="59015" y="346116"/>
                  </a:lnTo>
                  <a:lnTo>
                    <a:pt x="59440" y="344292"/>
                  </a:lnTo>
                  <a:lnTo>
                    <a:pt x="59865" y="344552"/>
                  </a:lnTo>
                  <a:lnTo>
                    <a:pt x="59992" y="346485"/>
                  </a:lnTo>
                  <a:lnTo>
                    <a:pt x="60278" y="348199"/>
                  </a:lnTo>
                  <a:lnTo>
                    <a:pt x="60393" y="349809"/>
                  </a:lnTo>
                  <a:lnTo>
                    <a:pt x="60413" y="351994"/>
                  </a:lnTo>
                  <a:lnTo>
                    <a:pt x="59825" y="360302"/>
                  </a:lnTo>
                  <a:lnTo>
                    <a:pt x="60002" y="363681"/>
                  </a:lnTo>
                  <a:lnTo>
                    <a:pt x="60792" y="369325"/>
                  </a:lnTo>
                  <a:lnTo>
                    <a:pt x="59873" y="375887"/>
                  </a:lnTo>
                  <a:lnTo>
                    <a:pt x="58539" y="391331"/>
                  </a:lnTo>
                  <a:lnTo>
                    <a:pt x="58465" y="394003"/>
                  </a:lnTo>
                  <a:lnTo>
                    <a:pt x="58787" y="395169"/>
                  </a:lnTo>
                  <a:lnTo>
                    <a:pt x="59506" y="395564"/>
                  </a:lnTo>
                  <a:lnTo>
                    <a:pt x="59770" y="393596"/>
                  </a:lnTo>
                  <a:lnTo>
                    <a:pt x="60191" y="393611"/>
                  </a:lnTo>
                  <a:lnTo>
                    <a:pt x="60413" y="394776"/>
                  </a:lnTo>
                  <a:lnTo>
                    <a:pt x="59819" y="401901"/>
                  </a:lnTo>
                  <a:lnTo>
                    <a:pt x="59233" y="405023"/>
                  </a:lnTo>
                  <a:lnTo>
                    <a:pt x="57153" y="412679"/>
                  </a:lnTo>
                  <a:lnTo>
                    <a:pt x="56029" y="415963"/>
                  </a:lnTo>
                  <a:lnTo>
                    <a:pt x="54169" y="419189"/>
                  </a:lnTo>
                  <a:lnTo>
                    <a:pt x="49799" y="424233"/>
                  </a:lnTo>
                  <a:lnTo>
                    <a:pt x="41041" y="431522"/>
                  </a:lnTo>
                  <a:lnTo>
                    <a:pt x="37567" y="435095"/>
                  </a:lnTo>
                  <a:lnTo>
                    <a:pt x="35493" y="437224"/>
                  </a:lnTo>
                  <a:lnTo>
                    <a:pt x="31106" y="444006"/>
                  </a:lnTo>
                  <a:lnTo>
                    <a:pt x="29188" y="448553"/>
                  </a:lnTo>
                  <a:lnTo>
                    <a:pt x="28397" y="453771"/>
                  </a:lnTo>
                  <a:lnTo>
                    <a:pt x="27640" y="456160"/>
                  </a:lnTo>
                  <a:lnTo>
                    <a:pt x="26897" y="459184"/>
                  </a:lnTo>
                  <a:lnTo>
                    <a:pt x="27544" y="461781"/>
                  </a:lnTo>
                  <a:lnTo>
                    <a:pt x="28181" y="463746"/>
                  </a:lnTo>
                  <a:lnTo>
                    <a:pt x="28932" y="465062"/>
                  </a:lnTo>
                  <a:lnTo>
                    <a:pt x="29321" y="466196"/>
                  </a:lnTo>
                  <a:lnTo>
                    <a:pt x="29831" y="466984"/>
                  </a:lnTo>
                  <a:lnTo>
                    <a:pt x="30344" y="462901"/>
                  </a:lnTo>
                  <a:lnTo>
                    <a:pt x="30598" y="461631"/>
                  </a:lnTo>
                  <a:lnTo>
                    <a:pt x="31035" y="461533"/>
                  </a:lnTo>
                  <a:lnTo>
                    <a:pt x="30793" y="466519"/>
                  </a:lnTo>
                  <a:lnTo>
                    <a:pt x="30289" y="483603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3560847" y="3987804"/>
              <a:ext cx="1135" cy="2822"/>
            </a:xfrm>
            <a:custGeom>
              <a:avLst/>
              <a:pathLst>
                <a:path w="1135" h="2822">
                  <a:moveTo>
                    <a:pt x="1135" y="1258"/>
                  </a:moveTo>
                  <a:lnTo>
                    <a:pt x="938" y="404"/>
                  </a:lnTo>
                  <a:lnTo>
                    <a:pt x="565" y="0"/>
                  </a:lnTo>
                  <a:lnTo>
                    <a:pt x="140" y="328"/>
                  </a:lnTo>
                  <a:lnTo>
                    <a:pt x="0" y="1405"/>
                  </a:lnTo>
                  <a:lnTo>
                    <a:pt x="441" y="2799"/>
                  </a:lnTo>
                  <a:lnTo>
                    <a:pt x="910" y="2822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3562216" y="3988739"/>
              <a:ext cx="1069" cy="3425"/>
            </a:xfrm>
            <a:custGeom>
              <a:avLst/>
              <a:pathLst>
                <a:path w="1069" h="3425">
                  <a:moveTo>
                    <a:pt x="649" y="3188"/>
                  </a:moveTo>
                  <a:lnTo>
                    <a:pt x="952" y="2530"/>
                  </a:lnTo>
                  <a:lnTo>
                    <a:pt x="1069" y="1665"/>
                  </a:lnTo>
                  <a:lnTo>
                    <a:pt x="1065" y="828"/>
                  </a:lnTo>
                  <a:lnTo>
                    <a:pt x="872" y="305"/>
                  </a:lnTo>
                  <a:lnTo>
                    <a:pt x="599" y="0"/>
                  </a:lnTo>
                  <a:lnTo>
                    <a:pt x="201" y="181"/>
                  </a:lnTo>
                  <a:lnTo>
                    <a:pt x="60" y="1324"/>
                  </a:lnTo>
                  <a:lnTo>
                    <a:pt x="0" y="2897"/>
                  </a:lnTo>
                  <a:lnTo>
                    <a:pt x="250" y="3425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2981508" y="3047042"/>
              <a:ext cx="1514" cy="7592"/>
            </a:xfrm>
            <a:custGeom>
              <a:avLst/>
              <a:pathLst>
                <a:path w="1514" h="7592">
                  <a:moveTo>
                    <a:pt x="1177" y="4720"/>
                  </a:moveTo>
                  <a:lnTo>
                    <a:pt x="448" y="7592"/>
                  </a:lnTo>
                  <a:lnTo>
                    <a:pt x="125" y="6495"/>
                  </a:lnTo>
                  <a:lnTo>
                    <a:pt x="0" y="4605"/>
                  </a:lnTo>
                  <a:lnTo>
                    <a:pt x="645" y="1898"/>
                  </a:lnTo>
                  <a:lnTo>
                    <a:pt x="950" y="5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2974842" y="2827797"/>
              <a:ext cx="139006" cy="370562"/>
            </a:xfrm>
            <a:custGeom>
              <a:avLst/>
              <a:pathLst>
                <a:path w="139006" h="370562">
                  <a:moveTo>
                    <a:pt x="54317" y="368680"/>
                  </a:moveTo>
                  <a:lnTo>
                    <a:pt x="54068" y="368445"/>
                  </a:lnTo>
                  <a:lnTo>
                    <a:pt x="52862" y="366317"/>
                  </a:lnTo>
                  <a:lnTo>
                    <a:pt x="52281" y="363786"/>
                  </a:lnTo>
                  <a:lnTo>
                    <a:pt x="51331" y="361884"/>
                  </a:lnTo>
                  <a:lnTo>
                    <a:pt x="50013" y="360612"/>
                  </a:lnTo>
                  <a:lnTo>
                    <a:pt x="49154" y="359159"/>
                  </a:lnTo>
                  <a:lnTo>
                    <a:pt x="48756" y="357521"/>
                  </a:lnTo>
                  <a:lnTo>
                    <a:pt x="48269" y="356432"/>
                  </a:lnTo>
                  <a:lnTo>
                    <a:pt x="47755" y="355871"/>
                  </a:lnTo>
                  <a:lnTo>
                    <a:pt x="47707" y="355284"/>
                  </a:lnTo>
                  <a:lnTo>
                    <a:pt x="47829" y="354478"/>
                  </a:lnTo>
                  <a:lnTo>
                    <a:pt x="47707" y="352978"/>
                  </a:lnTo>
                  <a:lnTo>
                    <a:pt x="46933" y="349651"/>
                  </a:lnTo>
                  <a:lnTo>
                    <a:pt x="46212" y="348118"/>
                  </a:lnTo>
                  <a:lnTo>
                    <a:pt x="45597" y="348362"/>
                  </a:lnTo>
                  <a:lnTo>
                    <a:pt x="45247" y="347954"/>
                  </a:lnTo>
                  <a:lnTo>
                    <a:pt x="45036" y="347221"/>
                  </a:lnTo>
                  <a:lnTo>
                    <a:pt x="44952" y="346142"/>
                  </a:lnTo>
                  <a:lnTo>
                    <a:pt x="44531" y="345210"/>
                  </a:lnTo>
                  <a:lnTo>
                    <a:pt x="43803" y="344809"/>
                  </a:lnTo>
                  <a:lnTo>
                    <a:pt x="43218" y="342341"/>
                  </a:lnTo>
                  <a:lnTo>
                    <a:pt x="42775" y="337807"/>
                  </a:lnTo>
                  <a:lnTo>
                    <a:pt x="42201" y="334272"/>
                  </a:lnTo>
                  <a:lnTo>
                    <a:pt x="41496" y="331740"/>
                  </a:lnTo>
                  <a:lnTo>
                    <a:pt x="40991" y="330796"/>
                  </a:lnTo>
                  <a:lnTo>
                    <a:pt x="40618" y="330621"/>
                  </a:lnTo>
                  <a:lnTo>
                    <a:pt x="40491" y="330229"/>
                  </a:lnTo>
                  <a:lnTo>
                    <a:pt x="40391" y="329493"/>
                  </a:lnTo>
                  <a:lnTo>
                    <a:pt x="39840" y="329232"/>
                  </a:lnTo>
                  <a:lnTo>
                    <a:pt x="39067" y="329992"/>
                  </a:lnTo>
                  <a:lnTo>
                    <a:pt x="38373" y="329738"/>
                  </a:lnTo>
                  <a:lnTo>
                    <a:pt x="38029" y="328500"/>
                  </a:lnTo>
                  <a:lnTo>
                    <a:pt x="37556" y="328391"/>
                  </a:lnTo>
                  <a:lnTo>
                    <a:pt x="36952" y="329409"/>
                  </a:lnTo>
                  <a:lnTo>
                    <a:pt x="36286" y="329111"/>
                  </a:lnTo>
                  <a:lnTo>
                    <a:pt x="35557" y="327493"/>
                  </a:lnTo>
                  <a:lnTo>
                    <a:pt x="35154" y="325887"/>
                  </a:lnTo>
                  <a:lnTo>
                    <a:pt x="35076" y="324295"/>
                  </a:lnTo>
                  <a:lnTo>
                    <a:pt x="33820" y="321112"/>
                  </a:lnTo>
                  <a:lnTo>
                    <a:pt x="31384" y="316342"/>
                  </a:lnTo>
                  <a:lnTo>
                    <a:pt x="28731" y="314105"/>
                  </a:lnTo>
                  <a:lnTo>
                    <a:pt x="25859" y="314403"/>
                  </a:lnTo>
                  <a:lnTo>
                    <a:pt x="24247" y="314177"/>
                  </a:lnTo>
                  <a:lnTo>
                    <a:pt x="23896" y="313427"/>
                  </a:lnTo>
                  <a:lnTo>
                    <a:pt x="23543" y="313486"/>
                  </a:lnTo>
                  <a:lnTo>
                    <a:pt x="23188" y="314356"/>
                  </a:lnTo>
                  <a:lnTo>
                    <a:pt x="22810" y="314548"/>
                  </a:lnTo>
                  <a:lnTo>
                    <a:pt x="22408" y="314063"/>
                  </a:lnTo>
                  <a:lnTo>
                    <a:pt x="22158" y="314431"/>
                  </a:lnTo>
                  <a:lnTo>
                    <a:pt x="22058" y="315652"/>
                  </a:lnTo>
                  <a:lnTo>
                    <a:pt x="21046" y="316272"/>
                  </a:lnTo>
                  <a:lnTo>
                    <a:pt x="19122" y="316291"/>
                  </a:lnTo>
                  <a:lnTo>
                    <a:pt x="17569" y="317041"/>
                  </a:lnTo>
                  <a:lnTo>
                    <a:pt x="16387" y="318519"/>
                  </a:lnTo>
                  <a:lnTo>
                    <a:pt x="14713" y="319154"/>
                  </a:lnTo>
                  <a:lnTo>
                    <a:pt x="12547" y="318946"/>
                  </a:lnTo>
                  <a:lnTo>
                    <a:pt x="11241" y="318405"/>
                  </a:lnTo>
                  <a:lnTo>
                    <a:pt x="10795" y="317528"/>
                  </a:lnTo>
                  <a:lnTo>
                    <a:pt x="10170" y="317323"/>
                  </a:lnTo>
                  <a:lnTo>
                    <a:pt x="9367" y="317789"/>
                  </a:lnTo>
                  <a:lnTo>
                    <a:pt x="8649" y="320152"/>
                  </a:lnTo>
                  <a:lnTo>
                    <a:pt x="8015" y="324411"/>
                  </a:lnTo>
                  <a:lnTo>
                    <a:pt x="7490" y="326843"/>
                  </a:lnTo>
                  <a:lnTo>
                    <a:pt x="7073" y="327444"/>
                  </a:lnTo>
                  <a:lnTo>
                    <a:pt x="6630" y="330616"/>
                  </a:lnTo>
                  <a:lnTo>
                    <a:pt x="6380" y="335931"/>
                  </a:lnTo>
                  <a:lnTo>
                    <a:pt x="6003" y="338264"/>
                  </a:lnTo>
                  <a:lnTo>
                    <a:pt x="5998" y="325013"/>
                  </a:lnTo>
                  <a:lnTo>
                    <a:pt x="6616" y="320066"/>
                  </a:lnTo>
                  <a:lnTo>
                    <a:pt x="6817" y="315714"/>
                  </a:lnTo>
                  <a:lnTo>
                    <a:pt x="8145" y="306113"/>
                  </a:lnTo>
                  <a:lnTo>
                    <a:pt x="9725" y="298249"/>
                  </a:lnTo>
                  <a:lnTo>
                    <a:pt x="11185" y="287810"/>
                  </a:lnTo>
                  <a:lnTo>
                    <a:pt x="11737" y="277701"/>
                  </a:lnTo>
                  <a:lnTo>
                    <a:pt x="11551" y="267796"/>
                  </a:lnTo>
                  <a:lnTo>
                    <a:pt x="11117" y="258989"/>
                  </a:lnTo>
                  <a:lnTo>
                    <a:pt x="10377" y="253169"/>
                  </a:lnTo>
                  <a:lnTo>
                    <a:pt x="9662" y="244743"/>
                  </a:lnTo>
                  <a:lnTo>
                    <a:pt x="8608" y="240296"/>
                  </a:lnTo>
                  <a:lnTo>
                    <a:pt x="6674" y="236418"/>
                  </a:lnTo>
                  <a:lnTo>
                    <a:pt x="6239" y="234145"/>
                  </a:lnTo>
                  <a:lnTo>
                    <a:pt x="6690" y="233298"/>
                  </a:lnTo>
                  <a:lnTo>
                    <a:pt x="7865" y="232718"/>
                  </a:lnTo>
                  <a:lnTo>
                    <a:pt x="8615" y="229693"/>
                  </a:lnTo>
                  <a:lnTo>
                    <a:pt x="7030" y="230860"/>
                  </a:lnTo>
                  <a:lnTo>
                    <a:pt x="8863" y="221581"/>
                  </a:lnTo>
                  <a:lnTo>
                    <a:pt x="9433" y="215263"/>
                  </a:lnTo>
                  <a:lnTo>
                    <a:pt x="9343" y="211118"/>
                  </a:lnTo>
                  <a:lnTo>
                    <a:pt x="9692" y="208557"/>
                  </a:lnTo>
                  <a:lnTo>
                    <a:pt x="8292" y="203003"/>
                  </a:lnTo>
                  <a:lnTo>
                    <a:pt x="7201" y="196016"/>
                  </a:lnTo>
                  <a:lnTo>
                    <a:pt x="6640" y="194909"/>
                  </a:lnTo>
                  <a:lnTo>
                    <a:pt x="6058" y="194326"/>
                  </a:lnTo>
                  <a:lnTo>
                    <a:pt x="6007" y="195967"/>
                  </a:lnTo>
                  <a:lnTo>
                    <a:pt x="5692" y="197440"/>
                  </a:lnTo>
                  <a:lnTo>
                    <a:pt x="5012" y="196553"/>
                  </a:lnTo>
                  <a:lnTo>
                    <a:pt x="3810" y="191471"/>
                  </a:lnTo>
                  <a:lnTo>
                    <a:pt x="2133" y="183198"/>
                  </a:lnTo>
                  <a:lnTo>
                    <a:pt x="1544" y="182351"/>
                  </a:lnTo>
                  <a:lnTo>
                    <a:pt x="1054" y="183484"/>
                  </a:lnTo>
                  <a:lnTo>
                    <a:pt x="746" y="184570"/>
                  </a:lnTo>
                  <a:lnTo>
                    <a:pt x="180" y="191471"/>
                  </a:lnTo>
                  <a:lnTo>
                    <a:pt x="0" y="188732"/>
                  </a:lnTo>
                  <a:lnTo>
                    <a:pt x="245" y="185506"/>
                  </a:lnTo>
                  <a:lnTo>
                    <a:pt x="659" y="181534"/>
                  </a:lnTo>
                  <a:lnTo>
                    <a:pt x="1128" y="176014"/>
                  </a:lnTo>
                  <a:lnTo>
                    <a:pt x="2584" y="176010"/>
                  </a:lnTo>
                  <a:lnTo>
                    <a:pt x="5188" y="176002"/>
                  </a:lnTo>
                  <a:lnTo>
                    <a:pt x="7792" y="175994"/>
                  </a:lnTo>
                  <a:lnTo>
                    <a:pt x="10396" y="175985"/>
                  </a:lnTo>
                  <a:lnTo>
                    <a:pt x="13000" y="175978"/>
                  </a:lnTo>
                  <a:lnTo>
                    <a:pt x="15604" y="175969"/>
                  </a:lnTo>
                  <a:lnTo>
                    <a:pt x="18207" y="175961"/>
                  </a:lnTo>
                  <a:lnTo>
                    <a:pt x="20811" y="175953"/>
                  </a:lnTo>
                  <a:lnTo>
                    <a:pt x="23415" y="175945"/>
                  </a:lnTo>
                  <a:lnTo>
                    <a:pt x="26019" y="175936"/>
                  </a:lnTo>
                  <a:lnTo>
                    <a:pt x="28623" y="175929"/>
                  </a:lnTo>
                  <a:lnTo>
                    <a:pt x="31227" y="175920"/>
                  </a:lnTo>
                  <a:lnTo>
                    <a:pt x="33831" y="175912"/>
                  </a:lnTo>
                  <a:lnTo>
                    <a:pt x="36435" y="175904"/>
                  </a:lnTo>
                  <a:lnTo>
                    <a:pt x="39039" y="175896"/>
                  </a:lnTo>
                  <a:lnTo>
                    <a:pt x="41643" y="175887"/>
                  </a:lnTo>
                  <a:lnTo>
                    <a:pt x="44246" y="175880"/>
                  </a:lnTo>
                  <a:lnTo>
                    <a:pt x="45964" y="175876"/>
                  </a:lnTo>
                  <a:lnTo>
                    <a:pt x="45863" y="171950"/>
                  </a:lnTo>
                  <a:lnTo>
                    <a:pt x="45782" y="168839"/>
                  </a:lnTo>
                  <a:lnTo>
                    <a:pt x="45674" y="164650"/>
                  </a:lnTo>
                  <a:lnTo>
                    <a:pt x="45566" y="160485"/>
                  </a:lnTo>
                  <a:lnTo>
                    <a:pt x="45459" y="156319"/>
                  </a:lnTo>
                  <a:lnTo>
                    <a:pt x="45358" y="152407"/>
                  </a:lnTo>
                  <a:lnTo>
                    <a:pt x="45257" y="148498"/>
                  </a:lnTo>
                  <a:lnTo>
                    <a:pt x="45162" y="144869"/>
                  </a:lnTo>
                  <a:lnTo>
                    <a:pt x="45076" y="141538"/>
                  </a:lnTo>
                  <a:lnTo>
                    <a:pt x="44929" y="139625"/>
                  </a:lnTo>
                  <a:lnTo>
                    <a:pt x="44377" y="135826"/>
                  </a:lnTo>
                  <a:lnTo>
                    <a:pt x="44257" y="133937"/>
                  </a:lnTo>
                  <a:lnTo>
                    <a:pt x="44407" y="131949"/>
                  </a:lnTo>
                  <a:lnTo>
                    <a:pt x="44775" y="130070"/>
                  </a:lnTo>
                  <a:lnTo>
                    <a:pt x="45790" y="126638"/>
                  </a:lnTo>
                  <a:lnTo>
                    <a:pt x="47329" y="123999"/>
                  </a:lnTo>
                  <a:lnTo>
                    <a:pt x="49105" y="120950"/>
                  </a:lnTo>
                  <a:lnTo>
                    <a:pt x="50458" y="118627"/>
                  </a:lnTo>
                  <a:lnTo>
                    <a:pt x="51151" y="118051"/>
                  </a:lnTo>
                  <a:lnTo>
                    <a:pt x="53269" y="117248"/>
                  </a:lnTo>
                  <a:lnTo>
                    <a:pt x="54935" y="115490"/>
                  </a:lnTo>
                  <a:lnTo>
                    <a:pt x="56557" y="113778"/>
                  </a:lnTo>
                  <a:lnTo>
                    <a:pt x="57237" y="112828"/>
                  </a:lnTo>
                  <a:lnTo>
                    <a:pt x="57318" y="109611"/>
                  </a:lnTo>
                  <a:lnTo>
                    <a:pt x="57318" y="106023"/>
                  </a:lnTo>
                  <a:lnTo>
                    <a:pt x="57318" y="102000"/>
                  </a:lnTo>
                  <a:lnTo>
                    <a:pt x="57318" y="97976"/>
                  </a:lnTo>
                  <a:lnTo>
                    <a:pt x="57318" y="93953"/>
                  </a:lnTo>
                  <a:lnTo>
                    <a:pt x="57318" y="89931"/>
                  </a:lnTo>
                  <a:lnTo>
                    <a:pt x="57318" y="85907"/>
                  </a:lnTo>
                  <a:lnTo>
                    <a:pt x="57318" y="81884"/>
                  </a:lnTo>
                  <a:lnTo>
                    <a:pt x="57318" y="77860"/>
                  </a:lnTo>
                  <a:lnTo>
                    <a:pt x="57318" y="73838"/>
                  </a:lnTo>
                  <a:lnTo>
                    <a:pt x="57318" y="69815"/>
                  </a:lnTo>
                  <a:lnTo>
                    <a:pt x="57318" y="65792"/>
                  </a:lnTo>
                  <a:lnTo>
                    <a:pt x="57318" y="61768"/>
                  </a:lnTo>
                  <a:lnTo>
                    <a:pt x="57318" y="57746"/>
                  </a:lnTo>
                  <a:lnTo>
                    <a:pt x="57318" y="53722"/>
                  </a:lnTo>
                  <a:lnTo>
                    <a:pt x="57318" y="49699"/>
                  </a:lnTo>
                  <a:lnTo>
                    <a:pt x="57318" y="45676"/>
                  </a:lnTo>
                  <a:lnTo>
                    <a:pt x="57318" y="41652"/>
                  </a:lnTo>
                  <a:lnTo>
                    <a:pt x="57318" y="38133"/>
                  </a:lnTo>
                  <a:lnTo>
                    <a:pt x="59017" y="38133"/>
                  </a:lnTo>
                  <a:lnTo>
                    <a:pt x="61133" y="38133"/>
                  </a:lnTo>
                  <a:lnTo>
                    <a:pt x="63249" y="38133"/>
                  </a:lnTo>
                  <a:lnTo>
                    <a:pt x="65364" y="38133"/>
                  </a:lnTo>
                  <a:lnTo>
                    <a:pt x="67480" y="38132"/>
                  </a:lnTo>
                  <a:lnTo>
                    <a:pt x="69595" y="38132"/>
                  </a:lnTo>
                  <a:lnTo>
                    <a:pt x="71711" y="38132"/>
                  </a:lnTo>
                  <a:lnTo>
                    <a:pt x="73827" y="38132"/>
                  </a:lnTo>
                  <a:lnTo>
                    <a:pt x="75943" y="38132"/>
                  </a:lnTo>
                  <a:lnTo>
                    <a:pt x="78059" y="38132"/>
                  </a:lnTo>
                  <a:lnTo>
                    <a:pt x="80174" y="38132"/>
                  </a:lnTo>
                  <a:lnTo>
                    <a:pt x="82290" y="38132"/>
                  </a:lnTo>
                  <a:lnTo>
                    <a:pt x="84406" y="38131"/>
                  </a:lnTo>
                  <a:lnTo>
                    <a:pt x="86522" y="38131"/>
                  </a:lnTo>
                  <a:lnTo>
                    <a:pt x="88637" y="38131"/>
                  </a:lnTo>
                  <a:lnTo>
                    <a:pt x="90753" y="38131"/>
                  </a:lnTo>
                  <a:lnTo>
                    <a:pt x="92868" y="38131"/>
                  </a:lnTo>
                  <a:lnTo>
                    <a:pt x="95178" y="38131"/>
                  </a:lnTo>
                  <a:lnTo>
                    <a:pt x="95179" y="34763"/>
                  </a:lnTo>
                  <a:lnTo>
                    <a:pt x="95179" y="29925"/>
                  </a:lnTo>
                  <a:lnTo>
                    <a:pt x="95177" y="23291"/>
                  </a:lnTo>
                  <a:lnTo>
                    <a:pt x="95174" y="16630"/>
                  </a:lnTo>
                  <a:lnTo>
                    <a:pt x="95171" y="10773"/>
                  </a:lnTo>
                  <a:lnTo>
                    <a:pt x="95168" y="4924"/>
                  </a:lnTo>
                  <a:lnTo>
                    <a:pt x="95165" y="0"/>
                  </a:lnTo>
                  <a:lnTo>
                    <a:pt x="97300" y="3267"/>
                  </a:lnTo>
                  <a:lnTo>
                    <a:pt x="99436" y="6536"/>
                  </a:lnTo>
                  <a:lnTo>
                    <a:pt x="101571" y="9804"/>
                  </a:lnTo>
                  <a:lnTo>
                    <a:pt x="103707" y="13071"/>
                  </a:lnTo>
                  <a:lnTo>
                    <a:pt x="105842" y="16339"/>
                  </a:lnTo>
                  <a:lnTo>
                    <a:pt x="107977" y="19608"/>
                  </a:lnTo>
                  <a:lnTo>
                    <a:pt x="110113" y="22876"/>
                  </a:lnTo>
                  <a:lnTo>
                    <a:pt x="112249" y="26143"/>
                  </a:lnTo>
                  <a:lnTo>
                    <a:pt x="114384" y="29411"/>
                  </a:lnTo>
                  <a:lnTo>
                    <a:pt x="116519" y="32680"/>
                  </a:lnTo>
                  <a:lnTo>
                    <a:pt x="118655" y="35946"/>
                  </a:lnTo>
                  <a:lnTo>
                    <a:pt x="120790" y="39215"/>
                  </a:lnTo>
                  <a:lnTo>
                    <a:pt x="122926" y="42483"/>
                  </a:lnTo>
                  <a:lnTo>
                    <a:pt x="125061" y="45752"/>
                  </a:lnTo>
                  <a:lnTo>
                    <a:pt x="127197" y="49020"/>
                  </a:lnTo>
                  <a:lnTo>
                    <a:pt x="129332" y="52287"/>
                  </a:lnTo>
                  <a:lnTo>
                    <a:pt x="131121" y="55025"/>
                  </a:lnTo>
                  <a:lnTo>
                    <a:pt x="133869" y="59435"/>
                  </a:lnTo>
                  <a:lnTo>
                    <a:pt x="136429" y="63544"/>
                  </a:lnTo>
                  <a:lnTo>
                    <a:pt x="139006" y="67677"/>
                  </a:lnTo>
                  <a:lnTo>
                    <a:pt x="135028" y="67682"/>
                  </a:lnTo>
                  <a:lnTo>
                    <a:pt x="129715" y="67690"/>
                  </a:lnTo>
                  <a:lnTo>
                    <a:pt x="126092" y="67695"/>
                  </a:lnTo>
                  <a:lnTo>
                    <a:pt x="122375" y="67700"/>
                  </a:lnTo>
                  <a:lnTo>
                    <a:pt x="118890" y="67706"/>
                  </a:lnTo>
                  <a:lnTo>
                    <a:pt x="119193" y="74438"/>
                  </a:lnTo>
                  <a:lnTo>
                    <a:pt x="119516" y="81785"/>
                  </a:lnTo>
                  <a:lnTo>
                    <a:pt x="119840" y="89133"/>
                  </a:lnTo>
                  <a:lnTo>
                    <a:pt x="120162" y="96481"/>
                  </a:lnTo>
                  <a:lnTo>
                    <a:pt x="120486" y="103828"/>
                  </a:lnTo>
                  <a:lnTo>
                    <a:pt x="120809" y="111176"/>
                  </a:lnTo>
                  <a:lnTo>
                    <a:pt x="121133" y="118525"/>
                  </a:lnTo>
                  <a:lnTo>
                    <a:pt x="121456" y="125873"/>
                  </a:lnTo>
                  <a:lnTo>
                    <a:pt x="121779" y="133220"/>
                  </a:lnTo>
                  <a:lnTo>
                    <a:pt x="122103" y="140567"/>
                  </a:lnTo>
                  <a:lnTo>
                    <a:pt x="122426" y="147915"/>
                  </a:lnTo>
                  <a:lnTo>
                    <a:pt x="122749" y="155262"/>
                  </a:lnTo>
                  <a:lnTo>
                    <a:pt x="123073" y="162610"/>
                  </a:lnTo>
                  <a:lnTo>
                    <a:pt x="123396" y="169958"/>
                  </a:lnTo>
                  <a:lnTo>
                    <a:pt x="123719" y="177305"/>
                  </a:lnTo>
                  <a:lnTo>
                    <a:pt x="124042" y="184654"/>
                  </a:lnTo>
                  <a:lnTo>
                    <a:pt x="124366" y="192002"/>
                  </a:lnTo>
                  <a:lnTo>
                    <a:pt x="124689" y="199350"/>
                  </a:lnTo>
                  <a:lnTo>
                    <a:pt x="125013" y="206697"/>
                  </a:lnTo>
                  <a:lnTo>
                    <a:pt x="125336" y="214045"/>
                  </a:lnTo>
                  <a:lnTo>
                    <a:pt x="125659" y="221394"/>
                  </a:lnTo>
                  <a:lnTo>
                    <a:pt x="125982" y="228741"/>
                  </a:lnTo>
                  <a:lnTo>
                    <a:pt x="126306" y="236089"/>
                  </a:lnTo>
                  <a:lnTo>
                    <a:pt x="126629" y="243437"/>
                  </a:lnTo>
                  <a:lnTo>
                    <a:pt x="126952" y="250784"/>
                  </a:lnTo>
                  <a:lnTo>
                    <a:pt x="127276" y="258131"/>
                  </a:lnTo>
                  <a:lnTo>
                    <a:pt x="127599" y="265479"/>
                  </a:lnTo>
                  <a:lnTo>
                    <a:pt x="127923" y="272826"/>
                  </a:lnTo>
                  <a:lnTo>
                    <a:pt x="128246" y="280174"/>
                  </a:lnTo>
                  <a:lnTo>
                    <a:pt x="128569" y="287523"/>
                  </a:lnTo>
                  <a:lnTo>
                    <a:pt x="128893" y="294871"/>
                  </a:lnTo>
                  <a:lnTo>
                    <a:pt x="129216" y="302218"/>
                  </a:lnTo>
                  <a:lnTo>
                    <a:pt x="129539" y="309566"/>
                  </a:lnTo>
                  <a:lnTo>
                    <a:pt x="129853" y="316685"/>
                  </a:lnTo>
                  <a:lnTo>
                    <a:pt x="131204" y="320426"/>
                  </a:lnTo>
                  <a:lnTo>
                    <a:pt x="132904" y="325130"/>
                  </a:lnTo>
                  <a:lnTo>
                    <a:pt x="132409" y="331777"/>
                  </a:lnTo>
                  <a:lnTo>
                    <a:pt x="131818" y="339711"/>
                  </a:lnTo>
                  <a:lnTo>
                    <a:pt x="131172" y="348372"/>
                  </a:lnTo>
                  <a:lnTo>
                    <a:pt x="128771" y="348372"/>
                  </a:lnTo>
                  <a:lnTo>
                    <a:pt x="126455" y="348372"/>
                  </a:lnTo>
                  <a:lnTo>
                    <a:pt x="124139" y="348374"/>
                  </a:lnTo>
                  <a:lnTo>
                    <a:pt x="121823" y="348375"/>
                  </a:lnTo>
                  <a:lnTo>
                    <a:pt x="119508" y="348375"/>
                  </a:lnTo>
                  <a:lnTo>
                    <a:pt x="117192" y="348375"/>
                  </a:lnTo>
                  <a:lnTo>
                    <a:pt x="114876" y="348375"/>
                  </a:lnTo>
                  <a:lnTo>
                    <a:pt x="112560" y="348375"/>
                  </a:lnTo>
                  <a:lnTo>
                    <a:pt x="110244" y="348375"/>
                  </a:lnTo>
                  <a:lnTo>
                    <a:pt x="107928" y="348377"/>
                  </a:lnTo>
                  <a:lnTo>
                    <a:pt x="105612" y="348377"/>
                  </a:lnTo>
                  <a:lnTo>
                    <a:pt x="103296" y="348377"/>
                  </a:lnTo>
                  <a:lnTo>
                    <a:pt x="100980" y="348377"/>
                  </a:lnTo>
                  <a:lnTo>
                    <a:pt x="98664" y="348377"/>
                  </a:lnTo>
                  <a:lnTo>
                    <a:pt x="96348" y="348377"/>
                  </a:lnTo>
                  <a:lnTo>
                    <a:pt x="94032" y="348378"/>
                  </a:lnTo>
                  <a:lnTo>
                    <a:pt x="91716" y="348378"/>
                  </a:lnTo>
                  <a:lnTo>
                    <a:pt x="89562" y="348378"/>
                  </a:lnTo>
                  <a:lnTo>
                    <a:pt x="88234" y="348179"/>
                  </a:lnTo>
                  <a:lnTo>
                    <a:pt x="87760" y="347504"/>
                  </a:lnTo>
                  <a:lnTo>
                    <a:pt x="87588" y="343021"/>
                  </a:lnTo>
                  <a:lnTo>
                    <a:pt x="87194" y="343309"/>
                  </a:lnTo>
                  <a:lnTo>
                    <a:pt x="86726" y="344627"/>
                  </a:lnTo>
                  <a:lnTo>
                    <a:pt x="86486" y="346051"/>
                  </a:lnTo>
                  <a:lnTo>
                    <a:pt x="86569" y="347918"/>
                  </a:lnTo>
                  <a:lnTo>
                    <a:pt x="86494" y="349498"/>
                  </a:lnTo>
                  <a:lnTo>
                    <a:pt x="85008" y="350117"/>
                  </a:lnTo>
                  <a:lnTo>
                    <a:pt x="82995" y="351174"/>
                  </a:lnTo>
                  <a:lnTo>
                    <a:pt x="80879" y="351992"/>
                  </a:lnTo>
                  <a:lnTo>
                    <a:pt x="78743" y="351700"/>
                  </a:lnTo>
                  <a:lnTo>
                    <a:pt x="78014" y="351334"/>
                  </a:lnTo>
                  <a:lnTo>
                    <a:pt x="77238" y="350744"/>
                  </a:lnTo>
                  <a:lnTo>
                    <a:pt x="75538" y="350097"/>
                  </a:lnTo>
                  <a:lnTo>
                    <a:pt x="74614" y="350042"/>
                  </a:lnTo>
                  <a:lnTo>
                    <a:pt x="73553" y="350187"/>
                  </a:lnTo>
                  <a:lnTo>
                    <a:pt x="72304" y="350548"/>
                  </a:lnTo>
                  <a:lnTo>
                    <a:pt x="71902" y="351368"/>
                  </a:lnTo>
                  <a:lnTo>
                    <a:pt x="70958" y="354712"/>
                  </a:lnTo>
                  <a:lnTo>
                    <a:pt x="70044" y="358590"/>
                  </a:lnTo>
                  <a:lnTo>
                    <a:pt x="69446" y="358572"/>
                  </a:lnTo>
                  <a:lnTo>
                    <a:pt x="68774" y="356451"/>
                  </a:lnTo>
                  <a:lnTo>
                    <a:pt x="66936" y="352440"/>
                  </a:lnTo>
                  <a:lnTo>
                    <a:pt x="64707" y="347176"/>
                  </a:lnTo>
                  <a:lnTo>
                    <a:pt x="63689" y="344558"/>
                  </a:lnTo>
                  <a:lnTo>
                    <a:pt x="63150" y="344220"/>
                  </a:lnTo>
                  <a:lnTo>
                    <a:pt x="62082" y="346098"/>
                  </a:lnTo>
                  <a:lnTo>
                    <a:pt x="61184" y="347906"/>
                  </a:lnTo>
                  <a:lnTo>
                    <a:pt x="60227" y="350463"/>
                  </a:lnTo>
                  <a:lnTo>
                    <a:pt x="59792" y="352910"/>
                  </a:lnTo>
                  <a:lnTo>
                    <a:pt x="59448" y="355801"/>
                  </a:lnTo>
                  <a:lnTo>
                    <a:pt x="59295" y="359214"/>
                  </a:lnTo>
                  <a:lnTo>
                    <a:pt x="58947" y="363180"/>
                  </a:lnTo>
                  <a:lnTo>
                    <a:pt x="58174" y="366379"/>
                  </a:lnTo>
                  <a:lnTo>
                    <a:pt x="57258" y="368801"/>
                  </a:lnTo>
                  <a:lnTo>
                    <a:pt x="56577" y="369941"/>
                  </a:lnTo>
                  <a:lnTo>
                    <a:pt x="56314" y="370562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2462040" y="3137363"/>
              <a:ext cx="847" cy="3793"/>
            </a:xfrm>
            <a:custGeom>
              <a:avLst/>
              <a:pathLst>
                <a:path w="847" h="3793">
                  <a:moveTo>
                    <a:pt x="847" y="2045"/>
                  </a:moveTo>
                  <a:lnTo>
                    <a:pt x="781" y="3793"/>
                  </a:lnTo>
                  <a:lnTo>
                    <a:pt x="16" y="3252"/>
                  </a:lnTo>
                  <a:lnTo>
                    <a:pt x="0" y="1714"/>
                  </a:lnTo>
                  <a:lnTo>
                    <a:pt x="359" y="152"/>
                  </a:lnTo>
                  <a:lnTo>
                    <a:pt x="536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3819480" y="4224754"/>
              <a:ext cx="5386" cy="15461"/>
            </a:xfrm>
            <a:custGeom>
              <a:avLst/>
              <a:pathLst>
                <a:path w="5386" h="15461">
                  <a:moveTo>
                    <a:pt x="3788" y="14624"/>
                  </a:moveTo>
                  <a:lnTo>
                    <a:pt x="2352" y="15461"/>
                  </a:lnTo>
                  <a:lnTo>
                    <a:pt x="745" y="15181"/>
                  </a:lnTo>
                  <a:lnTo>
                    <a:pt x="120" y="13594"/>
                  </a:lnTo>
                  <a:lnTo>
                    <a:pt x="0" y="12933"/>
                  </a:lnTo>
                  <a:lnTo>
                    <a:pt x="538" y="12307"/>
                  </a:lnTo>
                  <a:lnTo>
                    <a:pt x="504" y="10272"/>
                  </a:lnTo>
                  <a:lnTo>
                    <a:pt x="772" y="7052"/>
                  </a:lnTo>
                  <a:lnTo>
                    <a:pt x="1116" y="5728"/>
                  </a:lnTo>
                  <a:lnTo>
                    <a:pt x="1916" y="4550"/>
                  </a:lnTo>
                  <a:lnTo>
                    <a:pt x="2241" y="1950"/>
                  </a:lnTo>
                  <a:lnTo>
                    <a:pt x="2930" y="213"/>
                  </a:lnTo>
                  <a:lnTo>
                    <a:pt x="3847" y="0"/>
                  </a:lnTo>
                  <a:lnTo>
                    <a:pt x="4763" y="3205"/>
                  </a:lnTo>
                  <a:lnTo>
                    <a:pt x="5386" y="6579"/>
                  </a:lnTo>
                  <a:lnTo>
                    <a:pt x="5257" y="9958"/>
                  </a:lnTo>
                  <a:lnTo>
                    <a:pt x="4625" y="11196"/>
                  </a:lnTo>
                  <a:lnTo>
                    <a:pt x="4416" y="1314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3562216" y="3988739"/>
              <a:ext cx="1069" cy="3425"/>
            </a:xfrm>
            <a:custGeom>
              <a:avLst/>
              <a:pathLst>
                <a:path w="1069" h="3425">
                  <a:moveTo>
                    <a:pt x="649" y="3188"/>
                  </a:moveTo>
                  <a:lnTo>
                    <a:pt x="250" y="3425"/>
                  </a:lnTo>
                  <a:lnTo>
                    <a:pt x="0" y="2897"/>
                  </a:lnTo>
                  <a:lnTo>
                    <a:pt x="60" y="1324"/>
                  </a:lnTo>
                  <a:lnTo>
                    <a:pt x="201" y="181"/>
                  </a:lnTo>
                  <a:lnTo>
                    <a:pt x="599" y="0"/>
                  </a:lnTo>
                  <a:lnTo>
                    <a:pt x="872" y="305"/>
                  </a:lnTo>
                  <a:lnTo>
                    <a:pt x="1065" y="828"/>
                  </a:lnTo>
                  <a:lnTo>
                    <a:pt x="1069" y="1665"/>
                  </a:lnTo>
                  <a:lnTo>
                    <a:pt x="952" y="2530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3560847" y="3987804"/>
              <a:ext cx="1135" cy="2822"/>
            </a:xfrm>
            <a:custGeom>
              <a:avLst/>
              <a:pathLst>
                <a:path w="1135" h="2822">
                  <a:moveTo>
                    <a:pt x="1135" y="1258"/>
                  </a:moveTo>
                  <a:lnTo>
                    <a:pt x="910" y="2822"/>
                  </a:lnTo>
                  <a:lnTo>
                    <a:pt x="441" y="2799"/>
                  </a:lnTo>
                  <a:lnTo>
                    <a:pt x="0" y="1405"/>
                  </a:lnTo>
                  <a:lnTo>
                    <a:pt x="140" y="328"/>
                  </a:lnTo>
                  <a:lnTo>
                    <a:pt x="565" y="0"/>
                  </a:lnTo>
                  <a:lnTo>
                    <a:pt x="938" y="404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3539599" y="3911684"/>
              <a:ext cx="36591" cy="228592"/>
            </a:xfrm>
            <a:custGeom>
              <a:avLst/>
              <a:pathLst>
                <a:path w="36591" h="228592">
                  <a:moveTo>
                    <a:pt x="25993" y="64508"/>
                  </a:moveTo>
                  <a:lnTo>
                    <a:pt x="24484" y="64436"/>
                  </a:lnTo>
                  <a:lnTo>
                    <a:pt x="22587" y="64820"/>
                  </a:lnTo>
                  <a:lnTo>
                    <a:pt x="22122" y="65752"/>
                  </a:lnTo>
                  <a:lnTo>
                    <a:pt x="21982" y="67815"/>
                  </a:lnTo>
                  <a:lnTo>
                    <a:pt x="21387" y="72071"/>
                  </a:lnTo>
                  <a:lnTo>
                    <a:pt x="21057" y="73635"/>
                  </a:lnTo>
                  <a:lnTo>
                    <a:pt x="20354" y="76495"/>
                  </a:lnTo>
                  <a:lnTo>
                    <a:pt x="19367" y="80526"/>
                  </a:lnTo>
                  <a:lnTo>
                    <a:pt x="19161" y="81842"/>
                  </a:lnTo>
                  <a:lnTo>
                    <a:pt x="19195" y="83196"/>
                  </a:lnTo>
                  <a:lnTo>
                    <a:pt x="19777" y="88673"/>
                  </a:lnTo>
                  <a:lnTo>
                    <a:pt x="20387" y="94429"/>
                  </a:lnTo>
                  <a:lnTo>
                    <a:pt x="20581" y="96677"/>
                  </a:lnTo>
                  <a:lnTo>
                    <a:pt x="21017" y="104330"/>
                  </a:lnTo>
                  <a:lnTo>
                    <a:pt x="21259" y="109735"/>
                  </a:lnTo>
                  <a:lnTo>
                    <a:pt x="21294" y="112915"/>
                  </a:lnTo>
                  <a:lnTo>
                    <a:pt x="21498" y="117165"/>
                  </a:lnTo>
                  <a:lnTo>
                    <a:pt x="22042" y="119462"/>
                  </a:lnTo>
                  <a:lnTo>
                    <a:pt x="22611" y="120905"/>
                  </a:lnTo>
                  <a:lnTo>
                    <a:pt x="24755" y="121771"/>
                  </a:lnTo>
                  <a:lnTo>
                    <a:pt x="25395" y="122824"/>
                  </a:lnTo>
                  <a:lnTo>
                    <a:pt x="26611" y="125537"/>
                  </a:lnTo>
                  <a:lnTo>
                    <a:pt x="29263" y="133025"/>
                  </a:lnTo>
                  <a:lnTo>
                    <a:pt x="30720" y="137807"/>
                  </a:lnTo>
                  <a:lnTo>
                    <a:pt x="32000" y="142014"/>
                  </a:lnTo>
                  <a:lnTo>
                    <a:pt x="34293" y="149828"/>
                  </a:lnTo>
                  <a:lnTo>
                    <a:pt x="36073" y="155897"/>
                  </a:lnTo>
                  <a:lnTo>
                    <a:pt x="36295" y="161596"/>
                  </a:lnTo>
                  <a:lnTo>
                    <a:pt x="36591" y="162424"/>
                  </a:lnTo>
                  <a:lnTo>
                    <a:pt x="35991" y="166646"/>
                  </a:lnTo>
                  <a:lnTo>
                    <a:pt x="35598" y="173470"/>
                  </a:lnTo>
                  <a:lnTo>
                    <a:pt x="35881" y="178001"/>
                  </a:lnTo>
                  <a:lnTo>
                    <a:pt x="35764" y="185726"/>
                  </a:lnTo>
                  <a:lnTo>
                    <a:pt x="35438" y="193950"/>
                  </a:lnTo>
                  <a:lnTo>
                    <a:pt x="35030" y="196893"/>
                  </a:lnTo>
                  <a:lnTo>
                    <a:pt x="34503" y="198001"/>
                  </a:lnTo>
                  <a:lnTo>
                    <a:pt x="33259" y="198890"/>
                  </a:lnTo>
                  <a:lnTo>
                    <a:pt x="30524" y="199914"/>
                  </a:lnTo>
                  <a:lnTo>
                    <a:pt x="30115" y="200878"/>
                  </a:lnTo>
                  <a:lnTo>
                    <a:pt x="29763" y="202474"/>
                  </a:lnTo>
                  <a:lnTo>
                    <a:pt x="29210" y="206263"/>
                  </a:lnTo>
                  <a:lnTo>
                    <a:pt x="28557" y="210089"/>
                  </a:lnTo>
                  <a:lnTo>
                    <a:pt x="28352" y="211725"/>
                  </a:lnTo>
                  <a:lnTo>
                    <a:pt x="28478" y="212112"/>
                  </a:lnTo>
                  <a:lnTo>
                    <a:pt x="29062" y="214060"/>
                  </a:lnTo>
                  <a:lnTo>
                    <a:pt x="29646" y="219040"/>
                  </a:lnTo>
                  <a:lnTo>
                    <a:pt x="29751" y="227585"/>
                  </a:lnTo>
                  <a:lnTo>
                    <a:pt x="29548" y="228220"/>
                  </a:lnTo>
                  <a:lnTo>
                    <a:pt x="28740" y="228592"/>
                  </a:lnTo>
                  <a:lnTo>
                    <a:pt x="27868" y="228479"/>
                  </a:lnTo>
                  <a:lnTo>
                    <a:pt x="27510" y="227997"/>
                  </a:lnTo>
                  <a:lnTo>
                    <a:pt x="27187" y="227042"/>
                  </a:lnTo>
                  <a:lnTo>
                    <a:pt x="26952" y="225219"/>
                  </a:lnTo>
                  <a:lnTo>
                    <a:pt x="27523" y="223946"/>
                  </a:lnTo>
                  <a:lnTo>
                    <a:pt x="27726" y="221721"/>
                  </a:lnTo>
                  <a:lnTo>
                    <a:pt x="27360" y="219811"/>
                  </a:lnTo>
                  <a:lnTo>
                    <a:pt x="26627" y="219387"/>
                  </a:lnTo>
                  <a:lnTo>
                    <a:pt x="25697" y="217638"/>
                  </a:lnTo>
                  <a:lnTo>
                    <a:pt x="23714" y="211927"/>
                  </a:lnTo>
                  <a:lnTo>
                    <a:pt x="22055" y="207922"/>
                  </a:lnTo>
                  <a:lnTo>
                    <a:pt x="21095" y="204601"/>
                  </a:lnTo>
                  <a:lnTo>
                    <a:pt x="20109" y="203279"/>
                  </a:lnTo>
                  <a:lnTo>
                    <a:pt x="19826" y="202462"/>
                  </a:lnTo>
                  <a:lnTo>
                    <a:pt x="19589" y="201057"/>
                  </a:lnTo>
                  <a:lnTo>
                    <a:pt x="19584" y="199037"/>
                  </a:lnTo>
                  <a:lnTo>
                    <a:pt x="19674" y="197542"/>
                  </a:lnTo>
                  <a:lnTo>
                    <a:pt x="19367" y="195872"/>
                  </a:lnTo>
                  <a:lnTo>
                    <a:pt x="18371" y="193283"/>
                  </a:lnTo>
                  <a:lnTo>
                    <a:pt x="17916" y="191846"/>
                  </a:lnTo>
                  <a:lnTo>
                    <a:pt x="17892" y="190129"/>
                  </a:lnTo>
                  <a:lnTo>
                    <a:pt x="18311" y="188476"/>
                  </a:lnTo>
                  <a:lnTo>
                    <a:pt x="19163" y="186461"/>
                  </a:lnTo>
                  <a:lnTo>
                    <a:pt x="19807" y="182370"/>
                  </a:lnTo>
                  <a:lnTo>
                    <a:pt x="20037" y="179721"/>
                  </a:lnTo>
                  <a:lnTo>
                    <a:pt x="21239" y="174405"/>
                  </a:lnTo>
                  <a:lnTo>
                    <a:pt x="21405" y="169785"/>
                  </a:lnTo>
                  <a:lnTo>
                    <a:pt x="21430" y="166092"/>
                  </a:lnTo>
                  <a:lnTo>
                    <a:pt x="21356" y="163327"/>
                  </a:lnTo>
                  <a:lnTo>
                    <a:pt x="21049" y="157666"/>
                  </a:lnTo>
                  <a:lnTo>
                    <a:pt x="20835" y="153747"/>
                  </a:lnTo>
                  <a:lnTo>
                    <a:pt x="19356" y="148625"/>
                  </a:lnTo>
                  <a:lnTo>
                    <a:pt x="18874" y="148146"/>
                  </a:lnTo>
                  <a:lnTo>
                    <a:pt x="17468" y="148593"/>
                  </a:lnTo>
                  <a:lnTo>
                    <a:pt x="16254" y="149349"/>
                  </a:lnTo>
                  <a:lnTo>
                    <a:pt x="15659" y="150411"/>
                  </a:lnTo>
                  <a:lnTo>
                    <a:pt x="14755" y="150466"/>
                  </a:lnTo>
                  <a:lnTo>
                    <a:pt x="12389" y="151358"/>
                  </a:lnTo>
                  <a:lnTo>
                    <a:pt x="11647" y="151741"/>
                  </a:lnTo>
                  <a:lnTo>
                    <a:pt x="11217" y="152668"/>
                  </a:lnTo>
                  <a:lnTo>
                    <a:pt x="10969" y="152861"/>
                  </a:lnTo>
                  <a:lnTo>
                    <a:pt x="9480" y="148899"/>
                  </a:lnTo>
                  <a:lnTo>
                    <a:pt x="8170" y="144625"/>
                  </a:lnTo>
                  <a:lnTo>
                    <a:pt x="6508" y="137345"/>
                  </a:lnTo>
                  <a:lnTo>
                    <a:pt x="6033" y="136468"/>
                  </a:lnTo>
                  <a:lnTo>
                    <a:pt x="5423" y="134326"/>
                  </a:lnTo>
                  <a:lnTo>
                    <a:pt x="4919" y="134866"/>
                  </a:lnTo>
                  <a:lnTo>
                    <a:pt x="4223" y="136369"/>
                  </a:lnTo>
                  <a:lnTo>
                    <a:pt x="3847" y="136773"/>
                  </a:lnTo>
                  <a:lnTo>
                    <a:pt x="3652" y="136727"/>
                  </a:lnTo>
                  <a:lnTo>
                    <a:pt x="3529" y="136349"/>
                  </a:lnTo>
                  <a:lnTo>
                    <a:pt x="3374" y="135388"/>
                  </a:lnTo>
                  <a:lnTo>
                    <a:pt x="2837" y="132641"/>
                  </a:lnTo>
                  <a:lnTo>
                    <a:pt x="2234" y="130676"/>
                  </a:lnTo>
                  <a:lnTo>
                    <a:pt x="1596" y="129914"/>
                  </a:lnTo>
                  <a:lnTo>
                    <a:pt x="1075" y="129011"/>
                  </a:lnTo>
                  <a:lnTo>
                    <a:pt x="1305" y="128137"/>
                  </a:lnTo>
                  <a:lnTo>
                    <a:pt x="1548" y="127511"/>
                  </a:lnTo>
                  <a:lnTo>
                    <a:pt x="1442" y="126867"/>
                  </a:lnTo>
                  <a:lnTo>
                    <a:pt x="1151" y="125923"/>
                  </a:lnTo>
                  <a:lnTo>
                    <a:pt x="18" y="124559"/>
                  </a:lnTo>
                  <a:lnTo>
                    <a:pt x="0" y="123970"/>
                  </a:lnTo>
                  <a:lnTo>
                    <a:pt x="999" y="122784"/>
                  </a:lnTo>
                  <a:lnTo>
                    <a:pt x="1631" y="121379"/>
                  </a:lnTo>
                  <a:lnTo>
                    <a:pt x="2060" y="120028"/>
                  </a:lnTo>
                  <a:lnTo>
                    <a:pt x="2603" y="117073"/>
                  </a:lnTo>
                  <a:lnTo>
                    <a:pt x="3045" y="114130"/>
                  </a:lnTo>
                  <a:lnTo>
                    <a:pt x="3374" y="113172"/>
                  </a:lnTo>
                  <a:lnTo>
                    <a:pt x="3488" y="111218"/>
                  </a:lnTo>
                  <a:lnTo>
                    <a:pt x="3414" y="109014"/>
                  </a:lnTo>
                  <a:lnTo>
                    <a:pt x="3633" y="106212"/>
                  </a:lnTo>
                  <a:lnTo>
                    <a:pt x="3742" y="103557"/>
                  </a:lnTo>
                  <a:lnTo>
                    <a:pt x="3407" y="102527"/>
                  </a:lnTo>
                  <a:lnTo>
                    <a:pt x="3124" y="100743"/>
                  </a:lnTo>
                  <a:lnTo>
                    <a:pt x="3460" y="97699"/>
                  </a:lnTo>
                  <a:lnTo>
                    <a:pt x="3987" y="95604"/>
                  </a:lnTo>
                  <a:lnTo>
                    <a:pt x="6507" y="93420"/>
                  </a:lnTo>
                  <a:lnTo>
                    <a:pt x="8261" y="91449"/>
                  </a:lnTo>
                  <a:lnTo>
                    <a:pt x="8633" y="90580"/>
                  </a:lnTo>
                  <a:lnTo>
                    <a:pt x="9229" y="88895"/>
                  </a:lnTo>
                  <a:lnTo>
                    <a:pt x="9560" y="87250"/>
                  </a:lnTo>
                  <a:lnTo>
                    <a:pt x="9322" y="86757"/>
                  </a:lnTo>
                  <a:lnTo>
                    <a:pt x="7944" y="86716"/>
                  </a:lnTo>
                  <a:lnTo>
                    <a:pt x="7605" y="86084"/>
                  </a:lnTo>
                  <a:lnTo>
                    <a:pt x="6608" y="80301"/>
                  </a:lnTo>
                  <a:lnTo>
                    <a:pt x="7160" y="73670"/>
                  </a:lnTo>
                  <a:lnTo>
                    <a:pt x="7206" y="71064"/>
                  </a:lnTo>
                  <a:lnTo>
                    <a:pt x="7193" y="67838"/>
                  </a:lnTo>
                  <a:lnTo>
                    <a:pt x="7016" y="65484"/>
                  </a:lnTo>
                  <a:lnTo>
                    <a:pt x="6581" y="64494"/>
                  </a:lnTo>
                  <a:lnTo>
                    <a:pt x="6313" y="63230"/>
                  </a:lnTo>
                  <a:lnTo>
                    <a:pt x="6385" y="59767"/>
                  </a:lnTo>
                  <a:lnTo>
                    <a:pt x="6789" y="59360"/>
                  </a:lnTo>
                  <a:lnTo>
                    <a:pt x="7666" y="54786"/>
                  </a:lnTo>
                  <a:lnTo>
                    <a:pt x="8055" y="52091"/>
                  </a:lnTo>
                  <a:lnTo>
                    <a:pt x="7588" y="49941"/>
                  </a:lnTo>
                  <a:lnTo>
                    <a:pt x="7072" y="46868"/>
                  </a:lnTo>
                  <a:lnTo>
                    <a:pt x="6839" y="44915"/>
                  </a:lnTo>
                  <a:lnTo>
                    <a:pt x="6710" y="44274"/>
                  </a:lnTo>
                  <a:lnTo>
                    <a:pt x="7067" y="43062"/>
                  </a:lnTo>
                  <a:lnTo>
                    <a:pt x="7659" y="41890"/>
                  </a:lnTo>
                  <a:lnTo>
                    <a:pt x="8320" y="41567"/>
                  </a:lnTo>
                  <a:lnTo>
                    <a:pt x="9020" y="41016"/>
                  </a:lnTo>
                  <a:lnTo>
                    <a:pt x="11226" y="35326"/>
                  </a:lnTo>
                  <a:lnTo>
                    <a:pt x="11254" y="34220"/>
                  </a:lnTo>
                  <a:lnTo>
                    <a:pt x="10853" y="32313"/>
                  </a:lnTo>
                  <a:lnTo>
                    <a:pt x="10030" y="29439"/>
                  </a:lnTo>
                  <a:lnTo>
                    <a:pt x="9847" y="28264"/>
                  </a:lnTo>
                  <a:lnTo>
                    <a:pt x="9748" y="24810"/>
                  </a:lnTo>
                  <a:lnTo>
                    <a:pt x="9421" y="23777"/>
                  </a:lnTo>
                  <a:lnTo>
                    <a:pt x="8211" y="21449"/>
                  </a:lnTo>
                  <a:lnTo>
                    <a:pt x="7280" y="18999"/>
                  </a:lnTo>
                  <a:lnTo>
                    <a:pt x="7570" y="16517"/>
                  </a:lnTo>
                  <a:lnTo>
                    <a:pt x="7728" y="13804"/>
                  </a:lnTo>
                  <a:lnTo>
                    <a:pt x="7267" y="12315"/>
                  </a:lnTo>
                  <a:lnTo>
                    <a:pt x="6581" y="10772"/>
                  </a:lnTo>
                  <a:lnTo>
                    <a:pt x="6157" y="8509"/>
                  </a:lnTo>
                  <a:lnTo>
                    <a:pt x="5964" y="6830"/>
                  </a:lnTo>
                  <a:lnTo>
                    <a:pt x="5423" y="6160"/>
                  </a:lnTo>
                  <a:lnTo>
                    <a:pt x="4929" y="6134"/>
                  </a:lnTo>
                  <a:lnTo>
                    <a:pt x="4565" y="7185"/>
                  </a:lnTo>
                  <a:lnTo>
                    <a:pt x="4171" y="7092"/>
                  </a:lnTo>
                  <a:lnTo>
                    <a:pt x="3697" y="6732"/>
                  </a:lnTo>
                  <a:lnTo>
                    <a:pt x="3539" y="5277"/>
                  </a:lnTo>
                  <a:lnTo>
                    <a:pt x="3514" y="3702"/>
                  </a:lnTo>
                  <a:lnTo>
                    <a:pt x="3187" y="2634"/>
                  </a:lnTo>
                  <a:lnTo>
                    <a:pt x="2872" y="1151"/>
                  </a:lnTo>
                  <a:lnTo>
                    <a:pt x="2833" y="366"/>
                  </a:lnTo>
                  <a:lnTo>
                    <a:pt x="3030" y="138"/>
                  </a:lnTo>
                  <a:lnTo>
                    <a:pt x="3447" y="0"/>
                  </a:lnTo>
                  <a:lnTo>
                    <a:pt x="5224" y="2980"/>
                  </a:lnTo>
                  <a:lnTo>
                    <a:pt x="6300" y="3116"/>
                  </a:lnTo>
                  <a:lnTo>
                    <a:pt x="7499" y="3667"/>
                  </a:lnTo>
                  <a:lnTo>
                    <a:pt x="8522" y="6293"/>
                  </a:lnTo>
                  <a:lnTo>
                    <a:pt x="9054" y="6639"/>
                  </a:lnTo>
                  <a:lnTo>
                    <a:pt x="9733" y="6279"/>
                  </a:lnTo>
                  <a:lnTo>
                    <a:pt x="11664" y="6002"/>
                  </a:lnTo>
                  <a:lnTo>
                    <a:pt x="12443" y="6380"/>
                  </a:lnTo>
                  <a:lnTo>
                    <a:pt x="13442" y="7918"/>
                  </a:lnTo>
                  <a:lnTo>
                    <a:pt x="13836" y="8128"/>
                  </a:lnTo>
                  <a:lnTo>
                    <a:pt x="14461" y="8189"/>
                  </a:lnTo>
                  <a:lnTo>
                    <a:pt x="14572" y="7776"/>
                  </a:lnTo>
                  <a:lnTo>
                    <a:pt x="14636" y="6864"/>
                  </a:lnTo>
                  <a:lnTo>
                    <a:pt x="14525" y="5032"/>
                  </a:lnTo>
                  <a:lnTo>
                    <a:pt x="14667" y="4039"/>
                  </a:lnTo>
                  <a:lnTo>
                    <a:pt x="15048" y="2966"/>
                  </a:lnTo>
                  <a:lnTo>
                    <a:pt x="16103" y="4218"/>
                  </a:lnTo>
                  <a:lnTo>
                    <a:pt x="18742" y="9943"/>
                  </a:lnTo>
                  <a:lnTo>
                    <a:pt x="18820" y="10682"/>
                  </a:lnTo>
                  <a:lnTo>
                    <a:pt x="20503" y="16364"/>
                  </a:lnTo>
                  <a:lnTo>
                    <a:pt x="21050" y="18768"/>
                  </a:lnTo>
                  <a:lnTo>
                    <a:pt x="21050" y="20037"/>
                  </a:lnTo>
                  <a:lnTo>
                    <a:pt x="21569" y="25001"/>
                  </a:lnTo>
                  <a:lnTo>
                    <a:pt x="21684" y="27327"/>
                  </a:lnTo>
                  <a:lnTo>
                    <a:pt x="21567" y="29095"/>
                  </a:lnTo>
                  <a:lnTo>
                    <a:pt x="21588" y="30512"/>
                  </a:lnTo>
                  <a:lnTo>
                    <a:pt x="21792" y="32538"/>
                  </a:lnTo>
                  <a:lnTo>
                    <a:pt x="21725" y="33392"/>
                  </a:lnTo>
                  <a:lnTo>
                    <a:pt x="22326" y="36362"/>
                  </a:lnTo>
                  <a:lnTo>
                    <a:pt x="22613" y="38858"/>
                  </a:lnTo>
                  <a:lnTo>
                    <a:pt x="22673" y="41293"/>
                  </a:lnTo>
                  <a:lnTo>
                    <a:pt x="22505" y="43668"/>
                  </a:lnTo>
                  <a:lnTo>
                    <a:pt x="21975" y="47137"/>
                  </a:lnTo>
                  <a:lnTo>
                    <a:pt x="21884" y="48533"/>
                  </a:lnTo>
                  <a:lnTo>
                    <a:pt x="22001" y="49803"/>
                  </a:lnTo>
                  <a:lnTo>
                    <a:pt x="22343" y="51182"/>
                  </a:lnTo>
                  <a:lnTo>
                    <a:pt x="22916" y="52668"/>
                  </a:lnTo>
                  <a:lnTo>
                    <a:pt x="23347" y="54463"/>
                  </a:lnTo>
                  <a:lnTo>
                    <a:pt x="23639" y="56570"/>
                  </a:lnTo>
                  <a:lnTo>
                    <a:pt x="23885" y="57522"/>
                  </a:lnTo>
                  <a:lnTo>
                    <a:pt x="24192" y="57499"/>
                  </a:lnTo>
                  <a:lnTo>
                    <a:pt x="24756" y="57825"/>
                  </a:lnTo>
                  <a:lnTo>
                    <a:pt x="25211" y="59054"/>
                  </a:lnTo>
                  <a:lnTo>
                    <a:pt x="25738" y="61120"/>
                  </a:lnTo>
                  <a:lnTo>
                    <a:pt x="25915" y="63492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4432478" y="3552269"/>
              <a:ext cx="1009" cy="10818"/>
            </a:xfrm>
            <a:custGeom>
              <a:avLst/>
              <a:pathLst>
                <a:path w="1009" h="10818">
                  <a:moveTo>
                    <a:pt x="1009" y="10430"/>
                  </a:moveTo>
                  <a:lnTo>
                    <a:pt x="662" y="10818"/>
                  </a:lnTo>
                  <a:lnTo>
                    <a:pt x="126" y="9772"/>
                  </a:lnTo>
                  <a:lnTo>
                    <a:pt x="0" y="802"/>
                  </a:lnTo>
                  <a:lnTo>
                    <a:pt x="375" y="0"/>
                  </a:lnTo>
                  <a:lnTo>
                    <a:pt x="621" y="113"/>
                  </a:lnTo>
                  <a:lnTo>
                    <a:pt x="884" y="1742"/>
                  </a:lnTo>
                  <a:lnTo>
                    <a:pt x="861" y="5673"/>
                  </a:lnTo>
                  <a:lnTo>
                    <a:pt x="909" y="914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4351045" y="3549213"/>
              <a:ext cx="1068" cy="4443"/>
            </a:xfrm>
            <a:custGeom>
              <a:avLst/>
              <a:pathLst>
                <a:path w="1068" h="4443">
                  <a:moveTo>
                    <a:pt x="1050" y="4136"/>
                  </a:moveTo>
                  <a:lnTo>
                    <a:pt x="502" y="4443"/>
                  </a:lnTo>
                  <a:lnTo>
                    <a:pt x="201" y="4240"/>
                  </a:lnTo>
                  <a:lnTo>
                    <a:pt x="0" y="3087"/>
                  </a:lnTo>
                  <a:lnTo>
                    <a:pt x="462" y="440"/>
                  </a:lnTo>
                  <a:lnTo>
                    <a:pt x="632" y="0"/>
                  </a:lnTo>
                  <a:lnTo>
                    <a:pt x="1068" y="288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4318527" y="3543432"/>
              <a:ext cx="715" cy="2865"/>
            </a:xfrm>
            <a:custGeom>
              <a:avLst/>
              <a:pathLst>
                <a:path w="715" h="2865">
                  <a:moveTo>
                    <a:pt x="603" y="2331"/>
                  </a:moveTo>
                  <a:lnTo>
                    <a:pt x="29" y="2865"/>
                  </a:lnTo>
                  <a:lnTo>
                    <a:pt x="0" y="2094"/>
                  </a:lnTo>
                  <a:lnTo>
                    <a:pt x="99" y="1021"/>
                  </a:lnTo>
                  <a:lnTo>
                    <a:pt x="520" y="0"/>
                  </a:lnTo>
                  <a:lnTo>
                    <a:pt x="715" y="58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4504570" y="3508120"/>
              <a:ext cx="2676" cy="2820"/>
            </a:xfrm>
            <a:custGeom>
              <a:avLst/>
              <a:pathLst>
                <a:path w="2676" h="2820">
                  <a:moveTo>
                    <a:pt x="2676" y="2253"/>
                  </a:moveTo>
                  <a:lnTo>
                    <a:pt x="1094" y="2820"/>
                  </a:lnTo>
                  <a:lnTo>
                    <a:pt x="0" y="2760"/>
                  </a:lnTo>
                  <a:lnTo>
                    <a:pt x="201" y="1725"/>
                  </a:lnTo>
                  <a:lnTo>
                    <a:pt x="148" y="360"/>
                  </a:lnTo>
                  <a:lnTo>
                    <a:pt x="669" y="0"/>
                  </a:lnTo>
                  <a:lnTo>
                    <a:pt x="1276" y="29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4306326" y="3472502"/>
              <a:ext cx="1678" cy="5932"/>
            </a:xfrm>
            <a:custGeom>
              <a:avLst/>
              <a:pathLst>
                <a:path w="1678" h="5932">
                  <a:moveTo>
                    <a:pt x="1112" y="5113"/>
                  </a:moveTo>
                  <a:lnTo>
                    <a:pt x="826" y="5932"/>
                  </a:lnTo>
                  <a:lnTo>
                    <a:pt x="0" y="5463"/>
                  </a:lnTo>
                  <a:lnTo>
                    <a:pt x="146" y="617"/>
                  </a:lnTo>
                  <a:lnTo>
                    <a:pt x="618" y="0"/>
                  </a:lnTo>
                  <a:lnTo>
                    <a:pt x="1352" y="881"/>
                  </a:lnTo>
                  <a:lnTo>
                    <a:pt x="1678" y="170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4300141" y="3443014"/>
              <a:ext cx="3092" cy="5981"/>
            </a:xfrm>
            <a:custGeom>
              <a:avLst/>
              <a:pathLst>
                <a:path w="3092" h="5981">
                  <a:moveTo>
                    <a:pt x="2291" y="0"/>
                  </a:moveTo>
                  <a:lnTo>
                    <a:pt x="3092" y="3165"/>
                  </a:lnTo>
                  <a:lnTo>
                    <a:pt x="2692" y="4576"/>
                  </a:lnTo>
                  <a:lnTo>
                    <a:pt x="2492" y="4983"/>
                  </a:lnTo>
                  <a:lnTo>
                    <a:pt x="2009" y="4520"/>
                  </a:lnTo>
                  <a:lnTo>
                    <a:pt x="1547" y="5736"/>
                  </a:lnTo>
                  <a:lnTo>
                    <a:pt x="1106" y="5981"/>
                  </a:lnTo>
                  <a:lnTo>
                    <a:pt x="663" y="3787"/>
                  </a:lnTo>
                  <a:lnTo>
                    <a:pt x="117" y="2913"/>
                  </a:lnTo>
                  <a:lnTo>
                    <a:pt x="0" y="1399"/>
                  </a:lnTo>
                  <a:lnTo>
                    <a:pt x="729" y="1134"/>
                  </a:lnTo>
                  <a:lnTo>
                    <a:pt x="1168" y="1657"/>
                  </a:lnTo>
                  <a:lnTo>
                    <a:pt x="1991" y="61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4305510" y="3436487"/>
              <a:ext cx="47344" cy="158298"/>
            </a:xfrm>
            <a:custGeom>
              <a:avLst/>
              <a:pathLst>
                <a:path w="47344" h="158298">
                  <a:moveTo>
                    <a:pt x="22505" y="13131"/>
                  </a:moveTo>
                  <a:lnTo>
                    <a:pt x="24469" y="14278"/>
                  </a:lnTo>
                  <a:lnTo>
                    <a:pt x="25220" y="15205"/>
                  </a:lnTo>
                  <a:lnTo>
                    <a:pt x="27426" y="24350"/>
                  </a:lnTo>
                  <a:lnTo>
                    <a:pt x="30331" y="30781"/>
                  </a:lnTo>
                  <a:lnTo>
                    <a:pt x="31561" y="33179"/>
                  </a:lnTo>
                  <a:lnTo>
                    <a:pt x="32513" y="34326"/>
                  </a:lnTo>
                  <a:lnTo>
                    <a:pt x="33815" y="37768"/>
                  </a:lnTo>
                  <a:lnTo>
                    <a:pt x="34950" y="42091"/>
                  </a:lnTo>
                  <a:lnTo>
                    <a:pt x="37435" y="54261"/>
                  </a:lnTo>
                  <a:lnTo>
                    <a:pt x="37867" y="59604"/>
                  </a:lnTo>
                  <a:lnTo>
                    <a:pt x="38036" y="67766"/>
                  </a:lnTo>
                  <a:lnTo>
                    <a:pt x="37488" y="80070"/>
                  </a:lnTo>
                  <a:lnTo>
                    <a:pt x="36824" y="86208"/>
                  </a:lnTo>
                  <a:lnTo>
                    <a:pt x="36952" y="89105"/>
                  </a:lnTo>
                  <a:lnTo>
                    <a:pt x="37863" y="93552"/>
                  </a:lnTo>
                  <a:lnTo>
                    <a:pt x="37590" y="97749"/>
                  </a:lnTo>
                  <a:lnTo>
                    <a:pt x="37766" y="101235"/>
                  </a:lnTo>
                  <a:lnTo>
                    <a:pt x="37703" y="110912"/>
                  </a:lnTo>
                  <a:lnTo>
                    <a:pt x="38222" y="113765"/>
                  </a:lnTo>
                  <a:lnTo>
                    <a:pt x="38814" y="115591"/>
                  </a:lnTo>
                  <a:lnTo>
                    <a:pt x="41936" y="121332"/>
                  </a:lnTo>
                  <a:lnTo>
                    <a:pt x="42164" y="123459"/>
                  </a:lnTo>
                  <a:lnTo>
                    <a:pt x="43702" y="130766"/>
                  </a:lnTo>
                  <a:lnTo>
                    <a:pt x="46550" y="146674"/>
                  </a:lnTo>
                  <a:lnTo>
                    <a:pt x="47344" y="153831"/>
                  </a:lnTo>
                  <a:lnTo>
                    <a:pt x="47252" y="155754"/>
                  </a:lnTo>
                  <a:lnTo>
                    <a:pt x="46908" y="156552"/>
                  </a:lnTo>
                  <a:lnTo>
                    <a:pt x="46071" y="157251"/>
                  </a:lnTo>
                  <a:lnTo>
                    <a:pt x="45374" y="155852"/>
                  </a:lnTo>
                  <a:lnTo>
                    <a:pt x="45139" y="154849"/>
                  </a:lnTo>
                  <a:lnTo>
                    <a:pt x="45211" y="153604"/>
                  </a:lnTo>
                  <a:lnTo>
                    <a:pt x="44933" y="152379"/>
                  </a:lnTo>
                  <a:lnTo>
                    <a:pt x="44250" y="150916"/>
                  </a:lnTo>
                  <a:lnTo>
                    <a:pt x="43858" y="149606"/>
                  </a:lnTo>
                  <a:lnTo>
                    <a:pt x="43969" y="151780"/>
                  </a:lnTo>
                  <a:lnTo>
                    <a:pt x="43972" y="154595"/>
                  </a:lnTo>
                  <a:lnTo>
                    <a:pt x="43105" y="154835"/>
                  </a:lnTo>
                  <a:lnTo>
                    <a:pt x="41988" y="153952"/>
                  </a:lnTo>
                  <a:lnTo>
                    <a:pt x="40600" y="154747"/>
                  </a:lnTo>
                  <a:lnTo>
                    <a:pt x="38956" y="158199"/>
                  </a:lnTo>
                  <a:lnTo>
                    <a:pt x="38167" y="158298"/>
                  </a:lnTo>
                  <a:lnTo>
                    <a:pt x="37566" y="155333"/>
                  </a:lnTo>
                  <a:lnTo>
                    <a:pt x="37255" y="153323"/>
                  </a:lnTo>
                  <a:lnTo>
                    <a:pt x="36765" y="151896"/>
                  </a:lnTo>
                  <a:lnTo>
                    <a:pt x="31542" y="144621"/>
                  </a:lnTo>
                  <a:lnTo>
                    <a:pt x="29615" y="142753"/>
                  </a:lnTo>
                  <a:lnTo>
                    <a:pt x="27583" y="137232"/>
                  </a:lnTo>
                  <a:lnTo>
                    <a:pt x="23011" y="131142"/>
                  </a:lnTo>
                  <a:lnTo>
                    <a:pt x="20108" y="125205"/>
                  </a:lnTo>
                  <a:lnTo>
                    <a:pt x="18874" y="121536"/>
                  </a:lnTo>
                  <a:lnTo>
                    <a:pt x="15904" y="118284"/>
                  </a:lnTo>
                  <a:lnTo>
                    <a:pt x="14622" y="114447"/>
                  </a:lnTo>
                  <a:lnTo>
                    <a:pt x="13992" y="113694"/>
                  </a:lnTo>
                  <a:lnTo>
                    <a:pt x="13358" y="112328"/>
                  </a:lnTo>
                  <a:lnTo>
                    <a:pt x="14025" y="108607"/>
                  </a:lnTo>
                  <a:lnTo>
                    <a:pt x="13751" y="104725"/>
                  </a:lnTo>
                  <a:lnTo>
                    <a:pt x="13408" y="101452"/>
                  </a:lnTo>
                  <a:lnTo>
                    <a:pt x="11313" y="94988"/>
                  </a:lnTo>
                  <a:lnTo>
                    <a:pt x="10284" y="90476"/>
                  </a:lnTo>
                  <a:lnTo>
                    <a:pt x="8313" y="85985"/>
                  </a:lnTo>
                  <a:lnTo>
                    <a:pt x="7525" y="83392"/>
                  </a:lnTo>
                  <a:lnTo>
                    <a:pt x="6771" y="80385"/>
                  </a:lnTo>
                  <a:lnTo>
                    <a:pt x="7243" y="79333"/>
                  </a:lnTo>
                  <a:lnTo>
                    <a:pt x="7680" y="78695"/>
                  </a:lnTo>
                  <a:lnTo>
                    <a:pt x="7280" y="76514"/>
                  </a:lnTo>
                  <a:lnTo>
                    <a:pt x="6153" y="72716"/>
                  </a:lnTo>
                  <a:lnTo>
                    <a:pt x="5625" y="68352"/>
                  </a:lnTo>
                  <a:lnTo>
                    <a:pt x="5625" y="60113"/>
                  </a:lnTo>
                  <a:lnTo>
                    <a:pt x="4023" y="48529"/>
                  </a:lnTo>
                  <a:lnTo>
                    <a:pt x="2651" y="32472"/>
                  </a:lnTo>
                  <a:lnTo>
                    <a:pt x="2894" y="26849"/>
                  </a:lnTo>
                  <a:lnTo>
                    <a:pt x="2544" y="20756"/>
                  </a:lnTo>
                  <a:lnTo>
                    <a:pt x="1636" y="14895"/>
                  </a:lnTo>
                  <a:lnTo>
                    <a:pt x="445" y="10708"/>
                  </a:lnTo>
                  <a:lnTo>
                    <a:pt x="0" y="7228"/>
                  </a:lnTo>
                  <a:lnTo>
                    <a:pt x="214" y="5849"/>
                  </a:lnTo>
                  <a:lnTo>
                    <a:pt x="477" y="1330"/>
                  </a:lnTo>
                  <a:lnTo>
                    <a:pt x="654" y="437"/>
                  </a:lnTo>
                  <a:lnTo>
                    <a:pt x="1106" y="0"/>
                  </a:lnTo>
                  <a:lnTo>
                    <a:pt x="1615" y="115"/>
                  </a:lnTo>
                  <a:lnTo>
                    <a:pt x="2569" y="4039"/>
                  </a:lnTo>
                  <a:lnTo>
                    <a:pt x="5050" y="6473"/>
                  </a:lnTo>
                  <a:lnTo>
                    <a:pt x="5795" y="7051"/>
                  </a:lnTo>
                  <a:lnTo>
                    <a:pt x="6773" y="6085"/>
                  </a:lnTo>
                  <a:lnTo>
                    <a:pt x="7214" y="6694"/>
                  </a:lnTo>
                  <a:lnTo>
                    <a:pt x="7660" y="7696"/>
                  </a:lnTo>
                  <a:lnTo>
                    <a:pt x="7918" y="10489"/>
                  </a:lnTo>
                  <a:lnTo>
                    <a:pt x="8570" y="13037"/>
                  </a:lnTo>
                  <a:lnTo>
                    <a:pt x="9875" y="12675"/>
                  </a:lnTo>
                  <a:lnTo>
                    <a:pt x="10336" y="13040"/>
                  </a:lnTo>
                  <a:lnTo>
                    <a:pt x="10610" y="13121"/>
                  </a:lnTo>
                  <a:lnTo>
                    <a:pt x="10865" y="15381"/>
                  </a:lnTo>
                  <a:lnTo>
                    <a:pt x="10985" y="19293"/>
                  </a:lnTo>
                  <a:lnTo>
                    <a:pt x="10860" y="21574"/>
                  </a:lnTo>
                  <a:lnTo>
                    <a:pt x="9920" y="24833"/>
                  </a:lnTo>
                  <a:lnTo>
                    <a:pt x="9794" y="27054"/>
                  </a:lnTo>
                  <a:lnTo>
                    <a:pt x="10288" y="28429"/>
                  </a:lnTo>
                  <a:lnTo>
                    <a:pt x="10930" y="29895"/>
                  </a:lnTo>
                  <a:lnTo>
                    <a:pt x="11296" y="31022"/>
                  </a:lnTo>
                  <a:lnTo>
                    <a:pt x="11679" y="30836"/>
                  </a:lnTo>
                  <a:lnTo>
                    <a:pt x="12167" y="30077"/>
                  </a:lnTo>
                  <a:lnTo>
                    <a:pt x="12611" y="28158"/>
                  </a:lnTo>
                  <a:lnTo>
                    <a:pt x="12921" y="26513"/>
                  </a:lnTo>
                  <a:lnTo>
                    <a:pt x="14592" y="24672"/>
                  </a:lnTo>
                  <a:lnTo>
                    <a:pt x="16316" y="23014"/>
                  </a:lnTo>
                  <a:lnTo>
                    <a:pt x="16551" y="23184"/>
                  </a:lnTo>
                  <a:lnTo>
                    <a:pt x="16831" y="23919"/>
                  </a:lnTo>
                  <a:lnTo>
                    <a:pt x="17383" y="26317"/>
                  </a:lnTo>
                  <a:lnTo>
                    <a:pt x="17706" y="26824"/>
                  </a:lnTo>
                  <a:lnTo>
                    <a:pt x="18173" y="27067"/>
                  </a:lnTo>
                  <a:lnTo>
                    <a:pt x="18981" y="26809"/>
                  </a:lnTo>
                  <a:lnTo>
                    <a:pt x="19923" y="25451"/>
                  </a:lnTo>
                  <a:lnTo>
                    <a:pt x="20417" y="22907"/>
                  </a:lnTo>
                  <a:lnTo>
                    <a:pt x="20632" y="20899"/>
                  </a:lnTo>
                  <a:lnTo>
                    <a:pt x="21984" y="17432"/>
                  </a:lnTo>
                  <a:lnTo>
                    <a:pt x="22134" y="1483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4412477" y="3427515"/>
              <a:ext cx="110458" cy="181084"/>
            </a:xfrm>
            <a:custGeom>
              <a:avLst/>
              <a:pathLst>
                <a:path w="110458" h="181084">
                  <a:moveTo>
                    <a:pt x="91246" y="83317"/>
                  </a:moveTo>
                  <a:lnTo>
                    <a:pt x="90824" y="83294"/>
                  </a:lnTo>
                  <a:lnTo>
                    <a:pt x="89843" y="82659"/>
                  </a:lnTo>
                  <a:lnTo>
                    <a:pt x="87875" y="79514"/>
                  </a:lnTo>
                  <a:lnTo>
                    <a:pt x="85865" y="78398"/>
                  </a:lnTo>
                  <a:lnTo>
                    <a:pt x="82946" y="78307"/>
                  </a:lnTo>
                  <a:lnTo>
                    <a:pt x="81292" y="77869"/>
                  </a:lnTo>
                  <a:lnTo>
                    <a:pt x="80620" y="78338"/>
                  </a:lnTo>
                  <a:lnTo>
                    <a:pt x="80056" y="78358"/>
                  </a:lnTo>
                  <a:lnTo>
                    <a:pt x="79648" y="77724"/>
                  </a:lnTo>
                  <a:lnTo>
                    <a:pt x="79213" y="77401"/>
                  </a:lnTo>
                  <a:lnTo>
                    <a:pt x="78075" y="79251"/>
                  </a:lnTo>
                  <a:lnTo>
                    <a:pt x="77543" y="78685"/>
                  </a:lnTo>
                  <a:lnTo>
                    <a:pt x="77005" y="77906"/>
                  </a:lnTo>
                  <a:lnTo>
                    <a:pt x="76050" y="77645"/>
                  </a:lnTo>
                  <a:lnTo>
                    <a:pt x="74894" y="77863"/>
                  </a:lnTo>
                  <a:lnTo>
                    <a:pt x="73613" y="79769"/>
                  </a:lnTo>
                  <a:lnTo>
                    <a:pt x="72189" y="78055"/>
                  </a:lnTo>
                  <a:lnTo>
                    <a:pt x="71786" y="78074"/>
                  </a:lnTo>
                  <a:lnTo>
                    <a:pt x="71514" y="78509"/>
                  </a:lnTo>
                  <a:lnTo>
                    <a:pt x="70897" y="80860"/>
                  </a:lnTo>
                  <a:lnTo>
                    <a:pt x="69720" y="82655"/>
                  </a:lnTo>
                  <a:lnTo>
                    <a:pt x="69138" y="85936"/>
                  </a:lnTo>
                  <a:lnTo>
                    <a:pt x="68781" y="89081"/>
                  </a:lnTo>
                  <a:lnTo>
                    <a:pt x="68467" y="90167"/>
                  </a:lnTo>
                  <a:lnTo>
                    <a:pt x="68382" y="96246"/>
                  </a:lnTo>
                  <a:lnTo>
                    <a:pt x="68195" y="99182"/>
                  </a:lnTo>
                  <a:lnTo>
                    <a:pt x="68493" y="103065"/>
                  </a:lnTo>
                  <a:lnTo>
                    <a:pt x="68440" y="104736"/>
                  </a:lnTo>
                  <a:lnTo>
                    <a:pt x="67916" y="107220"/>
                  </a:lnTo>
                  <a:lnTo>
                    <a:pt x="67852" y="107790"/>
                  </a:lnTo>
                  <a:lnTo>
                    <a:pt x="67573" y="111742"/>
                  </a:lnTo>
                  <a:lnTo>
                    <a:pt x="67680" y="112791"/>
                  </a:lnTo>
                  <a:lnTo>
                    <a:pt x="67612" y="114121"/>
                  </a:lnTo>
                  <a:lnTo>
                    <a:pt x="67172" y="116893"/>
                  </a:lnTo>
                  <a:lnTo>
                    <a:pt x="66375" y="117649"/>
                  </a:lnTo>
                  <a:lnTo>
                    <a:pt x="65534" y="118086"/>
                  </a:lnTo>
                  <a:lnTo>
                    <a:pt x="64816" y="117141"/>
                  </a:lnTo>
                  <a:lnTo>
                    <a:pt x="64169" y="118662"/>
                  </a:lnTo>
                  <a:lnTo>
                    <a:pt x="63347" y="121014"/>
                  </a:lnTo>
                  <a:lnTo>
                    <a:pt x="62992" y="122602"/>
                  </a:lnTo>
                  <a:lnTo>
                    <a:pt x="62995" y="124077"/>
                  </a:lnTo>
                  <a:lnTo>
                    <a:pt x="63075" y="125064"/>
                  </a:lnTo>
                  <a:lnTo>
                    <a:pt x="62908" y="126079"/>
                  </a:lnTo>
                  <a:lnTo>
                    <a:pt x="62887" y="127156"/>
                  </a:lnTo>
                  <a:lnTo>
                    <a:pt x="62929" y="128715"/>
                  </a:lnTo>
                  <a:lnTo>
                    <a:pt x="63487" y="129360"/>
                  </a:lnTo>
                  <a:lnTo>
                    <a:pt x="64066" y="130705"/>
                  </a:lnTo>
                  <a:lnTo>
                    <a:pt x="64046" y="131996"/>
                  </a:lnTo>
                  <a:lnTo>
                    <a:pt x="63724" y="132891"/>
                  </a:lnTo>
                  <a:lnTo>
                    <a:pt x="62995" y="134273"/>
                  </a:lnTo>
                  <a:lnTo>
                    <a:pt x="61662" y="137089"/>
                  </a:lnTo>
                  <a:lnTo>
                    <a:pt x="60153" y="139496"/>
                  </a:lnTo>
                  <a:lnTo>
                    <a:pt x="59587" y="140054"/>
                  </a:lnTo>
                  <a:lnTo>
                    <a:pt x="59382" y="141164"/>
                  </a:lnTo>
                  <a:lnTo>
                    <a:pt x="59272" y="142657"/>
                  </a:lnTo>
                  <a:lnTo>
                    <a:pt x="59605" y="145931"/>
                  </a:lnTo>
                  <a:lnTo>
                    <a:pt x="59921" y="146896"/>
                  </a:lnTo>
                  <a:lnTo>
                    <a:pt x="60088" y="148046"/>
                  </a:lnTo>
                  <a:lnTo>
                    <a:pt x="59885" y="149413"/>
                  </a:lnTo>
                  <a:lnTo>
                    <a:pt x="59741" y="150590"/>
                  </a:lnTo>
                  <a:lnTo>
                    <a:pt x="59185" y="151327"/>
                  </a:lnTo>
                  <a:lnTo>
                    <a:pt x="58645" y="151865"/>
                  </a:lnTo>
                  <a:lnTo>
                    <a:pt x="58448" y="152803"/>
                  </a:lnTo>
                  <a:lnTo>
                    <a:pt x="58162" y="156726"/>
                  </a:lnTo>
                  <a:lnTo>
                    <a:pt x="57836" y="158772"/>
                  </a:lnTo>
                  <a:lnTo>
                    <a:pt x="57101" y="161812"/>
                  </a:lnTo>
                  <a:lnTo>
                    <a:pt x="56855" y="163202"/>
                  </a:lnTo>
                  <a:lnTo>
                    <a:pt x="56476" y="163649"/>
                  </a:lnTo>
                  <a:lnTo>
                    <a:pt x="55052" y="162229"/>
                  </a:lnTo>
                  <a:lnTo>
                    <a:pt x="53776" y="163091"/>
                  </a:lnTo>
                  <a:lnTo>
                    <a:pt x="52087" y="163639"/>
                  </a:lnTo>
                  <a:lnTo>
                    <a:pt x="50657" y="163552"/>
                  </a:lnTo>
                  <a:lnTo>
                    <a:pt x="49548" y="164173"/>
                  </a:lnTo>
                  <a:lnTo>
                    <a:pt x="48786" y="165780"/>
                  </a:lnTo>
                  <a:lnTo>
                    <a:pt x="47935" y="167804"/>
                  </a:lnTo>
                  <a:lnTo>
                    <a:pt x="47041" y="169305"/>
                  </a:lnTo>
                  <a:lnTo>
                    <a:pt x="46367" y="170033"/>
                  </a:lnTo>
                  <a:lnTo>
                    <a:pt x="45129" y="167892"/>
                  </a:lnTo>
                  <a:lnTo>
                    <a:pt x="44504" y="168077"/>
                  </a:lnTo>
                  <a:lnTo>
                    <a:pt x="43378" y="167338"/>
                  </a:lnTo>
                  <a:lnTo>
                    <a:pt x="40735" y="164946"/>
                  </a:lnTo>
                  <a:lnTo>
                    <a:pt x="40081" y="164246"/>
                  </a:lnTo>
                  <a:lnTo>
                    <a:pt x="39375" y="164184"/>
                  </a:lnTo>
                  <a:lnTo>
                    <a:pt x="39168" y="163497"/>
                  </a:lnTo>
                  <a:lnTo>
                    <a:pt x="39279" y="162342"/>
                  </a:lnTo>
                  <a:lnTo>
                    <a:pt x="39168" y="160825"/>
                  </a:lnTo>
                  <a:lnTo>
                    <a:pt x="38653" y="160251"/>
                  </a:lnTo>
                  <a:lnTo>
                    <a:pt x="33353" y="160485"/>
                  </a:lnTo>
                  <a:lnTo>
                    <a:pt x="31825" y="161795"/>
                  </a:lnTo>
                  <a:lnTo>
                    <a:pt x="30792" y="162832"/>
                  </a:lnTo>
                  <a:lnTo>
                    <a:pt x="30055" y="164031"/>
                  </a:lnTo>
                  <a:lnTo>
                    <a:pt x="29846" y="167012"/>
                  </a:lnTo>
                  <a:lnTo>
                    <a:pt x="29406" y="169807"/>
                  </a:lnTo>
                  <a:lnTo>
                    <a:pt x="28837" y="172769"/>
                  </a:lnTo>
                  <a:lnTo>
                    <a:pt x="27073" y="173658"/>
                  </a:lnTo>
                  <a:lnTo>
                    <a:pt x="25777" y="176660"/>
                  </a:lnTo>
                  <a:lnTo>
                    <a:pt x="25331" y="177021"/>
                  </a:lnTo>
                  <a:lnTo>
                    <a:pt x="24440" y="176585"/>
                  </a:lnTo>
                  <a:lnTo>
                    <a:pt x="23488" y="176337"/>
                  </a:lnTo>
                  <a:lnTo>
                    <a:pt x="22798" y="177173"/>
                  </a:lnTo>
                  <a:lnTo>
                    <a:pt x="22077" y="177131"/>
                  </a:lnTo>
                  <a:lnTo>
                    <a:pt x="19846" y="175728"/>
                  </a:lnTo>
                  <a:lnTo>
                    <a:pt x="17741" y="175512"/>
                  </a:lnTo>
                  <a:lnTo>
                    <a:pt x="16546" y="176226"/>
                  </a:lnTo>
                  <a:lnTo>
                    <a:pt x="15887" y="176493"/>
                  </a:lnTo>
                  <a:lnTo>
                    <a:pt x="12215" y="180607"/>
                  </a:lnTo>
                  <a:lnTo>
                    <a:pt x="10978" y="181084"/>
                  </a:lnTo>
                  <a:lnTo>
                    <a:pt x="10474" y="180490"/>
                  </a:lnTo>
                  <a:lnTo>
                    <a:pt x="9766" y="178806"/>
                  </a:lnTo>
                  <a:lnTo>
                    <a:pt x="8814" y="177124"/>
                  </a:lnTo>
                  <a:lnTo>
                    <a:pt x="6538" y="171387"/>
                  </a:lnTo>
                  <a:lnTo>
                    <a:pt x="5698" y="170039"/>
                  </a:lnTo>
                  <a:lnTo>
                    <a:pt x="5140" y="168656"/>
                  </a:lnTo>
                  <a:lnTo>
                    <a:pt x="4609" y="167017"/>
                  </a:lnTo>
                  <a:lnTo>
                    <a:pt x="3855" y="165249"/>
                  </a:lnTo>
                  <a:lnTo>
                    <a:pt x="3169" y="164034"/>
                  </a:lnTo>
                  <a:lnTo>
                    <a:pt x="2234" y="161553"/>
                  </a:lnTo>
                  <a:lnTo>
                    <a:pt x="1306" y="158836"/>
                  </a:lnTo>
                  <a:lnTo>
                    <a:pt x="1100" y="154056"/>
                  </a:lnTo>
                  <a:lnTo>
                    <a:pt x="361" y="153180"/>
                  </a:lnTo>
                  <a:lnTo>
                    <a:pt x="113" y="151938"/>
                  </a:lnTo>
                  <a:lnTo>
                    <a:pt x="0" y="150524"/>
                  </a:lnTo>
                  <a:lnTo>
                    <a:pt x="1021" y="146642"/>
                  </a:lnTo>
                  <a:lnTo>
                    <a:pt x="1764" y="150743"/>
                  </a:lnTo>
                  <a:lnTo>
                    <a:pt x="2051" y="151658"/>
                  </a:lnTo>
                  <a:lnTo>
                    <a:pt x="3700" y="154416"/>
                  </a:lnTo>
                  <a:lnTo>
                    <a:pt x="5059" y="155800"/>
                  </a:lnTo>
                  <a:lnTo>
                    <a:pt x="6530" y="156363"/>
                  </a:lnTo>
                  <a:lnTo>
                    <a:pt x="8027" y="156477"/>
                  </a:lnTo>
                  <a:lnTo>
                    <a:pt x="8622" y="156286"/>
                  </a:lnTo>
                  <a:lnTo>
                    <a:pt x="9200" y="155738"/>
                  </a:lnTo>
                  <a:lnTo>
                    <a:pt x="9771" y="156325"/>
                  </a:lnTo>
                  <a:lnTo>
                    <a:pt x="12902" y="160811"/>
                  </a:lnTo>
                  <a:lnTo>
                    <a:pt x="14115" y="161615"/>
                  </a:lnTo>
                  <a:lnTo>
                    <a:pt x="15397" y="161271"/>
                  </a:lnTo>
                  <a:lnTo>
                    <a:pt x="15908" y="161718"/>
                  </a:lnTo>
                  <a:lnTo>
                    <a:pt x="17708" y="165160"/>
                  </a:lnTo>
                  <a:lnTo>
                    <a:pt x="18239" y="165571"/>
                  </a:lnTo>
                  <a:lnTo>
                    <a:pt x="19125" y="165308"/>
                  </a:lnTo>
                  <a:lnTo>
                    <a:pt x="17992" y="163737"/>
                  </a:lnTo>
                  <a:lnTo>
                    <a:pt x="17249" y="162625"/>
                  </a:lnTo>
                  <a:lnTo>
                    <a:pt x="16916" y="160522"/>
                  </a:lnTo>
                  <a:lnTo>
                    <a:pt x="17119" y="158282"/>
                  </a:lnTo>
                  <a:lnTo>
                    <a:pt x="17841" y="156791"/>
                  </a:lnTo>
                  <a:lnTo>
                    <a:pt x="18341" y="155175"/>
                  </a:lnTo>
                  <a:lnTo>
                    <a:pt x="18521" y="150343"/>
                  </a:lnTo>
                  <a:lnTo>
                    <a:pt x="18839" y="147896"/>
                  </a:lnTo>
                  <a:lnTo>
                    <a:pt x="19439" y="145569"/>
                  </a:lnTo>
                  <a:lnTo>
                    <a:pt x="19635" y="143327"/>
                  </a:lnTo>
                  <a:lnTo>
                    <a:pt x="18962" y="141616"/>
                  </a:lnTo>
                  <a:lnTo>
                    <a:pt x="18810" y="138675"/>
                  </a:lnTo>
                  <a:lnTo>
                    <a:pt x="18959" y="136238"/>
                  </a:lnTo>
                  <a:lnTo>
                    <a:pt x="19340" y="134580"/>
                  </a:lnTo>
                  <a:lnTo>
                    <a:pt x="19950" y="135673"/>
                  </a:lnTo>
                  <a:lnTo>
                    <a:pt x="20580" y="136687"/>
                  </a:lnTo>
                  <a:lnTo>
                    <a:pt x="21202" y="136586"/>
                  </a:lnTo>
                  <a:lnTo>
                    <a:pt x="21630" y="136182"/>
                  </a:lnTo>
                  <a:lnTo>
                    <a:pt x="21709" y="134925"/>
                  </a:lnTo>
                  <a:lnTo>
                    <a:pt x="21591" y="132738"/>
                  </a:lnTo>
                  <a:lnTo>
                    <a:pt x="21624" y="128712"/>
                  </a:lnTo>
                  <a:lnTo>
                    <a:pt x="22410" y="125501"/>
                  </a:lnTo>
                  <a:lnTo>
                    <a:pt x="23667" y="123286"/>
                  </a:lnTo>
                  <a:lnTo>
                    <a:pt x="24854" y="122227"/>
                  </a:lnTo>
                  <a:lnTo>
                    <a:pt x="29295" y="120428"/>
                  </a:lnTo>
                  <a:lnTo>
                    <a:pt x="36318" y="115825"/>
                  </a:lnTo>
                  <a:lnTo>
                    <a:pt x="38398" y="114045"/>
                  </a:lnTo>
                  <a:lnTo>
                    <a:pt x="39164" y="113123"/>
                  </a:lnTo>
                  <a:lnTo>
                    <a:pt x="39809" y="111843"/>
                  </a:lnTo>
                  <a:lnTo>
                    <a:pt x="40894" y="107757"/>
                  </a:lnTo>
                  <a:lnTo>
                    <a:pt x="42936" y="101316"/>
                  </a:lnTo>
                  <a:lnTo>
                    <a:pt x="44367" y="96024"/>
                  </a:lnTo>
                  <a:lnTo>
                    <a:pt x="47387" y="88316"/>
                  </a:lnTo>
                  <a:lnTo>
                    <a:pt x="49793" y="81171"/>
                  </a:lnTo>
                  <a:lnTo>
                    <a:pt x="50118" y="79827"/>
                  </a:lnTo>
                  <a:lnTo>
                    <a:pt x="50518" y="75927"/>
                  </a:lnTo>
                  <a:lnTo>
                    <a:pt x="50548" y="74091"/>
                  </a:lnTo>
                  <a:lnTo>
                    <a:pt x="50478" y="72230"/>
                  </a:lnTo>
                  <a:lnTo>
                    <a:pt x="50799" y="71360"/>
                  </a:lnTo>
                  <a:lnTo>
                    <a:pt x="51382" y="70845"/>
                  </a:lnTo>
                  <a:lnTo>
                    <a:pt x="51737" y="71656"/>
                  </a:lnTo>
                  <a:lnTo>
                    <a:pt x="52574" y="72787"/>
                  </a:lnTo>
                  <a:lnTo>
                    <a:pt x="53202" y="74237"/>
                  </a:lnTo>
                  <a:lnTo>
                    <a:pt x="53621" y="76117"/>
                  </a:lnTo>
                  <a:lnTo>
                    <a:pt x="53922" y="77876"/>
                  </a:lnTo>
                  <a:lnTo>
                    <a:pt x="53946" y="79369"/>
                  </a:lnTo>
                  <a:lnTo>
                    <a:pt x="54324" y="80593"/>
                  </a:lnTo>
                  <a:lnTo>
                    <a:pt x="55387" y="80798"/>
                  </a:lnTo>
                  <a:lnTo>
                    <a:pt x="55733" y="82343"/>
                  </a:lnTo>
                  <a:lnTo>
                    <a:pt x="56473" y="85002"/>
                  </a:lnTo>
                  <a:lnTo>
                    <a:pt x="57149" y="86908"/>
                  </a:lnTo>
                  <a:lnTo>
                    <a:pt x="57564" y="87650"/>
                  </a:lnTo>
                  <a:lnTo>
                    <a:pt x="58084" y="87246"/>
                  </a:lnTo>
                  <a:lnTo>
                    <a:pt x="58889" y="85506"/>
                  </a:lnTo>
                  <a:lnTo>
                    <a:pt x="59470" y="83370"/>
                  </a:lnTo>
                  <a:lnTo>
                    <a:pt x="59860" y="80483"/>
                  </a:lnTo>
                  <a:lnTo>
                    <a:pt x="59554" y="80062"/>
                  </a:lnTo>
                  <a:lnTo>
                    <a:pt x="60094" y="77883"/>
                  </a:lnTo>
                  <a:lnTo>
                    <a:pt x="60198" y="76739"/>
                  </a:lnTo>
                  <a:lnTo>
                    <a:pt x="59948" y="75689"/>
                  </a:lnTo>
                  <a:lnTo>
                    <a:pt x="59629" y="74650"/>
                  </a:lnTo>
                  <a:lnTo>
                    <a:pt x="59506" y="72017"/>
                  </a:lnTo>
                  <a:lnTo>
                    <a:pt x="59286" y="68664"/>
                  </a:lnTo>
                  <a:lnTo>
                    <a:pt x="59136" y="67140"/>
                  </a:lnTo>
                  <a:lnTo>
                    <a:pt x="59561" y="66053"/>
                  </a:lnTo>
                  <a:lnTo>
                    <a:pt x="60474" y="64667"/>
                  </a:lnTo>
                  <a:lnTo>
                    <a:pt x="61384" y="63057"/>
                  </a:lnTo>
                  <a:lnTo>
                    <a:pt x="62316" y="61773"/>
                  </a:lnTo>
                  <a:lnTo>
                    <a:pt x="62339" y="64094"/>
                  </a:lnTo>
                  <a:lnTo>
                    <a:pt x="62316" y="67929"/>
                  </a:lnTo>
                  <a:lnTo>
                    <a:pt x="62597" y="71141"/>
                  </a:lnTo>
                  <a:lnTo>
                    <a:pt x="63227" y="76821"/>
                  </a:lnTo>
                  <a:lnTo>
                    <a:pt x="63949" y="77596"/>
                  </a:lnTo>
                  <a:lnTo>
                    <a:pt x="64813" y="78098"/>
                  </a:lnTo>
                  <a:lnTo>
                    <a:pt x="65312" y="77939"/>
                  </a:lnTo>
                  <a:lnTo>
                    <a:pt x="65637" y="77564"/>
                  </a:lnTo>
                  <a:lnTo>
                    <a:pt x="65722" y="77107"/>
                  </a:lnTo>
                  <a:lnTo>
                    <a:pt x="65183" y="74873"/>
                  </a:lnTo>
                  <a:lnTo>
                    <a:pt x="65040" y="69624"/>
                  </a:lnTo>
                  <a:lnTo>
                    <a:pt x="64600" y="66179"/>
                  </a:lnTo>
                  <a:lnTo>
                    <a:pt x="63925" y="62748"/>
                  </a:lnTo>
                  <a:lnTo>
                    <a:pt x="63602" y="61771"/>
                  </a:lnTo>
                  <a:lnTo>
                    <a:pt x="66269" y="60796"/>
                  </a:lnTo>
                  <a:lnTo>
                    <a:pt x="66868" y="59719"/>
                  </a:lnTo>
                  <a:lnTo>
                    <a:pt x="67915" y="57363"/>
                  </a:lnTo>
                  <a:lnTo>
                    <a:pt x="68308" y="56045"/>
                  </a:lnTo>
                  <a:lnTo>
                    <a:pt x="68621" y="53072"/>
                  </a:lnTo>
                  <a:lnTo>
                    <a:pt x="67314" y="51301"/>
                  </a:lnTo>
                  <a:lnTo>
                    <a:pt x="66800" y="49043"/>
                  </a:lnTo>
                  <a:lnTo>
                    <a:pt x="66770" y="46600"/>
                  </a:lnTo>
                  <a:lnTo>
                    <a:pt x="68331" y="42064"/>
                  </a:lnTo>
                  <a:lnTo>
                    <a:pt x="68870" y="40979"/>
                  </a:lnTo>
                  <a:lnTo>
                    <a:pt x="69104" y="42590"/>
                  </a:lnTo>
                  <a:lnTo>
                    <a:pt x="69791" y="42997"/>
                  </a:lnTo>
                  <a:lnTo>
                    <a:pt x="70424" y="43059"/>
                  </a:lnTo>
                  <a:lnTo>
                    <a:pt x="71061" y="42967"/>
                  </a:lnTo>
                  <a:lnTo>
                    <a:pt x="71972" y="40680"/>
                  </a:lnTo>
                  <a:lnTo>
                    <a:pt x="72441" y="37387"/>
                  </a:lnTo>
                  <a:lnTo>
                    <a:pt x="74046" y="32736"/>
                  </a:lnTo>
                  <a:lnTo>
                    <a:pt x="74617" y="29163"/>
                  </a:lnTo>
                  <a:lnTo>
                    <a:pt x="74939" y="25432"/>
                  </a:lnTo>
                  <a:lnTo>
                    <a:pt x="78985" y="13845"/>
                  </a:lnTo>
                  <a:lnTo>
                    <a:pt x="79480" y="12041"/>
                  </a:lnTo>
                  <a:lnTo>
                    <a:pt x="81882" y="388"/>
                  </a:lnTo>
                  <a:lnTo>
                    <a:pt x="82181" y="0"/>
                  </a:lnTo>
                  <a:lnTo>
                    <a:pt x="82827" y="1128"/>
                  </a:lnTo>
                  <a:lnTo>
                    <a:pt x="83017" y="4832"/>
                  </a:lnTo>
                  <a:lnTo>
                    <a:pt x="82929" y="6446"/>
                  </a:lnTo>
                  <a:lnTo>
                    <a:pt x="82539" y="8840"/>
                  </a:lnTo>
                  <a:lnTo>
                    <a:pt x="82316" y="11350"/>
                  </a:lnTo>
                  <a:lnTo>
                    <a:pt x="82593" y="11297"/>
                  </a:lnTo>
                  <a:lnTo>
                    <a:pt x="83738" y="9767"/>
                  </a:lnTo>
                  <a:lnTo>
                    <a:pt x="84934" y="5699"/>
                  </a:lnTo>
                  <a:lnTo>
                    <a:pt x="85608" y="2168"/>
                  </a:lnTo>
                  <a:lnTo>
                    <a:pt x="86182" y="630"/>
                  </a:lnTo>
                  <a:lnTo>
                    <a:pt x="87333" y="1484"/>
                  </a:lnTo>
                  <a:lnTo>
                    <a:pt x="87589" y="2097"/>
                  </a:lnTo>
                  <a:lnTo>
                    <a:pt x="87508" y="4634"/>
                  </a:lnTo>
                  <a:lnTo>
                    <a:pt x="87618" y="6110"/>
                  </a:lnTo>
                  <a:lnTo>
                    <a:pt x="88062" y="9258"/>
                  </a:lnTo>
                  <a:lnTo>
                    <a:pt x="89042" y="11168"/>
                  </a:lnTo>
                  <a:lnTo>
                    <a:pt x="90392" y="12373"/>
                  </a:lnTo>
                  <a:lnTo>
                    <a:pt x="91646" y="14112"/>
                  </a:lnTo>
                  <a:lnTo>
                    <a:pt x="92055" y="15263"/>
                  </a:lnTo>
                  <a:lnTo>
                    <a:pt x="92327" y="16650"/>
                  </a:lnTo>
                  <a:lnTo>
                    <a:pt x="92601" y="18918"/>
                  </a:lnTo>
                  <a:lnTo>
                    <a:pt x="92622" y="21213"/>
                  </a:lnTo>
                  <a:lnTo>
                    <a:pt x="91717" y="23453"/>
                  </a:lnTo>
                  <a:lnTo>
                    <a:pt x="92102" y="27086"/>
                  </a:lnTo>
                  <a:lnTo>
                    <a:pt x="92042" y="29205"/>
                  </a:lnTo>
                  <a:lnTo>
                    <a:pt x="91731" y="31012"/>
                  </a:lnTo>
                  <a:lnTo>
                    <a:pt x="90414" y="32668"/>
                  </a:lnTo>
                  <a:lnTo>
                    <a:pt x="94008" y="31020"/>
                  </a:lnTo>
                  <a:lnTo>
                    <a:pt x="94895" y="30080"/>
                  </a:lnTo>
                  <a:lnTo>
                    <a:pt x="96122" y="27684"/>
                  </a:lnTo>
                  <a:lnTo>
                    <a:pt x="96779" y="29749"/>
                  </a:lnTo>
                  <a:lnTo>
                    <a:pt x="97393" y="33323"/>
                  </a:lnTo>
                  <a:lnTo>
                    <a:pt x="96899" y="34222"/>
                  </a:lnTo>
                  <a:lnTo>
                    <a:pt x="95338" y="35539"/>
                  </a:lnTo>
                  <a:lnTo>
                    <a:pt x="95261" y="36080"/>
                  </a:lnTo>
                  <a:lnTo>
                    <a:pt x="95779" y="37940"/>
                  </a:lnTo>
                  <a:lnTo>
                    <a:pt x="96432" y="37767"/>
                  </a:lnTo>
                  <a:lnTo>
                    <a:pt x="97721" y="36523"/>
                  </a:lnTo>
                  <a:lnTo>
                    <a:pt x="98907" y="34562"/>
                  </a:lnTo>
                  <a:lnTo>
                    <a:pt x="99483" y="34587"/>
                  </a:lnTo>
                  <a:lnTo>
                    <a:pt x="100088" y="34991"/>
                  </a:lnTo>
                  <a:lnTo>
                    <a:pt x="101260" y="36250"/>
                  </a:lnTo>
                  <a:lnTo>
                    <a:pt x="101917" y="37271"/>
                  </a:lnTo>
                  <a:lnTo>
                    <a:pt x="102472" y="38582"/>
                  </a:lnTo>
                  <a:lnTo>
                    <a:pt x="102833" y="41313"/>
                  </a:lnTo>
                  <a:lnTo>
                    <a:pt x="104182" y="42305"/>
                  </a:lnTo>
                  <a:lnTo>
                    <a:pt x="106949" y="46132"/>
                  </a:lnTo>
                  <a:lnTo>
                    <a:pt x="107463" y="46463"/>
                  </a:lnTo>
                  <a:lnTo>
                    <a:pt x="108002" y="46539"/>
                  </a:lnTo>
                  <a:lnTo>
                    <a:pt x="109460" y="46076"/>
                  </a:lnTo>
                  <a:lnTo>
                    <a:pt x="109971" y="46616"/>
                  </a:lnTo>
                  <a:lnTo>
                    <a:pt x="110336" y="47996"/>
                  </a:lnTo>
                  <a:lnTo>
                    <a:pt x="110458" y="49705"/>
                  </a:lnTo>
                  <a:lnTo>
                    <a:pt x="110418" y="51543"/>
                  </a:lnTo>
                  <a:lnTo>
                    <a:pt x="110269" y="52937"/>
                  </a:lnTo>
                  <a:lnTo>
                    <a:pt x="109928" y="54087"/>
                  </a:lnTo>
                  <a:lnTo>
                    <a:pt x="108935" y="55840"/>
                  </a:lnTo>
                  <a:lnTo>
                    <a:pt x="106440" y="58132"/>
                  </a:lnTo>
                  <a:lnTo>
                    <a:pt x="103710" y="59871"/>
                  </a:lnTo>
                  <a:lnTo>
                    <a:pt x="102339" y="59751"/>
                  </a:lnTo>
                  <a:lnTo>
                    <a:pt x="100414" y="58262"/>
                  </a:lnTo>
                  <a:lnTo>
                    <a:pt x="99712" y="58454"/>
                  </a:lnTo>
                  <a:lnTo>
                    <a:pt x="99037" y="59138"/>
                  </a:lnTo>
                  <a:lnTo>
                    <a:pt x="98183" y="63876"/>
                  </a:lnTo>
                  <a:lnTo>
                    <a:pt x="99760" y="68599"/>
                  </a:lnTo>
                  <a:lnTo>
                    <a:pt x="102466" y="73520"/>
                  </a:lnTo>
                  <a:lnTo>
                    <a:pt x="102836" y="74746"/>
                  </a:lnTo>
                  <a:lnTo>
                    <a:pt x="102736" y="76253"/>
                  </a:lnTo>
                  <a:lnTo>
                    <a:pt x="102305" y="77152"/>
                  </a:lnTo>
                  <a:lnTo>
                    <a:pt x="101734" y="77651"/>
                  </a:lnTo>
                  <a:lnTo>
                    <a:pt x="100213" y="78437"/>
                  </a:lnTo>
                  <a:lnTo>
                    <a:pt x="98676" y="79020"/>
                  </a:lnTo>
                  <a:lnTo>
                    <a:pt x="97410" y="79860"/>
                  </a:lnTo>
                  <a:lnTo>
                    <a:pt x="96171" y="80964"/>
                  </a:lnTo>
                  <a:lnTo>
                    <a:pt x="94893" y="80588"/>
                  </a:lnTo>
                  <a:lnTo>
                    <a:pt x="93137" y="78384"/>
                  </a:lnTo>
                  <a:lnTo>
                    <a:pt x="92632" y="78228"/>
                  </a:lnTo>
                  <a:lnTo>
                    <a:pt x="92102" y="79361"/>
                  </a:lnTo>
                  <a:lnTo>
                    <a:pt x="91579" y="8244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4497883" y="3416835"/>
              <a:ext cx="2505" cy="6984"/>
            </a:xfrm>
            <a:custGeom>
              <a:avLst/>
              <a:pathLst>
                <a:path w="2505" h="6984">
                  <a:moveTo>
                    <a:pt x="924" y="5420"/>
                  </a:moveTo>
                  <a:lnTo>
                    <a:pt x="232" y="6984"/>
                  </a:lnTo>
                  <a:lnTo>
                    <a:pt x="0" y="5106"/>
                  </a:lnTo>
                  <a:lnTo>
                    <a:pt x="46" y="2687"/>
                  </a:lnTo>
                  <a:lnTo>
                    <a:pt x="984" y="432"/>
                  </a:lnTo>
                  <a:lnTo>
                    <a:pt x="2315" y="0"/>
                  </a:lnTo>
                  <a:lnTo>
                    <a:pt x="2505" y="1803"/>
                  </a:lnTo>
                  <a:lnTo>
                    <a:pt x="2346" y="3866"/>
                  </a:lnTo>
                  <a:lnTo>
                    <a:pt x="2034" y="493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3301717" y="4135449"/>
              <a:ext cx="153720" cy="353734"/>
            </a:xfrm>
            <a:custGeom>
              <a:avLst/>
              <a:pathLst>
                <a:path w="153720" h="353734">
                  <a:moveTo>
                    <a:pt x="132393" y="19884"/>
                  </a:moveTo>
                  <a:lnTo>
                    <a:pt x="134826" y="18667"/>
                  </a:lnTo>
                  <a:lnTo>
                    <a:pt x="137145" y="17507"/>
                  </a:lnTo>
                  <a:lnTo>
                    <a:pt x="139845" y="16347"/>
                  </a:lnTo>
                  <a:lnTo>
                    <a:pt x="142005" y="15420"/>
                  </a:lnTo>
                  <a:lnTo>
                    <a:pt x="142547" y="15169"/>
                  </a:lnTo>
                  <a:lnTo>
                    <a:pt x="147748" y="16254"/>
                  </a:lnTo>
                  <a:lnTo>
                    <a:pt x="150014" y="17013"/>
                  </a:lnTo>
                  <a:lnTo>
                    <a:pt x="150801" y="17755"/>
                  </a:lnTo>
                  <a:lnTo>
                    <a:pt x="151828" y="19700"/>
                  </a:lnTo>
                  <a:lnTo>
                    <a:pt x="153720" y="24403"/>
                  </a:lnTo>
                  <a:lnTo>
                    <a:pt x="153234" y="24227"/>
                  </a:lnTo>
                  <a:lnTo>
                    <a:pt x="149748" y="25226"/>
                  </a:lnTo>
                  <a:lnTo>
                    <a:pt x="148421" y="26504"/>
                  </a:lnTo>
                  <a:lnTo>
                    <a:pt x="145450" y="32062"/>
                  </a:lnTo>
                  <a:lnTo>
                    <a:pt x="144818" y="31346"/>
                  </a:lnTo>
                  <a:lnTo>
                    <a:pt x="144106" y="30192"/>
                  </a:lnTo>
                  <a:lnTo>
                    <a:pt x="143502" y="29860"/>
                  </a:lnTo>
                  <a:lnTo>
                    <a:pt x="142196" y="31196"/>
                  </a:lnTo>
                  <a:lnTo>
                    <a:pt x="140894" y="32795"/>
                  </a:lnTo>
                  <a:lnTo>
                    <a:pt x="139455" y="35057"/>
                  </a:lnTo>
                  <a:lnTo>
                    <a:pt x="138271" y="37276"/>
                  </a:lnTo>
                  <a:lnTo>
                    <a:pt x="137884" y="38468"/>
                  </a:lnTo>
                  <a:lnTo>
                    <a:pt x="136024" y="43042"/>
                  </a:lnTo>
                  <a:lnTo>
                    <a:pt x="135419" y="43783"/>
                  </a:lnTo>
                  <a:lnTo>
                    <a:pt x="134880" y="44095"/>
                  </a:lnTo>
                  <a:lnTo>
                    <a:pt x="134663" y="43887"/>
                  </a:lnTo>
                  <a:lnTo>
                    <a:pt x="134431" y="41922"/>
                  </a:lnTo>
                  <a:lnTo>
                    <a:pt x="133291" y="37331"/>
                  </a:lnTo>
                  <a:lnTo>
                    <a:pt x="131461" y="31312"/>
                  </a:lnTo>
                  <a:lnTo>
                    <a:pt x="130927" y="30726"/>
                  </a:lnTo>
                  <a:lnTo>
                    <a:pt x="130561" y="30495"/>
                  </a:lnTo>
                  <a:lnTo>
                    <a:pt x="129204" y="30786"/>
                  </a:lnTo>
                  <a:lnTo>
                    <a:pt x="125262" y="32489"/>
                  </a:lnTo>
                  <a:lnTo>
                    <a:pt x="121939" y="33923"/>
                  </a:lnTo>
                  <a:lnTo>
                    <a:pt x="116844" y="36373"/>
                  </a:lnTo>
                  <a:lnTo>
                    <a:pt x="111374" y="38353"/>
                  </a:lnTo>
                  <a:lnTo>
                    <a:pt x="107999" y="39570"/>
                  </a:lnTo>
                  <a:lnTo>
                    <a:pt x="105065" y="39925"/>
                  </a:lnTo>
                  <a:lnTo>
                    <a:pt x="105067" y="45884"/>
                  </a:lnTo>
                  <a:lnTo>
                    <a:pt x="105075" y="57940"/>
                  </a:lnTo>
                  <a:lnTo>
                    <a:pt x="105082" y="69994"/>
                  </a:lnTo>
                  <a:lnTo>
                    <a:pt x="105088" y="82047"/>
                  </a:lnTo>
                  <a:lnTo>
                    <a:pt x="105096" y="94103"/>
                  </a:lnTo>
                  <a:lnTo>
                    <a:pt x="105103" y="106157"/>
                  </a:lnTo>
                  <a:lnTo>
                    <a:pt x="105111" y="118210"/>
                  </a:lnTo>
                  <a:lnTo>
                    <a:pt x="105117" y="130263"/>
                  </a:lnTo>
                  <a:lnTo>
                    <a:pt x="105124" y="142320"/>
                  </a:lnTo>
                  <a:lnTo>
                    <a:pt x="105126" y="147574"/>
                  </a:lnTo>
                  <a:lnTo>
                    <a:pt x="105030" y="148706"/>
                  </a:lnTo>
                  <a:lnTo>
                    <a:pt x="103346" y="148706"/>
                  </a:lnTo>
                  <a:lnTo>
                    <a:pt x="99539" y="148706"/>
                  </a:lnTo>
                  <a:lnTo>
                    <a:pt x="96336" y="148706"/>
                  </a:lnTo>
                  <a:lnTo>
                    <a:pt x="93746" y="148706"/>
                  </a:lnTo>
                  <a:lnTo>
                    <a:pt x="93750" y="155868"/>
                  </a:lnTo>
                  <a:lnTo>
                    <a:pt x="93753" y="164340"/>
                  </a:lnTo>
                  <a:lnTo>
                    <a:pt x="93756" y="172809"/>
                  </a:lnTo>
                  <a:lnTo>
                    <a:pt x="93760" y="181279"/>
                  </a:lnTo>
                  <a:lnTo>
                    <a:pt x="93764" y="189748"/>
                  </a:lnTo>
                  <a:lnTo>
                    <a:pt x="93769" y="198218"/>
                  </a:lnTo>
                  <a:lnTo>
                    <a:pt x="93772" y="206687"/>
                  </a:lnTo>
                  <a:lnTo>
                    <a:pt x="93775" y="215156"/>
                  </a:lnTo>
                  <a:lnTo>
                    <a:pt x="93778" y="223629"/>
                  </a:lnTo>
                  <a:lnTo>
                    <a:pt x="93782" y="230017"/>
                  </a:lnTo>
                  <a:lnTo>
                    <a:pt x="93782" y="230750"/>
                  </a:lnTo>
                  <a:lnTo>
                    <a:pt x="93782" y="243162"/>
                  </a:lnTo>
                  <a:lnTo>
                    <a:pt x="93782" y="256306"/>
                  </a:lnTo>
                  <a:lnTo>
                    <a:pt x="93782" y="269447"/>
                  </a:lnTo>
                  <a:lnTo>
                    <a:pt x="93782" y="282591"/>
                  </a:lnTo>
                  <a:lnTo>
                    <a:pt x="93782" y="295735"/>
                  </a:lnTo>
                  <a:lnTo>
                    <a:pt x="93782" y="308876"/>
                  </a:lnTo>
                  <a:lnTo>
                    <a:pt x="93782" y="322021"/>
                  </a:lnTo>
                  <a:lnTo>
                    <a:pt x="93782" y="335165"/>
                  </a:lnTo>
                  <a:lnTo>
                    <a:pt x="93782" y="339329"/>
                  </a:lnTo>
                  <a:lnTo>
                    <a:pt x="92616" y="339274"/>
                  </a:lnTo>
                  <a:lnTo>
                    <a:pt x="90273" y="340884"/>
                  </a:lnTo>
                  <a:lnTo>
                    <a:pt x="88778" y="342973"/>
                  </a:lnTo>
                  <a:lnTo>
                    <a:pt x="88132" y="345544"/>
                  </a:lnTo>
                  <a:lnTo>
                    <a:pt x="87272" y="347106"/>
                  </a:lnTo>
                  <a:lnTo>
                    <a:pt x="86199" y="347662"/>
                  </a:lnTo>
                  <a:lnTo>
                    <a:pt x="85725" y="348975"/>
                  </a:lnTo>
                  <a:lnTo>
                    <a:pt x="85853" y="351050"/>
                  </a:lnTo>
                  <a:lnTo>
                    <a:pt x="85439" y="352637"/>
                  </a:lnTo>
                  <a:lnTo>
                    <a:pt x="84485" y="353734"/>
                  </a:lnTo>
                  <a:lnTo>
                    <a:pt x="82944" y="353414"/>
                  </a:lnTo>
                  <a:lnTo>
                    <a:pt x="80817" y="351676"/>
                  </a:lnTo>
                  <a:lnTo>
                    <a:pt x="78110" y="351267"/>
                  </a:lnTo>
                  <a:lnTo>
                    <a:pt x="74822" y="352181"/>
                  </a:lnTo>
                  <a:lnTo>
                    <a:pt x="72459" y="351751"/>
                  </a:lnTo>
                  <a:lnTo>
                    <a:pt x="71021" y="349968"/>
                  </a:lnTo>
                  <a:lnTo>
                    <a:pt x="69494" y="348952"/>
                  </a:lnTo>
                  <a:lnTo>
                    <a:pt x="67878" y="348698"/>
                  </a:lnTo>
                  <a:lnTo>
                    <a:pt x="66941" y="347951"/>
                  </a:lnTo>
                  <a:lnTo>
                    <a:pt x="65024" y="346624"/>
                  </a:lnTo>
                  <a:lnTo>
                    <a:pt x="64658" y="344347"/>
                  </a:lnTo>
                  <a:lnTo>
                    <a:pt x="64433" y="342621"/>
                  </a:lnTo>
                  <a:lnTo>
                    <a:pt x="63887" y="340803"/>
                  </a:lnTo>
                  <a:lnTo>
                    <a:pt x="63827" y="339340"/>
                  </a:lnTo>
                  <a:lnTo>
                    <a:pt x="64255" y="338226"/>
                  </a:lnTo>
                  <a:lnTo>
                    <a:pt x="64318" y="336432"/>
                  </a:lnTo>
                  <a:lnTo>
                    <a:pt x="64010" y="333956"/>
                  </a:lnTo>
                  <a:lnTo>
                    <a:pt x="63480" y="332749"/>
                  </a:lnTo>
                  <a:lnTo>
                    <a:pt x="62728" y="332816"/>
                  </a:lnTo>
                  <a:lnTo>
                    <a:pt x="62260" y="331869"/>
                  </a:lnTo>
                  <a:lnTo>
                    <a:pt x="62077" y="329910"/>
                  </a:lnTo>
                  <a:lnTo>
                    <a:pt x="61634" y="328424"/>
                  </a:lnTo>
                  <a:lnTo>
                    <a:pt x="60576" y="326912"/>
                  </a:lnTo>
                  <a:lnTo>
                    <a:pt x="59180" y="328052"/>
                  </a:lnTo>
                  <a:lnTo>
                    <a:pt x="58521" y="329774"/>
                  </a:lnTo>
                  <a:lnTo>
                    <a:pt x="58134" y="332464"/>
                  </a:lnTo>
                  <a:lnTo>
                    <a:pt x="57781" y="333811"/>
                  </a:lnTo>
                  <a:lnTo>
                    <a:pt x="57604" y="336065"/>
                  </a:lnTo>
                  <a:lnTo>
                    <a:pt x="57524" y="337658"/>
                  </a:lnTo>
                  <a:lnTo>
                    <a:pt x="57164" y="339355"/>
                  </a:lnTo>
                  <a:lnTo>
                    <a:pt x="56792" y="340044"/>
                  </a:lnTo>
                  <a:lnTo>
                    <a:pt x="56411" y="339733"/>
                  </a:lnTo>
                  <a:lnTo>
                    <a:pt x="55692" y="340411"/>
                  </a:lnTo>
                  <a:lnTo>
                    <a:pt x="54113" y="342921"/>
                  </a:lnTo>
                  <a:lnTo>
                    <a:pt x="53664" y="344243"/>
                  </a:lnTo>
                  <a:lnTo>
                    <a:pt x="52387" y="341848"/>
                  </a:lnTo>
                  <a:lnTo>
                    <a:pt x="48663" y="332842"/>
                  </a:lnTo>
                  <a:lnTo>
                    <a:pt x="47343" y="330501"/>
                  </a:lnTo>
                  <a:lnTo>
                    <a:pt x="45391" y="324984"/>
                  </a:lnTo>
                  <a:lnTo>
                    <a:pt x="41104" y="307866"/>
                  </a:lnTo>
                  <a:lnTo>
                    <a:pt x="40492" y="304571"/>
                  </a:lnTo>
                  <a:lnTo>
                    <a:pt x="39676" y="296301"/>
                  </a:lnTo>
                  <a:lnTo>
                    <a:pt x="38734" y="290169"/>
                  </a:lnTo>
                  <a:lnTo>
                    <a:pt x="38631" y="286631"/>
                  </a:lnTo>
                  <a:lnTo>
                    <a:pt x="39080" y="284631"/>
                  </a:lnTo>
                  <a:lnTo>
                    <a:pt x="38805" y="281907"/>
                  </a:lnTo>
                  <a:lnTo>
                    <a:pt x="38323" y="279477"/>
                  </a:lnTo>
                  <a:lnTo>
                    <a:pt x="36860" y="276295"/>
                  </a:lnTo>
                  <a:lnTo>
                    <a:pt x="36446" y="265661"/>
                  </a:lnTo>
                  <a:lnTo>
                    <a:pt x="35469" y="258790"/>
                  </a:lnTo>
                  <a:lnTo>
                    <a:pt x="35678" y="253114"/>
                  </a:lnTo>
                  <a:lnTo>
                    <a:pt x="35211" y="247943"/>
                  </a:lnTo>
                  <a:lnTo>
                    <a:pt x="35166" y="244628"/>
                  </a:lnTo>
                  <a:lnTo>
                    <a:pt x="35377" y="238328"/>
                  </a:lnTo>
                  <a:lnTo>
                    <a:pt x="34591" y="231082"/>
                  </a:lnTo>
                  <a:lnTo>
                    <a:pt x="33001" y="223992"/>
                  </a:lnTo>
                  <a:lnTo>
                    <a:pt x="31566" y="213766"/>
                  </a:lnTo>
                  <a:lnTo>
                    <a:pt x="31360" y="209287"/>
                  </a:lnTo>
                  <a:lnTo>
                    <a:pt x="31513" y="197245"/>
                  </a:lnTo>
                  <a:lnTo>
                    <a:pt x="31236" y="192334"/>
                  </a:lnTo>
                  <a:lnTo>
                    <a:pt x="31251" y="186557"/>
                  </a:lnTo>
                  <a:lnTo>
                    <a:pt x="30684" y="180572"/>
                  </a:lnTo>
                  <a:lnTo>
                    <a:pt x="30451" y="177305"/>
                  </a:lnTo>
                  <a:lnTo>
                    <a:pt x="30850" y="174720"/>
                  </a:lnTo>
                  <a:lnTo>
                    <a:pt x="31086" y="175536"/>
                  </a:lnTo>
                  <a:lnTo>
                    <a:pt x="31500" y="175926"/>
                  </a:lnTo>
                  <a:lnTo>
                    <a:pt x="31775" y="172492"/>
                  </a:lnTo>
                  <a:lnTo>
                    <a:pt x="31844" y="169459"/>
                  </a:lnTo>
                  <a:lnTo>
                    <a:pt x="31126" y="161971"/>
                  </a:lnTo>
                  <a:lnTo>
                    <a:pt x="29526" y="154312"/>
                  </a:lnTo>
                  <a:lnTo>
                    <a:pt x="25567" y="141832"/>
                  </a:lnTo>
                  <a:lnTo>
                    <a:pt x="24600" y="137077"/>
                  </a:lnTo>
                  <a:lnTo>
                    <a:pt x="24047" y="133135"/>
                  </a:lnTo>
                  <a:lnTo>
                    <a:pt x="19632" y="116689"/>
                  </a:lnTo>
                  <a:lnTo>
                    <a:pt x="17745" y="105083"/>
                  </a:lnTo>
                  <a:lnTo>
                    <a:pt x="16427" y="95059"/>
                  </a:lnTo>
                  <a:lnTo>
                    <a:pt x="14993" y="90436"/>
                  </a:lnTo>
                  <a:lnTo>
                    <a:pt x="8363" y="57888"/>
                  </a:lnTo>
                  <a:lnTo>
                    <a:pt x="6893" y="52697"/>
                  </a:lnTo>
                  <a:lnTo>
                    <a:pt x="4247" y="46487"/>
                  </a:lnTo>
                  <a:lnTo>
                    <a:pt x="3628" y="44413"/>
                  </a:lnTo>
                  <a:lnTo>
                    <a:pt x="2608" y="38497"/>
                  </a:lnTo>
                  <a:lnTo>
                    <a:pt x="615" y="30556"/>
                  </a:lnTo>
                  <a:lnTo>
                    <a:pt x="134" y="23145"/>
                  </a:lnTo>
                  <a:lnTo>
                    <a:pt x="0" y="14748"/>
                  </a:lnTo>
                  <a:lnTo>
                    <a:pt x="242" y="8319"/>
                  </a:lnTo>
                  <a:lnTo>
                    <a:pt x="2053" y="7649"/>
                  </a:lnTo>
                  <a:lnTo>
                    <a:pt x="3319" y="5935"/>
                  </a:lnTo>
                  <a:lnTo>
                    <a:pt x="4459" y="5817"/>
                  </a:lnTo>
                  <a:lnTo>
                    <a:pt x="5583" y="7159"/>
                  </a:lnTo>
                  <a:lnTo>
                    <a:pt x="6776" y="7260"/>
                  </a:lnTo>
                  <a:lnTo>
                    <a:pt x="7240" y="7038"/>
                  </a:lnTo>
                  <a:lnTo>
                    <a:pt x="9384" y="7240"/>
                  </a:lnTo>
                  <a:lnTo>
                    <a:pt x="10615" y="5699"/>
                  </a:lnTo>
                  <a:lnTo>
                    <a:pt x="12076" y="4152"/>
                  </a:lnTo>
                  <a:lnTo>
                    <a:pt x="12917" y="2804"/>
                  </a:lnTo>
                  <a:lnTo>
                    <a:pt x="14097" y="1411"/>
                  </a:lnTo>
                  <a:lnTo>
                    <a:pt x="15664" y="0"/>
                  </a:lnTo>
                  <a:lnTo>
                    <a:pt x="16554" y="118"/>
                  </a:lnTo>
                  <a:lnTo>
                    <a:pt x="17646" y="646"/>
                  </a:lnTo>
                  <a:lnTo>
                    <a:pt x="19100" y="1185"/>
                  </a:lnTo>
                  <a:lnTo>
                    <a:pt x="19920" y="2138"/>
                  </a:lnTo>
                  <a:lnTo>
                    <a:pt x="20894" y="5127"/>
                  </a:lnTo>
                  <a:lnTo>
                    <a:pt x="22400" y="7854"/>
                  </a:lnTo>
                  <a:lnTo>
                    <a:pt x="23509" y="9476"/>
                  </a:lnTo>
                  <a:lnTo>
                    <a:pt x="24783" y="11614"/>
                  </a:lnTo>
                  <a:lnTo>
                    <a:pt x="25167" y="12442"/>
                  </a:lnTo>
                  <a:lnTo>
                    <a:pt x="25728" y="12898"/>
                  </a:lnTo>
                  <a:lnTo>
                    <a:pt x="26069" y="13037"/>
                  </a:lnTo>
                  <a:lnTo>
                    <a:pt x="28436" y="12708"/>
                  </a:lnTo>
                  <a:lnTo>
                    <a:pt x="30580" y="12411"/>
                  </a:lnTo>
                  <a:lnTo>
                    <a:pt x="32888" y="12419"/>
                  </a:lnTo>
                  <a:lnTo>
                    <a:pt x="37233" y="12437"/>
                  </a:lnTo>
                  <a:lnTo>
                    <a:pt x="41578" y="12454"/>
                  </a:lnTo>
                  <a:lnTo>
                    <a:pt x="45923" y="12468"/>
                  </a:lnTo>
                  <a:lnTo>
                    <a:pt x="50267" y="12486"/>
                  </a:lnTo>
                  <a:lnTo>
                    <a:pt x="54612" y="12503"/>
                  </a:lnTo>
                  <a:lnTo>
                    <a:pt x="58957" y="12520"/>
                  </a:lnTo>
                  <a:lnTo>
                    <a:pt x="63302" y="12538"/>
                  </a:lnTo>
                  <a:lnTo>
                    <a:pt x="67645" y="12555"/>
                  </a:lnTo>
                  <a:lnTo>
                    <a:pt x="69423" y="12561"/>
                  </a:lnTo>
                  <a:lnTo>
                    <a:pt x="72528" y="12656"/>
                  </a:lnTo>
                  <a:lnTo>
                    <a:pt x="75794" y="12757"/>
                  </a:lnTo>
                  <a:lnTo>
                    <a:pt x="76155" y="12927"/>
                  </a:lnTo>
                  <a:lnTo>
                    <a:pt x="76520" y="13501"/>
                  </a:lnTo>
                  <a:lnTo>
                    <a:pt x="76818" y="14038"/>
                  </a:lnTo>
                  <a:lnTo>
                    <a:pt x="77972" y="17798"/>
                  </a:lnTo>
                  <a:lnTo>
                    <a:pt x="79447" y="21734"/>
                  </a:lnTo>
                  <a:lnTo>
                    <a:pt x="80672" y="23598"/>
                  </a:lnTo>
                  <a:lnTo>
                    <a:pt x="82140" y="24698"/>
                  </a:lnTo>
                  <a:lnTo>
                    <a:pt x="83516" y="25116"/>
                  </a:lnTo>
                  <a:lnTo>
                    <a:pt x="84799" y="24845"/>
                  </a:lnTo>
                  <a:lnTo>
                    <a:pt x="86931" y="25347"/>
                  </a:lnTo>
                  <a:lnTo>
                    <a:pt x="89908" y="26622"/>
                  </a:lnTo>
                  <a:lnTo>
                    <a:pt x="93002" y="26998"/>
                  </a:lnTo>
                  <a:lnTo>
                    <a:pt x="96210" y="26475"/>
                  </a:lnTo>
                  <a:lnTo>
                    <a:pt x="98466" y="27177"/>
                  </a:lnTo>
                  <a:lnTo>
                    <a:pt x="99768" y="29101"/>
                  </a:lnTo>
                  <a:lnTo>
                    <a:pt x="101102" y="30406"/>
                  </a:lnTo>
                  <a:lnTo>
                    <a:pt x="102469" y="31087"/>
                  </a:lnTo>
                  <a:lnTo>
                    <a:pt x="104318" y="30683"/>
                  </a:lnTo>
                  <a:lnTo>
                    <a:pt x="106648" y="29196"/>
                  </a:lnTo>
                  <a:lnTo>
                    <a:pt x="108628" y="29410"/>
                  </a:lnTo>
                  <a:lnTo>
                    <a:pt x="109546" y="30489"/>
                  </a:lnTo>
                  <a:lnTo>
                    <a:pt x="110093" y="30524"/>
                  </a:lnTo>
                  <a:lnTo>
                    <a:pt x="113517" y="28960"/>
                  </a:lnTo>
                  <a:lnTo>
                    <a:pt x="116270" y="27702"/>
                  </a:lnTo>
                  <a:lnTo>
                    <a:pt x="120396" y="25702"/>
                  </a:lnTo>
                  <a:lnTo>
                    <a:pt x="123801" y="24051"/>
                  </a:lnTo>
                  <a:lnTo>
                    <a:pt x="128845" y="21604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5069766" y="4300147"/>
              <a:ext cx="1389" cy="3537"/>
            </a:xfrm>
            <a:custGeom>
              <a:avLst/>
              <a:pathLst>
                <a:path w="1389" h="3537">
                  <a:moveTo>
                    <a:pt x="1389" y="2418"/>
                  </a:moveTo>
                  <a:lnTo>
                    <a:pt x="1029" y="3537"/>
                  </a:lnTo>
                  <a:lnTo>
                    <a:pt x="583" y="3306"/>
                  </a:lnTo>
                  <a:lnTo>
                    <a:pt x="246" y="2888"/>
                  </a:lnTo>
                  <a:lnTo>
                    <a:pt x="0" y="2279"/>
                  </a:lnTo>
                  <a:lnTo>
                    <a:pt x="242" y="0"/>
                  </a:lnTo>
                  <a:lnTo>
                    <a:pt x="1219" y="111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5074233" y="4264584"/>
              <a:ext cx="3675" cy="9020"/>
            </a:xfrm>
            <a:custGeom>
              <a:avLst/>
              <a:pathLst>
                <a:path w="3675" h="9020">
                  <a:moveTo>
                    <a:pt x="2220" y="2721"/>
                  </a:moveTo>
                  <a:lnTo>
                    <a:pt x="2753" y="3266"/>
                  </a:lnTo>
                  <a:lnTo>
                    <a:pt x="3675" y="3171"/>
                  </a:lnTo>
                  <a:lnTo>
                    <a:pt x="3466" y="8212"/>
                  </a:lnTo>
                  <a:lnTo>
                    <a:pt x="2169" y="9020"/>
                  </a:lnTo>
                  <a:lnTo>
                    <a:pt x="1718" y="8974"/>
                  </a:lnTo>
                  <a:lnTo>
                    <a:pt x="1429" y="7915"/>
                  </a:lnTo>
                  <a:lnTo>
                    <a:pt x="686" y="7216"/>
                  </a:lnTo>
                  <a:lnTo>
                    <a:pt x="722" y="5488"/>
                  </a:lnTo>
                  <a:lnTo>
                    <a:pt x="0" y="1618"/>
                  </a:lnTo>
                  <a:lnTo>
                    <a:pt x="1255" y="1033"/>
                  </a:lnTo>
                  <a:lnTo>
                    <a:pt x="1965" y="0"/>
                  </a:lnTo>
                  <a:lnTo>
                    <a:pt x="1925" y="940"/>
                  </a:lnTo>
                  <a:lnTo>
                    <a:pt x="2034" y="204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5065345" y="4244953"/>
              <a:ext cx="4517" cy="14633"/>
            </a:xfrm>
            <a:custGeom>
              <a:avLst/>
              <a:pathLst>
                <a:path w="4517" h="14633">
                  <a:moveTo>
                    <a:pt x="4180" y="14393"/>
                  </a:moveTo>
                  <a:lnTo>
                    <a:pt x="3559" y="14633"/>
                  </a:lnTo>
                  <a:lnTo>
                    <a:pt x="2731" y="12506"/>
                  </a:lnTo>
                  <a:lnTo>
                    <a:pt x="1148" y="11438"/>
                  </a:lnTo>
                  <a:lnTo>
                    <a:pt x="453" y="9565"/>
                  </a:lnTo>
                  <a:lnTo>
                    <a:pt x="0" y="7358"/>
                  </a:lnTo>
                  <a:lnTo>
                    <a:pt x="897" y="6813"/>
                  </a:lnTo>
                  <a:lnTo>
                    <a:pt x="1779" y="3840"/>
                  </a:lnTo>
                  <a:lnTo>
                    <a:pt x="1177" y="2735"/>
                  </a:lnTo>
                  <a:lnTo>
                    <a:pt x="139" y="2539"/>
                  </a:lnTo>
                  <a:lnTo>
                    <a:pt x="261" y="1379"/>
                  </a:lnTo>
                  <a:lnTo>
                    <a:pt x="1944" y="0"/>
                  </a:lnTo>
                  <a:lnTo>
                    <a:pt x="2682" y="799"/>
                  </a:lnTo>
                  <a:lnTo>
                    <a:pt x="3011" y="1742"/>
                  </a:lnTo>
                  <a:lnTo>
                    <a:pt x="2960" y="6440"/>
                  </a:lnTo>
                  <a:lnTo>
                    <a:pt x="3726" y="7935"/>
                  </a:lnTo>
                  <a:lnTo>
                    <a:pt x="4517" y="11280"/>
                  </a:lnTo>
                  <a:lnTo>
                    <a:pt x="4514" y="1221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5059222" y="4237266"/>
              <a:ext cx="2012" cy="8723"/>
            </a:xfrm>
            <a:custGeom>
              <a:avLst/>
              <a:pathLst>
                <a:path w="2012" h="8723">
                  <a:moveTo>
                    <a:pt x="604" y="8431"/>
                  </a:moveTo>
                  <a:lnTo>
                    <a:pt x="0" y="8723"/>
                  </a:lnTo>
                  <a:lnTo>
                    <a:pt x="729" y="6019"/>
                  </a:lnTo>
                  <a:lnTo>
                    <a:pt x="750" y="4366"/>
                  </a:lnTo>
                  <a:lnTo>
                    <a:pt x="1043" y="1096"/>
                  </a:lnTo>
                  <a:lnTo>
                    <a:pt x="1010" y="0"/>
                  </a:lnTo>
                  <a:lnTo>
                    <a:pt x="1489" y="144"/>
                  </a:lnTo>
                  <a:lnTo>
                    <a:pt x="2012" y="1087"/>
                  </a:lnTo>
                  <a:lnTo>
                    <a:pt x="1411" y="1895"/>
                  </a:lnTo>
                  <a:lnTo>
                    <a:pt x="1212" y="3309"/>
                  </a:lnTo>
                  <a:lnTo>
                    <a:pt x="1233" y="5081"/>
                  </a:lnTo>
                  <a:lnTo>
                    <a:pt x="1465" y="5404"/>
                  </a:lnTo>
                  <a:lnTo>
                    <a:pt x="1082" y="734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5031330" y="4229232"/>
              <a:ext cx="33691" cy="66032"/>
            </a:xfrm>
            <a:custGeom>
              <a:avLst/>
              <a:pathLst>
                <a:path w="33691" h="66032">
                  <a:moveTo>
                    <a:pt x="1873" y="3090"/>
                  </a:moveTo>
                  <a:lnTo>
                    <a:pt x="3154" y="4945"/>
                  </a:lnTo>
                  <a:lnTo>
                    <a:pt x="4526" y="4158"/>
                  </a:lnTo>
                  <a:lnTo>
                    <a:pt x="6254" y="7081"/>
                  </a:lnTo>
                  <a:lnTo>
                    <a:pt x="10655" y="15943"/>
                  </a:lnTo>
                  <a:lnTo>
                    <a:pt x="12202" y="17818"/>
                  </a:lnTo>
                  <a:lnTo>
                    <a:pt x="13109" y="18537"/>
                  </a:lnTo>
                  <a:lnTo>
                    <a:pt x="13797" y="19988"/>
                  </a:lnTo>
                  <a:lnTo>
                    <a:pt x="14413" y="22029"/>
                  </a:lnTo>
                  <a:lnTo>
                    <a:pt x="15253" y="23471"/>
                  </a:lnTo>
                  <a:lnTo>
                    <a:pt x="15615" y="24816"/>
                  </a:lnTo>
                  <a:lnTo>
                    <a:pt x="15706" y="26631"/>
                  </a:lnTo>
                  <a:lnTo>
                    <a:pt x="16009" y="27748"/>
                  </a:lnTo>
                  <a:lnTo>
                    <a:pt x="17545" y="30685"/>
                  </a:lnTo>
                  <a:lnTo>
                    <a:pt x="18458" y="33262"/>
                  </a:lnTo>
                  <a:lnTo>
                    <a:pt x="19727" y="34578"/>
                  </a:lnTo>
                  <a:lnTo>
                    <a:pt x="20275" y="36116"/>
                  </a:lnTo>
                  <a:lnTo>
                    <a:pt x="20985" y="36867"/>
                  </a:lnTo>
                  <a:lnTo>
                    <a:pt x="21713" y="38439"/>
                  </a:lnTo>
                  <a:lnTo>
                    <a:pt x="22943" y="39666"/>
                  </a:lnTo>
                  <a:lnTo>
                    <a:pt x="25731" y="44196"/>
                  </a:lnTo>
                  <a:lnTo>
                    <a:pt x="27885" y="48499"/>
                  </a:lnTo>
                  <a:lnTo>
                    <a:pt x="28958" y="51159"/>
                  </a:lnTo>
                  <a:lnTo>
                    <a:pt x="30118" y="53528"/>
                  </a:lnTo>
                  <a:lnTo>
                    <a:pt x="31600" y="55418"/>
                  </a:lnTo>
                  <a:lnTo>
                    <a:pt x="32988" y="57580"/>
                  </a:lnTo>
                  <a:lnTo>
                    <a:pt x="33691" y="62644"/>
                  </a:lnTo>
                  <a:lnTo>
                    <a:pt x="33305" y="64456"/>
                  </a:lnTo>
                  <a:lnTo>
                    <a:pt x="32507" y="65357"/>
                  </a:lnTo>
                  <a:lnTo>
                    <a:pt x="31768" y="65420"/>
                  </a:lnTo>
                  <a:lnTo>
                    <a:pt x="31077" y="66032"/>
                  </a:lnTo>
                  <a:lnTo>
                    <a:pt x="28766" y="62762"/>
                  </a:lnTo>
                  <a:lnTo>
                    <a:pt x="28216" y="62280"/>
                  </a:lnTo>
                  <a:lnTo>
                    <a:pt x="27601" y="62482"/>
                  </a:lnTo>
                  <a:lnTo>
                    <a:pt x="27257" y="61758"/>
                  </a:lnTo>
                  <a:lnTo>
                    <a:pt x="27015" y="60714"/>
                  </a:lnTo>
                  <a:lnTo>
                    <a:pt x="25606" y="59499"/>
                  </a:lnTo>
                  <a:lnTo>
                    <a:pt x="24293" y="57551"/>
                  </a:lnTo>
                  <a:lnTo>
                    <a:pt x="23912" y="56229"/>
                  </a:lnTo>
                  <a:lnTo>
                    <a:pt x="23692" y="54584"/>
                  </a:lnTo>
                  <a:lnTo>
                    <a:pt x="23378" y="53635"/>
                  </a:lnTo>
                  <a:lnTo>
                    <a:pt x="21526" y="52198"/>
                  </a:lnTo>
                  <a:lnTo>
                    <a:pt x="20282" y="50596"/>
                  </a:lnTo>
                  <a:lnTo>
                    <a:pt x="19378" y="48337"/>
                  </a:lnTo>
                  <a:lnTo>
                    <a:pt x="17974" y="46767"/>
                  </a:lnTo>
                  <a:lnTo>
                    <a:pt x="15787" y="43541"/>
                  </a:lnTo>
                  <a:lnTo>
                    <a:pt x="14663" y="42508"/>
                  </a:lnTo>
                  <a:lnTo>
                    <a:pt x="13679" y="40895"/>
                  </a:lnTo>
                  <a:lnTo>
                    <a:pt x="11047" y="35026"/>
                  </a:lnTo>
                  <a:lnTo>
                    <a:pt x="10107" y="33932"/>
                  </a:lnTo>
                  <a:lnTo>
                    <a:pt x="9288" y="31323"/>
                  </a:lnTo>
                  <a:lnTo>
                    <a:pt x="7021" y="25134"/>
                  </a:lnTo>
                  <a:lnTo>
                    <a:pt x="5929" y="22586"/>
                  </a:lnTo>
                  <a:lnTo>
                    <a:pt x="4739" y="20317"/>
                  </a:lnTo>
                  <a:lnTo>
                    <a:pt x="3829" y="17663"/>
                  </a:lnTo>
                  <a:lnTo>
                    <a:pt x="3129" y="14514"/>
                  </a:lnTo>
                  <a:lnTo>
                    <a:pt x="1503" y="10007"/>
                  </a:lnTo>
                  <a:lnTo>
                    <a:pt x="1304" y="8079"/>
                  </a:lnTo>
                  <a:lnTo>
                    <a:pt x="1371" y="6100"/>
                  </a:lnTo>
                  <a:lnTo>
                    <a:pt x="980" y="4827"/>
                  </a:lnTo>
                  <a:lnTo>
                    <a:pt x="314" y="4051"/>
                  </a:lnTo>
                  <a:lnTo>
                    <a:pt x="0" y="2721"/>
                  </a:lnTo>
                  <a:lnTo>
                    <a:pt x="36" y="926"/>
                  </a:lnTo>
                  <a:lnTo>
                    <a:pt x="253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4984670" y="4198890"/>
              <a:ext cx="532" cy="6455"/>
            </a:xfrm>
            <a:custGeom>
              <a:avLst/>
              <a:pathLst>
                <a:path w="532" h="6455">
                  <a:moveTo>
                    <a:pt x="267" y="5823"/>
                  </a:moveTo>
                  <a:lnTo>
                    <a:pt x="93" y="6455"/>
                  </a:lnTo>
                  <a:lnTo>
                    <a:pt x="0" y="1763"/>
                  </a:lnTo>
                  <a:lnTo>
                    <a:pt x="359" y="0"/>
                  </a:lnTo>
                  <a:lnTo>
                    <a:pt x="532" y="365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3170472" y="2939139"/>
              <a:ext cx="179408" cy="349316"/>
            </a:xfrm>
            <a:custGeom>
              <a:avLst/>
              <a:pathLst>
                <a:path w="179408" h="349316">
                  <a:moveTo>
                    <a:pt x="168232" y="15415"/>
                  </a:moveTo>
                  <a:lnTo>
                    <a:pt x="169481" y="32489"/>
                  </a:lnTo>
                  <a:lnTo>
                    <a:pt x="170427" y="47154"/>
                  </a:lnTo>
                  <a:lnTo>
                    <a:pt x="170490" y="56499"/>
                  </a:lnTo>
                  <a:lnTo>
                    <a:pt x="170535" y="58935"/>
                  </a:lnTo>
                  <a:lnTo>
                    <a:pt x="170921" y="60588"/>
                  </a:lnTo>
                  <a:lnTo>
                    <a:pt x="171805" y="62240"/>
                  </a:lnTo>
                  <a:lnTo>
                    <a:pt x="175367" y="75748"/>
                  </a:lnTo>
                  <a:lnTo>
                    <a:pt x="174606" y="78097"/>
                  </a:lnTo>
                  <a:lnTo>
                    <a:pt x="175137" y="82281"/>
                  </a:lnTo>
                  <a:lnTo>
                    <a:pt x="176061" y="84082"/>
                  </a:lnTo>
                  <a:lnTo>
                    <a:pt x="179023" y="92134"/>
                  </a:lnTo>
                  <a:lnTo>
                    <a:pt x="179408" y="93720"/>
                  </a:lnTo>
                  <a:lnTo>
                    <a:pt x="179245" y="94991"/>
                  </a:lnTo>
                  <a:lnTo>
                    <a:pt x="177171" y="104464"/>
                  </a:lnTo>
                  <a:lnTo>
                    <a:pt x="176818" y="106784"/>
                  </a:lnTo>
                  <a:lnTo>
                    <a:pt x="176404" y="118865"/>
                  </a:lnTo>
                  <a:lnTo>
                    <a:pt x="176112" y="127388"/>
                  </a:lnTo>
                  <a:lnTo>
                    <a:pt x="175711" y="139088"/>
                  </a:lnTo>
                  <a:lnTo>
                    <a:pt x="175233" y="153088"/>
                  </a:lnTo>
                  <a:lnTo>
                    <a:pt x="174847" y="164901"/>
                  </a:lnTo>
                  <a:lnTo>
                    <a:pt x="174338" y="180526"/>
                  </a:lnTo>
                  <a:lnTo>
                    <a:pt x="173857" y="195303"/>
                  </a:lnTo>
                  <a:lnTo>
                    <a:pt x="170879" y="203415"/>
                  </a:lnTo>
                  <a:lnTo>
                    <a:pt x="165594" y="217813"/>
                  </a:lnTo>
                  <a:lnTo>
                    <a:pt x="161294" y="229528"/>
                  </a:lnTo>
                  <a:lnTo>
                    <a:pt x="159139" y="237370"/>
                  </a:lnTo>
                  <a:lnTo>
                    <a:pt x="154925" y="252696"/>
                  </a:lnTo>
                  <a:lnTo>
                    <a:pt x="153054" y="262605"/>
                  </a:lnTo>
                  <a:lnTo>
                    <a:pt x="151593" y="267783"/>
                  </a:lnTo>
                  <a:lnTo>
                    <a:pt x="150850" y="269995"/>
                  </a:lnTo>
                  <a:lnTo>
                    <a:pt x="151503" y="277271"/>
                  </a:lnTo>
                  <a:lnTo>
                    <a:pt x="152645" y="289973"/>
                  </a:lnTo>
                  <a:lnTo>
                    <a:pt x="150608" y="290056"/>
                  </a:lnTo>
                  <a:lnTo>
                    <a:pt x="149437" y="290970"/>
                  </a:lnTo>
                  <a:lnTo>
                    <a:pt x="147961" y="293860"/>
                  </a:lnTo>
                  <a:lnTo>
                    <a:pt x="146310" y="294998"/>
                  </a:lnTo>
                  <a:lnTo>
                    <a:pt x="144303" y="297524"/>
                  </a:lnTo>
                  <a:lnTo>
                    <a:pt x="143034" y="299553"/>
                  </a:lnTo>
                  <a:lnTo>
                    <a:pt x="141840" y="301143"/>
                  </a:lnTo>
                  <a:lnTo>
                    <a:pt x="140197" y="305050"/>
                  </a:lnTo>
                  <a:lnTo>
                    <a:pt x="139664" y="308022"/>
                  </a:lnTo>
                  <a:lnTo>
                    <a:pt x="138027" y="308615"/>
                  </a:lnTo>
                  <a:lnTo>
                    <a:pt x="135744" y="308120"/>
                  </a:lnTo>
                  <a:lnTo>
                    <a:pt x="134291" y="305125"/>
                  </a:lnTo>
                  <a:lnTo>
                    <a:pt x="130922" y="301996"/>
                  </a:lnTo>
                  <a:lnTo>
                    <a:pt x="128739" y="300730"/>
                  </a:lnTo>
                  <a:lnTo>
                    <a:pt x="127726" y="300344"/>
                  </a:lnTo>
                  <a:lnTo>
                    <a:pt x="122582" y="299814"/>
                  </a:lnTo>
                  <a:lnTo>
                    <a:pt x="117097" y="301035"/>
                  </a:lnTo>
                  <a:lnTo>
                    <a:pt x="114300" y="302489"/>
                  </a:lnTo>
                  <a:lnTo>
                    <a:pt x="113790" y="302811"/>
                  </a:lnTo>
                  <a:lnTo>
                    <a:pt x="112206" y="304701"/>
                  </a:lnTo>
                  <a:lnTo>
                    <a:pt x="110890" y="306796"/>
                  </a:lnTo>
                  <a:lnTo>
                    <a:pt x="107332" y="316388"/>
                  </a:lnTo>
                  <a:lnTo>
                    <a:pt x="102627" y="316068"/>
                  </a:lnTo>
                  <a:lnTo>
                    <a:pt x="99857" y="315004"/>
                  </a:lnTo>
                  <a:lnTo>
                    <a:pt x="97506" y="313507"/>
                  </a:lnTo>
                  <a:lnTo>
                    <a:pt x="94161" y="309029"/>
                  </a:lnTo>
                  <a:lnTo>
                    <a:pt x="90061" y="302189"/>
                  </a:lnTo>
                  <a:lnTo>
                    <a:pt x="88480" y="301256"/>
                  </a:lnTo>
                  <a:lnTo>
                    <a:pt x="87057" y="300719"/>
                  </a:lnTo>
                  <a:lnTo>
                    <a:pt x="86583" y="300808"/>
                  </a:lnTo>
                  <a:lnTo>
                    <a:pt x="81690" y="307626"/>
                  </a:lnTo>
                  <a:lnTo>
                    <a:pt x="80746" y="307476"/>
                  </a:lnTo>
                  <a:lnTo>
                    <a:pt x="79592" y="308242"/>
                  </a:lnTo>
                  <a:lnTo>
                    <a:pt x="78831" y="309933"/>
                  </a:lnTo>
                  <a:lnTo>
                    <a:pt x="78271" y="310787"/>
                  </a:lnTo>
                  <a:lnTo>
                    <a:pt x="77685" y="310924"/>
                  </a:lnTo>
                  <a:lnTo>
                    <a:pt x="76914" y="310550"/>
                  </a:lnTo>
                  <a:lnTo>
                    <a:pt x="76158" y="309514"/>
                  </a:lnTo>
                  <a:lnTo>
                    <a:pt x="75405" y="307611"/>
                  </a:lnTo>
                  <a:lnTo>
                    <a:pt x="73386" y="300029"/>
                  </a:lnTo>
                  <a:lnTo>
                    <a:pt x="72971" y="298703"/>
                  </a:lnTo>
                  <a:lnTo>
                    <a:pt x="72109" y="296449"/>
                  </a:lnTo>
                  <a:lnTo>
                    <a:pt x="70658" y="292956"/>
                  </a:lnTo>
                  <a:lnTo>
                    <a:pt x="69676" y="291326"/>
                  </a:lnTo>
                  <a:lnTo>
                    <a:pt x="69078" y="290906"/>
                  </a:lnTo>
                  <a:lnTo>
                    <a:pt x="68364" y="291182"/>
                  </a:lnTo>
                  <a:lnTo>
                    <a:pt x="64434" y="288176"/>
                  </a:lnTo>
                  <a:lnTo>
                    <a:pt x="60503" y="285001"/>
                  </a:lnTo>
                  <a:lnTo>
                    <a:pt x="59638" y="285405"/>
                  </a:lnTo>
                  <a:lnTo>
                    <a:pt x="59022" y="286064"/>
                  </a:lnTo>
                  <a:lnTo>
                    <a:pt x="57663" y="288417"/>
                  </a:lnTo>
                  <a:lnTo>
                    <a:pt x="56062" y="288846"/>
                  </a:lnTo>
                  <a:lnTo>
                    <a:pt x="54027" y="288657"/>
                  </a:lnTo>
                  <a:lnTo>
                    <a:pt x="52910" y="288342"/>
                  </a:lnTo>
                  <a:lnTo>
                    <a:pt x="51110" y="289127"/>
                  </a:lnTo>
                  <a:lnTo>
                    <a:pt x="49914" y="290055"/>
                  </a:lnTo>
                  <a:lnTo>
                    <a:pt x="48346" y="291659"/>
                  </a:lnTo>
                  <a:lnTo>
                    <a:pt x="46311" y="295986"/>
                  </a:lnTo>
                  <a:lnTo>
                    <a:pt x="45727" y="296546"/>
                  </a:lnTo>
                  <a:lnTo>
                    <a:pt x="45236" y="297268"/>
                  </a:lnTo>
                  <a:lnTo>
                    <a:pt x="44553" y="309154"/>
                  </a:lnTo>
                  <a:lnTo>
                    <a:pt x="44001" y="312723"/>
                  </a:lnTo>
                  <a:lnTo>
                    <a:pt x="42968" y="317440"/>
                  </a:lnTo>
                  <a:lnTo>
                    <a:pt x="40940" y="321957"/>
                  </a:lnTo>
                  <a:lnTo>
                    <a:pt x="39548" y="324681"/>
                  </a:lnTo>
                  <a:lnTo>
                    <a:pt x="39516" y="328366"/>
                  </a:lnTo>
                  <a:lnTo>
                    <a:pt x="39406" y="334384"/>
                  </a:lnTo>
                  <a:lnTo>
                    <a:pt x="39388" y="338522"/>
                  </a:lnTo>
                  <a:lnTo>
                    <a:pt x="39480" y="341217"/>
                  </a:lnTo>
                  <a:lnTo>
                    <a:pt x="39247" y="342500"/>
                  </a:lnTo>
                  <a:lnTo>
                    <a:pt x="39153" y="343672"/>
                  </a:lnTo>
                  <a:lnTo>
                    <a:pt x="39228" y="345432"/>
                  </a:lnTo>
                  <a:lnTo>
                    <a:pt x="39556" y="346262"/>
                  </a:lnTo>
                  <a:lnTo>
                    <a:pt x="39754" y="347361"/>
                  </a:lnTo>
                  <a:lnTo>
                    <a:pt x="39622" y="348266"/>
                  </a:lnTo>
                  <a:lnTo>
                    <a:pt x="38966" y="349316"/>
                  </a:lnTo>
                  <a:lnTo>
                    <a:pt x="38243" y="346622"/>
                  </a:lnTo>
                  <a:lnTo>
                    <a:pt x="37313" y="344716"/>
                  </a:lnTo>
                  <a:lnTo>
                    <a:pt x="36293" y="343874"/>
                  </a:lnTo>
                  <a:lnTo>
                    <a:pt x="35602" y="342494"/>
                  </a:lnTo>
                  <a:lnTo>
                    <a:pt x="35241" y="340581"/>
                  </a:lnTo>
                  <a:lnTo>
                    <a:pt x="33904" y="336853"/>
                  </a:lnTo>
                  <a:lnTo>
                    <a:pt x="30821" y="329476"/>
                  </a:lnTo>
                  <a:lnTo>
                    <a:pt x="30504" y="329300"/>
                  </a:lnTo>
                  <a:lnTo>
                    <a:pt x="29994" y="329000"/>
                  </a:lnTo>
                  <a:lnTo>
                    <a:pt x="29122" y="329893"/>
                  </a:lnTo>
                  <a:lnTo>
                    <a:pt x="28587" y="331099"/>
                  </a:lnTo>
                  <a:lnTo>
                    <a:pt x="28213" y="331572"/>
                  </a:lnTo>
                  <a:lnTo>
                    <a:pt x="27645" y="331644"/>
                  </a:lnTo>
                  <a:lnTo>
                    <a:pt x="26179" y="332576"/>
                  </a:lnTo>
                  <a:lnTo>
                    <a:pt x="25006" y="333784"/>
                  </a:lnTo>
                  <a:lnTo>
                    <a:pt x="24975" y="334774"/>
                  </a:lnTo>
                  <a:lnTo>
                    <a:pt x="25536" y="340362"/>
                  </a:lnTo>
                  <a:lnTo>
                    <a:pt x="25269" y="343383"/>
                  </a:lnTo>
                  <a:lnTo>
                    <a:pt x="24749" y="341937"/>
                  </a:lnTo>
                  <a:lnTo>
                    <a:pt x="23058" y="336309"/>
                  </a:lnTo>
                  <a:lnTo>
                    <a:pt x="21888" y="332128"/>
                  </a:lnTo>
                  <a:lnTo>
                    <a:pt x="21678" y="331200"/>
                  </a:lnTo>
                  <a:lnTo>
                    <a:pt x="21513" y="329764"/>
                  </a:lnTo>
                  <a:lnTo>
                    <a:pt x="21628" y="329138"/>
                  </a:lnTo>
                  <a:lnTo>
                    <a:pt x="22092" y="328704"/>
                  </a:lnTo>
                  <a:lnTo>
                    <a:pt x="23164" y="328150"/>
                  </a:lnTo>
                  <a:lnTo>
                    <a:pt x="23364" y="327717"/>
                  </a:lnTo>
                  <a:lnTo>
                    <a:pt x="23419" y="326570"/>
                  </a:lnTo>
                  <a:lnTo>
                    <a:pt x="23252" y="324432"/>
                  </a:lnTo>
                  <a:lnTo>
                    <a:pt x="22664" y="321536"/>
                  </a:lnTo>
                  <a:lnTo>
                    <a:pt x="22037" y="319620"/>
                  </a:lnTo>
                  <a:lnTo>
                    <a:pt x="21688" y="319245"/>
                  </a:lnTo>
                  <a:lnTo>
                    <a:pt x="21047" y="319178"/>
                  </a:lnTo>
                  <a:lnTo>
                    <a:pt x="20352" y="319438"/>
                  </a:lnTo>
                  <a:lnTo>
                    <a:pt x="19043" y="321788"/>
                  </a:lnTo>
                  <a:lnTo>
                    <a:pt x="18463" y="322220"/>
                  </a:lnTo>
                  <a:lnTo>
                    <a:pt x="17115" y="322026"/>
                  </a:lnTo>
                  <a:lnTo>
                    <a:pt x="15909" y="321566"/>
                  </a:lnTo>
                  <a:lnTo>
                    <a:pt x="15177" y="320353"/>
                  </a:lnTo>
                  <a:lnTo>
                    <a:pt x="13000" y="315690"/>
                  </a:lnTo>
                  <a:lnTo>
                    <a:pt x="10593" y="310759"/>
                  </a:lnTo>
                  <a:lnTo>
                    <a:pt x="9584" y="310060"/>
                  </a:lnTo>
                  <a:lnTo>
                    <a:pt x="9350" y="309555"/>
                  </a:lnTo>
                  <a:lnTo>
                    <a:pt x="9188" y="305759"/>
                  </a:lnTo>
                  <a:lnTo>
                    <a:pt x="9230" y="301204"/>
                  </a:lnTo>
                  <a:lnTo>
                    <a:pt x="9363" y="300012"/>
                  </a:lnTo>
                  <a:lnTo>
                    <a:pt x="10367" y="300723"/>
                  </a:lnTo>
                  <a:lnTo>
                    <a:pt x="11435" y="301054"/>
                  </a:lnTo>
                  <a:lnTo>
                    <a:pt x="11779" y="300228"/>
                  </a:lnTo>
                  <a:lnTo>
                    <a:pt x="10925" y="298608"/>
                  </a:lnTo>
                  <a:lnTo>
                    <a:pt x="9697" y="296967"/>
                  </a:lnTo>
                  <a:lnTo>
                    <a:pt x="9241" y="294483"/>
                  </a:lnTo>
                  <a:lnTo>
                    <a:pt x="8888" y="293620"/>
                  </a:lnTo>
                  <a:lnTo>
                    <a:pt x="8335" y="292740"/>
                  </a:lnTo>
                  <a:lnTo>
                    <a:pt x="7703" y="292283"/>
                  </a:lnTo>
                  <a:lnTo>
                    <a:pt x="7065" y="291584"/>
                  </a:lnTo>
                  <a:lnTo>
                    <a:pt x="6630" y="290861"/>
                  </a:lnTo>
                  <a:lnTo>
                    <a:pt x="5912" y="290540"/>
                  </a:lnTo>
                  <a:lnTo>
                    <a:pt x="5158" y="290007"/>
                  </a:lnTo>
                  <a:lnTo>
                    <a:pt x="4070" y="285979"/>
                  </a:lnTo>
                  <a:lnTo>
                    <a:pt x="3012" y="282067"/>
                  </a:lnTo>
                  <a:lnTo>
                    <a:pt x="2386" y="278987"/>
                  </a:lnTo>
                  <a:lnTo>
                    <a:pt x="2169" y="277136"/>
                  </a:lnTo>
                  <a:lnTo>
                    <a:pt x="2482" y="273980"/>
                  </a:lnTo>
                  <a:lnTo>
                    <a:pt x="2165" y="272732"/>
                  </a:lnTo>
                  <a:lnTo>
                    <a:pt x="984" y="269529"/>
                  </a:lnTo>
                  <a:lnTo>
                    <a:pt x="0" y="266551"/>
                  </a:lnTo>
                  <a:lnTo>
                    <a:pt x="240" y="261950"/>
                  </a:lnTo>
                  <a:lnTo>
                    <a:pt x="441" y="258112"/>
                  </a:lnTo>
                  <a:lnTo>
                    <a:pt x="453" y="255682"/>
                  </a:lnTo>
                  <a:lnTo>
                    <a:pt x="608" y="254310"/>
                  </a:lnTo>
                  <a:lnTo>
                    <a:pt x="736" y="252768"/>
                  </a:lnTo>
                  <a:lnTo>
                    <a:pt x="1389" y="252280"/>
                  </a:lnTo>
                  <a:lnTo>
                    <a:pt x="3056" y="252315"/>
                  </a:lnTo>
                  <a:lnTo>
                    <a:pt x="6299" y="253028"/>
                  </a:lnTo>
                  <a:lnTo>
                    <a:pt x="8898" y="252223"/>
                  </a:lnTo>
                  <a:lnTo>
                    <a:pt x="9041" y="252081"/>
                  </a:lnTo>
                  <a:lnTo>
                    <a:pt x="10871" y="247968"/>
                  </a:lnTo>
                  <a:lnTo>
                    <a:pt x="12903" y="243649"/>
                  </a:lnTo>
                  <a:lnTo>
                    <a:pt x="15957" y="243229"/>
                  </a:lnTo>
                  <a:lnTo>
                    <a:pt x="19253" y="242779"/>
                  </a:lnTo>
                  <a:lnTo>
                    <a:pt x="21851" y="242553"/>
                  </a:lnTo>
                  <a:lnTo>
                    <a:pt x="25628" y="242227"/>
                  </a:lnTo>
                  <a:lnTo>
                    <a:pt x="28681" y="241947"/>
                  </a:lnTo>
                  <a:lnTo>
                    <a:pt x="32217" y="241619"/>
                  </a:lnTo>
                  <a:lnTo>
                    <a:pt x="32325" y="239630"/>
                  </a:lnTo>
                  <a:lnTo>
                    <a:pt x="32539" y="239140"/>
                  </a:lnTo>
                  <a:lnTo>
                    <a:pt x="32888" y="239071"/>
                  </a:lnTo>
                  <a:lnTo>
                    <a:pt x="35488" y="240137"/>
                  </a:lnTo>
                  <a:lnTo>
                    <a:pt x="37932" y="241165"/>
                  </a:lnTo>
                  <a:lnTo>
                    <a:pt x="38116" y="237419"/>
                  </a:lnTo>
                  <a:lnTo>
                    <a:pt x="40263" y="232733"/>
                  </a:lnTo>
                  <a:lnTo>
                    <a:pt x="41477" y="231778"/>
                  </a:lnTo>
                  <a:lnTo>
                    <a:pt x="41777" y="230960"/>
                  </a:lnTo>
                  <a:lnTo>
                    <a:pt x="42163" y="229377"/>
                  </a:lnTo>
                  <a:lnTo>
                    <a:pt x="42402" y="226933"/>
                  </a:lnTo>
                  <a:lnTo>
                    <a:pt x="42507" y="225194"/>
                  </a:lnTo>
                  <a:lnTo>
                    <a:pt x="42960" y="223751"/>
                  </a:lnTo>
                  <a:lnTo>
                    <a:pt x="43290" y="221095"/>
                  </a:lnTo>
                  <a:lnTo>
                    <a:pt x="43729" y="216451"/>
                  </a:lnTo>
                  <a:lnTo>
                    <a:pt x="44938" y="211575"/>
                  </a:lnTo>
                  <a:lnTo>
                    <a:pt x="45629" y="204954"/>
                  </a:lnTo>
                  <a:lnTo>
                    <a:pt x="45732" y="198560"/>
                  </a:lnTo>
                  <a:lnTo>
                    <a:pt x="45865" y="193699"/>
                  </a:lnTo>
                  <a:lnTo>
                    <a:pt x="46225" y="192703"/>
                  </a:lnTo>
                  <a:lnTo>
                    <a:pt x="46214" y="184074"/>
                  </a:lnTo>
                  <a:lnTo>
                    <a:pt x="46203" y="175394"/>
                  </a:lnTo>
                  <a:lnTo>
                    <a:pt x="46194" y="168055"/>
                  </a:lnTo>
                  <a:lnTo>
                    <a:pt x="46182" y="158927"/>
                  </a:lnTo>
                  <a:lnTo>
                    <a:pt x="46172" y="150915"/>
                  </a:lnTo>
                  <a:lnTo>
                    <a:pt x="46161" y="142235"/>
                  </a:lnTo>
                  <a:lnTo>
                    <a:pt x="46152" y="134442"/>
                  </a:lnTo>
                  <a:lnTo>
                    <a:pt x="46145" y="129280"/>
                  </a:lnTo>
                  <a:lnTo>
                    <a:pt x="48622" y="128046"/>
                  </a:lnTo>
                  <a:lnTo>
                    <a:pt x="51183" y="126768"/>
                  </a:lnTo>
                  <a:lnTo>
                    <a:pt x="54932" y="124898"/>
                  </a:lnTo>
                  <a:lnTo>
                    <a:pt x="58989" y="122875"/>
                  </a:lnTo>
                  <a:lnTo>
                    <a:pt x="63414" y="120667"/>
                  </a:lnTo>
                  <a:lnTo>
                    <a:pt x="64416" y="119340"/>
                  </a:lnTo>
                  <a:lnTo>
                    <a:pt x="67755" y="111869"/>
                  </a:lnTo>
                  <a:lnTo>
                    <a:pt x="69262" y="108496"/>
                  </a:lnTo>
                  <a:lnTo>
                    <a:pt x="72256" y="101794"/>
                  </a:lnTo>
                  <a:lnTo>
                    <a:pt x="74568" y="96620"/>
                  </a:lnTo>
                  <a:lnTo>
                    <a:pt x="77506" y="90046"/>
                  </a:lnTo>
                  <a:lnTo>
                    <a:pt x="80618" y="83428"/>
                  </a:lnTo>
                  <a:lnTo>
                    <a:pt x="83097" y="78150"/>
                  </a:lnTo>
                  <a:lnTo>
                    <a:pt x="86997" y="72167"/>
                  </a:lnTo>
                  <a:lnTo>
                    <a:pt x="92878" y="63146"/>
                  </a:lnTo>
                  <a:lnTo>
                    <a:pt x="98759" y="54126"/>
                  </a:lnTo>
                  <a:lnTo>
                    <a:pt x="104638" y="45105"/>
                  </a:lnTo>
                  <a:lnTo>
                    <a:pt x="110518" y="36083"/>
                  </a:lnTo>
                  <a:lnTo>
                    <a:pt x="116398" y="27063"/>
                  </a:lnTo>
                  <a:lnTo>
                    <a:pt x="122279" y="18042"/>
                  </a:lnTo>
                  <a:lnTo>
                    <a:pt x="128159" y="9020"/>
                  </a:lnTo>
                  <a:lnTo>
                    <a:pt x="134039" y="0"/>
                  </a:lnTo>
                  <a:lnTo>
                    <a:pt x="139954" y="3433"/>
                  </a:lnTo>
                  <a:lnTo>
                    <a:pt x="145573" y="6696"/>
                  </a:lnTo>
                  <a:lnTo>
                    <a:pt x="151224" y="9978"/>
                  </a:lnTo>
                  <a:lnTo>
                    <a:pt x="152557" y="11770"/>
                  </a:lnTo>
                  <a:lnTo>
                    <a:pt x="155556" y="18195"/>
                  </a:lnTo>
                  <a:lnTo>
                    <a:pt x="159394" y="26420"/>
                  </a:lnTo>
                  <a:lnTo>
                    <a:pt x="159563" y="26540"/>
                  </a:lnTo>
                  <a:lnTo>
                    <a:pt x="159736" y="26576"/>
                  </a:lnTo>
                  <a:lnTo>
                    <a:pt x="163425" y="21728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5075263" y="4491405"/>
              <a:ext cx="956" cy="2432"/>
            </a:xfrm>
            <a:custGeom>
              <a:avLst/>
              <a:pathLst>
                <a:path w="956" h="2432">
                  <a:moveTo>
                    <a:pt x="378" y="109"/>
                  </a:moveTo>
                  <a:lnTo>
                    <a:pt x="608" y="424"/>
                  </a:lnTo>
                  <a:lnTo>
                    <a:pt x="817" y="600"/>
                  </a:lnTo>
                  <a:lnTo>
                    <a:pt x="956" y="831"/>
                  </a:lnTo>
                  <a:lnTo>
                    <a:pt x="936" y="1330"/>
                  </a:lnTo>
                  <a:lnTo>
                    <a:pt x="827" y="1823"/>
                  </a:lnTo>
                  <a:lnTo>
                    <a:pt x="619" y="2432"/>
                  </a:lnTo>
                  <a:lnTo>
                    <a:pt x="551" y="2014"/>
                  </a:lnTo>
                  <a:lnTo>
                    <a:pt x="313" y="1719"/>
                  </a:lnTo>
                  <a:lnTo>
                    <a:pt x="161" y="2034"/>
                  </a:lnTo>
                  <a:lnTo>
                    <a:pt x="137" y="1711"/>
                  </a:lnTo>
                  <a:lnTo>
                    <a:pt x="92" y="1416"/>
                  </a:lnTo>
                  <a:lnTo>
                    <a:pt x="70" y="1148"/>
                  </a:lnTo>
                  <a:lnTo>
                    <a:pt x="116" y="920"/>
                  </a:lnTo>
                  <a:lnTo>
                    <a:pt x="202" y="646"/>
                  </a:lnTo>
                  <a:lnTo>
                    <a:pt x="140" y="328"/>
                  </a:lnTo>
                  <a:lnTo>
                    <a:pt x="0" y="418"/>
                  </a:lnTo>
                  <a:lnTo>
                    <a:pt x="164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3249694" y="3500291"/>
              <a:ext cx="2129" cy="4127"/>
            </a:xfrm>
            <a:custGeom>
              <a:avLst/>
              <a:pathLst>
                <a:path w="2129" h="4127">
                  <a:moveTo>
                    <a:pt x="1820" y="3226"/>
                  </a:moveTo>
                  <a:lnTo>
                    <a:pt x="720" y="4127"/>
                  </a:lnTo>
                  <a:lnTo>
                    <a:pt x="0" y="3907"/>
                  </a:lnTo>
                  <a:lnTo>
                    <a:pt x="986" y="0"/>
                  </a:lnTo>
                  <a:lnTo>
                    <a:pt x="1487" y="839"/>
                  </a:lnTo>
                  <a:lnTo>
                    <a:pt x="2129" y="1185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3199113" y="3224140"/>
              <a:ext cx="135596" cy="283536"/>
            </a:xfrm>
            <a:custGeom>
              <a:avLst/>
              <a:pathLst>
                <a:path w="135596" h="283536">
                  <a:moveTo>
                    <a:pt x="124005" y="4971"/>
                  </a:moveTo>
                  <a:lnTo>
                    <a:pt x="125789" y="11326"/>
                  </a:lnTo>
                  <a:lnTo>
                    <a:pt x="127706" y="18153"/>
                  </a:lnTo>
                  <a:lnTo>
                    <a:pt x="129201" y="23471"/>
                  </a:lnTo>
                  <a:lnTo>
                    <a:pt x="130292" y="37233"/>
                  </a:lnTo>
                  <a:lnTo>
                    <a:pt x="130409" y="39855"/>
                  </a:lnTo>
                  <a:lnTo>
                    <a:pt x="130492" y="41036"/>
                  </a:lnTo>
                  <a:lnTo>
                    <a:pt x="130574" y="42126"/>
                  </a:lnTo>
                  <a:lnTo>
                    <a:pt x="130717" y="44000"/>
                  </a:lnTo>
                  <a:lnTo>
                    <a:pt x="131573" y="44806"/>
                  </a:lnTo>
                  <a:lnTo>
                    <a:pt x="133192" y="45171"/>
                  </a:lnTo>
                  <a:lnTo>
                    <a:pt x="134368" y="46528"/>
                  </a:lnTo>
                  <a:lnTo>
                    <a:pt x="135072" y="48779"/>
                  </a:lnTo>
                  <a:lnTo>
                    <a:pt x="135141" y="49152"/>
                  </a:lnTo>
                  <a:lnTo>
                    <a:pt x="135512" y="50879"/>
                  </a:lnTo>
                  <a:lnTo>
                    <a:pt x="135596" y="52129"/>
                  </a:lnTo>
                  <a:lnTo>
                    <a:pt x="135494" y="55736"/>
                  </a:lnTo>
                  <a:lnTo>
                    <a:pt x="135258" y="60369"/>
                  </a:lnTo>
                  <a:lnTo>
                    <a:pt x="134854" y="63357"/>
                  </a:lnTo>
                  <a:lnTo>
                    <a:pt x="135080" y="67421"/>
                  </a:lnTo>
                  <a:lnTo>
                    <a:pt x="135009" y="69157"/>
                  </a:lnTo>
                  <a:lnTo>
                    <a:pt x="134831" y="70343"/>
                  </a:lnTo>
                  <a:lnTo>
                    <a:pt x="134108" y="71706"/>
                  </a:lnTo>
                  <a:lnTo>
                    <a:pt x="133124" y="73035"/>
                  </a:lnTo>
                  <a:lnTo>
                    <a:pt x="130772" y="76966"/>
                  </a:lnTo>
                  <a:lnTo>
                    <a:pt x="130102" y="77546"/>
                  </a:lnTo>
                  <a:lnTo>
                    <a:pt x="129119" y="77649"/>
                  </a:lnTo>
                  <a:lnTo>
                    <a:pt x="128264" y="78629"/>
                  </a:lnTo>
                  <a:lnTo>
                    <a:pt x="127249" y="80750"/>
                  </a:lnTo>
                  <a:lnTo>
                    <a:pt x="125067" y="88638"/>
                  </a:lnTo>
                  <a:lnTo>
                    <a:pt x="123198" y="96559"/>
                  </a:lnTo>
                  <a:lnTo>
                    <a:pt x="122553" y="103114"/>
                  </a:lnTo>
                  <a:lnTo>
                    <a:pt x="121827" y="109373"/>
                  </a:lnTo>
                  <a:lnTo>
                    <a:pt x="120184" y="113369"/>
                  </a:lnTo>
                  <a:lnTo>
                    <a:pt x="119956" y="115619"/>
                  </a:lnTo>
                  <a:lnTo>
                    <a:pt x="119887" y="116923"/>
                  </a:lnTo>
                  <a:lnTo>
                    <a:pt x="119831" y="119934"/>
                  </a:lnTo>
                  <a:lnTo>
                    <a:pt x="119631" y="124924"/>
                  </a:lnTo>
                  <a:lnTo>
                    <a:pt x="119376" y="127329"/>
                  </a:lnTo>
                  <a:lnTo>
                    <a:pt x="119112" y="128042"/>
                  </a:lnTo>
                  <a:lnTo>
                    <a:pt x="117340" y="129558"/>
                  </a:lnTo>
                  <a:lnTo>
                    <a:pt x="116319" y="131392"/>
                  </a:lnTo>
                  <a:lnTo>
                    <a:pt x="115708" y="135019"/>
                  </a:lnTo>
                  <a:lnTo>
                    <a:pt x="115484" y="138942"/>
                  </a:lnTo>
                  <a:lnTo>
                    <a:pt x="115125" y="143413"/>
                  </a:lnTo>
                  <a:lnTo>
                    <a:pt x="114922" y="147338"/>
                  </a:lnTo>
                  <a:lnTo>
                    <a:pt x="114646" y="149369"/>
                  </a:lnTo>
                  <a:lnTo>
                    <a:pt x="114066" y="151503"/>
                  </a:lnTo>
                  <a:lnTo>
                    <a:pt x="113163" y="153805"/>
                  </a:lnTo>
                  <a:lnTo>
                    <a:pt x="112381" y="155094"/>
                  </a:lnTo>
                  <a:lnTo>
                    <a:pt x="110346" y="155939"/>
                  </a:lnTo>
                  <a:lnTo>
                    <a:pt x="109299" y="161134"/>
                  </a:lnTo>
                  <a:lnTo>
                    <a:pt x="108414" y="165194"/>
                  </a:lnTo>
                  <a:lnTo>
                    <a:pt x="108389" y="166817"/>
                  </a:lnTo>
                  <a:lnTo>
                    <a:pt x="107535" y="175236"/>
                  </a:lnTo>
                  <a:lnTo>
                    <a:pt x="106050" y="181580"/>
                  </a:lnTo>
                  <a:lnTo>
                    <a:pt x="105952" y="183820"/>
                  </a:lnTo>
                  <a:lnTo>
                    <a:pt x="105946" y="185659"/>
                  </a:lnTo>
                  <a:lnTo>
                    <a:pt x="104088" y="191244"/>
                  </a:lnTo>
                  <a:lnTo>
                    <a:pt x="103597" y="192889"/>
                  </a:lnTo>
                  <a:lnTo>
                    <a:pt x="103122" y="195041"/>
                  </a:lnTo>
                  <a:lnTo>
                    <a:pt x="103590" y="197118"/>
                  </a:lnTo>
                  <a:lnTo>
                    <a:pt x="104115" y="199008"/>
                  </a:lnTo>
                  <a:lnTo>
                    <a:pt x="104190" y="199646"/>
                  </a:lnTo>
                  <a:lnTo>
                    <a:pt x="103345" y="201425"/>
                  </a:lnTo>
                  <a:lnTo>
                    <a:pt x="101875" y="204517"/>
                  </a:lnTo>
                  <a:lnTo>
                    <a:pt x="100995" y="206370"/>
                  </a:lnTo>
                  <a:lnTo>
                    <a:pt x="100801" y="207381"/>
                  </a:lnTo>
                  <a:lnTo>
                    <a:pt x="100673" y="212031"/>
                  </a:lnTo>
                  <a:lnTo>
                    <a:pt x="100417" y="213279"/>
                  </a:lnTo>
                  <a:lnTo>
                    <a:pt x="99831" y="214982"/>
                  </a:lnTo>
                  <a:lnTo>
                    <a:pt x="98971" y="216857"/>
                  </a:lnTo>
                  <a:lnTo>
                    <a:pt x="98094" y="218313"/>
                  </a:lnTo>
                  <a:lnTo>
                    <a:pt x="97103" y="219322"/>
                  </a:lnTo>
                  <a:lnTo>
                    <a:pt x="96149" y="219694"/>
                  </a:lnTo>
                  <a:lnTo>
                    <a:pt x="95617" y="219110"/>
                  </a:lnTo>
                  <a:lnTo>
                    <a:pt x="95313" y="217697"/>
                  </a:lnTo>
                  <a:lnTo>
                    <a:pt x="94778" y="212012"/>
                  </a:lnTo>
                  <a:lnTo>
                    <a:pt x="94507" y="210795"/>
                  </a:lnTo>
                  <a:lnTo>
                    <a:pt x="93888" y="209688"/>
                  </a:lnTo>
                  <a:lnTo>
                    <a:pt x="92665" y="206579"/>
                  </a:lnTo>
                  <a:lnTo>
                    <a:pt x="91429" y="203432"/>
                  </a:lnTo>
                  <a:lnTo>
                    <a:pt x="89937" y="201222"/>
                  </a:lnTo>
                  <a:lnTo>
                    <a:pt x="89618" y="201380"/>
                  </a:lnTo>
                  <a:lnTo>
                    <a:pt x="89370" y="201979"/>
                  </a:lnTo>
                  <a:lnTo>
                    <a:pt x="88947" y="205140"/>
                  </a:lnTo>
                  <a:lnTo>
                    <a:pt x="88530" y="206299"/>
                  </a:lnTo>
                  <a:lnTo>
                    <a:pt x="87745" y="206699"/>
                  </a:lnTo>
                  <a:lnTo>
                    <a:pt x="86381" y="206727"/>
                  </a:lnTo>
                  <a:lnTo>
                    <a:pt x="85386" y="206289"/>
                  </a:lnTo>
                  <a:lnTo>
                    <a:pt x="85160" y="205663"/>
                  </a:lnTo>
                  <a:lnTo>
                    <a:pt x="84958" y="204292"/>
                  </a:lnTo>
                  <a:lnTo>
                    <a:pt x="84683" y="203191"/>
                  </a:lnTo>
                  <a:lnTo>
                    <a:pt x="83494" y="205409"/>
                  </a:lnTo>
                  <a:lnTo>
                    <a:pt x="81625" y="208899"/>
                  </a:lnTo>
                  <a:lnTo>
                    <a:pt x="81017" y="209470"/>
                  </a:lnTo>
                  <a:lnTo>
                    <a:pt x="80553" y="210173"/>
                  </a:lnTo>
                  <a:lnTo>
                    <a:pt x="79937" y="213428"/>
                  </a:lnTo>
                  <a:lnTo>
                    <a:pt x="79192" y="216915"/>
                  </a:lnTo>
                  <a:lnTo>
                    <a:pt x="78216" y="218735"/>
                  </a:lnTo>
                  <a:lnTo>
                    <a:pt x="77264" y="220264"/>
                  </a:lnTo>
                  <a:lnTo>
                    <a:pt x="76719" y="221601"/>
                  </a:lnTo>
                  <a:lnTo>
                    <a:pt x="75937" y="223190"/>
                  </a:lnTo>
                  <a:lnTo>
                    <a:pt x="74409" y="227135"/>
                  </a:lnTo>
                  <a:lnTo>
                    <a:pt x="72381" y="232366"/>
                  </a:lnTo>
                  <a:lnTo>
                    <a:pt x="71665" y="235066"/>
                  </a:lnTo>
                  <a:lnTo>
                    <a:pt x="70960" y="239106"/>
                  </a:lnTo>
                  <a:lnTo>
                    <a:pt x="70549" y="243577"/>
                  </a:lnTo>
                  <a:lnTo>
                    <a:pt x="70098" y="248480"/>
                  </a:lnTo>
                  <a:lnTo>
                    <a:pt x="69437" y="256349"/>
                  </a:lnTo>
                  <a:lnTo>
                    <a:pt x="68468" y="260799"/>
                  </a:lnTo>
                  <a:lnTo>
                    <a:pt x="67615" y="264341"/>
                  </a:lnTo>
                  <a:lnTo>
                    <a:pt x="66987" y="267124"/>
                  </a:lnTo>
                  <a:lnTo>
                    <a:pt x="66654" y="269417"/>
                  </a:lnTo>
                  <a:lnTo>
                    <a:pt x="66517" y="269340"/>
                  </a:lnTo>
                  <a:lnTo>
                    <a:pt x="66188" y="270318"/>
                  </a:lnTo>
                  <a:lnTo>
                    <a:pt x="65240" y="269682"/>
                  </a:lnTo>
                  <a:lnTo>
                    <a:pt x="64812" y="267687"/>
                  </a:lnTo>
                  <a:lnTo>
                    <a:pt x="64227" y="267362"/>
                  </a:lnTo>
                  <a:lnTo>
                    <a:pt x="63212" y="264430"/>
                  </a:lnTo>
                  <a:lnTo>
                    <a:pt x="62997" y="264918"/>
                  </a:lnTo>
                  <a:lnTo>
                    <a:pt x="64067" y="272346"/>
                  </a:lnTo>
                  <a:lnTo>
                    <a:pt x="63670" y="275256"/>
                  </a:lnTo>
                  <a:lnTo>
                    <a:pt x="60666" y="275322"/>
                  </a:lnTo>
                  <a:lnTo>
                    <a:pt x="58080" y="276300"/>
                  </a:lnTo>
                  <a:lnTo>
                    <a:pt x="56302" y="276210"/>
                  </a:lnTo>
                  <a:lnTo>
                    <a:pt x="55409" y="275158"/>
                  </a:lnTo>
                  <a:lnTo>
                    <a:pt x="55014" y="272373"/>
                  </a:lnTo>
                  <a:lnTo>
                    <a:pt x="54862" y="272660"/>
                  </a:lnTo>
                  <a:lnTo>
                    <a:pt x="54772" y="274153"/>
                  </a:lnTo>
                  <a:lnTo>
                    <a:pt x="54209" y="275326"/>
                  </a:lnTo>
                  <a:lnTo>
                    <a:pt x="52216" y="275550"/>
                  </a:lnTo>
                  <a:lnTo>
                    <a:pt x="51334" y="273647"/>
                  </a:lnTo>
                  <a:lnTo>
                    <a:pt x="50620" y="271519"/>
                  </a:lnTo>
                  <a:lnTo>
                    <a:pt x="49856" y="270571"/>
                  </a:lnTo>
                  <a:lnTo>
                    <a:pt x="49973" y="271467"/>
                  </a:lnTo>
                  <a:lnTo>
                    <a:pt x="50851" y="273543"/>
                  </a:lnTo>
                  <a:lnTo>
                    <a:pt x="50743" y="276533"/>
                  </a:lnTo>
                  <a:lnTo>
                    <a:pt x="49138" y="279993"/>
                  </a:lnTo>
                  <a:lnTo>
                    <a:pt x="48115" y="280189"/>
                  </a:lnTo>
                  <a:lnTo>
                    <a:pt x="47486" y="278698"/>
                  </a:lnTo>
                  <a:lnTo>
                    <a:pt x="47160" y="276264"/>
                  </a:lnTo>
                  <a:lnTo>
                    <a:pt x="46996" y="272666"/>
                  </a:lnTo>
                  <a:lnTo>
                    <a:pt x="46575" y="270318"/>
                  </a:lnTo>
                  <a:lnTo>
                    <a:pt x="46348" y="270318"/>
                  </a:lnTo>
                  <a:lnTo>
                    <a:pt x="46557" y="272467"/>
                  </a:lnTo>
                  <a:lnTo>
                    <a:pt x="46627" y="274221"/>
                  </a:lnTo>
                  <a:lnTo>
                    <a:pt x="46637" y="277870"/>
                  </a:lnTo>
                  <a:lnTo>
                    <a:pt x="47401" y="280701"/>
                  </a:lnTo>
                  <a:lnTo>
                    <a:pt x="46228" y="281581"/>
                  </a:lnTo>
                  <a:lnTo>
                    <a:pt x="45752" y="281614"/>
                  </a:lnTo>
                  <a:lnTo>
                    <a:pt x="44819" y="281679"/>
                  </a:lnTo>
                  <a:lnTo>
                    <a:pt x="44641" y="280629"/>
                  </a:lnTo>
                  <a:lnTo>
                    <a:pt x="44462" y="278283"/>
                  </a:lnTo>
                  <a:lnTo>
                    <a:pt x="44217" y="277668"/>
                  </a:lnTo>
                  <a:lnTo>
                    <a:pt x="43929" y="281645"/>
                  </a:lnTo>
                  <a:lnTo>
                    <a:pt x="43309" y="281925"/>
                  </a:lnTo>
                  <a:lnTo>
                    <a:pt x="42879" y="281888"/>
                  </a:lnTo>
                  <a:lnTo>
                    <a:pt x="41036" y="282754"/>
                  </a:lnTo>
                  <a:lnTo>
                    <a:pt x="40625" y="282590"/>
                  </a:lnTo>
                  <a:lnTo>
                    <a:pt x="40538" y="281850"/>
                  </a:lnTo>
                  <a:lnTo>
                    <a:pt x="40757" y="280750"/>
                  </a:lnTo>
                  <a:lnTo>
                    <a:pt x="40708" y="278964"/>
                  </a:lnTo>
                  <a:lnTo>
                    <a:pt x="40069" y="280342"/>
                  </a:lnTo>
                  <a:lnTo>
                    <a:pt x="39965" y="283096"/>
                  </a:lnTo>
                  <a:lnTo>
                    <a:pt x="39599" y="283536"/>
                  </a:lnTo>
                  <a:lnTo>
                    <a:pt x="38500" y="283145"/>
                  </a:lnTo>
                  <a:lnTo>
                    <a:pt x="37298" y="281728"/>
                  </a:lnTo>
                  <a:lnTo>
                    <a:pt x="36569" y="280275"/>
                  </a:lnTo>
                  <a:lnTo>
                    <a:pt x="35344" y="278260"/>
                  </a:lnTo>
                  <a:lnTo>
                    <a:pt x="32950" y="272608"/>
                  </a:lnTo>
                  <a:lnTo>
                    <a:pt x="32562" y="270067"/>
                  </a:lnTo>
                  <a:lnTo>
                    <a:pt x="31877" y="266948"/>
                  </a:lnTo>
                  <a:lnTo>
                    <a:pt x="31365" y="263784"/>
                  </a:lnTo>
                  <a:lnTo>
                    <a:pt x="30628" y="258372"/>
                  </a:lnTo>
                  <a:lnTo>
                    <a:pt x="30854" y="257979"/>
                  </a:lnTo>
                  <a:lnTo>
                    <a:pt x="31410" y="258444"/>
                  </a:lnTo>
                  <a:lnTo>
                    <a:pt x="31681" y="257637"/>
                  </a:lnTo>
                  <a:lnTo>
                    <a:pt x="30685" y="257049"/>
                  </a:lnTo>
                  <a:lnTo>
                    <a:pt x="30477" y="256421"/>
                  </a:lnTo>
                  <a:lnTo>
                    <a:pt x="30411" y="254522"/>
                  </a:lnTo>
                  <a:lnTo>
                    <a:pt x="30454" y="252204"/>
                  </a:lnTo>
                  <a:lnTo>
                    <a:pt x="31264" y="251389"/>
                  </a:lnTo>
                  <a:lnTo>
                    <a:pt x="31963" y="250996"/>
                  </a:lnTo>
                  <a:lnTo>
                    <a:pt x="32315" y="249585"/>
                  </a:lnTo>
                  <a:lnTo>
                    <a:pt x="32518" y="248171"/>
                  </a:lnTo>
                  <a:lnTo>
                    <a:pt x="30657" y="250312"/>
                  </a:lnTo>
                  <a:lnTo>
                    <a:pt x="28915" y="247888"/>
                  </a:lnTo>
                  <a:lnTo>
                    <a:pt x="28538" y="246418"/>
                  </a:lnTo>
                  <a:lnTo>
                    <a:pt x="28726" y="245291"/>
                  </a:lnTo>
                  <a:lnTo>
                    <a:pt x="29558" y="245120"/>
                  </a:lnTo>
                  <a:lnTo>
                    <a:pt x="30748" y="245208"/>
                  </a:lnTo>
                  <a:lnTo>
                    <a:pt x="31461" y="244108"/>
                  </a:lnTo>
                  <a:lnTo>
                    <a:pt x="31023" y="243724"/>
                  </a:lnTo>
                  <a:lnTo>
                    <a:pt x="30253" y="243766"/>
                  </a:lnTo>
                  <a:lnTo>
                    <a:pt x="29969" y="243038"/>
                  </a:lnTo>
                  <a:lnTo>
                    <a:pt x="29993" y="241277"/>
                  </a:lnTo>
                  <a:lnTo>
                    <a:pt x="29743" y="241667"/>
                  </a:lnTo>
                  <a:lnTo>
                    <a:pt x="29413" y="243227"/>
                  </a:lnTo>
                  <a:lnTo>
                    <a:pt x="28238" y="244374"/>
                  </a:lnTo>
                  <a:lnTo>
                    <a:pt x="27552" y="243227"/>
                  </a:lnTo>
                  <a:lnTo>
                    <a:pt x="27482" y="240668"/>
                  </a:lnTo>
                  <a:lnTo>
                    <a:pt x="27332" y="239517"/>
                  </a:lnTo>
                  <a:lnTo>
                    <a:pt x="26754" y="238618"/>
                  </a:lnTo>
                  <a:lnTo>
                    <a:pt x="24698" y="231857"/>
                  </a:lnTo>
                  <a:lnTo>
                    <a:pt x="22115" y="226217"/>
                  </a:lnTo>
                  <a:lnTo>
                    <a:pt x="19818" y="222334"/>
                  </a:lnTo>
                  <a:lnTo>
                    <a:pt x="16350" y="220479"/>
                  </a:lnTo>
                  <a:lnTo>
                    <a:pt x="9091" y="220551"/>
                  </a:lnTo>
                  <a:lnTo>
                    <a:pt x="8684" y="220016"/>
                  </a:lnTo>
                  <a:lnTo>
                    <a:pt x="9128" y="219123"/>
                  </a:lnTo>
                  <a:lnTo>
                    <a:pt x="9766" y="218527"/>
                  </a:lnTo>
                  <a:lnTo>
                    <a:pt x="12100" y="215383"/>
                  </a:lnTo>
                  <a:lnTo>
                    <a:pt x="11706" y="214966"/>
                  </a:lnTo>
                  <a:lnTo>
                    <a:pt x="9280" y="216934"/>
                  </a:lnTo>
                  <a:lnTo>
                    <a:pt x="8450" y="217122"/>
                  </a:lnTo>
                  <a:lnTo>
                    <a:pt x="7375" y="220906"/>
                  </a:lnTo>
                  <a:lnTo>
                    <a:pt x="981" y="221532"/>
                  </a:lnTo>
                  <a:lnTo>
                    <a:pt x="231" y="221724"/>
                  </a:lnTo>
                  <a:lnTo>
                    <a:pt x="249" y="219997"/>
                  </a:lnTo>
                  <a:lnTo>
                    <a:pt x="563" y="215032"/>
                  </a:lnTo>
                  <a:lnTo>
                    <a:pt x="768" y="213080"/>
                  </a:lnTo>
                  <a:lnTo>
                    <a:pt x="1005" y="211604"/>
                  </a:lnTo>
                  <a:lnTo>
                    <a:pt x="759" y="209834"/>
                  </a:lnTo>
                  <a:lnTo>
                    <a:pt x="518" y="207434"/>
                  </a:lnTo>
                  <a:lnTo>
                    <a:pt x="401" y="203669"/>
                  </a:lnTo>
                  <a:lnTo>
                    <a:pt x="700" y="202500"/>
                  </a:lnTo>
                  <a:lnTo>
                    <a:pt x="802" y="201079"/>
                  </a:lnTo>
                  <a:lnTo>
                    <a:pt x="732" y="198854"/>
                  </a:lnTo>
                  <a:lnTo>
                    <a:pt x="731" y="191412"/>
                  </a:lnTo>
                  <a:lnTo>
                    <a:pt x="905" y="190601"/>
                  </a:lnTo>
                  <a:lnTo>
                    <a:pt x="1112" y="189983"/>
                  </a:lnTo>
                  <a:lnTo>
                    <a:pt x="1125" y="188995"/>
                  </a:lnTo>
                  <a:lnTo>
                    <a:pt x="737" y="187073"/>
                  </a:lnTo>
                  <a:lnTo>
                    <a:pt x="378" y="184876"/>
                  </a:lnTo>
                  <a:lnTo>
                    <a:pt x="390" y="181719"/>
                  </a:lnTo>
                  <a:lnTo>
                    <a:pt x="246" y="178660"/>
                  </a:lnTo>
                  <a:lnTo>
                    <a:pt x="0" y="177268"/>
                  </a:lnTo>
                  <a:lnTo>
                    <a:pt x="185" y="172065"/>
                  </a:lnTo>
                  <a:lnTo>
                    <a:pt x="289" y="165470"/>
                  </a:lnTo>
                  <a:lnTo>
                    <a:pt x="194" y="162550"/>
                  </a:lnTo>
                  <a:lnTo>
                    <a:pt x="426" y="160479"/>
                  </a:lnTo>
                  <a:lnTo>
                    <a:pt x="552" y="155393"/>
                  </a:lnTo>
                  <a:lnTo>
                    <a:pt x="532" y="150414"/>
                  </a:lnTo>
                  <a:lnTo>
                    <a:pt x="1008" y="142553"/>
                  </a:lnTo>
                  <a:lnTo>
                    <a:pt x="2407" y="142174"/>
                  </a:lnTo>
                  <a:lnTo>
                    <a:pt x="4075" y="141510"/>
                  </a:lnTo>
                  <a:lnTo>
                    <a:pt x="4819" y="138424"/>
                  </a:lnTo>
                  <a:lnTo>
                    <a:pt x="5246" y="134514"/>
                  </a:lnTo>
                  <a:lnTo>
                    <a:pt x="5111" y="130643"/>
                  </a:lnTo>
                  <a:lnTo>
                    <a:pt x="5434" y="129370"/>
                  </a:lnTo>
                  <a:lnTo>
                    <a:pt x="6102" y="127274"/>
                  </a:lnTo>
                  <a:lnTo>
                    <a:pt x="7306" y="124277"/>
                  </a:lnTo>
                  <a:lnTo>
                    <a:pt x="7257" y="120985"/>
                  </a:lnTo>
                  <a:lnTo>
                    <a:pt x="7590" y="119970"/>
                  </a:lnTo>
                  <a:lnTo>
                    <a:pt x="8161" y="119207"/>
                  </a:lnTo>
                  <a:lnTo>
                    <a:pt x="8979" y="118815"/>
                  </a:lnTo>
                  <a:lnTo>
                    <a:pt x="9892" y="117177"/>
                  </a:lnTo>
                  <a:lnTo>
                    <a:pt x="10401" y="114304"/>
                  </a:lnTo>
                  <a:lnTo>
                    <a:pt x="10899" y="109706"/>
                  </a:lnTo>
                  <a:lnTo>
                    <a:pt x="10112" y="106509"/>
                  </a:lnTo>
                  <a:lnTo>
                    <a:pt x="10127" y="105796"/>
                  </a:lnTo>
                  <a:lnTo>
                    <a:pt x="10425" y="104076"/>
                  </a:lnTo>
                  <a:lnTo>
                    <a:pt x="10907" y="102353"/>
                  </a:lnTo>
                  <a:lnTo>
                    <a:pt x="11290" y="101798"/>
                  </a:lnTo>
                  <a:lnTo>
                    <a:pt x="12178" y="102244"/>
                  </a:lnTo>
                  <a:lnTo>
                    <a:pt x="12329" y="102098"/>
                  </a:lnTo>
                  <a:lnTo>
                    <a:pt x="12465" y="101559"/>
                  </a:lnTo>
                  <a:lnTo>
                    <a:pt x="13041" y="96490"/>
                  </a:lnTo>
                  <a:lnTo>
                    <a:pt x="12986" y="95121"/>
                  </a:lnTo>
                  <a:lnTo>
                    <a:pt x="12159" y="91723"/>
                  </a:lnTo>
                  <a:lnTo>
                    <a:pt x="12024" y="89309"/>
                  </a:lnTo>
                  <a:lnTo>
                    <a:pt x="11902" y="85719"/>
                  </a:lnTo>
                  <a:lnTo>
                    <a:pt x="11700" y="82538"/>
                  </a:lnTo>
                  <a:lnTo>
                    <a:pt x="11460" y="81334"/>
                  </a:lnTo>
                  <a:lnTo>
                    <a:pt x="11017" y="80322"/>
                  </a:lnTo>
                  <a:lnTo>
                    <a:pt x="10819" y="79664"/>
                  </a:lnTo>
                  <a:lnTo>
                    <a:pt x="9104" y="73206"/>
                  </a:lnTo>
                  <a:lnTo>
                    <a:pt x="9135" y="70138"/>
                  </a:lnTo>
                  <a:lnTo>
                    <a:pt x="9855" y="66218"/>
                  </a:lnTo>
                  <a:lnTo>
                    <a:pt x="10326" y="64315"/>
                  </a:lnTo>
                  <a:lnTo>
                    <a:pt x="10981" y="63264"/>
                  </a:lnTo>
                  <a:lnTo>
                    <a:pt x="11113" y="62360"/>
                  </a:lnTo>
                  <a:lnTo>
                    <a:pt x="10916" y="61260"/>
                  </a:lnTo>
                  <a:lnTo>
                    <a:pt x="10588" y="60431"/>
                  </a:lnTo>
                  <a:lnTo>
                    <a:pt x="10512" y="58671"/>
                  </a:lnTo>
                  <a:lnTo>
                    <a:pt x="10606" y="57499"/>
                  </a:lnTo>
                  <a:lnTo>
                    <a:pt x="10839" y="56216"/>
                  </a:lnTo>
                  <a:lnTo>
                    <a:pt x="10747" y="53521"/>
                  </a:lnTo>
                  <a:lnTo>
                    <a:pt x="10766" y="49383"/>
                  </a:lnTo>
                  <a:lnTo>
                    <a:pt x="10876" y="43365"/>
                  </a:lnTo>
                  <a:lnTo>
                    <a:pt x="10908" y="39680"/>
                  </a:lnTo>
                  <a:lnTo>
                    <a:pt x="12300" y="36956"/>
                  </a:lnTo>
                  <a:lnTo>
                    <a:pt x="14328" y="32439"/>
                  </a:lnTo>
                  <a:lnTo>
                    <a:pt x="15360" y="27722"/>
                  </a:lnTo>
                  <a:lnTo>
                    <a:pt x="15913" y="24152"/>
                  </a:lnTo>
                  <a:lnTo>
                    <a:pt x="16596" y="12266"/>
                  </a:lnTo>
                  <a:lnTo>
                    <a:pt x="17087" y="11545"/>
                  </a:lnTo>
                  <a:lnTo>
                    <a:pt x="17670" y="10985"/>
                  </a:lnTo>
                  <a:lnTo>
                    <a:pt x="19705" y="6658"/>
                  </a:lnTo>
                  <a:lnTo>
                    <a:pt x="21273" y="5054"/>
                  </a:lnTo>
                  <a:lnTo>
                    <a:pt x="22470" y="4126"/>
                  </a:lnTo>
                  <a:lnTo>
                    <a:pt x="24270" y="3341"/>
                  </a:lnTo>
                  <a:lnTo>
                    <a:pt x="25386" y="3656"/>
                  </a:lnTo>
                  <a:lnTo>
                    <a:pt x="27421" y="3845"/>
                  </a:lnTo>
                  <a:lnTo>
                    <a:pt x="29022" y="3416"/>
                  </a:lnTo>
                  <a:lnTo>
                    <a:pt x="30382" y="1063"/>
                  </a:lnTo>
                  <a:lnTo>
                    <a:pt x="30997" y="404"/>
                  </a:lnTo>
                  <a:lnTo>
                    <a:pt x="31862" y="0"/>
                  </a:lnTo>
                  <a:lnTo>
                    <a:pt x="35794" y="3175"/>
                  </a:lnTo>
                  <a:lnTo>
                    <a:pt x="39724" y="6181"/>
                  </a:lnTo>
                  <a:lnTo>
                    <a:pt x="40438" y="5905"/>
                  </a:lnTo>
                  <a:lnTo>
                    <a:pt x="41036" y="6325"/>
                  </a:lnTo>
                  <a:lnTo>
                    <a:pt x="42018" y="7955"/>
                  </a:lnTo>
                  <a:lnTo>
                    <a:pt x="43468" y="11448"/>
                  </a:lnTo>
                  <a:lnTo>
                    <a:pt x="44330" y="13702"/>
                  </a:lnTo>
                  <a:lnTo>
                    <a:pt x="44746" y="15028"/>
                  </a:lnTo>
                  <a:lnTo>
                    <a:pt x="46764" y="22610"/>
                  </a:lnTo>
                  <a:lnTo>
                    <a:pt x="47517" y="24513"/>
                  </a:lnTo>
                  <a:lnTo>
                    <a:pt x="48273" y="25549"/>
                  </a:lnTo>
                  <a:lnTo>
                    <a:pt x="49044" y="25923"/>
                  </a:lnTo>
                  <a:lnTo>
                    <a:pt x="49631" y="25786"/>
                  </a:lnTo>
                  <a:lnTo>
                    <a:pt x="50191" y="24932"/>
                  </a:lnTo>
                  <a:lnTo>
                    <a:pt x="50952" y="23241"/>
                  </a:lnTo>
                  <a:lnTo>
                    <a:pt x="52106" y="22474"/>
                  </a:lnTo>
                  <a:lnTo>
                    <a:pt x="53050" y="22624"/>
                  </a:lnTo>
                  <a:lnTo>
                    <a:pt x="57942" y="15807"/>
                  </a:lnTo>
                  <a:lnTo>
                    <a:pt x="58417" y="15718"/>
                  </a:lnTo>
                  <a:lnTo>
                    <a:pt x="59840" y="16254"/>
                  </a:lnTo>
                  <a:lnTo>
                    <a:pt x="61421" y="17188"/>
                  </a:lnTo>
                  <a:lnTo>
                    <a:pt x="65521" y="24028"/>
                  </a:lnTo>
                  <a:lnTo>
                    <a:pt x="68865" y="28505"/>
                  </a:lnTo>
                  <a:lnTo>
                    <a:pt x="71216" y="30003"/>
                  </a:lnTo>
                  <a:lnTo>
                    <a:pt x="73986" y="31066"/>
                  </a:lnTo>
                  <a:lnTo>
                    <a:pt x="78691" y="31387"/>
                  </a:lnTo>
                  <a:lnTo>
                    <a:pt x="82250" y="21795"/>
                  </a:lnTo>
                  <a:lnTo>
                    <a:pt x="83565" y="19700"/>
                  </a:lnTo>
                  <a:lnTo>
                    <a:pt x="85150" y="17810"/>
                  </a:lnTo>
                  <a:lnTo>
                    <a:pt x="85660" y="17488"/>
                  </a:lnTo>
                  <a:lnTo>
                    <a:pt x="88457" y="16034"/>
                  </a:lnTo>
                  <a:lnTo>
                    <a:pt x="93942" y="14813"/>
                  </a:lnTo>
                  <a:lnTo>
                    <a:pt x="99086" y="15343"/>
                  </a:lnTo>
                  <a:lnTo>
                    <a:pt x="100098" y="15729"/>
                  </a:lnTo>
                  <a:lnTo>
                    <a:pt x="102282" y="16995"/>
                  </a:lnTo>
                  <a:lnTo>
                    <a:pt x="105651" y="20124"/>
                  </a:lnTo>
                  <a:lnTo>
                    <a:pt x="107103" y="23119"/>
                  </a:lnTo>
                  <a:lnTo>
                    <a:pt x="109387" y="23614"/>
                  </a:lnTo>
                  <a:lnTo>
                    <a:pt x="111023" y="23021"/>
                  </a:lnTo>
                  <a:lnTo>
                    <a:pt x="111557" y="20049"/>
                  </a:lnTo>
                  <a:lnTo>
                    <a:pt x="113199" y="16142"/>
                  </a:lnTo>
                  <a:lnTo>
                    <a:pt x="114394" y="14552"/>
                  </a:lnTo>
                  <a:lnTo>
                    <a:pt x="115662" y="12523"/>
                  </a:lnTo>
                  <a:lnTo>
                    <a:pt x="117669" y="9997"/>
                  </a:lnTo>
                  <a:lnTo>
                    <a:pt x="119321" y="8858"/>
                  </a:lnTo>
                  <a:lnTo>
                    <a:pt x="120797" y="5968"/>
                  </a:lnTo>
                  <a:lnTo>
                    <a:pt x="121968" y="5055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2173077" y="3190596"/>
              <a:ext cx="51243" cy="126254"/>
            </a:xfrm>
            <a:custGeom>
              <a:avLst/>
              <a:pathLst>
                <a:path w="51243" h="126254">
                  <a:moveTo>
                    <a:pt x="51243" y="442"/>
                  </a:moveTo>
                  <a:lnTo>
                    <a:pt x="50927" y="1526"/>
                  </a:lnTo>
                  <a:lnTo>
                    <a:pt x="50580" y="2236"/>
                  </a:lnTo>
                  <a:lnTo>
                    <a:pt x="49853" y="5769"/>
                  </a:lnTo>
                  <a:lnTo>
                    <a:pt x="49602" y="6085"/>
                  </a:lnTo>
                  <a:lnTo>
                    <a:pt x="49553" y="3472"/>
                  </a:lnTo>
                  <a:lnTo>
                    <a:pt x="49121" y="3130"/>
                  </a:lnTo>
                  <a:lnTo>
                    <a:pt x="48614" y="4060"/>
                  </a:lnTo>
                  <a:lnTo>
                    <a:pt x="48333" y="5399"/>
                  </a:lnTo>
                  <a:lnTo>
                    <a:pt x="48775" y="7149"/>
                  </a:lnTo>
                  <a:lnTo>
                    <a:pt x="49162" y="7173"/>
                  </a:lnTo>
                  <a:lnTo>
                    <a:pt x="49634" y="7654"/>
                  </a:lnTo>
                  <a:lnTo>
                    <a:pt x="50899" y="19737"/>
                  </a:lnTo>
                  <a:lnTo>
                    <a:pt x="50627" y="21893"/>
                  </a:lnTo>
                  <a:lnTo>
                    <a:pt x="49843" y="25247"/>
                  </a:lnTo>
                  <a:lnTo>
                    <a:pt x="49096" y="28103"/>
                  </a:lnTo>
                  <a:lnTo>
                    <a:pt x="48349" y="29891"/>
                  </a:lnTo>
                  <a:lnTo>
                    <a:pt x="47425" y="37504"/>
                  </a:lnTo>
                  <a:lnTo>
                    <a:pt x="46589" y="49871"/>
                  </a:lnTo>
                  <a:lnTo>
                    <a:pt x="47190" y="60992"/>
                  </a:lnTo>
                  <a:lnTo>
                    <a:pt x="46886" y="71265"/>
                  </a:lnTo>
                  <a:lnTo>
                    <a:pt x="47150" y="73693"/>
                  </a:lnTo>
                  <a:lnTo>
                    <a:pt x="47229" y="76716"/>
                  </a:lnTo>
                  <a:lnTo>
                    <a:pt x="46613" y="77260"/>
                  </a:lnTo>
                  <a:lnTo>
                    <a:pt x="46265" y="77169"/>
                  </a:lnTo>
                  <a:lnTo>
                    <a:pt x="45909" y="75312"/>
                  </a:lnTo>
                  <a:lnTo>
                    <a:pt x="45949" y="73680"/>
                  </a:lnTo>
                  <a:lnTo>
                    <a:pt x="46318" y="71766"/>
                  </a:lnTo>
                  <a:lnTo>
                    <a:pt x="46467" y="69171"/>
                  </a:lnTo>
                  <a:lnTo>
                    <a:pt x="46293" y="67814"/>
                  </a:lnTo>
                  <a:lnTo>
                    <a:pt x="45930" y="70774"/>
                  </a:lnTo>
                  <a:lnTo>
                    <a:pt x="45291" y="72097"/>
                  </a:lnTo>
                  <a:lnTo>
                    <a:pt x="44874" y="72555"/>
                  </a:lnTo>
                  <a:lnTo>
                    <a:pt x="44467" y="74052"/>
                  </a:lnTo>
                  <a:lnTo>
                    <a:pt x="44898" y="76866"/>
                  </a:lnTo>
                  <a:lnTo>
                    <a:pt x="45454" y="78925"/>
                  </a:lnTo>
                  <a:lnTo>
                    <a:pt x="45636" y="80402"/>
                  </a:lnTo>
                  <a:lnTo>
                    <a:pt x="45432" y="82161"/>
                  </a:lnTo>
                  <a:lnTo>
                    <a:pt x="45305" y="88166"/>
                  </a:lnTo>
                  <a:lnTo>
                    <a:pt x="45109" y="87999"/>
                  </a:lnTo>
                  <a:lnTo>
                    <a:pt x="44906" y="87188"/>
                  </a:lnTo>
                  <a:lnTo>
                    <a:pt x="44320" y="87133"/>
                  </a:lnTo>
                  <a:lnTo>
                    <a:pt x="44250" y="89553"/>
                  </a:lnTo>
                  <a:lnTo>
                    <a:pt x="44295" y="90905"/>
                  </a:lnTo>
                  <a:lnTo>
                    <a:pt x="43797" y="91946"/>
                  </a:lnTo>
                  <a:lnTo>
                    <a:pt x="43619" y="92991"/>
                  </a:lnTo>
                  <a:lnTo>
                    <a:pt x="44027" y="93725"/>
                  </a:lnTo>
                  <a:lnTo>
                    <a:pt x="44476" y="94165"/>
                  </a:lnTo>
                  <a:lnTo>
                    <a:pt x="45030" y="94069"/>
                  </a:lnTo>
                  <a:lnTo>
                    <a:pt x="45488" y="97044"/>
                  </a:lnTo>
                  <a:lnTo>
                    <a:pt x="45630" y="99462"/>
                  </a:lnTo>
                  <a:lnTo>
                    <a:pt x="44572" y="101694"/>
                  </a:lnTo>
                  <a:lnTo>
                    <a:pt x="44213" y="103542"/>
                  </a:lnTo>
                  <a:lnTo>
                    <a:pt x="43613" y="105782"/>
                  </a:lnTo>
                  <a:lnTo>
                    <a:pt x="43276" y="107983"/>
                  </a:lnTo>
                  <a:lnTo>
                    <a:pt x="43176" y="109568"/>
                  </a:lnTo>
                  <a:lnTo>
                    <a:pt x="43586" y="114577"/>
                  </a:lnTo>
                  <a:lnTo>
                    <a:pt x="44311" y="118131"/>
                  </a:lnTo>
                  <a:lnTo>
                    <a:pt x="44923" y="120389"/>
                  </a:lnTo>
                  <a:lnTo>
                    <a:pt x="45741" y="120879"/>
                  </a:lnTo>
                  <a:lnTo>
                    <a:pt x="45549" y="123254"/>
                  </a:lnTo>
                  <a:lnTo>
                    <a:pt x="44936" y="124761"/>
                  </a:lnTo>
                  <a:lnTo>
                    <a:pt x="43820" y="126020"/>
                  </a:lnTo>
                  <a:lnTo>
                    <a:pt x="42592" y="126254"/>
                  </a:lnTo>
                  <a:lnTo>
                    <a:pt x="40584" y="125062"/>
                  </a:lnTo>
                  <a:lnTo>
                    <a:pt x="39764" y="124924"/>
                  </a:lnTo>
                  <a:lnTo>
                    <a:pt x="39444" y="124293"/>
                  </a:lnTo>
                  <a:lnTo>
                    <a:pt x="39348" y="123123"/>
                  </a:lnTo>
                  <a:lnTo>
                    <a:pt x="38774" y="121367"/>
                  </a:lnTo>
                  <a:lnTo>
                    <a:pt x="37721" y="119028"/>
                  </a:lnTo>
                  <a:lnTo>
                    <a:pt x="37113" y="119188"/>
                  </a:lnTo>
                  <a:lnTo>
                    <a:pt x="36121" y="118680"/>
                  </a:lnTo>
                  <a:lnTo>
                    <a:pt x="34475" y="117086"/>
                  </a:lnTo>
                  <a:lnTo>
                    <a:pt x="33714" y="116891"/>
                  </a:lnTo>
                  <a:lnTo>
                    <a:pt x="32621" y="118259"/>
                  </a:lnTo>
                  <a:lnTo>
                    <a:pt x="31352" y="120050"/>
                  </a:lnTo>
                  <a:lnTo>
                    <a:pt x="28288" y="117254"/>
                  </a:lnTo>
                  <a:lnTo>
                    <a:pt x="26138" y="115288"/>
                  </a:lnTo>
                  <a:lnTo>
                    <a:pt x="24203" y="113519"/>
                  </a:lnTo>
                  <a:lnTo>
                    <a:pt x="23687" y="112836"/>
                  </a:lnTo>
                  <a:lnTo>
                    <a:pt x="23264" y="112983"/>
                  </a:lnTo>
                  <a:lnTo>
                    <a:pt x="22898" y="113910"/>
                  </a:lnTo>
                  <a:lnTo>
                    <a:pt x="22479" y="115554"/>
                  </a:lnTo>
                  <a:lnTo>
                    <a:pt x="22342" y="116024"/>
                  </a:lnTo>
                  <a:lnTo>
                    <a:pt x="22119" y="116476"/>
                  </a:lnTo>
                  <a:lnTo>
                    <a:pt x="21868" y="116598"/>
                  </a:lnTo>
                  <a:lnTo>
                    <a:pt x="21858" y="115816"/>
                  </a:lnTo>
                  <a:lnTo>
                    <a:pt x="20912" y="112561"/>
                  </a:lnTo>
                  <a:lnTo>
                    <a:pt x="19406" y="108643"/>
                  </a:lnTo>
                  <a:lnTo>
                    <a:pt x="13640" y="96618"/>
                  </a:lnTo>
                  <a:lnTo>
                    <a:pt x="11521" y="89430"/>
                  </a:lnTo>
                  <a:lnTo>
                    <a:pt x="10385" y="84256"/>
                  </a:lnTo>
                  <a:lnTo>
                    <a:pt x="9302" y="81564"/>
                  </a:lnTo>
                  <a:lnTo>
                    <a:pt x="6188" y="76057"/>
                  </a:lnTo>
                  <a:lnTo>
                    <a:pt x="5470" y="73863"/>
                  </a:lnTo>
                  <a:lnTo>
                    <a:pt x="2384" y="66499"/>
                  </a:lnTo>
                  <a:lnTo>
                    <a:pt x="29" y="62185"/>
                  </a:lnTo>
                  <a:lnTo>
                    <a:pt x="0" y="60350"/>
                  </a:lnTo>
                  <a:lnTo>
                    <a:pt x="966" y="58056"/>
                  </a:lnTo>
                  <a:lnTo>
                    <a:pt x="1440" y="58163"/>
                  </a:lnTo>
                  <a:lnTo>
                    <a:pt x="1955" y="59803"/>
                  </a:lnTo>
                  <a:lnTo>
                    <a:pt x="2791" y="61666"/>
                  </a:lnTo>
                  <a:lnTo>
                    <a:pt x="3185" y="61680"/>
                  </a:lnTo>
                  <a:lnTo>
                    <a:pt x="3765" y="60815"/>
                  </a:lnTo>
                  <a:lnTo>
                    <a:pt x="3780" y="59949"/>
                  </a:lnTo>
                  <a:lnTo>
                    <a:pt x="6938" y="59588"/>
                  </a:lnTo>
                  <a:lnTo>
                    <a:pt x="7504" y="59105"/>
                  </a:lnTo>
                  <a:lnTo>
                    <a:pt x="8076" y="57749"/>
                  </a:lnTo>
                  <a:lnTo>
                    <a:pt x="8369" y="55863"/>
                  </a:lnTo>
                  <a:lnTo>
                    <a:pt x="8418" y="54035"/>
                  </a:lnTo>
                  <a:lnTo>
                    <a:pt x="8538" y="52729"/>
                  </a:lnTo>
                  <a:lnTo>
                    <a:pt x="9046" y="51461"/>
                  </a:lnTo>
                  <a:lnTo>
                    <a:pt x="9970" y="51068"/>
                  </a:lnTo>
                  <a:lnTo>
                    <a:pt x="10683" y="50933"/>
                  </a:lnTo>
                  <a:lnTo>
                    <a:pt x="10895" y="50076"/>
                  </a:lnTo>
                  <a:lnTo>
                    <a:pt x="10680" y="47303"/>
                  </a:lnTo>
                  <a:lnTo>
                    <a:pt x="10295" y="40565"/>
                  </a:lnTo>
                  <a:lnTo>
                    <a:pt x="10214" y="38689"/>
                  </a:lnTo>
                  <a:lnTo>
                    <a:pt x="10346" y="37288"/>
                  </a:lnTo>
                  <a:lnTo>
                    <a:pt x="10634" y="36776"/>
                  </a:lnTo>
                  <a:lnTo>
                    <a:pt x="12035" y="36439"/>
                  </a:lnTo>
                  <a:lnTo>
                    <a:pt x="14685" y="37007"/>
                  </a:lnTo>
                  <a:lnTo>
                    <a:pt x="15198" y="36581"/>
                  </a:lnTo>
                  <a:lnTo>
                    <a:pt x="16260" y="32757"/>
                  </a:lnTo>
                  <a:lnTo>
                    <a:pt x="17248" y="29947"/>
                  </a:lnTo>
                  <a:lnTo>
                    <a:pt x="17951" y="28687"/>
                  </a:lnTo>
                  <a:lnTo>
                    <a:pt x="18507" y="28305"/>
                  </a:lnTo>
                  <a:lnTo>
                    <a:pt x="19149" y="30801"/>
                  </a:lnTo>
                  <a:lnTo>
                    <a:pt x="21387" y="34383"/>
                  </a:lnTo>
                  <a:lnTo>
                    <a:pt x="21765" y="34158"/>
                  </a:lnTo>
                  <a:lnTo>
                    <a:pt x="21986" y="33962"/>
                  </a:lnTo>
                  <a:lnTo>
                    <a:pt x="22057" y="33449"/>
                  </a:lnTo>
                  <a:lnTo>
                    <a:pt x="22017" y="31801"/>
                  </a:lnTo>
                  <a:lnTo>
                    <a:pt x="22577" y="30302"/>
                  </a:lnTo>
                  <a:lnTo>
                    <a:pt x="23737" y="28953"/>
                  </a:lnTo>
                  <a:lnTo>
                    <a:pt x="24903" y="26575"/>
                  </a:lnTo>
                  <a:lnTo>
                    <a:pt x="26076" y="23171"/>
                  </a:lnTo>
                  <a:lnTo>
                    <a:pt x="27093" y="21169"/>
                  </a:lnTo>
                  <a:lnTo>
                    <a:pt x="27955" y="20573"/>
                  </a:lnTo>
                  <a:lnTo>
                    <a:pt x="28282" y="19642"/>
                  </a:lnTo>
                  <a:lnTo>
                    <a:pt x="28077" y="18381"/>
                  </a:lnTo>
                  <a:lnTo>
                    <a:pt x="28146" y="16589"/>
                  </a:lnTo>
                  <a:lnTo>
                    <a:pt x="28489" y="14269"/>
                  </a:lnTo>
                  <a:lnTo>
                    <a:pt x="28989" y="12926"/>
                  </a:lnTo>
                  <a:lnTo>
                    <a:pt x="29646" y="12561"/>
                  </a:lnTo>
                  <a:lnTo>
                    <a:pt x="29906" y="11831"/>
                  </a:lnTo>
                  <a:lnTo>
                    <a:pt x="29768" y="10736"/>
                  </a:lnTo>
                  <a:lnTo>
                    <a:pt x="29896" y="9529"/>
                  </a:lnTo>
                  <a:lnTo>
                    <a:pt x="30489" y="7553"/>
                  </a:lnTo>
                  <a:lnTo>
                    <a:pt x="31905" y="5859"/>
                  </a:lnTo>
                  <a:lnTo>
                    <a:pt x="32715" y="6432"/>
                  </a:lnTo>
                  <a:lnTo>
                    <a:pt x="33389" y="8707"/>
                  </a:lnTo>
                  <a:lnTo>
                    <a:pt x="34341" y="10252"/>
                  </a:lnTo>
                  <a:lnTo>
                    <a:pt x="35571" y="11070"/>
                  </a:lnTo>
                  <a:lnTo>
                    <a:pt x="36526" y="10766"/>
                  </a:lnTo>
                  <a:lnTo>
                    <a:pt x="37206" y="9346"/>
                  </a:lnTo>
                  <a:lnTo>
                    <a:pt x="37817" y="8915"/>
                  </a:lnTo>
                  <a:lnTo>
                    <a:pt x="38361" y="9476"/>
                  </a:lnTo>
                  <a:lnTo>
                    <a:pt x="38648" y="9157"/>
                  </a:lnTo>
                  <a:lnTo>
                    <a:pt x="38679" y="7964"/>
                  </a:lnTo>
                  <a:lnTo>
                    <a:pt x="38960" y="7688"/>
                  </a:lnTo>
                  <a:lnTo>
                    <a:pt x="39491" y="8333"/>
                  </a:lnTo>
                  <a:lnTo>
                    <a:pt x="39964" y="8499"/>
                  </a:lnTo>
                  <a:lnTo>
                    <a:pt x="40377" y="8186"/>
                  </a:lnTo>
                  <a:lnTo>
                    <a:pt x="40537" y="7606"/>
                  </a:lnTo>
                  <a:lnTo>
                    <a:pt x="40620" y="7007"/>
                  </a:lnTo>
                  <a:lnTo>
                    <a:pt x="40929" y="6559"/>
                  </a:lnTo>
                  <a:lnTo>
                    <a:pt x="41991" y="7002"/>
                  </a:lnTo>
                  <a:lnTo>
                    <a:pt x="43183" y="6310"/>
                  </a:lnTo>
                  <a:lnTo>
                    <a:pt x="44504" y="4485"/>
                  </a:lnTo>
                  <a:lnTo>
                    <a:pt x="45382" y="3679"/>
                  </a:lnTo>
                  <a:lnTo>
                    <a:pt x="45815" y="3889"/>
                  </a:lnTo>
                  <a:lnTo>
                    <a:pt x="46335" y="2969"/>
                  </a:lnTo>
                  <a:lnTo>
                    <a:pt x="46939" y="917"/>
                  </a:lnTo>
                  <a:lnTo>
                    <a:pt x="4831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1238770" y="4194498"/>
              <a:ext cx="1759" cy="5078"/>
            </a:xfrm>
            <a:custGeom>
              <a:avLst/>
              <a:pathLst>
                <a:path w="1759" h="5078">
                  <a:moveTo>
                    <a:pt x="1645" y="3456"/>
                  </a:moveTo>
                  <a:lnTo>
                    <a:pt x="505" y="5078"/>
                  </a:lnTo>
                  <a:lnTo>
                    <a:pt x="0" y="3156"/>
                  </a:lnTo>
                  <a:lnTo>
                    <a:pt x="449" y="715"/>
                  </a:lnTo>
                  <a:lnTo>
                    <a:pt x="985" y="77"/>
                  </a:lnTo>
                  <a:lnTo>
                    <a:pt x="1298" y="0"/>
                  </a:lnTo>
                  <a:lnTo>
                    <a:pt x="1759" y="22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392227" y="3270559"/>
              <a:ext cx="1876" cy="7974"/>
            </a:xfrm>
            <a:custGeom>
              <a:avLst/>
              <a:pathLst>
                <a:path w="1876" h="7974">
                  <a:moveTo>
                    <a:pt x="1876" y="4650"/>
                  </a:moveTo>
                  <a:lnTo>
                    <a:pt x="1325" y="7974"/>
                  </a:lnTo>
                  <a:lnTo>
                    <a:pt x="1009" y="6491"/>
                  </a:lnTo>
                  <a:lnTo>
                    <a:pt x="952" y="3848"/>
                  </a:lnTo>
                  <a:lnTo>
                    <a:pt x="726" y="2813"/>
                  </a:lnTo>
                  <a:lnTo>
                    <a:pt x="257" y="2182"/>
                  </a:lnTo>
                  <a:lnTo>
                    <a:pt x="0" y="1312"/>
                  </a:lnTo>
                  <a:lnTo>
                    <a:pt x="21" y="0"/>
                  </a:lnTo>
                  <a:lnTo>
                    <a:pt x="1721" y="208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453222" y="3116064"/>
              <a:ext cx="705" cy="1634"/>
            </a:xfrm>
            <a:custGeom>
              <a:avLst/>
              <a:pathLst>
                <a:path w="705" h="1634">
                  <a:moveTo>
                    <a:pt x="705" y="1025"/>
                  </a:moveTo>
                  <a:lnTo>
                    <a:pt x="430" y="1634"/>
                  </a:lnTo>
                  <a:lnTo>
                    <a:pt x="187" y="1579"/>
                  </a:lnTo>
                  <a:lnTo>
                    <a:pt x="27" y="991"/>
                  </a:lnTo>
                  <a:lnTo>
                    <a:pt x="0" y="0"/>
                  </a:lnTo>
                  <a:lnTo>
                    <a:pt x="230" y="271"/>
                  </a:lnTo>
                  <a:lnTo>
                    <a:pt x="316" y="422"/>
                  </a:lnTo>
                  <a:lnTo>
                    <a:pt x="388" y="6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450328" y="3112476"/>
              <a:ext cx="313" cy="952"/>
            </a:xfrm>
            <a:custGeom>
              <a:avLst/>
              <a:pathLst>
                <a:path w="313" h="952">
                  <a:moveTo>
                    <a:pt x="146" y="952"/>
                  </a:moveTo>
                  <a:lnTo>
                    <a:pt x="0" y="683"/>
                  </a:lnTo>
                  <a:lnTo>
                    <a:pt x="26" y="193"/>
                  </a:lnTo>
                  <a:lnTo>
                    <a:pt x="145" y="0"/>
                  </a:lnTo>
                  <a:lnTo>
                    <a:pt x="238" y="135"/>
                  </a:lnTo>
                  <a:lnTo>
                    <a:pt x="313" y="52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3206653" y="2115266"/>
              <a:ext cx="9948" cy="5665"/>
            </a:xfrm>
            <a:custGeom>
              <a:avLst/>
              <a:pathLst>
                <a:path w="9948" h="5665">
                  <a:moveTo>
                    <a:pt x="9948" y="382"/>
                  </a:moveTo>
                  <a:lnTo>
                    <a:pt x="9780" y="1497"/>
                  </a:lnTo>
                  <a:lnTo>
                    <a:pt x="9339" y="2728"/>
                  </a:lnTo>
                  <a:lnTo>
                    <a:pt x="7834" y="4501"/>
                  </a:lnTo>
                  <a:lnTo>
                    <a:pt x="6267" y="5665"/>
                  </a:lnTo>
                  <a:lnTo>
                    <a:pt x="5458" y="5520"/>
                  </a:lnTo>
                  <a:lnTo>
                    <a:pt x="4903" y="4911"/>
                  </a:lnTo>
                  <a:lnTo>
                    <a:pt x="4605" y="4272"/>
                  </a:lnTo>
                  <a:lnTo>
                    <a:pt x="3767" y="3656"/>
                  </a:lnTo>
                  <a:lnTo>
                    <a:pt x="2613" y="3345"/>
                  </a:lnTo>
                  <a:lnTo>
                    <a:pt x="1896" y="4012"/>
                  </a:lnTo>
                  <a:lnTo>
                    <a:pt x="1383" y="4644"/>
                  </a:lnTo>
                  <a:lnTo>
                    <a:pt x="935" y="4540"/>
                  </a:lnTo>
                  <a:lnTo>
                    <a:pt x="598" y="4012"/>
                  </a:lnTo>
                  <a:lnTo>
                    <a:pt x="340" y="3200"/>
                  </a:lnTo>
                  <a:lnTo>
                    <a:pt x="0" y="642"/>
                  </a:lnTo>
                  <a:lnTo>
                    <a:pt x="859" y="174"/>
                  </a:lnTo>
                  <a:lnTo>
                    <a:pt x="2717" y="0"/>
                  </a:lnTo>
                  <a:lnTo>
                    <a:pt x="4160" y="894"/>
                  </a:lnTo>
                  <a:lnTo>
                    <a:pt x="6055" y="1327"/>
                  </a:lnTo>
                  <a:lnTo>
                    <a:pt x="7505" y="102"/>
                  </a:lnTo>
                  <a:lnTo>
                    <a:pt x="8646" y="11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3210610" y="2105012"/>
              <a:ext cx="4276" cy="3527"/>
            </a:xfrm>
            <a:custGeom>
              <a:avLst/>
              <a:pathLst>
                <a:path w="4276" h="3527">
                  <a:moveTo>
                    <a:pt x="2845" y="206"/>
                  </a:moveTo>
                  <a:lnTo>
                    <a:pt x="3954" y="1817"/>
                  </a:lnTo>
                  <a:lnTo>
                    <a:pt x="4190" y="2333"/>
                  </a:lnTo>
                  <a:lnTo>
                    <a:pt x="4276" y="2885"/>
                  </a:lnTo>
                  <a:lnTo>
                    <a:pt x="2866" y="3527"/>
                  </a:lnTo>
                  <a:lnTo>
                    <a:pt x="1368" y="1549"/>
                  </a:lnTo>
                  <a:lnTo>
                    <a:pt x="378" y="2015"/>
                  </a:lnTo>
                  <a:lnTo>
                    <a:pt x="5" y="1079"/>
                  </a:lnTo>
                  <a:lnTo>
                    <a:pt x="0" y="494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3222086" y="2062554"/>
              <a:ext cx="2012" cy="5422"/>
            </a:xfrm>
            <a:custGeom>
              <a:avLst/>
              <a:pathLst>
                <a:path w="2012" h="5422">
                  <a:moveTo>
                    <a:pt x="2009" y="3327"/>
                  </a:moveTo>
                  <a:lnTo>
                    <a:pt x="884" y="5422"/>
                  </a:lnTo>
                  <a:lnTo>
                    <a:pt x="199" y="4836"/>
                  </a:lnTo>
                  <a:lnTo>
                    <a:pt x="0" y="4351"/>
                  </a:lnTo>
                  <a:lnTo>
                    <a:pt x="348" y="2718"/>
                  </a:lnTo>
                  <a:lnTo>
                    <a:pt x="201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3224343" y="2058804"/>
              <a:ext cx="2278" cy="2234"/>
            </a:xfrm>
            <a:custGeom>
              <a:avLst/>
              <a:pathLst>
                <a:path w="2278" h="2234">
                  <a:moveTo>
                    <a:pt x="2278" y="64"/>
                  </a:moveTo>
                  <a:lnTo>
                    <a:pt x="179" y="2234"/>
                  </a:lnTo>
                  <a:lnTo>
                    <a:pt x="0" y="1890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3207776" y="2054935"/>
              <a:ext cx="42564" cy="79508"/>
            </a:xfrm>
            <a:custGeom>
              <a:avLst/>
              <a:pathLst>
                <a:path w="42564" h="79508">
                  <a:moveTo>
                    <a:pt x="8825" y="60714"/>
                  </a:moveTo>
                  <a:lnTo>
                    <a:pt x="7834" y="60269"/>
                  </a:lnTo>
                  <a:lnTo>
                    <a:pt x="6332" y="59037"/>
                  </a:lnTo>
                  <a:lnTo>
                    <a:pt x="4235" y="60037"/>
                  </a:lnTo>
                  <a:lnTo>
                    <a:pt x="2777" y="58839"/>
                  </a:lnTo>
                  <a:lnTo>
                    <a:pt x="1566" y="58721"/>
                  </a:lnTo>
                  <a:lnTo>
                    <a:pt x="812" y="57767"/>
                  </a:lnTo>
                  <a:lnTo>
                    <a:pt x="0" y="56154"/>
                  </a:lnTo>
                  <a:lnTo>
                    <a:pt x="575" y="55094"/>
                  </a:lnTo>
                  <a:lnTo>
                    <a:pt x="1132" y="54726"/>
                  </a:lnTo>
                  <a:lnTo>
                    <a:pt x="3350" y="54521"/>
                  </a:lnTo>
                  <a:lnTo>
                    <a:pt x="4963" y="55166"/>
                  </a:lnTo>
                  <a:lnTo>
                    <a:pt x="7862" y="58666"/>
                  </a:lnTo>
                  <a:lnTo>
                    <a:pt x="8594" y="58639"/>
                  </a:lnTo>
                  <a:lnTo>
                    <a:pt x="9370" y="58197"/>
                  </a:lnTo>
                  <a:lnTo>
                    <a:pt x="8975" y="57244"/>
                  </a:lnTo>
                  <a:lnTo>
                    <a:pt x="8250" y="56789"/>
                  </a:lnTo>
                  <a:lnTo>
                    <a:pt x="7171" y="55848"/>
                  </a:lnTo>
                  <a:lnTo>
                    <a:pt x="6312" y="54527"/>
                  </a:lnTo>
                  <a:lnTo>
                    <a:pt x="8331" y="54100"/>
                  </a:lnTo>
                  <a:lnTo>
                    <a:pt x="8051" y="53416"/>
                  </a:lnTo>
                  <a:lnTo>
                    <a:pt x="7785" y="52250"/>
                  </a:lnTo>
                  <a:lnTo>
                    <a:pt x="5654" y="48183"/>
                  </a:lnTo>
                  <a:lnTo>
                    <a:pt x="6018" y="47082"/>
                  </a:lnTo>
                  <a:lnTo>
                    <a:pt x="6553" y="44720"/>
                  </a:lnTo>
                  <a:lnTo>
                    <a:pt x="7221" y="42759"/>
                  </a:lnTo>
                  <a:lnTo>
                    <a:pt x="7753" y="42232"/>
                  </a:lnTo>
                  <a:lnTo>
                    <a:pt x="8628" y="40842"/>
                  </a:lnTo>
                  <a:lnTo>
                    <a:pt x="10530" y="36769"/>
                  </a:lnTo>
                  <a:lnTo>
                    <a:pt x="11740" y="33449"/>
                  </a:lnTo>
                  <a:lnTo>
                    <a:pt x="12640" y="29507"/>
                  </a:lnTo>
                  <a:lnTo>
                    <a:pt x="13960" y="18657"/>
                  </a:lnTo>
                  <a:lnTo>
                    <a:pt x="14350" y="16814"/>
                  </a:lnTo>
                  <a:lnTo>
                    <a:pt x="14987" y="14770"/>
                  </a:lnTo>
                  <a:lnTo>
                    <a:pt x="15785" y="15155"/>
                  </a:lnTo>
                  <a:lnTo>
                    <a:pt x="16341" y="15744"/>
                  </a:lnTo>
                  <a:lnTo>
                    <a:pt x="18308" y="14198"/>
                  </a:lnTo>
                  <a:lnTo>
                    <a:pt x="21682" y="10184"/>
                  </a:lnTo>
                  <a:lnTo>
                    <a:pt x="22677" y="6710"/>
                  </a:lnTo>
                  <a:lnTo>
                    <a:pt x="23654" y="5096"/>
                  </a:lnTo>
                  <a:lnTo>
                    <a:pt x="27532" y="1949"/>
                  </a:lnTo>
                  <a:lnTo>
                    <a:pt x="29675" y="1007"/>
                  </a:lnTo>
                  <a:lnTo>
                    <a:pt x="32979" y="764"/>
                  </a:lnTo>
                  <a:lnTo>
                    <a:pt x="35368" y="203"/>
                  </a:lnTo>
                  <a:lnTo>
                    <a:pt x="38237" y="0"/>
                  </a:lnTo>
                  <a:lnTo>
                    <a:pt x="39329" y="1943"/>
                  </a:lnTo>
                  <a:lnTo>
                    <a:pt x="39962" y="3364"/>
                  </a:lnTo>
                  <a:lnTo>
                    <a:pt x="40982" y="4153"/>
                  </a:lnTo>
                  <a:lnTo>
                    <a:pt x="42564" y="4694"/>
                  </a:lnTo>
                  <a:lnTo>
                    <a:pt x="42469" y="7504"/>
                  </a:lnTo>
                  <a:lnTo>
                    <a:pt x="42480" y="13050"/>
                  </a:lnTo>
                  <a:lnTo>
                    <a:pt x="42362" y="14034"/>
                  </a:lnTo>
                  <a:lnTo>
                    <a:pt x="41653" y="16374"/>
                  </a:lnTo>
                  <a:lnTo>
                    <a:pt x="40901" y="20577"/>
                  </a:lnTo>
                  <a:lnTo>
                    <a:pt x="40698" y="23337"/>
                  </a:lnTo>
                  <a:lnTo>
                    <a:pt x="40473" y="23864"/>
                  </a:lnTo>
                  <a:lnTo>
                    <a:pt x="37467" y="23848"/>
                  </a:lnTo>
                  <a:lnTo>
                    <a:pt x="37039" y="24327"/>
                  </a:lnTo>
                  <a:lnTo>
                    <a:pt x="36978" y="24924"/>
                  </a:lnTo>
                  <a:lnTo>
                    <a:pt x="37130" y="25636"/>
                  </a:lnTo>
                  <a:lnTo>
                    <a:pt x="37058" y="26343"/>
                  </a:lnTo>
                  <a:lnTo>
                    <a:pt x="36822" y="26918"/>
                  </a:lnTo>
                  <a:lnTo>
                    <a:pt x="36950" y="27833"/>
                  </a:lnTo>
                  <a:lnTo>
                    <a:pt x="37471" y="28873"/>
                  </a:lnTo>
                  <a:lnTo>
                    <a:pt x="38422" y="29515"/>
                  </a:lnTo>
                  <a:lnTo>
                    <a:pt x="39439" y="29574"/>
                  </a:lnTo>
                  <a:lnTo>
                    <a:pt x="39962" y="29462"/>
                  </a:lnTo>
                  <a:lnTo>
                    <a:pt x="40345" y="30204"/>
                  </a:lnTo>
                  <a:lnTo>
                    <a:pt x="40723" y="31349"/>
                  </a:lnTo>
                  <a:lnTo>
                    <a:pt x="40694" y="32789"/>
                  </a:lnTo>
                  <a:lnTo>
                    <a:pt x="40546" y="34724"/>
                  </a:lnTo>
                  <a:lnTo>
                    <a:pt x="40065" y="36512"/>
                  </a:lnTo>
                  <a:lnTo>
                    <a:pt x="38678" y="38572"/>
                  </a:lnTo>
                  <a:lnTo>
                    <a:pt x="38057" y="39298"/>
                  </a:lnTo>
                  <a:lnTo>
                    <a:pt x="37474" y="39668"/>
                  </a:lnTo>
                  <a:lnTo>
                    <a:pt x="37195" y="40214"/>
                  </a:lnTo>
                  <a:lnTo>
                    <a:pt x="37064" y="40904"/>
                  </a:lnTo>
                  <a:lnTo>
                    <a:pt x="37094" y="41515"/>
                  </a:lnTo>
                  <a:lnTo>
                    <a:pt x="38080" y="43170"/>
                  </a:lnTo>
                  <a:lnTo>
                    <a:pt x="38057" y="43548"/>
                  </a:lnTo>
                  <a:lnTo>
                    <a:pt x="37771" y="44408"/>
                  </a:lnTo>
                  <a:lnTo>
                    <a:pt x="37392" y="45218"/>
                  </a:lnTo>
                  <a:lnTo>
                    <a:pt x="34845" y="46900"/>
                  </a:lnTo>
                  <a:lnTo>
                    <a:pt x="33794" y="46769"/>
                  </a:lnTo>
                  <a:lnTo>
                    <a:pt x="33194" y="47607"/>
                  </a:lnTo>
                  <a:lnTo>
                    <a:pt x="33007" y="47766"/>
                  </a:lnTo>
                  <a:lnTo>
                    <a:pt x="32341" y="46995"/>
                  </a:lnTo>
                  <a:lnTo>
                    <a:pt x="30859" y="46108"/>
                  </a:lnTo>
                  <a:lnTo>
                    <a:pt x="30299" y="46414"/>
                  </a:lnTo>
                  <a:lnTo>
                    <a:pt x="29988" y="46900"/>
                  </a:lnTo>
                  <a:lnTo>
                    <a:pt x="29055" y="47490"/>
                  </a:lnTo>
                  <a:lnTo>
                    <a:pt x="28386" y="48415"/>
                  </a:lnTo>
                  <a:lnTo>
                    <a:pt x="28384" y="49605"/>
                  </a:lnTo>
                  <a:lnTo>
                    <a:pt x="29567" y="52683"/>
                  </a:lnTo>
                  <a:lnTo>
                    <a:pt x="29983" y="53287"/>
                  </a:lnTo>
                  <a:lnTo>
                    <a:pt x="30003" y="54436"/>
                  </a:lnTo>
                  <a:lnTo>
                    <a:pt x="30576" y="55879"/>
                  </a:lnTo>
                  <a:lnTo>
                    <a:pt x="31163" y="57686"/>
                  </a:lnTo>
                  <a:lnTo>
                    <a:pt x="31226" y="58836"/>
                  </a:lnTo>
                  <a:lnTo>
                    <a:pt x="31158" y="60001"/>
                  </a:lnTo>
                  <a:lnTo>
                    <a:pt x="30856" y="61649"/>
                  </a:lnTo>
                  <a:lnTo>
                    <a:pt x="29830" y="65511"/>
                  </a:lnTo>
                  <a:lnTo>
                    <a:pt x="29818" y="66253"/>
                  </a:lnTo>
                  <a:lnTo>
                    <a:pt x="29904" y="66815"/>
                  </a:lnTo>
                  <a:lnTo>
                    <a:pt x="30256" y="66971"/>
                  </a:lnTo>
                  <a:lnTo>
                    <a:pt x="30523" y="67263"/>
                  </a:lnTo>
                  <a:lnTo>
                    <a:pt x="30444" y="67778"/>
                  </a:lnTo>
                  <a:lnTo>
                    <a:pt x="28526" y="70458"/>
                  </a:lnTo>
                  <a:lnTo>
                    <a:pt x="28278" y="70927"/>
                  </a:lnTo>
                  <a:lnTo>
                    <a:pt x="27473" y="70795"/>
                  </a:lnTo>
                  <a:lnTo>
                    <a:pt x="27350" y="71243"/>
                  </a:lnTo>
                  <a:lnTo>
                    <a:pt x="27460" y="71966"/>
                  </a:lnTo>
                  <a:lnTo>
                    <a:pt x="27773" y="72600"/>
                  </a:lnTo>
                  <a:lnTo>
                    <a:pt x="28458" y="72933"/>
                  </a:lnTo>
                  <a:lnTo>
                    <a:pt x="29046" y="73612"/>
                  </a:lnTo>
                  <a:lnTo>
                    <a:pt x="29518" y="74944"/>
                  </a:lnTo>
                  <a:lnTo>
                    <a:pt x="28899" y="79508"/>
                  </a:lnTo>
                  <a:lnTo>
                    <a:pt x="27747" y="79445"/>
                  </a:lnTo>
                  <a:lnTo>
                    <a:pt x="26667" y="79387"/>
                  </a:lnTo>
                  <a:lnTo>
                    <a:pt x="26096" y="79238"/>
                  </a:lnTo>
                  <a:lnTo>
                    <a:pt x="25488" y="78789"/>
                  </a:lnTo>
                  <a:lnTo>
                    <a:pt x="25211" y="77867"/>
                  </a:lnTo>
                  <a:lnTo>
                    <a:pt x="24874" y="76755"/>
                  </a:lnTo>
                  <a:lnTo>
                    <a:pt x="24966" y="76074"/>
                  </a:lnTo>
                  <a:lnTo>
                    <a:pt x="25977" y="74139"/>
                  </a:lnTo>
                  <a:lnTo>
                    <a:pt x="26129" y="73604"/>
                  </a:lnTo>
                  <a:lnTo>
                    <a:pt x="26025" y="73318"/>
                  </a:lnTo>
                  <a:lnTo>
                    <a:pt x="26127" y="72465"/>
                  </a:lnTo>
                  <a:lnTo>
                    <a:pt x="26904" y="69580"/>
                  </a:lnTo>
                  <a:lnTo>
                    <a:pt x="27005" y="68421"/>
                  </a:lnTo>
                  <a:lnTo>
                    <a:pt x="26657" y="67610"/>
                  </a:lnTo>
                  <a:lnTo>
                    <a:pt x="26156" y="67125"/>
                  </a:lnTo>
                  <a:lnTo>
                    <a:pt x="24526" y="66270"/>
                  </a:lnTo>
                  <a:lnTo>
                    <a:pt x="23749" y="65062"/>
                  </a:lnTo>
                  <a:lnTo>
                    <a:pt x="23390" y="64008"/>
                  </a:lnTo>
                  <a:lnTo>
                    <a:pt x="23028" y="63710"/>
                  </a:lnTo>
                  <a:lnTo>
                    <a:pt x="22493" y="64067"/>
                  </a:lnTo>
                  <a:lnTo>
                    <a:pt x="21142" y="64459"/>
                  </a:lnTo>
                  <a:lnTo>
                    <a:pt x="20045" y="63891"/>
                  </a:lnTo>
                  <a:lnTo>
                    <a:pt x="18747" y="61895"/>
                  </a:lnTo>
                  <a:lnTo>
                    <a:pt x="18447" y="60112"/>
                  </a:lnTo>
                  <a:lnTo>
                    <a:pt x="18288" y="58744"/>
                  </a:lnTo>
                  <a:lnTo>
                    <a:pt x="17964" y="58272"/>
                  </a:lnTo>
                  <a:lnTo>
                    <a:pt x="17528" y="58973"/>
                  </a:lnTo>
                  <a:lnTo>
                    <a:pt x="16976" y="60084"/>
                  </a:lnTo>
                  <a:lnTo>
                    <a:pt x="15887" y="60217"/>
                  </a:lnTo>
                  <a:lnTo>
                    <a:pt x="15577" y="59958"/>
                  </a:lnTo>
                  <a:lnTo>
                    <a:pt x="15523" y="59344"/>
                  </a:lnTo>
                  <a:lnTo>
                    <a:pt x="15461" y="58756"/>
                  </a:lnTo>
                  <a:lnTo>
                    <a:pt x="15162" y="58027"/>
                  </a:lnTo>
                  <a:lnTo>
                    <a:pt x="14838" y="57622"/>
                  </a:lnTo>
                  <a:lnTo>
                    <a:pt x="13456" y="59672"/>
                  </a:lnTo>
                  <a:lnTo>
                    <a:pt x="12943" y="59666"/>
                  </a:lnTo>
                  <a:lnTo>
                    <a:pt x="12294" y="58878"/>
                  </a:lnTo>
                  <a:lnTo>
                    <a:pt x="11974" y="58106"/>
                  </a:lnTo>
                  <a:lnTo>
                    <a:pt x="11264" y="58546"/>
                  </a:lnTo>
                  <a:lnTo>
                    <a:pt x="10626" y="59499"/>
                  </a:lnTo>
                  <a:lnTo>
                    <a:pt x="10845" y="61286"/>
                  </a:lnTo>
                  <a:lnTo>
                    <a:pt x="10501" y="61614"/>
                  </a:lnTo>
                  <a:lnTo>
                    <a:pt x="9715" y="614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3227549" y="2054864"/>
              <a:ext cx="4455" cy="1943"/>
            </a:xfrm>
            <a:custGeom>
              <a:avLst/>
              <a:pathLst>
                <a:path w="4455" h="1943">
                  <a:moveTo>
                    <a:pt x="1539" y="1708"/>
                  </a:moveTo>
                  <a:lnTo>
                    <a:pt x="481" y="1943"/>
                  </a:lnTo>
                  <a:lnTo>
                    <a:pt x="0" y="1529"/>
                  </a:lnTo>
                  <a:lnTo>
                    <a:pt x="2553" y="357"/>
                  </a:lnTo>
                  <a:lnTo>
                    <a:pt x="4169" y="0"/>
                  </a:lnTo>
                  <a:lnTo>
                    <a:pt x="4455" y="1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3232819" y="2053932"/>
              <a:ext cx="3122" cy="959"/>
            </a:xfrm>
            <a:custGeom>
              <a:avLst/>
              <a:pathLst>
                <a:path w="3122" h="959">
                  <a:moveTo>
                    <a:pt x="3122" y="480"/>
                  </a:moveTo>
                  <a:lnTo>
                    <a:pt x="882" y="959"/>
                  </a:lnTo>
                  <a:lnTo>
                    <a:pt x="125" y="597"/>
                  </a:lnTo>
                  <a:lnTo>
                    <a:pt x="0" y="253"/>
                  </a:lnTo>
                  <a:lnTo>
                    <a:pt x="611" y="50"/>
                  </a:lnTo>
                  <a:lnTo>
                    <a:pt x="2520" y="0"/>
                  </a:lnTo>
                  <a:lnTo>
                    <a:pt x="3110" y="2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3238553" y="2052753"/>
              <a:ext cx="1977" cy="1128"/>
            </a:xfrm>
            <a:custGeom>
              <a:avLst/>
              <a:pathLst>
                <a:path w="1977" h="1128">
                  <a:moveTo>
                    <a:pt x="1977" y="125"/>
                  </a:moveTo>
                  <a:lnTo>
                    <a:pt x="385" y="1128"/>
                  </a:lnTo>
                  <a:lnTo>
                    <a:pt x="0" y="917"/>
                  </a:lnTo>
                  <a:lnTo>
                    <a:pt x="95" y="627"/>
                  </a:lnTo>
                  <a:lnTo>
                    <a:pt x="149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3244036" y="2049488"/>
              <a:ext cx="1803" cy="1367"/>
            </a:xfrm>
            <a:custGeom>
              <a:avLst/>
              <a:pathLst>
                <a:path w="1803" h="1367">
                  <a:moveTo>
                    <a:pt x="1052" y="1269"/>
                  </a:moveTo>
                  <a:lnTo>
                    <a:pt x="0" y="1367"/>
                  </a:lnTo>
                  <a:lnTo>
                    <a:pt x="300" y="585"/>
                  </a:lnTo>
                  <a:lnTo>
                    <a:pt x="1277" y="0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3224595" y="1847770"/>
              <a:ext cx="1805" cy="7779"/>
            </a:xfrm>
            <a:custGeom>
              <a:avLst/>
              <a:pathLst>
                <a:path w="1805" h="7779">
                  <a:moveTo>
                    <a:pt x="1768" y="4269"/>
                  </a:moveTo>
                  <a:lnTo>
                    <a:pt x="1805" y="7779"/>
                  </a:lnTo>
                  <a:lnTo>
                    <a:pt x="759" y="7514"/>
                  </a:lnTo>
                  <a:lnTo>
                    <a:pt x="289" y="6167"/>
                  </a:lnTo>
                  <a:lnTo>
                    <a:pt x="153" y="5308"/>
                  </a:lnTo>
                  <a:lnTo>
                    <a:pt x="235" y="3276"/>
                  </a:lnTo>
                  <a:lnTo>
                    <a:pt x="0" y="1181"/>
                  </a:lnTo>
                  <a:lnTo>
                    <a:pt x="308" y="141"/>
                  </a:lnTo>
                  <a:lnTo>
                    <a:pt x="687" y="0"/>
                  </a:lnTo>
                  <a:lnTo>
                    <a:pt x="1363" y="186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3223107" y="1825687"/>
              <a:ext cx="1978" cy="3765"/>
            </a:xfrm>
            <a:custGeom>
              <a:avLst/>
              <a:pathLst>
                <a:path w="1978" h="3765">
                  <a:moveTo>
                    <a:pt x="1813" y="3392"/>
                  </a:moveTo>
                  <a:lnTo>
                    <a:pt x="807" y="3765"/>
                  </a:lnTo>
                  <a:lnTo>
                    <a:pt x="0" y="3446"/>
                  </a:lnTo>
                  <a:lnTo>
                    <a:pt x="288" y="624"/>
                  </a:lnTo>
                  <a:lnTo>
                    <a:pt x="710" y="162"/>
                  </a:lnTo>
                  <a:lnTo>
                    <a:pt x="1321" y="0"/>
                  </a:lnTo>
                  <a:lnTo>
                    <a:pt x="1978" y="151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3257230" y="1758568"/>
              <a:ext cx="3825" cy="3956"/>
            </a:xfrm>
            <a:custGeom>
              <a:avLst/>
              <a:pathLst>
                <a:path w="3825" h="3956">
                  <a:moveTo>
                    <a:pt x="3392" y="3935"/>
                  </a:moveTo>
                  <a:lnTo>
                    <a:pt x="2278" y="3956"/>
                  </a:lnTo>
                  <a:lnTo>
                    <a:pt x="957" y="3500"/>
                  </a:lnTo>
                  <a:lnTo>
                    <a:pt x="128" y="2533"/>
                  </a:lnTo>
                  <a:lnTo>
                    <a:pt x="0" y="1681"/>
                  </a:lnTo>
                  <a:lnTo>
                    <a:pt x="1525" y="620"/>
                  </a:lnTo>
                  <a:lnTo>
                    <a:pt x="3060" y="0"/>
                  </a:lnTo>
                  <a:lnTo>
                    <a:pt x="3771" y="1165"/>
                  </a:lnTo>
                  <a:lnTo>
                    <a:pt x="3825" y="308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3262716" y="1748704"/>
              <a:ext cx="5992" cy="4132"/>
            </a:xfrm>
            <a:custGeom>
              <a:avLst/>
              <a:pathLst>
                <a:path w="5992" h="4132">
                  <a:moveTo>
                    <a:pt x="2085" y="4062"/>
                  </a:moveTo>
                  <a:lnTo>
                    <a:pt x="784" y="4132"/>
                  </a:lnTo>
                  <a:lnTo>
                    <a:pt x="0" y="3471"/>
                  </a:lnTo>
                  <a:lnTo>
                    <a:pt x="1864" y="2151"/>
                  </a:lnTo>
                  <a:lnTo>
                    <a:pt x="4789" y="895"/>
                  </a:lnTo>
                  <a:lnTo>
                    <a:pt x="5067" y="98"/>
                  </a:lnTo>
                  <a:lnTo>
                    <a:pt x="5422" y="0"/>
                  </a:lnTo>
                  <a:lnTo>
                    <a:pt x="5928" y="981"/>
                  </a:lnTo>
                  <a:lnTo>
                    <a:pt x="5992" y="2324"/>
                  </a:lnTo>
                  <a:lnTo>
                    <a:pt x="5671" y="298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3290567" y="1714011"/>
              <a:ext cx="5749" cy="4156"/>
            </a:xfrm>
            <a:custGeom>
              <a:avLst/>
              <a:pathLst>
                <a:path w="5749" h="4156">
                  <a:moveTo>
                    <a:pt x="5582" y="3334"/>
                  </a:moveTo>
                  <a:lnTo>
                    <a:pt x="4986" y="4156"/>
                  </a:lnTo>
                  <a:lnTo>
                    <a:pt x="3663" y="3496"/>
                  </a:lnTo>
                  <a:lnTo>
                    <a:pt x="1052" y="4006"/>
                  </a:lnTo>
                  <a:lnTo>
                    <a:pt x="0" y="3203"/>
                  </a:lnTo>
                  <a:lnTo>
                    <a:pt x="836" y="1639"/>
                  </a:lnTo>
                  <a:lnTo>
                    <a:pt x="3192" y="0"/>
                  </a:lnTo>
                  <a:lnTo>
                    <a:pt x="4460" y="75"/>
                  </a:lnTo>
                  <a:lnTo>
                    <a:pt x="5749" y="20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3302210" y="1692523"/>
              <a:ext cx="2703" cy="3256"/>
            </a:xfrm>
            <a:custGeom>
              <a:avLst/>
              <a:pathLst>
                <a:path w="2703" h="3256">
                  <a:moveTo>
                    <a:pt x="2303" y="2346"/>
                  </a:moveTo>
                  <a:lnTo>
                    <a:pt x="1552" y="3256"/>
                  </a:lnTo>
                  <a:lnTo>
                    <a:pt x="149" y="2995"/>
                  </a:lnTo>
                  <a:lnTo>
                    <a:pt x="0" y="2214"/>
                  </a:lnTo>
                  <a:lnTo>
                    <a:pt x="400" y="650"/>
                  </a:lnTo>
                  <a:lnTo>
                    <a:pt x="1251" y="0"/>
                  </a:lnTo>
                  <a:lnTo>
                    <a:pt x="2353" y="128"/>
                  </a:lnTo>
                  <a:lnTo>
                    <a:pt x="2703" y="7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3309754" y="1683497"/>
              <a:ext cx="3966" cy="3318"/>
            </a:xfrm>
            <a:custGeom>
              <a:avLst/>
              <a:pathLst>
                <a:path w="3966" h="3318">
                  <a:moveTo>
                    <a:pt x="909" y="3233"/>
                  </a:moveTo>
                  <a:lnTo>
                    <a:pt x="0" y="3318"/>
                  </a:lnTo>
                  <a:lnTo>
                    <a:pt x="7" y="2110"/>
                  </a:lnTo>
                  <a:lnTo>
                    <a:pt x="528" y="1012"/>
                  </a:lnTo>
                  <a:lnTo>
                    <a:pt x="1355" y="279"/>
                  </a:lnTo>
                  <a:lnTo>
                    <a:pt x="2417" y="83"/>
                  </a:lnTo>
                  <a:lnTo>
                    <a:pt x="3606" y="0"/>
                  </a:lnTo>
                  <a:lnTo>
                    <a:pt x="3966" y="581"/>
                  </a:lnTo>
                  <a:lnTo>
                    <a:pt x="3283" y="140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3308594" y="1677611"/>
              <a:ext cx="3353" cy="5139"/>
            </a:xfrm>
            <a:custGeom>
              <a:avLst/>
              <a:pathLst>
                <a:path w="3353" h="5139">
                  <a:moveTo>
                    <a:pt x="1051" y="4943"/>
                  </a:moveTo>
                  <a:lnTo>
                    <a:pt x="0" y="5139"/>
                  </a:lnTo>
                  <a:lnTo>
                    <a:pt x="175" y="3834"/>
                  </a:lnTo>
                  <a:lnTo>
                    <a:pt x="1025" y="2597"/>
                  </a:lnTo>
                  <a:lnTo>
                    <a:pt x="1351" y="1750"/>
                  </a:lnTo>
                  <a:lnTo>
                    <a:pt x="1521" y="754"/>
                  </a:lnTo>
                  <a:lnTo>
                    <a:pt x="2272" y="0"/>
                  </a:lnTo>
                  <a:lnTo>
                    <a:pt x="3332" y="963"/>
                  </a:lnTo>
                  <a:lnTo>
                    <a:pt x="3353" y="2602"/>
                  </a:lnTo>
                  <a:lnTo>
                    <a:pt x="2827" y="409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3314234" y="1622627"/>
              <a:ext cx="3393" cy="7390"/>
            </a:xfrm>
            <a:custGeom>
              <a:avLst/>
              <a:pathLst>
                <a:path w="3393" h="7390">
                  <a:moveTo>
                    <a:pt x="1677" y="5827"/>
                  </a:moveTo>
                  <a:lnTo>
                    <a:pt x="0" y="7390"/>
                  </a:lnTo>
                  <a:lnTo>
                    <a:pt x="612" y="4537"/>
                  </a:lnTo>
                  <a:lnTo>
                    <a:pt x="1518" y="1650"/>
                  </a:lnTo>
                  <a:lnTo>
                    <a:pt x="2771" y="0"/>
                  </a:lnTo>
                  <a:lnTo>
                    <a:pt x="3393" y="647"/>
                  </a:lnTo>
                  <a:lnTo>
                    <a:pt x="3108" y="2028"/>
                  </a:lnTo>
                  <a:lnTo>
                    <a:pt x="3113" y="3394"/>
                  </a:lnTo>
                  <a:lnTo>
                    <a:pt x="2845" y="404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3318498" y="1616576"/>
              <a:ext cx="10439" cy="8296"/>
            </a:xfrm>
            <a:custGeom>
              <a:avLst/>
              <a:pathLst>
                <a:path w="10439" h="8296">
                  <a:moveTo>
                    <a:pt x="7646" y="318"/>
                  </a:moveTo>
                  <a:lnTo>
                    <a:pt x="8321" y="823"/>
                  </a:lnTo>
                  <a:lnTo>
                    <a:pt x="10085" y="676"/>
                  </a:lnTo>
                  <a:lnTo>
                    <a:pt x="10439" y="865"/>
                  </a:lnTo>
                  <a:lnTo>
                    <a:pt x="10188" y="1699"/>
                  </a:lnTo>
                  <a:lnTo>
                    <a:pt x="9422" y="2617"/>
                  </a:lnTo>
                  <a:lnTo>
                    <a:pt x="7814" y="3180"/>
                  </a:lnTo>
                  <a:lnTo>
                    <a:pt x="7091" y="4580"/>
                  </a:lnTo>
                  <a:lnTo>
                    <a:pt x="6573" y="5057"/>
                  </a:lnTo>
                  <a:lnTo>
                    <a:pt x="5185" y="5062"/>
                  </a:lnTo>
                  <a:lnTo>
                    <a:pt x="4365" y="5386"/>
                  </a:lnTo>
                  <a:lnTo>
                    <a:pt x="3357" y="6632"/>
                  </a:lnTo>
                  <a:lnTo>
                    <a:pt x="2551" y="5713"/>
                  </a:lnTo>
                  <a:lnTo>
                    <a:pt x="2326" y="6365"/>
                  </a:lnTo>
                  <a:lnTo>
                    <a:pt x="2180" y="7531"/>
                  </a:lnTo>
                  <a:lnTo>
                    <a:pt x="1732" y="7873"/>
                  </a:lnTo>
                  <a:lnTo>
                    <a:pt x="339" y="8296"/>
                  </a:lnTo>
                  <a:lnTo>
                    <a:pt x="0" y="5581"/>
                  </a:lnTo>
                  <a:lnTo>
                    <a:pt x="640" y="4595"/>
                  </a:lnTo>
                  <a:lnTo>
                    <a:pt x="1143" y="3417"/>
                  </a:lnTo>
                  <a:lnTo>
                    <a:pt x="1912" y="3237"/>
                  </a:lnTo>
                  <a:lnTo>
                    <a:pt x="2602" y="3335"/>
                  </a:lnTo>
                  <a:lnTo>
                    <a:pt x="3843" y="800"/>
                  </a:lnTo>
                  <a:lnTo>
                    <a:pt x="5543" y="80"/>
                  </a:lnTo>
                  <a:lnTo>
                    <a:pt x="663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3331829" y="1594949"/>
              <a:ext cx="11618" cy="11868"/>
            </a:xfrm>
            <a:custGeom>
              <a:avLst/>
              <a:pathLst>
                <a:path w="11618" h="11868">
                  <a:moveTo>
                    <a:pt x="9466" y="1917"/>
                  </a:moveTo>
                  <a:lnTo>
                    <a:pt x="10944" y="4892"/>
                  </a:lnTo>
                  <a:lnTo>
                    <a:pt x="11618" y="6631"/>
                  </a:lnTo>
                  <a:lnTo>
                    <a:pt x="11071" y="9916"/>
                  </a:lnTo>
                  <a:lnTo>
                    <a:pt x="9636" y="11574"/>
                  </a:lnTo>
                  <a:lnTo>
                    <a:pt x="7422" y="11868"/>
                  </a:lnTo>
                  <a:lnTo>
                    <a:pt x="5868" y="11731"/>
                  </a:lnTo>
                  <a:lnTo>
                    <a:pt x="4889" y="10933"/>
                  </a:lnTo>
                  <a:lnTo>
                    <a:pt x="4767" y="10039"/>
                  </a:lnTo>
                  <a:lnTo>
                    <a:pt x="4201" y="9775"/>
                  </a:lnTo>
                  <a:lnTo>
                    <a:pt x="2710" y="10923"/>
                  </a:lnTo>
                  <a:lnTo>
                    <a:pt x="1673" y="11079"/>
                  </a:lnTo>
                  <a:lnTo>
                    <a:pt x="354" y="10187"/>
                  </a:lnTo>
                  <a:lnTo>
                    <a:pt x="0" y="8763"/>
                  </a:lnTo>
                  <a:lnTo>
                    <a:pt x="1399" y="6977"/>
                  </a:lnTo>
                  <a:lnTo>
                    <a:pt x="2047" y="5589"/>
                  </a:lnTo>
                  <a:lnTo>
                    <a:pt x="3599" y="5712"/>
                  </a:lnTo>
                  <a:lnTo>
                    <a:pt x="3987" y="6143"/>
                  </a:lnTo>
                  <a:lnTo>
                    <a:pt x="4864" y="6413"/>
                  </a:lnTo>
                  <a:lnTo>
                    <a:pt x="5398" y="4741"/>
                  </a:lnTo>
                  <a:lnTo>
                    <a:pt x="5275" y="3585"/>
                  </a:lnTo>
                  <a:lnTo>
                    <a:pt x="5665" y="2781"/>
                  </a:lnTo>
                  <a:lnTo>
                    <a:pt x="7540" y="3360"/>
                  </a:lnTo>
                  <a:lnTo>
                    <a:pt x="7544" y="220"/>
                  </a:lnTo>
                  <a:lnTo>
                    <a:pt x="8271" y="0"/>
                  </a:lnTo>
                  <a:lnTo>
                    <a:pt x="8569" y="119"/>
                  </a:lnTo>
                  <a:lnTo>
                    <a:pt x="9108" y="7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3330509" y="1586261"/>
              <a:ext cx="26005" cy="33206"/>
            </a:xfrm>
            <a:custGeom>
              <a:avLst/>
              <a:pathLst>
                <a:path w="26005" h="33206">
                  <a:moveTo>
                    <a:pt x="17068" y="21890"/>
                  </a:moveTo>
                  <a:lnTo>
                    <a:pt x="17205" y="22098"/>
                  </a:lnTo>
                  <a:lnTo>
                    <a:pt x="18752" y="19252"/>
                  </a:lnTo>
                  <a:lnTo>
                    <a:pt x="20466" y="18365"/>
                  </a:lnTo>
                  <a:lnTo>
                    <a:pt x="20572" y="17375"/>
                  </a:lnTo>
                  <a:lnTo>
                    <a:pt x="21237" y="16417"/>
                  </a:lnTo>
                  <a:lnTo>
                    <a:pt x="21161" y="14853"/>
                  </a:lnTo>
                  <a:lnTo>
                    <a:pt x="21499" y="13582"/>
                  </a:lnTo>
                  <a:lnTo>
                    <a:pt x="22373" y="13246"/>
                  </a:lnTo>
                  <a:lnTo>
                    <a:pt x="22919" y="12816"/>
                  </a:lnTo>
                  <a:lnTo>
                    <a:pt x="23524" y="12579"/>
                  </a:lnTo>
                  <a:lnTo>
                    <a:pt x="24618" y="13607"/>
                  </a:lnTo>
                  <a:lnTo>
                    <a:pt x="25237" y="14748"/>
                  </a:lnTo>
                  <a:lnTo>
                    <a:pt x="26005" y="17300"/>
                  </a:lnTo>
                  <a:lnTo>
                    <a:pt x="25686" y="19769"/>
                  </a:lnTo>
                  <a:lnTo>
                    <a:pt x="23627" y="21694"/>
                  </a:lnTo>
                  <a:lnTo>
                    <a:pt x="21992" y="22562"/>
                  </a:lnTo>
                  <a:lnTo>
                    <a:pt x="20340" y="24773"/>
                  </a:lnTo>
                  <a:lnTo>
                    <a:pt x="19509" y="26580"/>
                  </a:lnTo>
                  <a:lnTo>
                    <a:pt x="18796" y="26972"/>
                  </a:lnTo>
                  <a:lnTo>
                    <a:pt x="18345" y="26825"/>
                  </a:lnTo>
                  <a:lnTo>
                    <a:pt x="17943" y="26387"/>
                  </a:lnTo>
                  <a:lnTo>
                    <a:pt x="17106" y="26386"/>
                  </a:lnTo>
                  <a:lnTo>
                    <a:pt x="16184" y="27954"/>
                  </a:lnTo>
                  <a:lnTo>
                    <a:pt x="13402" y="29230"/>
                  </a:lnTo>
                  <a:lnTo>
                    <a:pt x="12311" y="28862"/>
                  </a:lnTo>
                  <a:lnTo>
                    <a:pt x="12261" y="27298"/>
                  </a:lnTo>
                  <a:lnTo>
                    <a:pt x="11610" y="27428"/>
                  </a:lnTo>
                  <a:lnTo>
                    <a:pt x="10568" y="29302"/>
                  </a:lnTo>
                  <a:lnTo>
                    <a:pt x="9547" y="29928"/>
                  </a:lnTo>
                  <a:lnTo>
                    <a:pt x="8862" y="30120"/>
                  </a:lnTo>
                  <a:lnTo>
                    <a:pt x="7603" y="29414"/>
                  </a:lnTo>
                  <a:lnTo>
                    <a:pt x="4220" y="32609"/>
                  </a:lnTo>
                  <a:lnTo>
                    <a:pt x="1047" y="33206"/>
                  </a:lnTo>
                  <a:lnTo>
                    <a:pt x="3" y="32837"/>
                  </a:lnTo>
                  <a:lnTo>
                    <a:pt x="0" y="30882"/>
                  </a:lnTo>
                  <a:lnTo>
                    <a:pt x="2050" y="28381"/>
                  </a:lnTo>
                  <a:lnTo>
                    <a:pt x="3731" y="26644"/>
                  </a:lnTo>
                  <a:lnTo>
                    <a:pt x="9516" y="25431"/>
                  </a:lnTo>
                  <a:lnTo>
                    <a:pt x="13119" y="20277"/>
                  </a:lnTo>
                  <a:lnTo>
                    <a:pt x="13990" y="14677"/>
                  </a:lnTo>
                  <a:lnTo>
                    <a:pt x="14841" y="12656"/>
                  </a:lnTo>
                  <a:lnTo>
                    <a:pt x="14441" y="11513"/>
                  </a:lnTo>
                  <a:lnTo>
                    <a:pt x="13472" y="11313"/>
                  </a:lnTo>
                  <a:lnTo>
                    <a:pt x="13413" y="9558"/>
                  </a:lnTo>
                  <a:lnTo>
                    <a:pt x="13919" y="7641"/>
                  </a:lnTo>
                  <a:lnTo>
                    <a:pt x="15810" y="5007"/>
                  </a:lnTo>
                  <a:lnTo>
                    <a:pt x="16860" y="3886"/>
                  </a:lnTo>
                  <a:lnTo>
                    <a:pt x="18571" y="714"/>
                  </a:lnTo>
                  <a:lnTo>
                    <a:pt x="19396" y="0"/>
                  </a:lnTo>
                  <a:lnTo>
                    <a:pt x="20335" y="0"/>
                  </a:lnTo>
                  <a:lnTo>
                    <a:pt x="21260" y="830"/>
                  </a:lnTo>
                  <a:lnTo>
                    <a:pt x="21094" y="2530"/>
                  </a:lnTo>
                  <a:lnTo>
                    <a:pt x="19706" y="5596"/>
                  </a:lnTo>
                  <a:lnTo>
                    <a:pt x="17651" y="8209"/>
                  </a:lnTo>
                  <a:lnTo>
                    <a:pt x="17902" y="10085"/>
                  </a:lnTo>
                  <a:lnTo>
                    <a:pt x="18720" y="11629"/>
                  </a:lnTo>
                  <a:lnTo>
                    <a:pt x="18921" y="14267"/>
                  </a:lnTo>
                  <a:lnTo>
                    <a:pt x="18971" y="16808"/>
                  </a:lnTo>
                  <a:lnTo>
                    <a:pt x="17413" y="2024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3359502" y="1577568"/>
              <a:ext cx="14379" cy="17214"/>
            </a:xfrm>
            <a:custGeom>
              <a:avLst/>
              <a:pathLst>
                <a:path w="14379" h="17214">
                  <a:moveTo>
                    <a:pt x="7864" y="0"/>
                  </a:moveTo>
                  <a:lnTo>
                    <a:pt x="9229" y="1689"/>
                  </a:lnTo>
                  <a:lnTo>
                    <a:pt x="9843" y="1172"/>
                  </a:lnTo>
                  <a:lnTo>
                    <a:pt x="11051" y="980"/>
                  </a:lnTo>
                  <a:lnTo>
                    <a:pt x="11949" y="1574"/>
                  </a:lnTo>
                  <a:lnTo>
                    <a:pt x="12683" y="2647"/>
                  </a:lnTo>
                  <a:lnTo>
                    <a:pt x="13554" y="2696"/>
                  </a:lnTo>
                  <a:lnTo>
                    <a:pt x="14101" y="4098"/>
                  </a:lnTo>
                  <a:lnTo>
                    <a:pt x="14379" y="5924"/>
                  </a:lnTo>
                  <a:lnTo>
                    <a:pt x="13747" y="7287"/>
                  </a:lnTo>
                  <a:lnTo>
                    <a:pt x="12850" y="7905"/>
                  </a:lnTo>
                  <a:lnTo>
                    <a:pt x="12607" y="9512"/>
                  </a:lnTo>
                  <a:lnTo>
                    <a:pt x="12947" y="11763"/>
                  </a:lnTo>
                  <a:lnTo>
                    <a:pt x="10936" y="12535"/>
                  </a:lnTo>
                  <a:lnTo>
                    <a:pt x="8604" y="12878"/>
                  </a:lnTo>
                  <a:lnTo>
                    <a:pt x="7692" y="11802"/>
                  </a:lnTo>
                  <a:lnTo>
                    <a:pt x="5827" y="13775"/>
                  </a:lnTo>
                  <a:lnTo>
                    <a:pt x="3979" y="16852"/>
                  </a:lnTo>
                  <a:lnTo>
                    <a:pt x="3089" y="17214"/>
                  </a:lnTo>
                  <a:lnTo>
                    <a:pt x="3027" y="16240"/>
                  </a:lnTo>
                  <a:lnTo>
                    <a:pt x="1700" y="15567"/>
                  </a:lnTo>
                  <a:lnTo>
                    <a:pt x="0" y="15529"/>
                  </a:lnTo>
                  <a:lnTo>
                    <a:pt x="56" y="14807"/>
                  </a:lnTo>
                  <a:lnTo>
                    <a:pt x="364" y="14298"/>
                  </a:lnTo>
                  <a:lnTo>
                    <a:pt x="1831" y="13543"/>
                  </a:lnTo>
                  <a:lnTo>
                    <a:pt x="2124" y="11985"/>
                  </a:lnTo>
                  <a:lnTo>
                    <a:pt x="1858" y="9205"/>
                  </a:lnTo>
                  <a:lnTo>
                    <a:pt x="2116" y="7856"/>
                  </a:lnTo>
                  <a:lnTo>
                    <a:pt x="2172" y="6923"/>
                  </a:lnTo>
                  <a:lnTo>
                    <a:pt x="3095" y="5833"/>
                  </a:lnTo>
                  <a:lnTo>
                    <a:pt x="6249" y="6345"/>
                  </a:lnTo>
                  <a:lnTo>
                    <a:pt x="6632" y="5305"/>
                  </a:lnTo>
                  <a:lnTo>
                    <a:pt x="6392" y="4650"/>
                  </a:lnTo>
                  <a:lnTo>
                    <a:pt x="4762" y="3502"/>
                  </a:lnTo>
                  <a:lnTo>
                    <a:pt x="5013" y="2731"/>
                  </a:lnTo>
                  <a:lnTo>
                    <a:pt x="6190" y="2041"/>
                  </a:lnTo>
                  <a:lnTo>
                    <a:pt x="7303" y="1951"/>
                  </a:lnTo>
                  <a:lnTo>
                    <a:pt x="7638" y="784"/>
                  </a:lnTo>
                  <a:lnTo>
                    <a:pt x="7695" y="2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506371" y="1568427"/>
              <a:ext cx="3530" cy="4078"/>
            </a:xfrm>
            <a:custGeom>
              <a:avLst/>
              <a:pathLst>
                <a:path w="3530" h="4078">
                  <a:moveTo>
                    <a:pt x="2406" y="3214"/>
                  </a:moveTo>
                  <a:lnTo>
                    <a:pt x="249" y="4078"/>
                  </a:lnTo>
                  <a:lnTo>
                    <a:pt x="0" y="3367"/>
                  </a:lnTo>
                  <a:lnTo>
                    <a:pt x="473" y="2260"/>
                  </a:lnTo>
                  <a:lnTo>
                    <a:pt x="1040" y="0"/>
                  </a:lnTo>
                  <a:lnTo>
                    <a:pt x="1927" y="92"/>
                  </a:lnTo>
                  <a:lnTo>
                    <a:pt x="2824" y="954"/>
                  </a:lnTo>
                  <a:lnTo>
                    <a:pt x="3530" y="19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400321" y="1558815"/>
              <a:ext cx="4705" cy="5136"/>
            </a:xfrm>
            <a:custGeom>
              <a:avLst/>
              <a:pathLst>
                <a:path w="4705" h="5136">
                  <a:moveTo>
                    <a:pt x="4248" y="4169"/>
                  </a:moveTo>
                  <a:lnTo>
                    <a:pt x="3636" y="4856"/>
                  </a:lnTo>
                  <a:lnTo>
                    <a:pt x="2696" y="5136"/>
                  </a:lnTo>
                  <a:lnTo>
                    <a:pt x="2191" y="4710"/>
                  </a:lnTo>
                  <a:lnTo>
                    <a:pt x="1471" y="4430"/>
                  </a:lnTo>
                  <a:lnTo>
                    <a:pt x="672" y="4559"/>
                  </a:lnTo>
                  <a:lnTo>
                    <a:pt x="0" y="3301"/>
                  </a:lnTo>
                  <a:lnTo>
                    <a:pt x="75" y="2244"/>
                  </a:lnTo>
                  <a:lnTo>
                    <a:pt x="995" y="813"/>
                  </a:lnTo>
                  <a:lnTo>
                    <a:pt x="2836" y="0"/>
                  </a:lnTo>
                  <a:lnTo>
                    <a:pt x="4325" y="334"/>
                  </a:lnTo>
                  <a:lnTo>
                    <a:pt x="4705" y="75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3373708" y="1558325"/>
              <a:ext cx="17558" cy="21037"/>
            </a:xfrm>
            <a:custGeom>
              <a:avLst/>
              <a:pathLst>
                <a:path w="17558" h="21037">
                  <a:moveTo>
                    <a:pt x="13553" y="5349"/>
                  </a:moveTo>
                  <a:lnTo>
                    <a:pt x="14560" y="6958"/>
                  </a:lnTo>
                  <a:lnTo>
                    <a:pt x="15451" y="6804"/>
                  </a:lnTo>
                  <a:lnTo>
                    <a:pt x="15720" y="6196"/>
                  </a:lnTo>
                  <a:lnTo>
                    <a:pt x="16329" y="5896"/>
                  </a:lnTo>
                  <a:lnTo>
                    <a:pt x="17558" y="6746"/>
                  </a:lnTo>
                  <a:lnTo>
                    <a:pt x="17382" y="8193"/>
                  </a:lnTo>
                  <a:lnTo>
                    <a:pt x="15680" y="10018"/>
                  </a:lnTo>
                  <a:lnTo>
                    <a:pt x="14458" y="12623"/>
                  </a:lnTo>
                  <a:lnTo>
                    <a:pt x="12894" y="13227"/>
                  </a:lnTo>
                  <a:lnTo>
                    <a:pt x="12142" y="12913"/>
                  </a:lnTo>
                  <a:lnTo>
                    <a:pt x="10745" y="14416"/>
                  </a:lnTo>
                  <a:lnTo>
                    <a:pt x="9625" y="15979"/>
                  </a:lnTo>
                  <a:lnTo>
                    <a:pt x="8464" y="17954"/>
                  </a:lnTo>
                  <a:lnTo>
                    <a:pt x="8393" y="18973"/>
                  </a:lnTo>
                  <a:lnTo>
                    <a:pt x="8212" y="19752"/>
                  </a:lnTo>
                  <a:lnTo>
                    <a:pt x="3959" y="20525"/>
                  </a:lnTo>
                  <a:lnTo>
                    <a:pt x="2414" y="21037"/>
                  </a:lnTo>
                  <a:lnTo>
                    <a:pt x="776" y="20376"/>
                  </a:lnTo>
                  <a:lnTo>
                    <a:pt x="0" y="19069"/>
                  </a:lnTo>
                  <a:lnTo>
                    <a:pt x="249" y="18359"/>
                  </a:lnTo>
                  <a:lnTo>
                    <a:pt x="1884" y="18075"/>
                  </a:lnTo>
                  <a:lnTo>
                    <a:pt x="1936" y="16863"/>
                  </a:lnTo>
                  <a:lnTo>
                    <a:pt x="2349" y="16123"/>
                  </a:lnTo>
                  <a:lnTo>
                    <a:pt x="2878" y="15719"/>
                  </a:lnTo>
                  <a:lnTo>
                    <a:pt x="3268" y="14171"/>
                  </a:lnTo>
                  <a:lnTo>
                    <a:pt x="3914" y="13767"/>
                  </a:lnTo>
                  <a:lnTo>
                    <a:pt x="5119" y="14148"/>
                  </a:lnTo>
                  <a:lnTo>
                    <a:pt x="5932" y="13027"/>
                  </a:lnTo>
                  <a:lnTo>
                    <a:pt x="6390" y="12836"/>
                  </a:lnTo>
                  <a:lnTo>
                    <a:pt x="6955" y="13764"/>
                  </a:lnTo>
                  <a:lnTo>
                    <a:pt x="7226" y="12487"/>
                  </a:lnTo>
                  <a:lnTo>
                    <a:pt x="6955" y="11321"/>
                  </a:lnTo>
                  <a:lnTo>
                    <a:pt x="7097" y="10535"/>
                  </a:lnTo>
                  <a:lnTo>
                    <a:pt x="8656" y="8491"/>
                  </a:lnTo>
                  <a:lnTo>
                    <a:pt x="9330" y="7000"/>
                  </a:lnTo>
                  <a:lnTo>
                    <a:pt x="10300" y="6041"/>
                  </a:lnTo>
                  <a:lnTo>
                    <a:pt x="11235" y="6194"/>
                  </a:lnTo>
                  <a:lnTo>
                    <a:pt x="11507" y="4780"/>
                  </a:lnTo>
                  <a:lnTo>
                    <a:pt x="11235" y="3332"/>
                  </a:lnTo>
                  <a:lnTo>
                    <a:pt x="11338" y="2389"/>
                  </a:lnTo>
                  <a:lnTo>
                    <a:pt x="12163" y="98"/>
                  </a:lnTo>
                  <a:lnTo>
                    <a:pt x="13072" y="0"/>
                  </a:lnTo>
                  <a:lnTo>
                    <a:pt x="13489" y="20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391167" y="1557553"/>
              <a:ext cx="5557" cy="6061"/>
            </a:xfrm>
            <a:custGeom>
              <a:avLst/>
              <a:pathLst>
                <a:path w="5557" h="6061">
                  <a:moveTo>
                    <a:pt x="1912" y="1680"/>
                  </a:moveTo>
                  <a:lnTo>
                    <a:pt x="2490" y="2027"/>
                  </a:lnTo>
                  <a:lnTo>
                    <a:pt x="3061" y="1812"/>
                  </a:lnTo>
                  <a:lnTo>
                    <a:pt x="3536" y="2118"/>
                  </a:lnTo>
                  <a:lnTo>
                    <a:pt x="4486" y="3673"/>
                  </a:lnTo>
                  <a:lnTo>
                    <a:pt x="5510" y="4285"/>
                  </a:lnTo>
                  <a:lnTo>
                    <a:pt x="5557" y="5068"/>
                  </a:lnTo>
                  <a:lnTo>
                    <a:pt x="4620" y="5831"/>
                  </a:lnTo>
                  <a:lnTo>
                    <a:pt x="3386" y="6061"/>
                  </a:lnTo>
                  <a:lnTo>
                    <a:pt x="2064" y="5795"/>
                  </a:lnTo>
                  <a:lnTo>
                    <a:pt x="1676" y="4819"/>
                  </a:lnTo>
                  <a:lnTo>
                    <a:pt x="1269" y="3198"/>
                  </a:lnTo>
                  <a:lnTo>
                    <a:pt x="164" y="1610"/>
                  </a:lnTo>
                  <a:lnTo>
                    <a:pt x="0" y="219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428853" y="1547402"/>
              <a:ext cx="8212" cy="9883"/>
            </a:xfrm>
            <a:custGeom>
              <a:avLst/>
              <a:pathLst>
                <a:path w="8212" h="9883">
                  <a:moveTo>
                    <a:pt x="7921" y="2002"/>
                  </a:moveTo>
                  <a:lnTo>
                    <a:pt x="8132" y="3384"/>
                  </a:lnTo>
                  <a:lnTo>
                    <a:pt x="8212" y="4524"/>
                  </a:lnTo>
                  <a:lnTo>
                    <a:pt x="7153" y="6173"/>
                  </a:lnTo>
                  <a:lnTo>
                    <a:pt x="4712" y="8336"/>
                  </a:lnTo>
                  <a:lnTo>
                    <a:pt x="4852" y="8918"/>
                  </a:lnTo>
                  <a:lnTo>
                    <a:pt x="4007" y="9473"/>
                  </a:lnTo>
                  <a:lnTo>
                    <a:pt x="2741" y="9883"/>
                  </a:lnTo>
                  <a:lnTo>
                    <a:pt x="2072" y="9484"/>
                  </a:lnTo>
                  <a:lnTo>
                    <a:pt x="2164" y="7630"/>
                  </a:lnTo>
                  <a:lnTo>
                    <a:pt x="1962" y="7075"/>
                  </a:lnTo>
                  <a:lnTo>
                    <a:pt x="1001" y="7809"/>
                  </a:lnTo>
                  <a:lnTo>
                    <a:pt x="1" y="6867"/>
                  </a:lnTo>
                  <a:lnTo>
                    <a:pt x="0" y="5919"/>
                  </a:lnTo>
                  <a:lnTo>
                    <a:pt x="263" y="5097"/>
                  </a:lnTo>
                  <a:lnTo>
                    <a:pt x="1188" y="3846"/>
                  </a:lnTo>
                  <a:lnTo>
                    <a:pt x="2732" y="2985"/>
                  </a:lnTo>
                  <a:lnTo>
                    <a:pt x="3750" y="3308"/>
                  </a:lnTo>
                  <a:lnTo>
                    <a:pt x="7141" y="0"/>
                  </a:lnTo>
                  <a:lnTo>
                    <a:pt x="7507" y="6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437319" y="1543553"/>
              <a:ext cx="4712" cy="6497"/>
            </a:xfrm>
            <a:custGeom>
              <a:avLst/>
              <a:pathLst>
                <a:path w="4712" h="6497">
                  <a:moveTo>
                    <a:pt x="4023" y="5318"/>
                  </a:moveTo>
                  <a:lnTo>
                    <a:pt x="1860" y="6497"/>
                  </a:lnTo>
                  <a:lnTo>
                    <a:pt x="605" y="5481"/>
                  </a:lnTo>
                  <a:lnTo>
                    <a:pt x="77" y="4441"/>
                  </a:lnTo>
                  <a:lnTo>
                    <a:pt x="0" y="2131"/>
                  </a:lnTo>
                  <a:lnTo>
                    <a:pt x="293" y="725"/>
                  </a:lnTo>
                  <a:lnTo>
                    <a:pt x="1307" y="0"/>
                  </a:lnTo>
                  <a:lnTo>
                    <a:pt x="1967" y="531"/>
                  </a:lnTo>
                  <a:lnTo>
                    <a:pt x="2143" y="975"/>
                  </a:lnTo>
                  <a:lnTo>
                    <a:pt x="3329" y="1411"/>
                  </a:lnTo>
                  <a:lnTo>
                    <a:pt x="4712" y="285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418370" y="1540740"/>
              <a:ext cx="16419" cy="9851"/>
            </a:xfrm>
            <a:custGeom>
              <a:avLst/>
              <a:pathLst>
                <a:path w="16419" h="9851">
                  <a:moveTo>
                    <a:pt x="16419" y="791"/>
                  </a:moveTo>
                  <a:lnTo>
                    <a:pt x="16197" y="1718"/>
                  </a:lnTo>
                  <a:lnTo>
                    <a:pt x="15813" y="2620"/>
                  </a:lnTo>
                  <a:lnTo>
                    <a:pt x="14882" y="3572"/>
                  </a:lnTo>
                  <a:lnTo>
                    <a:pt x="12191" y="7342"/>
                  </a:lnTo>
                  <a:lnTo>
                    <a:pt x="10610" y="7949"/>
                  </a:lnTo>
                  <a:lnTo>
                    <a:pt x="10109" y="8541"/>
                  </a:lnTo>
                  <a:lnTo>
                    <a:pt x="9476" y="8895"/>
                  </a:lnTo>
                  <a:lnTo>
                    <a:pt x="7511" y="8378"/>
                  </a:lnTo>
                  <a:lnTo>
                    <a:pt x="6936" y="9142"/>
                  </a:lnTo>
                  <a:lnTo>
                    <a:pt x="6392" y="9653"/>
                  </a:lnTo>
                  <a:lnTo>
                    <a:pt x="4970" y="9851"/>
                  </a:lnTo>
                  <a:lnTo>
                    <a:pt x="4135" y="9685"/>
                  </a:lnTo>
                  <a:lnTo>
                    <a:pt x="1978" y="8287"/>
                  </a:lnTo>
                  <a:lnTo>
                    <a:pt x="695" y="6774"/>
                  </a:lnTo>
                  <a:lnTo>
                    <a:pt x="0" y="5479"/>
                  </a:lnTo>
                  <a:lnTo>
                    <a:pt x="1992" y="5504"/>
                  </a:lnTo>
                  <a:lnTo>
                    <a:pt x="2703" y="5191"/>
                  </a:lnTo>
                  <a:lnTo>
                    <a:pt x="4039" y="5464"/>
                  </a:lnTo>
                  <a:lnTo>
                    <a:pt x="4842" y="4136"/>
                  </a:lnTo>
                  <a:lnTo>
                    <a:pt x="6542" y="4296"/>
                  </a:lnTo>
                  <a:lnTo>
                    <a:pt x="9806" y="3373"/>
                  </a:lnTo>
                  <a:lnTo>
                    <a:pt x="11003" y="3888"/>
                  </a:lnTo>
                  <a:lnTo>
                    <a:pt x="13741" y="800"/>
                  </a:lnTo>
                  <a:lnTo>
                    <a:pt x="14599" y="881"/>
                  </a:lnTo>
                  <a:lnTo>
                    <a:pt x="15909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3224371" y="1533390"/>
              <a:ext cx="295813" cy="386216"/>
            </a:xfrm>
            <a:custGeom>
              <a:avLst/>
              <a:pathLst>
                <a:path w="295813" h="386216">
                  <a:moveTo>
                    <a:pt x="294780" y="38646"/>
                  </a:moveTo>
                  <a:lnTo>
                    <a:pt x="295398" y="42537"/>
                  </a:lnTo>
                  <a:lnTo>
                    <a:pt x="295379" y="43895"/>
                  </a:lnTo>
                  <a:lnTo>
                    <a:pt x="295086" y="45212"/>
                  </a:lnTo>
                  <a:lnTo>
                    <a:pt x="294678" y="45886"/>
                  </a:lnTo>
                  <a:lnTo>
                    <a:pt x="293862" y="46178"/>
                  </a:lnTo>
                  <a:lnTo>
                    <a:pt x="291892" y="46059"/>
                  </a:lnTo>
                  <a:lnTo>
                    <a:pt x="289215" y="44518"/>
                  </a:lnTo>
                  <a:lnTo>
                    <a:pt x="287488" y="43068"/>
                  </a:lnTo>
                  <a:lnTo>
                    <a:pt x="286950" y="43007"/>
                  </a:lnTo>
                  <a:lnTo>
                    <a:pt x="286718" y="43183"/>
                  </a:lnTo>
                  <a:lnTo>
                    <a:pt x="287135" y="44640"/>
                  </a:lnTo>
                  <a:lnTo>
                    <a:pt x="287024" y="45757"/>
                  </a:lnTo>
                  <a:lnTo>
                    <a:pt x="286764" y="46973"/>
                  </a:lnTo>
                  <a:lnTo>
                    <a:pt x="286401" y="48077"/>
                  </a:lnTo>
                  <a:lnTo>
                    <a:pt x="285895" y="49005"/>
                  </a:lnTo>
                  <a:lnTo>
                    <a:pt x="284836" y="50198"/>
                  </a:lnTo>
                  <a:lnTo>
                    <a:pt x="283004" y="51145"/>
                  </a:lnTo>
                  <a:lnTo>
                    <a:pt x="277958" y="52986"/>
                  </a:lnTo>
                  <a:lnTo>
                    <a:pt x="277557" y="53799"/>
                  </a:lnTo>
                  <a:lnTo>
                    <a:pt x="275933" y="58929"/>
                  </a:lnTo>
                  <a:lnTo>
                    <a:pt x="275489" y="59682"/>
                  </a:lnTo>
                  <a:lnTo>
                    <a:pt x="274895" y="60319"/>
                  </a:lnTo>
                  <a:lnTo>
                    <a:pt x="273160" y="61146"/>
                  </a:lnTo>
                  <a:lnTo>
                    <a:pt x="272321" y="60005"/>
                  </a:lnTo>
                  <a:lnTo>
                    <a:pt x="271648" y="58279"/>
                  </a:lnTo>
                  <a:lnTo>
                    <a:pt x="271803" y="56568"/>
                  </a:lnTo>
                  <a:lnTo>
                    <a:pt x="273831" y="53286"/>
                  </a:lnTo>
                  <a:lnTo>
                    <a:pt x="275726" y="50960"/>
                  </a:lnTo>
                  <a:lnTo>
                    <a:pt x="276261" y="50155"/>
                  </a:lnTo>
                  <a:lnTo>
                    <a:pt x="277334" y="47819"/>
                  </a:lnTo>
                  <a:lnTo>
                    <a:pt x="275156" y="41955"/>
                  </a:lnTo>
                  <a:lnTo>
                    <a:pt x="271282" y="40181"/>
                  </a:lnTo>
                  <a:lnTo>
                    <a:pt x="266868" y="37484"/>
                  </a:lnTo>
                  <a:lnTo>
                    <a:pt x="265249" y="36046"/>
                  </a:lnTo>
                  <a:lnTo>
                    <a:pt x="262730" y="33083"/>
                  </a:lnTo>
                  <a:lnTo>
                    <a:pt x="260943" y="30424"/>
                  </a:lnTo>
                  <a:lnTo>
                    <a:pt x="259330" y="30331"/>
                  </a:lnTo>
                  <a:lnTo>
                    <a:pt x="257557" y="30999"/>
                  </a:lnTo>
                  <a:lnTo>
                    <a:pt x="254790" y="33427"/>
                  </a:lnTo>
                  <a:lnTo>
                    <a:pt x="253173" y="34649"/>
                  </a:lnTo>
                  <a:lnTo>
                    <a:pt x="252286" y="35010"/>
                  </a:lnTo>
                  <a:lnTo>
                    <a:pt x="252072" y="35063"/>
                  </a:lnTo>
                  <a:lnTo>
                    <a:pt x="250091" y="34371"/>
                  </a:lnTo>
                  <a:lnTo>
                    <a:pt x="247888" y="34225"/>
                  </a:lnTo>
                  <a:lnTo>
                    <a:pt x="246117" y="34424"/>
                  </a:lnTo>
                  <a:lnTo>
                    <a:pt x="245448" y="34757"/>
                  </a:lnTo>
                  <a:lnTo>
                    <a:pt x="242982" y="38690"/>
                  </a:lnTo>
                  <a:lnTo>
                    <a:pt x="241255" y="40677"/>
                  </a:lnTo>
                  <a:lnTo>
                    <a:pt x="240305" y="41361"/>
                  </a:lnTo>
                  <a:lnTo>
                    <a:pt x="239613" y="42511"/>
                  </a:lnTo>
                  <a:lnTo>
                    <a:pt x="239045" y="44402"/>
                  </a:lnTo>
                  <a:lnTo>
                    <a:pt x="237781" y="50966"/>
                  </a:lnTo>
                  <a:lnTo>
                    <a:pt x="236838" y="53443"/>
                  </a:lnTo>
                  <a:lnTo>
                    <a:pt x="236628" y="54957"/>
                  </a:lnTo>
                  <a:lnTo>
                    <a:pt x="236850" y="59546"/>
                  </a:lnTo>
                  <a:lnTo>
                    <a:pt x="236624" y="62087"/>
                  </a:lnTo>
                  <a:lnTo>
                    <a:pt x="235470" y="64185"/>
                  </a:lnTo>
                  <a:lnTo>
                    <a:pt x="234659" y="65130"/>
                  </a:lnTo>
                  <a:lnTo>
                    <a:pt x="233587" y="65323"/>
                  </a:lnTo>
                  <a:lnTo>
                    <a:pt x="232182" y="65860"/>
                  </a:lnTo>
                  <a:lnTo>
                    <a:pt x="230956" y="67075"/>
                  </a:lnTo>
                  <a:lnTo>
                    <a:pt x="230089" y="68731"/>
                  </a:lnTo>
                  <a:lnTo>
                    <a:pt x="229114" y="72445"/>
                  </a:lnTo>
                  <a:lnTo>
                    <a:pt x="227461" y="73814"/>
                  </a:lnTo>
                  <a:lnTo>
                    <a:pt x="225883" y="73423"/>
                  </a:lnTo>
                  <a:lnTo>
                    <a:pt x="224757" y="72054"/>
                  </a:lnTo>
                  <a:lnTo>
                    <a:pt x="222341" y="70995"/>
                  </a:lnTo>
                  <a:lnTo>
                    <a:pt x="220542" y="70320"/>
                  </a:lnTo>
                  <a:lnTo>
                    <a:pt x="218521" y="68861"/>
                  </a:lnTo>
                  <a:lnTo>
                    <a:pt x="216741" y="67752"/>
                  </a:lnTo>
                  <a:lnTo>
                    <a:pt x="215113" y="67531"/>
                  </a:lnTo>
                  <a:lnTo>
                    <a:pt x="214188" y="68935"/>
                  </a:lnTo>
                  <a:lnTo>
                    <a:pt x="213444" y="70251"/>
                  </a:lnTo>
                  <a:lnTo>
                    <a:pt x="210668" y="71321"/>
                  </a:lnTo>
                  <a:lnTo>
                    <a:pt x="209095" y="72168"/>
                  </a:lnTo>
                  <a:lnTo>
                    <a:pt x="207055" y="72357"/>
                  </a:lnTo>
                  <a:lnTo>
                    <a:pt x="206230" y="71418"/>
                  </a:lnTo>
                  <a:lnTo>
                    <a:pt x="203270" y="70799"/>
                  </a:lnTo>
                  <a:lnTo>
                    <a:pt x="199746" y="70063"/>
                  </a:lnTo>
                  <a:lnTo>
                    <a:pt x="198727" y="70073"/>
                  </a:lnTo>
                  <a:lnTo>
                    <a:pt x="198408" y="68397"/>
                  </a:lnTo>
                  <a:lnTo>
                    <a:pt x="197471" y="66055"/>
                  </a:lnTo>
                  <a:lnTo>
                    <a:pt x="194965" y="62009"/>
                  </a:lnTo>
                  <a:lnTo>
                    <a:pt x="193941" y="60581"/>
                  </a:lnTo>
                  <a:lnTo>
                    <a:pt x="192013" y="57231"/>
                  </a:lnTo>
                  <a:lnTo>
                    <a:pt x="189765" y="53797"/>
                  </a:lnTo>
                  <a:lnTo>
                    <a:pt x="189447" y="53712"/>
                  </a:lnTo>
                  <a:lnTo>
                    <a:pt x="187942" y="53596"/>
                  </a:lnTo>
                  <a:lnTo>
                    <a:pt x="185734" y="53709"/>
                  </a:lnTo>
                  <a:lnTo>
                    <a:pt x="184337" y="54489"/>
                  </a:lnTo>
                  <a:lnTo>
                    <a:pt x="183456" y="55469"/>
                  </a:lnTo>
                  <a:lnTo>
                    <a:pt x="183303" y="56283"/>
                  </a:lnTo>
                  <a:lnTo>
                    <a:pt x="184156" y="59408"/>
                  </a:lnTo>
                  <a:lnTo>
                    <a:pt x="183891" y="60187"/>
                  </a:lnTo>
                  <a:lnTo>
                    <a:pt x="183451" y="60562"/>
                  </a:lnTo>
                  <a:lnTo>
                    <a:pt x="181447" y="59685"/>
                  </a:lnTo>
                  <a:lnTo>
                    <a:pt x="179024" y="59743"/>
                  </a:lnTo>
                  <a:lnTo>
                    <a:pt x="178414" y="60706"/>
                  </a:lnTo>
                  <a:lnTo>
                    <a:pt x="176936" y="60812"/>
                  </a:lnTo>
                  <a:lnTo>
                    <a:pt x="172675" y="61178"/>
                  </a:lnTo>
                  <a:lnTo>
                    <a:pt x="174555" y="63736"/>
                  </a:lnTo>
                  <a:lnTo>
                    <a:pt x="175177" y="64761"/>
                  </a:lnTo>
                  <a:lnTo>
                    <a:pt x="175302" y="66265"/>
                  </a:lnTo>
                  <a:lnTo>
                    <a:pt x="174977" y="69063"/>
                  </a:lnTo>
                  <a:lnTo>
                    <a:pt x="174075" y="71454"/>
                  </a:lnTo>
                  <a:lnTo>
                    <a:pt x="173024" y="73399"/>
                  </a:lnTo>
                  <a:lnTo>
                    <a:pt x="170996" y="75328"/>
                  </a:lnTo>
                  <a:lnTo>
                    <a:pt x="174075" y="77234"/>
                  </a:lnTo>
                  <a:lnTo>
                    <a:pt x="171985" y="79809"/>
                  </a:lnTo>
                  <a:lnTo>
                    <a:pt x="171007" y="80813"/>
                  </a:lnTo>
                  <a:lnTo>
                    <a:pt x="169873" y="80640"/>
                  </a:lnTo>
                  <a:lnTo>
                    <a:pt x="167843" y="79749"/>
                  </a:lnTo>
                  <a:lnTo>
                    <a:pt x="162935" y="77595"/>
                  </a:lnTo>
                  <a:lnTo>
                    <a:pt x="160592" y="76785"/>
                  </a:lnTo>
                  <a:lnTo>
                    <a:pt x="158498" y="76537"/>
                  </a:lnTo>
                  <a:lnTo>
                    <a:pt x="157380" y="76569"/>
                  </a:lnTo>
                  <a:lnTo>
                    <a:pt x="152938" y="74726"/>
                  </a:lnTo>
                  <a:lnTo>
                    <a:pt x="152079" y="74933"/>
                  </a:lnTo>
                  <a:lnTo>
                    <a:pt x="150485" y="75731"/>
                  </a:lnTo>
                  <a:lnTo>
                    <a:pt x="150308" y="77522"/>
                  </a:lnTo>
                  <a:lnTo>
                    <a:pt x="150409" y="81982"/>
                  </a:lnTo>
                  <a:lnTo>
                    <a:pt x="150645" y="85416"/>
                  </a:lnTo>
                  <a:lnTo>
                    <a:pt x="150058" y="87402"/>
                  </a:lnTo>
                  <a:lnTo>
                    <a:pt x="149470" y="88749"/>
                  </a:lnTo>
                  <a:lnTo>
                    <a:pt x="147693" y="92382"/>
                  </a:lnTo>
                  <a:lnTo>
                    <a:pt x="143696" y="89913"/>
                  </a:lnTo>
                  <a:lnTo>
                    <a:pt x="140969" y="88277"/>
                  </a:lnTo>
                  <a:lnTo>
                    <a:pt x="139219" y="90454"/>
                  </a:lnTo>
                  <a:lnTo>
                    <a:pt x="134826" y="94447"/>
                  </a:lnTo>
                  <a:lnTo>
                    <a:pt x="132577" y="102328"/>
                  </a:lnTo>
                  <a:lnTo>
                    <a:pt x="132447" y="102586"/>
                  </a:lnTo>
                  <a:lnTo>
                    <a:pt x="131118" y="104590"/>
                  </a:lnTo>
                  <a:lnTo>
                    <a:pt x="129415" y="105510"/>
                  </a:lnTo>
                  <a:lnTo>
                    <a:pt x="128125" y="105966"/>
                  </a:lnTo>
                  <a:lnTo>
                    <a:pt x="127375" y="108311"/>
                  </a:lnTo>
                  <a:lnTo>
                    <a:pt x="129125" y="111673"/>
                  </a:lnTo>
                  <a:lnTo>
                    <a:pt x="130023" y="113447"/>
                  </a:lnTo>
                  <a:lnTo>
                    <a:pt x="130859" y="116311"/>
                  </a:lnTo>
                  <a:lnTo>
                    <a:pt x="130705" y="118135"/>
                  </a:lnTo>
                  <a:lnTo>
                    <a:pt x="130510" y="119269"/>
                  </a:lnTo>
                  <a:lnTo>
                    <a:pt x="128627" y="121591"/>
                  </a:lnTo>
                  <a:lnTo>
                    <a:pt x="124612" y="127724"/>
                  </a:lnTo>
                  <a:lnTo>
                    <a:pt x="120897" y="134129"/>
                  </a:lnTo>
                  <a:lnTo>
                    <a:pt x="119375" y="135968"/>
                  </a:lnTo>
                  <a:lnTo>
                    <a:pt x="120066" y="141402"/>
                  </a:lnTo>
                  <a:lnTo>
                    <a:pt x="118829" y="142995"/>
                  </a:lnTo>
                  <a:lnTo>
                    <a:pt x="116313" y="144797"/>
                  </a:lnTo>
                  <a:lnTo>
                    <a:pt x="115027" y="145493"/>
                  </a:lnTo>
                  <a:lnTo>
                    <a:pt x="113641" y="145901"/>
                  </a:lnTo>
                  <a:lnTo>
                    <a:pt x="109386" y="146621"/>
                  </a:lnTo>
                  <a:lnTo>
                    <a:pt x="110143" y="152444"/>
                  </a:lnTo>
                  <a:lnTo>
                    <a:pt x="110429" y="155022"/>
                  </a:lnTo>
                  <a:lnTo>
                    <a:pt x="110422" y="156552"/>
                  </a:lnTo>
                  <a:lnTo>
                    <a:pt x="109982" y="158041"/>
                  </a:lnTo>
                  <a:lnTo>
                    <a:pt x="109457" y="160892"/>
                  </a:lnTo>
                  <a:lnTo>
                    <a:pt x="108664" y="171084"/>
                  </a:lnTo>
                  <a:lnTo>
                    <a:pt x="108057" y="172180"/>
                  </a:lnTo>
                  <a:lnTo>
                    <a:pt x="107219" y="174943"/>
                  </a:lnTo>
                  <a:lnTo>
                    <a:pt x="104524" y="181583"/>
                  </a:lnTo>
                  <a:lnTo>
                    <a:pt x="102363" y="185997"/>
                  </a:lnTo>
                  <a:lnTo>
                    <a:pt x="99246" y="192357"/>
                  </a:lnTo>
                  <a:lnTo>
                    <a:pt x="101781" y="194365"/>
                  </a:lnTo>
                  <a:lnTo>
                    <a:pt x="104098" y="195830"/>
                  </a:lnTo>
                  <a:lnTo>
                    <a:pt x="104578" y="198084"/>
                  </a:lnTo>
                  <a:lnTo>
                    <a:pt x="104898" y="201849"/>
                  </a:lnTo>
                  <a:lnTo>
                    <a:pt x="104820" y="204413"/>
                  </a:lnTo>
                  <a:lnTo>
                    <a:pt x="103935" y="206719"/>
                  </a:lnTo>
                  <a:lnTo>
                    <a:pt x="103248" y="208338"/>
                  </a:lnTo>
                  <a:lnTo>
                    <a:pt x="102769" y="209127"/>
                  </a:lnTo>
                  <a:lnTo>
                    <a:pt x="99477" y="208340"/>
                  </a:lnTo>
                  <a:lnTo>
                    <a:pt x="95263" y="207330"/>
                  </a:lnTo>
                  <a:lnTo>
                    <a:pt x="94172" y="207322"/>
                  </a:lnTo>
                  <a:lnTo>
                    <a:pt x="91720" y="208049"/>
                  </a:lnTo>
                  <a:lnTo>
                    <a:pt x="89508" y="209541"/>
                  </a:lnTo>
                  <a:lnTo>
                    <a:pt x="88341" y="210799"/>
                  </a:lnTo>
                  <a:lnTo>
                    <a:pt x="88029" y="211300"/>
                  </a:lnTo>
                  <a:lnTo>
                    <a:pt x="86555" y="214164"/>
                  </a:lnTo>
                  <a:lnTo>
                    <a:pt x="83935" y="219257"/>
                  </a:lnTo>
                  <a:lnTo>
                    <a:pt x="82495" y="221480"/>
                  </a:lnTo>
                  <a:lnTo>
                    <a:pt x="82914" y="224545"/>
                  </a:lnTo>
                  <a:lnTo>
                    <a:pt x="80505" y="230470"/>
                  </a:lnTo>
                  <a:lnTo>
                    <a:pt x="82080" y="236455"/>
                  </a:lnTo>
                  <a:lnTo>
                    <a:pt x="82148" y="236652"/>
                  </a:lnTo>
                  <a:lnTo>
                    <a:pt x="82983" y="239071"/>
                  </a:lnTo>
                  <a:lnTo>
                    <a:pt x="82107" y="240631"/>
                  </a:lnTo>
                  <a:lnTo>
                    <a:pt x="81739" y="241469"/>
                  </a:lnTo>
                  <a:lnTo>
                    <a:pt x="81864" y="244234"/>
                  </a:lnTo>
                  <a:lnTo>
                    <a:pt x="82094" y="247324"/>
                  </a:lnTo>
                  <a:lnTo>
                    <a:pt x="81890" y="249136"/>
                  </a:lnTo>
                  <a:lnTo>
                    <a:pt x="81806" y="251149"/>
                  </a:lnTo>
                  <a:lnTo>
                    <a:pt x="83952" y="260200"/>
                  </a:lnTo>
                  <a:lnTo>
                    <a:pt x="83928" y="262322"/>
                  </a:lnTo>
                  <a:lnTo>
                    <a:pt x="83821" y="263692"/>
                  </a:lnTo>
                  <a:lnTo>
                    <a:pt x="83159" y="269323"/>
                  </a:lnTo>
                  <a:lnTo>
                    <a:pt x="82270" y="276890"/>
                  </a:lnTo>
                  <a:lnTo>
                    <a:pt x="83823" y="278879"/>
                  </a:lnTo>
                  <a:lnTo>
                    <a:pt x="86034" y="281256"/>
                  </a:lnTo>
                  <a:lnTo>
                    <a:pt x="87275" y="282193"/>
                  </a:lnTo>
                  <a:lnTo>
                    <a:pt x="89108" y="285018"/>
                  </a:lnTo>
                  <a:lnTo>
                    <a:pt x="90507" y="287778"/>
                  </a:lnTo>
                  <a:lnTo>
                    <a:pt x="90313" y="289610"/>
                  </a:lnTo>
                  <a:lnTo>
                    <a:pt x="89911" y="291633"/>
                  </a:lnTo>
                  <a:lnTo>
                    <a:pt x="89322" y="293047"/>
                  </a:lnTo>
                  <a:lnTo>
                    <a:pt x="88771" y="294989"/>
                  </a:lnTo>
                  <a:lnTo>
                    <a:pt x="88523" y="296419"/>
                  </a:lnTo>
                  <a:lnTo>
                    <a:pt x="88262" y="296804"/>
                  </a:lnTo>
                  <a:lnTo>
                    <a:pt x="85815" y="296962"/>
                  </a:lnTo>
                  <a:lnTo>
                    <a:pt x="84522" y="297503"/>
                  </a:lnTo>
                  <a:lnTo>
                    <a:pt x="83846" y="298109"/>
                  </a:lnTo>
                  <a:lnTo>
                    <a:pt x="84079" y="301375"/>
                  </a:lnTo>
                  <a:lnTo>
                    <a:pt x="85562" y="307359"/>
                  </a:lnTo>
                  <a:lnTo>
                    <a:pt x="86794" y="311614"/>
                  </a:lnTo>
                  <a:lnTo>
                    <a:pt x="87190" y="314418"/>
                  </a:lnTo>
                  <a:lnTo>
                    <a:pt x="86783" y="317262"/>
                  </a:lnTo>
                  <a:lnTo>
                    <a:pt x="86363" y="318718"/>
                  </a:lnTo>
                  <a:lnTo>
                    <a:pt x="86350" y="320679"/>
                  </a:lnTo>
                  <a:lnTo>
                    <a:pt x="86026" y="324582"/>
                  </a:lnTo>
                  <a:lnTo>
                    <a:pt x="85071" y="326554"/>
                  </a:lnTo>
                  <a:lnTo>
                    <a:pt x="83821" y="328705"/>
                  </a:lnTo>
                  <a:lnTo>
                    <a:pt x="82427" y="330311"/>
                  </a:lnTo>
                  <a:lnTo>
                    <a:pt x="81322" y="330763"/>
                  </a:lnTo>
                  <a:lnTo>
                    <a:pt x="80373" y="330949"/>
                  </a:lnTo>
                  <a:lnTo>
                    <a:pt x="79735" y="331765"/>
                  </a:lnTo>
                  <a:lnTo>
                    <a:pt x="79157" y="334165"/>
                  </a:lnTo>
                  <a:lnTo>
                    <a:pt x="78624" y="336685"/>
                  </a:lnTo>
                  <a:lnTo>
                    <a:pt x="76881" y="339785"/>
                  </a:lnTo>
                  <a:lnTo>
                    <a:pt x="76927" y="340864"/>
                  </a:lnTo>
                  <a:lnTo>
                    <a:pt x="77591" y="344537"/>
                  </a:lnTo>
                  <a:lnTo>
                    <a:pt x="78214" y="348720"/>
                  </a:lnTo>
                  <a:lnTo>
                    <a:pt x="77688" y="352630"/>
                  </a:lnTo>
                  <a:lnTo>
                    <a:pt x="77238" y="356735"/>
                  </a:lnTo>
                  <a:lnTo>
                    <a:pt x="76449" y="359470"/>
                  </a:lnTo>
                  <a:lnTo>
                    <a:pt x="75323" y="360447"/>
                  </a:lnTo>
                  <a:lnTo>
                    <a:pt x="74495" y="359960"/>
                  </a:lnTo>
                  <a:lnTo>
                    <a:pt x="73559" y="356207"/>
                  </a:lnTo>
                  <a:lnTo>
                    <a:pt x="73538" y="355344"/>
                  </a:lnTo>
                  <a:lnTo>
                    <a:pt x="73305" y="354197"/>
                  </a:lnTo>
                  <a:lnTo>
                    <a:pt x="70651" y="353054"/>
                  </a:lnTo>
                  <a:lnTo>
                    <a:pt x="70182" y="353096"/>
                  </a:lnTo>
                  <a:lnTo>
                    <a:pt x="69138" y="352427"/>
                  </a:lnTo>
                  <a:lnTo>
                    <a:pt x="68526" y="352238"/>
                  </a:lnTo>
                  <a:lnTo>
                    <a:pt x="67271" y="351851"/>
                  </a:lnTo>
                  <a:lnTo>
                    <a:pt x="66227" y="348540"/>
                  </a:lnTo>
                  <a:lnTo>
                    <a:pt x="65118" y="345785"/>
                  </a:lnTo>
                  <a:lnTo>
                    <a:pt x="64961" y="344634"/>
                  </a:lnTo>
                  <a:lnTo>
                    <a:pt x="64998" y="339483"/>
                  </a:lnTo>
                  <a:lnTo>
                    <a:pt x="64659" y="337192"/>
                  </a:lnTo>
                  <a:lnTo>
                    <a:pt x="64555" y="334694"/>
                  </a:lnTo>
                  <a:lnTo>
                    <a:pt x="63857" y="336726"/>
                  </a:lnTo>
                  <a:lnTo>
                    <a:pt x="64262" y="339938"/>
                  </a:lnTo>
                  <a:lnTo>
                    <a:pt x="63402" y="341285"/>
                  </a:lnTo>
                  <a:lnTo>
                    <a:pt x="62316" y="341940"/>
                  </a:lnTo>
                  <a:lnTo>
                    <a:pt x="62418" y="343822"/>
                  </a:lnTo>
                  <a:lnTo>
                    <a:pt x="62864" y="344178"/>
                  </a:lnTo>
                  <a:lnTo>
                    <a:pt x="62957" y="346132"/>
                  </a:lnTo>
                  <a:lnTo>
                    <a:pt x="62693" y="349023"/>
                  </a:lnTo>
                  <a:lnTo>
                    <a:pt x="60556" y="355452"/>
                  </a:lnTo>
                  <a:lnTo>
                    <a:pt x="60125" y="356143"/>
                  </a:lnTo>
                  <a:lnTo>
                    <a:pt x="59832" y="357012"/>
                  </a:lnTo>
                  <a:lnTo>
                    <a:pt x="58738" y="356435"/>
                  </a:lnTo>
                  <a:lnTo>
                    <a:pt x="57336" y="358225"/>
                  </a:lnTo>
                  <a:lnTo>
                    <a:pt x="56007" y="358513"/>
                  </a:lnTo>
                  <a:lnTo>
                    <a:pt x="55526" y="356487"/>
                  </a:lnTo>
                  <a:lnTo>
                    <a:pt x="53652" y="353806"/>
                  </a:lnTo>
                  <a:lnTo>
                    <a:pt x="52767" y="353956"/>
                  </a:lnTo>
                  <a:lnTo>
                    <a:pt x="53561" y="355279"/>
                  </a:lnTo>
                  <a:lnTo>
                    <a:pt x="54344" y="356999"/>
                  </a:lnTo>
                  <a:lnTo>
                    <a:pt x="53899" y="358137"/>
                  </a:lnTo>
                  <a:lnTo>
                    <a:pt x="53462" y="358881"/>
                  </a:lnTo>
                  <a:lnTo>
                    <a:pt x="52697" y="359266"/>
                  </a:lnTo>
                  <a:lnTo>
                    <a:pt x="49959" y="361517"/>
                  </a:lnTo>
                  <a:lnTo>
                    <a:pt x="50934" y="363029"/>
                  </a:lnTo>
                  <a:lnTo>
                    <a:pt x="50107" y="364746"/>
                  </a:lnTo>
                  <a:lnTo>
                    <a:pt x="49150" y="364998"/>
                  </a:lnTo>
                  <a:lnTo>
                    <a:pt x="48639" y="365800"/>
                  </a:lnTo>
                  <a:lnTo>
                    <a:pt x="48462" y="366890"/>
                  </a:lnTo>
                  <a:lnTo>
                    <a:pt x="45626" y="369993"/>
                  </a:lnTo>
                  <a:lnTo>
                    <a:pt x="41004" y="377953"/>
                  </a:lnTo>
                  <a:lnTo>
                    <a:pt x="38629" y="380203"/>
                  </a:lnTo>
                  <a:lnTo>
                    <a:pt x="36970" y="382541"/>
                  </a:lnTo>
                  <a:lnTo>
                    <a:pt x="35509" y="382484"/>
                  </a:lnTo>
                  <a:lnTo>
                    <a:pt x="33671" y="384472"/>
                  </a:lnTo>
                  <a:lnTo>
                    <a:pt x="29019" y="386216"/>
                  </a:lnTo>
                  <a:lnTo>
                    <a:pt x="25933" y="385427"/>
                  </a:lnTo>
                  <a:lnTo>
                    <a:pt x="23784" y="386120"/>
                  </a:lnTo>
                  <a:lnTo>
                    <a:pt x="22632" y="384752"/>
                  </a:lnTo>
                  <a:lnTo>
                    <a:pt x="22482" y="383812"/>
                  </a:lnTo>
                  <a:lnTo>
                    <a:pt x="22540" y="383267"/>
                  </a:lnTo>
                  <a:lnTo>
                    <a:pt x="22733" y="382613"/>
                  </a:lnTo>
                  <a:lnTo>
                    <a:pt x="22332" y="382381"/>
                  </a:lnTo>
                  <a:lnTo>
                    <a:pt x="21489" y="382269"/>
                  </a:lnTo>
                  <a:lnTo>
                    <a:pt x="21129" y="382928"/>
                  </a:lnTo>
                  <a:lnTo>
                    <a:pt x="21080" y="384426"/>
                  </a:lnTo>
                  <a:lnTo>
                    <a:pt x="20679" y="384817"/>
                  </a:lnTo>
                  <a:lnTo>
                    <a:pt x="19079" y="383960"/>
                  </a:lnTo>
                  <a:lnTo>
                    <a:pt x="18676" y="383188"/>
                  </a:lnTo>
                  <a:lnTo>
                    <a:pt x="19252" y="381624"/>
                  </a:lnTo>
                  <a:lnTo>
                    <a:pt x="20236" y="380216"/>
                  </a:lnTo>
                  <a:lnTo>
                    <a:pt x="20058" y="379927"/>
                  </a:lnTo>
                  <a:lnTo>
                    <a:pt x="19866" y="379071"/>
                  </a:lnTo>
                  <a:lnTo>
                    <a:pt x="19386" y="378963"/>
                  </a:lnTo>
                  <a:lnTo>
                    <a:pt x="17954" y="379169"/>
                  </a:lnTo>
                  <a:lnTo>
                    <a:pt x="16791" y="378917"/>
                  </a:lnTo>
                  <a:lnTo>
                    <a:pt x="12994" y="375750"/>
                  </a:lnTo>
                  <a:lnTo>
                    <a:pt x="12107" y="374060"/>
                  </a:lnTo>
                  <a:lnTo>
                    <a:pt x="9044" y="371362"/>
                  </a:lnTo>
                  <a:lnTo>
                    <a:pt x="7671" y="368503"/>
                  </a:lnTo>
                  <a:lnTo>
                    <a:pt x="6892" y="365367"/>
                  </a:lnTo>
                  <a:lnTo>
                    <a:pt x="6950" y="362527"/>
                  </a:lnTo>
                  <a:lnTo>
                    <a:pt x="7326" y="358019"/>
                  </a:lnTo>
                  <a:lnTo>
                    <a:pt x="7969" y="356905"/>
                  </a:lnTo>
                  <a:lnTo>
                    <a:pt x="10718" y="358484"/>
                  </a:lnTo>
                  <a:lnTo>
                    <a:pt x="13497" y="361120"/>
                  </a:lnTo>
                  <a:lnTo>
                    <a:pt x="13932" y="360990"/>
                  </a:lnTo>
                  <a:lnTo>
                    <a:pt x="14805" y="358921"/>
                  </a:lnTo>
                  <a:lnTo>
                    <a:pt x="16498" y="357259"/>
                  </a:lnTo>
                  <a:lnTo>
                    <a:pt x="16019" y="356800"/>
                  </a:lnTo>
                  <a:lnTo>
                    <a:pt x="13502" y="358706"/>
                  </a:lnTo>
                  <a:lnTo>
                    <a:pt x="12566" y="357650"/>
                  </a:lnTo>
                  <a:lnTo>
                    <a:pt x="11114" y="355498"/>
                  </a:lnTo>
                  <a:lnTo>
                    <a:pt x="11114" y="354392"/>
                  </a:lnTo>
                  <a:lnTo>
                    <a:pt x="11791" y="353284"/>
                  </a:lnTo>
                  <a:lnTo>
                    <a:pt x="12016" y="351786"/>
                  </a:lnTo>
                  <a:lnTo>
                    <a:pt x="11661" y="350372"/>
                  </a:lnTo>
                  <a:lnTo>
                    <a:pt x="11826" y="348449"/>
                  </a:lnTo>
                  <a:lnTo>
                    <a:pt x="12948" y="346407"/>
                  </a:lnTo>
                  <a:lnTo>
                    <a:pt x="14632" y="344341"/>
                  </a:lnTo>
                  <a:lnTo>
                    <a:pt x="15844" y="342347"/>
                  </a:lnTo>
                  <a:lnTo>
                    <a:pt x="17089" y="341119"/>
                  </a:lnTo>
                  <a:lnTo>
                    <a:pt x="16960" y="340710"/>
                  </a:lnTo>
                  <a:lnTo>
                    <a:pt x="15536" y="341491"/>
                  </a:lnTo>
                  <a:lnTo>
                    <a:pt x="14174" y="342817"/>
                  </a:lnTo>
                  <a:lnTo>
                    <a:pt x="12570" y="345039"/>
                  </a:lnTo>
                  <a:lnTo>
                    <a:pt x="10615" y="346841"/>
                  </a:lnTo>
                  <a:lnTo>
                    <a:pt x="9170" y="347540"/>
                  </a:lnTo>
                  <a:lnTo>
                    <a:pt x="8482" y="348118"/>
                  </a:lnTo>
                  <a:lnTo>
                    <a:pt x="7423" y="348681"/>
                  </a:lnTo>
                  <a:lnTo>
                    <a:pt x="6327" y="351264"/>
                  </a:lnTo>
                  <a:lnTo>
                    <a:pt x="5132" y="352370"/>
                  </a:lnTo>
                  <a:lnTo>
                    <a:pt x="2985" y="352483"/>
                  </a:lnTo>
                  <a:lnTo>
                    <a:pt x="2512" y="350594"/>
                  </a:lnTo>
                  <a:lnTo>
                    <a:pt x="3119" y="343881"/>
                  </a:lnTo>
                  <a:lnTo>
                    <a:pt x="3768" y="340611"/>
                  </a:lnTo>
                  <a:lnTo>
                    <a:pt x="4480" y="338299"/>
                  </a:lnTo>
                  <a:lnTo>
                    <a:pt x="5600" y="337909"/>
                  </a:lnTo>
                  <a:lnTo>
                    <a:pt x="6383" y="336215"/>
                  </a:lnTo>
                  <a:lnTo>
                    <a:pt x="7032" y="336215"/>
                  </a:lnTo>
                  <a:lnTo>
                    <a:pt x="7598" y="336997"/>
                  </a:lnTo>
                  <a:lnTo>
                    <a:pt x="9786" y="337756"/>
                  </a:lnTo>
                  <a:lnTo>
                    <a:pt x="10866" y="335598"/>
                  </a:lnTo>
                  <a:lnTo>
                    <a:pt x="12271" y="335282"/>
                  </a:lnTo>
                  <a:lnTo>
                    <a:pt x="14833" y="333104"/>
                  </a:lnTo>
                  <a:lnTo>
                    <a:pt x="14779" y="332708"/>
                  </a:lnTo>
                  <a:lnTo>
                    <a:pt x="13046" y="333187"/>
                  </a:lnTo>
                  <a:lnTo>
                    <a:pt x="11995" y="333257"/>
                  </a:lnTo>
                  <a:lnTo>
                    <a:pt x="10488" y="333804"/>
                  </a:lnTo>
                  <a:lnTo>
                    <a:pt x="9687" y="333413"/>
                  </a:lnTo>
                  <a:lnTo>
                    <a:pt x="9312" y="331783"/>
                  </a:lnTo>
                  <a:lnTo>
                    <a:pt x="9916" y="330314"/>
                  </a:lnTo>
                  <a:lnTo>
                    <a:pt x="12333" y="326806"/>
                  </a:lnTo>
                  <a:lnTo>
                    <a:pt x="13167" y="325270"/>
                  </a:lnTo>
                  <a:lnTo>
                    <a:pt x="13643" y="323834"/>
                  </a:lnTo>
                  <a:lnTo>
                    <a:pt x="13567" y="322858"/>
                  </a:lnTo>
                  <a:lnTo>
                    <a:pt x="13969" y="320837"/>
                  </a:lnTo>
                  <a:lnTo>
                    <a:pt x="16333" y="317307"/>
                  </a:lnTo>
                  <a:lnTo>
                    <a:pt x="18256" y="315694"/>
                  </a:lnTo>
                  <a:lnTo>
                    <a:pt x="18887" y="317082"/>
                  </a:lnTo>
                  <a:lnTo>
                    <a:pt x="18350" y="321425"/>
                  </a:lnTo>
                  <a:lnTo>
                    <a:pt x="18356" y="323218"/>
                  </a:lnTo>
                  <a:lnTo>
                    <a:pt x="19878" y="316886"/>
                  </a:lnTo>
                  <a:lnTo>
                    <a:pt x="20548" y="315381"/>
                  </a:lnTo>
                  <a:lnTo>
                    <a:pt x="21311" y="314319"/>
                  </a:lnTo>
                  <a:lnTo>
                    <a:pt x="23157" y="313606"/>
                  </a:lnTo>
                  <a:lnTo>
                    <a:pt x="23680" y="312609"/>
                  </a:lnTo>
                  <a:lnTo>
                    <a:pt x="21529" y="312939"/>
                  </a:lnTo>
                  <a:lnTo>
                    <a:pt x="16313" y="315353"/>
                  </a:lnTo>
                  <a:lnTo>
                    <a:pt x="14114" y="317506"/>
                  </a:lnTo>
                  <a:lnTo>
                    <a:pt x="13528" y="319164"/>
                  </a:lnTo>
                  <a:lnTo>
                    <a:pt x="12003" y="321663"/>
                  </a:lnTo>
                  <a:lnTo>
                    <a:pt x="11287" y="323286"/>
                  </a:lnTo>
                  <a:lnTo>
                    <a:pt x="10971" y="325668"/>
                  </a:lnTo>
                  <a:lnTo>
                    <a:pt x="10112" y="326962"/>
                  </a:lnTo>
                  <a:lnTo>
                    <a:pt x="8953" y="327441"/>
                  </a:lnTo>
                  <a:lnTo>
                    <a:pt x="7343" y="330462"/>
                  </a:lnTo>
                  <a:lnTo>
                    <a:pt x="6633" y="332891"/>
                  </a:lnTo>
                  <a:lnTo>
                    <a:pt x="5031" y="334826"/>
                  </a:lnTo>
                  <a:lnTo>
                    <a:pt x="4014" y="336313"/>
                  </a:lnTo>
                  <a:lnTo>
                    <a:pt x="3680" y="336844"/>
                  </a:lnTo>
                  <a:lnTo>
                    <a:pt x="3130" y="338307"/>
                  </a:lnTo>
                  <a:lnTo>
                    <a:pt x="2673" y="338410"/>
                  </a:lnTo>
                  <a:lnTo>
                    <a:pt x="2275" y="337553"/>
                  </a:lnTo>
                  <a:lnTo>
                    <a:pt x="2208" y="335665"/>
                  </a:lnTo>
                  <a:lnTo>
                    <a:pt x="2372" y="332651"/>
                  </a:lnTo>
                  <a:lnTo>
                    <a:pt x="3142" y="330483"/>
                  </a:lnTo>
                  <a:lnTo>
                    <a:pt x="3510" y="328365"/>
                  </a:lnTo>
                  <a:lnTo>
                    <a:pt x="2998" y="326387"/>
                  </a:lnTo>
                  <a:lnTo>
                    <a:pt x="3353" y="325139"/>
                  </a:lnTo>
                  <a:lnTo>
                    <a:pt x="4032" y="325182"/>
                  </a:lnTo>
                  <a:lnTo>
                    <a:pt x="5292" y="325750"/>
                  </a:lnTo>
                  <a:lnTo>
                    <a:pt x="6633" y="325659"/>
                  </a:lnTo>
                  <a:lnTo>
                    <a:pt x="8837" y="324097"/>
                  </a:lnTo>
                  <a:lnTo>
                    <a:pt x="8485" y="323183"/>
                  </a:lnTo>
                  <a:lnTo>
                    <a:pt x="7534" y="323054"/>
                  </a:lnTo>
                  <a:lnTo>
                    <a:pt x="5757" y="323183"/>
                  </a:lnTo>
                  <a:lnTo>
                    <a:pt x="4263" y="321658"/>
                  </a:lnTo>
                  <a:lnTo>
                    <a:pt x="3102" y="318624"/>
                  </a:lnTo>
                  <a:lnTo>
                    <a:pt x="2574" y="314570"/>
                  </a:lnTo>
                  <a:lnTo>
                    <a:pt x="2927" y="313411"/>
                  </a:lnTo>
                  <a:lnTo>
                    <a:pt x="7223" y="309282"/>
                  </a:lnTo>
                  <a:lnTo>
                    <a:pt x="8380" y="307408"/>
                  </a:lnTo>
                  <a:lnTo>
                    <a:pt x="7710" y="307221"/>
                  </a:lnTo>
                  <a:lnTo>
                    <a:pt x="6098" y="309495"/>
                  </a:lnTo>
                  <a:lnTo>
                    <a:pt x="3789" y="310907"/>
                  </a:lnTo>
                  <a:lnTo>
                    <a:pt x="2333" y="308944"/>
                  </a:lnTo>
                  <a:lnTo>
                    <a:pt x="1575" y="306831"/>
                  </a:lnTo>
                  <a:lnTo>
                    <a:pt x="1139" y="302368"/>
                  </a:lnTo>
                  <a:lnTo>
                    <a:pt x="1297" y="300075"/>
                  </a:lnTo>
                  <a:lnTo>
                    <a:pt x="1115" y="297060"/>
                  </a:lnTo>
                  <a:lnTo>
                    <a:pt x="2101" y="296080"/>
                  </a:lnTo>
                  <a:lnTo>
                    <a:pt x="3203" y="296601"/>
                  </a:lnTo>
                  <a:lnTo>
                    <a:pt x="4290" y="296794"/>
                  </a:lnTo>
                  <a:lnTo>
                    <a:pt x="6755" y="296530"/>
                  </a:lnTo>
                  <a:lnTo>
                    <a:pt x="12191" y="294721"/>
                  </a:lnTo>
                  <a:lnTo>
                    <a:pt x="15695" y="295796"/>
                  </a:lnTo>
                  <a:lnTo>
                    <a:pt x="17119" y="295698"/>
                  </a:lnTo>
                  <a:lnTo>
                    <a:pt x="19298" y="294140"/>
                  </a:lnTo>
                  <a:lnTo>
                    <a:pt x="21206" y="293979"/>
                  </a:lnTo>
                  <a:lnTo>
                    <a:pt x="22632" y="295170"/>
                  </a:lnTo>
                  <a:lnTo>
                    <a:pt x="23411" y="296535"/>
                  </a:lnTo>
                  <a:lnTo>
                    <a:pt x="23508" y="298361"/>
                  </a:lnTo>
                  <a:lnTo>
                    <a:pt x="24168" y="299579"/>
                  </a:lnTo>
                  <a:lnTo>
                    <a:pt x="24613" y="299184"/>
                  </a:lnTo>
                  <a:lnTo>
                    <a:pt x="24258" y="297736"/>
                  </a:lnTo>
                  <a:lnTo>
                    <a:pt x="24184" y="295494"/>
                  </a:lnTo>
                  <a:lnTo>
                    <a:pt x="29917" y="292953"/>
                  </a:lnTo>
                  <a:lnTo>
                    <a:pt x="30593" y="291967"/>
                  </a:lnTo>
                  <a:lnTo>
                    <a:pt x="28315" y="291623"/>
                  </a:lnTo>
                  <a:lnTo>
                    <a:pt x="27664" y="289306"/>
                  </a:lnTo>
                  <a:lnTo>
                    <a:pt x="28867" y="285800"/>
                  </a:lnTo>
                  <a:lnTo>
                    <a:pt x="28754" y="285345"/>
                  </a:lnTo>
                  <a:lnTo>
                    <a:pt x="27489" y="287195"/>
                  </a:lnTo>
                  <a:lnTo>
                    <a:pt x="26866" y="289798"/>
                  </a:lnTo>
                  <a:lnTo>
                    <a:pt x="27113" y="291876"/>
                  </a:lnTo>
                  <a:lnTo>
                    <a:pt x="26862" y="292841"/>
                  </a:lnTo>
                  <a:lnTo>
                    <a:pt x="25699" y="293284"/>
                  </a:lnTo>
                  <a:lnTo>
                    <a:pt x="23076" y="293444"/>
                  </a:lnTo>
                  <a:lnTo>
                    <a:pt x="21393" y="292562"/>
                  </a:lnTo>
                  <a:lnTo>
                    <a:pt x="19834" y="292084"/>
                  </a:lnTo>
                  <a:lnTo>
                    <a:pt x="19303" y="291418"/>
                  </a:lnTo>
                  <a:lnTo>
                    <a:pt x="19480" y="289935"/>
                  </a:lnTo>
                  <a:lnTo>
                    <a:pt x="19185" y="289629"/>
                  </a:lnTo>
                  <a:lnTo>
                    <a:pt x="18540" y="290962"/>
                  </a:lnTo>
                  <a:lnTo>
                    <a:pt x="17966" y="293620"/>
                  </a:lnTo>
                  <a:lnTo>
                    <a:pt x="16728" y="294232"/>
                  </a:lnTo>
                  <a:lnTo>
                    <a:pt x="13310" y="293245"/>
                  </a:lnTo>
                  <a:lnTo>
                    <a:pt x="8362" y="293826"/>
                  </a:lnTo>
                  <a:lnTo>
                    <a:pt x="6142" y="295164"/>
                  </a:lnTo>
                  <a:lnTo>
                    <a:pt x="4704" y="294989"/>
                  </a:lnTo>
                  <a:lnTo>
                    <a:pt x="2230" y="292646"/>
                  </a:lnTo>
                  <a:lnTo>
                    <a:pt x="1264" y="290783"/>
                  </a:lnTo>
                  <a:lnTo>
                    <a:pt x="903" y="287028"/>
                  </a:lnTo>
                  <a:lnTo>
                    <a:pt x="1049" y="285376"/>
                  </a:lnTo>
                  <a:lnTo>
                    <a:pt x="2976" y="284680"/>
                  </a:lnTo>
                  <a:lnTo>
                    <a:pt x="3951" y="284729"/>
                  </a:lnTo>
                  <a:lnTo>
                    <a:pt x="4863" y="283842"/>
                  </a:lnTo>
                  <a:lnTo>
                    <a:pt x="4056" y="283265"/>
                  </a:lnTo>
                  <a:lnTo>
                    <a:pt x="2920" y="282132"/>
                  </a:lnTo>
                  <a:lnTo>
                    <a:pt x="2146" y="279863"/>
                  </a:lnTo>
                  <a:lnTo>
                    <a:pt x="980" y="279122"/>
                  </a:lnTo>
                  <a:lnTo>
                    <a:pt x="198" y="277188"/>
                  </a:lnTo>
                  <a:lnTo>
                    <a:pt x="0" y="274266"/>
                  </a:lnTo>
                  <a:lnTo>
                    <a:pt x="224" y="272235"/>
                  </a:lnTo>
                  <a:lnTo>
                    <a:pt x="848" y="271581"/>
                  </a:lnTo>
                  <a:lnTo>
                    <a:pt x="2346" y="272025"/>
                  </a:lnTo>
                  <a:lnTo>
                    <a:pt x="6302" y="271685"/>
                  </a:lnTo>
                  <a:lnTo>
                    <a:pt x="10025" y="273748"/>
                  </a:lnTo>
                  <a:lnTo>
                    <a:pt x="12553" y="274918"/>
                  </a:lnTo>
                  <a:lnTo>
                    <a:pt x="17673" y="274330"/>
                  </a:lnTo>
                  <a:lnTo>
                    <a:pt x="20671" y="272487"/>
                  </a:lnTo>
                  <a:lnTo>
                    <a:pt x="20121" y="271978"/>
                  </a:lnTo>
                  <a:lnTo>
                    <a:pt x="16869" y="273043"/>
                  </a:lnTo>
                  <a:lnTo>
                    <a:pt x="13862" y="272999"/>
                  </a:lnTo>
                  <a:lnTo>
                    <a:pt x="8563" y="270917"/>
                  </a:lnTo>
                  <a:lnTo>
                    <a:pt x="6389" y="270246"/>
                  </a:lnTo>
                  <a:lnTo>
                    <a:pt x="4048" y="270542"/>
                  </a:lnTo>
                  <a:lnTo>
                    <a:pt x="2829" y="269910"/>
                  </a:lnTo>
                  <a:lnTo>
                    <a:pt x="2113" y="267851"/>
                  </a:lnTo>
                  <a:lnTo>
                    <a:pt x="2643" y="263914"/>
                  </a:lnTo>
                  <a:lnTo>
                    <a:pt x="3753" y="263064"/>
                  </a:lnTo>
                  <a:lnTo>
                    <a:pt x="4354" y="264091"/>
                  </a:lnTo>
                  <a:lnTo>
                    <a:pt x="5080" y="264156"/>
                  </a:lnTo>
                  <a:lnTo>
                    <a:pt x="5814" y="262511"/>
                  </a:lnTo>
                  <a:lnTo>
                    <a:pt x="6517" y="261574"/>
                  </a:lnTo>
                  <a:lnTo>
                    <a:pt x="7073" y="259453"/>
                  </a:lnTo>
                  <a:lnTo>
                    <a:pt x="9173" y="257443"/>
                  </a:lnTo>
                  <a:lnTo>
                    <a:pt x="10060" y="257272"/>
                  </a:lnTo>
                  <a:lnTo>
                    <a:pt x="11332" y="256346"/>
                  </a:lnTo>
                  <a:lnTo>
                    <a:pt x="12143" y="256609"/>
                  </a:lnTo>
                  <a:lnTo>
                    <a:pt x="12663" y="257538"/>
                  </a:lnTo>
                  <a:lnTo>
                    <a:pt x="13321" y="258308"/>
                  </a:lnTo>
                  <a:lnTo>
                    <a:pt x="14746" y="258215"/>
                  </a:lnTo>
                  <a:lnTo>
                    <a:pt x="18960" y="256604"/>
                  </a:lnTo>
                  <a:lnTo>
                    <a:pt x="19414" y="256131"/>
                  </a:lnTo>
                  <a:lnTo>
                    <a:pt x="20235" y="254808"/>
                  </a:lnTo>
                  <a:lnTo>
                    <a:pt x="17564" y="255398"/>
                  </a:lnTo>
                  <a:lnTo>
                    <a:pt x="15345" y="256337"/>
                  </a:lnTo>
                  <a:lnTo>
                    <a:pt x="13919" y="256599"/>
                  </a:lnTo>
                  <a:lnTo>
                    <a:pt x="13718" y="255426"/>
                  </a:lnTo>
                  <a:lnTo>
                    <a:pt x="14244" y="254384"/>
                  </a:lnTo>
                  <a:lnTo>
                    <a:pt x="15070" y="253276"/>
                  </a:lnTo>
                  <a:lnTo>
                    <a:pt x="15471" y="251387"/>
                  </a:lnTo>
                  <a:lnTo>
                    <a:pt x="16381" y="250581"/>
                  </a:lnTo>
                  <a:lnTo>
                    <a:pt x="17363" y="250624"/>
                  </a:lnTo>
                  <a:lnTo>
                    <a:pt x="19395" y="250280"/>
                  </a:lnTo>
                  <a:lnTo>
                    <a:pt x="20829" y="249790"/>
                  </a:lnTo>
                  <a:lnTo>
                    <a:pt x="23287" y="250119"/>
                  </a:lnTo>
                  <a:lnTo>
                    <a:pt x="26951" y="250842"/>
                  </a:lnTo>
                  <a:lnTo>
                    <a:pt x="29313" y="252599"/>
                  </a:lnTo>
                  <a:lnTo>
                    <a:pt x="30202" y="252440"/>
                  </a:lnTo>
                  <a:lnTo>
                    <a:pt x="31145" y="251973"/>
                  </a:lnTo>
                  <a:lnTo>
                    <a:pt x="31572" y="251335"/>
                  </a:lnTo>
                  <a:lnTo>
                    <a:pt x="29718" y="250605"/>
                  </a:lnTo>
                  <a:lnTo>
                    <a:pt x="29612" y="249565"/>
                  </a:lnTo>
                  <a:lnTo>
                    <a:pt x="29842" y="248780"/>
                  </a:lnTo>
                  <a:lnTo>
                    <a:pt x="32866" y="247334"/>
                  </a:lnTo>
                  <a:lnTo>
                    <a:pt x="36168" y="247014"/>
                  </a:lnTo>
                  <a:lnTo>
                    <a:pt x="35601" y="245850"/>
                  </a:lnTo>
                  <a:lnTo>
                    <a:pt x="28366" y="247607"/>
                  </a:lnTo>
                  <a:lnTo>
                    <a:pt x="26477" y="246408"/>
                  </a:lnTo>
                  <a:lnTo>
                    <a:pt x="24987" y="246418"/>
                  </a:lnTo>
                  <a:lnTo>
                    <a:pt x="24011" y="247103"/>
                  </a:lnTo>
                  <a:lnTo>
                    <a:pt x="21230" y="247933"/>
                  </a:lnTo>
                  <a:lnTo>
                    <a:pt x="20719" y="247343"/>
                  </a:lnTo>
                  <a:lnTo>
                    <a:pt x="21248" y="245306"/>
                  </a:lnTo>
                  <a:lnTo>
                    <a:pt x="22913" y="241964"/>
                  </a:lnTo>
                  <a:lnTo>
                    <a:pt x="23052" y="241145"/>
                  </a:lnTo>
                  <a:lnTo>
                    <a:pt x="23825" y="240341"/>
                  </a:lnTo>
                  <a:lnTo>
                    <a:pt x="28146" y="238402"/>
                  </a:lnTo>
                  <a:lnTo>
                    <a:pt x="30222" y="236149"/>
                  </a:lnTo>
                  <a:lnTo>
                    <a:pt x="31158" y="235864"/>
                  </a:lnTo>
                  <a:lnTo>
                    <a:pt x="32086" y="236021"/>
                  </a:lnTo>
                  <a:lnTo>
                    <a:pt x="33498" y="235757"/>
                  </a:lnTo>
                  <a:lnTo>
                    <a:pt x="36226" y="236402"/>
                  </a:lnTo>
                  <a:lnTo>
                    <a:pt x="37481" y="239223"/>
                  </a:lnTo>
                  <a:lnTo>
                    <a:pt x="38610" y="240109"/>
                  </a:lnTo>
                  <a:lnTo>
                    <a:pt x="42160" y="243633"/>
                  </a:lnTo>
                  <a:lnTo>
                    <a:pt x="42001" y="242619"/>
                  </a:lnTo>
                  <a:lnTo>
                    <a:pt x="38929" y="237843"/>
                  </a:lnTo>
                  <a:lnTo>
                    <a:pt x="37754" y="236662"/>
                  </a:lnTo>
                  <a:lnTo>
                    <a:pt x="36878" y="234317"/>
                  </a:lnTo>
                  <a:lnTo>
                    <a:pt x="37179" y="232101"/>
                  </a:lnTo>
                  <a:lnTo>
                    <a:pt x="38167" y="230622"/>
                  </a:lnTo>
                  <a:lnTo>
                    <a:pt x="41672" y="229830"/>
                  </a:lnTo>
                  <a:lnTo>
                    <a:pt x="42301" y="228974"/>
                  </a:lnTo>
                  <a:lnTo>
                    <a:pt x="42363" y="227504"/>
                  </a:lnTo>
                  <a:lnTo>
                    <a:pt x="41826" y="226498"/>
                  </a:lnTo>
                  <a:lnTo>
                    <a:pt x="40536" y="226556"/>
                  </a:lnTo>
                  <a:lnTo>
                    <a:pt x="39473" y="225933"/>
                  </a:lnTo>
                  <a:lnTo>
                    <a:pt x="39180" y="224349"/>
                  </a:lnTo>
                  <a:lnTo>
                    <a:pt x="39605" y="223278"/>
                  </a:lnTo>
                  <a:lnTo>
                    <a:pt x="41627" y="221326"/>
                  </a:lnTo>
                  <a:lnTo>
                    <a:pt x="42733" y="220693"/>
                  </a:lnTo>
                  <a:lnTo>
                    <a:pt x="44650" y="220004"/>
                  </a:lnTo>
                  <a:lnTo>
                    <a:pt x="47982" y="221548"/>
                  </a:lnTo>
                  <a:lnTo>
                    <a:pt x="48235" y="222357"/>
                  </a:lnTo>
                  <a:lnTo>
                    <a:pt x="47301" y="224304"/>
                  </a:lnTo>
                  <a:lnTo>
                    <a:pt x="47395" y="225396"/>
                  </a:lnTo>
                  <a:lnTo>
                    <a:pt x="48211" y="225517"/>
                  </a:lnTo>
                  <a:lnTo>
                    <a:pt x="50114" y="222236"/>
                  </a:lnTo>
                  <a:lnTo>
                    <a:pt x="52352" y="221783"/>
                  </a:lnTo>
                  <a:lnTo>
                    <a:pt x="53278" y="221078"/>
                  </a:lnTo>
                  <a:lnTo>
                    <a:pt x="54353" y="220635"/>
                  </a:lnTo>
                  <a:lnTo>
                    <a:pt x="55890" y="223601"/>
                  </a:lnTo>
                  <a:lnTo>
                    <a:pt x="56563" y="224551"/>
                  </a:lnTo>
                  <a:lnTo>
                    <a:pt x="57068" y="224940"/>
                  </a:lnTo>
                  <a:lnTo>
                    <a:pt x="57559" y="227410"/>
                  </a:lnTo>
                  <a:lnTo>
                    <a:pt x="58033" y="227541"/>
                  </a:lnTo>
                  <a:lnTo>
                    <a:pt x="58710" y="226304"/>
                  </a:lnTo>
                  <a:lnTo>
                    <a:pt x="59936" y="225651"/>
                  </a:lnTo>
                  <a:lnTo>
                    <a:pt x="61656" y="225222"/>
                  </a:lnTo>
                  <a:lnTo>
                    <a:pt x="64505" y="225875"/>
                  </a:lnTo>
                  <a:lnTo>
                    <a:pt x="65795" y="225392"/>
                  </a:lnTo>
                  <a:lnTo>
                    <a:pt x="66427" y="225460"/>
                  </a:lnTo>
                  <a:lnTo>
                    <a:pt x="65820" y="223242"/>
                  </a:lnTo>
                  <a:lnTo>
                    <a:pt x="65444" y="222602"/>
                  </a:lnTo>
                  <a:lnTo>
                    <a:pt x="66031" y="220622"/>
                  </a:lnTo>
                  <a:lnTo>
                    <a:pt x="66643" y="219848"/>
                  </a:lnTo>
                  <a:lnTo>
                    <a:pt x="68611" y="218459"/>
                  </a:lnTo>
                  <a:lnTo>
                    <a:pt x="70489" y="217839"/>
                  </a:lnTo>
                  <a:lnTo>
                    <a:pt x="71714" y="216520"/>
                  </a:lnTo>
                  <a:lnTo>
                    <a:pt x="73360" y="215308"/>
                  </a:lnTo>
                  <a:lnTo>
                    <a:pt x="73101" y="214337"/>
                  </a:lnTo>
                  <a:lnTo>
                    <a:pt x="72643" y="213213"/>
                  </a:lnTo>
                  <a:lnTo>
                    <a:pt x="71579" y="213142"/>
                  </a:lnTo>
                  <a:lnTo>
                    <a:pt x="71144" y="212529"/>
                  </a:lnTo>
                  <a:lnTo>
                    <a:pt x="72496" y="211072"/>
                  </a:lnTo>
                  <a:lnTo>
                    <a:pt x="74347" y="209453"/>
                  </a:lnTo>
                  <a:lnTo>
                    <a:pt x="74024" y="208817"/>
                  </a:lnTo>
                  <a:lnTo>
                    <a:pt x="72632" y="208097"/>
                  </a:lnTo>
                  <a:lnTo>
                    <a:pt x="71575" y="208639"/>
                  </a:lnTo>
                  <a:lnTo>
                    <a:pt x="70004" y="209891"/>
                  </a:lnTo>
                  <a:lnTo>
                    <a:pt x="68177" y="211872"/>
                  </a:lnTo>
                  <a:lnTo>
                    <a:pt x="68772" y="212450"/>
                  </a:lnTo>
                  <a:lnTo>
                    <a:pt x="69687" y="214115"/>
                  </a:lnTo>
                  <a:lnTo>
                    <a:pt x="68411" y="216331"/>
                  </a:lnTo>
                  <a:lnTo>
                    <a:pt x="61646" y="222216"/>
                  </a:lnTo>
                  <a:lnTo>
                    <a:pt x="58420" y="223940"/>
                  </a:lnTo>
                  <a:lnTo>
                    <a:pt x="56932" y="223672"/>
                  </a:lnTo>
                  <a:lnTo>
                    <a:pt x="56577" y="222063"/>
                  </a:lnTo>
                  <a:lnTo>
                    <a:pt x="55891" y="220873"/>
                  </a:lnTo>
                  <a:lnTo>
                    <a:pt x="55154" y="218420"/>
                  </a:lnTo>
                  <a:lnTo>
                    <a:pt x="53902" y="218485"/>
                  </a:lnTo>
                  <a:lnTo>
                    <a:pt x="53192" y="219027"/>
                  </a:lnTo>
                  <a:lnTo>
                    <a:pt x="52881" y="218224"/>
                  </a:lnTo>
                  <a:lnTo>
                    <a:pt x="53420" y="215604"/>
                  </a:lnTo>
                  <a:lnTo>
                    <a:pt x="54479" y="213533"/>
                  </a:lnTo>
                  <a:lnTo>
                    <a:pt x="56256" y="211969"/>
                  </a:lnTo>
                  <a:lnTo>
                    <a:pt x="57107" y="210081"/>
                  </a:lnTo>
                  <a:lnTo>
                    <a:pt x="57908" y="207084"/>
                  </a:lnTo>
                  <a:lnTo>
                    <a:pt x="60477" y="204233"/>
                  </a:lnTo>
                  <a:lnTo>
                    <a:pt x="64218" y="197180"/>
                  </a:lnTo>
                  <a:lnTo>
                    <a:pt x="67265" y="194929"/>
                  </a:lnTo>
                  <a:lnTo>
                    <a:pt x="68382" y="192469"/>
                  </a:lnTo>
                  <a:lnTo>
                    <a:pt x="70177" y="191381"/>
                  </a:lnTo>
                  <a:lnTo>
                    <a:pt x="71710" y="189462"/>
                  </a:lnTo>
                  <a:lnTo>
                    <a:pt x="72913" y="189272"/>
                  </a:lnTo>
                  <a:lnTo>
                    <a:pt x="75099" y="187545"/>
                  </a:lnTo>
                  <a:lnTo>
                    <a:pt x="76337" y="185490"/>
                  </a:lnTo>
                  <a:lnTo>
                    <a:pt x="75529" y="185362"/>
                  </a:lnTo>
                  <a:lnTo>
                    <a:pt x="73607" y="186699"/>
                  </a:lnTo>
                  <a:lnTo>
                    <a:pt x="72520" y="187238"/>
                  </a:lnTo>
                  <a:lnTo>
                    <a:pt x="72597" y="185033"/>
                  </a:lnTo>
                  <a:lnTo>
                    <a:pt x="73124" y="182772"/>
                  </a:lnTo>
                  <a:lnTo>
                    <a:pt x="74707" y="180706"/>
                  </a:lnTo>
                  <a:lnTo>
                    <a:pt x="82319" y="174704"/>
                  </a:lnTo>
                  <a:lnTo>
                    <a:pt x="83078" y="175697"/>
                  </a:lnTo>
                  <a:lnTo>
                    <a:pt x="83987" y="177451"/>
                  </a:lnTo>
                  <a:lnTo>
                    <a:pt x="86279" y="177054"/>
                  </a:lnTo>
                  <a:lnTo>
                    <a:pt x="88890" y="173656"/>
                  </a:lnTo>
                  <a:lnTo>
                    <a:pt x="90902" y="169967"/>
                  </a:lnTo>
                  <a:lnTo>
                    <a:pt x="89815" y="170611"/>
                  </a:lnTo>
                  <a:lnTo>
                    <a:pt x="88629" y="172121"/>
                  </a:lnTo>
                  <a:lnTo>
                    <a:pt x="86317" y="174221"/>
                  </a:lnTo>
                  <a:lnTo>
                    <a:pt x="85247" y="174552"/>
                  </a:lnTo>
                  <a:lnTo>
                    <a:pt x="84638" y="174280"/>
                  </a:lnTo>
                  <a:lnTo>
                    <a:pt x="84298" y="172879"/>
                  </a:lnTo>
                  <a:lnTo>
                    <a:pt x="83496" y="172424"/>
                  </a:lnTo>
                  <a:lnTo>
                    <a:pt x="82772" y="172739"/>
                  </a:lnTo>
                  <a:lnTo>
                    <a:pt x="82026" y="171743"/>
                  </a:lnTo>
                  <a:lnTo>
                    <a:pt x="81893" y="169285"/>
                  </a:lnTo>
                  <a:lnTo>
                    <a:pt x="82848" y="165624"/>
                  </a:lnTo>
                  <a:lnTo>
                    <a:pt x="83604" y="163203"/>
                  </a:lnTo>
                  <a:lnTo>
                    <a:pt x="84421" y="161371"/>
                  </a:lnTo>
                  <a:lnTo>
                    <a:pt x="87634" y="156171"/>
                  </a:lnTo>
                  <a:lnTo>
                    <a:pt x="88328" y="153333"/>
                  </a:lnTo>
                  <a:lnTo>
                    <a:pt x="89781" y="151835"/>
                  </a:lnTo>
                  <a:lnTo>
                    <a:pt x="91668" y="152168"/>
                  </a:lnTo>
                  <a:lnTo>
                    <a:pt x="92237" y="151736"/>
                  </a:lnTo>
                  <a:lnTo>
                    <a:pt x="91589" y="149876"/>
                  </a:lnTo>
                  <a:lnTo>
                    <a:pt x="89532" y="148401"/>
                  </a:lnTo>
                  <a:lnTo>
                    <a:pt x="89406" y="147475"/>
                  </a:lnTo>
                  <a:lnTo>
                    <a:pt x="96257" y="145042"/>
                  </a:lnTo>
                  <a:lnTo>
                    <a:pt x="99519" y="145125"/>
                  </a:lnTo>
                  <a:lnTo>
                    <a:pt x="100488" y="143911"/>
                  </a:lnTo>
                  <a:lnTo>
                    <a:pt x="102261" y="143134"/>
                  </a:lnTo>
                  <a:lnTo>
                    <a:pt x="103605" y="141650"/>
                  </a:lnTo>
                  <a:lnTo>
                    <a:pt x="102912" y="140995"/>
                  </a:lnTo>
                  <a:lnTo>
                    <a:pt x="99598" y="142359"/>
                  </a:lnTo>
                  <a:lnTo>
                    <a:pt x="97527" y="142999"/>
                  </a:lnTo>
                  <a:lnTo>
                    <a:pt x="96590" y="142979"/>
                  </a:lnTo>
                  <a:lnTo>
                    <a:pt x="95859" y="143448"/>
                  </a:lnTo>
                  <a:lnTo>
                    <a:pt x="93211" y="143627"/>
                  </a:lnTo>
                  <a:lnTo>
                    <a:pt x="92635" y="137713"/>
                  </a:lnTo>
                  <a:lnTo>
                    <a:pt x="93050" y="134504"/>
                  </a:lnTo>
                  <a:lnTo>
                    <a:pt x="94037" y="134570"/>
                  </a:lnTo>
                  <a:lnTo>
                    <a:pt x="94262" y="131507"/>
                  </a:lnTo>
                  <a:lnTo>
                    <a:pt x="95402" y="129704"/>
                  </a:lnTo>
                  <a:lnTo>
                    <a:pt x="96976" y="129300"/>
                  </a:lnTo>
                  <a:lnTo>
                    <a:pt x="97768" y="128528"/>
                  </a:lnTo>
                  <a:lnTo>
                    <a:pt x="98914" y="126957"/>
                  </a:lnTo>
                  <a:lnTo>
                    <a:pt x="100809" y="127322"/>
                  </a:lnTo>
                  <a:lnTo>
                    <a:pt x="102756" y="126971"/>
                  </a:lnTo>
                  <a:lnTo>
                    <a:pt x="102274" y="126231"/>
                  </a:lnTo>
                  <a:lnTo>
                    <a:pt x="99857" y="125277"/>
                  </a:lnTo>
                  <a:lnTo>
                    <a:pt x="99260" y="123639"/>
                  </a:lnTo>
                  <a:lnTo>
                    <a:pt x="100113" y="122725"/>
                  </a:lnTo>
                  <a:lnTo>
                    <a:pt x="101041" y="122052"/>
                  </a:lnTo>
                  <a:lnTo>
                    <a:pt x="101856" y="121931"/>
                  </a:lnTo>
                  <a:lnTo>
                    <a:pt x="103471" y="118734"/>
                  </a:lnTo>
                  <a:lnTo>
                    <a:pt x="104452" y="117370"/>
                  </a:lnTo>
                  <a:lnTo>
                    <a:pt x="105551" y="117607"/>
                  </a:lnTo>
                  <a:lnTo>
                    <a:pt x="107081" y="116197"/>
                  </a:lnTo>
                  <a:lnTo>
                    <a:pt x="108584" y="116678"/>
                  </a:lnTo>
                  <a:lnTo>
                    <a:pt x="110038" y="115756"/>
                  </a:lnTo>
                  <a:lnTo>
                    <a:pt x="112024" y="115147"/>
                  </a:lnTo>
                  <a:lnTo>
                    <a:pt x="119293" y="114912"/>
                  </a:lnTo>
                  <a:lnTo>
                    <a:pt x="119509" y="113605"/>
                  </a:lnTo>
                  <a:lnTo>
                    <a:pt x="117980" y="113302"/>
                  </a:lnTo>
                  <a:lnTo>
                    <a:pt x="112578" y="112965"/>
                  </a:lnTo>
                  <a:lnTo>
                    <a:pt x="109820" y="112991"/>
                  </a:lnTo>
                  <a:lnTo>
                    <a:pt x="108659" y="113330"/>
                  </a:lnTo>
                  <a:lnTo>
                    <a:pt x="108232" y="112875"/>
                  </a:lnTo>
                  <a:lnTo>
                    <a:pt x="108308" y="112093"/>
                  </a:lnTo>
                  <a:lnTo>
                    <a:pt x="109310" y="110855"/>
                  </a:lnTo>
                  <a:lnTo>
                    <a:pt x="109786" y="109487"/>
                  </a:lnTo>
                  <a:lnTo>
                    <a:pt x="111790" y="106148"/>
                  </a:lnTo>
                  <a:lnTo>
                    <a:pt x="114140" y="103925"/>
                  </a:lnTo>
                  <a:lnTo>
                    <a:pt x="115941" y="104493"/>
                  </a:lnTo>
                  <a:lnTo>
                    <a:pt x="117856" y="106617"/>
                  </a:lnTo>
                  <a:lnTo>
                    <a:pt x="119221" y="106883"/>
                  </a:lnTo>
                  <a:lnTo>
                    <a:pt x="119856" y="107569"/>
                  </a:lnTo>
                  <a:lnTo>
                    <a:pt x="120851" y="110500"/>
                  </a:lnTo>
                  <a:lnTo>
                    <a:pt x="121322" y="110595"/>
                  </a:lnTo>
                  <a:lnTo>
                    <a:pt x="121109" y="107778"/>
                  </a:lnTo>
                  <a:lnTo>
                    <a:pt x="122424" y="105487"/>
                  </a:lnTo>
                  <a:lnTo>
                    <a:pt x="122082" y="104854"/>
                  </a:lnTo>
                  <a:lnTo>
                    <a:pt x="120106" y="105682"/>
                  </a:lnTo>
                  <a:lnTo>
                    <a:pt x="118592" y="104821"/>
                  </a:lnTo>
                  <a:lnTo>
                    <a:pt x="117397" y="103101"/>
                  </a:lnTo>
                  <a:lnTo>
                    <a:pt x="117055" y="101528"/>
                  </a:lnTo>
                  <a:lnTo>
                    <a:pt x="117798" y="99974"/>
                  </a:lnTo>
                  <a:lnTo>
                    <a:pt x="118499" y="99192"/>
                  </a:lnTo>
                  <a:lnTo>
                    <a:pt x="118023" y="98280"/>
                  </a:lnTo>
                  <a:lnTo>
                    <a:pt x="115036" y="100724"/>
                  </a:lnTo>
                  <a:lnTo>
                    <a:pt x="112922" y="101293"/>
                  </a:lnTo>
                  <a:lnTo>
                    <a:pt x="112089" y="100951"/>
                  </a:lnTo>
                  <a:lnTo>
                    <a:pt x="112541" y="98736"/>
                  </a:lnTo>
                  <a:lnTo>
                    <a:pt x="112289" y="96979"/>
                  </a:lnTo>
                  <a:lnTo>
                    <a:pt x="115122" y="92652"/>
                  </a:lnTo>
                  <a:lnTo>
                    <a:pt x="116097" y="92151"/>
                  </a:lnTo>
                  <a:lnTo>
                    <a:pt x="117688" y="92499"/>
                  </a:lnTo>
                  <a:lnTo>
                    <a:pt x="119124" y="93720"/>
                  </a:lnTo>
                  <a:lnTo>
                    <a:pt x="120325" y="93525"/>
                  </a:lnTo>
                  <a:lnTo>
                    <a:pt x="121628" y="92873"/>
                  </a:lnTo>
                  <a:lnTo>
                    <a:pt x="121451" y="91703"/>
                  </a:lnTo>
                  <a:lnTo>
                    <a:pt x="118625" y="91238"/>
                  </a:lnTo>
                  <a:lnTo>
                    <a:pt x="117898" y="90267"/>
                  </a:lnTo>
                  <a:lnTo>
                    <a:pt x="118161" y="89313"/>
                  </a:lnTo>
                  <a:lnTo>
                    <a:pt x="120100" y="88306"/>
                  </a:lnTo>
                  <a:lnTo>
                    <a:pt x="122029" y="86488"/>
                  </a:lnTo>
                  <a:lnTo>
                    <a:pt x="124239" y="85961"/>
                  </a:lnTo>
                  <a:lnTo>
                    <a:pt x="126017" y="84586"/>
                  </a:lnTo>
                  <a:lnTo>
                    <a:pt x="126360" y="84898"/>
                  </a:lnTo>
                  <a:lnTo>
                    <a:pt x="126661" y="85438"/>
                  </a:lnTo>
                  <a:lnTo>
                    <a:pt x="127299" y="90537"/>
                  </a:lnTo>
                  <a:lnTo>
                    <a:pt x="128888" y="94696"/>
                  </a:lnTo>
                  <a:lnTo>
                    <a:pt x="129474" y="94848"/>
                  </a:lnTo>
                  <a:lnTo>
                    <a:pt x="128864" y="91309"/>
                  </a:lnTo>
                  <a:lnTo>
                    <a:pt x="129433" y="90291"/>
                  </a:lnTo>
                  <a:lnTo>
                    <a:pt x="130154" y="89518"/>
                  </a:lnTo>
                  <a:lnTo>
                    <a:pt x="130379" y="88638"/>
                  </a:lnTo>
                  <a:lnTo>
                    <a:pt x="129553" y="88338"/>
                  </a:lnTo>
                  <a:lnTo>
                    <a:pt x="128877" y="87074"/>
                  </a:lnTo>
                  <a:lnTo>
                    <a:pt x="127913" y="83034"/>
                  </a:lnTo>
                  <a:lnTo>
                    <a:pt x="128242" y="81985"/>
                  </a:lnTo>
                  <a:lnTo>
                    <a:pt x="130332" y="79834"/>
                  </a:lnTo>
                  <a:lnTo>
                    <a:pt x="132955" y="79339"/>
                  </a:lnTo>
                  <a:lnTo>
                    <a:pt x="135749" y="80847"/>
                  </a:lnTo>
                  <a:lnTo>
                    <a:pt x="136731" y="80864"/>
                  </a:lnTo>
                  <a:lnTo>
                    <a:pt x="138351" y="80459"/>
                  </a:lnTo>
                  <a:lnTo>
                    <a:pt x="141100" y="79219"/>
                  </a:lnTo>
                  <a:lnTo>
                    <a:pt x="142717" y="78748"/>
                  </a:lnTo>
                  <a:lnTo>
                    <a:pt x="143561" y="78749"/>
                  </a:lnTo>
                  <a:lnTo>
                    <a:pt x="143769" y="78123"/>
                  </a:lnTo>
                  <a:lnTo>
                    <a:pt x="142987" y="77720"/>
                  </a:lnTo>
                  <a:lnTo>
                    <a:pt x="142736" y="77329"/>
                  </a:lnTo>
                  <a:lnTo>
                    <a:pt x="142122" y="77104"/>
                  </a:lnTo>
                  <a:lnTo>
                    <a:pt x="139581" y="77773"/>
                  </a:lnTo>
                  <a:lnTo>
                    <a:pt x="132569" y="77561"/>
                  </a:lnTo>
                  <a:lnTo>
                    <a:pt x="131892" y="76846"/>
                  </a:lnTo>
                  <a:lnTo>
                    <a:pt x="131768" y="75608"/>
                  </a:lnTo>
                  <a:lnTo>
                    <a:pt x="132512" y="73832"/>
                  </a:lnTo>
                  <a:lnTo>
                    <a:pt x="133330" y="72854"/>
                  </a:lnTo>
                  <a:lnTo>
                    <a:pt x="135973" y="71092"/>
                  </a:lnTo>
                  <a:lnTo>
                    <a:pt x="138772" y="70854"/>
                  </a:lnTo>
                  <a:lnTo>
                    <a:pt x="141721" y="67724"/>
                  </a:lnTo>
                  <a:lnTo>
                    <a:pt x="142848" y="65378"/>
                  </a:lnTo>
                  <a:lnTo>
                    <a:pt x="143486" y="61762"/>
                  </a:lnTo>
                  <a:lnTo>
                    <a:pt x="145284" y="58839"/>
                  </a:lnTo>
                  <a:lnTo>
                    <a:pt x="149791" y="57177"/>
                  </a:lnTo>
                  <a:lnTo>
                    <a:pt x="149973" y="56441"/>
                  </a:lnTo>
                  <a:lnTo>
                    <a:pt x="149495" y="54922"/>
                  </a:lnTo>
                  <a:lnTo>
                    <a:pt x="149532" y="52185"/>
                  </a:lnTo>
                  <a:lnTo>
                    <a:pt x="150768" y="48998"/>
                  </a:lnTo>
                  <a:lnTo>
                    <a:pt x="151588" y="47890"/>
                  </a:lnTo>
                  <a:lnTo>
                    <a:pt x="151967" y="47757"/>
                  </a:lnTo>
                  <a:lnTo>
                    <a:pt x="152939" y="48799"/>
                  </a:lnTo>
                  <a:lnTo>
                    <a:pt x="154119" y="51015"/>
                  </a:lnTo>
                  <a:lnTo>
                    <a:pt x="155968" y="52285"/>
                  </a:lnTo>
                  <a:lnTo>
                    <a:pt x="158393" y="52504"/>
                  </a:lnTo>
                  <a:lnTo>
                    <a:pt x="159039" y="51879"/>
                  </a:lnTo>
                  <a:lnTo>
                    <a:pt x="157155" y="50614"/>
                  </a:lnTo>
                  <a:lnTo>
                    <a:pt x="155729" y="48960"/>
                  </a:lnTo>
                  <a:lnTo>
                    <a:pt x="155616" y="47300"/>
                  </a:lnTo>
                  <a:lnTo>
                    <a:pt x="156292" y="46419"/>
                  </a:lnTo>
                  <a:lnTo>
                    <a:pt x="157344" y="46518"/>
                  </a:lnTo>
                  <a:lnTo>
                    <a:pt x="158663" y="46332"/>
                  </a:lnTo>
                  <a:lnTo>
                    <a:pt x="159893" y="45215"/>
                  </a:lnTo>
                  <a:lnTo>
                    <a:pt x="160072" y="44430"/>
                  </a:lnTo>
                  <a:lnTo>
                    <a:pt x="160123" y="43365"/>
                  </a:lnTo>
                  <a:lnTo>
                    <a:pt x="160430" y="42281"/>
                  </a:lnTo>
                  <a:lnTo>
                    <a:pt x="162234" y="39697"/>
                  </a:lnTo>
                  <a:lnTo>
                    <a:pt x="167795" y="38016"/>
                  </a:lnTo>
                  <a:lnTo>
                    <a:pt x="168198" y="38699"/>
                  </a:lnTo>
                  <a:lnTo>
                    <a:pt x="167897" y="43684"/>
                  </a:lnTo>
                  <a:lnTo>
                    <a:pt x="167259" y="46909"/>
                  </a:lnTo>
                  <a:lnTo>
                    <a:pt x="167278" y="49266"/>
                  </a:lnTo>
                  <a:lnTo>
                    <a:pt x="168361" y="46909"/>
                  </a:lnTo>
                  <a:lnTo>
                    <a:pt x="169812" y="40458"/>
                  </a:lnTo>
                  <a:lnTo>
                    <a:pt x="170901" y="37429"/>
                  </a:lnTo>
                  <a:lnTo>
                    <a:pt x="172132" y="35691"/>
                  </a:lnTo>
                  <a:lnTo>
                    <a:pt x="173012" y="35298"/>
                  </a:lnTo>
                  <a:lnTo>
                    <a:pt x="173882" y="34398"/>
                  </a:lnTo>
                  <a:lnTo>
                    <a:pt x="175031" y="33863"/>
                  </a:lnTo>
                  <a:lnTo>
                    <a:pt x="175383" y="34554"/>
                  </a:lnTo>
                  <a:lnTo>
                    <a:pt x="175746" y="36158"/>
                  </a:lnTo>
                  <a:lnTo>
                    <a:pt x="175127" y="41792"/>
                  </a:lnTo>
                  <a:lnTo>
                    <a:pt x="175190" y="43574"/>
                  </a:lnTo>
                  <a:lnTo>
                    <a:pt x="174496" y="45962"/>
                  </a:lnTo>
                  <a:lnTo>
                    <a:pt x="171846" y="51286"/>
                  </a:lnTo>
                  <a:lnTo>
                    <a:pt x="171968" y="51966"/>
                  </a:lnTo>
                  <a:lnTo>
                    <a:pt x="172567" y="51713"/>
                  </a:lnTo>
                  <a:lnTo>
                    <a:pt x="173594" y="50834"/>
                  </a:lnTo>
                  <a:lnTo>
                    <a:pt x="176876" y="45777"/>
                  </a:lnTo>
                  <a:lnTo>
                    <a:pt x="179746" y="46415"/>
                  </a:lnTo>
                  <a:lnTo>
                    <a:pt x="179782" y="46001"/>
                  </a:lnTo>
                  <a:lnTo>
                    <a:pt x="178861" y="44518"/>
                  </a:lnTo>
                  <a:lnTo>
                    <a:pt x="177737" y="43097"/>
                  </a:lnTo>
                  <a:lnTo>
                    <a:pt x="177399" y="41338"/>
                  </a:lnTo>
                  <a:lnTo>
                    <a:pt x="177549" y="36647"/>
                  </a:lnTo>
                  <a:lnTo>
                    <a:pt x="178413" y="34790"/>
                  </a:lnTo>
                  <a:lnTo>
                    <a:pt x="180892" y="34985"/>
                  </a:lnTo>
                  <a:lnTo>
                    <a:pt x="182377" y="34728"/>
                  </a:lnTo>
                  <a:lnTo>
                    <a:pt x="183070" y="35572"/>
                  </a:lnTo>
                  <a:lnTo>
                    <a:pt x="184557" y="35512"/>
                  </a:lnTo>
                  <a:lnTo>
                    <a:pt x="185586" y="32151"/>
                  </a:lnTo>
                  <a:lnTo>
                    <a:pt x="187621" y="31857"/>
                  </a:lnTo>
                  <a:lnTo>
                    <a:pt x="189407" y="34078"/>
                  </a:lnTo>
                  <a:lnTo>
                    <a:pt x="191557" y="35572"/>
                  </a:lnTo>
                  <a:lnTo>
                    <a:pt x="193285" y="37722"/>
                  </a:lnTo>
                  <a:lnTo>
                    <a:pt x="193773" y="37135"/>
                  </a:lnTo>
                  <a:lnTo>
                    <a:pt x="192840" y="32121"/>
                  </a:lnTo>
                  <a:lnTo>
                    <a:pt x="191820" y="30295"/>
                  </a:lnTo>
                  <a:lnTo>
                    <a:pt x="189607" y="29345"/>
                  </a:lnTo>
                  <a:lnTo>
                    <a:pt x="187251" y="27091"/>
                  </a:lnTo>
                  <a:lnTo>
                    <a:pt x="186637" y="26093"/>
                  </a:lnTo>
                  <a:lnTo>
                    <a:pt x="186745" y="25350"/>
                  </a:lnTo>
                  <a:lnTo>
                    <a:pt x="188823" y="24633"/>
                  </a:lnTo>
                  <a:lnTo>
                    <a:pt x="191565" y="25454"/>
                  </a:lnTo>
                  <a:lnTo>
                    <a:pt x="194009" y="23578"/>
                  </a:lnTo>
                  <a:lnTo>
                    <a:pt x="194678" y="24092"/>
                  </a:lnTo>
                  <a:lnTo>
                    <a:pt x="196552" y="23111"/>
                  </a:lnTo>
                  <a:lnTo>
                    <a:pt x="197716" y="24431"/>
                  </a:lnTo>
                  <a:lnTo>
                    <a:pt x="198429" y="24040"/>
                  </a:lnTo>
                  <a:lnTo>
                    <a:pt x="198843" y="22271"/>
                  </a:lnTo>
                  <a:lnTo>
                    <a:pt x="201834" y="21173"/>
                  </a:lnTo>
                  <a:lnTo>
                    <a:pt x="203731" y="22186"/>
                  </a:lnTo>
                  <a:lnTo>
                    <a:pt x="204748" y="23235"/>
                  </a:lnTo>
                  <a:lnTo>
                    <a:pt x="205221" y="25250"/>
                  </a:lnTo>
                  <a:lnTo>
                    <a:pt x="205944" y="29237"/>
                  </a:lnTo>
                  <a:lnTo>
                    <a:pt x="207425" y="31388"/>
                  </a:lnTo>
                  <a:lnTo>
                    <a:pt x="208344" y="32444"/>
                  </a:lnTo>
                  <a:lnTo>
                    <a:pt x="209435" y="32737"/>
                  </a:lnTo>
                  <a:lnTo>
                    <a:pt x="209960" y="31662"/>
                  </a:lnTo>
                  <a:lnTo>
                    <a:pt x="208939" y="30368"/>
                  </a:lnTo>
                  <a:lnTo>
                    <a:pt x="208664" y="29149"/>
                  </a:lnTo>
                  <a:lnTo>
                    <a:pt x="209153" y="26123"/>
                  </a:lnTo>
                  <a:lnTo>
                    <a:pt x="209724" y="24934"/>
                  </a:lnTo>
                  <a:lnTo>
                    <a:pt x="212924" y="20434"/>
                  </a:lnTo>
                  <a:lnTo>
                    <a:pt x="215603" y="18100"/>
                  </a:lnTo>
                  <a:lnTo>
                    <a:pt x="217208" y="17905"/>
                  </a:lnTo>
                  <a:lnTo>
                    <a:pt x="220014" y="12673"/>
                  </a:lnTo>
                  <a:lnTo>
                    <a:pt x="220809" y="11722"/>
                  </a:lnTo>
                  <a:lnTo>
                    <a:pt x="221541" y="11503"/>
                  </a:lnTo>
                  <a:lnTo>
                    <a:pt x="221353" y="10223"/>
                  </a:lnTo>
                  <a:lnTo>
                    <a:pt x="219816" y="9414"/>
                  </a:lnTo>
                  <a:lnTo>
                    <a:pt x="219763" y="7830"/>
                  </a:lnTo>
                  <a:lnTo>
                    <a:pt x="221788" y="5902"/>
                  </a:lnTo>
                  <a:lnTo>
                    <a:pt x="224243" y="2667"/>
                  </a:lnTo>
                  <a:lnTo>
                    <a:pt x="225455" y="2448"/>
                  </a:lnTo>
                  <a:lnTo>
                    <a:pt x="226215" y="3347"/>
                  </a:lnTo>
                  <a:lnTo>
                    <a:pt x="228606" y="4807"/>
                  </a:lnTo>
                  <a:lnTo>
                    <a:pt x="230071" y="6479"/>
                  </a:lnTo>
                  <a:lnTo>
                    <a:pt x="231132" y="7322"/>
                  </a:lnTo>
                  <a:lnTo>
                    <a:pt x="231822" y="7147"/>
                  </a:lnTo>
                  <a:lnTo>
                    <a:pt x="232392" y="5891"/>
                  </a:lnTo>
                  <a:lnTo>
                    <a:pt x="233077" y="5302"/>
                  </a:lnTo>
                  <a:lnTo>
                    <a:pt x="234597" y="5632"/>
                  </a:lnTo>
                  <a:lnTo>
                    <a:pt x="235504" y="6440"/>
                  </a:lnTo>
                  <a:lnTo>
                    <a:pt x="236211" y="6547"/>
                  </a:lnTo>
                  <a:lnTo>
                    <a:pt x="236850" y="7036"/>
                  </a:lnTo>
                  <a:lnTo>
                    <a:pt x="237000" y="8111"/>
                  </a:lnTo>
                  <a:lnTo>
                    <a:pt x="235685" y="9283"/>
                  </a:lnTo>
                  <a:lnTo>
                    <a:pt x="233444" y="12390"/>
                  </a:lnTo>
                  <a:lnTo>
                    <a:pt x="231233" y="15924"/>
                  </a:lnTo>
                  <a:lnTo>
                    <a:pt x="230503" y="17785"/>
                  </a:lnTo>
                  <a:lnTo>
                    <a:pt x="229789" y="22672"/>
                  </a:lnTo>
                  <a:lnTo>
                    <a:pt x="228061" y="25799"/>
                  </a:lnTo>
                  <a:lnTo>
                    <a:pt x="227930" y="27992"/>
                  </a:lnTo>
                  <a:lnTo>
                    <a:pt x="228625" y="29025"/>
                  </a:lnTo>
                  <a:lnTo>
                    <a:pt x="230532" y="28214"/>
                  </a:lnTo>
                  <a:lnTo>
                    <a:pt x="232883" y="25288"/>
                  </a:lnTo>
                  <a:lnTo>
                    <a:pt x="233469" y="22183"/>
                  </a:lnTo>
                  <a:lnTo>
                    <a:pt x="239347" y="13767"/>
                  </a:lnTo>
                  <a:lnTo>
                    <a:pt x="242104" y="9121"/>
                  </a:lnTo>
                  <a:lnTo>
                    <a:pt x="245239" y="5274"/>
                  </a:lnTo>
                  <a:lnTo>
                    <a:pt x="246992" y="4478"/>
                  </a:lnTo>
                  <a:lnTo>
                    <a:pt x="247817" y="7025"/>
                  </a:lnTo>
                  <a:lnTo>
                    <a:pt x="247153" y="10352"/>
                  </a:lnTo>
                  <a:lnTo>
                    <a:pt x="245821" y="12474"/>
                  </a:lnTo>
                  <a:lnTo>
                    <a:pt x="246802" y="13447"/>
                  </a:lnTo>
                  <a:lnTo>
                    <a:pt x="246615" y="15969"/>
                  </a:lnTo>
                  <a:lnTo>
                    <a:pt x="246309" y="17370"/>
                  </a:lnTo>
                  <a:lnTo>
                    <a:pt x="246114" y="18837"/>
                  </a:lnTo>
                  <a:lnTo>
                    <a:pt x="246126" y="20131"/>
                  </a:lnTo>
                  <a:lnTo>
                    <a:pt x="247046" y="19786"/>
                  </a:lnTo>
                  <a:lnTo>
                    <a:pt x="250717" y="17136"/>
                  </a:lnTo>
                  <a:lnTo>
                    <a:pt x="251647" y="14268"/>
                  </a:lnTo>
                  <a:lnTo>
                    <a:pt x="252510" y="12118"/>
                  </a:lnTo>
                  <a:lnTo>
                    <a:pt x="252923" y="10261"/>
                  </a:lnTo>
                  <a:lnTo>
                    <a:pt x="254351" y="8502"/>
                  </a:lnTo>
                  <a:lnTo>
                    <a:pt x="257043" y="8489"/>
                  </a:lnTo>
                  <a:lnTo>
                    <a:pt x="257147" y="7798"/>
                  </a:lnTo>
                  <a:lnTo>
                    <a:pt x="253893" y="5357"/>
                  </a:lnTo>
                  <a:lnTo>
                    <a:pt x="253509" y="4257"/>
                  </a:lnTo>
                  <a:lnTo>
                    <a:pt x="254603" y="2794"/>
                  </a:lnTo>
                  <a:lnTo>
                    <a:pt x="257618" y="0"/>
                  </a:lnTo>
                  <a:lnTo>
                    <a:pt x="259167" y="308"/>
                  </a:lnTo>
                  <a:lnTo>
                    <a:pt x="260093" y="943"/>
                  </a:lnTo>
                  <a:lnTo>
                    <a:pt x="263802" y="1427"/>
                  </a:lnTo>
                  <a:lnTo>
                    <a:pt x="266648" y="3428"/>
                  </a:lnTo>
                  <a:lnTo>
                    <a:pt x="266539" y="6556"/>
                  </a:lnTo>
                  <a:lnTo>
                    <a:pt x="265905" y="7863"/>
                  </a:lnTo>
                  <a:lnTo>
                    <a:pt x="265280" y="8668"/>
                  </a:lnTo>
                  <a:lnTo>
                    <a:pt x="261636" y="11043"/>
                  </a:lnTo>
                  <a:lnTo>
                    <a:pt x="261035" y="12214"/>
                  </a:lnTo>
                  <a:lnTo>
                    <a:pt x="262180" y="12619"/>
                  </a:lnTo>
                  <a:lnTo>
                    <a:pt x="264642" y="11434"/>
                  </a:lnTo>
                  <a:lnTo>
                    <a:pt x="265279" y="12509"/>
                  </a:lnTo>
                  <a:lnTo>
                    <a:pt x="264495" y="15200"/>
                  </a:lnTo>
                  <a:lnTo>
                    <a:pt x="264362" y="19240"/>
                  </a:lnTo>
                  <a:lnTo>
                    <a:pt x="264078" y="21597"/>
                  </a:lnTo>
                  <a:lnTo>
                    <a:pt x="264078" y="23747"/>
                  </a:lnTo>
                  <a:lnTo>
                    <a:pt x="264384" y="24901"/>
                  </a:lnTo>
                  <a:lnTo>
                    <a:pt x="265373" y="20326"/>
                  </a:lnTo>
                  <a:lnTo>
                    <a:pt x="265712" y="19154"/>
                  </a:lnTo>
                  <a:lnTo>
                    <a:pt x="267159" y="17432"/>
                  </a:lnTo>
                  <a:lnTo>
                    <a:pt x="267698" y="13962"/>
                  </a:lnTo>
                  <a:lnTo>
                    <a:pt x="269113" y="9799"/>
                  </a:lnTo>
                  <a:lnTo>
                    <a:pt x="270707" y="7381"/>
                  </a:lnTo>
                  <a:lnTo>
                    <a:pt x="271636" y="6717"/>
                  </a:lnTo>
                  <a:lnTo>
                    <a:pt x="274711" y="6813"/>
                  </a:lnTo>
                  <a:lnTo>
                    <a:pt x="276030" y="7723"/>
                  </a:lnTo>
                  <a:lnTo>
                    <a:pt x="277195" y="9746"/>
                  </a:lnTo>
                  <a:lnTo>
                    <a:pt x="278064" y="10554"/>
                  </a:lnTo>
                  <a:lnTo>
                    <a:pt x="280805" y="11414"/>
                  </a:lnTo>
                  <a:lnTo>
                    <a:pt x="281747" y="12492"/>
                  </a:lnTo>
                  <a:lnTo>
                    <a:pt x="281923" y="13133"/>
                  </a:lnTo>
                  <a:lnTo>
                    <a:pt x="282593" y="13260"/>
                  </a:lnTo>
                  <a:lnTo>
                    <a:pt x="284443" y="11728"/>
                  </a:lnTo>
                  <a:lnTo>
                    <a:pt x="285644" y="11474"/>
                  </a:lnTo>
                  <a:lnTo>
                    <a:pt x="287603" y="13862"/>
                  </a:lnTo>
                  <a:lnTo>
                    <a:pt x="287209" y="15631"/>
                  </a:lnTo>
                  <a:lnTo>
                    <a:pt x="287325" y="16192"/>
                  </a:lnTo>
                  <a:lnTo>
                    <a:pt x="289697" y="16078"/>
                  </a:lnTo>
                  <a:lnTo>
                    <a:pt x="291671" y="16772"/>
                  </a:lnTo>
                  <a:lnTo>
                    <a:pt x="295423" y="20394"/>
                  </a:lnTo>
                  <a:lnTo>
                    <a:pt x="295813" y="22086"/>
                  </a:lnTo>
                  <a:lnTo>
                    <a:pt x="295625" y="24138"/>
                  </a:lnTo>
                  <a:lnTo>
                    <a:pt x="290229" y="26400"/>
                  </a:lnTo>
                  <a:lnTo>
                    <a:pt x="287890" y="28562"/>
                  </a:lnTo>
                  <a:lnTo>
                    <a:pt x="284062" y="29396"/>
                  </a:lnTo>
                  <a:lnTo>
                    <a:pt x="271063" y="27950"/>
                  </a:lnTo>
                  <a:lnTo>
                    <a:pt x="271326" y="29512"/>
                  </a:lnTo>
                  <a:lnTo>
                    <a:pt x="280377" y="32934"/>
                  </a:lnTo>
                  <a:lnTo>
                    <a:pt x="280894" y="33910"/>
                  </a:lnTo>
                  <a:lnTo>
                    <a:pt x="280605" y="35968"/>
                  </a:lnTo>
                  <a:lnTo>
                    <a:pt x="280600" y="37618"/>
                  </a:lnTo>
                  <a:lnTo>
                    <a:pt x="280770" y="38744"/>
                  </a:lnTo>
                  <a:lnTo>
                    <a:pt x="281436" y="39794"/>
                  </a:lnTo>
                  <a:lnTo>
                    <a:pt x="282543" y="40288"/>
                  </a:lnTo>
                  <a:lnTo>
                    <a:pt x="284794" y="40028"/>
                  </a:lnTo>
                  <a:lnTo>
                    <a:pt x="285906" y="40592"/>
                  </a:lnTo>
                  <a:lnTo>
                    <a:pt x="286666" y="39754"/>
                  </a:lnTo>
                  <a:lnTo>
                    <a:pt x="286949" y="36940"/>
                  </a:lnTo>
                  <a:lnTo>
                    <a:pt x="287602" y="36318"/>
                  </a:lnTo>
                  <a:lnTo>
                    <a:pt x="288865" y="37135"/>
                  </a:lnTo>
                  <a:lnTo>
                    <a:pt x="289415" y="40142"/>
                  </a:lnTo>
                  <a:lnTo>
                    <a:pt x="289768" y="40453"/>
                  </a:lnTo>
                  <a:lnTo>
                    <a:pt x="290404" y="38308"/>
                  </a:lnTo>
                  <a:lnTo>
                    <a:pt x="291655" y="38462"/>
                  </a:lnTo>
                  <a:lnTo>
                    <a:pt x="293017" y="3828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456074" y="1531889"/>
              <a:ext cx="9446" cy="5563"/>
            </a:xfrm>
            <a:custGeom>
              <a:avLst/>
              <a:pathLst>
                <a:path w="9446" h="5563">
                  <a:moveTo>
                    <a:pt x="3081" y="0"/>
                  </a:moveTo>
                  <a:lnTo>
                    <a:pt x="6115" y="1129"/>
                  </a:lnTo>
                  <a:lnTo>
                    <a:pt x="7154" y="1106"/>
                  </a:lnTo>
                  <a:lnTo>
                    <a:pt x="8660" y="3218"/>
                  </a:lnTo>
                  <a:lnTo>
                    <a:pt x="9446" y="3031"/>
                  </a:lnTo>
                  <a:lnTo>
                    <a:pt x="9298" y="4322"/>
                  </a:lnTo>
                  <a:lnTo>
                    <a:pt x="7775" y="4934"/>
                  </a:lnTo>
                  <a:lnTo>
                    <a:pt x="5409" y="5306"/>
                  </a:lnTo>
                  <a:lnTo>
                    <a:pt x="5055" y="5563"/>
                  </a:lnTo>
                  <a:lnTo>
                    <a:pt x="3032" y="5357"/>
                  </a:lnTo>
                  <a:lnTo>
                    <a:pt x="1897" y="3619"/>
                  </a:lnTo>
                  <a:lnTo>
                    <a:pt x="0" y="3189"/>
                  </a:lnTo>
                  <a:lnTo>
                    <a:pt x="3" y="2633"/>
                  </a:lnTo>
                  <a:lnTo>
                    <a:pt x="1232" y="13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3065290" y="1530837"/>
              <a:ext cx="12718" cy="10195"/>
            </a:xfrm>
            <a:custGeom>
              <a:avLst/>
              <a:pathLst>
                <a:path w="12718" h="10195">
                  <a:moveTo>
                    <a:pt x="1650" y="10003"/>
                  </a:moveTo>
                  <a:lnTo>
                    <a:pt x="602" y="10195"/>
                  </a:lnTo>
                  <a:lnTo>
                    <a:pt x="0" y="9538"/>
                  </a:lnTo>
                  <a:lnTo>
                    <a:pt x="1524" y="7734"/>
                  </a:lnTo>
                  <a:lnTo>
                    <a:pt x="6564" y="4344"/>
                  </a:lnTo>
                  <a:lnTo>
                    <a:pt x="8575" y="1109"/>
                  </a:lnTo>
                  <a:lnTo>
                    <a:pt x="12462" y="0"/>
                  </a:lnTo>
                  <a:lnTo>
                    <a:pt x="12718" y="1796"/>
                  </a:lnTo>
                  <a:lnTo>
                    <a:pt x="12454" y="4031"/>
                  </a:lnTo>
                  <a:lnTo>
                    <a:pt x="9045" y="5807"/>
                  </a:lnTo>
                  <a:lnTo>
                    <a:pt x="5263" y="701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382065" y="1432137"/>
              <a:ext cx="5419" cy="4898"/>
            </a:xfrm>
            <a:custGeom>
              <a:avLst/>
              <a:pathLst>
                <a:path w="5419" h="4898">
                  <a:moveTo>
                    <a:pt x="4790" y="3749"/>
                  </a:moveTo>
                  <a:lnTo>
                    <a:pt x="3418" y="4898"/>
                  </a:lnTo>
                  <a:lnTo>
                    <a:pt x="1363" y="3169"/>
                  </a:lnTo>
                  <a:lnTo>
                    <a:pt x="0" y="952"/>
                  </a:lnTo>
                  <a:lnTo>
                    <a:pt x="724" y="110"/>
                  </a:lnTo>
                  <a:lnTo>
                    <a:pt x="4376" y="0"/>
                  </a:lnTo>
                  <a:lnTo>
                    <a:pt x="5269" y="1151"/>
                  </a:lnTo>
                  <a:lnTo>
                    <a:pt x="5419" y="180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398309" y="1311587"/>
              <a:ext cx="53074" cy="39327"/>
            </a:xfrm>
            <a:custGeom>
              <a:avLst/>
              <a:pathLst>
                <a:path w="53074" h="39327">
                  <a:moveTo>
                    <a:pt x="15672" y="55"/>
                  </a:moveTo>
                  <a:lnTo>
                    <a:pt x="17233" y="754"/>
                  </a:lnTo>
                  <a:lnTo>
                    <a:pt x="20612" y="608"/>
                  </a:lnTo>
                  <a:lnTo>
                    <a:pt x="22476" y="5611"/>
                  </a:lnTo>
                  <a:lnTo>
                    <a:pt x="23523" y="10915"/>
                  </a:lnTo>
                  <a:lnTo>
                    <a:pt x="25224" y="11297"/>
                  </a:lnTo>
                  <a:lnTo>
                    <a:pt x="28464" y="10567"/>
                  </a:lnTo>
                  <a:lnTo>
                    <a:pt x="31351" y="10212"/>
                  </a:lnTo>
                  <a:lnTo>
                    <a:pt x="32832" y="10606"/>
                  </a:lnTo>
                  <a:lnTo>
                    <a:pt x="35471" y="12153"/>
                  </a:lnTo>
                  <a:lnTo>
                    <a:pt x="36610" y="13241"/>
                  </a:lnTo>
                  <a:lnTo>
                    <a:pt x="35618" y="14096"/>
                  </a:lnTo>
                  <a:lnTo>
                    <a:pt x="33203" y="15054"/>
                  </a:lnTo>
                  <a:lnTo>
                    <a:pt x="32803" y="17908"/>
                  </a:lnTo>
                  <a:lnTo>
                    <a:pt x="35231" y="18902"/>
                  </a:lnTo>
                  <a:lnTo>
                    <a:pt x="39245" y="21338"/>
                  </a:lnTo>
                  <a:lnTo>
                    <a:pt x="41505" y="21654"/>
                  </a:lnTo>
                  <a:lnTo>
                    <a:pt x="45539" y="20655"/>
                  </a:lnTo>
                  <a:lnTo>
                    <a:pt x="49323" y="22549"/>
                  </a:lnTo>
                  <a:lnTo>
                    <a:pt x="53074" y="24849"/>
                  </a:lnTo>
                  <a:lnTo>
                    <a:pt x="44307" y="27755"/>
                  </a:lnTo>
                  <a:lnTo>
                    <a:pt x="43536" y="28572"/>
                  </a:lnTo>
                  <a:lnTo>
                    <a:pt x="42322" y="30726"/>
                  </a:lnTo>
                  <a:lnTo>
                    <a:pt x="41030" y="32498"/>
                  </a:lnTo>
                  <a:lnTo>
                    <a:pt x="39837" y="33544"/>
                  </a:lnTo>
                  <a:lnTo>
                    <a:pt x="37214" y="35344"/>
                  </a:lnTo>
                  <a:lnTo>
                    <a:pt x="35802" y="35968"/>
                  </a:lnTo>
                  <a:lnTo>
                    <a:pt x="32629" y="35828"/>
                  </a:lnTo>
                  <a:lnTo>
                    <a:pt x="31440" y="36545"/>
                  </a:lnTo>
                  <a:lnTo>
                    <a:pt x="30337" y="38005"/>
                  </a:lnTo>
                  <a:lnTo>
                    <a:pt x="29226" y="39057"/>
                  </a:lnTo>
                  <a:lnTo>
                    <a:pt x="26410" y="39327"/>
                  </a:lnTo>
                  <a:lnTo>
                    <a:pt x="24970" y="37871"/>
                  </a:lnTo>
                  <a:lnTo>
                    <a:pt x="25446" y="37422"/>
                  </a:lnTo>
                  <a:lnTo>
                    <a:pt x="25648" y="36565"/>
                  </a:lnTo>
                  <a:lnTo>
                    <a:pt x="25147" y="34519"/>
                  </a:lnTo>
                  <a:lnTo>
                    <a:pt x="27831" y="32427"/>
                  </a:lnTo>
                  <a:lnTo>
                    <a:pt x="28441" y="31269"/>
                  </a:lnTo>
                  <a:lnTo>
                    <a:pt x="27905" y="30850"/>
                  </a:lnTo>
                  <a:lnTo>
                    <a:pt x="27166" y="30965"/>
                  </a:lnTo>
                  <a:lnTo>
                    <a:pt x="25212" y="30329"/>
                  </a:lnTo>
                  <a:lnTo>
                    <a:pt x="24633" y="30360"/>
                  </a:lnTo>
                  <a:lnTo>
                    <a:pt x="23013" y="31579"/>
                  </a:lnTo>
                  <a:lnTo>
                    <a:pt x="20768" y="32397"/>
                  </a:lnTo>
                  <a:lnTo>
                    <a:pt x="18489" y="32605"/>
                  </a:lnTo>
                  <a:lnTo>
                    <a:pt x="9333" y="34176"/>
                  </a:lnTo>
                  <a:lnTo>
                    <a:pt x="7951" y="33623"/>
                  </a:lnTo>
                  <a:lnTo>
                    <a:pt x="7326" y="30501"/>
                  </a:lnTo>
                  <a:lnTo>
                    <a:pt x="11050" y="28901"/>
                  </a:lnTo>
                  <a:lnTo>
                    <a:pt x="11622" y="26198"/>
                  </a:lnTo>
                  <a:lnTo>
                    <a:pt x="12561" y="24401"/>
                  </a:lnTo>
                  <a:lnTo>
                    <a:pt x="13659" y="23209"/>
                  </a:lnTo>
                  <a:lnTo>
                    <a:pt x="15675" y="20137"/>
                  </a:lnTo>
                  <a:lnTo>
                    <a:pt x="16183" y="19916"/>
                  </a:lnTo>
                  <a:lnTo>
                    <a:pt x="11156" y="17487"/>
                  </a:lnTo>
                  <a:lnTo>
                    <a:pt x="9169" y="15908"/>
                  </a:lnTo>
                  <a:lnTo>
                    <a:pt x="7006" y="12756"/>
                  </a:lnTo>
                  <a:lnTo>
                    <a:pt x="6341" y="10206"/>
                  </a:lnTo>
                  <a:lnTo>
                    <a:pt x="3411" y="8036"/>
                  </a:lnTo>
                  <a:lnTo>
                    <a:pt x="3773" y="5265"/>
                  </a:lnTo>
                  <a:lnTo>
                    <a:pt x="1644" y="5482"/>
                  </a:lnTo>
                  <a:lnTo>
                    <a:pt x="0" y="3537"/>
                  </a:lnTo>
                  <a:lnTo>
                    <a:pt x="1530" y="2445"/>
                  </a:lnTo>
                  <a:lnTo>
                    <a:pt x="9299" y="1206"/>
                  </a:lnTo>
                  <a:lnTo>
                    <a:pt x="1393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468483" y="1305266"/>
              <a:ext cx="6812" cy="4875"/>
            </a:xfrm>
            <a:custGeom>
              <a:avLst/>
              <a:pathLst>
                <a:path w="6812" h="4875">
                  <a:moveTo>
                    <a:pt x="5317" y="4803"/>
                  </a:moveTo>
                  <a:lnTo>
                    <a:pt x="3653" y="4875"/>
                  </a:lnTo>
                  <a:lnTo>
                    <a:pt x="588" y="2695"/>
                  </a:lnTo>
                  <a:lnTo>
                    <a:pt x="0" y="802"/>
                  </a:lnTo>
                  <a:lnTo>
                    <a:pt x="545" y="28"/>
                  </a:lnTo>
                  <a:lnTo>
                    <a:pt x="2023" y="0"/>
                  </a:lnTo>
                  <a:lnTo>
                    <a:pt x="4327" y="2585"/>
                  </a:lnTo>
                  <a:lnTo>
                    <a:pt x="6812" y="336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3288498" y="1302564"/>
              <a:ext cx="17700" cy="20036"/>
            </a:xfrm>
            <a:custGeom>
              <a:avLst/>
              <a:pathLst>
                <a:path w="17700" h="20036">
                  <a:moveTo>
                    <a:pt x="7865" y="8635"/>
                  </a:moveTo>
                  <a:lnTo>
                    <a:pt x="7995" y="10674"/>
                  </a:lnTo>
                  <a:lnTo>
                    <a:pt x="9840" y="10470"/>
                  </a:lnTo>
                  <a:lnTo>
                    <a:pt x="12021" y="12642"/>
                  </a:lnTo>
                  <a:lnTo>
                    <a:pt x="14399" y="13794"/>
                  </a:lnTo>
                  <a:lnTo>
                    <a:pt x="15071" y="14585"/>
                  </a:lnTo>
                  <a:lnTo>
                    <a:pt x="15577" y="15602"/>
                  </a:lnTo>
                  <a:lnTo>
                    <a:pt x="17016" y="17650"/>
                  </a:lnTo>
                  <a:lnTo>
                    <a:pt x="17700" y="19808"/>
                  </a:lnTo>
                  <a:lnTo>
                    <a:pt x="15981" y="20036"/>
                  </a:lnTo>
                  <a:lnTo>
                    <a:pt x="13614" y="16959"/>
                  </a:lnTo>
                  <a:lnTo>
                    <a:pt x="11683" y="15208"/>
                  </a:lnTo>
                  <a:lnTo>
                    <a:pt x="9252" y="13715"/>
                  </a:lnTo>
                  <a:lnTo>
                    <a:pt x="7285" y="13641"/>
                  </a:lnTo>
                  <a:lnTo>
                    <a:pt x="6400" y="12991"/>
                  </a:lnTo>
                  <a:lnTo>
                    <a:pt x="3213" y="7629"/>
                  </a:lnTo>
                  <a:lnTo>
                    <a:pt x="2625" y="6394"/>
                  </a:lnTo>
                  <a:lnTo>
                    <a:pt x="803" y="4404"/>
                  </a:lnTo>
                  <a:lnTo>
                    <a:pt x="0" y="1933"/>
                  </a:lnTo>
                  <a:lnTo>
                    <a:pt x="6" y="0"/>
                  </a:lnTo>
                  <a:lnTo>
                    <a:pt x="2444" y="456"/>
                  </a:lnTo>
                  <a:lnTo>
                    <a:pt x="4578" y="1670"/>
                  </a:lnTo>
                  <a:lnTo>
                    <a:pt x="6430" y="4419"/>
                  </a:lnTo>
                  <a:lnTo>
                    <a:pt x="6760" y="5273"/>
                  </a:lnTo>
                  <a:lnTo>
                    <a:pt x="5911" y="6409"/>
                  </a:lnTo>
                  <a:lnTo>
                    <a:pt x="6783" y="775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485305" y="1300557"/>
              <a:ext cx="20526" cy="4200"/>
            </a:xfrm>
            <a:custGeom>
              <a:avLst/>
              <a:pathLst>
                <a:path w="20526" h="4200">
                  <a:moveTo>
                    <a:pt x="13149" y="1737"/>
                  </a:moveTo>
                  <a:lnTo>
                    <a:pt x="16537" y="1923"/>
                  </a:lnTo>
                  <a:lnTo>
                    <a:pt x="19940" y="1454"/>
                  </a:lnTo>
                  <a:lnTo>
                    <a:pt x="20526" y="1953"/>
                  </a:lnTo>
                  <a:lnTo>
                    <a:pt x="16141" y="3508"/>
                  </a:lnTo>
                  <a:lnTo>
                    <a:pt x="11265" y="2682"/>
                  </a:lnTo>
                  <a:lnTo>
                    <a:pt x="6875" y="2471"/>
                  </a:lnTo>
                  <a:lnTo>
                    <a:pt x="1690" y="4200"/>
                  </a:lnTo>
                  <a:lnTo>
                    <a:pt x="0" y="3507"/>
                  </a:lnTo>
                  <a:lnTo>
                    <a:pt x="2633" y="1844"/>
                  </a:lnTo>
                  <a:lnTo>
                    <a:pt x="5506" y="1294"/>
                  </a:lnTo>
                  <a:lnTo>
                    <a:pt x="5969" y="278"/>
                  </a:lnTo>
                  <a:lnTo>
                    <a:pt x="7063" y="104"/>
                  </a:lnTo>
                  <a:lnTo>
                    <a:pt x="10857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3289912" y="1268592"/>
              <a:ext cx="121578" cy="102632"/>
            </a:xfrm>
            <a:custGeom>
              <a:avLst/>
              <a:pathLst>
                <a:path w="121578" h="102632">
                  <a:moveTo>
                    <a:pt x="69320" y="4309"/>
                  </a:moveTo>
                  <a:lnTo>
                    <a:pt x="69908" y="4367"/>
                  </a:lnTo>
                  <a:lnTo>
                    <a:pt x="70481" y="4052"/>
                  </a:lnTo>
                  <a:lnTo>
                    <a:pt x="70897" y="3224"/>
                  </a:lnTo>
                  <a:lnTo>
                    <a:pt x="71360" y="2767"/>
                  </a:lnTo>
                  <a:lnTo>
                    <a:pt x="74234" y="3304"/>
                  </a:lnTo>
                  <a:lnTo>
                    <a:pt x="78308" y="4961"/>
                  </a:lnTo>
                  <a:lnTo>
                    <a:pt x="79518" y="5778"/>
                  </a:lnTo>
                  <a:lnTo>
                    <a:pt x="81219" y="7462"/>
                  </a:lnTo>
                  <a:lnTo>
                    <a:pt x="82599" y="10292"/>
                  </a:lnTo>
                  <a:lnTo>
                    <a:pt x="81505" y="12339"/>
                  </a:lnTo>
                  <a:lnTo>
                    <a:pt x="80061" y="14273"/>
                  </a:lnTo>
                  <a:lnTo>
                    <a:pt x="79549" y="15342"/>
                  </a:lnTo>
                  <a:lnTo>
                    <a:pt x="80077" y="16879"/>
                  </a:lnTo>
                  <a:lnTo>
                    <a:pt x="79861" y="18374"/>
                  </a:lnTo>
                  <a:lnTo>
                    <a:pt x="79336" y="19699"/>
                  </a:lnTo>
                  <a:lnTo>
                    <a:pt x="81519" y="18188"/>
                  </a:lnTo>
                  <a:lnTo>
                    <a:pt x="86187" y="13356"/>
                  </a:lnTo>
                  <a:lnTo>
                    <a:pt x="86882" y="13057"/>
                  </a:lnTo>
                  <a:lnTo>
                    <a:pt x="87610" y="13220"/>
                  </a:lnTo>
                  <a:lnTo>
                    <a:pt x="89700" y="14213"/>
                  </a:lnTo>
                  <a:lnTo>
                    <a:pt x="91596" y="16677"/>
                  </a:lnTo>
                  <a:lnTo>
                    <a:pt x="92014" y="17492"/>
                  </a:lnTo>
                  <a:lnTo>
                    <a:pt x="92355" y="18495"/>
                  </a:lnTo>
                  <a:lnTo>
                    <a:pt x="92550" y="19733"/>
                  </a:lnTo>
                  <a:lnTo>
                    <a:pt x="92442" y="21154"/>
                  </a:lnTo>
                  <a:lnTo>
                    <a:pt x="92266" y="22144"/>
                  </a:lnTo>
                  <a:lnTo>
                    <a:pt x="91273" y="22785"/>
                  </a:lnTo>
                  <a:lnTo>
                    <a:pt x="90794" y="23369"/>
                  </a:lnTo>
                  <a:lnTo>
                    <a:pt x="91867" y="23412"/>
                  </a:lnTo>
                  <a:lnTo>
                    <a:pt x="93091" y="24180"/>
                  </a:lnTo>
                  <a:lnTo>
                    <a:pt x="94214" y="25809"/>
                  </a:lnTo>
                  <a:lnTo>
                    <a:pt x="95469" y="26462"/>
                  </a:lnTo>
                  <a:lnTo>
                    <a:pt x="100020" y="25911"/>
                  </a:lnTo>
                  <a:lnTo>
                    <a:pt x="102979" y="26764"/>
                  </a:lnTo>
                  <a:lnTo>
                    <a:pt x="104599" y="29442"/>
                  </a:lnTo>
                  <a:lnTo>
                    <a:pt x="107100" y="28836"/>
                  </a:lnTo>
                  <a:lnTo>
                    <a:pt x="107108" y="27409"/>
                  </a:lnTo>
                  <a:lnTo>
                    <a:pt x="107656" y="26798"/>
                  </a:lnTo>
                  <a:lnTo>
                    <a:pt x="111011" y="27283"/>
                  </a:lnTo>
                  <a:lnTo>
                    <a:pt x="112747" y="27951"/>
                  </a:lnTo>
                  <a:lnTo>
                    <a:pt x="114520" y="29355"/>
                  </a:lnTo>
                  <a:lnTo>
                    <a:pt x="111494" y="31652"/>
                  </a:lnTo>
                  <a:lnTo>
                    <a:pt x="113988" y="33860"/>
                  </a:lnTo>
                  <a:lnTo>
                    <a:pt x="118182" y="35457"/>
                  </a:lnTo>
                  <a:lnTo>
                    <a:pt x="120709" y="37135"/>
                  </a:lnTo>
                  <a:lnTo>
                    <a:pt x="121167" y="37839"/>
                  </a:lnTo>
                  <a:lnTo>
                    <a:pt x="121578" y="38773"/>
                  </a:lnTo>
                  <a:lnTo>
                    <a:pt x="119934" y="39984"/>
                  </a:lnTo>
                  <a:lnTo>
                    <a:pt x="118257" y="40668"/>
                  </a:lnTo>
                  <a:lnTo>
                    <a:pt x="114039" y="40785"/>
                  </a:lnTo>
                  <a:lnTo>
                    <a:pt x="110203" y="41644"/>
                  </a:lnTo>
                  <a:lnTo>
                    <a:pt x="103182" y="42251"/>
                  </a:lnTo>
                  <a:lnTo>
                    <a:pt x="102138" y="42639"/>
                  </a:lnTo>
                  <a:lnTo>
                    <a:pt x="101890" y="42986"/>
                  </a:lnTo>
                  <a:lnTo>
                    <a:pt x="101477" y="44040"/>
                  </a:lnTo>
                  <a:lnTo>
                    <a:pt x="98775" y="46474"/>
                  </a:lnTo>
                  <a:lnTo>
                    <a:pt x="96162" y="49441"/>
                  </a:lnTo>
                  <a:lnTo>
                    <a:pt x="95085" y="51227"/>
                  </a:lnTo>
                  <a:lnTo>
                    <a:pt x="94269" y="53730"/>
                  </a:lnTo>
                  <a:lnTo>
                    <a:pt x="93971" y="55260"/>
                  </a:lnTo>
                  <a:lnTo>
                    <a:pt x="94551" y="56743"/>
                  </a:lnTo>
                  <a:lnTo>
                    <a:pt x="94397" y="58244"/>
                  </a:lnTo>
                  <a:lnTo>
                    <a:pt x="92432" y="59419"/>
                  </a:lnTo>
                  <a:lnTo>
                    <a:pt x="91186" y="59467"/>
                  </a:lnTo>
                  <a:lnTo>
                    <a:pt x="89622" y="59233"/>
                  </a:lnTo>
                  <a:lnTo>
                    <a:pt x="88085" y="59911"/>
                  </a:lnTo>
                  <a:lnTo>
                    <a:pt x="87988" y="60930"/>
                  </a:lnTo>
                  <a:lnTo>
                    <a:pt x="88079" y="62364"/>
                  </a:lnTo>
                  <a:lnTo>
                    <a:pt x="87685" y="66740"/>
                  </a:lnTo>
                  <a:lnTo>
                    <a:pt x="87207" y="70040"/>
                  </a:lnTo>
                  <a:lnTo>
                    <a:pt x="86490" y="73104"/>
                  </a:lnTo>
                  <a:lnTo>
                    <a:pt x="85686" y="74758"/>
                  </a:lnTo>
                  <a:lnTo>
                    <a:pt x="84658" y="75218"/>
                  </a:lnTo>
                  <a:lnTo>
                    <a:pt x="81361" y="75521"/>
                  </a:lnTo>
                  <a:lnTo>
                    <a:pt x="78820" y="78400"/>
                  </a:lnTo>
                  <a:lnTo>
                    <a:pt x="76766" y="83545"/>
                  </a:lnTo>
                  <a:lnTo>
                    <a:pt x="75701" y="85565"/>
                  </a:lnTo>
                  <a:lnTo>
                    <a:pt x="73474" y="88755"/>
                  </a:lnTo>
                  <a:lnTo>
                    <a:pt x="73875" y="89886"/>
                  </a:lnTo>
                  <a:lnTo>
                    <a:pt x="74570" y="91111"/>
                  </a:lnTo>
                  <a:lnTo>
                    <a:pt x="73354" y="93306"/>
                  </a:lnTo>
                  <a:lnTo>
                    <a:pt x="71477" y="95767"/>
                  </a:lnTo>
                  <a:lnTo>
                    <a:pt x="71513" y="96719"/>
                  </a:lnTo>
                  <a:lnTo>
                    <a:pt x="72145" y="98464"/>
                  </a:lnTo>
                  <a:lnTo>
                    <a:pt x="72454" y="100277"/>
                  </a:lnTo>
                  <a:lnTo>
                    <a:pt x="71006" y="101838"/>
                  </a:lnTo>
                  <a:lnTo>
                    <a:pt x="68341" y="102632"/>
                  </a:lnTo>
                  <a:lnTo>
                    <a:pt x="65632" y="101745"/>
                  </a:lnTo>
                  <a:lnTo>
                    <a:pt x="64313" y="100697"/>
                  </a:lnTo>
                  <a:lnTo>
                    <a:pt x="63090" y="99021"/>
                  </a:lnTo>
                  <a:lnTo>
                    <a:pt x="61792" y="97927"/>
                  </a:lnTo>
                  <a:lnTo>
                    <a:pt x="60437" y="97270"/>
                  </a:lnTo>
                  <a:lnTo>
                    <a:pt x="55240" y="93557"/>
                  </a:lnTo>
                  <a:lnTo>
                    <a:pt x="50441" y="87686"/>
                  </a:lnTo>
                  <a:lnTo>
                    <a:pt x="46061" y="85403"/>
                  </a:lnTo>
                  <a:lnTo>
                    <a:pt x="43205" y="84320"/>
                  </a:lnTo>
                  <a:lnTo>
                    <a:pt x="41830" y="83272"/>
                  </a:lnTo>
                  <a:lnTo>
                    <a:pt x="40487" y="81864"/>
                  </a:lnTo>
                  <a:lnTo>
                    <a:pt x="39326" y="80284"/>
                  </a:lnTo>
                  <a:lnTo>
                    <a:pt x="38248" y="78286"/>
                  </a:lnTo>
                  <a:lnTo>
                    <a:pt x="37723" y="77045"/>
                  </a:lnTo>
                  <a:lnTo>
                    <a:pt x="37627" y="75184"/>
                  </a:lnTo>
                  <a:lnTo>
                    <a:pt x="37972" y="74091"/>
                  </a:lnTo>
                  <a:lnTo>
                    <a:pt x="38485" y="73532"/>
                  </a:lnTo>
                  <a:lnTo>
                    <a:pt x="41964" y="73073"/>
                  </a:lnTo>
                  <a:lnTo>
                    <a:pt x="43215" y="73333"/>
                  </a:lnTo>
                  <a:lnTo>
                    <a:pt x="44447" y="74305"/>
                  </a:lnTo>
                  <a:lnTo>
                    <a:pt x="45568" y="74686"/>
                  </a:lnTo>
                  <a:lnTo>
                    <a:pt x="48132" y="69847"/>
                  </a:lnTo>
                  <a:lnTo>
                    <a:pt x="62725" y="67079"/>
                  </a:lnTo>
                  <a:lnTo>
                    <a:pt x="67417" y="66600"/>
                  </a:lnTo>
                  <a:lnTo>
                    <a:pt x="72120" y="66629"/>
                  </a:lnTo>
                  <a:lnTo>
                    <a:pt x="71387" y="65322"/>
                  </a:lnTo>
                  <a:lnTo>
                    <a:pt x="70766" y="63665"/>
                  </a:lnTo>
                  <a:lnTo>
                    <a:pt x="70072" y="63264"/>
                  </a:lnTo>
                  <a:lnTo>
                    <a:pt x="66514" y="64191"/>
                  </a:lnTo>
                  <a:lnTo>
                    <a:pt x="61068" y="65169"/>
                  </a:lnTo>
                  <a:lnTo>
                    <a:pt x="58415" y="65171"/>
                  </a:lnTo>
                  <a:lnTo>
                    <a:pt x="55678" y="64518"/>
                  </a:lnTo>
                  <a:lnTo>
                    <a:pt x="52947" y="64877"/>
                  </a:lnTo>
                  <a:lnTo>
                    <a:pt x="50131" y="66295"/>
                  </a:lnTo>
                  <a:lnTo>
                    <a:pt x="47292" y="67192"/>
                  </a:lnTo>
                  <a:lnTo>
                    <a:pt x="44533" y="67553"/>
                  </a:lnTo>
                  <a:lnTo>
                    <a:pt x="38697" y="67407"/>
                  </a:lnTo>
                  <a:lnTo>
                    <a:pt x="37250" y="66673"/>
                  </a:lnTo>
                  <a:lnTo>
                    <a:pt x="35303" y="64971"/>
                  </a:lnTo>
                  <a:lnTo>
                    <a:pt x="34832" y="64100"/>
                  </a:lnTo>
                  <a:lnTo>
                    <a:pt x="34430" y="63032"/>
                  </a:lnTo>
                  <a:lnTo>
                    <a:pt x="34048" y="59821"/>
                  </a:lnTo>
                  <a:lnTo>
                    <a:pt x="34470" y="58949"/>
                  </a:lnTo>
                  <a:lnTo>
                    <a:pt x="35065" y="58447"/>
                  </a:lnTo>
                  <a:lnTo>
                    <a:pt x="35677" y="58139"/>
                  </a:lnTo>
                  <a:lnTo>
                    <a:pt x="36959" y="58124"/>
                  </a:lnTo>
                  <a:lnTo>
                    <a:pt x="38218" y="58676"/>
                  </a:lnTo>
                  <a:lnTo>
                    <a:pt x="41164" y="60502"/>
                  </a:lnTo>
                  <a:lnTo>
                    <a:pt x="40493" y="58542"/>
                  </a:lnTo>
                  <a:lnTo>
                    <a:pt x="48971" y="56183"/>
                  </a:lnTo>
                  <a:lnTo>
                    <a:pt x="52908" y="54123"/>
                  </a:lnTo>
                  <a:lnTo>
                    <a:pt x="54929" y="53775"/>
                  </a:lnTo>
                  <a:lnTo>
                    <a:pt x="56958" y="53926"/>
                  </a:lnTo>
                  <a:lnTo>
                    <a:pt x="56511" y="52830"/>
                  </a:lnTo>
                  <a:lnTo>
                    <a:pt x="56493" y="51816"/>
                  </a:lnTo>
                  <a:lnTo>
                    <a:pt x="57932" y="50988"/>
                  </a:lnTo>
                  <a:lnTo>
                    <a:pt x="58971" y="50631"/>
                  </a:lnTo>
                  <a:lnTo>
                    <a:pt x="62093" y="50224"/>
                  </a:lnTo>
                  <a:lnTo>
                    <a:pt x="69209" y="50296"/>
                  </a:lnTo>
                  <a:lnTo>
                    <a:pt x="71775" y="49737"/>
                  </a:lnTo>
                  <a:lnTo>
                    <a:pt x="73695" y="48326"/>
                  </a:lnTo>
                  <a:lnTo>
                    <a:pt x="71649" y="48817"/>
                  </a:lnTo>
                  <a:lnTo>
                    <a:pt x="69598" y="48913"/>
                  </a:lnTo>
                  <a:lnTo>
                    <a:pt x="68637" y="48620"/>
                  </a:lnTo>
                  <a:lnTo>
                    <a:pt x="66466" y="47388"/>
                  </a:lnTo>
                  <a:lnTo>
                    <a:pt x="65481" y="45772"/>
                  </a:lnTo>
                  <a:lnTo>
                    <a:pt x="68296" y="42541"/>
                  </a:lnTo>
                  <a:lnTo>
                    <a:pt x="69273" y="41042"/>
                  </a:lnTo>
                  <a:lnTo>
                    <a:pt x="66410" y="41258"/>
                  </a:lnTo>
                  <a:lnTo>
                    <a:pt x="65454" y="41784"/>
                  </a:lnTo>
                  <a:lnTo>
                    <a:pt x="62175" y="44750"/>
                  </a:lnTo>
                  <a:lnTo>
                    <a:pt x="59751" y="46083"/>
                  </a:lnTo>
                  <a:lnTo>
                    <a:pt x="56760" y="46724"/>
                  </a:lnTo>
                  <a:lnTo>
                    <a:pt x="53770" y="46668"/>
                  </a:lnTo>
                  <a:lnTo>
                    <a:pt x="53118" y="46245"/>
                  </a:lnTo>
                  <a:lnTo>
                    <a:pt x="52204" y="44278"/>
                  </a:lnTo>
                  <a:lnTo>
                    <a:pt x="51917" y="43245"/>
                  </a:lnTo>
                  <a:lnTo>
                    <a:pt x="52039" y="42677"/>
                  </a:lnTo>
                  <a:lnTo>
                    <a:pt x="52986" y="41057"/>
                  </a:lnTo>
                  <a:lnTo>
                    <a:pt x="53478" y="39341"/>
                  </a:lnTo>
                  <a:lnTo>
                    <a:pt x="53393" y="37863"/>
                  </a:lnTo>
                  <a:lnTo>
                    <a:pt x="52696" y="37568"/>
                  </a:lnTo>
                  <a:lnTo>
                    <a:pt x="51589" y="39012"/>
                  </a:lnTo>
                  <a:lnTo>
                    <a:pt x="50590" y="41023"/>
                  </a:lnTo>
                  <a:lnTo>
                    <a:pt x="49216" y="42032"/>
                  </a:lnTo>
                  <a:lnTo>
                    <a:pt x="47802" y="41756"/>
                  </a:lnTo>
                  <a:lnTo>
                    <a:pt x="47199" y="40985"/>
                  </a:lnTo>
                  <a:lnTo>
                    <a:pt x="46673" y="39803"/>
                  </a:lnTo>
                  <a:lnTo>
                    <a:pt x="46119" y="39348"/>
                  </a:lnTo>
                  <a:lnTo>
                    <a:pt x="45502" y="39348"/>
                  </a:lnTo>
                  <a:lnTo>
                    <a:pt x="44235" y="39820"/>
                  </a:lnTo>
                  <a:lnTo>
                    <a:pt x="42981" y="40694"/>
                  </a:lnTo>
                  <a:lnTo>
                    <a:pt x="43413" y="42020"/>
                  </a:lnTo>
                  <a:lnTo>
                    <a:pt x="43528" y="43496"/>
                  </a:lnTo>
                  <a:lnTo>
                    <a:pt x="42987" y="44668"/>
                  </a:lnTo>
                  <a:lnTo>
                    <a:pt x="42579" y="46099"/>
                  </a:lnTo>
                  <a:lnTo>
                    <a:pt x="43871" y="47001"/>
                  </a:lnTo>
                  <a:lnTo>
                    <a:pt x="44923" y="48400"/>
                  </a:lnTo>
                  <a:lnTo>
                    <a:pt x="43348" y="49057"/>
                  </a:lnTo>
                  <a:lnTo>
                    <a:pt x="41801" y="50017"/>
                  </a:lnTo>
                  <a:lnTo>
                    <a:pt x="40381" y="51495"/>
                  </a:lnTo>
                  <a:lnTo>
                    <a:pt x="38930" y="52647"/>
                  </a:lnTo>
                  <a:lnTo>
                    <a:pt x="36626" y="52769"/>
                  </a:lnTo>
                  <a:lnTo>
                    <a:pt x="33758" y="53407"/>
                  </a:lnTo>
                  <a:lnTo>
                    <a:pt x="28026" y="53634"/>
                  </a:lnTo>
                  <a:lnTo>
                    <a:pt x="25330" y="51755"/>
                  </a:lnTo>
                  <a:lnTo>
                    <a:pt x="24838" y="50863"/>
                  </a:lnTo>
                  <a:lnTo>
                    <a:pt x="24301" y="50266"/>
                  </a:lnTo>
                  <a:lnTo>
                    <a:pt x="22512" y="49282"/>
                  </a:lnTo>
                  <a:lnTo>
                    <a:pt x="19901" y="46381"/>
                  </a:lnTo>
                  <a:lnTo>
                    <a:pt x="17893" y="43079"/>
                  </a:lnTo>
                  <a:lnTo>
                    <a:pt x="16535" y="42759"/>
                  </a:lnTo>
                  <a:lnTo>
                    <a:pt x="14530" y="41670"/>
                  </a:lnTo>
                  <a:lnTo>
                    <a:pt x="13438" y="40729"/>
                  </a:lnTo>
                  <a:lnTo>
                    <a:pt x="12396" y="39482"/>
                  </a:lnTo>
                  <a:lnTo>
                    <a:pt x="12084" y="38009"/>
                  </a:lnTo>
                  <a:lnTo>
                    <a:pt x="12184" y="36668"/>
                  </a:lnTo>
                  <a:lnTo>
                    <a:pt x="13387" y="36070"/>
                  </a:lnTo>
                  <a:lnTo>
                    <a:pt x="10548" y="34561"/>
                  </a:lnTo>
                  <a:lnTo>
                    <a:pt x="7759" y="32569"/>
                  </a:lnTo>
                  <a:lnTo>
                    <a:pt x="8789" y="31900"/>
                  </a:lnTo>
                  <a:lnTo>
                    <a:pt x="9827" y="31606"/>
                  </a:lnTo>
                  <a:lnTo>
                    <a:pt x="18086" y="33925"/>
                  </a:lnTo>
                  <a:lnTo>
                    <a:pt x="18637" y="33636"/>
                  </a:lnTo>
                  <a:lnTo>
                    <a:pt x="19544" y="32485"/>
                  </a:lnTo>
                  <a:lnTo>
                    <a:pt x="19223" y="32097"/>
                  </a:lnTo>
                  <a:lnTo>
                    <a:pt x="17839" y="31831"/>
                  </a:lnTo>
                  <a:lnTo>
                    <a:pt x="15956" y="31838"/>
                  </a:lnTo>
                  <a:lnTo>
                    <a:pt x="15485" y="31600"/>
                  </a:lnTo>
                  <a:lnTo>
                    <a:pt x="14758" y="30355"/>
                  </a:lnTo>
                  <a:lnTo>
                    <a:pt x="14121" y="28820"/>
                  </a:lnTo>
                  <a:lnTo>
                    <a:pt x="13851" y="27797"/>
                  </a:lnTo>
                  <a:lnTo>
                    <a:pt x="13747" y="26601"/>
                  </a:lnTo>
                  <a:lnTo>
                    <a:pt x="15148" y="24806"/>
                  </a:lnTo>
                  <a:lnTo>
                    <a:pt x="15918" y="23197"/>
                  </a:lnTo>
                  <a:lnTo>
                    <a:pt x="14718" y="22454"/>
                  </a:lnTo>
                  <a:lnTo>
                    <a:pt x="11323" y="22499"/>
                  </a:lnTo>
                  <a:lnTo>
                    <a:pt x="10193" y="22725"/>
                  </a:lnTo>
                  <a:lnTo>
                    <a:pt x="10609" y="25037"/>
                  </a:lnTo>
                  <a:lnTo>
                    <a:pt x="9527" y="26633"/>
                  </a:lnTo>
                  <a:lnTo>
                    <a:pt x="7457" y="27878"/>
                  </a:lnTo>
                  <a:lnTo>
                    <a:pt x="5972" y="27272"/>
                  </a:lnTo>
                  <a:lnTo>
                    <a:pt x="4827" y="24219"/>
                  </a:lnTo>
                  <a:lnTo>
                    <a:pt x="3330" y="22093"/>
                  </a:lnTo>
                  <a:lnTo>
                    <a:pt x="2766" y="20755"/>
                  </a:lnTo>
                  <a:lnTo>
                    <a:pt x="2338" y="18827"/>
                  </a:lnTo>
                  <a:lnTo>
                    <a:pt x="1728" y="17426"/>
                  </a:lnTo>
                  <a:lnTo>
                    <a:pt x="629" y="15732"/>
                  </a:lnTo>
                  <a:lnTo>
                    <a:pt x="486" y="14687"/>
                  </a:lnTo>
                  <a:lnTo>
                    <a:pt x="623" y="13916"/>
                  </a:lnTo>
                  <a:lnTo>
                    <a:pt x="1460" y="12164"/>
                  </a:lnTo>
                  <a:lnTo>
                    <a:pt x="822" y="10704"/>
                  </a:lnTo>
                  <a:lnTo>
                    <a:pt x="46" y="9426"/>
                  </a:lnTo>
                  <a:lnTo>
                    <a:pt x="0" y="8697"/>
                  </a:lnTo>
                  <a:lnTo>
                    <a:pt x="729" y="7798"/>
                  </a:lnTo>
                  <a:lnTo>
                    <a:pt x="1383" y="7499"/>
                  </a:lnTo>
                  <a:lnTo>
                    <a:pt x="2087" y="7564"/>
                  </a:lnTo>
                  <a:lnTo>
                    <a:pt x="4172" y="8636"/>
                  </a:lnTo>
                  <a:lnTo>
                    <a:pt x="5317" y="9916"/>
                  </a:lnTo>
                  <a:lnTo>
                    <a:pt x="5713" y="9814"/>
                  </a:lnTo>
                  <a:lnTo>
                    <a:pt x="6455" y="7911"/>
                  </a:lnTo>
                  <a:lnTo>
                    <a:pt x="7511" y="7481"/>
                  </a:lnTo>
                  <a:lnTo>
                    <a:pt x="11585" y="6854"/>
                  </a:lnTo>
                  <a:lnTo>
                    <a:pt x="16120" y="9309"/>
                  </a:lnTo>
                  <a:lnTo>
                    <a:pt x="17294" y="9854"/>
                  </a:lnTo>
                  <a:lnTo>
                    <a:pt x="18233" y="10030"/>
                  </a:lnTo>
                  <a:lnTo>
                    <a:pt x="17749" y="8941"/>
                  </a:lnTo>
                  <a:lnTo>
                    <a:pt x="17453" y="7525"/>
                  </a:lnTo>
                  <a:lnTo>
                    <a:pt x="18144" y="6992"/>
                  </a:lnTo>
                  <a:lnTo>
                    <a:pt x="21806" y="8254"/>
                  </a:lnTo>
                  <a:lnTo>
                    <a:pt x="23521" y="8179"/>
                  </a:lnTo>
                  <a:lnTo>
                    <a:pt x="27541" y="6526"/>
                  </a:lnTo>
                  <a:lnTo>
                    <a:pt x="34188" y="5661"/>
                  </a:lnTo>
                  <a:lnTo>
                    <a:pt x="36701" y="6963"/>
                  </a:lnTo>
                  <a:lnTo>
                    <a:pt x="36832" y="7658"/>
                  </a:lnTo>
                  <a:lnTo>
                    <a:pt x="36779" y="8594"/>
                  </a:lnTo>
                  <a:lnTo>
                    <a:pt x="36620" y="8876"/>
                  </a:lnTo>
                  <a:lnTo>
                    <a:pt x="35149" y="9967"/>
                  </a:lnTo>
                  <a:lnTo>
                    <a:pt x="26766" y="10857"/>
                  </a:lnTo>
                  <a:lnTo>
                    <a:pt x="21271" y="14275"/>
                  </a:lnTo>
                  <a:lnTo>
                    <a:pt x="28763" y="13725"/>
                  </a:lnTo>
                  <a:lnTo>
                    <a:pt x="30110" y="14118"/>
                  </a:lnTo>
                  <a:lnTo>
                    <a:pt x="30676" y="16897"/>
                  </a:lnTo>
                  <a:lnTo>
                    <a:pt x="31221" y="17188"/>
                  </a:lnTo>
                  <a:lnTo>
                    <a:pt x="33148" y="17592"/>
                  </a:lnTo>
                  <a:lnTo>
                    <a:pt x="34453" y="18421"/>
                  </a:lnTo>
                  <a:lnTo>
                    <a:pt x="35787" y="20001"/>
                  </a:lnTo>
                  <a:lnTo>
                    <a:pt x="37190" y="21066"/>
                  </a:lnTo>
                  <a:lnTo>
                    <a:pt x="38011" y="20934"/>
                  </a:lnTo>
                  <a:lnTo>
                    <a:pt x="38310" y="19782"/>
                  </a:lnTo>
                  <a:lnTo>
                    <a:pt x="37975" y="18417"/>
                  </a:lnTo>
                  <a:lnTo>
                    <a:pt x="37802" y="16862"/>
                  </a:lnTo>
                  <a:lnTo>
                    <a:pt x="37901" y="15185"/>
                  </a:lnTo>
                  <a:lnTo>
                    <a:pt x="38128" y="13797"/>
                  </a:lnTo>
                  <a:lnTo>
                    <a:pt x="39701" y="12820"/>
                  </a:lnTo>
                  <a:lnTo>
                    <a:pt x="41988" y="9651"/>
                  </a:lnTo>
                  <a:lnTo>
                    <a:pt x="44417" y="7501"/>
                  </a:lnTo>
                  <a:lnTo>
                    <a:pt x="47121" y="8456"/>
                  </a:lnTo>
                  <a:lnTo>
                    <a:pt x="49625" y="11147"/>
                  </a:lnTo>
                  <a:lnTo>
                    <a:pt x="51884" y="14985"/>
                  </a:lnTo>
                  <a:lnTo>
                    <a:pt x="54072" y="19082"/>
                  </a:lnTo>
                  <a:lnTo>
                    <a:pt x="56527" y="24163"/>
                  </a:lnTo>
                  <a:lnTo>
                    <a:pt x="57707" y="25953"/>
                  </a:lnTo>
                  <a:lnTo>
                    <a:pt x="58780" y="26377"/>
                  </a:lnTo>
                  <a:lnTo>
                    <a:pt x="63731" y="31662"/>
                  </a:lnTo>
                  <a:lnTo>
                    <a:pt x="64290" y="31808"/>
                  </a:lnTo>
                  <a:lnTo>
                    <a:pt x="63265" y="27790"/>
                  </a:lnTo>
                  <a:lnTo>
                    <a:pt x="60699" y="20986"/>
                  </a:lnTo>
                  <a:lnTo>
                    <a:pt x="58968" y="15759"/>
                  </a:lnTo>
                  <a:lnTo>
                    <a:pt x="58578" y="13761"/>
                  </a:lnTo>
                  <a:lnTo>
                    <a:pt x="58298" y="10955"/>
                  </a:lnTo>
                  <a:lnTo>
                    <a:pt x="58408" y="10151"/>
                  </a:lnTo>
                  <a:lnTo>
                    <a:pt x="58628" y="9426"/>
                  </a:lnTo>
                  <a:lnTo>
                    <a:pt x="59884" y="6426"/>
                  </a:lnTo>
                  <a:lnTo>
                    <a:pt x="61524" y="4969"/>
                  </a:lnTo>
                  <a:lnTo>
                    <a:pt x="61030" y="2914"/>
                  </a:lnTo>
                  <a:lnTo>
                    <a:pt x="61452" y="1337"/>
                  </a:lnTo>
                  <a:lnTo>
                    <a:pt x="63176" y="92"/>
                  </a:lnTo>
                  <a:lnTo>
                    <a:pt x="64777" y="0"/>
                  </a:lnTo>
                  <a:lnTo>
                    <a:pt x="66337" y="94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526103" y="1262986"/>
              <a:ext cx="24384" cy="4753"/>
            </a:xfrm>
            <a:custGeom>
              <a:avLst/>
              <a:pathLst>
                <a:path w="24384" h="4753">
                  <a:moveTo>
                    <a:pt x="11855" y="3640"/>
                  </a:moveTo>
                  <a:lnTo>
                    <a:pt x="1086" y="4753"/>
                  </a:lnTo>
                  <a:lnTo>
                    <a:pt x="0" y="3972"/>
                  </a:lnTo>
                  <a:lnTo>
                    <a:pt x="17455" y="719"/>
                  </a:lnTo>
                  <a:lnTo>
                    <a:pt x="18358" y="402"/>
                  </a:lnTo>
                  <a:lnTo>
                    <a:pt x="21598" y="0"/>
                  </a:lnTo>
                  <a:lnTo>
                    <a:pt x="24384" y="735"/>
                  </a:lnTo>
                  <a:lnTo>
                    <a:pt x="23559" y="13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3374852" y="1259557"/>
              <a:ext cx="6579" cy="3331"/>
            </a:xfrm>
            <a:custGeom>
              <a:avLst/>
              <a:pathLst>
                <a:path w="6579" h="3331">
                  <a:moveTo>
                    <a:pt x="6579" y="1696"/>
                  </a:moveTo>
                  <a:lnTo>
                    <a:pt x="4119" y="3331"/>
                  </a:lnTo>
                  <a:lnTo>
                    <a:pt x="0" y="2073"/>
                  </a:lnTo>
                  <a:lnTo>
                    <a:pt x="492" y="784"/>
                  </a:lnTo>
                  <a:lnTo>
                    <a:pt x="1470" y="0"/>
                  </a:lnTo>
                  <a:lnTo>
                    <a:pt x="4055" y="29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3372066" y="1256027"/>
              <a:ext cx="105398" cy="37927"/>
            </a:xfrm>
            <a:custGeom>
              <a:avLst/>
              <a:pathLst>
                <a:path w="105398" h="37927">
                  <a:moveTo>
                    <a:pt x="33850" y="6733"/>
                  </a:moveTo>
                  <a:lnTo>
                    <a:pt x="34992" y="7062"/>
                  </a:lnTo>
                  <a:lnTo>
                    <a:pt x="41246" y="6941"/>
                  </a:lnTo>
                  <a:lnTo>
                    <a:pt x="42446" y="7664"/>
                  </a:lnTo>
                  <a:lnTo>
                    <a:pt x="42921" y="9415"/>
                  </a:lnTo>
                  <a:lnTo>
                    <a:pt x="43874" y="10019"/>
                  </a:lnTo>
                  <a:lnTo>
                    <a:pt x="45204" y="10205"/>
                  </a:lnTo>
                  <a:lnTo>
                    <a:pt x="48525" y="12354"/>
                  </a:lnTo>
                  <a:lnTo>
                    <a:pt x="49655" y="12665"/>
                  </a:lnTo>
                  <a:lnTo>
                    <a:pt x="50639" y="11470"/>
                  </a:lnTo>
                  <a:lnTo>
                    <a:pt x="51392" y="8496"/>
                  </a:lnTo>
                  <a:lnTo>
                    <a:pt x="51432" y="5007"/>
                  </a:lnTo>
                  <a:lnTo>
                    <a:pt x="51110" y="3318"/>
                  </a:lnTo>
                  <a:lnTo>
                    <a:pt x="51484" y="2233"/>
                  </a:lnTo>
                  <a:lnTo>
                    <a:pt x="52597" y="1813"/>
                  </a:lnTo>
                  <a:lnTo>
                    <a:pt x="53997" y="1926"/>
                  </a:lnTo>
                  <a:lnTo>
                    <a:pt x="55365" y="1324"/>
                  </a:lnTo>
                  <a:lnTo>
                    <a:pt x="56549" y="261"/>
                  </a:lnTo>
                  <a:lnTo>
                    <a:pt x="57811" y="114"/>
                  </a:lnTo>
                  <a:lnTo>
                    <a:pt x="60575" y="920"/>
                  </a:lnTo>
                  <a:lnTo>
                    <a:pt x="61302" y="1553"/>
                  </a:lnTo>
                  <a:lnTo>
                    <a:pt x="60560" y="2865"/>
                  </a:lnTo>
                  <a:lnTo>
                    <a:pt x="60271" y="4733"/>
                  </a:lnTo>
                  <a:lnTo>
                    <a:pt x="59021" y="8594"/>
                  </a:lnTo>
                  <a:lnTo>
                    <a:pt x="61733" y="8834"/>
                  </a:lnTo>
                  <a:lnTo>
                    <a:pt x="65533" y="8016"/>
                  </a:lnTo>
                  <a:lnTo>
                    <a:pt x="66498" y="6898"/>
                  </a:lnTo>
                  <a:lnTo>
                    <a:pt x="68541" y="5119"/>
                  </a:lnTo>
                  <a:lnTo>
                    <a:pt x="70699" y="5397"/>
                  </a:lnTo>
                  <a:lnTo>
                    <a:pt x="71734" y="5162"/>
                  </a:lnTo>
                  <a:lnTo>
                    <a:pt x="72257" y="4389"/>
                  </a:lnTo>
                  <a:lnTo>
                    <a:pt x="72455" y="3469"/>
                  </a:lnTo>
                  <a:lnTo>
                    <a:pt x="73648" y="3624"/>
                  </a:lnTo>
                  <a:lnTo>
                    <a:pt x="75284" y="5397"/>
                  </a:lnTo>
                  <a:lnTo>
                    <a:pt x="76044" y="5673"/>
                  </a:lnTo>
                  <a:lnTo>
                    <a:pt x="77437" y="5215"/>
                  </a:lnTo>
                  <a:lnTo>
                    <a:pt x="78001" y="5234"/>
                  </a:lnTo>
                  <a:lnTo>
                    <a:pt x="79376" y="5944"/>
                  </a:lnTo>
                  <a:lnTo>
                    <a:pt x="85783" y="7231"/>
                  </a:lnTo>
                  <a:lnTo>
                    <a:pt x="88004" y="7920"/>
                  </a:lnTo>
                  <a:lnTo>
                    <a:pt x="88961" y="8562"/>
                  </a:lnTo>
                  <a:lnTo>
                    <a:pt x="89928" y="8943"/>
                  </a:lnTo>
                  <a:lnTo>
                    <a:pt x="96746" y="8934"/>
                  </a:lnTo>
                  <a:lnTo>
                    <a:pt x="101562" y="9391"/>
                  </a:lnTo>
                  <a:lnTo>
                    <a:pt x="103337" y="10411"/>
                  </a:lnTo>
                  <a:lnTo>
                    <a:pt x="104827" y="12369"/>
                  </a:lnTo>
                  <a:lnTo>
                    <a:pt x="105398" y="16879"/>
                  </a:lnTo>
                  <a:lnTo>
                    <a:pt x="104049" y="18097"/>
                  </a:lnTo>
                  <a:lnTo>
                    <a:pt x="94297" y="23650"/>
                  </a:lnTo>
                  <a:lnTo>
                    <a:pt x="91853" y="25435"/>
                  </a:lnTo>
                  <a:lnTo>
                    <a:pt x="90675" y="27080"/>
                  </a:lnTo>
                  <a:lnTo>
                    <a:pt x="88680" y="30674"/>
                  </a:lnTo>
                  <a:lnTo>
                    <a:pt x="87713" y="31759"/>
                  </a:lnTo>
                  <a:lnTo>
                    <a:pt x="83146" y="33471"/>
                  </a:lnTo>
                  <a:lnTo>
                    <a:pt x="82079" y="33655"/>
                  </a:lnTo>
                  <a:lnTo>
                    <a:pt x="78647" y="32817"/>
                  </a:lnTo>
                  <a:lnTo>
                    <a:pt x="77599" y="32894"/>
                  </a:lnTo>
                  <a:lnTo>
                    <a:pt x="73430" y="34756"/>
                  </a:lnTo>
                  <a:lnTo>
                    <a:pt x="71992" y="35882"/>
                  </a:lnTo>
                  <a:lnTo>
                    <a:pt x="70585" y="37301"/>
                  </a:lnTo>
                  <a:lnTo>
                    <a:pt x="68483" y="37927"/>
                  </a:lnTo>
                  <a:lnTo>
                    <a:pt x="66337" y="37592"/>
                  </a:lnTo>
                  <a:lnTo>
                    <a:pt x="56627" y="36852"/>
                  </a:lnTo>
                  <a:lnTo>
                    <a:pt x="55326" y="35857"/>
                  </a:lnTo>
                  <a:lnTo>
                    <a:pt x="54265" y="33945"/>
                  </a:lnTo>
                  <a:lnTo>
                    <a:pt x="56193" y="31498"/>
                  </a:lnTo>
                  <a:lnTo>
                    <a:pt x="45359" y="32408"/>
                  </a:lnTo>
                  <a:lnTo>
                    <a:pt x="33433" y="31912"/>
                  </a:lnTo>
                  <a:lnTo>
                    <a:pt x="32802" y="31567"/>
                  </a:lnTo>
                  <a:lnTo>
                    <a:pt x="32294" y="30622"/>
                  </a:lnTo>
                  <a:lnTo>
                    <a:pt x="28191" y="29976"/>
                  </a:lnTo>
                  <a:lnTo>
                    <a:pt x="25110" y="29201"/>
                  </a:lnTo>
                  <a:lnTo>
                    <a:pt x="22521" y="27895"/>
                  </a:lnTo>
                  <a:lnTo>
                    <a:pt x="19959" y="26200"/>
                  </a:lnTo>
                  <a:lnTo>
                    <a:pt x="20778" y="25407"/>
                  </a:lnTo>
                  <a:lnTo>
                    <a:pt x="21623" y="24945"/>
                  </a:lnTo>
                  <a:lnTo>
                    <a:pt x="23823" y="24750"/>
                  </a:lnTo>
                  <a:lnTo>
                    <a:pt x="25779" y="24985"/>
                  </a:lnTo>
                  <a:lnTo>
                    <a:pt x="29258" y="24970"/>
                  </a:lnTo>
                  <a:lnTo>
                    <a:pt x="30068" y="23263"/>
                  </a:lnTo>
                  <a:lnTo>
                    <a:pt x="31453" y="22771"/>
                  </a:lnTo>
                  <a:lnTo>
                    <a:pt x="32558" y="21548"/>
                  </a:lnTo>
                  <a:lnTo>
                    <a:pt x="28886" y="20778"/>
                  </a:lnTo>
                  <a:lnTo>
                    <a:pt x="25056" y="20662"/>
                  </a:lnTo>
                  <a:lnTo>
                    <a:pt x="22503" y="21678"/>
                  </a:lnTo>
                  <a:lnTo>
                    <a:pt x="19544" y="22138"/>
                  </a:lnTo>
                  <a:lnTo>
                    <a:pt x="16841" y="22199"/>
                  </a:lnTo>
                  <a:lnTo>
                    <a:pt x="11641" y="21910"/>
                  </a:lnTo>
                  <a:lnTo>
                    <a:pt x="9176" y="21189"/>
                  </a:lnTo>
                  <a:lnTo>
                    <a:pt x="5804" y="19304"/>
                  </a:lnTo>
                  <a:lnTo>
                    <a:pt x="4630" y="18264"/>
                  </a:lnTo>
                  <a:lnTo>
                    <a:pt x="4177" y="17448"/>
                  </a:lnTo>
                  <a:lnTo>
                    <a:pt x="3843" y="16211"/>
                  </a:lnTo>
                  <a:lnTo>
                    <a:pt x="7695" y="15103"/>
                  </a:lnTo>
                  <a:lnTo>
                    <a:pt x="9193" y="14230"/>
                  </a:lnTo>
                  <a:lnTo>
                    <a:pt x="10663" y="13037"/>
                  </a:lnTo>
                  <a:lnTo>
                    <a:pt x="4848" y="12359"/>
                  </a:lnTo>
                  <a:lnTo>
                    <a:pt x="2414" y="11359"/>
                  </a:lnTo>
                  <a:lnTo>
                    <a:pt x="0" y="9890"/>
                  </a:lnTo>
                  <a:lnTo>
                    <a:pt x="1959" y="9062"/>
                  </a:lnTo>
                  <a:lnTo>
                    <a:pt x="9792" y="8401"/>
                  </a:lnTo>
                  <a:lnTo>
                    <a:pt x="11866" y="8954"/>
                  </a:lnTo>
                  <a:lnTo>
                    <a:pt x="13922" y="10021"/>
                  </a:lnTo>
                  <a:lnTo>
                    <a:pt x="16198" y="10679"/>
                  </a:lnTo>
                  <a:lnTo>
                    <a:pt x="18398" y="9296"/>
                  </a:lnTo>
                  <a:lnTo>
                    <a:pt x="16326" y="8640"/>
                  </a:lnTo>
                  <a:lnTo>
                    <a:pt x="14472" y="6341"/>
                  </a:lnTo>
                  <a:lnTo>
                    <a:pt x="14081" y="5199"/>
                  </a:lnTo>
                  <a:lnTo>
                    <a:pt x="14324" y="4322"/>
                  </a:lnTo>
                  <a:lnTo>
                    <a:pt x="15294" y="4191"/>
                  </a:lnTo>
                  <a:lnTo>
                    <a:pt x="16017" y="4572"/>
                  </a:lnTo>
                  <a:lnTo>
                    <a:pt x="18754" y="6732"/>
                  </a:lnTo>
                  <a:lnTo>
                    <a:pt x="20827" y="7405"/>
                  </a:lnTo>
                  <a:lnTo>
                    <a:pt x="21409" y="5410"/>
                  </a:lnTo>
                  <a:lnTo>
                    <a:pt x="21501" y="4462"/>
                  </a:lnTo>
                  <a:lnTo>
                    <a:pt x="21124" y="3677"/>
                  </a:lnTo>
                  <a:lnTo>
                    <a:pt x="20149" y="2230"/>
                  </a:lnTo>
                  <a:lnTo>
                    <a:pt x="19275" y="451"/>
                  </a:lnTo>
                  <a:lnTo>
                    <a:pt x="20626" y="0"/>
                  </a:lnTo>
                  <a:lnTo>
                    <a:pt x="21964" y="196"/>
                  </a:lnTo>
                  <a:lnTo>
                    <a:pt x="24838" y="1413"/>
                  </a:lnTo>
                  <a:lnTo>
                    <a:pt x="27735" y="2272"/>
                  </a:lnTo>
                  <a:lnTo>
                    <a:pt x="29058" y="3138"/>
                  </a:lnTo>
                  <a:lnTo>
                    <a:pt x="31529" y="529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4077635" y="2736148"/>
              <a:ext cx="92091" cy="118999"/>
            </a:xfrm>
            <a:custGeom>
              <a:avLst/>
              <a:pathLst>
                <a:path w="92091" h="118999">
                  <a:moveTo>
                    <a:pt x="91503" y="74371"/>
                  </a:moveTo>
                  <a:lnTo>
                    <a:pt x="91963" y="75178"/>
                  </a:lnTo>
                  <a:lnTo>
                    <a:pt x="92009" y="76497"/>
                  </a:lnTo>
                  <a:lnTo>
                    <a:pt x="91925" y="77958"/>
                  </a:lnTo>
                  <a:lnTo>
                    <a:pt x="91455" y="81114"/>
                  </a:lnTo>
                  <a:lnTo>
                    <a:pt x="91027" y="83331"/>
                  </a:lnTo>
                  <a:lnTo>
                    <a:pt x="90530" y="88015"/>
                  </a:lnTo>
                  <a:lnTo>
                    <a:pt x="90079" y="96139"/>
                  </a:lnTo>
                  <a:lnTo>
                    <a:pt x="90179" y="97553"/>
                  </a:lnTo>
                  <a:lnTo>
                    <a:pt x="91517" y="102211"/>
                  </a:lnTo>
                  <a:lnTo>
                    <a:pt x="92042" y="105790"/>
                  </a:lnTo>
                  <a:lnTo>
                    <a:pt x="92091" y="108229"/>
                  </a:lnTo>
                  <a:lnTo>
                    <a:pt x="91523" y="112318"/>
                  </a:lnTo>
                  <a:lnTo>
                    <a:pt x="90880" y="116939"/>
                  </a:lnTo>
                  <a:lnTo>
                    <a:pt x="90563" y="117974"/>
                  </a:lnTo>
                  <a:lnTo>
                    <a:pt x="90201" y="118347"/>
                  </a:lnTo>
                  <a:lnTo>
                    <a:pt x="88544" y="116736"/>
                  </a:lnTo>
                  <a:lnTo>
                    <a:pt x="87404" y="116961"/>
                  </a:lnTo>
                  <a:lnTo>
                    <a:pt x="86094" y="117852"/>
                  </a:lnTo>
                  <a:lnTo>
                    <a:pt x="84727" y="117679"/>
                  </a:lnTo>
                  <a:lnTo>
                    <a:pt x="83597" y="117148"/>
                  </a:lnTo>
                  <a:lnTo>
                    <a:pt x="82165" y="118999"/>
                  </a:lnTo>
                  <a:lnTo>
                    <a:pt x="80795" y="117997"/>
                  </a:lnTo>
                  <a:lnTo>
                    <a:pt x="79918" y="116845"/>
                  </a:lnTo>
                  <a:lnTo>
                    <a:pt x="79331" y="113642"/>
                  </a:lnTo>
                  <a:lnTo>
                    <a:pt x="79087" y="113234"/>
                  </a:lnTo>
                  <a:lnTo>
                    <a:pt x="76204" y="116587"/>
                  </a:lnTo>
                  <a:lnTo>
                    <a:pt x="75510" y="116790"/>
                  </a:lnTo>
                  <a:lnTo>
                    <a:pt x="73719" y="114990"/>
                  </a:lnTo>
                  <a:lnTo>
                    <a:pt x="72252" y="113208"/>
                  </a:lnTo>
                  <a:lnTo>
                    <a:pt x="71703" y="112673"/>
                  </a:lnTo>
                  <a:lnTo>
                    <a:pt x="70289" y="111976"/>
                  </a:lnTo>
                  <a:lnTo>
                    <a:pt x="69015" y="111570"/>
                  </a:lnTo>
                  <a:lnTo>
                    <a:pt x="67629" y="110458"/>
                  </a:lnTo>
                  <a:lnTo>
                    <a:pt x="65907" y="111911"/>
                  </a:lnTo>
                  <a:lnTo>
                    <a:pt x="65212" y="111794"/>
                  </a:lnTo>
                  <a:lnTo>
                    <a:pt x="64563" y="110742"/>
                  </a:lnTo>
                  <a:lnTo>
                    <a:pt x="64223" y="108588"/>
                  </a:lnTo>
                  <a:lnTo>
                    <a:pt x="64138" y="106549"/>
                  </a:lnTo>
                  <a:lnTo>
                    <a:pt x="63553" y="105150"/>
                  </a:lnTo>
                  <a:lnTo>
                    <a:pt x="62645" y="104829"/>
                  </a:lnTo>
                  <a:lnTo>
                    <a:pt x="61373" y="106089"/>
                  </a:lnTo>
                  <a:lnTo>
                    <a:pt x="59517" y="107750"/>
                  </a:lnTo>
                  <a:lnTo>
                    <a:pt x="58918" y="107474"/>
                  </a:lnTo>
                  <a:lnTo>
                    <a:pt x="58368" y="106995"/>
                  </a:lnTo>
                  <a:lnTo>
                    <a:pt x="58167" y="106552"/>
                  </a:lnTo>
                  <a:lnTo>
                    <a:pt x="57911" y="104629"/>
                  </a:lnTo>
                  <a:lnTo>
                    <a:pt x="57614" y="104205"/>
                  </a:lnTo>
                  <a:lnTo>
                    <a:pt x="57182" y="104147"/>
                  </a:lnTo>
                  <a:lnTo>
                    <a:pt x="56419" y="103687"/>
                  </a:lnTo>
                  <a:lnTo>
                    <a:pt x="55477" y="102257"/>
                  </a:lnTo>
                  <a:lnTo>
                    <a:pt x="52617" y="98885"/>
                  </a:lnTo>
                  <a:lnTo>
                    <a:pt x="52259" y="97387"/>
                  </a:lnTo>
                  <a:lnTo>
                    <a:pt x="52270" y="94079"/>
                  </a:lnTo>
                  <a:lnTo>
                    <a:pt x="52110" y="92714"/>
                  </a:lnTo>
                  <a:lnTo>
                    <a:pt x="51763" y="91271"/>
                  </a:lnTo>
                  <a:lnTo>
                    <a:pt x="50295" y="89808"/>
                  </a:lnTo>
                  <a:lnTo>
                    <a:pt x="47444" y="87455"/>
                  </a:lnTo>
                  <a:lnTo>
                    <a:pt x="45868" y="85578"/>
                  </a:lnTo>
                  <a:lnTo>
                    <a:pt x="45116" y="86455"/>
                  </a:lnTo>
                  <a:lnTo>
                    <a:pt x="43667" y="87240"/>
                  </a:lnTo>
                  <a:lnTo>
                    <a:pt x="42891" y="88932"/>
                  </a:lnTo>
                  <a:lnTo>
                    <a:pt x="41961" y="88397"/>
                  </a:lnTo>
                  <a:lnTo>
                    <a:pt x="39744" y="86612"/>
                  </a:lnTo>
                  <a:lnTo>
                    <a:pt x="38557" y="86347"/>
                  </a:lnTo>
                  <a:lnTo>
                    <a:pt x="37840" y="86953"/>
                  </a:lnTo>
                  <a:lnTo>
                    <a:pt x="37674" y="87974"/>
                  </a:lnTo>
                  <a:lnTo>
                    <a:pt x="36769" y="89134"/>
                  </a:lnTo>
                  <a:lnTo>
                    <a:pt x="35908" y="88209"/>
                  </a:lnTo>
                  <a:lnTo>
                    <a:pt x="34207" y="86961"/>
                  </a:lnTo>
                  <a:lnTo>
                    <a:pt x="32716" y="86278"/>
                  </a:lnTo>
                  <a:lnTo>
                    <a:pt x="30452" y="84761"/>
                  </a:lnTo>
                  <a:lnTo>
                    <a:pt x="30196" y="82466"/>
                  </a:lnTo>
                  <a:lnTo>
                    <a:pt x="29815" y="80197"/>
                  </a:lnTo>
                  <a:lnTo>
                    <a:pt x="29276" y="79795"/>
                  </a:lnTo>
                  <a:lnTo>
                    <a:pt x="27249" y="80245"/>
                  </a:lnTo>
                  <a:lnTo>
                    <a:pt x="25391" y="77742"/>
                  </a:lnTo>
                  <a:lnTo>
                    <a:pt x="23395" y="74539"/>
                  </a:lnTo>
                  <a:lnTo>
                    <a:pt x="22544" y="73485"/>
                  </a:lnTo>
                  <a:lnTo>
                    <a:pt x="21984" y="73096"/>
                  </a:lnTo>
                  <a:lnTo>
                    <a:pt x="21502" y="73524"/>
                  </a:lnTo>
                  <a:lnTo>
                    <a:pt x="20953" y="74257"/>
                  </a:lnTo>
                  <a:lnTo>
                    <a:pt x="20450" y="74475"/>
                  </a:lnTo>
                  <a:lnTo>
                    <a:pt x="19367" y="73094"/>
                  </a:lnTo>
                  <a:lnTo>
                    <a:pt x="17985" y="71125"/>
                  </a:lnTo>
                  <a:lnTo>
                    <a:pt x="16288" y="68710"/>
                  </a:lnTo>
                  <a:lnTo>
                    <a:pt x="14298" y="65336"/>
                  </a:lnTo>
                  <a:lnTo>
                    <a:pt x="13482" y="63430"/>
                  </a:lnTo>
                  <a:lnTo>
                    <a:pt x="13110" y="61996"/>
                  </a:lnTo>
                  <a:lnTo>
                    <a:pt x="12687" y="60649"/>
                  </a:lnTo>
                  <a:lnTo>
                    <a:pt x="10957" y="58445"/>
                  </a:lnTo>
                  <a:lnTo>
                    <a:pt x="9588" y="56703"/>
                  </a:lnTo>
                  <a:lnTo>
                    <a:pt x="7938" y="54600"/>
                  </a:lnTo>
                  <a:lnTo>
                    <a:pt x="7659" y="54180"/>
                  </a:lnTo>
                  <a:lnTo>
                    <a:pt x="7036" y="52930"/>
                  </a:lnTo>
                  <a:lnTo>
                    <a:pt x="6079" y="51353"/>
                  </a:lnTo>
                  <a:lnTo>
                    <a:pt x="5294" y="50892"/>
                  </a:lnTo>
                  <a:lnTo>
                    <a:pt x="5043" y="51761"/>
                  </a:lnTo>
                  <a:lnTo>
                    <a:pt x="4853" y="52674"/>
                  </a:lnTo>
                  <a:lnTo>
                    <a:pt x="4166" y="52463"/>
                  </a:lnTo>
                  <a:lnTo>
                    <a:pt x="3101" y="50856"/>
                  </a:lnTo>
                  <a:lnTo>
                    <a:pt x="1986" y="49174"/>
                  </a:lnTo>
                  <a:lnTo>
                    <a:pt x="1112" y="47616"/>
                  </a:lnTo>
                  <a:lnTo>
                    <a:pt x="216" y="46017"/>
                  </a:lnTo>
                  <a:lnTo>
                    <a:pt x="0" y="44831"/>
                  </a:lnTo>
                  <a:lnTo>
                    <a:pt x="373" y="41170"/>
                  </a:lnTo>
                  <a:lnTo>
                    <a:pt x="894" y="38032"/>
                  </a:lnTo>
                  <a:lnTo>
                    <a:pt x="1338" y="37325"/>
                  </a:lnTo>
                  <a:lnTo>
                    <a:pt x="2059" y="35248"/>
                  </a:lnTo>
                  <a:lnTo>
                    <a:pt x="2319" y="31602"/>
                  </a:lnTo>
                  <a:lnTo>
                    <a:pt x="2307" y="28489"/>
                  </a:lnTo>
                  <a:lnTo>
                    <a:pt x="3011" y="24095"/>
                  </a:lnTo>
                  <a:lnTo>
                    <a:pt x="3976" y="19420"/>
                  </a:lnTo>
                  <a:lnTo>
                    <a:pt x="5647" y="14410"/>
                  </a:lnTo>
                  <a:lnTo>
                    <a:pt x="6373" y="12754"/>
                  </a:lnTo>
                  <a:lnTo>
                    <a:pt x="7181" y="11617"/>
                  </a:lnTo>
                  <a:lnTo>
                    <a:pt x="8723" y="7924"/>
                  </a:lnTo>
                  <a:lnTo>
                    <a:pt x="9044" y="7320"/>
                  </a:lnTo>
                  <a:lnTo>
                    <a:pt x="9719" y="6370"/>
                  </a:lnTo>
                  <a:lnTo>
                    <a:pt x="10384" y="6130"/>
                  </a:lnTo>
                  <a:lnTo>
                    <a:pt x="10885" y="6589"/>
                  </a:lnTo>
                  <a:lnTo>
                    <a:pt x="11399" y="8525"/>
                  </a:lnTo>
                  <a:lnTo>
                    <a:pt x="12021" y="10362"/>
                  </a:lnTo>
                  <a:lnTo>
                    <a:pt x="12780" y="10271"/>
                  </a:lnTo>
                  <a:lnTo>
                    <a:pt x="13665" y="8693"/>
                  </a:lnTo>
                  <a:lnTo>
                    <a:pt x="15506" y="1474"/>
                  </a:lnTo>
                  <a:lnTo>
                    <a:pt x="18057" y="0"/>
                  </a:lnTo>
                  <a:lnTo>
                    <a:pt x="20476" y="741"/>
                  </a:lnTo>
                  <a:lnTo>
                    <a:pt x="22616" y="1794"/>
                  </a:lnTo>
                  <a:lnTo>
                    <a:pt x="23247" y="4208"/>
                  </a:lnTo>
                  <a:lnTo>
                    <a:pt x="23661" y="6752"/>
                  </a:lnTo>
                  <a:lnTo>
                    <a:pt x="23929" y="8046"/>
                  </a:lnTo>
                  <a:lnTo>
                    <a:pt x="24630" y="9563"/>
                  </a:lnTo>
                  <a:lnTo>
                    <a:pt x="27648" y="13178"/>
                  </a:lnTo>
                  <a:lnTo>
                    <a:pt x="29401" y="16438"/>
                  </a:lnTo>
                  <a:lnTo>
                    <a:pt x="31825" y="20805"/>
                  </a:lnTo>
                  <a:lnTo>
                    <a:pt x="33638" y="22736"/>
                  </a:lnTo>
                  <a:lnTo>
                    <a:pt x="35245" y="22896"/>
                  </a:lnTo>
                  <a:lnTo>
                    <a:pt x="36150" y="24611"/>
                  </a:lnTo>
                  <a:lnTo>
                    <a:pt x="37512" y="28022"/>
                  </a:lnTo>
                  <a:lnTo>
                    <a:pt x="38665" y="31947"/>
                  </a:lnTo>
                  <a:lnTo>
                    <a:pt x="40105" y="35574"/>
                  </a:lnTo>
                  <a:lnTo>
                    <a:pt x="41100" y="35456"/>
                  </a:lnTo>
                  <a:lnTo>
                    <a:pt x="42455" y="34278"/>
                  </a:lnTo>
                  <a:lnTo>
                    <a:pt x="44107" y="32740"/>
                  </a:lnTo>
                  <a:lnTo>
                    <a:pt x="45084" y="33498"/>
                  </a:lnTo>
                  <a:lnTo>
                    <a:pt x="45986" y="34499"/>
                  </a:lnTo>
                  <a:lnTo>
                    <a:pt x="46286" y="36380"/>
                  </a:lnTo>
                  <a:lnTo>
                    <a:pt x="46829" y="39924"/>
                  </a:lnTo>
                  <a:lnTo>
                    <a:pt x="47432" y="43606"/>
                  </a:lnTo>
                  <a:lnTo>
                    <a:pt x="48379" y="44896"/>
                  </a:lnTo>
                  <a:lnTo>
                    <a:pt x="49499" y="46793"/>
                  </a:lnTo>
                  <a:lnTo>
                    <a:pt x="50120" y="48299"/>
                  </a:lnTo>
                  <a:lnTo>
                    <a:pt x="52222" y="51058"/>
                  </a:lnTo>
                  <a:lnTo>
                    <a:pt x="52520" y="52182"/>
                  </a:lnTo>
                  <a:lnTo>
                    <a:pt x="52945" y="52950"/>
                  </a:lnTo>
                  <a:lnTo>
                    <a:pt x="53458" y="53432"/>
                  </a:lnTo>
                  <a:lnTo>
                    <a:pt x="53884" y="53994"/>
                  </a:lnTo>
                  <a:lnTo>
                    <a:pt x="54545" y="54189"/>
                  </a:lnTo>
                  <a:lnTo>
                    <a:pt x="56975" y="52533"/>
                  </a:lnTo>
                  <a:lnTo>
                    <a:pt x="57625" y="52741"/>
                  </a:lnTo>
                  <a:lnTo>
                    <a:pt x="57997" y="53048"/>
                  </a:lnTo>
                  <a:lnTo>
                    <a:pt x="58009" y="53650"/>
                  </a:lnTo>
                  <a:lnTo>
                    <a:pt x="57570" y="56238"/>
                  </a:lnTo>
                  <a:lnTo>
                    <a:pt x="57196" y="59548"/>
                  </a:lnTo>
                  <a:lnTo>
                    <a:pt x="57581" y="61211"/>
                  </a:lnTo>
                  <a:lnTo>
                    <a:pt x="58599" y="61901"/>
                  </a:lnTo>
                  <a:lnTo>
                    <a:pt x="60853" y="62392"/>
                  </a:lnTo>
                  <a:lnTo>
                    <a:pt x="63893" y="62350"/>
                  </a:lnTo>
                  <a:lnTo>
                    <a:pt x="64814" y="64028"/>
                  </a:lnTo>
                  <a:lnTo>
                    <a:pt x="65731" y="66548"/>
                  </a:lnTo>
                  <a:lnTo>
                    <a:pt x="66656" y="70852"/>
                  </a:lnTo>
                  <a:lnTo>
                    <a:pt x="67024" y="72669"/>
                  </a:lnTo>
                  <a:lnTo>
                    <a:pt x="67484" y="73195"/>
                  </a:lnTo>
                  <a:lnTo>
                    <a:pt x="68274" y="72477"/>
                  </a:lnTo>
                  <a:lnTo>
                    <a:pt x="68403" y="70708"/>
                  </a:lnTo>
                  <a:lnTo>
                    <a:pt x="68439" y="68078"/>
                  </a:lnTo>
                  <a:lnTo>
                    <a:pt x="69101" y="67169"/>
                  </a:lnTo>
                  <a:lnTo>
                    <a:pt x="69524" y="67838"/>
                  </a:lnTo>
                  <a:lnTo>
                    <a:pt x="70021" y="69896"/>
                  </a:lnTo>
                  <a:lnTo>
                    <a:pt x="71277" y="71744"/>
                  </a:lnTo>
                  <a:lnTo>
                    <a:pt x="72187" y="72656"/>
                  </a:lnTo>
                  <a:lnTo>
                    <a:pt x="73053" y="72334"/>
                  </a:lnTo>
                  <a:lnTo>
                    <a:pt x="73415" y="71626"/>
                  </a:lnTo>
                  <a:lnTo>
                    <a:pt x="73842" y="68030"/>
                  </a:lnTo>
                  <a:lnTo>
                    <a:pt x="74523" y="67504"/>
                  </a:lnTo>
                  <a:lnTo>
                    <a:pt x="75387" y="67743"/>
                  </a:lnTo>
                  <a:lnTo>
                    <a:pt x="75717" y="68460"/>
                  </a:lnTo>
                  <a:lnTo>
                    <a:pt x="76067" y="69896"/>
                  </a:lnTo>
                  <a:lnTo>
                    <a:pt x="77111" y="70572"/>
                  </a:lnTo>
                  <a:lnTo>
                    <a:pt x="78149" y="71480"/>
                  </a:lnTo>
                  <a:lnTo>
                    <a:pt x="79129" y="72656"/>
                  </a:lnTo>
                  <a:lnTo>
                    <a:pt x="80507" y="75325"/>
                  </a:lnTo>
                  <a:lnTo>
                    <a:pt x="82202" y="75810"/>
                  </a:lnTo>
                  <a:lnTo>
                    <a:pt x="84172" y="75754"/>
                  </a:lnTo>
                  <a:lnTo>
                    <a:pt x="85206" y="75813"/>
                  </a:lnTo>
                  <a:lnTo>
                    <a:pt x="85971" y="76009"/>
                  </a:lnTo>
                  <a:lnTo>
                    <a:pt x="86654" y="75826"/>
                  </a:lnTo>
                  <a:lnTo>
                    <a:pt x="88675" y="73914"/>
                  </a:lnTo>
                  <a:lnTo>
                    <a:pt x="89500" y="73774"/>
                  </a:lnTo>
                  <a:lnTo>
                    <a:pt x="90522" y="7399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5063917" y="3648530"/>
              <a:ext cx="583" cy="1815"/>
            </a:xfrm>
            <a:custGeom>
              <a:avLst/>
              <a:pathLst>
                <a:path w="583" h="1815">
                  <a:moveTo>
                    <a:pt x="583" y="805"/>
                  </a:moveTo>
                  <a:lnTo>
                    <a:pt x="362" y="1815"/>
                  </a:lnTo>
                  <a:lnTo>
                    <a:pt x="106" y="1688"/>
                  </a:lnTo>
                  <a:lnTo>
                    <a:pt x="0" y="1015"/>
                  </a:lnTo>
                  <a:lnTo>
                    <a:pt x="74" y="288"/>
                  </a:lnTo>
                  <a:lnTo>
                    <a:pt x="362" y="0"/>
                  </a:lnTo>
                  <a:lnTo>
                    <a:pt x="552" y="22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5087931" y="5184956"/>
              <a:ext cx="2404" cy="2516"/>
            </a:xfrm>
            <a:custGeom>
              <a:avLst/>
              <a:pathLst>
                <a:path w="2404" h="2516">
                  <a:moveTo>
                    <a:pt x="1776" y="357"/>
                  </a:moveTo>
                  <a:lnTo>
                    <a:pt x="2404" y="1864"/>
                  </a:lnTo>
                  <a:lnTo>
                    <a:pt x="1200" y="2516"/>
                  </a:lnTo>
                  <a:lnTo>
                    <a:pt x="615" y="1970"/>
                  </a:lnTo>
                  <a:lnTo>
                    <a:pt x="205" y="1281"/>
                  </a:lnTo>
                  <a:lnTo>
                    <a:pt x="0" y="303"/>
                  </a:lnTo>
                  <a:lnTo>
                    <a:pt x="650" y="404"/>
                  </a:lnTo>
                  <a:lnTo>
                    <a:pt x="121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5052359" y="5127211"/>
              <a:ext cx="4296" cy="9311"/>
            </a:xfrm>
            <a:custGeom>
              <a:avLst/>
              <a:pathLst>
                <a:path w="4296" h="9311">
                  <a:moveTo>
                    <a:pt x="3769" y="6812"/>
                  </a:moveTo>
                  <a:lnTo>
                    <a:pt x="4016" y="9300"/>
                  </a:lnTo>
                  <a:lnTo>
                    <a:pt x="3392" y="9311"/>
                  </a:lnTo>
                  <a:lnTo>
                    <a:pt x="2090" y="8619"/>
                  </a:lnTo>
                  <a:lnTo>
                    <a:pt x="1686" y="7557"/>
                  </a:lnTo>
                  <a:lnTo>
                    <a:pt x="1409" y="7297"/>
                  </a:lnTo>
                  <a:lnTo>
                    <a:pt x="933" y="8527"/>
                  </a:lnTo>
                  <a:lnTo>
                    <a:pt x="169" y="8584"/>
                  </a:lnTo>
                  <a:lnTo>
                    <a:pt x="0" y="8177"/>
                  </a:lnTo>
                  <a:lnTo>
                    <a:pt x="300" y="6859"/>
                  </a:lnTo>
                  <a:lnTo>
                    <a:pt x="2096" y="4374"/>
                  </a:lnTo>
                  <a:lnTo>
                    <a:pt x="2429" y="1243"/>
                  </a:lnTo>
                  <a:lnTo>
                    <a:pt x="2409" y="236"/>
                  </a:lnTo>
                  <a:lnTo>
                    <a:pt x="3814" y="0"/>
                  </a:lnTo>
                  <a:lnTo>
                    <a:pt x="4146" y="383"/>
                  </a:lnTo>
                  <a:lnTo>
                    <a:pt x="4296" y="816"/>
                  </a:lnTo>
                  <a:lnTo>
                    <a:pt x="4203" y="1367"/>
                  </a:lnTo>
                  <a:lnTo>
                    <a:pt x="3638" y="2395"/>
                  </a:lnTo>
                  <a:lnTo>
                    <a:pt x="3616" y="3589"/>
                  </a:lnTo>
                  <a:lnTo>
                    <a:pt x="3761" y="4827"/>
                  </a:lnTo>
                  <a:lnTo>
                    <a:pt x="3296" y="5427"/>
                  </a:lnTo>
                  <a:lnTo>
                    <a:pt x="3538" y="649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5070900" y="5013846"/>
              <a:ext cx="8388" cy="16820"/>
            </a:xfrm>
            <a:custGeom>
              <a:avLst/>
              <a:pathLst>
                <a:path w="8388" h="16820">
                  <a:moveTo>
                    <a:pt x="7073" y="4957"/>
                  </a:moveTo>
                  <a:lnTo>
                    <a:pt x="7078" y="6137"/>
                  </a:lnTo>
                  <a:lnTo>
                    <a:pt x="5893" y="5713"/>
                  </a:lnTo>
                  <a:lnTo>
                    <a:pt x="5918" y="7038"/>
                  </a:lnTo>
                  <a:lnTo>
                    <a:pt x="6853" y="7733"/>
                  </a:lnTo>
                  <a:lnTo>
                    <a:pt x="7199" y="8682"/>
                  </a:lnTo>
                  <a:lnTo>
                    <a:pt x="8169" y="8408"/>
                  </a:lnTo>
                  <a:lnTo>
                    <a:pt x="8388" y="9828"/>
                  </a:lnTo>
                  <a:lnTo>
                    <a:pt x="8163" y="11098"/>
                  </a:lnTo>
                  <a:lnTo>
                    <a:pt x="7516" y="12030"/>
                  </a:lnTo>
                  <a:lnTo>
                    <a:pt x="5599" y="12500"/>
                  </a:lnTo>
                  <a:lnTo>
                    <a:pt x="4355" y="14344"/>
                  </a:lnTo>
                  <a:lnTo>
                    <a:pt x="3279" y="14064"/>
                  </a:lnTo>
                  <a:lnTo>
                    <a:pt x="2986" y="14231"/>
                  </a:lnTo>
                  <a:lnTo>
                    <a:pt x="1753" y="16208"/>
                  </a:lnTo>
                  <a:lnTo>
                    <a:pt x="373" y="16820"/>
                  </a:lnTo>
                  <a:lnTo>
                    <a:pt x="0" y="16673"/>
                  </a:lnTo>
                  <a:lnTo>
                    <a:pt x="190" y="14910"/>
                  </a:lnTo>
                  <a:lnTo>
                    <a:pt x="1215" y="13233"/>
                  </a:lnTo>
                  <a:lnTo>
                    <a:pt x="1237" y="11623"/>
                  </a:lnTo>
                  <a:lnTo>
                    <a:pt x="1500" y="10336"/>
                  </a:lnTo>
                  <a:lnTo>
                    <a:pt x="2486" y="9430"/>
                  </a:lnTo>
                  <a:lnTo>
                    <a:pt x="2498" y="7753"/>
                  </a:lnTo>
                  <a:lnTo>
                    <a:pt x="3165" y="6267"/>
                  </a:lnTo>
                  <a:lnTo>
                    <a:pt x="2762" y="3050"/>
                  </a:lnTo>
                  <a:lnTo>
                    <a:pt x="2975" y="158"/>
                  </a:lnTo>
                  <a:lnTo>
                    <a:pt x="4925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5059659" y="4981951"/>
              <a:ext cx="2432" cy="3393"/>
            </a:xfrm>
            <a:custGeom>
              <a:avLst/>
              <a:pathLst>
                <a:path w="2432" h="3393">
                  <a:moveTo>
                    <a:pt x="2432" y="1206"/>
                  </a:moveTo>
                  <a:lnTo>
                    <a:pt x="2373" y="2657"/>
                  </a:lnTo>
                  <a:lnTo>
                    <a:pt x="2238" y="3387"/>
                  </a:lnTo>
                  <a:lnTo>
                    <a:pt x="1845" y="3393"/>
                  </a:lnTo>
                  <a:lnTo>
                    <a:pt x="1254" y="3231"/>
                  </a:lnTo>
                  <a:lnTo>
                    <a:pt x="677" y="2562"/>
                  </a:lnTo>
                  <a:lnTo>
                    <a:pt x="308" y="2752"/>
                  </a:lnTo>
                  <a:lnTo>
                    <a:pt x="0" y="2504"/>
                  </a:lnTo>
                  <a:lnTo>
                    <a:pt x="398" y="868"/>
                  </a:lnTo>
                  <a:lnTo>
                    <a:pt x="1744" y="0"/>
                  </a:lnTo>
                  <a:lnTo>
                    <a:pt x="2264" y="69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5063754" y="4969087"/>
              <a:ext cx="1475" cy="3549"/>
            </a:xfrm>
            <a:custGeom>
              <a:avLst/>
              <a:pathLst>
                <a:path w="1475" h="3549">
                  <a:moveTo>
                    <a:pt x="985" y="0"/>
                  </a:moveTo>
                  <a:lnTo>
                    <a:pt x="1475" y="3549"/>
                  </a:lnTo>
                  <a:lnTo>
                    <a:pt x="436" y="2871"/>
                  </a:lnTo>
                  <a:lnTo>
                    <a:pt x="0" y="1797"/>
                  </a:lnTo>
                  <a:lnTo>
                    <a:pt x="794" y="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1167447" y="4940862"/>
              <a:ext cx="1212" cy="3133"/>
            </a:xfrm>
            <a:custGeom>
              <a:avLst/>
              <a:pathLst>
                <a:path w="1212" h="3133">
                  <a:moveTo>
                    <a:pt x="600" y="2871"/>
                  </a:moveTo>
                  <a:lnTo>
                    <a:pt x="96" y="3133"/>
                  </a:lnTo>
                  <a:lnTo>
                    <a:pt x="167" y="1448"/>
                  </a:lnTo>
                  <a:lnTo>
                    <a:pt x="0" y="360"/>
                  </a:lnTo>
                  <a:lnTo>
                    <a:pt x="847" y="0"/>
                  </a:lnTo>
                  <a:lnTo>
                    <a:pt x="1212" y="129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1160426" y="4925883"/>
              <a:ext cx="7608" cy="11790"/>
            </a:xfrm>
            <a:custGeom>
              <a:avLst/>
              <a:pathLst>
                <a:path w="7608" h="11790">
                  <a:moveTo>
                    <a:pt x="7608" y="672"/>
                  </a:moveTo>
                  <a:lnTo>
                    <a:pt x="7200" y="1439"/>
                  </a:lnTo>
                  <a:lnTo>
                    <a:pt x="6504" y="1396"/>
                  </a:lnTo>
                  <a:lnTo>
                    <a:pt x="5290" y="4409"/>
                  </a:lnTo>
                  <a:lnTo>
                    <a:pt x="5364" y="2158"/>
                  </a:lnTo>
                  <a:lnTo>
                    <a:pt x="4999" y="1281"/>
                  </a:lnTo>
                  <a:lnTo>
                    <a:pt x="3957" y="1491"/>
                  </a:lnTo>
                  <a:lnTo>
                    <a:pt x="3759" y="1985"/>
                  </a:lnTo>
                  <a:lnTo>
                    <a:pt x="4459" y="2579"/>
                  </a:lnTo>
                  <a:lnTo>
                    <a:pt x="4614" y="2911"/>
                  </a:lnTo>
                  <a:lnTo>
                    <a:pt x="3946" y="4213"/>
                  </a:lnTo>
                  <a:lnTo>
                    <a:pt x="4639" y="7006"/>
                  </a:lnTo>
                  <a:lnTo>
                    <a:pt x="5248" y="6911"/>
                  </a:lnTo>
                  <a:lnTo>
                    <a:pt x="5837" y="9092"/>
                  </a:lnTo>
                  <a:lnTo>
                    <a:pt x="5834" y="9776"/>
                  </a:lnTo>
                  <a:lnTo>
                    <a:pt x="4483" y="10616"/>
                  </a:lnTo>
                  <a:lnTo>
                    <a:pt x="3771" y="11790"/>
                  </a:lnTo>
                  <a:lnTo>
                    <a:pt x="3135" y="11741"/>
                  </a:lnTo>
                  <a:lnTo>
                    <a:pt x="2835" y="11513"/>
                  </a:lnTo>
                  <a:lnTo>
                    <a:pt x="2478" y="9412"/>
                  </a:lnTo>
                  <a:lnTo>
                    <a:pt x="2454" y="8529"/>
                  </a:lnTo>
                  <a:lnTo>
                    <a:pt x="3235" y="6989"/>
                  </a:lnTo>
                  <a:lnTo>
                    <a:pt x="3677" y="5419"/>
                  </a:lnTo>
                  <a:lnTo>
                    <a:pt x="3321" y="3970"/>
                  </a:lnTo>
                  <a:lnTo>
                    <a:pt x="2419" y="3032"/>
                  </a:lnTo>
                  <a:lnTo>
                    <a:pt x="450" y="3456"/>
                  </a:lnTo>
                  <a:lnTo>
                    <a:pt x="0" y="3142"/>
                  </a:lnTo>
                  <a:lnTo>
                    <a:pt x="982" y="1191"/>
                  </a:lnTo>
                  <a:lnTo>
                    <a:pt x="2048" y="1405"/>
                  </a:lnTo>
                  <a:lnTo>
                    <a:pt x="3197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5141973" y="4837100"/>
              <a:ext cx="2084" cy="6169"/>
            </a:xfrm>
            <a:custGeom>
              <a:avLst/>
              <a:pathLst>
                <a:path w="2084" h="6169">
                  <a:moveTo>
                    <a:pt x="1519" y="4452"/>
                  </a:moveTo>
                  <a:lnTo>
                    <a:pt x="0" y="6169"/>
                  </a:lnTo>
                  <a:lnTo>
                    <a:pt x="60" y="4977"/>
                  </a:lnTo>
                  <a:lnTo>
                    <a:pt x="358" y="2383"/>
                  </a:lnTo>
                  <a:lnTo>
                    <a:pt x="1050" y="1073"/>
                  </a:lnTo>
                  <a:lnTo>
                    <a:pt x="1390" y="983"/>
                  </a:lnTo>
                  <a:lnTo>
                    <a:pt x="2084" y="0"/>
                  </a:lnTo>
                  <a:lnTo>
                    <a:pt x="2011" y="21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5059041" y="4830512"/>
              <a:ext cx="89622" cy="181449"/>
            </a:xfrm>
            <a:custGeom>
              <a:avLst/>
              <a:pathLst>
                <a:path w="89622" h="181449">
                  <a:moveTo>
                    <a:pt x="75374" y="23321"/>
                  </a:moveTo>
                  <a:lnTo>
                    <a:pt x="76686" y="23466"/>
                  </a:lnTo>
                  <a:lnTo>
                    <a:pt x="77900" y="21301"/>
                  </a:lnTo>
                  <a:lnTo>
                    <a:pt x="79143" y="19541"/>
                  </a:lnTo>
                  <a:lnTo>
                    <a:pt x="80451" y="18084"/>
                  </a:lnTo>
                  <a:lnTo>
                    <a:pt x="82443" y="14742"/>
                  </a:lnTo>
                  <a:lnTo>
                    <a:pt x="82964" y="14252"/>
                  </a:lnTo>
                  <a:lnTo>
                    <a:pt x="84256" y="13614"/>
                  </a:lnTo>
                  <a:lnTo>
                    <a:pt x="84820" y="12826"/>
                  </a:lnTo>
                  <a:lnTo>
                    <a:pt x="85447" y="12639"/>
                  </a:lnTo>
                  <a:lnTo>
                    <a:pt x="84884" y="14621"/>
                  </a:lnTo>
                  <a:lnTo>
                    <a:pt x="84169" y="15282"/>
                  </a:lnTo>
                  <a:lnTo>
                    <a:pt x="84055" y="15997"/>
                  </a:lnTo>
                  <a:lnTo>
                    <a:pt x="84456" y="17140"/>
                  </a:lnTo>
                  <a:lnTo>
                    <a:pt x="83834" y="18745"/>
                  </a:lnTo>
                  <a:lnTo>
                    <a:pt x="83857" y="20744"/>
                  </a:lnTo>
                  <a:lnTo>
                    <a:pt x="83124" y="23105"/>
                  </a:lnTo>
                  <a:lnTo>
                    <a:pt x="84251" y="22141"/>
                  </a:lnTo>
                  <a:lnTo>
                    <a:pt x="84663" y="20603"/>
                  </a:lnTo>
                  <a:lnTo>
                    <a:pt x="84450" y="19737"/>
                  </a:lnTo>
                  <a:lnTo>
                    <a:pt x="84938" y="18020"/>
                  </a:lnTo>
                  <a:lnTo>
                    <a:pt x="85692" y="17204"/>
                  </a:lnTo>
                  <a:lnTo>
                    <a:pt x="85392" y="15899"/>
                  </a:lnTo>
                  <a:lnTo>
                    <a:pt x="85413" y="14869"/>
                  </a:lnTo>
                  <a:lnTo>
                    <a:pt x="86334" y="15250"/>
                  </a:lnTo>
                  <a:lnTo>
                    <a:pt x="86796" y="15207"/>
                  </a:lnTo>
                  <a:lnTo>
                    <a:pt x="87159" y="14800"/>
                  </a:lnTo>
                  <a:lnTo>
                    <a:pt x="87825" y="14638"/>
                  </a:lnTo>
                  <a:lnTo>
                    <a:pt x="87961" y="15790"/>
                  </a:lnTo>
                  <a:lnTo>
                    <a:pt x="88855" y="15645"/>
                  </a:lnTo>
                  <a:lnTo>
                    <a:pt x="88530" y="17100"/>
                  </a:lnTo>
                  <a:lnTo>
                    <a:pt x="87846" y="18779"/>
                  </a:lnTo>
                  <a:lnTo>
                    <a:pt x="87685" y="19801"/>
                  </a:lnTo>
                  <a:lnTo>
                    <a:pt x="86590" y="21492"/>
                  </a:lnTo>
                  <a:lnTo>
                    <a:pt x="85857" y="22216"/>
                  </a:lnTo>
                  <a:lnTo>
                    <a:pt x="86988" y="22404"/>
                  </a:lnTo>
                  <a:lnTo>
                    <a:pt x="88640" y="20138"/>
                  </a:lnTo>
                  <a:lnTo>
                    <a:pt x="89622" y="18133"/>
                  </a:lnTo>
                  <a:lnTo>
                    <a:pt x="89593" y="20635"/>
                  </a:lnTo>
                  <a:lnTo>
                    <a:pt x="88795" y="22877"/>
                  </a:lnTo>
                  <a:lnTo>
                    <a:pt x="88112" y="24294"/>
                  </a:lnTo>
                  <a:lnTo>
                    <a:pt x="87345" y="24732"/>
                  </a:lnTo>
                  <a:lnTo>
                    <a:pt x="86578" y="25881"/>
                  </a:lnTo>
                  <a:lnTo>
                    <a:pt x="86207" y="27759"/>
                  </a:lnTo>
                  <a:lnTo>
                    <a:pt x="86248" y="29006"/>
                  </a:lnTo>
                  <a:lnTo>
                    <a:pt x="86468" y="29996"/>
                  </a:lnTo>
                  <a:lnTo>
                    <a:pt x="87249" y="31669"/>
                  </a:lnTo>
                  <a:lnTo>
                    <a:pt x="86370" y="34890"/>
                  </a:lnTo>
                  <a:lnTo>
                    <a:pt x="87349" y="34489"/>
                  </a:lnTo>
                  <a:lnTo>
                    <a:pt x="87885" y="35095"/>
                  </a:lnTo>
                  <a:lnTo>
                    <a:pt x="88634" y="36953"/>
                  </a:lnTo>
                  <a:lnTo>
                    <a:pt x="88183" y="39094"/>
                  </a:lnTo>
                  <a:lnTo>
                    <a:pt x="87866" y="40191"/>
                  </a:lnTo>
                  <a:lnTo>
                    <a:pt x="85956" y="44707"/>
                  </a:lnTo>
                  <a:lnTo>
                    <a:pt x="85123" y="46998"/>
                  </a:lnTo>
                  <a:lnTo>
                    <a:pt x="84147" y="48464"/>
                  </a:lnTo>
                  <a:lnTo>
                    <a:pt x="84161" y="50871"/>
                  </a:lnTo>
                  <a:lnTo>
                    <a:pt x="83601" y="52622"/>
                  </a:lnTo>
                  <a:lnTo>
                    <a:pt x="80755" y="58621"/>
                  </a:lnTo>
                  <a:lnTo>
                    <a:pt x="80254" y="59923"/>
                  </a:lnTo>
                  <a:lnTo>
                    <a:pt x="78011" y="69463"/>
                  </a:lnTo>
                  <a:lnTo>
                    <a:pt x="76576" y="73474"/>
                  </a:lnTo>
                  <a:lnTo>
                    <a:pt x="75754" y="74839"/>
                  </a:lnTo>
                  <a:lnTo>
                    <a:pt x="74886" y="75947"/>
                  </a:lnTo>
                  <a:lnTo>
                    <a:pt x="72802" y="77837"/>
                  </a:lnTo>
                  <a:lnTo>
                    <a:pt x="71884" y="80010"/>
                  </a:lnTo>
                  <a:lnTo>
                    <a:pt x="70868" y="81813"/>
                  </a:lnTo>
                  <a:lnTo>
                    <a:pt x="69795" y="82217"/>
                  </a:lnTo>
                  <a:lnTo>
                    <a:pt x="69828" y="83017"/>
                  </a:lnTo>
                  <a:lnTo>
                    <a:pt x="70515" y="83464"/>
                  </a:lnTo>
                  <a:lnTo>
                    <a:pt x="71052" y="84650"/>
                  </a:lnTo>
                  <a:lnTo>
                    <a:pt x="70654" y="85977"/>
                  </a:lnTo>
                  <a:lnTo>
                    <a:pt x="69888" y="86811"/>
                  </a:lnTo>
                  <a:lnTo>
                    <a:pt x="69093" y="87051"/>
                  </a:lnTo>
                  <a:lnTo>
                    <a:pt x="68689" y="87899"/>
                  </a:lnTo>
                  <a:lnTo>
                    <a:pt x="70583" y="87296"/>
                  </a:lnTo>
                  <a:lnTo>
                    <a:pt x="71116" y="87992"/>
                  </a:lnTo>
                  <a:lnTo>
                    <a:pt x="71216" y="89452"/>
                  </a:lnTo>
                  <a:lnTo>
                    <a:pt x="71414" y="90771"/>
                  </a:lnTo>
                  <a:lnTo>
                    <a:pt x="71873" y="92516"/>
                  </a:lnTo>
                  <a:lnTo>
                    <a:pt x="73465" y="93627"/>
                  </a:lnTo>
                  <a:lnTo>
                    <a:pt x="74896" y="94147"/>
                  </a:lnTo>
                  <a:lnTo>
                    <a:pt x="75177" y="94955"/>
                  </a:lnTo>
                  <a:lnTo>
                    <a:pt x="75391" y="97742"/>
                  </a:lnTo>
                  <a:lnTo>
                    <a:pt x="75131" y="99110"/>
                  </a:lnTo>
                  <a:lnTo>
                    <a:pt x="74809" y="100010"/>
                  </a:lnTo>
                  <a:lnTo>
                    <a:pt x="74329" y="100331"/>
                  </a:lnTo>
                  <a:lnTo>
                    <a:pt x="73162" y="100507"/>
                  </a:lnTo>
                  <a:lnTo>
                    <a:pt x="71994" y="99878"/>
                  </a:lnTo>
                  <a:lnTo>
                    <a:pt x="71218" y="98192"/>
                  </a:lnTo>
                  <a:lnTo>
                    <a:pt x="69007" y="98732"/>
                  </a:lnTo>
                  <a:lnTo>
                    <a:pt x="68417" y="99096"/>
                  </a:lnTo>
                  <a:lnTo>
                    <a:pt x="68114" y="98793"/>
                  </a:lnTo>
                  <a:lnTo>
                    <a:pt x="69338" y="97024"/>
                  </a:lnTo>
                  <a:lnTo>
                    <a:pt x="68696" y="96017"/>
                  </a:lnTo>
                  <a:lnTo>
                    <a:pt x="68163" y="95638"/>
                  </a:lnTo>
                  <a:lnTo>
                    <a:pt x="67588" y="96224"/>
                  </a:lnTo>
                  <a:lnTo>
                    <a:pt x="67201" y="97151"/>
                  </a:lnTo>
                  <a:lnTo>
                    <a:pt x="67083" y="98680"/>
                  </a:lnTo>
                  <a:lnTo>
                    <a:pt x="66687" y="99560"/>
                  </a:lnTo>
                  <a:lnTo>
                    <a:pt x="66076" y="99811"/>
                  </a:lnTo>
                  <a:lnTo>
                    <a:pt x="65215" y="98544"/>
                  </a:lnTo>
                  <a:lnTo>
                    <a:pt x="64364" y="96729"/>
                  </a:lnTo>
                  <a:lnTo>
                    <a:pt x="63112" y="94903"/>
                  </a:lnTo>
                  <a:lnTo>
                    <a:pt x="63302" y="96034"/>
                  </a:lnTo>
                  <a:lnTo>
                    <a:pt x="64267" y="98804"/>
                  </a:lnTo>
                  <a:lnTo>
                    <a:pt x="64750" y="100642"/>
                  </a:lnTo>
                  <a:lnTo>
                    <a:pt x="63625" y="102108"/>
                  </a:lnTo>
                  <a:lnTo>
                    <a:pt x="62455" y="103251"/>
                  </a:lnTo>
                  <a:lnTo>
                    <a:pt x="61467" y="103920"/>
                  </a:lnTo>
                  <a:lnTo>
                    <a:pt x="60533" y="104965"/>
                  </a:lnTo>
                  <a:lnTo>
                    <a:pt x="59438" y="106595"/>
                  </a:lnTo>
                  <a:lnTo>
                    <a:pt x="58836" y="107178"/>
                  </a:lnTo>
                  <a:lnTo>
                    <a:pt x="57233" y="107213"/>
                  </a:lnTo>
                  <a:lnTo>
                    <a:pt x="56379" y="107729"/>
                  </a:lnTo>
                  <a:lnTo>
                    <a:pt x="56094" y="109882"/>
                  </a:lnTo>
                  <a:lnTo>
                    <a:pt x="55493" y="111250"/>
                  </a:lnTo>
                  <a:lnTo>
                    <a:pt x="54087" y="111521"/>
                  </a:lnTo>
                  <a:lnTo>
                    <a:pt x="54593" y="111951"/>
                  </a:lnTo>
                  <a:lnTo>
                    <a:pt x="54907" y="112635"/>
                  </a:lnTo>
                  <a:lnTo>
                    <a:pt x="53977" y="119116"/>
                  </a:lnTo>
                  <a:lnTo>
                    <a:pt x="53773" y="121806"/>
                  </a:lnTo>
                  <a:lnTo>
                    <a:pt x="53600" y="126405"/>
                  </a:lnTo>
                  <a:lnTo>
                    <a:pt x="53014" y="130673"/>
                  </a:lnTo>
                  <a:lnTo>
                    <a:pt x="51342" y="130647"/>
                  </a:lnTo>
                  <a:lnTo>
                    <a:pt x="51613" y="131403"/>
                  </a:lnTo>
                  <a:lnTo>
                    <a:pt x="52877" y="132607"/>
                  </a:lnTo>
                  <a:lnTo>
                    <a:pt x="52639" y="134425"/>
                  </a:lnTo>
                  <a:lnTo>
                    <a:pt x="51248" y="137740"/>
                  </a:lnTo>
                  <a:lnTo>
                    <a:pt x="50668" y="139659"/>
                  </a:lnTo>
                  <a:lnTo>
                    <a:pt x="50103" y="144314"/>
                  </a:lnTo>
                  <a:lnTo>
                    <a:pt x="49255" y="148605"/>
                  </a:lnTo>
                  <a:lnTo>
                    <a:pt x="47953" y="153484"/>
                  </a:lnTo>
                  <a:lnTo>
                    <a:pt x="47943" y="154361"/>
                  </a:lnTo>
                  <a:lnTo>
                    <a:pt x="48399" y="155605"/>
                  </a:lnTo>
                  <a:lnTo>
                    <a:pt x="48951" y="156682"/>
                  </a:lnTo>
                  <a:lnTo>
                    <a:pt x="48982" y="158199"/>
                  </a:lnTo>
                  <a:lnTo>
                    <a:pt x="48813" y="158999"/>
                  </a:lnTo>
                  <a:lnTo>
                    <a:pt x="48194" y="159209"/>
                  </a:lnTo>
                  <a:lnTo>
                    <a:pt x="47654" y="159732"/>
                  </a:lnTo>
                  <a:lnTo>
                    <a:pt x="44757" y="161071"/>
                  </a:lnTo>
                  <a:lnTo>
                    <a:pt x="43807" y="162571"/>
                  </a:lnTo>
                  <a:lnTo>
                    <a:pt x="43027" y="165255"/>
                  </a:lnTo>
                  <a:lnTo>
                    <a:pt x="42111" y="167566"/>
                  </a:lnTo>
                  <a:lnTo>
                    <a:pt x="39069" y="172694"/>
                  </a:lnTo>
                  <a:lnTo>
                    <a:pt x="37281" y="176991"/>
                  </a:lnTo>
                  <a:lnTo>
                    <a:pt x="36922" y="178220"/>
                  </a:lnTo>
                  <a:lnTo>
                    <a:pt x="36439" y="179115"/>
                  </a:lnTo>
                  <a:lnTo>
                    <a:pt x="32529" y="181149"/>
                  </a:lnTo>
                  <a:lnTo>
                    <a:pt x="29762" y="181449"/>
                  </a:lnTo>
                  <a:lnTo>
                    <a:pt x="28254" y="180927"/>
                  </a:lnTo>
                  <a:lnTo>
                    <a:pt x="26800" y="179900"/>
                  </a:lnTo>
                  <a:lnTo>
                    <a:pt x="25994" y="179548"/>
                  </a:lnTo>
                  <a:lnTo>
                    <a:pt x="24457" y="180176"/>
                  </a:lnTo>
                  <a:lnTo>
                    <a:pt x="23785" y="180869"/>
                  </a:lnTo>
                  <a:lnTo>
                    <a:pt x="22583" y="180185"/>
                  </a:lnTo>
                  <a:lnTo>
                    <a:pt x="21626" y="180702"/>
                  </a:lnTo>
                  <a:lnTo>
                    <a:pt x="21343" y="180200"/>
                  </a:lnTo>
                  <a:lnTo>
                    <a:pt x="20985" y="178939"/>
                  </a:lnTo>
                  <a:lnTo>
                    <a:pt x="21183" y="177265"/>
                  </a:lnTo>
                  <a:lnTo>
                    <a:pt x="20917" y="176027"/>
                  </a:lnTo>
                  <a:lnTo>
                    <a:pt x="20310" y="175187"/>
                  </a:lnTo>
                  <a:lnTo>
                    <a:pt x="19902" y="174212"/>
                  </a:lnTo>
                  <a:lnTo>
                    <a:pt x="19435" y="173516"/>
                  </a:lnTo>
                  <a:lnTo>
                    <a:pt x="18165" y="173242"/>
                  </a:lnTo>
                  <a:lnTo>
                    <a:pt x="16156" y="173681"/>
                  </a:lnTo>
                  <a:lnTo>
                    <a:pt x="15492" y="173635"/>
                  </a:lnTo>
                  <a:lnTo>
                    <a:pt x="14131" y="169526"/>
                  </a:lnTo>
                  <a:lnTo>
                    <a:pt x="13678" y="168516"/>
                  </a:lnTo>
                  <a:lnTo>
                    <a:pt x="12057" y="167203"/>
                  </a:lnTo>
                  <a:lnTo>
                    <a:pt x="11502" y="167384"/>
                  </a:lnTo>
                  <a:lnTo>
                    <a:pt x="10635" y="169577"/>
                  </a:lnTo>
                  <a:lnTo>
                    <a:pt x="10121" y="169950"/>
                  </a:lnTo>
                  <a:lnTo>
                    <a:pt x="7070" y="170183"/>
                  </a:lnTo>
                  <a:lnTo>
                    <a:pt x="4009" y="169476"/>
                  </a:lnTo>
                  <a:lnTo>
                    <a:pt x="2883" y="168660"/>
                  </a:lnTo>
                  <a:lnTo>
                    <a:pt x="2662" y="166764"/>
                  </a:lnTo>
                  <a:lnTo>
                    <a:pt x="4985" y="161550"/>
                  </a:lnTo>
                  <a:lnTo>
                    <a:pt x="4301" y="162248"/>
                  </a:lnTo>
                  <a:lnTo>
                    <a:pt x="2868" y="164372"/>
                  </a:lnTo>
                  <a:lnTo>
                    <a:pt x="1956" y="164046"/>
                  </a:lnTo>
                  <a:lnTo>
                    <a:pt x="2831" y="161729"/>
                  </a:lnTo>
                  <a:lnTo>
                    <a:pt x="2908" y="160695"/>
                  </a:lnTo>
                  <a:lnTo>
                    <a:pt x="2729" y="159544"/>
                  </a:lnTo>
                  <a:lnTo>
                    <a:pt x="1533" y="161495"/>
                  </a:lnTo>
                  <a:lnTo>
                    <a:pt x="176" y="161746"/>
                  </a:lnTo>
                  <a:lnTo>
                    <a:pt x="0" y="159939"/>
                  </a:lnTo>
                  <a:lnTo>
                    <a:pt x="120" y="157844"/>
                  </a:lnTo>
                  <a:lnTo>
                    <a:pt x="400" y="157250"/>
                  </a:lnTo>
                  <a:lnTo>
                    <a:pt x="4069" y="156151"/>
                  </a:lnTo>
                  <a:lnTo>
                    <a:pt x="5392" y="155432"/>
                  </a:lnTo>
                  <a:lnTo>
                    <a:pt x="5969" y="154307"/>
                  </a:lnTo>
                  <a:lnTo>
                    <a:pt x="3773" y="153920"/>
                  </a:lnTo>
                  <a:lnTo>
                    <a:pt x="3634" y="152341"/>
                  </a:lnTo>
                  <a:lnTo>
                    <a:pt x="3951" y="151078"/>
                  </a:lnTo>
                  <a:lnTo>
                    <a:pt x="5827" y="148977"/>
                  </a:lnTo>
                  <a:lnTo>
                    <a:pt x="4444" y="149514"/>
                  </a:lnTo>
                  <a:lnTo>
                    <a:pt x="2911" y="149326"/>
                  </a:lnTo>
                  <a:lnTo>
                    <a:pt x="3014" y="147107"/>
                  </a:lnTo>
                  <a:lnTo>
                    <a:pt x="3414" y="145370"/>
                  </a:lnTo>
                  <a:lnTo>
                    <a:pt x="5022" y="145318"/>
                  </a:lnTo>
                  <a:lnTo>
                    <a:pt x="4519" y="144126"/>
                  </a:lnTo>
                  <a:lnTo>
                    <a:pt x="4446" y="142461"/>
                  </a:lnTo>
                  <a:lnTo>
                    <a:pt x="4893" y="142349"/>
                  </a:lnTo>
                  <a:lnTo>
                    <a:pt x="6523" y="144588"/>
                  </a:lnTo>
                  <a:lnTo>
                    <a:pt x="7699" y="145407"/>
                  </a:lnTo>
                  <a:lnTo>
                    <a:pt x="7204" y="143722"/>
                  </a:lnTo>
                  <a:lnTo>
                    <a:pt x="7269" y="142660"/>
                  </a:lnTo>
                  <a:lnTo>
                    <a:pt x="7581" y="142184"/>
                  </a:lnTo>
                  <a:lnTo>
                    <a:pt x="8544" y="141844"/>
                  </a:lnTo>
                  <a:lnTo>
                    <a:pt x="8280" y="141546"/>
                  </a:lnTo>
                  <a:lnTo>
                    <a:pt x="7377" y="141119"/>
                  </a:lnTo>
                  <a:lnTo>
                    <a:pt x="6304" y="139838"/>
                  </a:lnTo>
                  <a:lnTo>
                    <a:pt x="6189" y="138485"/>
                  </a:lnTo>
                  <a:lnTo>
                    <a:pt x="6225" y="136918"/>
                  </a:lnTo>
                  <a:lnTo>
                    <a:pt x="7384" y="134765"/>
                  </a:lnTo>
                  <a:lnTo>
                    <a:pt x="8068" y="136046"/>
                  </a:lnTo>
                  <a:lnTo>
                    <a:pt x="8878" y="135694"/>
                  </a:lnTo>
                  <a:lnTo>
                    <a:pt x="8260" y="134687"/>
                  </a:lnTo>
                  <a:lnTo>
                    <a:pt x="7883" y="133178"/>
                  </a:lnTo>
                  <a:lnTo>
                    <a:pt x="8140" y="132185"/>
                  </a:lnTo>
                  <a:lnTo>
                    <a:pt x="10595" y="128180"/>
                  </a:lnTo>
                  <a:lnTo>
                    <a:pt x="11225" y="132032"/>
                  </a:lnTo>
                  <a:lnTo>
                    <a:pt x="11373" y="130754"/>
                  </a:lnTo>
                  <a:lnTo>
                    <a:pt x="11406" y="129539"/>
                  </a:lnTo>
                  <a:lnTo>
                    <a:pt x="11112" y="128486"/>
                  </a:lnTo>
                  <a:lnTo>
                    <a:pt x="11154" y="127424"/>
                  </a:lnTo>
                  <a:lnTo>
                    <a:pt x="11438" y="126509"/>
                  </a:lnTo>
                  <a:lnTo>
                    <a:pt x="12491" y="125606"/>
                  </a:lnTo>
                  <a:lnTo>
                    <a:pt x="13859" y="122666"/>
                  </a:lnTo>
                  <a:lnTo>
                    <a:pt x="14868" y="121298"/>
                  </a:lnTo>
                  <a:lnTo>
                    <a:pt x="15690" y="122175"/>
                  </a:lnTo>
                  <a:lnTo>
                    <a:pt x="16253" y="123358"/>
                  </a:lnTo>
                  <a:lnTo>
                    <a:pt x="16169" y="122184"/>
                  </a:lnTo>
                  <a:lnTo>
                    <a:pt x="15770" y="121211"/>
                  </a:lnTo>
                  <a:lnTo>
                    <a:pt x="15658" y="118510"/>
                  </a:lnTo>
                  <a:lnTo>
                    <a:pt x="17495" y="114317"/>
                  </a:lnTo>
                  <a:lnTo>
                    <a:pt x="19515" y="110324"/>
                  </a:lnTo>
                  <a:lnTo>
                    <a:pt x="21450" y="106139"/>
                  </a:lnTo>
                  <a:lnTo>
                    <a:pt x="22481" y="104619"/>
                  </a:lnTo>
                  <a:lnTo>
                    <a:pt x="24679" y="102893"/>
                  </a:lnTo>
                  <a:lnTo>
                    <a:pt x="26085" y="103612"/>
                  </a:lnTo>
                  <a:lnTo>
                    <a:pt x="26444" y="103479"/>
                  </a:lnTo>
                  <a:lnTo>
                    <a:pt x="28533" y="100463"/>
                  </a:lnTo>
                  <a:lnTo>
                    <a:pt x="29397" y="99681"/>
                  </a:lnTo>
                  <a:lnTo>
                    <a:pt x="30186" y="100758"/>
                  </a:lnTo>
                  <a:lnTo>
                    <a:pt x="30674" y="101147"/>
                  </a:lnTo>
                  <a:lnTo>
                    <a:pt x="30184" y="98391"/>
                  </a:lnTo>
                  <a:lnTo>
                    <a:pt x="30567" y="97128"/>
                  </a:lnTo>
                  <a:lnTo>
                    <a:pt x="32312" y="94897"/>
                  </a:lnTo>
                  <a:lnTo>
                    <a:pt x="34493" y="92594"/>
                  </a:lnTo>
                  <a:lnTo>
                    <a:pt x="36154" y="91636"/>
                  </a:lnTo>
                  <a:lnTo>
                    <a:pt x="37377" y="90078"/>
                  </a:lnTo>
                  <a:lnTo>
                    <a:pt x="38111" y="90035"/>
                  </a:lnTo>
                  <a:lnTo>
                    <a:pt x="37999" y="88857"/>
                  </a:lnTo>
                  <a:lnTo>
                    <a:pt x="38125" y="87729"/>
                  </a:lnTo>
                  <a:lnTo>
                    <a:pt x="38758" y="87807"/>
                  </a:lnTo>
                  <a:lnTo>
                    <a:pt x="38953" y="87363"/>
                  </a:lnTo>
                  <a:lnTo>
                    <a:pt x="38396" y="86754"/>
                  </a:lnTo>
                  <a:lnTo>
                    <a:pt x="40197" y="84491"/>
                  </a:lnTo>
                  <a:lnTo>
                    <a:pt x="41175" y="81998"/>
                  </a:lnTo>
                  <a:lnTo>
                    <a:pt x="41688" y="81482"/>
                  </a:lnTo>
                  <a:lnTo>
                    <a:pt x="42151" y="80728"/>
                  </a:lnTo>
                  <a:lnTo>
                    <a:pt x="42726" y="79009"/>
                  </a:lnTo>
                  <a:lnTo>
                    <a:pt x="43404" y="78440"/>
                  </a:lnTo>
                  <a:lnTo>
                    <a:pt x="44037" y="78706"/>
                  </a:lnTo>
                  <a:lnTo>
                    <a:pt x="44495" y="79551"/>
                  </a:lnTo>
                  <a:lnTo>
                    <a:pt x="44248" y="78146"/>
                  </a:lnTo>
                  <a:lnTo>
                    <a:pt x="43436" y="77346"/>
                  </a:lnTo>
                  <a:lnTo>
                    <a:pt x="44307" y="76123"/>
                  </a:lnTo>
                  <a:lnTo>
                    <a:pt x="45206" y="75280"/>
                  </a:lnTo>
                  <a:lnTo>
                    <a:pt x="46082" y="75895"/>
                  </a:lnTo>
                  <a:lnTo>
                    <a:pt x="46945" y="76879"/>
                  </a:lnTo>
                  <a:lnTo>
                    <a:pt x="46082" y="75370"/>
                  </a:lnTo>
                  <a:lnTo>
                    <a:pt x="45944" y="74432"/>
                  </a:lnTo>
                  <a:lnTo>
                    <a:pt x="46987" y="73353"/>
                  </a:lnTo>
                  <a:lnTo>
                    <a:pt x="47554" y="73021"/>
                  </a:lnTo>
                  <a:lnTo>
                    <a:pt x="48347" y="75047"/>
                  </a:lnTo>
                  <a:lnTo>
                    <a:pt x="48234" y="73442"/>
                  </a:lnTo>
                  <a:lnTo>
                    <a:pt x="48419" y="72019"/>
                  </a:lnTo>
                  <a:lnTo>
                    <a:pt x="49540" y="69694"/>
                  </a:lnTo>
                  <a:lnTo>
                    <a:pt x="51012" y="65844"/>
                  </a:lnTo>
                  <a:lnTo>
                    <a:pt x="51483" y="67183"/>
                  </a:lnTo>
                  <a:lnTo>
                    <a:pt x="51555" y="68811"/>
                  </a:lnTo>
                  <a:lnTo>
                    <a:pt x="51486" y="70770"/>
                  </a:lnTo>
                  <a:lnTo>
                    <a:pt x="51789" y="70092"/>
                  </a:lnTo>
                  <a:lnTo>
                    <a:pt x="51893" y="68311"/>
                  </a:lnTo>
                  <a:lnTo>
                    <a:pt x="51668" y="65186"/>
                  </a:lnTo>
                  <a:lnTo>
                    <a:pt x="53506" y="59406"/>
                  </a:lnTo>
                  <a:lnTo>
                    <a:pt x="53866" y="58760"/>
                  </a:lnTo>
                  <a:lnTo>
                    <a:pt x="54272" y="58367"/>
                  </a:lnTo>
                  <a:lnTo>
                    <a:pt x="54912" y="58215"/>
                  </a:lnTo>
                  <a:lnTo>
                    <a:pt x="54715" y="57340"/>
                  </a:lnTo>
                  <a:lnTo>
                    <a:pt x="54217" y="56495"/>
                  </a:lnTo>
                  <a:lnTo>
                    <a:pt x="54720" y="53557"/>
                  </a:lnTo>
                  <a:lnTo>
                    <a:pt x="55017" y="50204"/>
                  </a:lnTo>
                  <a:lnTo>
                    <a:pt x="55444" y="46981"/>
                  </a:lnTo>
                  <a:lnTo>
                    <a:pt x="56129" y="43821"/>
                  </a:lnTo>
                  <a:lnTo>
                    <a:pt x="56874" y="38552"/>
                  </a:lnTo>
                  <a:lnTo>
                    <a:pt x="57443" y="37452"/>
                  </a:lnTo>
                  <a:lnTo>
                    <a:pt x="58986" y="37074"/>
                  </a:lnTo>
                  <a:lnTo>
                    <a:pt x="59661" y="36333"/>
                  </a:lnTo>
                  <a:lnTo>
                    <a:pt x="60786" y="34428"/>
                  </a:lnTo>
                  <a:lnTo>
                    <a:pt x="62119" y="30986"/>
                  </a:lnTo>
                  <a:lnTo>
                    <a:pt x="62831" y="28210"/>
                  </a:lnTo>
                  <a:lnTo>
                    <a:pt x="63769" y="21024"/>
                  </a:lnTo>
                  <a:lnTo>
                    <a:pt x="64292" y="13510"/>
                  </a:lnTo>
                  <a:lnTo>
                    <a:pt x="65806" y="7938"/>
                  </a:lnTo>
                  <a:lnTo>
                    <a:pt x="68025" y="3904"/>
                  </a:lnTo>
                  <a:lnTo>
                    <a:pt x="69983" y="833"/>
                  </a:lnTo>
                  <a:lnTo>
                    <a:pt x="70784" y="196"/>
                  </a:lnTo>
                  <a:lnTo>
                    <a:pt x="72136" y="0"/>
                  </a:lnTo>
                  <a:lnTo>
                    <a:pt x="73424" y="848"/>
                  </a:lnTo>
                  <a:lnTo>
                    <a:pt x="71028" y="1587"/>
                  </a:lnTo>
                  <a:lnTo>
                    <a:pt x="70784" y="3407"/>
                  </a:lnTo>
                  <a:lnTo>
                    <a:pt x="70707" y="5251"/>
                  </a:lnTo>
                  <a:lnTo>
                    <a:pt x="70985" y="6902"/>
                  </a:lnTo>
                  <a:lnTo>
                    <a:pt x="71416" y="8374"/>
                  </a:lnTo>
                  <a:lnTo>
                    <a:pt x="72578" y="9759"/>
                  </a:lnTo>
                  <a:lnTo>
                    <a:pt x="73935" y="10584"/>
                  </a:lnTo>
                  <a:lnTo>
                    <a:pt x="74544" y="13698"/>
                  </a:lnTo>
                  <a:lnTo>
                    <a:pt x="74656" y="17391"/>
                  </a:lnTo>
                  <a:lnTo>
                    <a:pt x="74844" y="205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5159639" y="4699931"/>
              <a:ext cx="2436" cy="7771"/>
            </a:xfrm>
            <a:custGeom>
              <a:avLst/>
              <a:pathLst>
                <a:path w="2436" h="7771">
                  <a:moveTo>
                    <a:pt x="2345" y="6157"/>
                  </a:moveTo>
                  <a:lnTo>
                    <a:pt x="2436" y="7771"/>
                  </a:lnTo>
                  <a:lnTo>
                    <a:pt x="1566" y="7196"/>
                  </a:lnTo>
                  <a:lnTo>
                    <a:pt x="1226" y="5979"/>
                  </a:lnTo>
                  <a:lnTo>
                    <a:pt x="251" y="4720"/>
                  </a:lnTo>
                  <a:lnTo>
                    <a:pt x="108" y="4339"/>
                  </a:lnTo>
                  <a:lnTo>
                    <a:pt x="0" y="1887"/>
                  </a:lnTo>
                  <a:lnTo>
                    <a:pt x="511" y="706"/>
                  </a:lnTo>
                  <a:lnTo>
                    <a:pt x="600" y="201"/>
                  </a:lnTo>
                  <a:lnTo>
                    <a:pt x="826" y="0"/>
                  </a:lnTo>
                  <a:lnTo>
                    <a:pt x="1223" y="1292"/>
                  </a:lnTo>
                  <a:lnTo>
                    <a:pt x="1998" y="313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5129767" y="4651417"/>
              <a:ext cx="66205" cy="212207"/>
            </a:xfrm>
            <a:custGeom>
              <a:avLst/>
              <a:pathLst>
                <a:path w="66205" h="212207">
                  <a:moveTo>
                    <a:pt x="6398" y="14941"/>
                  </a:moveTo>
                  <a:lnTo>
                    <a:pt x="6570" y="16295"/>
                  </a:lnTo>
                  <a:lnTo>
                    <a:pt x="7199" y="15331"/>
                  </a:lnTo>
                  <a:lnTo>
                    <a:pt x="7668" y="13810"/>
                  </a:lnTo>
                  <a:lnTo>
                    <a:pt x="8424" y="12269"/>
                  </a:lnTo>
                  <a:lnTo>
                    <a:pt x="8320" y="14757"/>
                  </a:lnTo>
                  <a:lnTo>
                    <a:pt x="8706" y="15302"/>
                  </a:lnTo>
                  <a:lnTo>
                    <a:pt x="11216" y="17036"/>
                  </a:lnTo>
                  <a:lnTo>
                    <a:pt x="11733" y="18482"/>
                  </a:lnTo>
                  <a:lnTo>
                    <a:pt x="12267" y="18895"/>
                  </a:lnTo>
                  <a:lnTo>
                    <a:pt x="12568" y="18087"/>
                  </a:lnTo>
                  <a:lnTo>
                    <a:pt x="12922" y="17645"/>
                  </a:lnTo>
                  <a:lnTo>
                    <a:pt x="13829" y="18557"/>
                  </a:lnTo>
                  <a:lnTo>
                    <a:pt x="15875" y="21091"/>
                  </a:lnTo>
                  <a:lnTo>
                    <a:pt x="16045" y="21962"/>
                  </a:lnTo>
                  <a:lnTo>
                    <a:pt x="15940" y="23264"/>
                  </a:lnTo>
                  <a:lnTo>
                    <a:pt x="16042" y="24637"/>
                  </a:lnTo>
                  <a:lnTo>
                    <a:pt x="16320" y="25734"/>
                  </a:lnTo>
                  <a:lnTo>
                    <a:pt x="17002" y="25988"/>
                  </a:lnTo>
                  <a:lnTo>
                    <a:pt x="17906" y="24360"/>
                  </a:lnTo>
                  <a:lnTo>
                    <a:pt x="18331" y="24158"/>
                  </a:lnTo>
                  <a:lnTo>
                    <a:pt x="18933" y="26458"/>
                  </a:lnTo>
                  <a:lnTo>
                    <a:pt x="19065" y="27716"/>
                  </a:lnTo>
                  <a:lnTo>
                    <a:pt x="19454" y="29006"/>
                  </a:lnTo>
                  <a:lnTo>
                    <a:pt x="19972" y="30287"/>
                  </a:lnTo>
                  <a:lnTo>
                    <a:pt x="20865" y="34068"/>
                  </a:lnTo>
                  <a:lnTo>
                    <a:pt x="20732" y="35395"/>
                  </a:lnTo>
                  <a:lnTo>
                    <a:pt x="20469" y="36590"/>
                  </a:lnTo>
                  <a:lnTo>
                    <a:pt x="21288" y="40081"/>
                  </a:lnTo>
                  <a:lnTo>
                    <a:pt x="20752" y="40324"/>
                  </a:lnTo>
                  <a:lnTo>
                    <a:pt x="19134" y="39732"/>
                  </a:lnTo>
                  <a:lnTo>
                    <a:pt x="19189" y="40430"/>
                  </a:lnTo>
                  <a:lnTo>
                    <a:pt x="20130" y="42993"/>
                  </a:lnTo>
                  <a:lnTo>
                    <a:pt x="20925" y="46614"/>
                  </a:lnTo>
                  <a:lnTo>
                    <a:pt x="21563" y="48799"/>
                  </a:lnTo>
                  <a:lnTo>
                    <a:pt x="23803" y="55563"/>
                  </a:lnTo>
                  <a:lnTo>
                    <a:pt x="23466" y="57969"/>
                  </a:lnTo>
                  <a:lnTo>
                    <a:pt x="23518" y="59556"/>
                  </a:lnTo>
                  <a:lnTo>
                    <a:pt x="23231" y="60921"/>
                  </a:lnTo>
                  <a:lnTo>
                    <a:pt x="23997" y="64505"/>
                  </a:lnTo>
                  <a:lnTo>
                    <a:pt x="23519" y="65619"/>
                  </a:lnTo>
                  <a:lnTo>
                    <a:pt x="23202" y="69290"/>
                  </a:lnTo>
                  <a:lnTo>
                    <a:pt x="22855" y="69933"/>
                  </a:lnTo>
                  <a:lnTo>
                    <a:pt x="22898" y="71275"/>
                  </a:lnTo>
                  <a:lnTo>
                    <a:pt x="23801" y="71630"/>
                  </a:lnTo>
                  <a:lnTo>
                    <a:pt x="24345" y="72201"/>
                  </a:lnTo>
                  <a:lnTo>
                    <a:pt x="24816" y="73289"/>
                  </a:lnTo>
                  <a:lnTo>
                    <a:pt x="25109" y="71979"/>
                  </a:lnTo>
                  <a:lnTo>
                    <a:pt x="25505" y="71621"/>
                  </a:lnTo>
                  <a:lnTo>
                    <a:pt x="26584" y="73373"/>
                  </a:lnTo>
                  <a:lnTo>
                    <a:pt x="28833" y="75119"/>
                  </a:lnTo>
                  <a:lnTo>
                    <a:pt x="29451" y="75768"/>
                  </a:lnTo>
                  <a:lnTo>
                    <a:pt x="29757" y="77176"/>
                  </a:lnTo>
                  <a:lnTo>
                    <a:pt x="29986" y="80581"/>
                  </a:lnTo>
                  <a:lnTo>
                    <a:pt x="30425" y="82082"/>
                  </a:lnTo>
                  <a:lnTo>
                    <a:pt x="31284" y="82370"/>
                  </a:lnTo>
                  <a:lnTo>
                    <a:pt x="32210" y="81917"/>
                  </a:lnTo>
                  <a:lnTo>
                    <a:pt x="32501" y="80676"/>
                  </a:lnTo>
                  <a:lnTo>
                    <a:pt x="32317" y="77341"/>
                  </a:lnTo>
                  <a:lnTo>
                    <a:pt x="31650" y="71999"/>
                  </a:lnTo>
                  <a:lnTo>
                    <a:pt x="31646" y="70262"/>
                  </a:lnTo>
                  <a:lnTo>
                    <a:pt x="31742" y="68522"/>
                  </a:lnTo>
                  <a:lnTo>
                    <a:pt x="31584" y="66794"/>
                  </a:lnTo>
                  <a:lnTo>
                    <a:pt x="31250" y="65160"/>
                  </a:lnTo>
                  <a:lnTo>
                    <a:pt x="30891" y="63908"/>
                  </a:lnTo>
                  <a:lnTo>
                    <a:pt x="30428" y="62858"/>
                  </a:lnTo>
                  <a:lnTo>
                    <a:pt x="30590" y="61216"/>
                  </a:lnTo>
                  <a:lnTo>
                    <a:pt x="31283" y="60474"/>
                  </a:lnTo>
                  <a:lnTo>
                    <a:pt x="31701" y="61862"/>
                  </a:lnTo>
                  <a:lnTo>
                    <a:pt x="32046" y="63536"/>
                  </a:lnTo>
                  <a:lnTo>
                    <a:pt x="33788" y="68490"/>
                  </a:lnTo>
                  <a:lnTo>
                    <a:pt x="34818" y="68141"/>
                  </a:lnTo>
                  <a:lnTo>
                    <a:pt x="34914" y="70193"/>
                  </a:lnTo>
                  <a:lnTo>
                    <a:pt x="35613" y="72276"/>
                  </a:lnTo>
                  <a:lnTo>
                    <a:pt x="35999" y="74718"/>
                  </a:lnTo>
                  <a:lnTo>
                    <a:pt x="36509" y="82013"/>
                  </a:lnTo>
                  <a:lnTo>
                    <a:pt x="37293" y="88880"/>
                  </a:lnTo>
                  <a:lnTo>
                    <a:pt x="38706" y="91873"/>
                  </a:lnTo>
                  <a:lnTo>
                    <a:pt x="38870" y="93304"/>
                  </a:lnTo>
                  <a:lnTo>
                    <a:pt x="38010" y="92565"/>
                  </a:lnTo>
                  <a:lnTo>
                    <a:pt x="37744" y="92995"/>
                  </a:lnTo>
                  <a:lnTo>
                    <a:pt x="37835" y="93717"/>
                  </a:lnTo>
                  <a:lnTo>
                    <a:pt x="38636" y="95030"/>
                  </a:lnTo>
                  <a:lnTo>
                    <a:pt x="39575" y="95676"/>
                  </a:lnTo>
                  <a:lnTo>
                    <a:pt x="40166" y="95584"/>
                  </a:lnTo>
                  <a:lnTo>
                    <a:pt x="40717" y="96063"/>
                  </a:lnTo>
                  <a:lnTo>
                    <a:pt x="44386" y="100521"/>
                  </a:lnTo>
                  <a:lnTo>
                    <a:pt x="46149" y="102255"/>
                  </a:lnTo>
                  <a:lnTo>
                    <a:pt x="50598" y="105095"/>
                  </a:lnTo>
                  <a:lnTo>
                    <a:pt x="51872" y="105323"/>
                  </a:lnTo>
                  <a:lnTo>
                    <a:pt x="52575" y="105245"/>
                  </a:lnTo>
                  <a:lnTo>
                    <a:pt x="53908" y="104258"/>
                  </a:lnTo>
                  <a:lnTo>
                    <a:pt x="55100" y="102486"/>
                  </a:lnTo>
                  <a:lnTo>
                    <a:pt x="56129" y="99837"/>
                  </a:lnTo>
                  <a:lnTo>
                    <a:pt x="57020" y="96816"/>
                  </a:lnTo>
                  <a:lnTo>
                    <a:pt x="57989" y="95350"/>
                  </a:lnTo>
                  <a:lnTo>
                    <a:pt x="59088" y="94196"/>
                  </a:lnTo>
                  <a:lnTo>
                    <a:pt x="59639" y="93125"/>
                  </a:lnTo>
                  <a:lnTo>
                    <a:pt x="60220" y="92363"/>
                  </a:lnTo>
                  <a:lnTo>
                    <a:pt x="63207" y="92718"/>
                  </a:lnTo>
                  <a:lnTo>
                    <a:pt x="64212" y="94242"/>
                  </a:lnTo>
                  <a:lnTo>
                    <a:pt x="65521" y="95463"/>
                  </a:lnTo>
                  <a:lnTo>
                    <a:pt x="66205" y="96418"/>
                  </a:lnTo>
                  <a:lnTo>
                    <a:pt x="65975" y="98354"/>
                  </a:lnTo>
                  <a:lnTo>
                    <a:pt x="65193" y="101214"/>
                  </a:lnTo>
                  <a:lnTo>
                    <a:pt x="64589" y="104342"/>
                  </a:lnTo>
                  <a:lnTo>
                    <a:pt x="64059" y="111452"/>
                  </a:lnTo>
                  <a:lnTo>
                    <a:pt x="63698" y="118637"/>
                  </a:lnTo>
                  <a:lnTo>
                    <a:pt x="63156" y="121803"/>
                  </a:lnTo>
                  <a:lnTo>
                    <a:pt x="62167" y="124241"/>
                  </a:lnTo>
                  <a:lnTo>
                    <a:pt x="61079" y="126022"/>
                  </a:lnTo>
                  <a:lnTo>
                    <a:pt x="59845" y="126858"/>
                  </a:lnTo>
                  <a:lnTo>
                    <a:pt x="59345" y="130936"/>
                  </a:lnTo>
                  <a:lnTo>
                    <a:pt x="59098" y="135709"/>
                  </a:lnTo>
                  <a:lnTo>
                    <a:pt x="59169" y="136909"/>
                  </a:lnTo>
                  <a:lnTo>
                    <a:pt x="59564" y="137859"/>
                  </a:lnTo>
                  <a:lnTo>
                    <a:pt x="59726" y="139275"/>
                  </a:lnTo>
                  <a:lnTo>
                    <a:pt x="59080" y="142144"/>
                  </a:lnTo>
                  <a:lnTo>
                    <a:pt x="58702" y="141728"/>
                  </a:lnTo>
                  <a:lnTo>
                    <a:pt x="58171" y="139342"/>
                  </a:lnTo>
                  <a:lnTo>
                    <a:pt x="57687" y="138343"/>
                  </a:lnTo>
                  <a:lnTo>
                    <a:pt x="56208" y="137599"/>
                  </a:lnTo>
                  <a:lnTo>
                    <a:pt x="54699" y="137247"/>
                  </a:lnTo>
                  <a:lnTo>
                    <a:pt x="53388" y="137463"/>
                  </a:lnTo>
                  <a:lnTo>
                    <a:pt x="52128" y="138488"/>
                  </a:lnTo>
                  <a:lnTo>
                    <a:pt x="50222" y="140565"/>
                  </a:lnTo>
                  <a:lnTo>
                    <a:pt x="49632" y="141619"/>
                  </a:lnTo>
                  <a:lnTo>
                    <a:pt x="49115" y="142952"/>
                  </a:lnTo>
                  <a:lnTo>
                    <a:pt x="48239" y="145927"/>
                  </a:lnTo>
                  <a:lnTo>
                    <a:pt x="48031" y="149566"/>
                  </a:lnTo>
                  <a:lnTo>
                    <a:pt x="48071" y="151473"/>
                  </a:lnTo>
                  <a:lnTo>
                    <a:pt x="48381" y="152948"/>
                  </a:lnTo>
                  <a:lnTo>
                    <a:pt x="50008" y="154956"/>
                  </a:lnTo>
                  <a:lnTo>
                    <a:pt x="48397" y="161977"/>
                  </a:lnTo>
                  <a:lnTo>
                    <a:pt x="46968" y="169278"/>
                  </a:lnTo>
                  <a:lnTo>
                    <a:pt x="46157" y="171364"/>
                  </a:lnTo>
                  <a:lnTo>
                    <a:pt x="45226" y="173286"/>
                  </a:lnTo>
                  <a:lnTo>
                    <a:pt x="44349" y="177675"/>
                  </a:lnTo>
                  <a:lnTo>
                    <a:pt x="42815" y="181458"/>
                  </a:lnTo>
                  <a:lnTo>
                    <a:pt x="41778" y="184344"/>
                  </a:lnTo>
                  <a:lnTo>
                    <a:pt x="40969" y="187336"/>
                  </a:lnTo>
                  <a:lnTo>
                    <a:pt x="40264" y="190524"/>
                  </a:lnTo>
                  <a:lnTo>
                    <a:pt x="38752" y="195023"/>
                  </a:lnTo>
                  <a:lnTo>
                    <a:pt x="38086" y="197995"/>
                  </a:lnTo>
                  <a:lnTo>
                    <a:pt x="37211" y="200466"/>
                  </a:lnTo>
                  <a:lnTo>
                    <a:pt x="35584" y="203623"/>
                  </a:lnTo>
                  <a:lnTo>
                    <a:pt x="33854" y="206329"/>
                  </a:lnTo>
                  <a:lnTo>
                    <a:pt x="31126" y="210069"/>
                  </a:lnTo>
                  <a:lnTo>
                    <a:pt x="30368" y="211304"/>
                  </a:lnTo>
                  <a:lnTo>
                    <a:pt x="29567" y="212207"/>
                  </a:lnTo>
                  <a:lnTo>
                    <a:pt x="28572" y="211137"/>
                  </a:lnTo>
                  <a:lnTo>
                    <a:pt x="28372" y="209971"/>
                  </a:lnTo>
                  <a:lnTo>
                    <a:pt x="28146" y="207432"/>
                  </a:lnTo>
                  <a:lnTo>
                    <a:pt x="27930" y="206497"/>
                  </a:lnTo>
                  <a:lnTo>
                    <a:pt x="26662" y="205723"/>
                  </a:lnTo>
                  <a:lnTo>
                    <a:pt x="24983" y="206955"/>
                  </a:lnTo>
                  <a:lnTo>
                    <a:pt x="24702" y="206693"/>
                  </a:lnTo>
                  <a:lnTo>
                    <a:pt x="24632" y="206110"/>
                  </a:lnTo>
                  <a:lnTo>
                    <a:pt x="24630" y="202384"/>
                  </a:lnTo>
                  <a:lnTo>
                    <a:pt x="24916" y="201334"/>
                  </a:lnTo>
                  <a:lnTo>
                    <a:pt x="24524" y="200754"/>
                  </a:lnTo>
                  <a:lnTo>
                    <a:pt x="24137" y="200982"/>
                  </a:lnTo>
                  <a:lnTo>
                    <a:pt x="24002" y="201931"/>
                  </a:lnTo>
                  <a:lnTo>
                    <a:pt x="24246" y="202754"/>
                  </a:lnTo>
                  <a:lnTo>
                    <a:pt x="23291" y="203775"/>
                  </a:lnTo>
                  <a:lnTo>
                    <a:pt x="22297" y="203804"/>
                  </a:lnTo>
                  <a:lnTo>
                    <a:pt x="21995" y="203403"/>
                  </a:lnTo>
                  <a:lnTo>
                    <a:pt x="21909" y="202716"/>
                  </a:lnTo>
                  <a:lnTo>
                    <a:pt x="22149" y="201588"/>
                  </a:lnTo>
                  <a:lnTo>
                    <a:pt x="22471" y="200595"/>
                  </a:lnTo>
                  <a:lnTo>
                    <a:pt x="24321" y="195901"/>
                  </a:lnTo>
                  <a:lnTo>
                    <a:pt x="26240" y="189662"/>
                  </a:lnTo>
                  <a:lnTo>
                    <a:pt x="27895" y="182981"/>
                  </a:lnTo>
                  <a:lnTo>
                    <a:pt x="28326" y="179548"/>
                  </a:lnTo>
                  <a:lnTo>
                    <a:pt x="28935" y="173164"/>
                  </a:lnTo>
                  <a:lnTo>
                    <a:pt x="28436" y="170507"/>
                  </a:lnTo>
                  <a:lnTo>
                    <a:pt x="27821" y="168011"/>
                  </a:lnTo>
                  <a:lnTo>
                    <a:pt x="26155" y="163200"/>
                  </a:lnTo>
                  <a:lnTo>
                    <a:pt x="23935" y="160482"/>
                  </a:lnTo>
                  <a:lnTo>
                    <a:pt x="22499" y="160098"/>
                  </a:lnTo>
                  <a:lnTo>
                    <a:pt x="21138" y="159088"/>
                  </a:lnTo>
                  <a:lnTo>
                    <a:pt x="19857" y="156788"/>
                  </a:lnTo>
                  <a:lnTo>
                    <a:pt x="18692" y="154076"/>
                  </a:lnTo>
                  <a:lnTo>
                    <a:pt x="16382" y="151854"/>
                  </a:lnTo>
                  <a:lnTo>
                    <a:pt x="13949" y="150108"/>
                  </a:lnTo>
                  <a:lnTo>
                    <a:pt x="12561" y="147647"/>
                  </a:lnTo>
                  <a:lnTo>
                    <a:pt x="12230" y="146181"/>
                  </a:lnTo>
                  <a:lnTo>
                    <a:pt x="12010" y="144484"/>
                  </a:lnTo>
                  <a:lnTo>
                    <a:pt x="12041" y="142906"/>
                  </a:lnTo>
                  <a:lnTo>
                    <a:pt x="12214" y="141307"/>
                  </a:lnTo>
                  <a:lnTo>
                    <a:pt x="12492" y="140075"/>
                  </a:lnTo>
                  <a:lnTo>
                    <a:pt x="12927" y="139183"/>
                  </a:lnTo>
                  <a:lnTo>
                    <a:pt x="15505" y="135989"/>
                  </a:lnTo>
                  <a:lnTo>
                    <a:pt x="18234" y="134211"/>
                  </a:lnTo>
                  <a:lnTo>
                    <a:pt x="18737" y="134243"/>
                  </a:lnTo>
                  <a:lnTo>
                    <a:pt x="19218" y="133960"/>
                  </a:lnTo>
                  <a:lnTo>
                    <a:pt x="19900" y="132872"/>
                  </a:lnTo>
                  <a:lnTo>
                    <a:pt x="21124" y="130385"/>
                  </a:lnTo>
                  <a:lnTo>
                    <a:pt x="21477" y="128714"/>
                  </a:lnTo>
                  <a:lnTo>
                    <a:pt x="21718" y="123401"/>
                  </a:lnTo>
                  <a:lnTo>
                    <a:pt x="22110" y="118173"/>
                  </a:lnTo>
                  <a:lnTo>
                    <a:pt x="22817" y="112182"/>
                  </a:lnTo>
                  <a:lnTo>
                    <a:pt x="23884" y="108465"/>
                  </a:lnTo>
                  <a:lnTo>
                    <a:pt x="24233" y="106186"/>
                  </a:lnTo>
                  <a:lnTo>
                    <a:pt x="23797" y="102429"/>
                  </a:lnTo>
                  <a:lnTo>
                    <a:pt x="24197" y="101052"/>
                  </a:lnTo>
                  <a:lnTo>
                    <a:pt x="24682" y="100221"/>
                  </a:lnTo>
                  <a:lnTo>
                    <a:pt x="25232" y="99739"/>
                  </a:lnTo>
                  <a:lnTo>
                    <a:pt x="24301" y="96213"/>
                  </a:lnTo>
                  <a:lnTo>
                    <a:pt x="23204" y="90880"/>
                  </a:lnTo>
                  <a:lnTo>
                    <a:pt x="22974" y="89227"/>
                  </a:lnTo>
                  <a:lnTo>
                    <a:pt x="23142" y="87593"/>
                  </a:lnTo>
                  <a:lnTo>
                    <a:pt x="23411" y="85986"/>
                  </a:lnTo>
                  <a:lnTo>
                    <a:pt x="22727" y="85579"/>
                  </a:lnTo>
                  <a:lnTo>
                    <a:pt x="22331" y="84038"/>
                  </a:lnTo>
                  <a:lnTo>
                    <a:pt x="21346" y="78856"/>
                  </a:lnTo>
                  <a:lnTo>
                    <a:pt x="21617" y="78033"/>
                  </a:lnTo>
                  <a:lnTo>
                    <a:pt x="22185" y="78590"/>
                  </a:lnTo>
                  <a:lnTo>
                    <a:pt x="23032" y="82327"/>
                  </a:lnTo>
                  <a:lnTo>
                    <a:pt x="23170" y="80402"/>
                  </a:lnTo>
                  <a:lnTo>
                    <a:pt x="23819" y="79219"/>
                  </a:lnTo>
                  <a:lnTo>
                    <a:pt x="24504" y="78605"/>
                  </a:lnTo>
                  <a:lnTo>
                    <a:pt x="25242" y="78472"/>
                  </a:lnTo>
                  <a:lnTo>
                    <a:pt x="23574" y="74305"/>
                  </a:lnTo>
                  <a:lnTo>
                    <a:pt x="23017" y="74472"/>
                  </a:lnTo>
                  <a:lnTo>
                    <a:pt x="22279" y="75136"/>
                  </a:lnTo>
                  <a:lnTo>
                    <a:pt x="21524" y="75546"/>
                  </a:lnTo>
                  <a:lnTo>
                    <a:pt x="20787" y="75179"/>
                  </a:lnTo>
                  <a:lnTo>
                    <a:pt x="20095" y="74250"/>
                  </a:lnTo>
                  <a:lnTo>
                    <a:pt x="19742" y="72496"/>
                  </a:lnTo>
                  <a:lnTo>
                    <a:pt x="19305" y="69119"/>
                  </a:lnTo>
                  <a:lnTo>
                    <a:pt x="19031" y="67870"/>
                  </a:lnTo>
                  <a:lnTo>
                    <a:pt x="16839" y="60965"/>
                  </a:lnTo>
                  <a:lnTo>
                    <a:pt x="17484" y="60748"/>
                  </a:lnTo>
                  <a:lnTo>
                    <a:pt x="19254" y="64205"/>
                  </a:lnTo>
                  <a:lnTo>
                    <a:pt x="19597" y="63100"/>
                  </a:lnTo>
                  <a:lnTo>
                    <a:pt x="19853" y="61510"/>
                  </a:lnTo>
                  <a:lnTo>
                    <a:pt x="19768" y="59741"/>
                  </a:lnTo>
                  <a:lnTo>
                    <a:pt x="19345" y="58402"/>
                  </a:lnTo>
                  <a:lnTo>
                    <a:pt x="18715" y="57528"/>
                  </a:lnTo>
                  <a:lnTo>
                    <a:pt x="18704" y="55958"/>
                  </a:lnTo>
                  <a:lnTo>
                    <a:pt x="19184" y="54518"/>
                  </a:lnTo>
                  <a:lnTo>
                    <a:pt x="19154" y="53511"/>
                  </a:lnTo>
                  <a:lnTo>
                    <a:pt x="18141" y="51456"/>
                  </a:lnTo>
                  <a:lnTo>
                    <a:pt x="17736" y="51237"/>
                  </a:lnTo>
                  <a:lnTo>
                    <a:pt x="17556" y="52198"/>
                  </a:lnTo>
                  <a:lnTo>
                    <a:pt x="17846" y="53621"/>
                  </a:lnTo>
                  <a:lnTo>
                    <a:pt x="17575" y="53779"/>
                  </a:lnTo>
                  <a:lnTo>
                    <a:pt x="15108" y="50037"/>
                  </a:lnTo>
                  <a:lnTo>
                    <a:pt x="14346" y="47027"/>
                  </a:lnTo>
                  <a:lnTo>
                    <a:pt x="13723" y="43720"/>
                  </a:lnTo>
                  <a:lnTo>
                    <a:pt x="13659" y="45065"/>
                  </a:lnTo>
                  <a:lnTo>
                    <a:pt x="13755" y="46955"/>
                  </a:lnTo>
                  <a:lnTo>
                    <a:pt x="14730" y="50741"/>
                  </a:lnTo>
                  <a:lnTo>
                    <a:pt x="16311" y="54971"/>
                  </a:lnTo>
                  <a:lnTo>
                    <a:pt x="16584" y="56099"/>
                  </a:lnTo>
                  <a:lnTo>
                    <a:pt x="16350" y="57557"/>
                  </a:lnTo>
                  <a:lnTo>
                    <a:pt x="15801" y="57972"/>
                  </a:lnTo>
                  <a:lnTo>
                    <a:pt x="15315" y="57049"/>
                  </a:lnTo>
                  <a:lnTo>
                    <a:pt x="14592" y="53427"/>
                  </a:lnTo>
                  <a:lnTo>
                    <a:pt x="14071" y="51615"/>
                  </a:lnTo>
                  <a:lnTo>
                    <a:pt x="8019" y="32902"/>
                  </a:lnTo>
                  <a:lnTo>
                    <a:pt x="8792" y="30432"/>
                  </a:lnTo>
                  <a:lnTo>
                    <a:pt x="9991" y="28351"/>
                  </a:lnTo>
                  <a:lnTo>
                    <a:pt x="10269" y="27425"/>
                  </a:lnTo>
                  <a:lnTo>
                    <a:pt x="10449" y="26299"/>
                  </a:lnTo>
                  <a:lnTo>
                    <a:pt x="9943" y="26106"/>
                  </a:lnTo>
                  <a:lnTo>
                    <a:pt x="9490" y="26617"/>
                  </a:lnTo>
                  <a:lnTo>
                    <a:pt x="8972" y="27575"/>
                  </a:lnTo>
                  <a:lnTo>
                    <a:pt x="8497" y="28665"/>
                  </a:lnTo>
                  <a:lnTo>
                    <a:pt x="7900" y="31087"/>
                  </a:lnTo>
                  <a:lnTo>
                    <a:pt x="7612" y="31646"/>
                  </a:lnTo>
                  <a:lnTo>
                    <a:pt x="6904" y="29970"/>
                  </a:lnTo>
                  <a:lnTo>
                    <a:pt x="6634" y="28934"/>
                  </a:lnTo>
                  <a:lnTo>
                    <a:pt x="6645" y="27693"/>
                  </a:lnTo>
                  <a:lnTo>
                    <a:pt x="6456" y="26905"/>
                  </a:lnTo>
                  <a:lnTo>
                    <a:pt x="5929" y="26657"/>
                  </a:lnTo>
                  <a:lnTo>
                    <a:pt x="5157" y="24190"/>
                  </a:lnTo>
                  <a:lnTo>
                    <a:pt x="4664" y="22935"/>
                  </a:lnTo>
                  <a:lnTo>
                    <a:pt x="5482" y="20525"/>
                  </a:lnTo>
                  <a:lnTo>
                    <a:pt x="5503" y="17348"/>
                  </a:lnTo>
                  <a:lnTo>
                    <a:pt x="4671" y="14012"/>
                  </a:lnTo>
                  <a:lnTo>
                    <a:pt x="3675" y="10956"/>
                  </a:lnTo>
                  <a:lnTo>
                    <a:pt x="1757" y="6005"/>
                  </a:lnTo>
                  <a:lnTo>
                    <a:pt x="0" y="770"/>
                  </a:lnTo>
                  <a:lnTo>
                    <a:pt x="1905" y="112"/>
                  </a:lnTo>
                  <a:lnTo>
                    <a:pt x="3838" y="0"/>
                  </a:lnTo>
                  <a:lnTo>
                    <a:pt x="2927" y="3133"/>
                  </a:lnTo>
                  <a:lnTo>
                    <a:pt x="3336" y="4946"/>
                  </a:lnTo>
                  <a:lnTo>
                    <a:pt x="3956" y="6475"/>
                  </a:lnTo>
                  <a:lnTo>
                    <a:pt x="5281" y="11164"/>
                  </a:lnTo>
                  <a:lnTo>
                    <a:pt x="5397" y="12517"/>
                  </a:lnTo>
                  <a:lnTo>
                    <a:pt x="6070" y="138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1224538" y="3909840"/>
              <a:ext cx="147" cy="758"/>
            </a:xfrm>
            <a:custGeom>
              <a:avLst/>
              <a:pathLst>
                <a:path w="147" h="758">
                  <a:moveTo>
                    <a:pt x="147" y="758"/>
                  </a:moveTo>
                  <a:lnTo>
                    <a:pt x="98" y="585"/>
                  </a:lnTo>
                  <a:lnTo>
                    <a:pt x="18" y="357"/>
                  </a:lnTo>
                  <a:lnTo>
                    <a:pt x="0" y="0"/>
                  </a:lnTo>
                  <a:lnTo>
                    <a:pt x="82" y="181"/>
                  </a:lnTo>
                  <a:lnTo>
                    <a:pt x="140" y="4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1209829" y="3886610"/>
              <a:ext cx="180" cy="1076"/>
            </a:xfrm>
            <a:custGeom>
              <a:avLst/>
              <a:pathLst>
                <a:path w="180" h="1076">
                  <a:moveTo>
                    <a:pt x="151" y="1076"/>
                  </a:moveTo>
                  <a:lnTo>
                    <a:pt x="99" y="741"/>
                  </a:lnTo>
                  <a:lnTo>
                    <a:pt x="33" y="375"/>
                  </a:lnTo>
                  <a:lnTo>
                    <a:pt x="0" y="0"/>
                  </a:lnTo>
                  <a:lnTo>
                    <a:pt x="110" y="285"/>
                  </a:lnTo>
                  <a:lnTo>
                    <a:pt x="180" y="6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3834506" y="3022979"/>
              <a:ext cx="3518" cy="14093"/>
            </a:xfrm>
            <a:custGeom>
              <a:avLst/>
              <a:pathLst>
                <a:path w="3518" h="14093">
                  <a:moveTo>
                    <a:pt x="921" y="13646"/>
                  </a:moveTo>
                  <a:lnTo>
                    <a:pt x="206" y="14093"/>
                  </a:lnTo>
                  <a:lnTo>
                    <a:pt x="0" y="13884"/>
                  </a:lnTo>
                  <a:lnTo>
                    <a:pt x="3" y="10141"/>
                  </a:lnTo>
                  <a:lnTo>
                    <a:pt x="1670" y="5436"/>
                  </a:lnTo>
                  <a:lnTo>
                    <a:pt x="2764" y="0"/>
                  </a:lnTo>
                  <a:lnTo>
                    <a:pt x="3518" y="4857"/>
                  </a:lnTo>
                  <a:lnTo>
                    <a:pt x="2205" y="7583"/>
                  </a:lnTo>
                  <a:lnTo>
                    <a:pt x="1491" y="1222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3758841" y="2895958"/>
              <a:ext cx="89252" cy="246167"/>
            </a:xfrm>
            <a:custGeom>
              <a:avLst/>
              <a:pathLst>
                <a:path w="89252" h="246167">
                  <a:moveTo>
                    <a:pt x="50081" y="0"/>
                  </a:moveTo>
                  <a:lnTo>
                    <a:pt x="51238" y="7766"/>
                  </a:lnTo>
                  <a:lnTo>
                    <a:pt x="52950" y="15037"/>
                  </a:lnTo>
                  <a:lnTo>
                    <a:pt x="54466" y="19048"/>
                  </a:lnTo>
                  <a:lnTo>
                    <a:pt x="56037" y="24496"/>
                  </a:lnTo>
                  <a:lnTo>
                    <a:pt x="58428" y="29504"/>
                  </a:lnTo>
                  <a:lnTo>
                    <a:pt x="59527" y="31216"/>
                  </a:lnTo>
                  <a:lnTo>
                    <a:pt x="63973" y="34735"/>
                  </a:lnTo>
                  <a:lnTo>
                    <a:pt x="66400" y="36051"/>
                  </a:lnTo>
                  <a:lnTo>
                    <a:pt x="69753" y="37309"/>
                  </a:lnTo>
                  <a:lnTo>
                    <a:pt x="72071" y="40049"/>
                  </a:lnTo>
                  <a:lnTo>
                    <a:pt x="72851" y="40217"/>
                  </a:lnTo>
                  <a:lnTo>
                    <a:pt x="74064" y="39404"/>
                  </a:lnTo>
                  <a:lnTo>
                    <a:pt x="74950" y="39469"/>
                  </a:lnTo>
                  <a:lnTo>
                    <a:pt x="77164" y="43201"/>
                  </a:lnTo>
                  <a:lnTo>
                    <a:pt x="77815" y="46738"/>
                  </a:lnTo>
                  <a:lnTo>
                    <a:pt x="78737" y="48608"/>
                  </a:lnTo>
                  <a:lnTo>
                    <a:pt x="79553" y="51547"/>
                  </a:lnTo>
                  <a:lnTo>
                    <a:pt x="80081" y="54625"/>
                  </a:lnTo>
                  <a:lnTo>
                    <a:pt x="81953" y="59314"/>
                  </a:lnTo>
                  <a:lnTo>
                    <a:pt x="83272" y="64589"/>
                  </a:lnTo>
                  <a:lnTo>
                    <a:pt x="84618" y="68505"/>
                  </a:lnTo>
                  <a:lnTo>
                    <a:pt x="85819" y="70937"/>
                  </a:lnTo>
                  <a:lnTo>
                    <a:pt x="87641" y="71894"/>
                  </a:lnTo>
                  <a:lnTo>
                    <a:pt x="89090" y="72992"/>
                  </a:lnTo>
                  <a:lnTo>
                    <a:pt x="89252" y="75605"/>
                  </a:lnTo>
                  <a:lnTo>
                    <a:pt x="89103" y="79014"/>
                  </a:lnTo>
                  <a:lnTo>
                    <a:pt x="88826" y="81534"/>
                  </a:lnTo>
                  <a:lnTo>
                    <a:pt x="87473" y="86442"/>
                  </a:lnTo>
                  <a:lnTo>
                    <a:pt x="87151" y="89469"/>
                  </a:lnTo>
                  <a:lnTo>
                    <a:pt x="85619" y="94464"/>
                  </a:lnTo>
                  <a:lnTo>
                    <a:pt x="83960" y="102841"/>
                  </a:lnTo>
                  <a:lnTo>
                    <a:pt x="83199" y="104717"/>
                  </a:lnTo>
                  <a:lnTo>
                    <a:pt x="80522" y="109039"/>
                  </a:lnTo>
                  <a:lnTo>
                    <a:pt x="78557" y="114248"/>
                  </a:lnTo>
                  <a:lnTo>
                    <a:pt x="76226" y="123280"/>
                  </a:lnTo>
                  <a:lnTo>
                    <a:pt x="74452" y="132240"/>
                  </a:lnTo>
                  <a:lnTo>
                    <a:pt x="73771" y="135107"/>
                  </a:lnTo>
                  <a:lnTo>
                    <a:pt x="72346" y="135697"/>
                  </a:lnTo>
                  <a:lnTo>
                    <a:pt x="71407" y="135445"/>
                  </a:lnTo>
                  <a:lnTo>
                    <a:pt x="70759" y="134602"/>
                  </a:lnTo>
                  <a:lnTo>
                    <a:pt x="71017" y="132154"/>
                  </a:lnTo>
                  <a:lnTo>
                    <a:pt x="71168" y="129424"/>
                  </a:lnTo>
                  <a:lnTo>
                    <a:pt x="70310" y="129711"/>
                  </a:lnTo>
                  <a:lnTo>
                    <a:pt x="69555" y="130276"/>
                  </a:lnTo>
                  <a:lnTo>
                    <a:pt x="67786" y="136977"/>
                  </a:lnTo>
                  <a:lnTo>
                    <a:pt x="66817" y="139916"/>
                  </a:lnTo>
                  <a:lnTo>
                    <a:pt x="66611" y="143651"/>
                  </a:lnTo>
                  <a:lnTo>
                    <a:pt x="66140" y="148472"/>
                  </a:lnTo>
                  <a:lnTo>
                    <a:pt x="65448" y="152907"/>
                  </a:lnTo>
                  <a:lnTo>
                    <a:pt x="65140" y="156632"/>
                  </a:lnTo>
                  <a:lnTo>
                    <a:pt x="65151" y="158745"/>
                  </a:lnTo>
                  <a:lnTo>
                    <a:pt x="65670" y="163907"/>
                  </a:lnTo>
                  <a:lnTo>
                    <a:pt x="65706" y="169194"/>
                  </a:lnTo>
                  <a:lnTo>
                    <a:pt x="66005" y="172367"/>
                  </a:lnTo>
                  <a:lnTo>
                    <a:pt x="66247" y="176174"/>
                  </a:lnTo>
                  <a:lnTo>
                    <a:pt x="65416" y="177349"/>
                  </a:lnTo>
                  <a:lnTo>
                    <a:pt x="64705" y="177924"/>
                  </a:lnTo>
                  <a:lnTo>
                    <a:pt x="61890" y="178340"/>
                  </a:lnTo>
                  <a:lnTo>
                    <a:pt x="59036" y="179558"/>
                  </a:lnTo>
                  <a:lnTo>
                    <a:pt x="56545" y="181767"/>
                  </a:lnTo>
                  <a:lnTo>
                    <a:pt x="55055" y="183962"/>
                  </a:lnTo>
                  <a:lnTo>
                    <a:pt x="53114" y="188872"/>
                  </a:lnTo>
                  <a:lnTo>
                    <a:pt x="51930" y="201324"/>
                  </a:lnTo>
                  <a:lnTo>
                    <a:pt x="50030" y="206583"/>
                  </a:lnTo>
                  <a:lnTo>
                    <a:pt x="48745" y="207682"/>
                  </a:lnTo>
                  <a:lnTo>
                    <a:pt x="45649" y="208143"/>
                  </a:lnTo>
                  <a:lnTo>
                    <a:pt x="41291" y="209594"/>
                  </a:lnTo>
                  <a:lnTo>
                    <a:pt x="39760" y="210860"/>
                  </a:lnTo>
                  <a:lnTo>
                    <a:pt x="37220" y="218472"/>
                  </a:lnTo>
                  <a:lnTo>
                    <a:pt x="37025" y="220863"/>
                  </a:lnTo>
                  <a:lnTo>
                    <a:pt x="37516" y="222591"/>
                  </a:lnTo>
                  <a:lnTo>
                    <a:pt x="37677" y="224502"/>
                  </a:lnTo>
                  <a:lnTo>
                    <a:pt x="37445" y="226295"/>
                  </a:lnTo>
                  <a:lnTo>
                    <a:pt x="36293" y="231120"/>
                  </a:lnTo>
                  <a:lnTo>
                    <a:pt x="35048" y="234627"/>
                  </a:lnTo>
                  <a:lnTo>
                    <a:pt x="31729" y="236822"/>
                  </a:lnTo>
                  <a:lnTo>
                    <a:pt x="30512" y="235515"/>
                  </a:lnTo>
                  <a:lnTo>
                    <a:pt x="29397" y="234854"/>
                  </a:lnTo>
                  <a:lnTo>
                    <a:pt x="27245" y="234783"/>
                  </a:lnTo>
                  <a:lnTo>
                    <a:pt x="23738" y="235614"/>
                  </a:lnTo>
                  <a:lnTo>
                    <a:pt x="22446" y="238205"/>
                  </a:lnTo>
                  <a:lnTo>
                    <a:pt x="20414" y="240041"/>
                  </a:lnTo>
                  <a:lnTo>
                    <a:pt x="18534" y="242870"/>
                  </a:lnTo>
                  <a:lnTo>
                    <a:pt x="14990" y="243952"/>
                  </a:lnTo>
                  <a:lnTo>
                    <a:pt x="12581" y="246167"/>
                  </a:lnTo>
                  <a:lnTo>
                    <a:pt x="11893" y="242271"/>
                  </a:lnTo>
                  <a:lnTo>
                    <a:pt x="11204" y="238376"/>
                  </a:lnTo>
                  <a:lnTo>
                    <a:pt x="10516" y="234482"/>
                  </a:lnTo>
                  <a:lnTo>
                    <a:pt x="9826" y="230586"/>
                  </a:lnTo>
                  <a:lnTo>
                    <a:pt x="9344" y="227860"/>
                  </a:lnTo>
                  <a:lnTo>
                    <a:pt x="8534" y="226901"/>
                  </a:lnTo>
                  <a:lnTo>
                    <a:pt x="8043" y="224018"/>
                  </a:lnTo>
                  <a:lnTo>
                    <a:pt x="7540" y="221066"/>
                  </a:lnTo>
                  <a:lnTo>
                    <a:pt x="7037" y="218114"/>
                  </a:lnTo>
                  <a:lnTo>
                    <a:pt x="6534" y="215164"/>
                  </a:lnTo>
                  <a:lnTo>
                    <a:pt x="6032" y="212212"/>
                  </a:lnTo>
                  <a:lnTo>
                    <a:pt x="5529" y="209259"/>
                  </a:lnTo>
                  <a:lnTo>
                    <a:pt x="5026" y="206308"/>
                  </a:lnTo>
                  <a:lnTo>
                    <a:pt x="4524" y="203357"/>
                  </a:lnTo>
                  <a:lnTo>
                    <a:pt x="4020" y="200405"/>
                  </a:lnTo>
                  <a:lnTo>
                    <a:pt x="3518" y="197454"/>
                  </a:lnTo>
                  <a:lnTo>
                    <a:pt x="3016" y="194502"/>
                  </a:lnTo>
                  <a:lnTo>
                    <a:pt x="2513" y="191552"/>
                  </a:lnTo>
                  <a:lnTo>
                    <a:pt x="2010" y="188600"/>
                  </a:lnTo>
                  <a:lnTo>
                    <a:pt x="1508" y="185648"/>
                  </a:lnTo>
                  <a:lnTo>
                    <a:pt x="1005" y="182696"/>
                  </a:lnTo>
                  <a:lnTo>
                    <a:pt x="502" y="179744"/>
                  </a:lnTo>
                  <a:lnTo>
                    <a:pt x="0" y="176793"/>
                  </a:lnTo>
                  <a:lnTo>
                    <a:pt x="1600" y="175404"/>
                  </a:lnTo>
                  <a:lnTo>
                    <a:pt x="3554" y="173710"/>
                  </a:lnTo>
                  <a:lnTo>
                    <a:pt x="5508" y="172016"/>
                  </a:lnTo>
                  <a:lnTo>
                    <a:pt x="7460" y="170322"/>
                  </a:lnTo>
                  <a:lnTo>
                    <a:pt x="9414" y="168628"/>
                  </a:lnTo>
                  <a:lnTo>
                    <a:pt x="11367" y="166934"/>
                  </a:lnTo>
                  <a:lnTo>
                    <a:pt x="13321" y="165239"/>
                  </a:lnTo>
                  <a:lnTo>
                    <a:pt x="15275" y="163545"/>
                  </a:lnTo>
                  <a:lnTo>
                    <a:pt x="17228" y="161851"/>
                  </a:lnTo>
                  <a:lnTo>
                    <a:pt x="19182" y="160157"/>
                  </a:lnTo>
                  <a:lnTo>
                    <a:pt x="21135" y="158462"/>
                  </a:lnTo>
                  <a:lnTo>
                    <a:pt x="23089" y="156768"/>
                  </a:lnTo>
                  <a:lnTo>
                    <a:pt x="25042" y="155074"/>
                  </a:lnTo>
                  <a:lnTo>
                    <a:pt x="26995" y="153380"/>
                  </a:lnTo>
                  <a:lnTo>
                    <a:pt x="28949" y="151687"/>
                  </a:lnTo>
                  <a:lnTo>
                    <a:pt x="30902" y="149993"/>
                  </a:lnTo>
                  <a:lnTo>
                    <a:pt x="32856" y="148297"/>
                  </a:lnTo>
                  <a:lnTo>
                    <a:pt x="34063" y="147250"/>
                  </a:lnTo>
                  <a:lnTo>
                    <a:pt x="34564" y="143311"/>
                  </a:lnTo>
                  <a:lnTo>
                    <a:pt x="34981" y="140040"/>
                  </a:lnTo>
                  <a:lnTo>
                    <a:pt x="35395" y="136769"/>
                  </a:lnTo>
                  <a:lnTo>
                    <a:pt x="35812" y="133498"/>
                  </a:lnTo>
                  <a:lnTo>
                    <a:pt x="36228" y="130227"/>
                  </a:lnTo>
                  <a:lnTo>
                    <a:pt x="36643" y="126957"/>
                  </a:lnTo>
                  <a:lnTo>
                    <a:pt x="37059" y="123686"/>
                  </a:lnTo>
                  <a:lnTo>
                    <a:pt x="37476" y="120415"/>
                  </a:lnTo>
                  <a:lnTo>
                    <a:pt x="37891" y="117144"/>
                  </a:lnTo>
                  <a:lnTo>
                    <a:pt x="38306" y="113871"/>
                  </a:lnTo>
                  <a:lnTo>
                    <a:pt x="38722" y="110601"/>
                  </a:lnTo>
                  <a:lnTo>
                    <a:pt x="39138" y="107330"/>
                  </a:lnTo>
                  <a:lnTo>
                    <a:pt x="39554" y="104059"/>
                  </a:lnTo>
                  <a:lnTo>
                    <a:pt x="39970" y="100788"/>
                  </a:lnTo>
                  <a:lnTo>
                    <a:pt x="40386" y="97517"/>
                  </a:lnTo>
                  <a:lnTo>
                    <a:pt x="40802" y="94246"/>
                  </a:lnTo>
                  <a:lnTo>
                    <a:pt x="41217" y="90975"/>
                  </a:lnTo>
                  <a:lnTo>
                    <a:pt x="41599" y="87977"/>
                  </a:lnTo>
                  <a:lnTo>
                    <a:pt x="40880" y="85092"/>
                  </a:lnTo>
                  <a:lnTo>
                    <a:pt x="39915" y="81216"/>
                  </a:lnTo>
                  <a:lnTo>
                    <a:pt x="38905" y="77163"/>
                  </a:lnTo>
                  <a:lnTo>
                    <a:pt x="37955" y="73348"/>
                  </a:lnTo>
                  <a:lnTo>
                    <a:pt x="37264" y="70571"/>
                  </a:lnTo>
                  <a:lnTo>
                    <a:pt x="36430" y="67226"/>
                  </a:lnTo>
                  <a:lnTo>
                    <a:pt x="36523" y="62915"/>
                  </a:lnTo>
                  <a:lnTo>
                    <a:pt x="36502" y="60760"/>
                  </a:lnTo>
                  <a:lnTo>
                    <a:pt x="36590" y="57456"/>
                  </a:lnTo>
                  <a:lnTo>
                    <a:pt x="37388" y="52870"/>
                  </a:lnTo>
                  <a:lnTo>
                    <a:pt x="38331" y="47034"/>
                  </a:lnTo>
                  <a:lnTo>
                    <a:pt x="39019" y="43154"/>
                  </a:lnTo>
                  <a:lnTo>
                    <a:pt x="39615" y="39781"/>
                  </a:lnTo>
                  <a:lnTo>
                    <a:pt x="40094" y="37071"/>
                  </a:lnTo>
                  <a:lnTo>
                    <a:pt x="40357" y="34281"/>
                  </a:lnTo>
                  <a:lnTo>
                    <a:pt x="40217" y="32317"/>
                  </a:lnTo>
                  <a:lnTo>
                    <a:pt x="39904" y="31603"/>
                  </a:lnTo>
                  <a:lnTo>
                    <a:pt x="39639" y="30674"/>
                  </a:lnTo>
                  <a:lnTo>
                    <a:pt x="40541" y="29189"/>
                  </a:lnTo>
                  <a:lnTo>
                    <a:pt x="42230" y="28221"/>
                  </a:lnTo>
                  <a:lnTo>
                    <a:pt x="43167" y="28429"/>
                  </a:lnTo>
                  <a:lnTo>
                    <a:pt x="44473" y="27710"/>
                  </a:lnTo>
                  <a:lnTo>
                    <a:pt x="45507" y="27061"/>
                  </a:lnTo>
                  <a:lnTo>
                    <a:pt x="45587" y="26187"/>
                  </a:lnTo>
                  <a:lnTo>
                    <a:pt x="45293" y="24719"/>
                  </a:lnTo>
                  <a:lnTo>
                    <a:pt x="44865" y="22577"/>
                  </a:lnTo>
                  <a:lnTo>
                    <a:pt x="43401" y="22355"/>
                  </a:lnTo>
                  <a:lnTo>
                    <a:pt x="42960" y="21763"/>
                  </a:lnTo>
                  <a:lnTo>
                    <a:pt x="43468" y="18598"/>
                  </a:lnTo>
                  <a:lnTo>
                    <a:pt x="43450" y="17600"/>
                  </a:lnTo>
                  <a:lnTo>
                    <a:pt x="43254" y="16419"/>
                  </a:lnTo>
                  <a:lnTo>
                    <a:pt x="43043" y="14436"/>
                  </a:lnTo>
                  <a:lnTo>
                    <a:pt x="43149" y="11874"/>
                  </a:lnTo>
                  <a:lnTo>
                    <a:pt x="43449" y="10134"/>
                  </a:lnTo>
                  <a:lnTo>
                    <a:pt x="43452" y="8734"/>
                  </a:lnTo>
                  <a:lnTo>
                    <a:pt x="43309" y="5847"/>
                  </a:lnTo>
                  <a:lnTo>
                    <a:pt x="43355" y="3282"/>
                  </a:lnTo>
                  <a:lnTo>
                    <a:pt x="43664" y="2006"/>
                  </a:lnTo>
                  <a:lnTo>
                    <a:pt x="44207" y="820"/>
                  </a:lnTo>
                  <a:lnTo>
                    <a:pt x="44719" y="219"/>
                  </a:lnTo>
                  <a:lnTo>
                    <a:pt x="45256" y="264"/>
                  </a:lnTo>
                  <a:lnTo>
                    <a:pt x="45682" y="767"/>
                  </a:lnTo>
                  <a:lnTo>
                    <a:pt x="45865" y="2112"/>
                  </a:lnTo>
                  <a:lnTo>
                    <a:pt x="45747" y="3037"/>
                  </a:lnTo>
                  <a:lnTo>
                    <a:pt x="45445" y="3165"/>
                  </a:lnTo>
                  <a:lnTo>
                    <a:pt x="45338" y="3553"/>
                  </a:lnTo>
                  <a:lnTo>
                    <a:pt x="45771" y="5347"/>
                  </a:lnTo>
                  <a:lnTo>
                    <a:pt x="46400" y="7104"/>
                  </a:lnTo>
                  <a:lnTo>
                    <a:pt x="46885" y="6811"/>
                  </a:lnTo>
                  <a:lnTo>
                    <a:pt x="47430" y="5427"/>
                  </a:lnTo>
                  <a:lnTo>
                    <a:pt x="48000" y="4311"/>
                  </a:lnTo>
                  <a:lnTo>
                    <a:pt x="48717" y="3324"/>
                  </a:lnTo>
                  <a:lnTo>
                    <a:pt x="49236" y="1415"/>
                  </a:lnTo>
                  <a:lnTo>
                    <a:pt x="49683" y="17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3806908" y="2886367"/>
              <a:ext cx="877" cy="2806"/>
            </a:xfrm>
            <a:custGeom>
              <a:avLst/>
              <a:pathLst>
                <a:path w="877" h="2806">
                  <a:moveTo>
                    <a:pt x="0" y="2674"/>
                  </a:moveTo>
                  <a:lnTo>
                    <a:pt x="67" y="1096"/>
                  </a:lnTo>
                  <a:lnTo>
                    <a:pt x="269" y="0"/>
                  </a:lnTo>
                  <a:lnTo>
                    <a:pt x="758" y="86"/>
                  </a:lnTo>
                  <a:lnTo>
                    <a:pt x="877" y="744"/>
                  </a:lnTo>
                  <a:lnTo>
                    <a:pt x="809" y="2017"/>
                  </a:lnTo>
                  <a:lnTo>
                    <a:pt x="337" y="280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3805431" y="2855265"/>
              <a:ext cx="3966" cy="21599"/>
            </a:xfrm>
            <a:custGeom>
              <a:avLst/>
              <a:pathLst>
                <a:path w="3966" h="21599">
                  <a:moveTo>
                    <a:pt x="2468" y="20851"/>
                  </a:moveTo>
                  <a:lnTo>
                    <a:pt x="2248" y="21529"/>
                  </a:lnTo>
                  <a:lnTo>
                    <a:pt x="1919" y="21599"/>
                  </a:lnTo>
                  <a:lnTo>
                    <a:pt x="1171" y="21021"/>
                  </a:lnTo>
                  <a:lnTo>
                    <a:pt x="728" y="19674"/>
                  </a:lnTo>
                  <a:lnTo>
                    <a:pt x="811" y="18032"/>
                  </a:lnTo>
                  <a:lnTo>
                    <a:pt x="836" y="15006"/>
                  </a:lnTo>
                  <a:lnTo>
                    <a:pt x="1045" y="12150"/>
                  </a:lnTo>
                  <a:lnTo>
                    <a:pt x="988" y="9127"/>
                  </a:lnTo>
                  <a:lnTo>
                    <a:pt x="409" y="8515"/>
                  </a:lnTo>
                  <a:lnTo>
                    <a:pt x="0" y="8678"/>
                  </a:lnTo>
                  <a:lnTo>
                    <a:pt x="953" y="4412"/>
                  </a:lnTo>
                  <a:lnTo>
                    <a:pt x="1326" y="3757"/>
                  </a:lnTo>
                  <a:lnTo>
                    <a:pt x="1680" y="4035"/>
                  </a:lnTo>
                  <a:lnTo>
                    <a:pt x="2556" y="3579"/>
                  </a:lnTo>
                  <a:lnTo>
                    <a:pt x="3020" y="1262"/>
                  </a:lnTo>
                  <a:lnTo>
                    <a:pt x="3386" y="0"/>
                  </a:lnTo>
                  <a:lnTo>
                    <a:pt x="3776" y="152"/>
                  </a:lnTo>
                  <a:lnTo>
                    <a:pt x="3966" y="861"/>
                  </a:lnTo>
                  <a:lnTo>
                    <a:pt x="3830" y="4378"/>
                  </a:lnTo>
                  <a:lnTo>
                    <a:pt x="3814" y="7316"/>
                  </a:lnTo>
                  <a:lnTo>
                    <a:pt x="3328" y="16303"/>
                  </a:lnTo>
                  <a:lnTo>
                    <a:pt x="2825" y="17859"/>
                  </a:lnTo>
                  <a:lnTo>
                    <a:pt x="2574" y="1911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3859516" y="2539672"/>
              <a:ext cx="184018" cy="392508"/>
            </a:xfrm>
            <a:custGeom>
              <a:avLst/>
              <a:pathLst>
                <a:path w="184018" h="392508">
                  <a:moveTo>
                    <a:pt x="180818" y="40628"/>
                  </a:moveTo>
                  <a:lnTo>
                    <a:pt x="181340" y="43284"/>
                  </a:lnTo>
                  <a:lnTo>
                    <a:pt x="182128" y="47305"/>
                  </a:lnTo>
                  <a:lnTo>
                    <a:pt x="182645" y="49939"/>
                  </a:lnTo>
                  <a:lnTo>
                    <a:pt x="183226" y="52899"/>
                  </a:lnTo>
                  <a:lnTo>
                    <a:pt x="183517" y="54380"/>
                  </a:lnTo>
                  <a:lnTo>
                    <a:pt x="184018" y="56933"/>
                  </a:lnTo>
                  <a:lnTo>
                    <a:pt x="183814" y="58339"/>
                  </a:lnTo>
                  <a:lnTo>
                    <a:pt x="183476" y="60418"/>
                  </a:lnTo>
                  <a:lnTo>
                    <a:pt x="182236" y="61992"/>
                  </a:lnTo>
                  <a:lnTo>
                    <a:pt x="181000" y="63130"/>
                  </a:lnTo>
                  <a:lnTo>
                    <a:pt x="180712" y="63791"/>
                  </a:lnTo>
                  <a:lnTo>
                    <a:pt x="180616" y="64686"/>
                  </a:lnTo>
                  <a:lnTo>
                    <a:pt x="180017" y="66478"/>
                  </a:lnTo>
                  <a:lnTo>
                    <a:pt x="178860" y="67987"/>
                  </a:lnTo>
                  <a:lnTo>
                    <a:pt x="177901" y="67838"/>
                  </a:lnTo>
                  <a:lnTo>
                    <a:pt x="177297" y="67388"/>
                  </a:lnTo>
                  <a:lnTo>
                    <a:pt x="174068" y="70000"/>
                  </a:lnTo>
                  <a:lnTo>
                    <a:pt x="172576" y="69935"/>
                  </a:lnTo>
                  <a:lnTo>
                    <a:pt x="171409" y="71630"/>
                  </a:lnTo>
                  <a:lnTo>
                    <a:pt x="170544" y="73175"/>
                  </a:lnTo>
                  <a:lnTo>
                    <a:pt x="168808" y="74865"/>
                  </a:lnTo>
                  <a:lnTo>
                    <a:pt x="167631" y="74875"/>
                  </a:lnTo>
                  <a:lnTo>
                    <a:pt x="165893" y="73871"/>
                  </a:lnTo>
                  <a:lnTo>
                    <a:pt x="163753" y="71960"/>
                  </a:lnTo>
                  <a:lnTo>
                    <a:pt x="162884" y="70848"/>
                  </a:lnTo>
                  <a:lnTo>
                    <a:pt x="162100" y="70913"/>
                  </a:lnTo>
                  <a:lnTo>
                    <a:pt x="160208" y="70646"/>
                  </a:lnTo>
                  <a:lnTo>
                    <a:pt x="158356" y="69704"/>
                  </a:lnTo>
                  <a:lnTo>
                    <a:pt x="156146" y="68580"/>
                  </a:lnTo>
                  <a:lnTo>
                    <a:pt x="155054" y="68099"/>
                  </a:lnTo>
                  <a:lnTo>
                    <a:pt x="152810" y="67114"/>
                  </a:lnTo>
                  <a:lnTo>
                    <a:pt x="151352" y="68428"/>
                  </a:lnTo>
                  <a:lnTo>
                    <a:pt x="150034" y="69617"/>
                  </a:lnTo>
                  <a:lnTo>
                    <a:pt x="148959" y="70421"/>
                  </a:lnTo>
                  <a:lnTo>
                    <a:pt x="148072" y="74097"/>
                  </a:lnTo>
                  <a:lnTo>
                    <a:pt x="147697" y="75390"/>
                  </a:lnTo>
                  <a:lnTo>
                    <a:pt x="147266" y="77250"/>
                  </a:lnTo>
                  <a:lnTo>
                    <a:pt x="147066" y="78554"/>
                  </a:lnTo>
                  <a:lnTo>
                    <a:pt x="147241" y="80117"/>
                  </a:lnTo>
                  <a:lnTo>
                    <a:pt x="148543" y="81225"/>
                  </a:lnTo>
                  <a:lnTo>
                    <a:pt x="149085" y="82738"/>
                  </a:lnTo>
                  <a:lnTo>
                    <a:pt x="149166" y="84077"/>
                  </a:lnTo>
                  <a:lnTo>
                    <a:pt x="148698" y="85452"/>
                  </a:lnTo>
                  <a:lnTo>
                    <a:pt x="148308" y="86539"/>
                  </a:lnTo>
                  <a:lnTo>
                    <a:pt x="148310" y="87494"/>
                  </a:lnTo>
                  <a:lnTo>
                    <a:pt x="148518" y="88458"/>
                  </a:lnTo>
                  <a:lnTo>
                    <a:pt x="148830" y="89175"/>
                  </a:lnTo>
                  <a:lnTo>
                    <a:pt x="150678" y="89621"/>
                  </a:lnTo>
                  <a:lnTo>
                    <a:pt x="151772" y="89629"/>
                  </a:lnTo>
                  <a:lnTo>
                    <a:pt x="152198" y="90020"/>
                  </a:lnTo>
                  <a:lnTo>
                    <a:pt x="152248" y="91323"/>
                  </a:lnTo>
                  <a:lnTo>
                    <a:pt x="151848" y="93082"/>
                  </a:lnTo>
                  <a:lnTo>
                    <a:pt x="150290" y="94497"/>
                  </a:lnTo>
                  <a:lnTo>
                    <a:pt x="149410" y="95989"/>
                  </a:lnTo>
                  <a:lnTo>
                    <a:pt x="149132" y="97966"/>
                  </a:lnTo>
                  <a:lnTo>
                    <a:pt x="149144" y="99546"/>
                  </a:lnTo>
                  <a:lnTo>
                    <a:pt x="149445" y="100592"/>
                  </a:lnTo>
                  <a:lnTo>
                    <a:pt x="150191" y="101795"/>
                  </a:lnTo>
                  <a:lnTo>
                    <a:pt x="150890" y="103173"/>
                  </a:lnTo>
                  <a:lnTo>
                    <a:pt x="151102" y="104298"/>
                  </a:lnTo>
                  <a:lnTo>
                    <a:pt x="151018" y="105824"/>
                  </a:lnTo>
                  <a:lnTo>
                    <a:pt x="150736" y="107929"/>
                  </a:lnTo>
                  <a:lnTo>
                    <a:pt x="149971" y="110377"/>
                  </a:lnTo>
                  <a:lnTo>
                    <a:pt x="149334" y="112123"/>
                  </a:lnTo>
                  <a:lnTo>
                    <a:pt x="149284" y="112743"/>
                  </a:lnTo>
                  <a:lnTo>
                    <a:pt x="149442" y="113681"/>
                  </a:lnTo>
                  <a:lnTo>
                    <a:pt x="149957" y="115042"/>
                  </a:lnTo>
                  <a:lnTo>
                    <a:pt x="150833" y="117050"/>
                  </a:lnTo>
                  <a:lnTo>
                    <a:pt x="151921" y="118679"/>
                  </a:lnTo>
                  <a:lnTo>
                    <a:pt x="152619" y="119128"/>
                  </a:lnTo>
                  <a:lnTo>
                    <a:pt x="152847" y="119522"/>
                  </a:lnTo>
                  <a:lnTo>
                    <a:pt x="153064" y="121407"/>
                  </a:lnTo>
                  <a:lnTo>
                    <a:pt x="153146" y="123391"/>
                  </a:lnTo>
                  <a:lnTo>
                    <a:pt x="152868" y="124880"/>
                  </a:lnTo>
                  <a:lnTo>
                    <a:pt x="153426" y="126114"/>
                  </a:lnTo>
                  <a:lnTo>
                    <a:pt x="154888" y="126046"/>
                  </a:lnTo>
                  <a:lnTo>
                    <a:pt x="156079" y="126571"/>
                  </a:lnTo>
                  <a:lnTo>
                    <a:pt x="156581" y="126049"/>
                  </a:lnTo>
                  <a:lnTo>
                    <a:pt x="156931" y="126440"/>
                  </a:lnTo>
                  <a:lnTo>
                    <a:pt x="156705" y="130871"/>
                  </a:lnTo>
                  <a:lnTo>
                    <a:pt x="156869" y="133494"/>
                  </a:lnTo>
                  <a:lnTo>
                    <a:pt x="157186" y="134237"/>
                  </a:lnTo>
                  <a:lnTo>
                    <a:pt x="158357" y="135300"/>
                  </a:lnTo>
                  <a:lnTo>
                    <a:pt x="160610" y="135171"/>
                  </a:lnTo>
                  <a:lnTo>
                    <a:pt x="161937" y="136407"/>
                  </a:lnTo>
                  <a:lnTo>
                    <a:pt x="163408" y="137833"/>
                  </a:lnTo>
                  <a:lnTo>
                    <a:pt x="164191" y="139405"/>
                  </a:lnTo>
                  <a:lnTo>
                    <a:pt x="164542" y="140578"/>
                  </a:lnTo>
                  <a:lnTo>
                    <a:pt x="164442" y="142467"/>
                  </a:lnTo>
                  <a:lnTo>
                    <a:pt x="163640" y="144682"/>
                  </a:lnTo>
                  <a:lnTo>
                    <a:pt x="162330" y="145732"/>
                  </a:lnTo>
                  <a:lnTo>
                    <a:pt x="161566" y="146188"/>
                  </a:lnTo>
                  <a:lnTo>
                    <a:pt x="157796" y="150340"/>
                  </a:lnTo>
                  <a:lnTo>
                    <a:pt x="156618" y="152086"/>
                  </a:lnTo>
                  <a:lnTo>
                    <a:pt x="155708" y="154190"/>
                  </a:lnTo>
                  <a:lnTo>
                    <a:pt x="155372" y="155768"/>
                  </a:lnTo>
                  <a:lnTo>
                    <a:pt x="155190" y="157311"/>
                  </a:lnTo>
                  <a:lnTo>
                    <a:pt x="156006" y="162896"/>
                  </a:lnTo>
                  <a:lnTo>
                    <a:pt x="156144" y="164626"/>
                  </a:lnTo>
                  <a:lnTo>
                    <a:pt x="155474" y="170654"/>
                  </a:lnTo>
                  <a:lnTo>
                    <a:pt x="155278" y="172893"/>
                  </a:lnTo>
                  <a:lnTo>
                    <a:pt x="155528" y="174457"/>
                  </a:lnTo>
                  <a:lnTo>
                    <a:pt x="156330" y="175043"/>
                  </a:lnTo>
                  <a:lnTo>
                    <a:pt x="156505" y="176346"/>
                  </a:lnTo>
                  <a:lnTo>
                    <a:pt x="156585" y="177353"/>
                  </a:lnTo>
                  <a:lnTo>
                    <a:pt x="155188" y="179569"/>
                  </a:lnTo>
                  <a:lnTo>
                    <a:pt x="153718" y="181527"/>
                  </a:lnTo>
                  <a:lnTo>
                    <a:pt x="153253" y="181523"/>
                  </a:lnTo>
                  <a:lnTo>
                    <a:pt x="151848" y="185203"/>
                  </a:lnTo>
                  <a:lnTo>
                    <a:pt x="149501" y="192570"/>
                  </a:lnTo>
                  <a:lnTo>
                    <a:pt x="148256" y="195062"/>
                  </a:lnTo>
                  <a:lnTo>
                    <a:pt x="148168" y="196283"/>
                  </a:lnTo>
                  <a:lnTo>
                    <a:pt x="148067" y="197521"/>
                  </a:lnTo>
                  <a:lnTo>
                    <a:pt x="148543" y="199604"/>
                  </a:lnTo>
                  <a:lnTo>
                    <a:pt x="148643" y="201364"/>
                  </a:lnTo>
                  <a:lnTo>
                    <a:pt x="148111" y="203139"/>
                  </a:lnTo>
                  <a:lnTo>
                    <a:pt x="147232" y="205168"/>
                  </a:lnTo>
                  <a:lnTo>
                    <a:pt x="145516" y="206945"/>
                  </a:lnTo>
                  <a:lnTo>
                    <a:pt x="143352" y="208763"/>
                  </a:lnTo>
                  <a:lnTo>
                    <a:pt x="142377" y="209866"/>
                  </a:lnTo>
                  <a:lnTo>
                    <a:pt x="141647" y="214634"/>
                  </a:lnTo>
                  <a:lnTo>
                    <a:pt x="140971" y="219430"/>
                  </a:lnTo>
                  <a:lnTo>
                    <a:pt x="140668" y="221205"/>
                  </a:lnTo>
                  <a:lnTo>
                    <a:pt x="139501" y="226722"/>
                  </a:lnTo>
                  <a:lnTo>
                    <a:pt x="137462" y="234851"/>
                  </a:lnTo>
                  <a:lnTo>
                    <a:pt x="136946" y="236626"/>
                  </a:lnTo>
                  <a:lnTo>
                    <a:pt x="133792" y="240544"/>
                  </a:lnTo>
                  <a:lnTo>
                    <a:pt x="130571" y="244806"/>
                  </a:lnTo>
                  <a:lnTo>
                    <a:pt x="130004" y="246421"/>
                  </a:lnTo>
                  <a:lnTo>
                    <a:pt x="129344" y="250305"/>
                  </a:lnTo>
                  <a:lnTo>
                    <a:pt x="128723" y="254561"/>
                  </a:lnTo>
                  <a:lnTo>
                    <a:pt x="128148" y="256791"/>
                  </a:lnTo>
                  <a:lnTo>
                    <a:pt x="126098" y="261786"/>
                  </a:lnTo>
                  <a:lnTo>
                    <a:pt x="125426" y="265622"/>
                  </a:lnTo>
                  <a:lnTo>
                    <a:pt x="125216" y="268133"/>
                  </a:lnTo>
                  <a:lnTo>
                    <a:pt x="123471" y="269534"/>
                  </a:lnTo>
                  <a:lnTo>
                    <a:pt x="121498" y="270870"/>
                  </a:lnTo>
                  <a:lnTo>
                    <a:pt x="118627" y="271301"/>
                  </a:lnTo>
                  <a:lnTo>
                    <a:pt x="117431" y="271999"/>
                  </a:lnTo>
                  <a:lnTo>
                    <a:pt x="113912" y="275462"/>
                  </a:lnTo>
                  <a:lnTo>
                    <a:pt x="113038" y="275605"/>
                  </a:lnTo>
                  <a:lnTo>
                    <a:pt x="112351" y="275032"/>
                  </a:lnTo>
                  <a:lnTo>
                    <a:pt x="111831" y="273850"/>
                  </a:lnTo>
                  <a:lnTo>
                    <a:pt x="111348" y="271890"/>
                  </a:lnTo>
                  <a:lnTo>
                    <a:pt x="111121" y="268873"/>
                  </a:lnTo>
                  <a:lnTo>
                    <a:pt x="110441" y="267503"/>
                  </a:lnTo>
                  <a:lnTo>
                    <a:pt x="109525" y="266341"/>
                  </a:lnTo>
                  <a:lnTo>
                    <a:pt x="108562" y="266284"/>
                  </a:lnTo>
                  <a:lnTo>
                    <a:pt x="107594" y="267567"/>
                  </a:lnTo>
                  <a:lnTo>
                    <a:pt x="106752" y="268971"/>
                  </a:lnTo>
                  <a:lnTo>
                    <a:pt x="106180" y="270131"/>
                  </a:lnTo>
                  <a:lnTo>
                    <a:pt x="105619" y="271486"/>
                  </a:lnTo>
                  <a:lnTo>
                    <a:pt x="104543" y="276045"/>
                  </a:lnTo>
                  <a:lnTo>
                    <a:pt x="102800" y="282578"/>
                  </a:lnTo>
                  <a:lnTo>
                    <a:pt x="100852" y="287334"/>
                  </a:lnTo>
                  <a:lnTo>
                    <a:pt x="100132" y="288758"/>
                  </a:lnTo>
                  <a:lnTo>
                    <a:pt x="99680" y="289834"/>
                  </a:lnTo>
                  <a:lnTo>
                    <a:pt x="99071" y="291414"/>
                  </a:lnTo>
                  <a:lnTo>
                    <a:pt x="98720" y="292940"/>
                  </a:lnTo>
                  <a:lnTo>
                    <a:pt x="98237" y="297928"/>
                  </a:lnTo>
                  <a:lnTo>
                    <a:pt x="97959" y="302352"/>
                  </a:lnTo>
                  <a:lnTo>
                    <a:pt x="98087" y="303340"/>
                  </a:lnTo>
                  <a:lnTo>
                    <a:pt x="98378" y="304177"/>
                  </a:lnTo>
                  <a:lnTo>
                    <a:pt x="99442" y="305464"/>
                  </a:lnTo>
                  <a:lnTo>
                    <a:pt x="100979" y="307594"/>
                  </a:lnTo>
                  <a:lnTo>
                    <a:pt x="102971" y="308803"/>
                  </a:lnTo>
                  <a:lnTo>
                    <a:pt x="104652" y="309021"/>
                  </a:lnTo>
                  <a:lnTo>
                    <a:pt x="105279" y="309928"/>
                  </a:lnTo>
                  <a:lnTo>
                    <a:pt x="105654" y="311158"/>
                  </a:lnTo>
                  <a:lnTo>
                    <a:pt x="105758" y="312192"/>
                  </a:lnTo>
                  <a:lnTo>
                    <a:pt x="105672" y="315853"/>
                  </a:lnTo>
                  <a:lnTo>
                    <a:pt x="105483" y="319776"/>
                  </a:lnTo>
                  <a:lnTo>
                    <a:pt x="104860" y="323996"/>
                  </a:lnTo>
                  <a:lnTo>
                    <a:pt x="104870" y="326417"/>
                  </a:lnTo>
                  <a:lnTo>
                    <a:pt x="105115" y="328780"/>
                  </a:lnTo>
                  <a:lnTo>
                    <a:pt x="106983" y="334794"/>
                  </a:lnTo>
                  <a:lnTo>
                    <a:pt x="107670" y="335409"/>
                  </a:lnTo>
                  <a:lnTo>
                    <a:pt x="109071" y="335538"/>
                  </a:lnTo>
                  <a:lnTo>
                    <a:pt x="109722" y="335422"/>
                  </a:lnTo>
                  <a:lnTo>
                    <a:pt x="110445" y="334811"/>
                  </a:lnTo>
                  <a:lnTo>
                    <a:pt x="110959" y="335227"/>
                  </a:lnTo>
                  <a:lnTo>
                    <a:pt x="111341" y="335964"/>
                  </a:lnTo>
                  <a:lnTo>
                    <a:pt x="111440" y="337180"/>
                  </a:lnTo>
                  <a:lnTo>
                    <a:pt x="111382" y="343175"/>
                  </a:lnTo>
                  <a:lnTo>
                    <a:pt x="111955" y="345889"/>
                  </a:lnTo>
                  <a:lnTo>
                    <a:pt x="113067" y="349589"/>
                  </a:lnTo>
                  <a:lnTo>
                    <a:pt x="113944" y="353810"/>
                  </a:lnTo>
                  <a:lnTo>
                    <a:pt x="114775" y="358875"/>
                  </a:lnTo>
                  <a:lnTo>
                    <a:pt x="115568" y="362832"/>
                  </a:lnTo>
                  <a:lnTo>
                    <a:pt x="115876" y="364898"/>
                  </a:lnTo>
                  <a:lnTo>
                    <a:pt x="115359" y="365898"/>
                  </a:lnTo>
                  <a:lnTo>
                    <a:pt x="115064" y="366937"/>
                  </a:lnTo>
                  <a:lnTo>
                    <a:pt x="114990" y="368322"/>
                  </a:lnTo>
                  <a:lnTo>
                    <a:pt x="115098" y="369782"/>
                  </a:lnTo>
                  <a:lnTo>
                    <a:pt x="115029" y="370818"/>
                  </a:lnTo>
                  <a:lnTo>
                    <a:pt x="115404" y="372091"/>
                  </a:lnTo>
                  <a:lnTo>
                    <a:pt x="115847" y="372515"/>
                  </a:lnTo>
                  <a:lnTo>
                    <a:pt x="115833" y="373398"/>
                  </a:lnTo>
                  <a:lnTo>
                    <a:pt x="115138" y="374552"/>
                  </a:lnTo>
                  <a:lnTo>
                    <a:pt x="114517" y="374513"/>
                  </a:lnTo>
                  <a:lnTo>
                    <a:pt x="114041" y="375063"/>
                  </a:lnTo>
                  <a:lnTo>
                    <a:pt x="113119" y="377480"/>
                  </a:lnTo>
                  <a:lnTo>
                    <a:pt x="112690" y="377969"/>
                  </a:lnTo>
                  <a:lnTo>
                    <a:pt x="112111" y="378188"/>
                  </a:lnTo>
                  <a:lnTo>
                    <a:pt x="111466" y="377949"/>
                  </a:lnTo>
                  <a:lnTo>
                    <a:pt x="110555" y="376975"/>
                  </a:lnTo>
                  <a:lnTo>
                    <a:pt x="110289" y="375437"/>
                  </a:lnTo>
                  <a:lnTo>
                    <a:pt x="110394" y="373821"/>
                  </a:lnTo>
                  <a:lnTo>
                    <a:pt x="110186" y="372860"/>
                  </a:lnTo>
                  <a:lnTo>
                    <a:pt x="109533" y="373042"/>
                  </a:lnTo>
                  <a:lnTo>
                    <a:pt x="107260" y="374692"/>
                  </a:lnTo>
                  <a:lnTo>
                    <a:pt x="105093" y="376725"/>
                  </a:lnTo>
                  <a:lnTo>
                    <a:pt x="104717" y="378112"/>
                  </a:lnTo>
                  <a:lnTo>
                    <a:pt x="104217" y="379560"/>
                  </a:lnTo>
                  <a:lnTo>
                    <a:pt x="103225" y="380156"/>
                  </a:lnTo>
                  <a:lnTo>
                    <a:pt x="101765" y="380338"/>
                  </a:lnTo>
                  <a:lnTo>
                    <a:pt x="100755" y="380120"/>
                  </a:lnTo>
                  <a:lnTo>
                    <a:pt x="99823" y="378566"/>
                  </a:lnTo>
                  <a:lnTo>
                    <a:pt x="98972" y="377151"/>
                  </a:lnTo>
                  <a:lnTo>
                    <a:pt x="97658" y="377083"/>
                  </a:lnTo>
                  <a:lnTo>
                    <a:pt x="95291" y="377294"/>
                  </a:lnTo>
                  <a:lnTo>
                    <a:pt x="93979" y="377282"/>
                  </a:lnTo>
                  <a:lnTo>
                    <a:pt x="93207" y="376760"/>
                  </a:lnTo>
                  <a:lnTo>
                    <a:pt x="92447" y="377151"/>
                  </a:lnTo>
                  <a:lnTo>
                    <a:pt x="91495" y="376580"/>
                  </a:lnTo>
                  <a:lnTo>
                    <a:pt x="91072" y="377346"/>
                  </a:lnTo>
                  <a:lnTo>
                    <a:pt x="90672" y="377419"/>
                  </a:lnTo>
                  <a:lnTo>
                    <a:pt x="90351" y="376088"/>
                  </a:lnTo>
                  <a:lnTo>
                    <a:pt x="90137" y="375951"/>
                  </a:lnTo>
                  <a:lnTo>
                    <a:pt x="89885" y="376142"/>
                  </a:lnTo>
                  <a:lnTo>
                    <a:pt x="89665" y="376593"/>
                  </a:lnTo>
                  <a:lnTo>
                    <a:pt x="89535" y="377372"/>
                  </a:lnTo>
                  <a:lnTo>
                    <a:pt x="89489" y="386264"/>
                  </a:lnTo>
                  <a:lnTo>
                    <a:pt x="87928" y="386208"/>
                  </a:lnTo>
                  <a:lnTo>
                    <a:pt x="86815" y="386189"/>
                  </a:lnTo>
                  <a:lnTo>
                    <a:pt x="85596" y="386672"/>
                  </a:lnTo>
                  <a:lnTo>
                    <a:pt x="84475" y="387349"/>
                  </a:lnTo>
                  <a:lnTo>
                    <a:pt x="83926" y="388160"/>
                  </a:lnTo>
                  <a:lnTo>
                    <a:pt x="83141" y="389437"/>
                  </a:lnTo>
                  <a:lnTo>
                    <a:pt x="82956" y="391213"/>
                  </a:lnTo>
                  <a:lnTo>
                    <a:pt x="82578" y="392508"/>
                  </a:lnTo>
                  <a:lnTo>
                    <a:pt x="82036" y="390588"/>
                  </a:lnTo>
                  <a:lnTo>
                    <a:pt x="81687" y="389705"/>
                  </a:lnTo>
                  <a:lnTo>
                    <a:pt x="81283" y="390360"/>
                  </a:lnTo>
                  <a:lnTo>
                    <a:pt x="80710" y="390285"/>
                  </a:lnTo>
                  <a:lnTo>
                    <a:pt x="79676" y="388096"/>
                  </a:lnTo>
                  <a:lnTo>
                    <a:pt x="79212" y="390301"/>
                  </a:lnTo>
                  <a:lnTo>
                    <a:pt x="77502" y="390806"/>
                  </a:lnTo>
                  <a:lnTo>
                    <a:pt x="77286" y="389142"/>
                  </a:lnTo>
                  <a:lnTo>
                    <a:pt x="77244" y="387588"/>
                  </a:lnTo>
                  <a:lnTo>
                    <a:pt x="76305" y="388712"/>
                  </a:lnTo>
                  <a:lnTo>
                    <a:pt x="75630" y="386992"/>
                  </a:lnTo>
                  <a:lnTo>
                    <a:pt x="75326" y="384681"/>
                  </a:lnTo>
                  <a:lnTo>
                    <a:pt x="75065" y="384042"/>
                  </a:lnTo>
                  <a:lnTo>
                    <a:pt x="74767" y="383305"/>
                  </a:lnTo>
                  <a:lnTo>
                    <a:pt x="74058" y="382514"/>
                  </a:lnTo>
                  <a:lnTo>
                    <a:pt x="73424" y="380055"/>
                  </a:lnTo>
                  <a:lnTo>
                    <a:pt x="73366" y="377452"/>
                  </a:lnTo>
                  <a:lnTo>
                    <a:pt x="73189" y="374353"/>
                  </a:lnTo>
                  <a:lnTo>
                    <a:pt x="71858" y="362879"/>
                  </a:lnTo>
                  <a:lnTo>
                    <a:pt x="71053" y="361819"/>
                  </a:lnTo>
                  <a:lnTo>
                    <a:pt x="66539" y="359781"/>
                  </a:lnTo>
                  <a:lnTo>
                    <a:pt x="66303" y="357774"/>
                  </a:lnTo>
                  <a:lnTo>
                    <a:pt x="66616" y="352382"/>
                  </a:lnTo>
                  <a:lnTo>
                    <a:pt x="66489" y="348984"/>
                  </a:lnTo>
                  <a:lnTo>
                    <a:pt x="65027" y="344487"/>
                  </a:lnTo>
                  <a:lnTo>
                    <a:pt x="64618" y="341359"/>
                  </a:lnTo>
                  <a:lnTo>
                    <a:pt x="63423" y="338671"/>
                  </a:lnTo>
                  <a:lnTo>
                    <a:pt x="62237" y="337889"/>
                  </a:lnTo>
                  <a:lnTo>
                    <a:pt x="61043" y="338241"/>
                  </a:lnTo>
                  <a:lnTo>
                    <a:pt x="60399" y="339304"/>
                  </a:lnTo>
                  <a:lnTo>
                    <a:pt x="60045" y="341096"/>
                  </a:lnTo>
                  <a:lnTo>
                    <a:pt x="62603" y="340679"/>
                  </a:lnTo>
                  <a:lnTo>
                    <a:pt x="63179" y="341339"/>
                  </a:lnTo>
                  <a:lnTo>
                    <a:pt x="63866" y="342513"/>
                  </a:lnTo>
                  <a:lnTo>
                    <a:pt x="63131" y="342468"/>
                  </a:lnTo>
                  <a:lnTo>
                    <a:pt x="62284" y="341909"/>
                  </a:lnTo>
                  <a:lnTo>
                    <a:pt x="61220" y="341950"/>
                  </a:lnTo>
                  <a:lnTo>
                    <a:pt x="57234" y="343272"/>
                  </a:lnTo>
                  <a:lnTo>
                    <a:pt x="54918" y="345174"/>
                  </a:lnTo>
                  <a:lnTo>
                    <a:pt x="51813" y="344611"/>
                  </a:lnTo>
                  <a:lnTo>
                    <a:pt x="47896" y="346479"/>
                  </a:lnTo>
                  <a:lnTo>
                    <a:pt x="44664" y="346590"/>
                  </a:lnTo>
                  <a:lnTo>
                    <a:pt x="43328" y="350232"/>
                  </a:lnTo>
                  <a:lnTo>
                    <a:pt x="42590" y="349576"/>
                  </a:lnTo>
                  <a:lnTo>
                    <a:pt x="42019" y="348678"/>
                  </a:lnTo>
                  <a:lnTo>
                    <a:pt x="37571" y="345819"/>
                  </a:lnTo>
                  <a:lnTo>
                    <a:pt x="37263" y="344622"/>
                  </a:lnTo>
                  <a:lnTo>
                    <a:pt x="36519" y="343765"/>
                  </a:lnTo>
                  <a:lnTo>
                    <a:pt x="35700" y="345295"/>
                  </a:lnTo>
                  <a:lnTo>
                    <a:pt x="35113" y="345550"/>
                  </a:lnTo>
                  <a:lnTo>
                    <a:pt x="32675" y="344269"/>
                  </a:lnTo>
                  <a:lnTo>
                    <a:pt x="30810" y="345236"/>
                  </a:lnTo>
                  <a:lnTo>
                    <a:pt x="30118" y="346880"/>
                  </a:lnTo>
                  <a:lnTo>
                    <a:pt x="30069" y="349442"/>
                  </a:lnTo>
                  <a:lnTo>
                    <a:pt x="27734" y="348947"/>
                  </a:lnTo>
                  <a:lnTo>
                    <a:pt x="26420" y="348140"/>
                  </a:lnTo>
                  <a:lnTo>
                    <a:pt x="24660" y="349033"/>
                  </a:lnTo>
                  <a:lnTo>
                    <a:pt x="20682" y="347847"/>
                  </a:lnTo>
                  <a:lnTo>
                    <a:pt x="19634" y="348144"/>
                  </a:lnTo>
                  <a:lnTo>
                    <a:pt x="18184" y="349843"/>
                  </a:lnTo>
                  <a:lnTo>
                    <a:pt x="17576" y="351164"/>
                  </a:lnTo>
                  <a:lnTo>
                    <a:pt x="16714" y="351685"/>
                  </a:lnTo>
                  <a:lnTo>
                    <a:pt x="15958" y="349840"/>
                  </a:lnTo>
                  <a:lnTo>
                    <a:pt x="15389" y="349027"/>
                  </a:lnTo>
                  <a:lnTo>
                    <a:pt x="14861" y="349566"/>
                  </a:lnTo>
                  <a:lnTo>
                    <a:pt x="14149" y="351082"/>
                  </a:lnTo>
                  <a:lnTo>
                    <a:pt x="12088" y="351792"/>
                  </a:lnTo>
                  <a:lnTo>
                    <a:pt x="10223" y="351588"/>
                  </a:lnTo>
                  <a:lnTo>
                    <a:pt x="8216" y="350166"/>
                  </a:lnTo>
                  <a:lnTo>
                    <a:pt x="8454" y="349693"/>
                  </a:lnTo>
                  <a:lnTo>
                    <a:pt x="8767" y="347217"/>
                  </a:lnTo>
                  <a:lnTo>
                    <a:pt x="9047" y="338397"/>
                  </a:lnTo>
                  <a:lnTo>
                    <a:pt x="9402" y="335212"/>
                  </a:lnTo>
                  <a:lnTo>
                    <a:pt x="9293" y="333472"/>
                  </a:lnTo>
                  <a:lnTo>
                    <a:pt x="9371" y="332949"/>
                  </a:lnTo>
                  <a:lnTo>
                    <a:pt x="10155" y="331409"/>
                  </a:lnTo>
                  <a:lnTo>
                    <a:pt x="10345" y="330751"/>
                  </a:lnTo>
                  <a:lnTo>
                    <a:pt x="10644" y="326245"/>
                  </a:lnTo>
                  <a:lnTo>
                    <a:pt x="10976" y="321239"/>
                  </a:lnTo>
                  <a:lnTo>
                    <a:pt x="11344" y="319447"/>
                  </a:lnTo>
                  <a:lnTo>
                    <a:pt x="11655" y="318959"/>
                  </a:lnTo>
                  <a:lnTo>
                    <a:pt x="14145" y="316718"/>
                  </a:lnTo>
                  <a:lnTo>
                    <a:pt x="14564" y="315219"/>
                  </a:lnTo>
                  <a:lnTo>
                    <a:pt x="15852" y="315573"/>
                  </a:lnTo>
                  <a:lnTo>
                    <a:pt x="15968" y="315212"/>
                  </a:lnTo>
                  <a:lnTo>
                    <a:pt x="16082" y="313491"/>
                  </a:lnTo>
                  <a:lnTo>
                    <a:pt x="16680" y="311618"/>
                  </a:lnTo>
                  <a:lnTo>
                    <a:pt x="17506" y="310088"/>
                  </a:lnTo>
                  <a:lnTo>
                    <a:pt x="18122" y="309545"/>
                  </a:lnTo>
                  <a:lnTo>
                    <a:pt x="20361" y="308581"/>
                  </a:lnTo>
                  <a:lnTo>
                    <a:pt x="21668" y="307236"/>
                  </a:lnTo>
                  <a:lnTo>
                    <a:pt x="22066" y="307096"/>
                  </a:lnTo>
                  <a:lnTo>
                    <a:pt x="25545" y="307438"/>
                  </a:lnTo>
                  <a:lnTo>
                    <a:pt x="26281" y="306923"/>
                  </a:lnTo>
                  <a:lnTo>
                    <a:pt x="26398" y="306455"/>
                  </a:lnTo>
                  <a:lnTo>
                    <a:pt x="26603" y="301372"/>
                  </a:lnTo>
                  <a:lnTo>
                    <a:pt x="27233" y="300570"/>
                  </a:lnTo>
                  <a:lnTo>
                    <a:pt x="27332" y="300142"/>
                  </a:lnTo>
                  <a:lnTo>
                    <a:pt x="27117" y="296628"/>
                  </a:lnTo>
                  <a:lnTo>
                    <a:pt x="27238" y="294278"/>
                  </a:lnTo>
                  <a:lnTo>
                    <a:pt x="27955" y="292893"/>
                  </a:lnTo>
                  <a:lnTo>
                    <a:pt x="27914" y="292098"/>
                  </a:lnTo>
                  <a:lnTo>
                    <a:pt x="27399" y="290430"/>
                  </a:lnTo>
                  <a:lnTo>
                    <a:pt x="26716" y="289365"/>
                  </a:lnTo>
                  <a:lnTo>
                    <a:pt x="26383" y="289113"/>
                  </a:lnTo>
                  <a:lnTo>
                    <a:pt x="23529" y="290120"/>
                  </a:lnTo>
                  <a:lnTo>
                    <a:pt x="22350" y="289794"/>
                  </a:lnTo>
                  <a:lnTo>
                    <a:pt x="21798" y="289180"/>
                  </a:lnTo>
                  <a:lnTo>
                    <a:pt x="21681" y="288725"/>
                  </a:lnTo>
                  <a:lnTo>
                    <a:pt x="21792" y="287703"/>
                  </a:lnTo>
                  <a:lnTo>
                    <a:pt x="21812" y="286032"/>
                  </a:lnTo>
                  <a:lnTo>
                    <a:pt x="22228" y="283438"/>
                  </a:lnTo>
                  <a:lnTo>
                    <a:pt x="22354" y="281887"/>
                  </a:lnTo>
                  <a:lnTo>
                    <a:pt x="22017" y="272918"/>
                  </a:lnTo>
                  <a:lnTo>
                    <a:pt x="21534" y="266964"/>
                  </a:lnTo>
                  <a:lnTo>
                    <a:pt x="21792" y="261054"/>
                  </a:lnTo>
                  <a:lnTo>
                    <a:pt x="21741" y="259828"/>
                  </a:lnTo>
                  <a:lnTo>
                    <a:pt x="21644" y="259552"/>
                  </a:lnTo>
                  <a:lnTo>
                    <a:pt x="21282" y="259555"/>
                  </a:lnTo>
                  <a:lnTo>
                    <a:pt x="19544" y="260076"/>
                  </a:lnTo>
                  <a:lnTo>
                    <a:pt x="18061" y="256273"/>
                  </a:lnTo>
                  <a:lnTo>
                    <a:pt x="17142" y="254769"/>
                  </a:lnTo>
                  <a:lnTo>
                    <a:pt x="14616" y="252876"/>
                  </a:lnTo>
                  <a:lnTo>
                    <a:pt x="13508" y="252515"/>
                  </a:lnTo>
                  <a:lnTo>
                    <a:pt x="11883" y="250875"/>
                  </a:lnTo>
                  <a:lnTo>
                    <a:pt x="10386" y="247295"/>
                  </a:lnTo>
                  <a:lnTo>
                    <a:pt x="8853" y="243633"/>
                  </a:lnTo>
                  <a:lnTo>
                    <a:pt x="8237" y="241290"/>
                  </a:lnTo>
                  <a:lnTo>
                    <a:pt x="7553" y="237297"/>
                  </a:lnTo>
                  <a:lnTo>
                    <a:pt x="5615" y="229645"/>
                  </a:lnTo>
                  <a:lnTo>
                    <a:pt x="5633" y="227671"/>
                  </a:lnTo>
                  <a:lnTo>
                    <a:pt x="5393" y="226465"/>
                  </a:lnTo>
                  <a:lnTo>
                    <a:pt x="3506" y="221439"/>
                  </a:lnTo>
                  <a:lnTo>
                    <a:pt x="2166" y="217872"/>
                  </a:lnTo>
                  <a:lnTo>
                    <a:pt x="0" y="212102"/>
                  </a:lnTo>
                  <a:lnTo>
                    <a:pt x="4327" y="215331"/>
                  </a:lnTo>
                  <a:lnTo>
                    <a:pt x="7700" y="217805"/>
                  </a:lnTo>
                  <a:lnTo>
                    <a:pt x="13145" y="221802"/>
                  </a:lnTo>
                  <a:lnTo>
                    <a:pt x="17374" y="224906"/>
                  </a:lnTo>
                  <a:lnTo>
                    <a:pt x="18545" y="225409"/>
                  </a:lnTo>
                  <a:lnTo>
                    <a:pt x="30934" y="222760"/>
                  </a:lnTo>
                  <a:lnTo>
                    <a:pt x="35515" y="224767"/>
                  </a:lnTo>
                  <a:lnTo>
                    <a:pt x="36966" y="225894"/>
                  </a:lnTo>
                  <a:lnTo>
                    <a:pt x="37184" y="225235"/>
                  </a:lnTo>
                  <a:lnTo>
                    <a:pt x="37800" y="223872"/>
                  </a:lnTo>
                  <a:lnTo>
                    <a:pt x="38866" y="222496"/>
                  </a:lnTo>
                  <a:lnTo>
                    <a:pt x="40316" y="221391"/>
                  </a:lnTo>
                  <a:lnTo>
                    <a:pt x="41762" y="220795"/>
                  </a:lnTo>
                  <a:lnTo>
                    <a:pt x="43833" y="220717"/>
                  </a:lnTo>
                  <a:lnTo>
                    <a:pt x="45239" y="220805"/>
                  </a:lnTo>
                  <a:lnTo>
                    <a:pt x="46280" y="221141"/>
                  </a:lnTo>
                  <a:lnTo>
                    <a:pt x="48285" y="220943"/>
                  </a:lnTo>
                  <a:lnTo>
                    <a:pt x="49249" y="220407"/>
                  </a:lnTo>
                  <a:lnTo>
                    <a:pt x="52548" y="218222"/>
                  </a:lnTo>
                  <a:lnTo>
                    <a:pt x="54765" y="216752"/>
                  </a:lnTo>
                  <a:lnTo>
                    <a:pt x="58120" y="214459"/>
                  </a:lnTo>
                  <a:lnTo>
                    <a:pt x="60566" y="212784"/>
                  </a:lnTo>
                  <a:lnTo>
                    <a:pt x="61181" y="211894"/>
                  </a:lnTo>
                  <a:lnTo>
                    <a:pt x="61814" y="210290"/>
                  </a:lnTo>
                  <a:lnTo>
                    <a:pt x="62114" y="208856"/>
                  </a:lnTo>
                  <a:lnTo>
                    <a:pt x="61362" y="206641"/>
                  </a:lnTo>
                  <a:lnTo>
                    <a:pt x="61264" y="204687"/>
                  </a:lnTo>
                  <a:lnTo>
                    <a:pt x="61756" y="202210"/>
                  </a:lnTo>
                  <a:lnTo>
                    <a:pt x="62024" y="198437"/>
                  </a:lnTo>
                  <a:lnTo>
                    <a:pt x="61973" y="193064"/>
                  </a:lnTo>
                  <a:lnTo>
                    <a:pt x="61814" y="189963"/>
                  </a:lnTo>
                  <a:lnTo>
                    <a:pt x="62494" y="184205"/>
                  </a:lnTo>
                  <a:lnTo>
                    <a:pt x="63066" y="180972"/>
                  </a:lnTo>
                  <a:lnTo>
                    <a:pt x="64203" y="179425"/>
                  </a:lnTo>
                  <a:lnTo>
                    <a:pt x="64992" y="178478"/>
                  </a:lnTo>
                  <a:lnTo>
                    <a:pt x="65321" y="177787"/>
                  </a:lnTo>
                  <a:lnTo>
                    <a:pt x="65644" y="177017"/>
                  </a:lnTo>
                  <a:lnTo>
                    <a:pt x="66860" y="172629"/>
                  </a:lnTo>
                  <a:lnTo>
                    <a:pt x="67972" y="170586"/>
                  </a:lnTo>
                  <a:lnTo>
                    <a:pt x="69052" y="169347"/>
                  </a:lnTo>
                  <a:lnTo>
                    <a:pt x="70226" y="169505"/>
                  </a:lnTo>
                  <a:lnTo>
                    <a:pt x="71227" y="171199"/>
                  </a:lnTo>
                  <a:lnTo>
                    <a:pt x="73173" y="171941"/>
                  </a:lnTo>
                  <a:lnTo>
                    <a:pt x="75053" y="171445"/>
                  </a:lnTo>
                  <a:lnTo>
                    <a:pt x="76683" y="170172"/>
                  </a:lnTo>
                  <a:lnTo>
                    <a:pt x="77423" y="169129"/>
                  </a:lnTo>
                  <a:lnTo>
                    <a:pt x="78290" y="168214"/>
                  </a:lnTo>
                  <a:lnTo>
                    <a:pt x="78240" y="167171"/>
                  </a:lnTo>
                  <a:lnTo>
                    <a:pt x="77259" y="166263"/>
                  </a:lnTo>
                  <a:lnTo>
                    <a:pt x="76696" y="164982"/>
                  </a:lnTo>
                  <a:lnTo>
                    <a:pt x="76477" y="163411"/>
                  </a:lnTo>
                  <a:lnTo>
                    <a:pt x="77028" y="162457"/>
                  </a:lnTo>
                  <a:lnTo>
                    <a:pt x="78312" y="162179"/>
                  </a:lnTo>
                  <a:lnTo>
                    <a:pt x="81462" y="158344"/>
                  </a:lnTo>
                  <a:lnTo>
                    <a:pt x="82745" y="155823"/>
                  </a:lnTo>
                  <a:lnTo>
                    <a:pt x="83095" y="154650"/>
                  </a:lnTo>
                  <a:lnTo>
                    <a:pt x="83696" y="154520"/>
                  </a:lnTo>
                  <a:lnTo>
                    <a:pt x="84898" y="155693"/>
                  </a:lnTo>
                  <a:lnTo>
                    <a:pt x="86300" y="156083"/>
                  </a:lnTo>
                  <a:lnTo>
                    <a:pt x="87179" y="154911"/>
                  </a:lnTo>
                  <a:lnTo>
                    <a:pt x="88053" y="154650"/>
                  </a:lnTo>
                  <a:lnTo>
                    <a:pt x="88911" y="155928"/>
                  </a:lnTo>
                  <a:lnTo>
                    <a:pt x="89370" y="157455"/>
                  </a:lnTo>
                  <a:lnTo>
                    <a:pt x="90150" y="159276"/>
                  </a:lnTo>
                  <a:lnTo>
                    <a:pt x="91134" y="159636"/>
                  </a:lnTo>
                  <a:lnTo>
                    <a:pt x="92320" y="158657"/>
                  </a:lnTo>
                  <a:lnTo>
                    <a:pt x="93566" y="156556"/>
                  </a:lnTo>
                  <a:lnTo>
                    <a:pt x="94744" y="153613"/>
                  </a:lnTo>
                  <a:lnTo>
                    <a:pt x="95793" y="150695"/>
                  </a:lnTo>
                  <a:lnTo>
                    <a:pt x="95535" y="141457"/>
                  </a:lnTo>
                  <a:lnTo>
                    <a:pt x="95363" y="136017"/>
                  </a:lnTo>
                  <a:lnTo>
                    <a:pt x="95914" y="133151"/>
                  </a:lnTo>
                  <a:lnTo>
                    <a:pt x="96704" y="131385"/>
                  </a:lnTo>
                  <a:lnTo>
                    <a:pt x="97225" y="128655"/>
                  </a:lnTo>
                  <a:lnTo>
                    <a:pt x="97216" y="126245"/>
                  </a:lnTo>
                  <a:lnTo>
                    <a:pt x="97767" y="124219"/>
                  </a:lnTo>
                  <a:lnTo>
                    <a:pt x="98317" y="118686"/>
                  </a:lnTo>
                  <a:lnTo>
                    <a:pt x="99069" y="117383"/>
                  </a:lnTo>
                  <a:lnTo>
                    <a:pt x="100613" y="116480"/>
                  </a:lnTo>
                  <a:lnTo>
                    <a:pt x="103070" y="115955"/>
                  </a:lnTo>
                  <a:lnTo>
                    <a:pt x="105002" y="113426"/>
                  </a:lnTo>
                  <a:lnTo>
                    <a:pt x="106943" y="110739"/>
                  </a:lnTo>
                  <a:lnTo>
                    <a:pt x="107204" y="108374"/>
                  </a:lnTo>
                  <a:lnTo>
                    <a:pt x="106472" y="105844"/>
                  </a:lnTo>
                  <a:lnTo>
                    <a:pt x="105501" y="100937"/>
                  </a:lnTo>
                  <a:lnTo>
                    <a:pt x="104621" y="98008"/>
                  </a:lnTo>
                  <a:lnTo>
                    <a:pt x="102479" y="92754"/>
                  </a:lnTo>
                  <a:lnTo>
                    <a:pt x="102724" y="89515"/>
                  </a:lnTo>
                  <a:lnTo>
                    <a:pt x="103917" y="88199"/>
                  </a:lnTo>
                  <a:lnTo>
                    <a:pt x="106857" y="90440"/>
                  </a:lnTo>
                  <a:lnTo>
                    <a:pt x="107676" y="90879"/>
                  </a:lnTo>
                  <a:lnTo>
                    <a:pt x="108698" y="91195"/>
                  </a:lnTo>
                  <a:lnTo>
                    <a:pt x="111404" y="91140"/>
                  </a:lnTo>
                  <a:lnTo>
                    <a:pt x="113612" y="90266"/>
                  </a:lnTo>
                  <a:lnTo>
                    <a:pt x="115918" y="88261"/>
                  </a:lnTo>
                  <a:lnTo>
                    <a:pt x="116370" y="86176"/>
                  </a:lnTo>
                  <a:lnTo>
                    <a:pt x="116344" y="83701"/>
                  </a:lnTo>
                  <a:lnTo>
                    <a:pt x="116382" y="81656"/>
                  </a:lnTo>
                  <a:lnTo>
                    <a:pt x="116420" y="78814"/>
                  </a:lnTo>
                  <a:lnTo>
                    <a:pt x="115593" y="76990"/>
                  </a:lnTo>
                  <a:lnTo>
                    <a:pt x="115093" y="75361"/>
                  </a:lnTo>
                  <a:lnTo>
                    <a:pt x="114942" y="74058"/>
                  </a:lnTo>
                  <a:lnTo>
                    <a:pt x="115518" y="73341"/>
                  </a:lnTo>
                  <a:lnTo>
                    <a:pt x="116078" y="72012"/>
                  </a:lnTo>
                  <a:lnTo>
                    <a:pt x="116619" y="69590"/>
                  </a:lnTo>
                  <a:lnTo>
                    <a:pt x="117897" y="66696"/>
                  </a:lnTo>
                  <a:lnTo>
                    <a:pt x="118673" y="64090"/>
                  </a:lnTo>
                  <a:lnTo>
                    <a:pt x="119399" y="62852"/>
                  </a:lnTo>
                  <a:lnTo>
                    <a:pt x="120500" y="61158"/>
                  </a:lnTo>
                  <a:lnTo>
                    <a:pt x="121205" y="58670"/>
                  </a:lnTo>
                  <a:lnTo>
                    <a:pt x="121527" y="57184"/>
                  </a:lnTo>
                  <a:lnTo>
                    <a:pt x="122165" y="55729"/>
                  </a:lnTo>
                  <a:lnTo>
                    <a:pt x="122379" y="54774"/>
                  </a:lnTo>
                  <a:lnTo>
                    <a:pt x="122206" y="53924"/>
                  </a:lnTo>
                  <a:lnTo>
                    <a:pt x="121888" y="52853"/>
                  </a:lnTo>
                  <a:lnTo>
                    <a:pt x="121527" y="51646"/>
                  </a:lnTo>
                  <a:lnTo>
                    <a:pt x="121527" y="50474"/>
                  </a:lnTo>
                  <a:lnTo>
                    <a:pt x="121828" y="49236"/>
                  </a:lnTo>
                  <a:lnTo>
                    <a:pt x="122153" y="48128"/>
                  </a:lnTo>
                  <a:lnTo>
                    <a:pt x="122003" y="46564"/>
                  </a:lnTo>
                  <a:lnTo>
                    <a:pt x="121828" y="44023"/>
                  </a:lnTo>
                  <a:lnTo>
                    <a:pt x="121227" y="42525"/>
                  </a:lnTo>
                  <a:lnTo>
                    <a:pt x="120824" y="39065"/>
                  </a:lnTo>
                  <a:lnTo>
                    <a:pt x="120188" y="35545"/>
                  </a:lnTo>
                  <a:lnTo>
                    <a:pt x="119847" y="34173"/>
                  </a:lnTo>
                  <a:lnTo>
                    <a:pt x="119226" y="32449"/>
                  </a:lnTo>
                  <a:lnTo>
                    <a:pt x="117833" y="30612"/>
                  </a:lnTo>
                  <a:lnTo>
                    <a:pt x="117434" y="29388"/>
                  </a:lnTo>
                  <a:lnTo>
                    <a:pt x="117978" y="27034"/>
                  </a:lnTo>
                  <a:lnTo>
                    <a:pt x="118882" y="25574"/>
                  </a:lnTo>
                  <a:lnTo>
                    <a:pt x="120594" y="21967"/>
                  </a:lnTo>
                  <a:lnTo>
                    <a:pt x="121532" y="19472"/>
                  </a:lnTo>
                  <a:lnTo>
                    <a:pt x="122379" y="17735"/>
                  </a:lnTo>
                  <a:lnTo>
                    <a:pt x="123468" y="18028"/>
                  </a:lnTo>
                  <a:lnTo>
                    <a:pt x="124107" y="17872"/>
                  </a:lnTo>
                  <a:lnTo>
                    <a:pt x="124670" y="16269"/>
                  </a:lnTo>
                  <a:lnTo>
                    <a:pt x="125788" y="14848"/>
                  </a:lnTo>
                  <a:lnTo>
                    <a:pt x="127774" y="11906"/>
                  </a:lnTo>
                  <a:lnTo>
                    <a:pt x="128468" y="9922"/>
                  </a:lnTo>
                  <a:lnTo>
                    <a:pt x="129525" y="8922"/>
                  </a:lnTo>
                  <a:lnTo>
                    <a:pt x="130401" y="8695"/>
                  </a:lnTo>
                  <a:lnTo>
                    <a:pt x="131584" y="8003"/>
                  </a:lnTo>
                  <a:lnTo>
                    <a:pt x="132722" y="6934"/>
                  </a:lnTo>
                  <a:lnTo>
                    <a:pt x="133761" y="6119"/>
                  </a:lnTo>
                  <a:lnTo>
                    <a:pt x="135389" y="5958"/>
                  </a:lnTo>
                  <a:lnTo>
                    <a:pt x="137973" y="5468"/>
                  </a:lnTo>
                  <a:lnTo>
                    <a:pt x="139370" y="4967"/>
                  </a:lnTo>
                  <a:lnTo>
                    <a:pt x="142712" y="4579"/>
                  </a:lnTo>
                  <a:lnTo>
                    <a:pt x="146354" y="4399"/>
                  </a:lnTo>
                  <a:lnTo>
                    <a:pt x="146778" y="4378"/>
                  </a:lnTo>
                  <a:lnTo>
                    <a:pt x="148352" y="5429"/>
                  </a:lnTo>
                  <a:lnTo>
                    <a:pt x="149420" y="6310"/>
                  </a:lnTo>
                  <a:lnTo>
                    <a:pt x="149841" y="6233"/>
                  </a:lnTo>
                  <a:lnTo>
                    <a:pt x="151610" y="4130"/>
                  </a:lnTo>
                  <a:lnTo>
                    <a:pt x="154294" y="1565"/>
                  </a:lnTo>
                  <a:lnTo>
                    <a:pt x="155547" y="428"/>
                  </a:lnTo>
                  <a:lnTo>
                    <a:pt x="156219" y="0"/>
                  </a:lnTo>
                  <a:lnTo>
                    <a:pt x="157259" y="27"/>
                  </a:lnTo>
                  <a:lnTo>
                    <a:pt x="158098" y="706"/>
                  </a:lnTo>
                  <a:lnTo>
                    <a:pt x="158951" y="1701"/>
                  </a:lnTo>
                  <a:lnTo>
                    <a:pt x="159497" y="2488"/>
                  </a:lnTo>
                  <a:lnTo>
                    <a:pt x="160177" y="2018"/>
                  </a:lnTo>
                  <a:lnTo>
                    <a:pt x="161367" y="1463"/>
                  </a:lnTo>
                  <a:lnTo>
                    <a:pt x="162404" y="1874"/>
                  </a:lnTo>
                  <a:lnTo>
                    <a:pt x="164691" y="3640"/>
                  </a:lnTo>
                  <a:lnTo>
                    <a:pt x="165034" y="4520"/>
                  </a:lnTo>
                  <a:lnTo>
                    <a:pt x="165572" y="8818"/>
                  </a:lnTo>
                  <a:lnTo>
                    <a:pt x="165981" y="9208"/>
                  </a:lnTo>
                  <a:lnTo>
                    <a:pt x="167270" y="8195"/>
                  </a:lnTo>
                  <a:lnTo>
                    <a:pt x="168331" y="8707"/>
                  </a:lnTo>
                  <a:lnTo>
                    <a:pt x="169523" y="10098"/>
                  </a:lnTo>
                  <a:lnTo>
                    <a:pt x="170296" y="11434"/>
                  </a:lnTo>
                  <a:lnTo>
                    <a:pt x="170804" y="12881"/>
                  </a:lnTo>
                  <a:lnTo>
                    <a:pt x="171349" y="15220"/>
                  </a:lnTo>
                  <a:lnTo>
                    <a:pt x="171563" y="17096"/>
                  </a:lnTo>
                  <a:lnTo>
                    <a:pt x="171819" y="19332"/>
                  </a:lnTo>
                  <a:lnTo>
                    <a:pt x="171754" y="25643"/>
                  </a:lnTo>
                  <a:lnTo>
                    <a:pt x="171362" y="26675"/>
                  </a:lnTo>
                  <a:lnTo>
                    <a:pt x="171030" y="28018"/>
                  </a:lnTo>
                  <a:lnTo>
                    <a:pt x="171114" y="29185"/>
                  </a:lnTo>
                  <a:lnTo>
                    <a:pt x="171487" y="30113"/>
                  </a:lnTo>
                  <a:lnTo>
                    <a:pt x="172229" y="30740"/>
                  </a:lnTo>
                  <a:lnTo>
                    <a:pt x="172915" y="31134"/>
                  </a:lnTo>
                  <a:lnTo>
                    <a:pt x="173283" y="32133"/>
                  </a:lnTo>
                  <a:lnTo>
                    <a:pt x="173789" y="35685"/>
                  </a:lnTo>
                  <a:lnTo>
                    <a:pt x="174129" y="36230"/>
                  </a:lnTo>
                  <a:lnTo>
                    <a:pt x="174968" y="36219"/>
                  </a:lnTo>
                  <a:lnTo>
                    <a:pt x="176490" y="35444"/>
                  </a:lnTo>
                  <a:lnTo>
                    <a:pt x="177811" y="34231"/>
                  </a:lnTo>
                  <a:lnTo>
                    <a:pt x="178370" y="33969"/>
                  </a:lnTo>
                  <a:lnTo>
                    <a:pt x="178509" y="37340"/>
                  </a:lnTo>
                  <a:lnTo>
                    <a:pt x="179285" y="38628"/>
                  </a:lnTo>
                  <a:lnTo>
                    <a:pt x="180372" y="4012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2239070" y="3408858"/>
              <a:ext cx="2899" cy="8690"/>
            </a:xfrm>
            <a:custGeom>
              <a:avLst/>
              <a:pathLst>
                <a:path w="2899" h="8690">
                  <a:moveTo>
                    <a:pt x="2899" y="8534"/>
                  </a:moveTo>
                  <a:lnTo>
                    <a:pt x="2276" y="8690"/>
                  </a:lnTo>
                  <a:lnTo>
                    <a:pt x="1004" y="7424"/>
                  </a:lnTo>
                  <a:lnTo>
                    <a:pt x="74" y="4973"/>
                  </a:lnTo>
                  <a:lnTo>
                    <a:pt x="0" y="4179"/>
                  </a:lnTo>
                  <a:lnTo>
                    <a:pt x="18" y="3367"/>
                  </a:lnTo>
                  <a:lnTo>
                    <a:pt x="527" y="864"/>
                  </a:lnTo>
                  <a:lnTo>
                    <a:pt x="1207" y="0"/>
                  </a:lnTo>
                  <a:lnTo>
                    <a:pt x="1474" y="12"/>
                  </a:lnTo>
                  <a:lnTo>
                    <a:pt x="2125" y="2901"/>
                  </a:lnTo>
                  <a:lnTo>
                    <a:pt x="1682" y="4021"/>
                  </a:lnTo>
                  <a:lnTo>
                    <a:pt x="1860" y="5810"/>
                  </a:lnTo>
                  <a:lnTo>
                    <a:pt x="2784" y="71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2270082" y="3388937"/>
              <a:ext cx="705" cy="2540"/>
            </a:xfrm>
            <a:custGeom>
              <a:avLst/>
              <a:pathLst>
                <a:path w="705" h="2540">
                  <a:moveTo>
                    <a:pt x="705" y="1229"/>
                  </a:moveTo>
                  <a:lnTo>
                    <a:pt x="195" y="2540"/>
                  </a:lnTo>
                  <a:lnTo>
                    <a:pt x="0" y="1298"/>
                  </a:lnTo>
                  <a:lnTo>
                    <a:pt x="47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2271929" y="3384078"/>
              <a:ext cx="1428" cy="6746"/>
            </a:xfrm>
            <a:custGeom>
              <a:avLst/>
              <a:pathLst>
                <a:path w="1428" h="6746">
                  <a:moveTo>
                    <a:pt x="756" y="5495"/>
                  </a:moveTo>
                  <a:lnTo>
                    <a:pt x="531" y="6746"/>
                  </a:lnTo>
                  <a:lnTo>
                    <a:pt x="0" y="3959"/>
                  </a:lnTo>
                  <a:lnTo>
                    <a:pt x="85" y="3240"/>
                  </a:lnTo>
                  <a:lnTo>
                    <a:pt x="49" y="721"/>
                  </a:lnTo>
                  <a:lnTo>
                    <a:pt x="555" y="59"/>
                  </a:lnTo>
                  <a:lnTo>
                    <a:pt x="927" y="0"/>
                  </a:lnTo>
                  <a:lnTo>
                    <a:pt x="1235" y="354"/>
                  </a:lnTo>
                  <a:lnTo>
                    <a:pt x="1428" y="3319"/>
                  </a:lnTo>
                  <a:lnTo>
                    <a:pt x="1268" y="46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2233811" y="3355367"/>
              <a:ext cx="1001" cy="2889"/>
            </a:xfrm>
            <a:custGeom>
              <a:avLst/>
              <a:pathLst>
                <a:path w="1001" h="2889">
                  <a:moveTo>
                    <a:pt x="1001" y="1512"/>
                  </a:moveTo>
                  <a:lnTo>
                    <a:pt x="877" y="2889"/>
                  </a:lnTo>
                  <a:lnTo>
                    <a:pt x="0" y="406"/>
                  </a:lnTo>
                  <a:lnTo>
                    <a:pt x="521" y="0"/>
                  </a:lnTo>
                  <a:lnTo>
                    <a:pt x="707" y="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2225798" y="3350463"/>
              <a:ext cx="66217" cy="70261"/>
            </a:xfrm>
            <a:custGeom>
              <a:avLst/>
              <a:pathLst>
                <a:path w="66217" h="70261">
                  <a:moveTo>
                    <a:pt x="64193" y="27762"/>
                  </a:moveTo>
                  <a:lnTo>
                    <a:pt x="63979" y="28165"/>
                  </a:lnTo>
                  <a:lnTo>
                    <a:pt x="63352" y="30494"/>
                  </a:lnTo>
                  <a:lnTo>
                    <a:pt x="63009" y="32486"/>
                  </a:lnTo>
                  <a:lnTo>
                    <a:pt x="63818" y="34590"/>
                  </a:lnTo>
                  <a:lnTo>
                    <a:pt x="64061" y="36823"/>
                  </a:lnTo>
                  <a:lnTo>
                    <a:pt x="64519" y="39250"/>
                  </a:lnTo>
                  <a:lnTo>
                    <a:pt x="65234" y="41687"/>
                  </a:lnTo>
                  <a:lnTo>
                    <a:pt x="66032" y="46213"/>
                  </a:lnTo>
                  <a:lnTo>
                    <a:pt x="66217" y="48028"/>
                  </a:lnTo>
                  <a:lnTo>
                    <a:pt x="65990" y="49208"/>
                  </a:lnTo>
                  <a:lnTo>
                    <a:pt x="65230" y="49928"/>
                  </a:lnTo>
                  <a:lnTo>
                    <a:pt x="64518" y="52045"/>
                  </a:lnTo>
                  <a:lnTo>
                    <a:pt x="64324" y="54629"/>
                  </a:lnTo>
                  <a:lnTo>
                    <a:pt x="64460" y="55906"/>
                  </a:lnTo>
                  <a:lnTo>
                    <a:pt x="62330" y="60031"/>
                  </a:lnTo>
                  <a:lnTo>
                    <a:pt x="61782" y="60716"/>
                  </a:lnTo>
                  <a:lnTo>
                    <a:pt x="61418" y="60082"/>
                  </a:lnTo>
                  <a:lnTo>
                    <a:pt x="60964" y="58011"/>
                  </a:lnTo>
                  <a:lnTo>
                    <a:pt x="60422" y="56339"/>
                  </a:lnTo>
                  <a:lnTo>
                    <a:pt x="60130" y="55756"/>
                  </a:lnTo>
                  <a:lnTo>
                    <a:pt x="59961" y="55729"/>
                  </a:lnTo>
                  <a:lnTo>
                    <a:pt x="59791" y="56114"/>
                  </a:lnTo>
                  <a:lnTo>
                    <a:pt x="59713" y="57023"/>
                  </a:lnTo>
                  <a:lnTo>
                    <a:pt x="59995" y="60897"/>
                  </a:lnTo>
                  <a:lnTo>
                    <a:pt x="59759" y="62471"/>
                  </a:lnTo>
                  <a:lnTo>
                    <a:pt x="59037" y="63679"/>
                  </a:lnTo>
                  <a:lnTo>
                    <a:pt x="58210" y="69987"/>
                  </a:lnTo>
                  <a:lnTo>
                    <a:pt x="57885" y="69189"/>
                  </a:lnTo>
                  <a:lnTo>
                    <a:pt x="55156" y="60695"/>
                  </a:lnTo>
                  <a:lnTo>
                    <a:pt x="52792" y="50172"/>
                  </a:lnTo>
                  <a:lnTo>
                    <a:pt x="52300" y="45412"/>
                  </a:lnTo>
                  <a:lnTo>
                    <a:pt x="52913" y="45130"/>
                  </a:lnTo>
                  <a:lnTo>
                    <a:pt x="53505" y="45236"/>
                  </a:lnTo>
                  <a:lnTo>
                    <a:pt x="53824" y="44502"/>
                  </a:lnTo>
                  <a:lnTo>
                    <a:pt x="54193" y="43118"/>
                  </a:lnTo>
                  <a:lnTo>
                    <a:pt x="53894" y="39899"/>
                  </a:lnTo>
                  <a:lnTo>
                    <a:pt x="55043" y="37455"/>
                  </a:lnTo>
                  <a:lnTo>
                    <a:pt x="55476" y="35806"/>
                  </a:lnTo>
                  <a:lnTo>
                    <a:pt x="55794" y="35998"/>
                  </a:lnTo>
                  <a:lnTo>
                    <a:pt x="56545" y="38800"/>
                  </a:lnTo>
                  <a:lnTo>
                    <a:pt x="57636" y="40410"/>
                  </a:lnTo>
                  <a:lnTo>
                    <a:pt x="58976" y="42748"/>
                  </a:lnTo>
                  <a:lnTo>
                    <a:pt x="59806" y="43277"/>
                  </a:lnTo>
                  <a:lnTo>
                    <a:pt x="58757" y="40826"/>
                  </a:lnTo>
                  <a:lnTo>
                    <a:pt x="56945" y="37600"/>
                  </a:lnTo>
                  <a:lnTo>
                    <a:pt x="56438" y="35480"/>
                  </a:lnTo>
                  <a:lnTo>
                    <a:pt x="55958" y="32529"/>
                  </a:lnTo>
                  <a:lnTo>
                    <a:pt x="55250" y="33808"/>
                  </a:lnTo>
                  <a:lnTo>
                    <a:pt x="54921" y="34883"/>
                  </a:lnTo>
                  <a:lnTo>
                    <a:pt x="54555" y="35494"/>
                  </a:lnTo>
                  <a:lnTo>
                    <a:pt x="54236" y="34761"/>
                  </a:lnTo>
                  <a:lnTo>
                    <a:pt x="54179" y="33808"/>
                  </a:lnTo>
                  <a:lnTo>
                    <a:pt x="53111" y="33622"/>
                  </a:lnTo>
                  <a:lnTo>
                    <a:pt x="52837" y="32757"/>
                  </a:lnTo>
                  <a:lnTo>
                    <a:pt x="52554" y="32273"/>
                  </a:lnTo>
                  <a:lnTo>
                    <a:pt x="52683" y="34112"/>
                  </a:lnTo>
                  <a:lnTo>
                    <a:pt x="52893" y="35249"/>
                  </a:lnTo>
                  <a:lnTo>
                    <a:pt x="52780" y="36618"/>
                  </a:lnTo>
                  <a:lnTo>
                    <a:pt x="52433" y="36715"/>
                  </a:lnTo>
                  <a:lnTo>
                    <a:pt x="52136" y="35297"/>
                  </a:lnTo>
                  <a:lnTo>
                    <a:pt x="51757" y="34016"/>
                  </a:lnTo>
                  <a:lnTo>
                    <a:pt x="51250" y="28653"/>
                  </a:lnTo>
                  <a:lnTo>
                    <a:pt x="50037" y="26125"/>
                  </a:lnTo>
                  <a:lnTo>
                    <a:pt x="49481" y="25284"/>
                  </a:lnTo>
                  <a:lnTo>
                    <a:pt x="49023" y="24966"/>
                  </a:lnTo>
                  <a:lnTo>
                    <a:pt x="48347" y="23248"/>
                  </a:lnTo>
                  <a:lnTo>
                    <a:pt x="47455" y="22329"/>
                  </a:lnTo>
                  <a:lnTo>
                    <a:pt x="46241" y="19659"/>
                  </a:lnTo>
                  <a:lnTo>
                    <a:pt x="44751" y="17749"/>
                  </a:lnTo>
                  <a:lnTo>
                    <a:pt x="42931" y="17072"/>
                  </a:lnTo>
                  <a:lnTo>
                    <a:pt x="40718" y="17488"/>
                  </a:lnTo>
                  <a:lnTo>
                    <a:pt x="39974" y="18550"/>
                  </a:lnTo>
                  <a:lnTo>
                    <a:pt x="39467" y="19898"/>
                  </a:lnTo>
                  <a:lnTo>
                    <a:pt x="39232" y="20524"/>
                  </a:lnTo>
                  <a:lnTo>
                    <a:pt x="37926" y="22069"/>
                  </a:lnTo>
                  <a:lnTo>
                    <a:pt x="37430" y="24304"/>
                  </a:lnTo>
                  <a:lnTo>
                    <a:pt x="37118" y="26188"/>
                  </a:lnTo>
                  <a:lnTo>
                    <a:pt x="36467" y="28326"/>
                  </a:lnTo>
                  <a:lnTo>
                    <a:pt x="37210" y="29618"/>
                  </a:lnTo>
                  <a:lnTo>
                    <a:pt x="32948" y="36882"/>
                  </a:lnTo>
                  <a:lnTo>
                    <a:pt x="32104" y="37937"/>
                  </a:lnTo>
                  <a:lnTo>
                    <a:pt x="30190" y="38682"/>
                  </a:lnTo>
                  <a:lnTo>
                    <a:pt x="29748" y="39459"/>
                  </a:lnTo>
                  <a:lnTo>
                    <a:pt x="29164" y="40895"/>
                  </a:lnTo>
                  <a:lnTo>
                    <a:pt x="29086" y="43079"/>
                  </a:lnTo>
                  <a:lnTo>
                    <a:pt x="29174" y="44938"/>
                  </a:lnTo>
                  <a:lnTo>
                    <a:pt x="29730" y="46370"/>
                  </a:lnTo>
                  <a:lnTo>
                    <a:pt x="30225" y="47274"/>
                  </a:lnTo>
                  <a:lnTo>
                    <a:pt x="31413" y="51598"/>
                  </a:lnTo>
                  <a:lnTo>
                    <a:pt x="33522" y="57053"/>
                  </a:lnTo>
                  <a:lnTo>
                    <a:pt x="33922" y="59040"/>
                  </a:lnTo>
                  <a:lnTo>
                    <a:pt x="34249" y="61988"/>
                  </a:lnTo>
                  <a:lnTo>
                    <a:pt x="33612" y="63371"/>
                  </a:lnTo>
                  <a:lnTo>
                    <a:pt x="33121" y="63956"/>
                  </a:lnTo>
                  <a:lnTo>
                    <a:pt x="31114" y="64186"/>
                  </a:lnTo>
                  <a:lnTo>
                    <a:pt x="30422" y="65367"/>
                  </a:lnTo>
                  <a:lnTo>
                    <a:pt x="30141" y="67170"/>
                  </a:lnTo>
                  <a:lnTo>
                    <a:pt x="29393" y="68639"/>
                  </a:lnTo>
                  <a:lnTo>
                    <a:pt x="26806" y="70095"/>
                  </a:lnTo>
                  <a:lnTo>
                    <a:pt x="24775" y="70261"/>
                  </a:lnTo>
                  <a:lnTo>
                    <a:pt x="24143" y="68574"/>
                  </a:lnTo>
                  <a:lnTo>
                    <a:pt x="23990" y="63836"/>
                  </a:lnTo>
                  <a:lnTo>
                    <a:pt x="22622" y="55750"/>
                  </a:lnTo>
                  <a:lnTo>
                    <a:pt x="22296" y="50177"/>
                  </a:lnTo>
                  <a:lnTo>
                    <a:pt x="21954" y="50869"/>
                  </a:lnTo>
                  <a:lnTo>
                    <a:pt x="21229" y="51517"/>
                  </a:lnTo>
                  <a:lnTo>
                    <a:pt x="20984" y="52902"/>
                  </a:lnTo>
                  <a:lnTo>
                    <a:pt x="20801" y="57013"/>
                  </a:lnTo>
                  <a:lnTo>
                    <a:pt x="20534" y="58415"/>
                  </a:lnTo>
                  <a:lnTo>
                    <a:pt x="19973" y="58281"/>
                  </a:lnTo>
                  <a:lnTo>
                    <a:pt x="18824" y="56809"/>
                  </a:lnTo>
                  <a:lnTo>
                    <a:pt x="17296" y="55453"/>
                  </a:lnTo>
                  <a:lnTo>
                    <a:pt x="15348" y="46744"/>
                  </a:lnTo>
                  <a:lnTo>
                    <a:pt x="15137" y="45105"/>
                  </a:lnTo>
                  <a:lnTo>
                    <a:pt x="14758" y="43150"/>
                  </a:lnTo>
                  <a:lnTo>
                    <a:pt x="13252" y="42326"/>
                  </a:lnTo>
                  <a:lnTo>
                    <a:pt x="11969" y="40859"/>
                  </a:lnTo>
                  <a:lnTo>
                    <a:pt x="10567" y="40632"/>
                  </a:lnTo>
                  <a:lnTo>
                    <a:pt x="9850" y="41458"/>
                  </a:lnTo>
                  <a:lnTo>
                    <a:pt x="9118" y="40407"/>
                  </a:lnTo>
                  <a:lnTo>
                    <a:pt x="8992" y="38024"/>
                  </a:lnTo>
                  <a:lnTo>
                    <a:pt x="7523" y="39093"/>
                  </a:lnTo>
                  <a:lnTo>
                    <a:pt x="5636" y="38722"/>
                  </a:lnTo>
                  <a:lnTo>
                    <a:pt x="3949" y="37701"/>
                  </a:lnTo>
                  <a:lnTo>
                    <a:pt x="2795" y="38246"/>
                  </a:lnTo>
                  <a:lnTo>
                    <a:pt x="1830" y="39935"/>
                  </a:lnTo>
                  <a:lnTo>
                    <a:pt x="1964" y="44274"/>
                  </a:lnTo>
                  <a:lnTo>
                    <a:pt x="1680" y="45127"/>
                  </a:lnTo>
                  <a:lnTo>
                    <a:pt x="1635" y="43356"/>
                  </a:lnTo>
                  <a:lnTo>
                    <a:pt x="1299" y="41316"/>
                  </a:lnTo>
                  <a:lnTo>
                    <a:pt x="895" y="39625"/>
                  </a:lnTo>
                  <a:lnTo>
                    <a:pt x="44" y="37877"/>
                  </a:lnTo>
                  <a:lnTo>
                    <a:pt x="0" y="37234"/>
                  </a:lnTo>
                  <a:lnTo>
                    <a:pt x="338" y="36347"/>
                  </a:lnTo>
                  <a:lnTo>
                    <a:pt x="1881" y="33814"/>
                  </a:lnTo>
                  <a:lnTo>
                    <a:pt x="2073" y="32755"/>
                  </a:lnTo>
                  <a:lnTo>
                    <a:pt x="2097" y="30550"/>
                  </a:lnTo>
                  <a:lnTo>
                    <a:pt x="1948" y="28442"/>
                  </a:lnTo>
                  <a:lnTo>
                    <a:pt x="1252" y="25338"/>
                  </a:lnTo>
                  <a:lnTo>
                    <a:pt x="1650" y="23418"/>
                  </a:lnTo>
                  <a:lnTo>
                    <a:pt x="2446" y="21878"/>
                  </a:lnTo>
                  <a:lnTo>
                    <a:pt x="3263" y="20662"/>
                  </a:lnTo>
                  <a:lnTo>
                    <a:pt x="3401" y="20146"/>
                  </a:lnTo>
                  <a:lnTo>
                    <a:pt x="3249" y="19092"/>
                  </a:lnTo>
                  <a:lnTo>
                    <a:pt x="2774" y="17953"/>
                  </a:lnTo>
                  <a:lnTo>
                    <a:pt x="1657" y="16015"/>
                  </a:lnTo>
                  <a:lnTo>
                    <a:pt x="988" y="15889"/>
                  </a:lnTo>
                  <a:lnTo>
                    <a:pt x="959" y="10311"/>
                  </a:lnTo>
                  <a:lnTo>
                    <a:pt x="993" y="4393"/>
                  </a:lnTo>
                  <a:lnTo>
                    <a:pt x="1161" y="3806"/>
                  </a:lnTo>
                  <a:lnTo>
                    <a:pt x="1571" y="3452"/>
                  </a:lnTo>
                  <a:lnTo>
                    <a:pt x="1898" y="2552"/>
                  </a:lnTo>
                  <a:lnTo>
                    <a:pt x="2082" y="799"/>
                  </a:lnTo>
                  <a:lnTo>
                    <a:pt x="2569" y="178"/>
                  </a:lnTo>
                  <a:lnTo>
                    <a:pt x="3451" y="1529"/>
                  </a:lnTo>
                  <a:lnTo>
                    <a:pt x="4351" y="2718"/>
                  </a:lnTo>
                  <a:lnTo>
                    <a:pt x="4724" y="2322"/>
                  </a:lnTo>
                  <a:lnTo>
                    <a:pt x="5005" y="1744"/>
                  </a:lnTo>
                  <a:lnTo>
                    <a:pt x="5201" y="1171"/>
                  </a:lnTo>
                  <a:lnTo>
                    <a:pt x="5266" y="626"/>
                  </a:lnTo>
                  <a:lnTo>
                    <a:pt x="5984" y="2204"/>
                  </a:lnTo>
                  <a:lnTo>
                    <a:pt x="7455" y="5002"/>
                  </a:lnTo>
                  <a:lnTo>
                    <a:pt x="7541" y="6380"/>
                  </a:lnTo>
                  <a:lnTo>
                    <a:pt x="7403" y="7700"/>
                  </a:lnTo>
                  <a:lnTo>
                    <a:pt x="7808" y="11484"/>
                  </a:lnTo>
                  <a:lnTo>
                    <a:pt x="8572" y="12033"/>
                  </a:lnTo>
                  <a:lnTo>
                    <a:pt x="9339" y="11300"/>
                  </a:lnTo>
                  <a:lnTo>
                    <a:pt x="9529" y="11999"/>
                  </a:lnTo>
                  <a:lnTo>
                    <a:pt x="9387" y="12698"/>
                  </a:lnTo>
                  <a:lnTo>
                    <a:pt x="8992" y="13480"/>
                  </a:lnTo>
                  <a:lnTo>
                    <a:pt x="8893" y="16735"/>
                  </a:lnTo>
                  <a:lnTo>
                    <a:pt x="10152" y="18254"/>
                  </a:lnTo>
                  <a:lnTo>
                    <a:pt x="10781" y="19590"/>
                  </a:lnTo>
                  <a:lnTo>
                    <a:pt x="12868" y="18963"/>
                  </a:lnTo>
                  <a:lnTo>
                    <a:pt x="13637" y="19317"/>
                  </a:lnTo>
                  <a:lnTo>
                    <a:pt x="14161" y="18929"/>
                  </a:lnTo>
                  <a:lnTo>
                    <a:pt x="13579" y="16318"/>
                  </a:lnTo>
                  <a:lnTo>
                    <a:pt x="12799" y="14384"/>
                  </a:lnTo>
                  <a:lnTo>
                    <a:pt x="12864" y="13516"/>
                  </a:lnTo>
                  <a:lnTo>
                    <a:pt x="13455" y="14158"/>
                  </a:lnTo>
                  <a:lnTo>
                    <a:pt x="13907" y="15475"/>
                  </a:lnTo>
                  <a:lnTo>
                    <a:pt x="14933" y="17106"/>
                  </a:lnTo>
                  <a:lnTo>
                    <a:pt x="16825" y="22777"/>
                  </a:lnTo>
                  <a:lnTo>
                    <a:pt x="18992" y="24150"/>
                  </a:lnTo>
                  <a:lnTo>
                    <a:pt x="20707" y="23968"/>
                  </a:lnTo>
                  <a:lnTo>
                    <a:pt x="22305" y="23202"/>
                  </a:lnTo>
                  <a:lnTo>
                    <a:pt x="24853" y="20998"/>
                  </a:lnTo>
                  <a:lnTo>
                    <a:pt x="26695" y="17019"/>
                  </a:lnTo>
                  <a:lnTo>
                    <a:pt x="28166" y="15244"/>
                  </a:lnTo>
                  <a:lnTo>
                    <a:pt x="32933" y="11463"/>
                  </a:lnTo>
                  <a:lnTo>
                    <a:pt x="34626" y="7509"/>
                  </a:lnTo>
                  <a:lnTo>
                    <a:pt x="35341" y="6989"/>
                  </a:lnTo>
                  <a:lnTo>
                    <a:pt x="36022" y="6494"/>
                  </a:lnTo>
                  <a:lnTo>
                    <a:pt x="37521" y="3503"/>
                  </a:lnTo>
                  <a:lnTo>
                    <a:pt x="38325" y="1171"/>
                  </a:lnTo>
                  <a:lnTo>
                    <a:pt x="39176" y="0"/>
                  </a:lnTo>
                  <a:lnTo>
                    <a:pt x="41695" y="845"/>
                  </a:lnTo>
                  <a:lnTo>
                    <a:pt x="43329" y="1947"/>
                  </a:lnTo>
                  <a:lnTo>
                    <a:pt x="44457" y="1804"/>
                  </a:lnTo>
                  <a:lnTo>
                    <a:pt x="45542" y="2582"/>
                  </a:lnTo>
                  <a:lnTo>
                    <a:pt x="46016" y="4280"/>
                  </a:lnTo>
                  <a:lnTo>
                    <a:pt x="46508" y="5005"/>
                  </a:lnTo>
                  <a:lnTo>
                    <a:pt x="49173" y="4819"/>
                  </a:lnTo>
                  <a:lnTo>
                    <a:pt x="51360" y="5660"/>
                  </a:lnTo>
                  <a:lnTo>
                    <a:pt x="56147" y="10684"/>
                  </a:lnTo>
                  <a:lnTo>
                    <a:pt x="59009" y="15653"/>
                  </a:lnTo>
                  <a:lnTo>
                    <a:pt x="60525" y="209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1711136" y="4352799"/>
              <a:ext cx="682" cy="2640"/>
            </a:xfrm>
            <a:custGeom>
              <a:avLst/>
              <a:pathLst>
                <a:path w="682" h="2640">
                  <a:moveTo>
                    <a:pt x="682" y="2190"/>
                  </a:moveTo>
                  <a:lnTo>
                    <a:pt x="570" y="2640"/>
                  </a:lnTo>
                  <a:lnTo>
                    <a:pt x="335" y="2259"/>
                  </a:lnTo>
                  <a:lnTo>
                    <a:pt x="90" y="1402"/>
                  </a:lnTo>
                  <a:lnTo>
                    <a:pt x="0" y="502"/>
                  </a:lnTo>
                  <a:lnTo>
                    <a:pt x="227" y="0"/>
                  </a:lnTo>
                  <a:lnTo>
                    <a:pt x="528" y="305"/>
                  </a:lnTo>
                  <a:lnTo>
                    <a:pt x="674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2244997" y="3635304"/>
              <a:ext cx="143661" cy="540861"/>
            </a:xfrm>
            <a:custGeom>
              <a:avLst/>
              <a:pathLst>
                <a:path w="143661" h="540861">
                  <a:moveTo>
                    <a:pt x="129119" y="123934"/>
                  </a:moveTo>
                  <a:lnTo>
                    <a:pt x="129050" y="125861"/>
                  </a:lnTo>
                  <a:lnTo>
                    <a:pt x="128687" y="126632"/>
                  </a:lnTo>
                  <a:lnTo>
                    <a:pt x="128126" y="126805"/>
                  </a:lnTo>
                  <a:lnTo>
                    <a:pt x="127269" y="125431"/>
                  </a:lnTo>
                  <a:lnTo>
                    <a:pt x="126643" y="125772"/>
                  </a:lnTo>
                  <a:lnTo>
                    <a:pt x="126016" y="125861"/>
                  </a:lnTo>
                  <a:lnTo>
                    <a:pt x="125133" y="124260"/>
                  </a:lnTo>
                  <a:lnTo>
                    <a:pt x="124830" y="122684"/>
                  </a:lnTo>
                  <a:lnTo>
                    <a:pt x="124137" y="121397"/>
                  </a:lnTo>
                  <a:lnTo>
                    <a:pt x="122706" y="121914"/>
                  </a:lnTo>
                  <a:lnTo>
                    <a:pt x="121526" y="121946"/>
                  </a:lnTo>
                  <a:lnTo>
                    <a:pt x="120538" y="121657"/>
                  </a:lnTo>
                  <a:lnTo>
                    <a:pt x="119653" y="122084"/>
                  </a:lnTo>
                  <a:lnTo>
                    <a:pt x="118898" y="123746"/>
                  </a:lnTo>
                  <a:lnTo>
                    <a:pt x="118335" y="125688"/>
                  </a:lnTo>
                  <a:lnTo>
                    <a:pt x="117675" y="127319"/>
                  </a:lnTo>
                  <a:lnTo>
                    <a:pt x="115739" y="128404"/>
                  </a:lnTo>
                  <a:lnTo>
                    <a:pt x="114708" y="128433"/>
                  </a:lnTo>
                  <a:lnTo>
                    <a:pt x="113779" y="129500"/>
                  </a:lnTo>
                  <a:lnTo>
                    <a:pt x="112400" y="129893"/>
                  </a:lnTo>
                  <a:lnTo>
                    <a:pt x="111457" y="130842"/>
                  </a:lnTo>
                  <a:lnTo>
                    <a:pt x="109787" y="131361"/>
                  </a:lnTo>
                  <a:lnTo>
                    <a:pt x="107784" y="131866"/>
                  </a:lnTo>
                  <a:lnTo>
                    <a:pt x="106666" y="133312"/>
                  </a:lnTo>
                  <a:lnTo>
                    <a:pt x="106221" y="133941"/>
                  </a:lnTo>
                  <a:lnTo>
                    <a:pt x="105084" y="135941"/>
                  </a:lnTo>
                  <a:lnTo>
                    <a:pt x="103105" y="139092"/>
                  </a:lnTo>
                  <a:lnTo>
                    <a:pt x="102015" y="140189"/>
                  </a:lnTo>
                  <a:lnTo>
                    <a:pt x="100695" y="143594"/>
                  </a:lnTo>
                  <a:lnTo>
                    <a:pt x="99113" y="146794"/>
                  </a:lnTo>
                  <a:lnTo>
                    <a:pt x="98087" y="148496"/>
                  </a:lnTo>
                  <a:lnTo>
                    <a:pt x="96574" y="149281"/>
                  </a:lnTo>
                  <a:lnTo>
                    <a:pt x="95948" y="150138"/>
                  </a:lnTo>
                  <a:lnTo>
                    <a:pt x="95716" y="151171"/>
                  </a:lnTo>
                  <a:lnTo>
                    <a:pt x="95849" y="152369"/>
                  </a:lnTo>
                  <a:lnTo>
                    <a:pt x="95594" y="155451"/>
                  </a:lnTo>
                  <a:lnTo>
                    <a:pt x="95132" y="161144"/>
                  </a:lnTo>
                  <a:lnTo>
                    <a:pt x="95004" y="163935"/>
                  </a:lnTo>
                  <a:lnTo>
                    <a:pt x="94894" y="165271"/>
                  </a:lnTo>
                  <a:lnTo>
                    <a:pt x="93893" y="169842"/>
                  </a:lnTo>
                  <a:lnTo>
                    <a:pt x="92816" y="174092"/>
                  </a:lnTo>
                  <a:lnTo>
                    <a:pt x="92288" y="176909"/>
                  </a:lnTo>
                  <a:lnTo>
                    <a:pt x="91991" y="178969"/>
                  </a:lnTo>
                  <a:lnTo>
                    <a:pt x="92321" y="180683"/>
                  </a:lnTo>
                  <a:lnTo>
                    <a:pt x="92761" y="183762"/>
                  </a:lnTo>
                  <a:lnTo>
                    <a:pt x="93129" y="186235"/>
                  </a:lnTo>
                  <a:lnTo>
                    <a:pt x="93231" y="187906"/>
                  </a:lnTo>
                  <a:lnTo>
                    <a:pt x="93106" y="189825"/>
                  </a:lnTo>
                  <a:lnTo>
                    <a:pt x="92651" y="191579"/>
                  </a:lnTo>
                  <a:lnTo>
                    <a:pt x="91936" y="192728"/>
                  </a:lnTo>
                  <a:lnTo>
                    <a:pt x="90970" y="193042"/>
                  </a:lnTo>
                  <a:lnTo>
                    <a:pt x="88989" y="196138"/>
                  </a:lnTo>
                  <a:lnTo>
                    <a:pt x="86779" y="200698"/>
                  </a:lnTo>
                  <a:lnTo>
                    <a:pt x="86057" y="202825"/>
                  </a:lnTo>
                  <a:lnTo>
                    <a:pt x="85851" y="204827"/>
                  </a:lnTo>
                  <a:lnTo>
                    <a:pt x="85529" y="207970"/>
                  </a:lnTo>
                  <a:lnTo>
                    <a:pt x="85661" y="209600"/>
                  </a:lnTo>
                  <a:lnTo>
                    <a:pt x="86056" y="210714"/>
                  </a:lnTo>
                  <a:lnTo>
                    <a:pt x="86452" y="213374"/>
                  </a:lnTo>
                  <a:lnTo>
                    <a:pt x="86485" y="214748"/>
                  </a:lnTo>
                  <a:lnTo>
                    <a:pt x="86155" y="215519"/>
                  </a:lnTo>
                  <a:lnTo>
                    <a:pt x="85529" y="215692"/>
                  </a:lnTo>
                  <a:lnTo>
                    <a:pt x="84968" y="215948"/>
                  </a:lnTo>
                  <a:lnTo>
                    <a:pt x="84539" y="216635"/>
                  </a:lnTo>
                  <a:lnTo>
                    <a:pt x="84111" y="216462"/>
                  </a:lnTo>
                  <a:lnTo>
                    <a:pt x="83715" y="216806"/>
                  </a:lnTo>
                  <a:lnTo>
                    <a:pt x="83715" y="217922"/>
                  </a:lnTo>
                  <a:lnTo>
                    <a:pt x="83847" y="219209"/>
                  </a:lnTo>
                  <a:lnTo>
                    <a:pt x="83781" y="220580"/>
                  </a:lnTo>
                  <a:lnTo>
                    <a:pt x="83517" y="221440"/>
                  </a:lnTo>
                  <a:lnTo>
                    <a:pt x="83287" y="222040"/>
                  </a:lnTo>
                  <a:lnTo>
                    <a:pt x="83517" y="222897"/>
                  </a:lnTo>
                  <a:lnTo>
                    <a:pt x="83913" y="223670"/>
                  </a:lnTo>
                  <a:lnTo>
                    <a:pt x="84507" y="224957"/>
                  </a:lnTo>
                  <a:lnTo>
                    <a:pt x="85331" y="227445"/>
                  </a:lnTo>
                  <a:lnTo>
                    <a:pt x="85957" y="227875"/>
                  </a:lnTo>
                  <a:lnTo>
                    <a:pt x="86485" y="228732"/>
                  </a:lnTo>
                  <a:lnTo>
                    <a:pt x="86551" y="230105"/>
                  </a:lnTo>
                  <a:lnTo>
                    <a:pt x="86353" y="231476"/>
                  </a:lnTo>
                  <a:lnTo>
                    <a:pt x="85891" y="232076"/>
                  </a:lnTo>
                  <a:lnTo>
                    <a:pt x="85859" y="233280"/>
                  </a:lnTo>
                  <a:lnTo>
                    <a:pt x="86485" y="234737"/>
                  </a:lnTo>
                  <a:lnTo>
                    <a:pt x="86914" y="235767"/>
                  </a:lnTo>
                  <a:lnTo>
                    <a:pt x="87342" y="237311"/>
                  </a:lnTo>
                  <a:lnTo>
                    <a:pt x="87738" y="239455"/>
                  </a:lnTo>
                  <a:lnTo>
                    <a:pt x="87738" y="240829"/>
                  </a:lnTo>
                  <a:lnTo>
                    <a:pt x="88166" y="242543"/>
                  </a:lnTo>
                  <a:lnTo>
                    <a:pt x="88430" y="244003"/>
                  </a:lnTo>
                  <a:lnTo>
                    <a:pt x="88430" y="245376"/>
                  </a:lnTo>
                  <a:lnTo>
                    <a:pt x="89123" y="246747"/>
                  </a:lnTo>
                  <a:lnTo>
                    <a:pt x="89716" y="247777"/>
                  </a:lnTo>
                  <a:lnTo>
                    <a:pt x="90145" y="248721"/>
                  </a:lnTo>
                  <a:lnTo>
                    <a:pt x="90573" y="249321"/>
                  </a:lnTo>
                  <a:lnTo>
                    <a:pt x="90672" y="250351"/>
                  </a:lnTo>
                  <a:lnTo>
                    <a:pt x="90615" y="251912"/>
                  </a:lnTo>
                  <a:lnTo>
                    <a:pt x="91231" y="254483"/>
                  </a:lnTo>
                  <a:lnTo>
                    <a:pt x="92359" y="256414"/>
                  </a:lnTo>
                  <a:lnTo>
                    <a:pt x="93274" y="259213"/>
                  </a:lnTo>
                  <a:lnTo>
                    <a:pt x="93865" y="261245"/>
                  </a:lnTo>
                  <a:lnTo>
                    <a:pt x="94961" y="264505"/>
                  </a:lnTo>
                  <a:lnTo>
                    <a:pt x="95002" y="268257"/>
                  </a:lnTo>
                  <a:lnTo>
                    <a:pt x="93645" y="272559"/>
                  </a:lnTo>
                  <a:lnTo>
                    <a:pt x="92287" y="276865"/>
                  </a:lnTo>
                  <a:lnTo>
                    <a:pt x="94509" y="276746"/>
                  </a:lnTo>
                  <a:lnTo>
                    <a:pt x="96775" y="276833"/>
                  </a:lnTo>
                  <a:lnTo>
                    <a:pt x="99146" y="278065"/>
                  </a:lnTo>
                  <a:lnTo>
                    <a:pt x="100744" y="279251"/>
                  </a:lnTo>
                  <a:lnTo>
                    <a:pt x="101717" y="279782"/>
                  </a:lnTo>
                  <a:lnTo>
                    <a:pt x="102409" y="281155"/>
                  </a:lnTo>
                  <a:lnTo>
                    <a:pt x="102739" y="283300"/>
                  </a:lnTo>
                  <a:lnTo>
                    <a:pt x="103003" y="285051"/>
                  </a:lnTo>
                  <a:lnTo>
                    <a:pt x="103069" y="287588"/>
                  </a:lnTo>
                  <a:lnTo>
                    <a:pt x="104058" y="289648"/>
                  </a:lnTo>
                  <a:lnTo>
                    <a:pt x="103987" y="291602"/>
                  </a:lnTo>
                  <a:lnTo>
                    <a:pt x="103959" y="294366"/>
                  </a:lnTo>
                  <a:lnTo>
                    <a:pt x="104398" y="294409"/>
                  </a:lnTo>
                  <a:lnTo>
                    <a:pt x="107299" y="294421"/>
                  </a:lnTo>
                  <a:lnTo>
                    <a:pt x="110472" y="294435"/>
                  </a:lnTo>
                  <a:lnTo>
                    <a:pt x="113522" y="293919"/>
                  </a:lnTo>
                  <a:lnTo>
                    <a:pt x="114675" y="293252"/>
                  </a:lnTo>
                  <a:lnTo>
                    <a:pt x="116067" y="289896"/>
                  </a:lnTo>
                  <a:lnTo>
                    <a:pt x="116902" y="288901"/>
                  </a:lnTo>
                  <a:lnTo>
                    <a:pt x="117709" y="287334"/>
                  </a:lnTo>
                  <a:lnTo>
                    <a:pt x="118688" y="284477"/>
                  </a:lnTo>
                  <a:lnTo>
                    <a:pt x="119463" y="283184"/>
                  </a:lnTo>
                  <a:lnTo>
                    <a:pt x="120119" y="281600"/>
                  </a:lnTo>
                  <a:lnTo>
                    <a:pt x="121096" y="280013"/>
                  </a:lnTo>
                  <a:lnTo>
                    <a:pt x="121499" y="278838"/>
                  </a:lnTo>
                  <a:lnTo>
                    <a:pt x="121829" y="278408"/>
                  </a:lnTo>
                  <a:lnTo>
                    <a:pt x="122587" y="277635"/>
                  </a:lnTo>
                  <a:lnTo>
                    <a:pt x="122258" y="279182"/>
                  </a:lnTo>
                  <a:lnTo>
                    <a:pt x="122007" y="280766"/>
                  </a:lnTo>
                  <a:lnTo>
                    <a:pt x="121928" y="283043"/>
                  </a:lnTo>
                  <a:lnTo>
                    <a:pt x="122291" y="285527"/>
                  </a:lnTo>
                  <a:lnTo>
                    <a:pt x="121989" y="287386"/>
                  </a:lnTo>
                  <a:lnTo>
                    <a:pt x="121499" y="289048"/>
                  </a:lnTo>
                  <a:lnTo>
                    <a:pt x="121492" y="293422"/>
                  </a:lnTo>
                  <a:lnTo>
                    <a:pt x="121481" y="299621"/>
                  </a:lnTo>
                  <a:lnTo>
                    <a:pt x="121472" y="304933"/>
                  </a:lnTo>
                  <a:lnTo>
                    <a:pt x="121461" y="311573"/>
                  </a:lnTo>
                  <a:lnTo>
                    <a:pt x="121447" y="319102"/>
                  </a:lnTo>
                  <a:lnTo>
                    <a:pt x="121438" y="324108"/>
                  </a:lnTo>
                  <a:lnTo>
                    <a:pt x="121958" y="323122"/>
                  </a:lnTo>
                  <a:lnTo>
                    <a:pt x="122677" y="322236"/>
                  </a:lnTo>
                  <a:lnTo>
                    <a:pt x="123612" y="324538"/>
                  </a:lnTo>
                  <a:lnTo>
                    <a:pt x="124277" y="325537"/>
                  </a:lnTo>
                  <a:lnTo>
                    <a:pt x="124848" y="325776"/>
                  </a:lnTo>
                  <a:lnTo>
                    <a:pt x="125435" y="325704"/>
                  </a:lnTo>
                  <a:lnTo>
                    <a:pt x="126233" y="325214"/>
                  </a:lnTo>
                  <a:lnTo>
                    <a:pt x="127979" y="323286"/>
                  </a:lnTo>
                  <a:lnTo>
                    <a:pt x="129182" y="321733"/>
                  </a:lnTo>
                  <a:lnTo>
                    <a:pt x="130551" y="321837"/>
                  </a:lnTo>
                  <a:lnTo>
                    <a:pt x="132434" y="322449"/>
                  </a:lnTo>
                  <a:lnTo>
                    <a:pt x="133517" y="322380"/>
                  </a:lnTo>
                  <a:lnTo>
                    <a:pt x="134936" y="328792"/>
                  </a:lnTo>
                  <a:lnTo>
                    <a:pt x="135977" y="333484"/>
                  </a:lnTo>
                  <a:lnTo>
                    <a:pt x="137161" y="338834"/>
                  </a:lnTo>
                  <a:lnTo>
                    <a:pt x="138115" y="343139"/>
                  </a:lnTo>
                  <a:lnTo>
                    <a:pt x="139563" y="349681"/>
                  </a:lnTo>
                  <a:lnTo>
                    <a:pt x="140814" y="355328"/>
                  </a:lnTo>
                  <a:lnTo>
                    <a:pt x="142146" y="361345"/>
                  </a:lnTo>
                  <a:lnTo>
                    <a:pt x="143661" y="368187"/>
                  </a:lnTo>
                  <a:lnTo>
                    <a:pt x="143175" y="369924"/>
                  </a:lnTo>
                  <a:lnTo>
                    <a:pt x="142780" y="371312"/>
                  </a:lnTo>
                  <a:lnTo>
                    <a:pt x="142823" y="373661"/>
                  </a:lnTo>
                  <a:lnTo>
                    <a:pt x="142224" y="374913"/>
                  </a:lnTo>
                  <a:lnTo>
                    <a:pt x="141590" y="375669"/>
                  </a:lnTo>
                  <a:lnTo>
                    <a:pt x="140840" y="377646"/>
                  </a:lnTo>
                  <a:lnTo>
                    <a:pt x="140330" y="379360"/>
                  </a:lnTo>
                  <a:lnTo>
                    <a:pt x="140309" y="381798"/>
                  </a:lnTo>
                  <a:lnTo>
                    <a:pt x="140402" y="394201"/>
                  </a:lnTo>
                  <a:lnTo>
                    <a:pt x="140275" y="397571"/>
                  </a:lnTo>
                  <a:lnTo>
                    <a:pt x="139888" y="400468"/>
                  </a:lnTo>
                  <a:lnTo>
                    <a:pt x="139487" y="401931"/>
                  </a:lnTo>
                  <a:lnTo>
                    <a:pt x="139246" y="403080"/>
                  </a:lnTo>
                  <a:lnTo>
                    <a:pt x="139826" y="405960"/>
                  </a:lnTo>
                  <a:lnTo>
                    <a:pt x="140380" y="411743"/>
                  </a:lnTo>
                  <a:lnTo>
                    <a:pt x="140798" y="412885"/>
                  </a:lnTo>
                  <a:lnTo>
                    <a:pt x="141317" y="415240"/>
                  </a:lnTo>
                  <a:lnTo>
                    <a:pt x="141553" y="417468"/>
                  </a:lnTo>
                  <a:lnTo>
                    <a:pt x="141446" y="418328"/>
                  </a:lnTo>
                  <a:lnTo>
                    <a:pt x="140408" y="419378"/>
                  </a:lnTo>
                  <a:lnTo>
                    <a:pt x="140036" y="420284"/>
                  </a:lnTo>
                  <a:lnTo>
                    <a:pt x="139938" y="423600"/>
                  </a:lnTo>
                  <a:lnTo>
                    <a:pt x="139488" y="424792"/>
                  </a:lnTo>
                  <a:lnTo>
                    <a:pt x="138728" y="426350"/>
                  </a:lnTo>
                  <a:lnTo>
                    <a:pt x="138240" y="428142"/>
                  </a:lnTo>
                  <a:lnTo>
                    <a:pt x="137825" y="429371"/>
                  </a:lnTo>
                  <a:lnTo>
                    <a:pt x="137420" y="430095"/>
                  </a:lnTo>
                  <a:lnTo>
                    <a:pt x="137222" y="432283"/>
                  </a:lnTo>
                  <a:lnTo>
                    <a:pt x="136953" y="434493"/>
                  </a:lnTo>
                  <a:lnTo>
                    <a:pt x="136005" y="435953"/>
                  </a:lnTo>
                  <a:lnTo>
                    <a:pt x="135844" y="438677"/>
                  </a:lnTo>
                  <a:lnTo>
                    <a:pt x="135832" y="440908"/>
                  </a:lnTo>
                  <a:lnTo>
                    <a:pt x="136332" y="443153"/>
                  </a:lnTo>
                  <a:lnTo>
                    <a:pt x="137963" y="447874"/>
                  </a:lnTo>
                  <a:lnTo>
                    <a:pt x="138129" y="448993"/>
                  </a:lnTo>
                  <a:lnTo>
                    <a:pt x="137200" y="451839"/>
                  </a:lnTo>
                  <a:lnTo>
                    <a:pt x="136659" y="453804"/>
                  </a:lnTo>
                  <a:lnTo>
                    <a:pt x="135335" y="459832"/>
                  </a:lnTo>
                  <a:lnTo>
                    <a:pt x="135308" y="460931"/>
                  </a:lnTo>
                  <a:lnTo>
                    <a:pt x="135637" y="463777"/>
                  </a:lnTo>
                  <a:lnTo>
                    <a:pt x="137617" y="475957"/>
                  </a:lnTo>
                  <a:lnTo>
                    <a:pt x="137953" y="476953"/>
                  </a:lnTo>
                  <a:lnTo>
                    <a:pt x="138564" y="478110"/>
                  </a:lnTo>
                  <a:lnTo>
                    <a:pt x="139562" y="477983"/>
                  </a:lnTo>
                  <a:lnTo>
                    <a:pt x="141070" y="479290"/>
                  </a:lnTo>
                  <a:lnTo>
                    <a:pt x="141804" y="480793"/>
                  </a:lnTo>
                  <a:lnTo>
                    <a:pt x="141873" y="481535"/>
                  </a:lnTo>
                  <a:lnTo>
                    <a:pt x="141702" y="482034"/>
                  </a:lnTo>
                  <a:lnTo>
                    <a:pt x="140905" y="483047"/>
                  </a:lnTo>
                  <a:lnTo>
                    <a:pt x="140016" y="484366"/>
                  </a:lnTo>
                  <a:lnTo>
                    <a:pt x="139714" y="485615"/>
                  </a:lnTo>
                  <a:lnTo>
                    <a:pt x="139652" y="487586"/>
                  </a:lnTo>
                  <a:lnTo>
                    <a:pt x="139852" y="490527"/>
                  </a:lnTo>
                  <a:lnTo>
                    <a:pt x="139468" y="491476"/>
                  </a:lnTo>
                  <a:lnTo>
                    <a:pt x="138583" y="492622"/>
                  </a:lnTo>
                  <a:lnTo>
                    <a:pt x="137819" y="494258"/>
                  </a:lnTo>
                  <a:lnTo>
                    <a:pt x="137053" y="496990"/>
                  </a:lnTo>
                  <a:lnTo>
                    <a:pt x="135755" y="501140"/>
                  </a:lnTo>
                  <a:lnTo>
                    <a:pt x="135306" y="502283"/>
                  </a:lnTo>
                  <a:lnTo>
                    <a:pt x="135110" y="503711"/>
                  </a:lnTo>
                  <a:lnTo>
                    <a:pt x="134372" y="504196"/>
                  </a:lnTo>
                  <a:lnTo>
                    <a:pt x="132992" y="507015"/>
                  </a:lnTo>
                  <a:lnTo>
                    <a:pt x="132755" y="508444"/>
                  </a:lnTo>
                  <a:lnTo>
                    <a:pt x="132980" y="509800"/>
                  </a:lnTo>
                  <a:lnTo>
                    <a:pt x="133685" y="510937"/>
                  </a:lnTo>
                  <a:lnTo>
                    <a:pt x="134161" y="512593"/>
                  </a:lnTo>
                  <a:lnTo>
                    <a:pt x="134285" y="514703"/>
                  </a:lnTo>
                  <a:lnTo>
                    <a:pt x="134285" y="516053"/>
                  </a:lnTo>
                  <a:lnTo>
                    <a:pt x="133428" y="518038"/>
                  </a:lnTo>
                  <a:lnTo>
                    <a:pt x="132312" y="520301"/>
                  </a:lnTo>
                  <a:lnTo>
                    <a:pt x="130934" y="520748"/>
                  </a:lnTo>
                  <a:lnTo>
                    <a:pt x="130411" y="521897"/>
                  </a:lnTo>
                  <a:lnTo>
                    <a:pt x="130532" y="524300"/>
                  </a:lnTo>
                  <a:lnTo>
                    <a:pt x="130975" y="527694"/>
                  </a:lnTo>
                  <a:lnTo>
                    <a:pt x="130974" y="530360"/>
                  </a:lnTo>
                  <a:lnTo>
                    <a:pt x="130552" y="533410"/>
                  </a:lnTo>
                  <a:lnTo>
                    <a:pt x="129568" y="536737"/>
                  </a:lnTo>
                  <a:lnTo>
                    <a:pt x="128061" y="539026"/>
                  </a:lnTo>
                  <a:lnTo>
                    <a:pt x="126645" y="540258"/>
                  </a:lnTo>
                  <a:lnTo>
                    <a:pt x="125527" y="540264"/>
                  </a:lnTo>
                  <a:lnTo>
                    <a:pt x="124445" y="540506"/>
                  </a:lnTo>
                  <a:lnTo>
                    <a:pt x="123982" y="540861"/>
                  </a:lnTo>
                  <a:lnTo>
                    <a:pt x="123150" y="538855"/>
                  </a:lnTo>
                  <a:lnTo>
                    <a:pt x="119449" y="532201"/>
                  </a:lnTo>
                  <a:lnTo>
                    <a:pt x="118039" y="528640"/>
                  </a:lnTo>
                  <a:lnTo>
                    <a:pt x="116734" y="526975"/>
                  </a:lnTo>
                  <a:lnTo>
                    <a:pt x="113550" y="521267"/>
                  </a:lnTo>
                  <a:lnTo>
                    <a:pt x="113232" y="519435"/>
                  </a:lnTo>
                  <a:lnTo>
                    <a:pt x="112841" y="513569"/>
                  </a:lnTo>
                  <a:lnTo>
                    <a:pt x="112427" y="511915"/>
                  </a:lnTo>
                  <a:lnTo>
                    <a:pt x="111333" y="509797"/>
                  </a:lnTo>
                  <a:lnTo>
                    <a:pt x="108582" y="506975"/>
                  </a:lnTo>
                  <a:lnTo>
                    <a:pt x="107516" y="505564"/>
                  </a:lnTo>
                  <a:lnTo>
                    <a:pt x="106397" y="502993"/>
                  </a:lnTo>
                  <a:lnTo>
                    <a:pt x="104757" y="501175"/>
                  </a:lnTo>
                  <a:lnTo>
                    <a:pt x="102971" y="497441"/>
                  </a:lnTo>
                  <a:lnTo>
                    <a:pt x="101905" y="494451"/>
                  </a:lnTo>
                  <a:lnTo>
                    <a:pt x="100710" y="492474"/>
                  </a:lnTo>
                  <a:lnTo>
                    <a:pt x="97005" y="489710"/>
                  </a:lnTo>
                  <a:lnTo>
                    <a:pt x="95146" y="486943"/>
                  </a:lnTo>
                  <a:lnTo>
                    <a:pt x="91670" y="483033"/>
                  </a:lnTo>
                  <a:lnTo>
                    <a:pt x="90123" y="480542"/>
                  </a:lnTo>
                  <a:lnTo>
                    <a:pt x="86402" y="477509"/>
                  </a:lnTo>
                  <a:lnTo>
                    <a:pt x="85298" y="476067"/>
                  </a:lnTo>
                  <a:lnTo>
                    <a:pt x="81640" y="468965"/>
                  </a:lnTo>
                  <a:lnTo>
                    <a:pt x="79076" y="466645"/>
                  </a:lnTo>
                  <a:lnTo>
                    <a:pt x="77009" y="462657"/>
                  </a:lnTo>
                  <a:lnTo>
                    <a:pt x="70771" y="454173"/>
                  </a:lnTo>
                  <a:lnTo>
                    <a:pt x="69791" y="451461"/>
                  </a:lnTo>
                  <a:lnTo>
                    <a:pt x="68837" y="447265"/>
                  </a:lnTo>
                  <a:lnTo>
                    <a:pt x="67451" y="444766"/>
                  </a:lnTo>
                  <a:lnTo>
                    <a:pt x="65895" y="439024"/>
                  </a:lnTo>
                  <a:lnTo>
                    <a:pt x="63578" y="435647"/>
                  </a:lnTo>
                  <a:lnTo>
                    <a:pt x="61350" y="431175"/>
                  </a:lnTo>
                  <a:lnTo>
                    <a:pt x="60528" y="427103"/>
                  </a:lnTo>
                  <a:lnTo>
                    <a:pt x="59049" y="421917"/>
                  </a:lnTo>
                  <a:lnTo>
                    <a:pt x="58610" y="419150"/>
                  </a:lnTo>
                  <a:lnTo>
                    <a:pt x="57317" y="416386"/>
                  </a:lnTo>
                  <a:lnTo>
                    <a:pt x="57226" y="410929"/>
                  </a:lnTo>
                  <a:lnTo>
                    <a:pt x="56324" y="408407"/>
                  </a:lnTo>
                  <a:lnTo>
                    <a:pt x="56971" y="407178"/>
                  </a:lnTo>
                  <a:lnTo>
                    <a:pt x="57656" y="406626"/>
                  </a:lnTo>
                  <a:lnTo>
                    <a:pt x="58511" y="398128"/>
                  </a:lnTo>
                  <a:lnTo>
                    <a:pt x="58060" y="393872"/>
                  </a:lnTo>
                  <a:lnTo>
                    <a:pt x="55747" y="386153"/>
                  </a:lnTo>
                  <a:lnTo>
                    <a:pt x="54897" y="382442"/>
                  </a:lnTo>
                  <a:lnTo>
                    <a:pt x="54294" y="377686"/>
                  </a:lnTo>
                  <a:lnTo>
                    <a:pt x="53365" y="374867"/>
                  </a:lnTo>
                  <a:lnTo>
                    <a:pt x="51992" y="368931"/>
                  </a:lnTo>
                  <a:lnTo>
                    <a:pt x="51150" y="363659"/>
                  </a:lnTo>
                  <a:lnTo>
                    <a:pt x="49311" y="359833"/>
                  </a:lnTo>
                  <a:lnTo>
                    <a:pt x="48811" y="358459"/>
                  </a:lnTo>
                  <a:lnTo>
                    <a:pt x="48532" y="356511"/>
                  </a:lnTo>
                  <a:lnTo>
                    <a:pt x="47509" y="355138"/>
                  </a:lnTo>
                  <a:lnTo>
                    <a:pt x="47454" y="351092"/>
                  </a:lnTo>
                  <a:lnTo>
                    <a:pt x="46742" y="343408"/>
                  </a:lnTo>
                  <a:lnTo>
                    <a:pt x="45725" y="339538"/>
                  </a:lnTo>
                  <a:lnTo>
                    <a:pt x="42053" y="332309"/>
                  </a:lnTo>
                  <a:lnTo>
                    <a:pt x="41992" y="329525"/>
                  </a:lnTo>
                  <a:lnTo>
                    <a:pt x="41700" y="324458"/>
                  </a:lnTo>
                  <a:lnTo>
                    <a:pt x="40885" y="318981"/>
                  </a:lnTo>
                  <a:lnTo>
                    <a:pt x="36804" y="301958"/>
                  </a:lnTo>
                  <a:lnTo>
                    <a:pt x="35781" y="296888"/>
                  </a:lnTo>
                  <a:lnTo>
                    <a:pt x="34759" y="288652"/>
                  </a:lnTo>
                  <a:lnTo>
                    <a:pt x="33840" y="283975"/>
                  </a:lnTo>
                  <a:lnTo>
                    <a:pt x="32828" y="275658"/>
                  </a:lnTo>
                  <a:lnTo>
                    <a:pt x="31301" y="269336"/>
                  </a:lnTo>
                  <a:lnTo>
                    <a:pt x="30342" y="263853"/>
                  </a:lnTo>
                  <a:lnTo>
                    <a:pt x="29320" y="257037"/>
                  </a:lnTo>
                  <a:lnTo>
                    <a:pt x="29232" y="253390"/>
                  </a:lnTo>
                  <a:lnTo>
                    <a:pt x="27380" y="247114"/>
                  </a:lnTo>
                  <a:lnTo>
                    <a:pt x="26394" y="241368"/>
                  </a:lnTo>
                  <a:lnTo>
                    <a:pt x="24666" y="236552"/>
                  </a:lnTo>
                  <a:lnTo>
                    <a:pt x="22980" y="232890"/>
                  </a:lnTo>
                  <a:lnTo>
                    <a:pt x="22249" y="230299"/>
                  </a:lnTo>
                  <a:lnTo>
                    <a:pt x="19846" y="217989"/>
                  </a:lnTo>
                  <a:lnTo>
                    <a:pt x="19518" y="214344"/>
                  </a:lnTo>
                  <a:lnTo>
                    <a:pt x="17880" y="207574"/>
                  </a:lnTo>
                  <a:lnTo>
                    <a:pt x="16260" y="202703"/>
                  </a:lnTo>
                  <a:lnTo>
                    <a:pt x="15234" y="198782"/>
                  </a:lnTo>
                  <a:lnTo>
                    <a:pt x="13925" y="195256"/>
                  </a:lnTo>
                  <a:lnTo>
                    <a:pt x="5961" y="184400"/>
                  </a:lnTo>
                  <a:lnTo>
                    <a:pt x="3158" y="179884"/>
                  </a:lnTo>
                  <a:lnTo>
                    <a:pt x="2209" y="177737"/>
                  </a:lnTo>
                  <a:lnTo>
                    <a:pt x="1772" y="174358"/>
                  </a:lnTo>
                  <a:lnTo>
                    <a:pt x="1956" y="172375"/>
                  </a:lnTo>
                  <a:lnTo>
                    <a:pt x="2779" y="170517"/>
                  </a:lnTo>
                  <a:lnTo>
                    <a:pt x="3917" y="171951"/>
                  </a:lnTo>
                  <a:lnTo>
                    <a:pt x="4609" y="171357"/>
                  </a:lnTo>
                  <a:lnTo>
                    <a:pt x="5154" y="168938"/>
                  </a:lnTo>
                  <a:lnTo>
                    <a:pt x="5163" y="165276"/>
                  </a:lnTo>
                  <a:lnTo>
                    <a:pt x="4468" y="160558"/>
                  </a:lnTo>
                  <a:lnTo>
                    <a:pt x="1918" y="151448"/>
                  </a:lnTo>
                  <a:lnTo>
                    <a:pt x="2110" y="149521"/>
                  </a:lnTo>
                  <a:lnTo>
                    <a:pt x="2590" y="147334"/>
                  </a:lnTo>
                  <a:lnTo>
                    <a:pt x="1607" y="142950"/>
                  </a:lnTo>
                  <a:lnTo>
                    <a:pt x="536" y="139441"/>
                  </a:lnTo>
                  <a:lnTo>
                    <a:pt x="0" y="136746"/>
                  </a:lnTo>
                  <a:lnTo>
                    <a:pt x="606" y="126485"/>
                  </a:lnTo>
                  <a:lnTo>
                    <a:pt x="1187" y="123885"/>
                  </a:lnTo>
                  <a:lnTo>
                    <a:pt x="5049" y="113465"/>
                  </a:lnTo>
                  <a:lnTo>
                    <a:pt x="6109" y="109015"/>
                  </a:lnTo>
                  <a:lnTo>
                    <a:pt x="7765" y="106271"/>
                  </a:lnTo>
                  <a:lnTo>
                    <a:pt x="9458" y="102072"/>
                  </a:lnTo>
                  <a:lnTo>
                    <a:pt x="11491" y="98875"/>
                  </a:lnTo>
                  <a:lnTo>
                    <a:pt x="11790" y="99423"/>
                  </a:lnTo>
                  <a:lnTo>
                    <a:pt x="12071" y="99960"/>
                  </a:lnTo>
                  <a:lnTo>
                    <a:pt x="12090" y="101036"/>
                  </a:lnTo>
                  <a:lnTo>
                    <a:pt x="12166" y="101965"/>
                  </a:lnTo>
                  <a:lnTo>
                    <a:pt x="12391" y="102843"/>
                  </a:lnTo>
                  <a:lnTo>
                    <a:pt x="12410" y="104456"/>
                  </a:lnTo>
                  <a:lnTo>
                    <a:pt x="12672" y="105532"/>
                  </a:lnTo>
                  <a:lnTo>
                    <a:pt x="12691" y="106753"/>
                  </a:lnTo>
                  <a:lnTo>
                    <a:pt x="12710" y="108415"/>
                  </a:lnTo>
                  <a:lnTo>
                    <a:pt x="12579" y="109246"/>
                  </a:lnTo>
                  <a:lnTo>
                    <a:pt x="12707" y="110689"/>
                  </a:lnTo>
                  <a:lnTo>
                    <a:pt x="13142" y="113349"/>
                  </a:lnTo>
                  <a:lnTo>
                    <a:pt x="12973" y="114180"/>
                  </a:lnTo>
                  <a:lnTo>
                    <a:pt x="12560" y="114717"/>
                  </a:lnTo>
                  <a:lnTo>
                    <a:pt x="12147" y="115450"/>
                  </a:lnTo>
                  <a:lnTo>
                    <a:pt x="11734" y="117112"/>
                  </a:lnTo>
                  <a:lnTo>
                    <a:pt x="11114" y="117063"/>
                  </a:lnTo>
                  <a:lnTo>
                    <a:pt x="10213" y="116330"/>
                  </a:lnTo>
                  <a:lnTo>
                    <a:pt x="9612" y="117259"/>
                  </a:lnTo>
                  <a:lnTo>
                    <a:pt x="9386" y="119017"/>
                  </a:lnTo>
                  <a:lnTo>
                    <a:pt x="9574" y="120483"/>
                  </a:lnTo>
                  <a:lnTo>
                    <a:pt x="9630" y="121853"/>
                  </a:lnTo>
                  <a:lnTo>
                    <a:pt x="10025" y="123025"/>
                  </a:lnTo>
                  <a:lnTo>
                    <a:pt x="11170" y="123123"/>
                  </a:lnTo>
                  <a:lnTo>
                    <a:pt x="10137" y="126886"/>
                  </a:lnTo>
                  <a:lnTo>
                    <a:pt x="9630" y="128594"/>
                  </a:lnTo>
                  <a:lnTo>
                    <a:pt x="9743" y="129670"/>
                  </a:lnTo>
                  <a:lnTo>
                    <a:pt x="10361" y="130597"/>
                  </a:lnTo>
                  <a:lnTo>
                    <a:pt x="10823" y="130663"/>
                  </a:lnTo>
                  <a:lnTo>
                    <a:pt x="11846" y="129278"/>
                  </a:lnTo>
                  <a:lnTo>
                    <a:pt x="12541" y="127275"/>
                  </a:lnTo>
                  <a:lnTo>
                    <a:pt x="12935" y="126153"/>
                  </a:lnTo>
                  <a:lnTo>
                    <a:pt x="13593" y="125711"/>
                  </a:lnTo>
                  <a:lnTo>
                    <a:pt x="14456" y="126641"/>
                  </a:lnTo>
                  <a:lnTo>
                    <a:pt x="15599" y="128496"/>
                  </a:lnTo>
                  <a:lnTo>
                    <a:pt x="16936" y="130138"/>
                  </a:lnTo>
                  <a:lnTo>
                    <a:pt x="17480" y="131038"/>
                  </a:lnTo>
                  <a:lnTo>
                    <a:pt x="18459" y="130779"/>
                  </a:lnTo>
                  <a:lnTo>
                    <a:pt x="19282" y="130403"/>
                  </a:lnTo>
                  <a:lnTo>
                    <a:pt x="19973" y="131754"/>
                  </a:lnTo>
                  <a:lnTo>
                    <a:pt x="20672" y="132894"/>
                  </a:lnTo>
                  <a:lnTo>
                    <a:pt x="20833" y="136778"/>
                  </a:lnTo>
                  <a:lnTo>
                    <a:pt x="21357" y="139603"/>
                  </a:lnTo>
                  <a:lnTo>
                    <a:pt x="21997" y="141784"/>
                  </a:lnTo>
                  <a:lnTo>
                    <a:pt x="22775" y="144379"/>
                  </a:lnTo>
                  <a:lnTo>
                    <a:pt x="23488" y="145259"/>
                  </a:lnTo>
                  <a:lnTo>
                    <a:pt x="24413" y="145276"/>
                  </a:lnTo>
                  <a:lnTo>
                    <a:pt x="25667" y="146234"/>
                  </a:lnTo>
                  <a:lnTo>
                    <a:pt x="26155" y="145599"/>
                  </a:lnTo>
                  <a:lnTo>
                    <a:pt x="26587" y="143793"/>
                  </a:lnTo>
                  <a:lnTo>
                    <a:pt x="26812" y="142766"/>
                  </a:lnTo>
                  <a:lnTo>
                    <a:pt x="27450" y="142327"/>
                  </a:lnTo>
                  <a:lnTo>
                    <a:pt x="27507" y="141152"/>
                  </a:lnTo>
                  <a:lnTo>
                    <a:pt x="27376" y="139736"/>
                  </a:lnTo>
                  <a:lnTo>
                    <a:pt x="27582" y="138073"/>
                  </a:lnTo>
                  <a:lnTo>
                    <a:pt x="28105" y="136613"/>
                  </a:lnTo>
                  <a:lnTo>
                    <a:pt x="29450" y="134475"/>
                  </a:lnTo>
                  <a:lnTo>
                    <a:pt x="30098" y="133581"/>
                  </a:lnTo>
                  <a:lnTo>
                    <a:pt x="30229" y="132259"/>
                  </a:lnTo>
                  <a:lnTo>
                    <a:pt x="30474" y="130502"/>
                  </a:lnTo>
                  <a:lnTo>
                    <a:pt x="30380" y="129523"/>
                  </a:lnTo>
                  <a:lnTo>
                    <a:pt x="30108" y="128308"/>
                  </a:lnTo>
                  <a:lnTo>
                    <a:pt x="30173" y="126591"/>
                  </a:lnTo>
                  <a:lnTo>
                    <a:pt x="30530" y="124295"/>
                  </a:lnTo>
                  <a:lnTo>
                    <a:pt x="31037" y="121611"/>
                  </a:lnTo>
                  <a:lnTo>
                    <a:pt x="31471" y="118191"/>
                  </a:lnTo>
                  <a:lnTo>
                    <a:pt x="31638" y="116575"/>
                  </a:lnTo>
                  <a:lnTo>
                    <a:pt x="32107" y="115548"/>
                  </a:lnTo>
                  <a:lnTo>
                    <a:pt x="32285" y="114068"/>
                  </a:lnTo>
                  <a:lnTo>
                    <a:pt x="32539" y="112325"/>
                  </a:lnTo>
                  <a:lnTo>
                    <a:pt x="33122" y="110368"/>
                  </a:lnTo>
                  <a:lnTo>
                    <a:pt x="33103" y="108268"/>
                  </a:lnTo>
                  <a:lnTo>
                    <a:pt x="33347" y="107338"/>
                  </a:lnTo>
                  <a:lnTo>
                    <a:pt x="33368" y="104990"/>
                  </a:lnTo>
                  <a:lnTo>
                    <a:pt x="33945" y="100156"/>
                  </a:lnTo>
                  <a:lnTo>
                    <a:pt x="33967" y="99155"/>
                  </a:lnTo>
                  <a:lnTo>
                    <a:pt x="34220" y="98886"/>
                  </a:lnTo>
                  <a:lnTo>
                    <a:pt x="34661" y="99204"/>
                  </a:lnTo>
                  <a:lnTo>
                    <a:pt x="35041" y="100300"/>
                  </a:lnTo>
                  <a:lnTo>
                    <a:pt x="35159" y="101377"/>
                  </a:lnTo>
                  <a:lnTo>
                    <a:pt x="35318" y="101867"/>
                  </a:lnTo>
                  <a:lnTo>
                    <a:pt x="35675" y="101769"/>
                  </a:lnTo>
                  <a:lnTo>
                    <a:pt x="36089" y="101157"/>
                  </a:lnTo>
                  <a:lnTo>
                    <a:pt x="36060" y="100182"/>
                  </a:lnTo>
                  <a:lnTo>
                    <a:pt x="35760" y="99227"/>
                  </a:lnTo>
                  <a:lnTo>
                    <a:pt x="35678" y="98656"/>
                  </a:lnTo>
                  <a:lnTo>
                    <a:pt x="35807" y="97761"/>
                  </a:lnTo>
                  <a:lnTo>
                    <a:pt x="36432" y="95802"/>
                  </a:lnTo>
                  <a:lnTo>
                    <a:pt x="37117" y="93525"/>
                  </a:lnTo>
                  <a:lnTo>
                    <a:pt x="38587" y="88801"/>
                  </a:lnTo>
                  <a:lnTo>
                    <a:pt x="39471" y="86871"/>
                  </a:lnTo>
                  <a:lnTo>
                    <a:pt x="41761" y="84825"/>
                  </a:lnTo>
                  <a:lnTo>
                    <a:pt x="43492" y="83275"/>
                  </a:lnTo>
                  <a:lnTo>
                    <a:pt x="45155" y="81789"/>
                  </a:lnTo>
                  <a:lnTo>
                    <a:pt x="47410" y="79662"/>
                  </a:lnTo>
                  <a:lnTo>
                    <a:pt x="50598" y="76655"/>
                  </a:lnTo>
                  <a:lnTo>
                    <a:pt x="52888" y="74488"/>
                  </a:lnTo>
                  <a:lnTo>
                    <a:pt x="54929" y="70639"/>
                  </a:lnTo>
                  <a:lnTo>
                    <a:pt x="56510" y="67655"/>
                  </a:lnTo>
                  <a:lnTo>
                    <a:pt x="57863" y="65072"/>
                  </a:lnTo>
                  <a:lnTo>
                    <a:pt x="59580" y="61797"/>
                  </a:lnTo>
                  <a:lnTo>
                    <a:pt x="61900" y="54716"/>
                  </a:lnTo>
                  <a:lnTo>
                    <a:pt x="63500" y="49830"/>
                  </a:lnTo>
                  <a:lnTo>
                    <a:pt x="64668" y="46261"/>
                  </a:lnTo>
                  <a:lnTo>
                    <a:pt x="65476" y="44013"/>
                  </a:lnTo>
                  <a:lnTo>
                    <a:pt x="66119" y="37662"/>
                  </a:lnTo>
                  <a:lnTo>
                    <a:pt x="66854" y="30419"/>
                  </a:lnTo>
                  <a:lnTo>
                    <a:pt x="67181" y="27198"/>
                  </a:lnTo>
                  <a:lnTo>
                    <a:pt x="67321" y="26079"/>
                  </a:lnTo>
                  <a:lnTo>
                    <a:pt x="67638" y="26549"/>
                  </a:lnTo>
                  <a:lnTo>
                    <a:pt x="68001" y="27334"/>
                  </a:lnTo>
                  <a:lnTo>
                    <a:pt x="68444" y="27371"/>
                  </a:lnTo>
                  <a:lnTo>
                    <a:pt x="68861" y="27334"/>
                  </a:lnTo>
                  <a:lnTo>
                    <a:pt x="69120" y="26892"/>
                  </a:lnTo>
                  <a:lnTo>
                    <a:pt x="68734" y="19661"/>
                  </a:lnTo>
                  <a:lnTo>
                    <a:pt x="68790" y="18088"/>
                  </a:lnTo>
                  <a:lnTo>
                    <a:pt x="69009" y="16204"/>
                  </a:lnTo>
                  <a:lnTo>
                    <a:pt x="68966" y="15177"/>
                  </a:lnTo>
                  <a:lnTo>
                    <a:pt x="68261" y="13734"/>
                  </a:lnTo>
                  <a:lnTo>
                    <a:pt x="67132" y="10848"/>
                  </a:lnTo>
                  <a:lnTo>
                    <a:pt x="66663" y="8274"/>
                  </a:lnTo>
                  <a:lnTo>
                    <a:pt x="66378" y="6104"/>
                  </a:lnTo>
                  <a:lnTo>
                    <a:pt x="65589" y="4679"/>
                  </a:lnTo>
                  <a:lnTo>
                    <a:pt x="64778" y="3423"/>
                  </a:lnTo>
                  <a:lnTo>
                    <a:pt x="64843" y="2396"/>
                  </a:lnTo>
                  <a:lnTo>
                    <a:pt x="65326" y="2396"/>
                  </a:lnTo>
                  <a:lnTo>
                    <a:pt x="66550" y="3409"/>
                  </a:lnTo>
                  <a:lnTo>
                    <a:pt x="67431" y="3080"/>
                  </a:lnTo>
                  <a:lnTo>
                    <a:pt x="68088" y="2967"/>
                  </a:lnTo>
                  <a:lnTo>
                    <a:pt x="68724" y="1914"/>
                  </a:lnTo>
                  <a:lnTo>
                    <a:pt x="69404" y="0"/>
                  </a:lnTo>
                  <a:lnTo>
                    <a:pt x="69864" y="0"/>
                  </a:lnTo>
                  <a:lnTo>
                    <a:pt x="70383" y="258"/>
                  </a:lnTo>
                  <a:lnTo>
                    <a:pt x="71334" y="2214"/>
                  </a:lnTo>
                  <a:lnTo>
                    <a:pt x="71898" y="3371"/>
                  </a:lnTo>
                  <a:lnTo>
                    <a:pt x="72576" y="4327"/>
                  </a:lnTo>
                  <a:lnTo>
                    <a:pt x="73217" y="4658"/>
                  </a:lnTo>
                  <a:lnTo>
                    <a:pt x="73800" y="4774"/>
                  </a:lnTo>
                  <a:lnTo>
                    <a:pt x="74206" y="4679"/>
                  </a:lnTo>
                  <a:lnTo>
                    <a:pt x="74448" y="5992"/>
                  </a:lnTo>
                  <a:lnTo>
                    <a:pt x="74733" y="7590"/>
                  </a:lnTo>
                  <a:lnTo>
                    <a:pt x="75456" y="8672"/>
                  </a:lnTo>
                  <a:lnTo>
                    <a:pt x="76311" y="9700"/>
                  </a:lnTo>
                  <a:lnTo>
                    <a:pt x="77007" y="11469"/>
                  </a:lnTo>
                  <a:lnTo>
                    <a:pt x="77475" y="12657"/>
                  </a:lnTo>
                  <a:lnTo>
                    <a:pt x="78028" y="14063"/>
                  </a:lnTo>
                  <a:lnTo>
                    <a:pt x="78565" y="15924"/>
                  </a:lnTo>
                  <a:lnTo>
                    <a:pt x="79053" y="19196"/>
                  </a:lnTo>
                  <a:lnTo>
                    <a:pt x="79300" y="21418"/>
                  </a:lnTo>
                  <a:lnTo>
                    <a:pt x="79579" y="22653"/>
                  </a:lnTo>
                  <a:lnTo>
                    <a:pt x="79513" y="23909"/>
                  </a:lnTo>
                  <a:lnTo>
                    <a:pt x="80086" y="26182"/>
                  </a:lnTo>
                  <a:lnTo>
                    <a:pt x="80512" y="27446"/>
                  </a:lnTo>
                  <a:lnTo>
                    <a:pt x="81258" y="28249"/>
                  </a:lnTo>
                  <a:lnTo>
                    <a:pt x="82693" y="29160"/>
                  </a:lnTo>
                  <a:lnTo>
                    <a:pt x="83460" y="31215"/>
                  </a:lnTo>
                  <a:lnTo>
                    <a:pt x="84140" y="32014"/>
                  </a:lnTo>
                  <a:lnTo>
                    <a:pt x="84864" y="34127"/>
                  </a:lnTo>
                  <a:lnTo>
                    <a:pt x="85500" y="34756"/>
                  </a:lnTo>
                  <a:lnTo>
                    <a:pt x="86311" y="34643"/>
                  </a:lnTo>
                  <a:lnTo>
                    <a:pt x="87122" y="35668"/>
                  </a:lnTo>
                  <a:lnTo>
                    <a:pt x="87736" y="37664"/>
                  </a:lnTo>
                  <a:lnTo>
                    <a:pt x="88131" y="40175"/>
                  </a:lnTo>
                  <a:lnTo>
                    <a:pt x="88745" y="41603"/>
                  </a:lnTo>
                  <a:lnTo>
                    <a:pt x="89052" y="44172"/>
                  </a:lnTo>
                  <a:lnTo>
                    <a:pt x="88701" y="47193"/>
                  </a:lnTo>
                  <a:lnTo>
                    <a:pt x="89030" y="48794"/>
                  </a:lnTo>
                  <a:lnTo>
                    <a:pt x="89666" y="50104"/>
                  </a:lnTo>
                  <a:lnTo>
                    <a:pt x="90697" y="51478"/>
                  </a:lnTo>
                  <a:lnTo>
                    <a:pt x="91640" y="51135"/>
                  </a:lnTo>
                  <a:lnTo>
                    <a:pt x="92122" y="51591"/>
                  </a:lnTo>
                  <a:lnTo>
                    <a:pt x="92429" y="52849"/>
                  </a:lnTo>
                  <a:lnTo>
                    <a:pt x="92605" y="54329"/>
                  </a:lnTo>
                  <a:lnTo>
                    <a:pt x="93017" y="57962"/>
                  </a:lnTo>
                  <a:lnTo>
                    <a:pt x="93229" y="60259"/>
                  </a:lnTo>
                  <a:lnTo>
                    <a:pt x="92846" y="62484"/>
                  </a:lnTo>
                  <a:lnTo>
                    <a:pt x="92705" y="64022"/>
                  </a:lnTo>
                  <a:lnTo>
                    <a:pt x="92911" y="66085"/>
                  </a:lnTo>
                  <a:lnTo>
                    <a:pt x="93892" y="67084"/>
                  </a:lnTo>
                  <a:lnTo>
                    <a:pt x="94783" y="67903"/>
                  </a:lnTo>
                  <a:lnTo>
                    <a:pt x="95334" y="69508"/>
                  </a:lnTo>
                  <a:lnTo>
                    <a:pt x="95947" y="69935"/>
                  </a:lnTo>
                  <a:lnTo>
                    <a:pt x="96809" y="69845"/>
                  </a:lnTo>
                  <a:lnTo>
                    <a:pt x="97911" y="69453"/>
                  </a:lnTo>
                  <a:lnTo>
                    <a:pt x="98525" y="68532"/>
                  </a:lnTo>
                  <a:lnTo>
                    <a:pt x="98920" y="68255"/>
                  </a:lnTo>
                  <a:lnTo>
                    <a:pt x="99359" y="68653"/>
                  </a:lnTo>
                  <a:lnTo>
                    <a:pt x="100336" y="69536"/>
                  </a:lnTo>
                  <a:lnTo>
                    <a:pt x="101529" y="70538"/>
                  </a:lnTo>
                  <a:lnTo>
                    <a:pt x="102606" y="69958"/>
                  </a:lnTo>
                  <a:lnTo>
                    <a:pt x="103540" y="69698"/>
                  </a:lnTo>
                  <a:lnTo>
                    <a:pt x="104467" y="69112"/>
                  </a:lnTo>
                  <a:lnTo>
                    <a:pt x="105410" y="67456"/>
                  </a:lnTo>
                  <a:lnTo>
                    <a:pt x="106200" y="67514"/>
                  </a:lnTo>
                  <a:lnTo>
                    <a:pt x="106788" y="66394"/>
                  </a:lnTo>
                  <a:lnTo>
                    <a:pt x="107528" y="64593"/>
                  </a:lnTo>
                  <a:lnTo>
                    <a:pt x="108261" y="62778"/>
                  </a:lnTo>
                  <a:lnTo>
                    <a:pt x="108831" y="62377"/>
                  </a:lnTo>
                  <a:lnTo>
                    <a:pt x="109751" y="63246"/>
                  </a:lnTo>
                  <a:lnTo>
                    <a:pt x="111023" y="64489"/>
                  </a:lnTo>
                  <a:lnTo>
                    <a:pt x="111743" y="66114"/>
                  </a:lnTo>
                  <a:lnTo>
                    <a:pt x="112295" y="66544"/>
                  </a:lnTo>
                  <a:lnTo>
                    <a:pt x="112869" y="67736"/>
                  </a:lnTo>
                  <a:lnTo>
                    <a:pt x="113969" y="67759"/>
                  </a:lnTo>
                  <a:lnTo>
                    <a:pt x="115146" y="67115"/>
                  </a:lnTo>
                  <a:lnTo>
                    <a:pt x="116089" y="65116"/>
                  </a:lnTo>
                  <a:lnTo>
                    <a:pt x="117067" y="64536"/>
                  </a:lnTo>
                  <a:lnTo>
                    <a:pt x="117734" y="63976"/>
                  </a:lnTo>
                  <a:lnTo>
                    <a:pt x="118347" y="64322"/>
                  </a:lnTo>
                  <a:lnTo>
                    <a:pt x="120722" y="67970"/>
                  </a:lnTo>
                  <a:lnTo>
                    <a:pt x="121374" y="69854"/>
                  </a:lnTo>
                  <a:lnTo>
                    <a:pt x="122193" y="70223"/>
                  </a:lnTo>
                  <a:lnTo>
                    <a:pt x="122863" y="71253"/>
                  </a:lnTo>
                  <a:lnTo>
                    <a:pt x="123983" y="72364"/>
                  </a:lnTo>
                  <a:lnTo>
                    <a:pt x="124597" y="73504"/>
                  </a:lnTo>
                  <a:lnTo>
                    <a:pt x="125386" y="74191"/>
                  </a:lnTo>
                  <a:lnTo>
                    <a:pt x="125956" y="75787"/>
                  </a:lnTo>
                  <a:lnTo>
                    <a:pt x="126861" y="76771"/>
                  </a:lnTo>
                  <a:lnTo>
                    <a:pt x="127644" y="77313"/>
                  </a:lnTo>
                  <a:lnTo>
                    <a:pt x="127997" y="78597"/>
                  </a:lnTo>
                  <a:lnTo>
                    <a:pt x="128000" y="79457"/>
                  </a:lnTo>
                  <a:lnTo>
                    <a:pt x="127891" y="80032"/>
                  </a:lnTo>
                  <a:lnTo>
                    <a:pt x="127062" y="83396"/>
                  </a:lnTo>
                  <a:lnTo>
                    <a:pt x="125437" y="89993"/>
                  </a:lnTo>
                  <a:lnTo>
                    <a:pt x="123974" y="95931"/>
                  </a:lnTo>
                  <a:lnTo>
                    <a:pt x="121673" y="105278"/>
                  </a:lnTo>
                  <a:lnTo>
                    <a:pt x="120384" y="110507"/>
                  </a:lnTo>
                  <a:lnTo>
                    <a:pt x="120713" y="110726"/>
                  </a:lnTo>
                  <a:lnTo>
                    <a:pt x="122717" y="113014"/>
                  </a:lnTo>
                  <a:lnTo>
                    <a:pt x="123215" y="113101"/>
                  </a:lnTo>
                  <a:lnTo>
                    <a:pt x="123950" y="112518"/>
                  </a:lnTo>
                  <a:lnTo>
                    <a:pt x="124426" y="111606"/>
                  </a:lnTo>
                  <a:lnTo>
                    <a:pt x="124877" y="111476"/>
                  </a:lnTo>
                  <a:lnTo>
                    <a:pt x="125343" y="112359"/>
                  </a:lnTo>
                  <a:lnTo>
                    <a:pt x="126003" y="113496"/>
                  </a:lnTo>
                  <a:lnTo>
                    <a:pt x="126479" y="116818"/>
                  </a:lnTo>
                  <a:lnTo>
                    <a:pt x="126830" y="118445"/>
                  </a:lnTo>
                  <a:lnTo>
                    <a:pt x="127656" y="119686"/>
                  </a:lnTo>
                  <a:lnTo>
                    <a:pt x="128537" y="12174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4529239" y="3476275"/>
              <a:ext cx="4870" cy="8270"/>
            </a:xfrm>
            <a:custGeom>
              <a:avLst/>
              <a:pathLst>
                <a:path w="4870" h="8270">
                  <a:moveTo>
                    <a:pt x="4870" y="2467"/>
                  </a:moveTo>
                  <a:lnTo>
                    <a:pt x="4562" y="4250"/>
                  </a:lnTo>
                  <a:lnTo>
                    <a:pt x="4202" y="5075"/>
                  </a:lnTo>
                  <a:lnTo>
                    <a:pt x="3730" y="4609"/>
                  </a:lnTo>
                  <a:lnTo>
                    <a:pt x="3371" y="3684"/>
                  </a:lnTo>
                  <a:lnTo>
                    <a:pt x="3169" y="5055"/>
                  </a:lnTo>
                  <a:lnTo>
                    <a:pt x="2177" y="5583"/>
                  </a:lnTo>
                  <a:lnTo>
                    <a:pt x="1551" y="7698"/>
                  </a:lnTo>
                  <a:lnTo>
                    <a:pt x="636" y="8270"/>
                  </a:lnTo>
                  <a:lnTo>
                    <a:pt x="0" y="7994"/>
                  </a:lnTo>
                  <a:lnTo>
                    <a:pt x="66" y="6114"/>
                  </a:lnTo>
                  <a:lnTo>
                    <a:pt x="1830" y="3299"/>
                  </a:lnTo>
                  <a:lnTo>
                    <a:pt x="2931" y="2259"/>
                  </a:lnTo>
                  <a:lnTo>
                    <a:pt x="3903" y="226"/>
                  </a:lnTo>
                  <a:lnTo>
                    <a:pt x="4389" y="0"/>
                  </a:lnTo>
                  <a:lnTo>
                    <a:pt x="4631" y="165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4541218" y="3453939"/>
              <a:ext cx="6112" cy="6678"/>
            </a:xfrm>
            <a:custGeom>
              <a:avLst/>
              <a:pathLst>
                <a:path w="6112" h="6678">
                  <a:moveTo>
                    <a:pt x="3213" y="601"/>
                  </a:moveTo>
                  <a:lnTo>
                    <a:pt x="3832" y="2732"/>
                  </a:lnTo>
                  <a:lnTo>
                    <a:pt x="4612" y="2178"/>
                  </a:lnTo>
                  <a:lnTo>
                    <a:pt x="5849" y="2774"/>
                  </a:lnTo>
                  <a:lnTo>
                    <a:pt x="6112" y="3885"/>
                  </a:lnTo>
                  <a:lnTo>
                    <a:pt x="6071" y="4614"/>
                  </a:lnTo>
                  <a:lnTo>
                    <a:pt x="4747" y="6678"/>
                  </a:lnTo>
                  <a:lnTo>
                    <a:pt x="3881" y="4529"/>
                  </a:lnTo>
                  <a:lnTo>
                    <a:pt x="2346" y="5997"/>
                  </a:lnTo>
                  <a:lnTo>
                    <a:pt x="1614" y="5113"/>
                  </a:lnTo>
                  <a:lnTo>
                    <a:pt x="616" y="5904"/>
                  </a:lnTo>
                  <a:lnTo>
                    <a:pt x="0" y="4236"/>
                  </a:lnTo>
                  <a:lnTo>
                    <a:pt x="248" y="2631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4551805" y="3434888"/>
              <a:ext cx="5846" cy="9638"/>
            </a:xfrm>
            <a:custGeom>
              <a:avLst/>
              <a:pathLst>
                <a:path w="5846" h="9638">
                  <a:moveTo>
                    <a:pt x="3226" y="9231"/>
                  </a:moveTo>
                  <a:lnTo>
                    <a:pt x="2074" y="9638"/>
                  </a:lnTo>
                  <a:lnTo>
                    <a:pt x="1708" y="9600"/>
                  </a:lnTo>
                  <a:lnTo>
                    <a:pt x="808" y="6593"/>
                  </a:lnTo>
                  <a:lnTo>
                    <a:pt x="724" y="5259"/>
                  </a:lnTo>
                  <a:lnTo>
                    <a:pt x="0" y="3752"/>
                  </a:lnTo>
                  <a:lnTo>
                    <a:pt x="265" y="2265"/>
                  </a:lnTo>
                  <a:lnTo>
                    <a:pt x="1206" y="1905"/>
                  </a:lnTo>
                  <a:lnTo>
                    <a:pt x="2834" y="0"/>
                  </a:lnTo>
                  <a:lnTo>
                    <a:pt x="5443" y="3008"/>
                  </a:lnTo>
                  <a:lnTo>
                    <a:pt x="5846" y="4091"/>
                  </a:lnTo>
                  <a:lnTo>
                    <a:pt x="5031" y="4755"/>
                  </a:lnTo>
                  <a:lnTo>
                    <a:pt x="4454" y="761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4595800" y="3421744"/>
              <a:ext cx="1153" cy="8267"/>
            </a:xfrm>
            <a:custGeom>
              <a:avLst/>
              <a:pathLst>
                <a:path w="1153" h="8267">
                  <a:moveTo>
                    <a:pt x="1153" y="6583"/>
                  </a:moveTo>
                  <a:lnTo>
                    <a:pt x="975" y="8267"/>
                  </a:lnTo>
                  <a:lnTo>
                    <a:pt x="278" y="4301"/>
                  </a:lnTo>
                  <a:lnTo>
                    <a:pt x="0" y="3319"/>
                  </a:lnTo>
                  <a:lnTo>
                    <a:pt x="357" y="0"/>
                  </a:lnTo>
                  <a:lnTo>
                    <a:pt x="1140" y="162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4563023" y="3414420"/>
              <a:ext cx="1719" cy="3510"/>
            </a:xfrm>
            <a:custGeom>
              <a:avLst/>
              <a:pathLst>
                <a:path w="1719" h="3510">
                  <a:moveTo>
                    <a:pt x="1595" y="717"/>
                  </a:moveTo>
                  <a:lnTo>
                    <a:pt x="1719" y="1408"/>
                  </a:lnTo>
                  <a:lnTo>
                    <a:pt x="1669" y="2138"/>
                  </a:lnTo>
                  <a:lnTo>
                    <a:pt x="487" y="3510"/>
                  </a:lnTo>
                  <a:lnTo>
                    <a:pt x="92" y="3469"/>
                  </a:lnTo>
                  <a:lnTo>
                    <a:pt x="0" y="1183"/>
                  </a:lnTo>
                  <a:lnTo>
                    <a:pt x="290" y="145"/>
                  </a:lnTo>
                  <a:lnTo>
                    <a:pt x="847" y="1066"/>
                  </a:lnTo>
                  <a:lnTo>
                    <a:pt x="1342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4496854" y="3395635"/>
              <a:ext cx="1253" cy="7730"/>
            </a:xfrm>
            <a:custGeom>
              <a:avLst/>
              <a:pathLst>
                <a:path w="1253" h="7730">
                  <a:moveTo>
                    <a:pt x="1253" y="5488"/>
                  </a:moveTo>
                  <a:lnTo>
                    <a:pt x="667" y="7730"/>
                  </a:lnTo>
                  <a:lnTo>
                    <a:pt x="0" y="5147"/>
                  </a:lnTo>
                  <a:lnTo>
                    <a:pt x="71" y="1551"/>
                  </a:lnTo>
                  <a:lnTo>
                    <a:pt x="272" y="549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4500292" y="3388370"/>
              <a:ext cx="942" cy="3663"/>
            </a:xfrm>
            <a:custGeom>
              <a:avLst/>
              <a:pathLst>
                <a:path w="942" h="3663">
                  <a:moveTo>
                    <a:pt x="942" y="2965"/>
                  </a:moveTo>
                  <a:lnTo>
                    <a:pt x="167" y="3663"/>
                  </a:lnTo>
                  <a:lnTo>
                    <a:pt x="0" y="1816"/>
                  </a:lnTo>
                  <a:lnTo>
                    <a:pt x="97" y="0"/>
                  </a:lnTo>
                  <a:lnTo>
                    <a:pt x="650" y="191"/>
                  </a:lnTo>
                  <a:lnTo>
                    <a:pt x="924" y="76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583945" y="3360943"/>
              <a:ext cx="1902" cy="4729"/>
            </a:xfrm>
            <a:custGeom>
              <a:avLst/>
              <a:pathLst>
                <a:path w="1902" h="4729">
                  <a:moveTo>
                    <a:pt x="1902" y="2970"/>
                  </a:moveTo>
                  <a:lnTo>
                    <a:pt x="1576" y="4729"/>
                  </a:lnTo>
                  <a:lnTo>
                    <a:pt x="303" y="3275"/>
                  </a:lnTo>
                  <a:lnTo>
                    <a:pt x="0" y="2011"/>
                  </a:lnTo>
                  <a:lnTo>
                    <a:pt x="161" y="512"/>
                  </a:lnTo>
                  <a:lnTo>
                    <a:pt x="783" y="4"/>
                  </a:lnTo>
                  <a:lnTo>
                    <a:pt x="1110" y="0"/>
                  </a:lnTo>
                  <a:lnTo>
                    <a:pt x="1716" y="156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4570936" y="3359891"/>
              <a:ext cx="2416" cy="5184"/>
            </a:xfrm>
            <a:custGeom>
              <a:avLst/>
              <a:pathLst>
                <a:path w="2416" h="5184">
                  <a:moveTo>
                    <a:pt x="2318" y="1224"/>
                  </a:moveTo>
                  <a:lnTo>
                    <a:pt x="2416" y="4290"/>
                  </a:lnTo>
                  <a:lnTo>
                    <a:pt x="1374" y="5184"/>
                  </a:lnTo>
                  <a:lnTo>
                    <a:pt x="536" y="4403"/>
                  </a:lnTo>
                  <a:lnTo>
                    <a:pt x="0" y="2561"/>
                  </a:lnTo>
                  <a:lnTo>
                    <a:pt x="1" y="1868"/>
                  </a:lnTo>
                  <a:lnTo>
                    <a:pt x="473" y="1926"/>
                  </a:lnTo>
                  <a:lnTo>
                    <a:pt x="1505" y="310"/>
                  </a:lnTo>
                  <a:lnTo>
                    <a:pt x="183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7"/>
            <p:cNvSpPr/>
            <p:nvPr/>
          </p:nvSpPr>
          <p:spPr>
            <a:xfrm>
              <a:off x="4598514" y="3345698"/>
              <a:ext cx="805" cy="5647"/>
            </a:xfrm>
            <a:custGeom>
              <a:avLst/>
              <a:pathLst>
                <a:path w="805" h="5647">
                  <a:moveTo>
                    <a:pt x="550" y="4891"/>
                  </a:moveTo>
                  <a:lnTo>
                    <a:pt x="344" y="5647"/>
                  </a:lnTo>
                  <a:lnTo>
                    <a:pt x="0" y="4065"/>
                  </a:lnTo>
                  <a:lnTo>
                    <a:pt x="300" y="587"/>
                  </a:lnTo>
                  <a:lnTo>
                    <a:pt x="519" y="0"/>
                  </a:lnTo>
                  <a:lnTo>
                    <a:pt x="805" y="220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8"/>
            <p:cNvSpPr/>
            <p:nvPr/>
          </p:nvSpPr>
          <p:spPr>
            <a:xfrm>
              <a:off x="4552890" y="3345697"/>
              <a:ext cx="53247" cy="122928"/>
            </a:xfrm>
            <a:custGeom>
              <a:avLst/>
              <a:pathLst>
                <a:path w="53247" h="122928">
                  <a:moveTo>
                    <a:pt x="46577" y="12947"/>
                  </a:moveTo>
                  <a:lnTo>
                    <a:pt x="47504" y="14726"/>
                  </a:lnTo>
                  <a:lnTo>
                    <a:pt x="48705" y="14255"/>
                  </a:lnTo>
                  <a:lnTo>
                    <a:pt x="48689" y="18740"/>
                  </a:lnTo>
                  <a:lnTo>
                    <a:pt x="48883" y="20050"/>
                  </a:lnTo>
                  <a:lnTo>
                    <a:pt x="49968" y="23848"/>
                  </a:lnTo>
                  <a:lnTo>
                    <a:pt x="50137" y="27019"/>
                  </a:lnTo>
                  <a:lnTo>
                    <a:pt x="49495" y="29997"/>
                  </a:lnTo>
                  <a:lnTo>
                    <a:pt x="49010" y="31405"/>
                  </a:lnTo>
                  <a:lnTo>
                    <a:pt x="48117" y="33444"/>
                  </a:lnTo>
                  <a:lnTo>
                    <a:pt x="48094" y="34379"/>
                  </a:lnTo>
                  <a:lnTo>
                    <a:pt x="48474" y="35431"/>
                  </a:lnTo>
                  <a:lnTo>
                    <a:pt x="49715" y="36044"/>
                  </a:lnTo>
                  <a:lnTo>
                    <a:pt x="50658" y="37682"/>
                  </a:lnTo>
                  <a:lnTo>
                    <a:pt x="50822" y="42325"/>
                  </a:lnTo>
                  <a:lnTo>
                    <a:pt x="51718" y="45987"/>
                  </a:lnTo>
                  <a:lnTo>
                    <a:pt x="51694" y="47584"/>
                  </a:lnTo>
                  <a:lnTo>
                    <a:pt x="51339" y="54124"/>
                  </a:lnTo>
                  <a:lnTo>
                    <a:pt x="51453" y="56920"/>
                  </a:lnTo>
                  <a:lnTo>
                    <a:pt x="52124" y="59161"/>
                  </a:lnTo>
                  <a:lnTo>
                    <a:pt x="52691" y="60112"/>
                  </a:lnTo>
                  <a:lnTo>
                    <a:pt x="52983" y="61517"/>
                  </a:lnTo>
                  <a:lnTo>
                    <a:pt x="53247" y="65372"/>
                  </a:lnTo>
                  <a:lnTo>
                    <a:pt x="53200" y="71921"/>
                  </a:lnTo>
                  <a:lnTo>
                    <a:pt x="53113" y="74208"/>
                  </a:lnTo>
                  <a:lnTo>
                    <a:pt x="52717" y="76334"/>
                  </a:lnTo>
                  <a:lnTo>
                    <a:pt x="51495" y="81164"/>
                  </a:lnTo>
                  <a:lnTo>
                    <a:pt x="49848" y="85006"/>
                  </a:lnTo>
                  <a:lnTo>
                    <a:pt x="48972" y="84750"/>
                  </a:lnTo>
                  <a:lnTo>
                    <a:pt x="48690" y="85887"/>
                  </a:lnTo>
                  <a:lnTo>
                    <a:pt x="49237" y="89393"/>
                  </a:lnTo>
                  <a:lnTo>
                    <a:pt x="49021" y="96794"/>
                  </a:lnTo>
                  <a:lnTo>
                    <a:pt x="48659" y="101928"/>
                  </a:lnTo>
                  <a:lnTo>
                    <a:pt x="48127" y="99331"/>
                  </a:lnTo>
                  <a:lnTo>
                    <a:pt x="47756" y="96610"/>
                  </a:lnTo>
                  <a:lnTo>
                    <a:pt x="47418" y="89408"/>
                  </a:lnTo>
                  <a:lnTo>
                    <a:pt x="46998" y="86164"/>
                  </a:lnTo>
                  <a:lnTo>
                    <a:pt x="46338" y="83197"/>
                  </a:lnTo>
                  <a:lnTo>
                    <a:pt x="46073" y="80548"/>
                  </a:lnTo>
                  <a:lnTo>
                    <a:pt x="45387" y="78072"/>
                  </a:lnTo>
                  <a:lnTo>
                    <a:pt x="44515" y="71680"/>
                  </a:lnTo>
                  <a:lnTo>
                    <a:pt x="43939" y="72009"/>
                  </a:lnTo>
                  <a:lnTo>
                    <a:pt x="42981" y="73757"/>
                  </a:lnTo>
                  <a:lnTo>
                    <a:pt x="42764" y="74960"/>
                  </a:lnTo>
                  <a:lnTo>
                    <a:pt x="42651" y="76784"/>
                  </a:lnTo>
                  <a:lnTo>
                    <a:pt x="42429" y="78424"/>
                  </a:lnTo>
                  <a:lnTo>
                    <a:pt x="41310" y="81039"/>
                  </a:lnTo>
                  <a:lnTo>
                    <a:pt x="40431" y="84155"/>
                  </a:lnTo>
                  <a:lnTo>
                    <a:pt x="39707" y="87565"/>
                  </a:lnTo>
                  <a:lnTo>
                    <a:pt x="39476" y="90691"/>
                  </a:lnTo>
                  <a:lnTo>
                    <a:pt x="40070" y="93138"/>
                  </a:lnTo>
                  <a:lnTo>
                    <a:pt x="40680" y="94125"/>
                  </a:lnTo>
                  <a:lnTo>
                    <a:pt x="41564" y="96315"/>
                  </a:lnTo>
                  <a:lnTo>
                    <a:pt x="41836" y="97315"/>
                  </a:lnTo>
                  <a:lnTo>
                    <a:pt x="42770" y="104430"/>
                  </a:lnTo>
                  <a:lnTo>
                    <a:pt x="42739" y="111709"/>
                  </a:lnTo>
                  <a:lnTo>
                    <a:pt x="42056" y="114915"/>
                  </a:lnTo>
                  <a:lnTo>
                    <a:pt x="40330" y="120999"/>
                  </a:lnTo>
                  <a:lnTo>
                    <a:pt x="39088" y="122928"/>
                  </a:lnTo>
                  <a:lnTo>
                    <a:pt x="38423" y="121944"/>
                  </a:lnTo>
                  <a:lnTo>
                    <a:pt x="37890" y="118261"/>
                  </a:lnTo>
                  <a:lnTo>
                    <a:pt x="37802" y="116743"/>
                  </a:lnTo>
                  <a:lnTo>
                    <a:pt x="38162" y="113277"/>
                  </a:lnTo>
                  <a:lnTo>
                    <a:pt x="38202" y="110099"/>
                  </a:lnTo>
                  <a:lnTo>
                    <a:pt x="37783" y="109024"/>
                  </a:lnTo>
                  <a:lnTo>
                    <a:pt x="37323" y="109231"/>
                  </a:lnTo>
                  <a:lnTo>
                    <a:pt x="37130" y="109690"/>
                  </a:lnTo>
                  <a:lnTo>
                    <a:pt x="36019" y="113848"/>
                  </a:lnTo>
                  <a:lnTo>
                    <a:pt x="35555" y="114900"/>
                  </a:lnTo>
                  <a:lnTo>
                    <a:pt x="34872" y="115046"/>
                  </a:lnTo>
                  <a:lnTo>
                    <a:pt x="34329" y="114762"/>
                  </a:lnTo>
                  <a:lnTo>
                    <a:pt x="31024" y="111132"/>
                  </a:lnTo>
                  <a:lnTo>
                    <a:pt x="28327" y="107540"/>
                  </a:lnTo>
                  <a:lnTo>
                    <a:pt x="26215" y="104186"/>
                  </a:lnTo>
                  <a:lnTo>
                    <a:pt x="24685" y="99127"/>
                  </a:lnTo>
                  <a:lnTo>
                    <a:pt x="24363" y="95341"/>
                  </a:lnTo>
                  <a:lnTo>
                    <a:pt x="24345" y="91382"/>
                  </a:lnTo>
                  <a:lnTo>
                    <a:pt x="23661" y="85578"/>
                  </a:lnTo>
                  <a:lnTo>
                    <a:pt x="23581" y="83607"/>
                  </a:lnTo>
                  <a:lnTo>
                    <a:pt x="23631" y="81715"/>
                  </a:lnTo>
                  <a:lnTo>
                    <a:pt x="24310" y="78157"/>
                  </a:lnTo>
                  <a:lnTo>
                    <a:pt x="25133" y="76355"/>
                  </a:lnTo>
                  <a:lnTo>
                    <a:pt x="25595" y="75064"/>
                  </a:lnTo>
                  <a:lnTo>
                    <a:pt x="25964" y="73630"/>
                  </a:lnTo>
                  <a:lnTo>
                    <a:pt x="26216" y="71715"/>
                  </a:lnTo>
                  <a:lnTo>
                    <a:pt x="26145" y="69815"/>
                  </a:lnTo>
                  <a:lnTo>
                    <a:pt x="25870" y="68625"/>
                  </a:lnTo>
                  <a:lnTo>
                    <a:pt x="24570" y="64453"/>
                  </a:lnTo>
                  <a:lnTo>
                    <a:pt x="23440" y="61889"/>
                  </a:lnTo>
                  <a:lnTo>
                    <a:pt x="21127" y="59585"/>
                  </a:lnTo>
                  <a:lnTo>
                    <a:pt x="20589" y="58321"/>
                  </a:lnTo>
                  <a:lnTo>
                    <a:pt x="20003" y="57365"/>
                  </a:lnTo>
                  <a:lnTo>
                    <a:pt x="19357" y="56955"/>
                  </a:lnTo>
                  <a:lnTo>
                    <a:pt x="18725" y="56941"/>
                  </a:lnTo>
                  <a:lnTo>
                    <a:pt x="18042" y="57656"/>
                  </a:lnTo>
                  <a:lnTo>
                    <a:pt x="17864" y="59180"/>
                  </a:lnTo>
                  <a:lnTo>
                    <a:pt x="17912" y="60542"/>
                  </a:lnTo>
                  <a:lnTo>
                    <a:pt x="17852" y="61868"/>
                  </a:lnTo>
                  <a:lnTo>
                    <a:pt x="16882" y="69487"/>
                  </a:lnTo>
                  <a:lnTo>
                    <a:pt x="15645" y="67815"/>
                  </a:lnTo>
                  <a:lnTo>
                    <a:pt x="14467" y="65885"/>
                  </a:lnTo>
                  <a:lnTo>
                    <a:pt x="14154" y="64533"/>
                  </a:lnTo>
                  <a:lnTo>
                    <a:pt x="14019" y="62915"/>
                  </a:lnTo>
                  <a:lnTo>
                    <a:pt x="13819" y="61823"/>
                  </a:lnTo>
                  <a:lnTo>
                    <a:pt x="13541" y="60832"/>
                  </a:lnTo>
                  <a:lnTo>
                    <a:pt x="12998" y="63376"/>
                  </a:lnTo>
                  <a:lnTo>
                    <a:pt x="12324" y="65387"/>
                  </a:lnTo>
                  <a:lnTo>
                    <a:pt x="11499" y="65853"/>
                  </a:lnTo>
                  <a:lnTo>
                    <a:pt x="10660" y="65889"/>
                  </a:lnTo>
                  <a:lnTo>
                    <a:pt x="10385" y="65026"/>
                  </a:lnTo>
                  <a:lnTo>
                    <a:pt x="10079" y="60181"/>
                  </a:lnTo>
                  <a:lnTo>
                    <a:pt x="9195" y="58655"/>
                  </a:lnTo>
                  <a:lnTo>
                    <a:pt x="8085" y="58979"/>
                  </a:lnTo>
                  <a:lnTo>
                    <a:pt x="6742" y="61650"/>
                  </a:lnTo>
                  <a:lnTo>
                    <a:pt x="6475" y="62648"/>
                  </a:lnTo>
                  <a:lnTo>
                    <a:pt x="6182" y="64948"/>
                  </a:lnTo>
                  <a:lnTo>
                    <a:pt x="4718" y="71476"/>
                  </a:lnTo>
                  <a:lnTo>
                    <a:pt x="3943" y="76505"/>
                  </a:lnTo>
                  <a:lnTo>
                    <a:pt x="3088" y="81405"/>
                  </a:lnTo>
                  <a:lnTo>
                    <a:pt x="2705" y="83017"/>
                  </a:lnTo>
                  <a:lnTo>
                    <a:pt x="2202" y="84079"/>
                  </a:lnTo>
                  <a:lnTo>
                    <a:pt x="1401" y="83639"/>
                  </a:lnTo>
                  <a:lnTo>
                    <a:pt x="681" y="82468"/>
                  </a:lnTo>
                  <a:lnTo>
                    <a:pt x="0" y="79307"/>
                  </a:lnTo>
                  <a:lnTo>
                    <a:pt x="231" y="75634"/>
                  </a:lnTo>
                  <a:lnTo>
                    <a:pt x="986" y="73292"/>
                  </a:lnTo>
                  <a:lnTo>
                    <a:pt x="1623" y="70786"/>
                  </a:lnTo>
                  <a:lnTo>
                    <a:pt x="2391" y="62029"/>
                  </a:lnTo>
                  <a:lnTo>
                    <a:pt x="2449" y="58913"/>
                  </a:lnTo>
                  <a:lnTo>
                    <a:pt x="2584" y="57580"/>
                  </a:lnTo>
                  <a:lnTo>
                    <a:pt x="3851" y="53602"/>
                  </a:lnTo>
                  <a:lnTo>
                    <a:pt x="4915" y="51140"/>
                  </a:lnTo>
                  <a:lnTo>
                    <a:pt x="5479" y="50624"/>
                  </a:lnTo>
                  <a:lnTo>
                    <a:pt x="7781" y="49223"/>
                  </a:lnTo>
                  <a:lnTo>
                    <a:pt x="8729" y="48047"/>
                  </a:lnTo>
                  <a:lnTo>
                    <a:pt x="10222" y="48030"/>
                  </a:lnTo>
                  <a:lnTo>
                    <a:pt x="11434" y="47357"/>
                  </a:lnTo>
                  <a:lnTo>
                    <a:pt x="12401" y="45464"/>
                  </a:lnTo>
                  <a:lnTo>
                    <a:pt x="12474" y="43502"/>
                  </a:lnTo>
                  <a:lnTo>
                    <a:pt x="12429" y="41459"/>
                  </a:lnTo>
                  <a:lnTo>
                    <a:pt x="12642" y="40210"/>
                  </a:lnTo>
                  <a:lnTo>
                    <a:pt x="13017" y="39158"/>
                  </a:lnTo>
                  <a:lnTo>
                    <a:pt x="13532" y="37773"/>
                  </a:lnTo>
                  <a:lnTo>
                    <a:pt x="14114" y="36732"/>
                  </a:lnTo>
                  <a:lnTo>
                    <a:pt x="15768" y="35981"/>
                  </a:lnTo>
                  <a:lnTo>
                    <a:pt x="16317" y="35125"/>
                  </a:lnTo>
                  <a:lnTo>
                    <a:pt x="16760" y="33789"/>
                  </a:lnTo>
                  <a:lnTo>
                    <a:pt x="17377" y="31198"/>
                  </a:lnTo>
                  <a:lnTo>
                    <a:pt x="18108" y="31841"/>
                  </a:lnTo>
                  <a:lnTo>
                    <a:pt x="18843" y="32848"/>
                  </a:lnTo>
                  <a:lnTo>
                    <a:pt x="20165" y="33642"/>
                  </a:lnTo>
                  <a:lnTo>
                    <a:pt x="21339" y="35796"/>
                  </a:lnTo>
                  <a:lnTo>
                    <a:pt x="22086" y="39194"/>
                  </a:lnTo>
                  <a:lnTo>
                    <a:pt x="22215" y="40868"/>
                  </a:lnTo>
                  <a:lnTo>
                    <a:pt x="22407" y="46401"/>
                  </a:lnTo>
                  <a:lnTo>
                    <a:pt x="22134" y="47692"/>
                  </a:lnTo>
                  <a:lnTo>
                    <a:pt x="20995" y="50259"/>
                  </a:lnTo>
                  <a:lnTo>
                    <a:pt x="21520" y="50529"/>
                  </a:lnTo>
                  <a:lnTo>
                    <a:pt x="23016" y="48185"/>
                  </a:lnTo>
                  <a:lnTo>
                    <a:pt x="23763" y="47282"/>
                  </a:lnTo>
                  <a:lnTo>
                    <a:pt x="25608" y="46027"/>
                  </a:lnTo>
                  <a:lnTo>
                    <a:pt x="26043" y="45197"/>
                  </a:lnTo>
                  <a:lnTo>
                    <a:pt x="26362" y="43961"/>
                  </a:lnTo>
                  <a:lnTo>
                    <a:pt x="27014" y="40575"/>
                  </a:lnTo>
                  <a:lnTo>
                    <a:pt x="27491" y="36956"/>
                  </a:lnTo>
                  <a:lnTo>
                    <a:pt x="27862" y="35450"/>
                  </a:lnTo>
                  <a:lnTo>
                    <a:pt x="28396" y="34255"/>
                  </a:lnTo>
                  <a:lnTo>
                    <a:pt x="28923" y="34063"/>
                  </a:lnTo>
                  <a:lnTo>
                    <a:pt x="30859" y="36536"/>
                  </a:lnTo>
                  <a:lnTo>
                    <a:pt x="32101" y="35344"/>
                  </a:lnTo>
                  <a:lnTo>
                    <a:pt x="32448" y="31597"/>
                  </a:lnTo>
                  <a:lnTo>
                    <a:pt x="32733" y="26151"/>
                  </a:lnTo>
                  <a:lnTo>
                    <a:pt x="32952" y="24676"/>
                  </a:lnTo>
                  <a:lnTo>
                    <a:pt x="33665" y="23251"/>
                  </a:lnTo>
                  <a:lnTo>
                    <a:pt x="34516" y="23711"/>
                  </a:lnTo>
                  <a:lnTo>
                    <a:pt x="35680" y="25666"/>
                  </a:lnTo>
                  <a:lnTo>
                    <a:pt x="36755" y="26309"/>
                  </a:lnTo>
                  <a:lnTo>
                    <a:pt x="37154" y="24734"/>
                  </a:lnTo>
                  <a:lnTo>
                    <a:pt x="37534" y="21629"/>
                  </a:lnTo>
                  <a:lnTo>
                    <a:pt x="37968" y="21646"/>
                  </a:lnTo>
                  <a:lnTo>
                    <a:pt x="39419" y="22673"/>
                  </a:lnTo>
                  <a:lnTo>
                    <a:pt x="40817" y="21995"/>
                  </a:lnTo>
                  <a:lnTo>
                    <a:pt x="41211" y="18267"/>
                  </a:lnTo>
                  <a:lnTo>
                    <a:pt x="40947" y="14279"/>
                  </a:lnTo>
                  <a:lnTo>
                    <a:pt x="39854" y="2657"/>
                  </a:lnTo>
                  <a:lnTo>
                    <a:pt x="40505" y="69"/>
                  </a:lnTo>
                  <a:lnTo>
                    <a:pt x="41069" y="0"/>
                  </a:lnTo>
                  <a:lnTo>
                    <a:pt x="42449" y="3091"/>
                  </a:lnTo>
                  <a:lnTo>
                    <a:pt x="45108" y="7268"/>
                  </a:lnTo>
                  <a:lnTo>
                    <a:pt x="45995" y="982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39"/>
            <p:cNvSpPr/>
            <p:nvPr/>
          </p:nvSpPr>
          <p:spPr>
            <a:xfrm>
              <a:off x="4599299" y="3336829"/>
              <a:ext cx="2059" cy="8818"/>
            </a:xfrm>
            <a:custGeom>
              <a:avLst/>
              <a:pathLst>
                <a:path w="2059" h="8818">
                  <a:moveTo>
                    <a:pt x="774" y="8658"/>
                  </a:moveTo>
                  <a:lnTo>
                    <a:pt x="631" y="8818"/>
                  </a:lnTo>
                  <a:lnTo>
                    <a:pt x="0" y="6521"/>
                  </a:lnTo>
                  <a:lnTo>
                    <a:pt x="84" y="3905"/>
                  </a:lnTo>
                  <a:lnTo>
                    <a:pt x="938" y="0"/>
                  </a:lnTo>
                  <a:lnTo>
                    <a:pt x="1570" y="3418"/>
                  </a:lnTo>
                  <a:lnTo>
                    <a:pt x="1563" y="4967"/>
                  </a:lnTo>
                  <a:lnTo>
                    <a:pt x="1471" y="5733"/>
                  </a:lnTo>
                  <a:lnTo>
                    <a:pt x="2059" y="7661"/>
                  </a:lnTo>
                  <a:lnTo>
                    <a:pt x="1654" y="861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0"/>
            <p:cNvSpPr/>
            <p:nvPr/>
          </p:nvSpPr>
          <p:spPr>
            <a:xfrm>
              <a:off x="4589554" y="3333999"/>
              <a:ext cx="1756" cy="6569"/>
            </a:xfrm>
            <a:custGeom>
              <a:avLst/>
              <a:pathLst>
                <a:path w="1756" h="6569">
                  <a:moveTo>
                    <a:pt x="1677" y="5107"/>
                  </a:moveTo>
                  <a:lnTo>
                    <a:pt x="1756" y="6569"/>
                  </a:lnTo>
                  <a:lnTo>
                    <a:pt x="294" y="2721"/>
                  </a:lnTo>
                  <a:lnTo>
                    <a:pt x="0" y="0"/>
                  </a:lnTo>
                  <a:lnTo>
                    <a:pt x="486" y="116"/>
                  </a:lnTo>
                  <a:lnTo>
                    <a:pt x="1112" y="116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1"/>
            <p:cNvSpPr/>
            <p:nvPr/>
          </p:nvSpPr>
          <p:spPr>
            <a:xfrm>
              <a:off x="4574612" y="3333854"/>
              <a:ext cx="8819" cy="16565"/>
            </a:xfrm>
            <a:custGeom>
              <a:avLst/>
              <a:pathLst>
                <a:path w="8819" h="16565">
                  <a:moveTo>
                    <a:pt x="8819" y="11013"/>
                  </a:moveTo>
                  <a:lnTo>
                    <a:pt x="8710" y="12098"/>
                  </a:lnTo>
                  <a:lnTo>
                    <a:pt x="7817" y="12008"/>
                  </a:lnTo>
                  <a:lnTo>
                    <a:pt x="7498" y="12174"/>
                  </a:lnTo>
                  <a:lnTo>
                    <a:pt x="6656" y="14946"/>
                  </a:lnTo>
                  <a:lnTo>
                    <a:pt x="6162" y="15651"/>
                  </a:lnTo>
                  <a:lnTo>
                    <a:pt x="3466" y="16565"/>
                  </a:lnTo>
                  <a:lnTo>
                    <a:pt x="1345" y="15836"/>
                  </a:lnTo>
                  <a:lnTo>
                    <a:pt x="618" y="14307"/>
                  </a:lnTo>
                  <a:lnTo>
                    <a:pt x="145" y="11783"/>
                  </a:lnTo>
                  <a:lnTo>
                    <a:pt x="0" y="10121"/>
                  </a:lnTo>
                  <a:lnTo>
                    <a:pt x="530" y="8306"/>
                  </a:lnTo>
                  <a:lnTo>
                    <a:pt x="1041" y="7100"/>
                  </a:lnTo>
                  <a:lnTo>
                    <a:pt x="2754" y="4719"/>
                  </a:lnTo>
                  <a:lnTo>
                    <a:pt x="3141" y="2913"/>
                  </a:lnTo>
                  <a:lnTo>
                    <a:pt x="4038" y="730"/>
                  </a:lnTo>
                  <a:lnTo>
                    <a:pt x="5888" y="0"/>
                  </a:lnTo>
                  <a:lnTo>
                    <a:pt x="6067" y="548"/>
                  </a:lnTo>
                  <a:lnTo>
                    <a:pt x="6314" y="895"/>
                  </a:lnTo>
                  <a:lnTo>
                    <a:pt x="6684" y="989"/>
                  </a:lnTo>
                  <a:lnTo>
                    <a:pt x="7598" y="2790"/>
                  </a:lnTo>
                  <a:lnTo>
                    <a:pt x="8629" y="3936"/>
                  </a:lnTo>
                  <a:lnTo>
                    <a:pt x="8379" y="8294"/>
                  </a:lnTo>
                  <a:lnTo>
                    <a:pt x="8687" y="976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2"/>
            <p:cNvSpPr/>
            <p:nvPr/>
          </p:nvSpPr>
          <p:spPr>
            <a:xfrm>
              <a:off x="4593663" y="3325574"/>
              <a:ext cx="2367" cy="16360"/>
            </a:xfrm>
            <a:custGeom>
              <a:avLst/>
              <a:pathLst>
                <a:path w="2367" h="16360">
                  <a:moveTo>
                    <a:pt x="2218" y="15533"/>
                  </a:moveTo>
                  <a:lnTo>
                    <a:pt x="2018" y="16360"/>
                  </a:lnTo>
                  <a:lnTo>
                    <a:pt x="1746" y="14657"/>
                  </a:lnTo>
                  <a:lnTo>
                    <a:pt x="1086" y="13059"/>
                  </a:lnTo>
                  <a:lnTo>
                    <a:pt x="450" y="10343"/>
                  </a:lnTo>
                  <a:lnTo>
                    <a:pt x="0" y="9498"/>
                  </a:lnTo>
                  <a:lnTo>
                    <a:pt x="308" y="7346"/>
                  </a:lnTo>
                  <a:lnTo>
                    <a:pt x="338" y="3853"/>
                  </a:lnTo>
                  <a:lnTo>
                    <a:pt x="969" y="2259"/>
                  </a:lnTo>
                  <a:lnTo>
                    <a:pt x="1260" y="1789"/>
                  </a:lnTo>
                  <a:lnTo>
                    <a:pt x="1738" y="98"/>
                  </a:lnTo>
                  <a:lnTo>
                    <a:pt x="1952" y="0"/>
                  </a:lnTo>
                  <a:lnTo>
                    <a:pt x="2154" y="1421"/>
                  </a:lnTo>
                  <a:lnTo>
                    <a:pt x="1724" y="5753"/>
                  </a:lnTo>
                  <a:lnTo>
                    <a:pt x="2367" y="10884"/>
                  </a:lnTo>
                  <a:lnTo>
                    <a:pt x="2152" y="14093"/>
                  </a:lnTo>
                  <a:lnTo>
                    <a:pt x="2244" y="1480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3"/>
            <p:cNvSpPr/>
            <p:nvPr/>
          </p:nvSpPr>
          <p:spPr>
            <a:xfrm>
              <a:off x="4528592" y="3319664"/>
              <a:ext cx="2770" cy="5462"/>
            </a:xfrm>
            <a:custGeom>
              <a:avLst/>
              <a:pathLst>
                <a:path w="2770" h="5462">
                  <a:moveTo>
                    <a:pt x="1723" y="4554"/>
                  </a:moveTo>
                  <a:lnTo>
                    <a:pt x="325" y="5462"/>
                  </a:lnTo>
                  <a:lnTo>
                    <a:pt x="0" y="2615"/>
                  </a:lnTo>
                  <a:lnTo>
                    <a:pt x="994" y="0"/>
                  </a:lnTo>
                  <a:lnTo>
                    <a:pt x="2109" y="1044"/>
                  </a:lnTo>
                  <a:lnTo>
                    <a:pt x="2770" y="2069"/>
                  </a:lnTo>
                  <a:lnTo>
                    <a:pt x="2460" y="299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4"/>
            <p:cNvSpPr/>
            <p:nvPr/>
          </p:nvSpPr>
          <p:spPr>
            <a:xfrm>
              <a:off x="4579964" y="3317698"/>
              <a:ext cx="1065" cy="3109"/>
            </a:xfrm>
            <a:custGeom>
              <a:avLst/>
              <a:pathLst>
                <a:path w="1065" h="3109">
                  <a:moveTo>
                    <a:pt x="314" y="2975"/>
                  </a:moveTo>
                  <a:lnTo>
                    <a:pt x="0" y="3109"/>
                  </a:lnTo>
                  <a:lnTo>
                    <a:pt x="524" y="0"/>
                  </a:lnTo>
                  <a:lnTo>
                    <a:pt x="938" y="453"/>
                  </a:lnTo>
                  <a:lnTo>
                    <a:pt x="1065" y="793"/>
                  </a:lnTo>
                  <a:lnTo>
                    <a:pt x="1054" y="219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5"/>
            <p:cNvSpPr/>
            <p:nvPr/>
          </p:nvSpPr>
          <p:spPr>
            <a:xfrm>
              <a:off x="4559845" y="3316695"/>
              <a:ext cx="2503" cy="9327"/>
            </a:xfrm>
            <a:custGeom>
              <a:avLst/>
              <a:pathLst>
                <a:path w="2503" h="9327">
                  <a:moveTo>
                    <a:pt x="1508" y="7916"/>
                  </a:moveTo>
                  <a:lnTo>
                    <a:pt x="1194" y="8320"/>
                  </a:lnTo>
                  <a:lnTo>
                    <a:pt x="913" y="8261"/>
                  </a:lnTo>
                  <a:lnTo>
                    <a:pt x="246" y="9327"/>
                  </a:lnTo>
                  <a:lnTo>
                    <a:pt x="0" y="7331"/>
                  </a:lnTo>
                  <a:lnTo>
                    <a:pt x="236" y="3931"/>
                  </a:lnTo>
                  <a:lnTo>
                    <a:pt x="1238" y="1347"/>
                  </a:lnTo>
                  <a:lnTo>
                    <a:pt x="1496" y="535"/>
                  </a:lnTo>
                  <a:lnTo>
                    <a:pt x="1769" y="53"/>
                  </a:lnTo>
                  <a:lnTo>
                    <a:pt x="2095" y="0"/>
                  </a:lnTo>
                  <a:lnTo>
                    <a:pt x="2413" y="1011"/>
                  </a:lnTo>
                  <a:lnTo>
                    <a:pt x="2503" y="2542"/>
                  </a:lnTo>
                  <a:lnTo>
                    <a:pt x="1868" y="716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6"/>
            <p:cNvSpPr/>
            <p:nvPr/>
          </p:nvSpPr>
          <p:spPr>
            <a:xfrm>
              <a:off x="4558514" y="3309209"/>
              <a:ext cx="13263" cy="57342"/>
            </a:xfrm>
            <a:custGeom>
              <a:avLst/>
              <a:pathLst>
                <a:path w="13263" h="57342">
                  <a:moveTo>
                    <a:pt x="8304" y="57024"/>
                  </a:moveTo>
                  <a:lnTo>
                    <a:pt x="7552" y="57342"/>
                  </a:lnTo>
                  <a:lnTo>
                    <a:pt x="6758" y="57180"/>
                  </a:lnTo>
                  <a:lnTo>
                    <a:pt x="6226" y="55729"/>
                  </a:lnTo>
                  <a:lnTo>
                    <a:pt x="5303" y="49468"/>
                  </a:lnTo>
                  <a:lnTo>
                    <a:pt x="4234" y="47946"/>
                  </a:lnTo>
                  <a:lnTo>
                    <a:pt x="3009" y="46793"/>
                  </a:lnTo>
                  <a:lnTo>
                    <a:pt x="2394" y="45822"/>
                  </a:lnTo>
                  <a:lnTo>
                    <a:pt x="1850" y="44652"/>
                  </a:lnTo>
                  <a:lnTo>
                    <a:pt x="129" y="38415"/>
                  </a:lnTo>
                  <a:lnTo>
                    <a:pt x="0" y="34598"/>
                  </a:lnTo>
                  <a:lnTo>
                    <a:pt x="295" y="32440"/>
                  </a:lnTo>
                  <a:lnTo>
                    <a:pt x="817" y="30507"/>
                  </a:lnTo>
                  <a:lnTo>
                    <a:pt x="1404" y="29984"/>
                  </a:lnTo>
                  <a:lnTo>
                    <a:pt x="2824" y="29915"/>
                  </a:lnTo>
                  <a:lnTo>
                    <a:pt x="3559" y="29661"/>
                  </a:lnTo>
                  <a:lnTo>
                    <a:pt x="5178" y="26801"/>
                  </a:lnTo>
                  <a:lnTo>
                    <a:pt x="5294" y="25676"/>
                  </a:lnTo>
                  <a:lnTo>
                    <a:pt x="5302" y="20977"/>
                  </a:lnTo>
                  <a:lnTo>
                    <a:pt x="5142" y="17690"/>
                  </a:lnTo>
                  <a:lnTo>
                    <a:pt x="4740" y="14483"/>
                  </a:lnTo>
                  <a:lnTo>
                    <a:pt x="5178" y="13017"/>
                  </a:lnTo>
                  <a:lnTo>
                    <a:pt x="5749" y="11565"/>
                  </a:lnTo>
                  <a:lnTo>
                    <a:pt x="6346" y="8734"/>
                  </a:lnTo>
                  <a:lnTo>
                    <a:pt x="6463" y="6743"/>
                  </a:lnTo>
                  <a:lnTo>
                    <a:pt x="6474" y="4661"/>
                  </a:lnTo>
                  <a:lnTo>
                    <a:pt x="6629" y="3171"/>
                  </a:lnTo>
                  <a:lnTo>
                    <a:pt x="7095" y="2426"/>
                  </a:lnTo>
                  <a:lnTo>
                    <a:pt x="9337" y="155"/>
                  </a:lnTo>
                  <a:lnTo>
                    <a:pt x="9732" y="0"/>
                  </a:lnTo>
                  <a:lnTo>
                    <a:pt x="12617" y="2094"/>
                  </a:lnTo>
                  <a:lnTo>
                    <a:pt x="13206" y="5256"/>
                  </a:lnTo>
                  <a:lnTo>
                    <a:pt x="13263" y="6299"/>
                  </a:lnTo>
                  <a:lnTo>
                    <a:pt x="12811" y="9808"/>
                  </a:lnTo>
                  <a:lnTo>
                    <a:pt x="12415" y="12162"/>
                  </a:lnTo>
                  <a:lnTo>
                    <a:pt x="11439" y="15807"/>
                  </a:lnTo>
                  <a:lnTo>
                    <a:pt x="10719" y="19755"/>
                  </a:lnTo>
                  <a:lnTo>
                    <a:pt x="10180" y="25690"/>
                  </a:lnTo>
                  <a:lnTo>
                    <a:pt x="9841" y="27625"/>
                  </a:lnTo>
                  <a:lnTo>
                    <a:pt x="8937" y="31341"/>
                  </a:lnTo>
                  <a:lnTo>
                    <a:pt x="8658" y="33381"/>
                  </a:lnTo>
                  <a:lnTo>
                    <a:pt x="8666" y="37802"/>
                  </a:lnTo>
                  <a:lnTo>
                    <a:pt x="8515" y="39436"/>
                  </a:lnTo>
                  <a:lnTo>
                    <a:pt x="8519" y="41007"/>
                  </a:lnTo>
                  <a:lnTo>
                    <a:pt x="10320" y="48370"/>
                  </a:lnTo>
                  <a:lnTo>
                    <a:pt x="10473" y="49537"/>
                  </a:lnTo>
                  <a:lnTo>
                    <a:pt x="10458" y="50853"/>
                  </a:lnTo>
                  <a:lnTo>
                    <a:pt x="10149" y="52498"/>
                  </a:lnTo>
                  <a:lnTo>
                    <a:pt x="9415" y="55332"/>
                  </a:lnTo>
                  <a:lnTo>
                    <a:pt x="9004" y="5632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7"/>
            <p:cNvSpPr/>
            <p:nvPr/>
          </p:nvSpPr>
          <p:spPr>
            <a:xfrm>
              <a:off x="4568921" y="3300948"/>
              <a:ext cx="8424" cy="54683"/>
            </a:xfrm>
            <a:custGeom>
              <a:avLst/>
              <a:pathLst>
                <a:path w="8424" h="54683">
                  <a:moveTo>
                    <a:pt x="616" y="53895"/>
                  </a:moveTo>
                  <a:lnTo>
                    <a:pt x="178" y="54683"/>
                  </a:lnTo>
                  <a:lnTo>
                    <a:pt x="0" y="52732"/>
                  </a:lnTo>
                  <a:lnTo>
                    <a:pt x="125" y="50099"/>
                  </a:lnTo>
                  <a:lnTo>
                    <a:pt x="995" y="40904"/>
                  </a:lnTo>
                  <a:lnTo>
                    <a:pt x="797" y="38604"/>
                  </a:lnTo>
                  <a:lnTo>
                    <a:pt x="2252" y="33485"/>
                  </a:lnTo>
                  <a:lnTo>
                    <a:pt x="3143" y="28680"/>
                  </a:lnTo>
                  <a:lnTo>
                    <a:pt x="4489" y="23634"/>
                  </a:lnTo>
                  <a:lnTo>
                    <a:pt x="4660" y="21019"/>
                  </a:lnTo>
                  <a:lnTo>
                    <a:pt x="5854" y="16031"/>
                  </a:lnTo>
                  <a:lnTo>
                    <a:pt x="6970" y="9151"/>
                  </a:lnTo>
                  <a:lnTo>
                    <a:pt x="6910" y="6873"/>
                  </a:lnTo>
                  <a:lnTo>
                    <a:pt x="7200" y="5743"/>
                  </a:lnTo>
                  <a:lnTo>
                    <a:pt x="7358" y="4021"/>
                  </a:lnTo>
                  <a:lnTo>
                    <a:pt x="7394" y="2559"/>
                  </a:lnTo>
                  <a:lnTo>
                    <a:pt x="8208" y="0"/>
                  </a:lnTo>
                  <a:lnTo>
                    <a:pt x="8424" y="1663"/>
                  </a:lnTo>
                  <a:lnTo>
                    <a:pt x="8181" y="4930"/>
                  </a:lnTo>
                  <a:lnTo>
                    <a:pt x="8219" y="6498"/>
                  </a:lnTo>
                  <a:lnTo>
                    <a:pt x="8363" y="7232"/>
                  </a:lnTo>
                  <a:lnTo>
                    <a:pt x="8372" y="10275"/>
                  </a:lnTo>
                  <a:lnTo>
                    <a:pt x="8079" y="14941"/>
                  </a:lnTo>
                  <a:lnTo>
                    <a:pt x="8349" y="20327"/>
                  </a:lnTo>
                  <a:lnTo>
                    <a:pt x="7823" y="25809"/>
                  </a:lnTo>
                  <a:lnTo>
                    <a:pt x="7223" y="28276"/>
                  </a:lnTo>
                  <a:lnTo>
                    <a:pt x="6335" y="30016"/>
                  </a:lnTo>
                  <a:lnTo>
                    <a:pt x="5367" y="31107"/>
                  </a:lnTo>
                  <a:lnTo>
                    <a:pt x="4365" y="33840"/>
                  </a:lnTo>
                  <a:lnTo>
                    <a:pt x="3717" y="37034"/>
                  </a:lnTo>
                  <a:lnTo>
                    <a:pt x="3610" y="39944"/>
                  </a:lnTo>
                  <a:lnTo>
                    <a:pt x="2016" y="4976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8"/>
            <p:cNvSpPr/>
            <p:nvPr/>
          </p:nvSpPr>
          <p:spPr>
            <a:xfrm>
              <a:off x="4573368" y="3300659"/>
              <a:ext cx="1226" cy="3917"/>
            </a:xfrm>
            <a:custGeom>
              <a:avLst/>
              <a:pathLst>
                <a:path w="1226" h="3917">
                  <a:moveTo>
                    <a:pt x="561" y="0"/>
                  </a:moveTo>
                  <a:lnTo>
                    <a:pt x="1226" y="3917"/>
                  </a:lnTo>
                  <a:lnTo>
                    <a:pt x="330" y="3895"/>
                  </a:lnTo>
                  <a:lnTo>
                    <a:pt x="0" y="1043"/>
                  </a:lnTo>
                  <a:lnTo>
                    <a:pt x="383" y="12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49"/>
            <p:cNvSpPr/>
            <p:nvPr/>
          </p:nvSpPr>
          <p:spPr>
            <a:xfrm>
              <a:off x="4499682" y="3298794"/>
              <a:ext cx="28029" cy="88031"/>
            </a:xfrm>
            <a:custGeom>
              <a:avLst/>
              <a:pathLst>
                <a:path w="28029" h="88031">
                  <a:moveTo>
                    <a:pt x="1051" y="85894"/>
                  </a:moveTo>
                  <a:lnTo>
                    <a:pt x="0" y="88031"/>
                  </a:lnTo>
                  <a:lnTo>
                    <a:pt x="113" y="85389"/>
                  </a:lnTo>
                  <a:lnTo>
                    <a:pt x="423" y="82898"/>
                  </a:lnTo>
                  <a:lnTo>
                    <a:pt x="1491" y="77798"/>
                  </a:lnTo>
                  <a:lnTo>
                    <a:pt x="2262" y="76230"/>
                  </a:lnTo>
                  <a:lnTo>
                    <a:pt x="3536" y="72213"/>
                  </a:lnTo>
                  <a:lnTo>
                    <a:pt x="4254" y="70271"/>
                  </a:lnTo>
                  <a:lnTo>
                    <a:pt x="5977" y="66431"/>
                  </a:lnTo>
                  <a:lnTo>
                    <a:pt x="7565" y="62223"/>
                  </a:lnTo>
                  <a:lnTo>
                    <a:pt x="8096" y="61910"/>
                  </a:lnTo>
                  <a:lnTo>
                    <a:pt x="8680" y="61846"/>
                  </a:lnTo>
                  <a:lnTo>
                    <a:pt x="9144" y="61363"/>
                  </a:lnTo>
                  <a:lnTo>
                    <a:pt x="10177" y="59090"/>
                  </a:lnTo>
                  <a:lnTo>
                    <a:pt x="12779" y="51523"/>
                  </a:lnTo>
                  <a:lnTo>
                    <a:pt x="14930" y="45883"/>
                  </a:lnTo>
                  <a:lnTo>
                    <a:pt x="17135" y="38751"/>
                  </a:lnTo>
                  <a:lnTo>
                    <a:pt x="18186" y="36673"/>
                  </a:lnTo>
                  <a:lnTo>
                    <a:pt x="18470" y="35906"/>
                  </a:lnTo>
                  <a:lnTo>
                    <a:pt x="20499" y="29338"/>
                  </a:lnTo>
                  <a:lnTo>
                    <a:pt x="21136" y="28384"/>
                  </a:lnTo>
                  <a:lnTo>
                    <a:pt x="21853" y="27692"/>
                  </a:lnTo>
                  <a:lnTo>
                    <a:pt x="22341" y="26800"/>
                  </a:lnTo>
                  <a:lnTo>
                    <a:pt x="22770" y="25682"/>
                  </a:lnTo>
                  <a:lnTo>
                    <a:pt x="23488" y="22824"/>
                  </a:lnTo>
                  <a:lnTo>
                    <a:pt x="23779" y="19482"/>
                  </a:lnTo>
                  <a:lnTo>
                    <a:pt x="23598" y="17595"/>
                  </a:lnTo>
                  <a:lnTo>
                    <a:pt x="23194" y="14812"/>
                  </a:lnTo>
                  <a:lnTo>
                    <a:pt x="23699" y="11015"/>
                  </a:lnTo>
                  <a:lnTo>
                    <a:pt x="24098" y="9264"/>
                  </a:lnTo>
                  <a:lnTo>
                    <a:pt x="25513" y="1555"/>
                  </a:lnTo>
                  <a:lnTo>
                    <a:pt x="25921" y="0"/>
                  </a:lnTo>
                  <a:lnTo>
                    <a:pt x="26512" y="972"/>
                  </a:lnTo>
                  <a:lnTo>
                    <a:pt x="26590" y="2353"/>
                  </a:lnTo>
                  <a:lnTo>
                    <a:pt x="26299" y="5602"/>
                  </a:lnTo>
                  <a:lnTo>
                    <a:pt x="26277" y="7234"/>
                  </a:lnTo>
                  <a:lnTo>
                    <a:pt x="26609" y="8892"/>
                  </a:lnTo>
                  <a:lnTo>
                    <a:pt x="26209" y="11620"/>
                  </a:lnTo>
                  <a:lnTo>
                    <a:pt x="27225" y="18883"/>
                  </a:lnTo>
                  <a:lnTo>
                    <a:pt x="28000" y="23483"/>
                  </a:lnTo>
                  <a:lnTo>
                    <a:pt x="28029" y="25001"/>
                  </a:lnTo>
                  <a:lnTo>
                    <a:pt x="26988" y="27746"/>
                  </a:lnTo>
                  <a:lnTo>
                    <a:pt x="26366" y="28576"/>
                  </a:lnTo>
                  <a:lnTo>
                    <a:pt x="25026" y="29313"/>
                  </a:lnTo>
                  <a:lnTo>
                    <a:pt x="24423" y="30114"/>
                  </a:lnTo>
                  <a:lnTo>
                    <a:pt x="23462" y="32348"/>
                  </a:lnTo>
                  <a:lnTo>
                    <a:pt x="22862" y="35290"/>
                  </a:lnTo>
                  <a:lnTo>
                    <a:pt x="22710" y="36810"/>
                  </a:lnTo>
                  <a:lnTo>
                    <a:pt x="22403" y="37980"/>
                  </a:lnTo>
                  <a:lnTo>
                    <a:pt x="19645" y="39979"/>
                  </a:lnTo>
                  <a:lnTo>
                    <a:pt x="18351" y="41283"/>
                  </a:lnTo>
                  <a:lnTo>
                    <a:pt x="17755" y="42264"/>
                  </a:lnTo>
                  <a:lnTo>
                    <a:pt x="17446" y="43860"/>
                  </a:lnTo>
                  <a:lnTo>
                    <a:pt x="17660" y="46676"/>
                  </a:lnTo>
                  <a:lnTo>
                    <a:pt x="15341" y="56842"/>
                  </a:lnTo>
                  <a:lnTo>
                    <a:pt x="14602" y="59504"/>
                  </a:lnTo>
                  <a:lnTo>
                    <a:pt x="13812" y="61770"/>
                  </a:lnTo>
                  <a:lnTo>
                    <a:pt x="12843" y="63381"/>
                  </a:lnTo>
                  <a:lnTo>
                    <a:pt x="11477" y="64371"/>
                  </a:lnTo>
                  <a:lnTo>
                    <a:pt x="10396" y="66339"/>
                  </a:lnTo>
                  <a:lnTo>
                    <a:pt x="9662" y="69821"/>
                  </a:lnTo>
                  <a:lnTo>
                    <a:pt x="8754" y="72966"/>
                  </a:lnTo>
                  <a:lnTo>
                    <a:pt x="7608" y="75296"/>
                  </a:lnTo>
                  <a:lnTo>
                    <a:pt x="6372" y="77354"/>
                  </a:lnTo>
                  <a:lnTo>
                    <a:pt x="5238" y="78854"/>
                  </a:lnTo>
                  <a:lnTo>
                    <a:pt x="4015" y="79913"/>
                  </a:lnTo>
                  <a:lnTo>
                    <a:pt x="3646" y="81284"/>
                  </a:lnTo>
                  <a:lnTo>
                    <a:pt x="3384" y="82976"/>
                  </a:lnTo>
                  <a:lnTo>
                    <a:pt x="2845" y="83773"/>
                  </a:lnTo>
                  <a:lnTo>
                    <a:pt x="2202" y="8423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0"/>
            <p:cNvSpPr/>
            <p:nvPr/>
          </p:nvSpPr>
          <p:spPr>
            <a:xfrm>
              <a:off x="4528150" y="3293507"/>
              <a:ext cx="1786" cy="4422"/>
            </a:xfrm>
            <a:custGeom>
              <a:avLst/>
              <a:pathLst>
                <a:path w="1786" h="4422">
                  <a:moveTo>
                    <a:pt x="1542" y="0"/>
                  </a:moveTo>
                  <a:lnTo>
                    <a:pt x="1786" y="1563"/>
                  </a:lnTo>
                  <a:lnTo>
                    <a:pt x="1468" y="3908"/>
                  </a:lnTo>
                  <a:lnTo>
                    <a:pt x="1193" y="4422"/>
                  </a:lnTo>
                  <a:lnTo>
                    <a:pt x="829" y="3445"/>
                  </a:lnTo>
                  <a:lnTo>
                    <a:pt x="49" y="2760"/>
                  </a:lnTo>
                  <a:lnTo>
                    <a:pt x="0" y="1497"/>
                  </a:lnTo>
                  <a:lnTo>
                    <a:pt x="407" y="1527"/>
                  </a:lnTo>
                  <a:lnTo>
                    <a:pt x="1148" y="29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1"/>
            <p:cNvSpPr/>
            <p:nvPr/>
          </p:nvSpPr>
          <p:spPr>
            <a:xfrm>
              <a:off x="4580188" y="3293216"/>
              <a:ext cx="10904" cy="44385"/>
            </a:xfrm>
            <a:custGeom>
              <a:avLst/>
              <a:pathLst>
                <a:path w="10904" h="44385">
                  <a:moveTo>
                    <a:pt x="3025" y="5677"/>
                  </a:moveTo>
                  <a:lnTo>
                    <a:pt x="3817" y="6710"/>
                  </a:lnTo>
                  <a:lnTo>
                    <a:pt x="4725" y="6297"/>
                  </a:lnTo>
                  <a:lnTo>
                    <a:pt x="5824" y="3953"/>
                  </a:lnTo>
                  <a:lnTo>
                    <a:pt x="7060" y="4797"/>
                  </a:lnTo>
                  <a:lnTo>
                    <a:pt x="7787" y="8252"/>
                  </a:lnTo>
                  <a:lnTo>
                    <a:pt x="8157" y="9558"/>
                  </a:lnTo>
                  <a:lnTo>
                    <a:pt x="8359" y="11818"/>
                  </a:lnTo>
                  <a:lnTo>
                    <a:pt x="8307" y="17235"/>
                  </a:lnTo>
                  <a:lnTo>
                    <a:pt x="8005" y="22147"/>
                  </a:lnTo>
                  <a:lnTo>
                    <a:pt x="8239" y="23158"/>
                  </a:lnTo>
                  <a:lnTo>
                    <a:pt x="8808" y="24041"/>
                  </a:lnTo>
                  <a:lnTo>
                    <a:pt x="9303" y="25131"/>
                  </a:lnTo>
                  <a:lnTo>
                    <a:pt x="9719" y="26527"/>
                  </a:lnTo>
                  <a:lnTo>
                    <a:pt x="9987" y="28081"/>
                  </a:lnTo>
                  <a:lnTo>
                    <a:pt x="10094" y="31853"/>
                  </a:lnTo>
                  <a:lnTo>
                    <a:pt x="10808" y="35033"/>
                  </a:lnTo>
                  <a:lnTo>
                    <a:pt x="10904" y="36271"/>
                  </a:lnTo>
                  <a:lnTo>
                    <a:pt x="10732" y="37568"/>
                  </a:lnTo>
                  <a:lnTo>
                    <a:pt x="9541" y="37314"/>
                  </a:lnTo>
                  <a:lnTo>
                    <a:pt x="9445" y="38409"/>
                  </a:lnTo>
                  <a:lnTo>
                    <a:pt x="9474" y="39765"/>
                  </a:lnTo>
                  <a:lnTo>
                    <a:pt x="9052" y="38912"/>
                  </a:lnTo>
                  <a:lnTo>
                    <a:pt x="8354" y="35806"/>
                  </a:lnTo>
                  <a:lnTo>
                    <a:pt x="7713" y="34502"/>
                  </a:lnTo>
                  <a:lnTo>
                    <a:pt x="7911" y="39540"/>
                  </a:lnTo>
                  <a:lnTo>
                    <a:pt x="8123" y="41957"/>
                  </a:lnTo>
                  <a:lnTo>
                    <a:pt x="8157" y="44385"/>
                  </a:lnTo>
                  <a:lnTo>
                    <a:pt x="7050" y="42530"/>
                  </a:lnTo>
                  <a:lnTo>
                    <a:pt x="5729" y="41385"/>
                  </a:lnTo>
                  <a:lnTo>
                    <a:pt x="5366" y="40397"/>
                  </a:lnTo>
                  <a:lnTo>
                    <a:pt x="5490" y="37250"/>
                  </a:lnTo>
                  <a:lnTo>
                    <a:pt x="5465" y="35685"/>
                  </a:lnTo>
                  <a:lnTo>
                    <a:pt x="4877" y="32369"/>
                  </a:lnTo>
                  <a:lnTo>
                    <a:pt x="5569" y="25204"/>
                  </a:lnTo>
                  <a:lnTo>
                    <a:pt x="5552" y="23740"/>
                  </a:lnTo>
                  <a:lnTo>
                    <a:pt x="5433" y="22274"/>
                  </a:lnTo>
                  <a:lnTo>
                    <a:pt x="4888" y="19368"/>
                  </a:lnTo>
                  <a:lnTo>
                    <a:pt x="4025" y="16938"/>
                  </a:lnTo>
                  <a:lnTo>
                    <a:pt x="3496" y="16931"/>
                  </a:lnTo>
                  <a:lnTo>
                    <a:pt x="2210" y="18638"/>
                  </a:lnTo>
                  <a:lnTo>
                    <a:pt x="1559" y="18072"/>
                  </a:lnTo>
                  <a:lnTo>
                    <a:pt x="1175" y="11372"/>
                  </a:lnTo>
                  <a:lnTo>
                    <a:pt x="656" y="4860"/>
                  </a:lnTo>
                  <a:lnTo>
                    <a:pt x="258" y="3194"/>
                  </a:lnTo>
                  <a:lnTo>
                    <a:pt x="0" y="1448"/>
                  </a:lnTo>
                  <a:lnTo>
                    <a:pt x="255" y="0"/>
                  </a:lnTo>
                  <a:lnTo>
                    <a:pt x="748" y="597"/>
                  </a:lnTo>
                  <a:lnTo>
                    <a:pt x="1450" y="2304"/>
                  </a:lnTo>
                  <a:lnTo>
                    <a:pt x="2302" y="3289"/>
                  </a:lnTo>
                  <a:lnTo>
                    <a:pt x="2725" y="414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2"/>
            <p:cNvSpPr/>
            <p:nvPr/>
          </p:nvSpPr>
          <p:spPr>
            <a:xfrm>
              <a:off x="4580780" y="3288493"/>
              <a:ext cx="2974" cy="6181"/>
            </a:xfrm>
            <a:custGeom>
              <a:avLst/>
              <a:pathLst>
                <a:path w="2974" h="6181">
                  <a:moveTo>
                    <a:pt x="2816" y="5993"/>
                  </a:moveTo>
                  <a:lnTo>
                    <a:pt x="1398" y="6181"/>
                  </a:lnTo>
                  <a:lnTo>
                    <a:pt x="777" y="4824"/>
                  </a:lnTo>
                  <a:lnTo>
                    <a:pt x="0" y="859"/>
                  </a:lnTo>
                  <a:lnTo>
                    <a:pt x="874" y="0"/>
                  </a:lnTo>
                  <a:lnTo>
                    <a:pt x="1709" y="233"/>
                  </a:lnTo>
                  <a:lnTo>
                    <a:pt x="2323" y="1634"/>
                  </a:lnTo>
                  <a:lnTo>
                    <a:pt x="2974" y="429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3"/>
            <p:cNvSpPr/>
            <p:nvPr/>
          </p:nvSpPr>
          <p:spPr>
            <a:xfrm>
              <a:off x="4584988" y="3287893"/>
              <a:ext cx="1402" cy="5083"/>
            </a:xfrm>
            <a:custGeom>
              <a:avLst/>
              <a:pathLst>
                <a:path w="1402" h="5083">
                  <a:moveTo>
                    <a:pt x="1402" y="3562"/>
                  </a:moveTo>
                  <a:lnTo>
                    <a:pt x="1193" y="5083"/>
                  </a:lnTo>
                  <a:lnTo>
                    <a:pt x="860" y="4661"/>
                  </a:lnTo>
                  <a:lnTo>
                    <a:pt x="569" y="3976"/>
                  </a:lnTo>
                  <a:lnTo>
                    <a:pt x="145" y="1678"/>
                  </a:lnTo>
                  <a:lnTo>
                    <a:pt x="0" y="0"/>
                  </a:lnTo>
                  <a:lnTo>
                    <a:pt x="653" y="952"/>
                  </a:lnTo>
                  <a:lnTo>
                    <a:pt x="1029" y="262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4"/>
            <p:cNvSpPr/>
            <p:nvPr/>
          </p:nvSpPr>
          <p:spPr>
            <a:xfrm>
              <a:off x="4552742" y="3282514"/>
              <a:ext cx="14388" cy="42934"/>
            </a:xfrm>
            <a:custGeom>
              <a:avLst/>
              <a:pathLst>
                <a:path w="14388" h="42934">
                  <a:moveTo>
                    <a:pt x="6869" y="8340"/>
                  </a:moveTo>
                  <a:lnTo>
                    <a:pt x="8192" y="9845"/>
                  </a:lnTo>
                  <a:lnTo>
                    <a:pt x="9482" y="8553"/>
                  </a:lnTo>
                  <a:lnTo>
                    <a:pt x="10752" y="8915"/>
                  </a:lnTo>
                  <a:lnTo>
                    <a:pt x="11810" y="10875"/>
                  </a:lnTo>
                  <a:lnTo>
                    <a:pt x="11464" y="12115"/>
                  </a:lnTo>
                  <a:lnTo>
                    <a:pt x="11393" y="13475"/>
                  </a:lnTo>
                  <a:lnTo>
                    <a:pt x="13757" y="10516"/>
                  </a:lnTo>
                  <a:lnTo>
                    <a:pt x="14388" y="10691"/>
                  </a:lnTo>
                  <a:lnTo>
                    <a:pt x="14367" y="13439"/>
                  </a:lnTo>
                  <a:lnTo>
                    <a:pt x="14227" y="15772"/>
                  </a:lnTo>
                  <a:lnTo>
                    <a:pt x="13948" y="18041"/>
                  </a:lnTo>
                  <a:lnTo>
                    <a:pt x="13447" y="20698"/>
                  </a:lnTo>
                  <a:lnTo>
                    <a:pt x="12778" y="23073"/>
                  </a:lnTo>
                  <a:lnTo>
                    <a:pt x="11895" y="24797"/>
                  </a:lnTo>
                  <a:lnTo>
                    <a:pt x="10849" y="25852"/>
                  </a:lnTo>
                  <a:lnTo>
                    <a:pt x="10353" y="26810"/>
                  </a:lnTo>
                  <a:lnTo>
                    <a:pt x="10199" y="28253"/>
                  </a:lnTo>
                  <a:lnTo>
                    <a:pt x="10218" y="30069"/>
                  </a:lnTo>
                  <a:lnTo>
                    <a:pt x="9978" y="31721"/>
                  </a:lnTo>
                  <a:lnTo>
                    <a:pt x="8879" y="32398"/>
                  </a:lnTo>
                  <a:lnTo>
                    <a:pt x="7163" y="35620"/>
                  </a:lnTo>
                  <a:lnTo>
                    <a:pt x="3479" y="37659"/>
                  </a:lnTo>
                  <a:lnTo>
                    <a:pt x="2468" y="39058"/>
                  </a:lnTo>
                  <a:lnTo>
                    <a:pt x="1822" y="40875"/>
                  </a:lnTo>
                  <a:lnTo>
                    <a:pt x="1103" y="42522"/>
                  </a:lnTo>
                  <a:lnTo>
                    <a:pt x="712" y="42934"/>
                  </a:lnTo>
                  <a:lnTo>
                    <a:pt x="534" y="42150"/>
                  </a:lnTo>
                  <a:lnTo>
                    <a:pt x="483" y="41478"/>
                  </a:lnTo>
                  <a:lnTo>
                    <a:pt x="1009" y="37195"/>
                  </a:lnTo>
                  <a:lnTo>
                    <a:pt x="921" y="35414"/>
                  </a:lnTo>
                  <a:lnTo>
                    <a:pt x="670" y="33685"/>
                  </a:lnTo>
                  <a:lnTo>
                    <a:pt x="830" y="30307"/>
                  </a:lnTo>
                  <a:lnTo>
                    <a:pt x="1470" y="27133"/>
                  </a:lnTo>
                  <a:lnTo>
                    <a:pt x="1813" y="23639"/>
                  </a:lnTo>
                  <a:lnTo>
                    <a:pt x="1912" y="16892"/>
                  </a:lnTo>
                  <a:lnTo>
                    <a:pt x="2410" y="7518"/>
                  </a:lnTo>
                  <a:lnTo>
                    <a:pt x="2386" y="6397"/>
                  </a:lnTo>
                  <a:lnTo>
                    <a:pt x="1996" y="5130"/>
                  </a:lnTo>
                  <a:lnTo>
                    <a:pt x="563" y="4109"/>
                  </a:lnTo>
                  <a:lnTo>
                    <a:pt x="0" y="3146"/>
                  </a:lnTo>
                  <a:lnTo>
                    <a:pt x="281" y="1271"/>
                  </a:lnTo>
                  <a:lnTo>
                    <a:pt x="822" y="0"/>
                  </a:lnTo>
                  <a:lnTo>
                    <a:pt x="1566" y="57"/>
                  </a:lnTo>
                  <a:lnTo>
                    <a:pt x="2221" y="1249"/>
                  </a:lnTo>
                  <a:lnTo>
                    <a:pt x="4536" y="3703"/>
                  </a:lnTo>
                  <a:lnTo>
                    <a:pt x="5768" y="576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5"/>
            <p:cNvSpPr/>
            <p:nvPr/>
          </p:nvSpPr>
          <p:spPr>
            <a:xfrm>
              <a:off x="4529687" y="3280033"/>
              <a:ext cx="2409" cy="9218"/>
            </a:xfrm>
            <a:custGeom>
              <a:avLst/>
              <a:pathLst>
                <a:path w="2409" h="9218">
                  <a:moveTo>
                    <a:pt x="2019" y="8215"/>
                  </a:moveTo>
                  <a:lnTo>
                    <a:pt x="1168" y="9218"/>
                  </a:lnTo>
                  <a:lnTo>
                    <a:pt x="953" y="8587"/>
                  </a:lnTo>
                  <a:lnTo>
                    <a:pt x="803" y="7121"/>
                  </a:lnTo>
                  <a:lnTo>
                    <a:pt x="816" y="6113"/>
                  </a:lnTo>
                  <a:lnTo>
                    <a:pt x="0" y="809"/>
                  </a:lnTo>
                  <a:lnTo>
                    <a:pt x="625" y="0"/>
                  </a:lnTo>
                  <a:lnTo>
                    <a:pt x="1085" y="623"/>
                  </a:lnTo>
                  <a:lnTo>
                    <a:pt x="1554" y="1454"/>
                  </a:lnTo>
                  <a:lnTo>
                    <a:pt x="1987" y="1894"/>
                  </a:lnTo>
                  <a:lnTo>
                    <a:pt x="2382" y="3569"/>
                  </a:lnTo>
                  <a:lnTo>
                    <a:pt x="2287" y="4728"/>
                  </a:lnTo>
                  <a:lnTo>
                    <a:pt x="2409" y="584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6"/>
            <p:cNvSpPr/>
            <p:nvPr/>
          </p:nvSpPr>
          <p:spPr>
            <a:xfrm>
              <a:off x="4529744" y="3270053"/>
              <a:ext cx="5399" cy="9613"/>
            </a:xfrm>
            <a:custGeom>
              <a:avLst/>
              <a:pathLst>
                <a:path w="5399" h="9613">
                  <a:moveTo>
                    <a:pt x="2658" y="4474"/>
                  </a:moveTo>
                  <a:lnTo>
                    <a:pt x="3279" y="4925"/>
                  </a:lnTo>
                  <a:lnTo>
                    <a:pt x="3722" y="4492"/>
                  </a:lnTo>
                  <a:lnTo>
                    <a:pt x="4114" y="2933"/>
                  </a:lnTo>
                  <a:lnTo>
                    <a:pt x="4481" y="5240"/>
                  </a:lnTo>
                  <a:lnTo>
                    <a:pt x="5399" y="7140"/>
                  </a:lnTo>
                  <a:lnTo>
                    <a:pt x="5094" y="9062"/>
                  </a:lnTo>
                  <a:lnTo>
                    <a:pt x="4287" y="9287"/>
                  </a:lnTo>
                  <a:lnTo>
                    <a:pt x="3494" y="8848"/>
                  </a:lnTo>
                  <a:lnTo>
                    <a:pt x="2659" y="9613"/>
                  </a:lnTo>
                  <a:lnTo>
                    <a:pt x="1642" y="9185"/>
                  </a:lnTo>
                  <a:lnTo>
                    <a:pt x="1034" y="7382"/>
                  </a:lnTo>
                  <a:lnTo>
                    <a:pt x="342" y="4146"/>
                  </a:lnTo>
                  <a:lnTo>
                    <a:pt x="0" y="3547"/>
                  </a:lnTo>
                  <a:lnTo>
                    <a:pt x="42" y="2219"/>
                  </a:lnTo>
                  <a:lnTo>
                    <a:pt x="293" y="1376"/>
                  </a:lnTo>
                  <a:lnTo>
                    <a:pt x="160" y="1158"/>
                  </a:lnTo>
                  <a:lnTo>
                    <a:pt x="225" y="568"/>
                  </a:lnTo>
                  <a:lnTo>
                    <a:pt x="349" y="167"/>
                  </a:lnTo>
                  <a:lnTo>
                    <a:pt x="573" y="0"/>
                  </a:lnTo>
                  <a:lnTo>
                    <a:pt x="1112" y="1438"/>
                  </a:lnTo>
                  <a:lnTo>
                    <a:pt x="2403" y="358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7"/>
            <p:cNvSpPr/>
            <p:nvPr/>
          </p:nvSpPr>
          <p:spPr>
            <a:xfrm>
              <a:off x="4558780" y="3264945"/>
              <a:ext cx="2956" cy="6097"/>
            </a:xfrm>
            <a:custGeom>
              <a:avLst/>
              <a:pathLst>
                <a:path w="2956" h="6097">
                  <a:moveTo>
                    <a:pt x="2629" y="5404"/>
                  </a:moveTo>
                  <a:lnTo>
                    <a:pt x="2048" y="6097"/>
                  </a:lnTo>
                  <a:lnTo>
                    <a:pt x="867" y="3198"/>
                  </a:lnTo>
                  <a:lnTo>
                    <a:pt x="180" y="1845"/>
                  </a:lnTo>
                  <a:lnTo>
                    <a:pt x="0" y="1089"/>
                  </a:lnTo>
                  <a:lnTo>
                    <a:pt x="555" y="0"/>
                  </a:lnTo>
                  <a:lnTo>
                    <a:pt x="2051" y="10"/>
                  </a:lnTo>
                  <a:lnTo>
                    <a:pt x="2846" y="1999"/>
                  </a:lnTo>
                  <a:lnTo>
                    <a:pt x="2956" y="323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8"/>
            <p:cNvSpPr/>
            <p:nvPr/>
          </p:nvSpPr>
          <p:spPr>
            <a:xfrm>
              <a:off x="4580035" y="3262563"/>
              <a:ext cx="16515" cy="45001"/>
            </a:xfrm>
            <a:custGeom>
              <a:avLst/>
              <a:pathLst>
                <a:path w="16515" h="45001">
                  <a:moveTo>
                    <a:pt x="10728" y="1320"/>
                  </a:moveTo>
                  <a:lnTo>
                    <a:pt x="11532" y="3731"/>
                  </a:lnTo>
                  <a:lnTo>
                    <a:pt x="11727" y="5476"/>
                  </a:lnTo>
                  <a:lnTo>
                    <a:pt x="11644" y="7408"/>
                  </a:lnTo>
                  <a:lnTo>
                    <a:pt x="12008" y="8267"/>
                  </a:lnTo>
                  <a:lnTo>
                    <a:pt x="12650" y="8501"/>
                  </a:lnTo>
                  <a:lnTo>
                    <a:pt x="13473" y="9473"/>
                  </a:lnTo>
                  <a:lnTo>
                    <a:pt x="14091" y="11262"/>
                  </a:lnTo>
                  <a:lnTo>
                    <a:pt x="13724" y="12906"/>
                  </a:lnTo>
                  <a:lnTo>
                    <a:pt x="13838" y="15305"/>
                  </a:lnTo>
                  <a:lnTo>
                    <a:pt x="13192" y="18320"/>
                  </a:lnTo>
                  <a:lnTo>
                    <a:pt x="13280" y="23668"/>
                  </a:lnTo>
                  <a:lnTo>
                    <a:pt x="13650" y="25376"/>
                  </a:lnTo>
                  <a:lnTo>
                    <a:pt x="13686" y="27100"/>
                  </a:lnTo>
                  <a:lnTo>
                    <a:pt x="13593" y="28905"/>
                  </a:lnTo>
                  <a:lnTo>
                    <a:pt x="13751" y="30385"/>
                  </a:lnTo>
                  <a:lnTo>
                    <a:pt x="14742" y="35291"/>
                  </a:lnTo>
                  <a:lnTo>
                    <a:pt x="14923" y="36921"/>
                  </a:lnTo>
                  <a:lnTo>
                    <a:pt x="14621" y="38208"/>
                  </a:lnTo>
                  <a:lnTo>
                    <a:pt x="14521" y="39428"/>
                  </a:lnTo>
                  <a:lnTo>
                    <a:pt x="15132" y="39556"/>
                  </a:lnTo>
                  <a:lnTo>
                    <a:pt x="16002" y="41598"/>
                  </a:lnTo>
                  <a:lnTo>
                    <a:pt x="16515" y="44293"/>
                  </a:lnTo>
                  <a:lnTo>
                    <a:pt x="16362" y="45001"/>
                  </a:lnTo>
                  <a:lnTo>
                    <a:pt x="15666" y="42898"/>
                  </a:lnTo>
                  <a:lnTo>
                    <a:pt x="15141" y="42566"/>
                  </a:lnTo>
                  <a:lnTo>
                    <a:pt x="12912" y="43140"/>
                  </a:lnTo>
                  <a:lnTo>
                    <a:pt x="11546" y="42263"/>
                  </a:lnTo>
                  <a:lnTo>
                    <a:pt x="10659" y="42180"/>
                  </a:lnTo>
                  <a:lnTo>
                    <a:pt x="9778" y="38576"/>
                  </a:lnTo>
                  <a:lnTo>
                    <a:pt x="9006" y="37976"/>
                  </a:lnTo>
                  <a:lnTo>
                    <a:pt x="8397" y="36383"/>
                  </a:lnTo>
                  <a:lnTo>
                    <a:pt x="7387" y="32309"/>
                  </a:lnTo>
                  <a:lnTo>
                    <a:pt x="7065" y="29967"/>
                  </a:lnTo>
                  <a:lnTo>
                    <a:pt x="7769" y="27601"/>
                  </a:lnTo>
                  <a:lnTo>
                    <a:pt x="7988" y="25714"/>
                  </a:lnTo>
                  <a:lnTo>
                    <a:pt x="7952" y="23864"/>
                  </a:lnTo>
                  <a:lnTo>
                    <a:pt x="7277" y="24168"/>
                  </a:lnTo>
                  <a:lnTo>
                    <a:pt x="6694" y="23552"/>
                  </a:lnTo>
                  <a:lnTo>
                    <a:pt x="5977" y="21288"/>
                  </a:lnTo>
                  <a:lnTo>
                    <a:pt x="5689" y="19981"/>
                  </a:lnTo>
                  <a:lnTo>
                    <a:pt x="5167" y="18888"/>
                  </a:lnTo>
                  <a:lnTo>
                    <a:pt x="4338" y="16301"/>
                  </a:lnTo>
                  <a:lnTo>
                    <a:pt x="3147" y="15289"/>
                  </a:lnTo>
                  <a:lnTo>
                    <a:pt x="2661" y="14578"/>
                  </a:lnTo>
                  <a:lnTo>
                    <a:pt x="1714" y="12403"/>
                  </a:lnTo>
                  <a:lnTo>
                    <a:pt x="1023" y="9708"/>
                  </a:lnTo>
                  <a:lnTo>
                    <a:pt x="352" y="4986"/>
                  </a:lnTo>
                  <a:lnTo>
                    <a:pt x="0" y="95"/>
                  </a:lnTo>
                  <a:lnTo>
                    <a:pt x="3078" y="1369"/>
                  </a:lnTo>
                  <a:lnTo>
                    <a:pt x="6193" y="1122"/>
                  </a:lnTo>
                  <a:lnTo>
                    <a:pt x="971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59"/>
            <p:cNvSpPr/>
            <p:nvPr/>
          </p:nvSpPr>
          <p:spPr>
            <a:xfrm>
              <a:off x="4567103" y="3262240"/>
              <a:ext cx="10217" cy="24556"/>
            </a:xfrm>
            <a:custGeom>
              <a:avLst/>
              <a:pathLst>
                <a:path w="10217" h="24556">
                  <a:moveTo>
                    <a:pt x="6367" y="8750"/>
                  </a:moveTo>
                  <a:lnTo>
                    <a:pt x="8544" y="12245"/>
                  </a:lnTo>
                  <a:lnTo>
                    <a:pt x="10043" y="18222"/>
                  </a:lnTo>
                  <a:lnTo>
                    <a:pt x="10217" y="22809"/>
                  </a:lnTo>
                  <a:lnTo>
                    <a:pt x="10102" y="24556"/>
                  </a:lnTo>
                  <a:lnTo>
                    <a:pt x="9389" y="22593"/>
                  </a:lnTo>
                  <a:lnTo>
                    <a:pt x="7856" y="19795"/>
                  </a:lnTo>
                  <a:lnTo>
                    <a:pt x="6792" y="19178"/>
                  </a:lnTo>
                  <a:lnTo>
                    <a:pt x="6465" y="18673"/>
                  </a:lnTo>
                  <a:lnTo>
                    <a:pt x="6588" y="17163"/>
                  </a:lnTo>
                  <a:lnTo>
                    <a:pt x="5892" y="15764"/>
                  </a:lnTo>
                  <a:lnTo>
                    <a:pt x="5810" y="15192"/>
                  </a:lnTo>
                  <a:lnTo>
                    <a:pt x="5179" y="14575"/>
                  </a:lnTo>
                  <a:lnTo>
                    <a:pt x="4260" y="11431"/>
                  </a:lnTo>
                  <a:lnTo>
                    <a:pt x="3609" y="10839"/>
                  </a:lnTo>
                  <a:lnTo>
                    <a:pt x="2986" y="11502"/>
                  </a:lnTo>
                  <a:lnTo>
                    <a:pt x="1553" y="16166"/>
                  </a:lnTo>
                  <a:lnTo>
                    <a:pt x="22" y="19439"/>
                  </a:lnTo>
                  <a:lnTo>
                    <a:pt x="0" y="18188"/>
                  </a:lnTo>
                  <a:lnTo>
                    <a:pt x="620" y="14092"/>
                  </a:lnTo>
                  <a:lnTo>
                    <a:pt x="1015" y="7548"/>
                  </a:lnTo>
                  <a:lnTo>
                    <a:pt x="1264" y="5556"/>
                  </a:lnTo>
                  <a:lnTo>
                    <a:pt x="953" y="2624"/>
                  </a:lnTo>
                  <a:lnTo>
                    <a:pt x="914" y="0"/>
                  </a:lnTo>
                  <a:lnTo>
                    <a:pt x="2056" y="1214"/>
                  </a:lnTo>
                  <a:lnTo>
                    <a:pt x="3487" y="2431"/>
                  </a:lnTo>
                  <a:lnTo>
                    <a:pt x="4577" y="4097"/>
                  </a:lnTo>
                  <a:lnTo>
                    <a:pt x="4757" y="521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0"/>
            <p:cNvSpPr/>
            <p:nvPr/>
          </p:nvSpPr>
          <p:spPr>
            <a:xfrm>
              <a:off x="4556792" y="3262069"/>
              <a:ext cx="715" cy="2687"/>
            </a:xfrm>
            <a:custGeom>
              <a:avLst/>
              <a:pathLst>
                <a:path w="715" h="2687">
                  <a:moveTo>
                    <a:pt x="715" y="1786"/>
                  </a:moveTo>
                  <a:lnTo>
                    <a:pt x="362" y="2687"/>
                  </a:lnTo>
                  <a:lnTo>
                    <a:pt x="148" y="2546"/>
                  </a:lnTo>
                  <a:lnTo>
                    <a:pt x="0" y="955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1"/>
            <p:cNvSpPr/>
            <p:nvPr/>
          </p:nvSpPr>
          <p:spPr>
            <a:xfrm>
              <a:off x="4553106" y="3260197"/>
              <a:ext cx="2518" cy="16163"/>
            </a:xfrm>
            <a:custGeom>
              <a:avLst/>
              <a:pathLst>
                <a:path w="2518" h="16163">
                  <a:moveTo>
                    <a:pt x="1939" y="8798"/>
                  </a:moveTo>
                  <a:lnTo>
                    <a:pt x="1030" y="16163"/>
                  </a:lnTo>
                  <a:lnTo>
                    <a:pt x="419" y="13628"/>
                  </a:lnTo>
                  <a:lnTo>
                    <a:pt x="666" y="12036"/>
                  </a:lnTo>
                  <a:lnTo>
                    <a:pt x="140" y="10704"/>
                  </a:lnTo>
                  <a:lnTo>
                    <a:pt x="0" y="9495"/>
                  </a:lnTo>
                  <a:lnTo>
                    <a:pt x="201" y="7896"/>
                  </a:lnTo>
                  <a:lnTo>
                    <a:pt x="751" y="6422"/>
                  </a:lnTo>
                  <a:lnTo>
                    <a:pt x="889" y="1598"/>
                  </a:lnTo>
                  <a:lnTo>
                    <a:pt x="2050" y="59"/>
                  </a:lnTo>
                  <a:lnTo>
                    <a:pt x="2518" y="0"/>
                  </a:lnTo>
                  <a:lnTo>
                    <a:pt x="2350" y="1183"/>
                  </a:lnTo>
                  <a:lnTo>
                    <a:pt x="2366" y="340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2"/>
            <p:cNvSpPr/>
            <p:nvPr/>
          </p:nvSpPr>
          <p:spPr>
            <a:xfrm>
              <a:off x="4572001" y="3259539"/>
              <a:ext cx="2179" cy="9120"/>
            </a:xfrm>
            <a:custGeom>
              <a:avLst/>
              <a:pathLst>
                <a:path w="2179" h="9120">
                  <a:moveTo>
                    <a:pt x="2136" y="6530"/>
                  </a:moveTo>
                  <a:lnTo>
                    <a:pt x="2179" y="9120"/>
                  </a:lnTo>
                  <a:lnTo>
                    <a:pt x="1752" y="8166"/>
                  </a:lnTo>
                  <a:lnTo>
                    <a:pt x="379" y="3084"/>
                  </a:lnTo>
                  <a:lnTo>
                    <a:pt x="0" y="1229"/>
                  </a:lnTo>
                  <a:lnTo>
                    <a:pt x="389" y="0"/>
                  </a:lnTo>
                  <a:lnTo>
                    <a:pt x="1379" y="189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3"/>
            <p:cNvSpPr/>
            <p:nvPr/>
          </p:nvSpPr>
          <p:spPr>
            <a:xfrm>
              <a:off x="4564754" y="3246500"/>
              <a:ext cx="4748" cy="12272"/>
            </a:xfrm>
            <a:custGeom>
              <a:avLst/>
              <a:pathLst>
                <a:path w="4748" h="12272">
                  <a:moveTo>
                    <a:pt x="3779" y="7763"/>
                  </a:moveTo>
                  <a:lnTo>
                    <a:pt x="4748" y="12272"/>
                  </a:lnTo>
                  <a:lnTo>
                    <a:pt x="3692" y="9192"/>
                  </a:lnTo>
                  <a:lnTo>
                    <a:pt x="2468" y="7100"/>
                  </a:lnTo>
                  <a:lnTo>
                    <a:pt x="1194" y="3625"/>
                  </a:lnTo>
                  <a:lnTo>
                    <a:pt x="277" y="2406"/>
                  </a:lnTo>
                  <a:lnTo>
                    <a:pt x="0" y="1698"/>
                  </a:lnTo>
                  <a:lnTo>
                    <a:pt x="96" y="265"/>
                  </a:lnTo>
                  <a:lnTo>
                    <a:pt x="772" y="0"/>
                  </a:lnTo>
                  <a:lnTo>
                    <a:pt x="1073" y="82"/>
                  </a:lnTo>
                  <a:lnTo>
                    <a:pt x="2920" y="622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4"/>
            <p:cNvSpPr/>
            <p:nvPr/>
          </p:nvSpPr>
          <p:spPr>
            <a:xfrm>
              <a:off x="4535110" y="3234496"/>
              <a:ext cx="13650" cy="38520"/>
            </a:xfrm>
            <a:custGeom>
              <a:avLst/>
              <a:pathLst>
                <a:path w="13650" h="38520">
                  <a:moveTo>
                    <a:pt x="4155" y="1268"/>
                  </a:moveTo>
                  <a:lnTo>
                    <a:pt x="4734" y="1519"/>
                  </a:lnTo>
                  <a:lnTo>
                    <a:pt x="6550" y="630"/>
                  </a:lnTo>
                  <a:lnTo>
                    <a:pt x="7293" y="1076"/>
                  </a:lnTo>
                  <a:lnTo>
                    <a:pt x="7792" y="2768"/>
                  </a:lnTo>
                  <a:lnTo>
                    <a:pt x="8412" y="3299"/>
                  </a:lnTo>
                  <a:lnTo>
                    <a:pt x="8902" y="4171"/>
                  </a:lnTo>
                  <a:lnTo>
                    <a:pt x="9813" y="2662"/>
                  </a:lnTo>
                  <a:lnTo>
                    <a:pt x="10741" y="4381"/>
                  </a:lnTo>
                  <a:lnTo>
                    <a:pt x="11563" y="7592"/>
                  </a:lnTo>
                  <a:lnTo>
                    <a:pt x="12533" y="9868"/>
                  </a:lnTo>
                  <a:lnTo>
                    <a:pt x="13447" y="11559"/>
                  </a:lnTo>
                  <a:lnTo>
                    <a:pt x="13628" y="12810"/>
                  </a:lnTo>
                  <a:lnTo>
                    <a:pt x="13073" y="14858"/>
                  </a:lnTo>
                  <a:lnTo>
                    <a:pt x="12903" y="17458"/>
                  </a:lnTo>
                  <a:lnTo>
                    <a:pt x="12958" y="20250"/>
                  </a:lnTo>
                  <a:lnTo>
                    <a:pt x="13650" y="26128"/>
                  </a:lnTo>
                  <a:lnTo>
                    <a:pt x="13408" y="27722"/>
                  </a:lnTo>
                  <a:lnTo>
                    <a:pt x="12712" y="29976"/>
                  </a:lnTo>
                  <a:lnTo>
                    <a:pt x="12193" y="32485"/>
                  </a:lnTo>
                  <a:lnTo>
                    <a:pt x="12260" y="33498"/>
                  </a:lnTo>
                  <a:lnTo>
                    <a:pt x="12055" y="34326"/>
                  </a:lnTo>
                  <a:lnTo>
                    <a:pt x="11989" y="36103"/>
                  </a:lnTo>
                  <a:lnTo>
                    <a:pt x="11563" y="35734"/>
                  </a:lnTo>
                  <a:lnTo>
                    <a:pt x="11172" y="36014"/>
                  </a:lnTo>
                  <a:lnTo>
                    <a:pt x="10792" y="36809"/>
                  </a:lnTo>
                  <a:lnTo>
                    <a:pt x="10199" y="38520"/>
                  </a:lnTo>
                  <a:lnTo>
                    <a:pt x="9277" y="38002"/>
                  </a:lnTo>
                  <a:lnTo>
                    <a:pt x="8840" y="37497"/>
                  </a:lnTo>
                  <a:lnTo>
                    <a:pt x="8733" y="36014"/>
                  </a:lnTo>
                  <a:lnTo>
                    <a:pt x="8458" y="34969"/>
                  </a:lnTo>
                  <a:lnTo>
                    <a:pt x="8062" y="34349"/>
                  </a:lnTo>
                  <a:lnTo>
                    <a:pt x="7086" y="31791"/>
                  </a:lnTo>
                  <a:lnTo>
                    <a:pt x="6628" y="29867"/>
                  </a:lnTo>
                  <a:lnTo>
                    <a:pt x="6620" y="27814"/>
                  </a:lnTo>
                  <a:lnTo>
                    <a:pt x="6369" y="25901"/>
                  </a:lnTo>
                  <a:lnTo>
                    <a:pt x="5862" y="24193"/>
                  </a:lnTo>
                  <a:lnTo>
                    <a:pt x="5195" y="22883"/>
                  </a:lnTo>
                  <a:lnTo>
                    <a:pt x="4972" y="21625"/>
                  </a:lnTo>
                  <a:lnTo>
                    <a:pt x="4885" y="20137"/>
                  </a:lnTo>
                  <a:lnTo>
                    <a:pt x="4828" y="16328"/>
                  </a:lnTo>
                  <a:lnTo>
                    <a:pt x="3881" y="11577"/>
                  </a:lnTo>
                  <a:lnTo>
                    <a:pt x="3553" y="10438"/>
                  </a:lnTo>
                  <a:lnTo>
                    <a:pt x="2664" y="9264"/>
                  </a:lnTo>
                  <a:lnTo>
                    <a:pt x="1928" y="7752"/>
                  </a:lnTo>
                  <a:lnTo>
                    <a:pt x="1614" y="6245"/>
                  </a:lnTo>
                  <a:lnTo>
                    <a:pt x="1328" y="3809"/>
                  </a:lnTo>
                  <a:lnTo>
                    <a:pt x="1131" y="3457"/>
                  </a:lnTo>
                  <a:lnTo>
                    <a:pt x="556" y="3568"/>
                  </a:lnTo>
                  <a:lnTo>
                    <a:pt x="0" y="3252"/>
                  </a:lnTo>
                  <a:lnTo>
                    <a:pt x="161" y="1461"/>
                  </a:lnTo>
                  <a:lnTo>
                    <a:pt x="712" y="158"/>
                  </a:lnTo>
                  <a:lnTo>
                    <a:pt x="1474" y="0"/>
                  </a:lnTo>
                  <a:lnTo>
                    <a:pt x="3575" y="73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5"/>
            <p:cNvSpPr/>
            <p:nvPr/>
          </p:nvSpPr>
          <p:spPr>
            <a:xfrm>
              <a:off x="4551877" y="3233203"/>
              <a:ext cx="3489" cy="10672"/>
            </a:xfrm>
            <a:custGeom>
              <a:avLst/>
              <a:pathLst>
                <a:path w="3489" h="10672">
                  <a:moveTo>
                    <a:pt x="1133" y="763"/>
                  </a:moveTo>
                  <a:lnTo>
                    <a:pt x="1834" y="849"/>
                  </a:lnTo>
                  <a:lnTo>
                    <a:pt x="2051" y="572"/>
                  </a:lnTo>
                  <a:lnTo>
                    <a:pt x="3401" y="3042"/>
                  </a:lnTo>
                  <a:lnTo>
                    <a:pt x="3318" y="4293"/>
                  </a:lnTo>
                  <a:lnTo>
                    <a:pt x="3489" y="5940"/>
                  </a:lnTo>
                  <a:lnTo>
                    <a:pt x="2721" y="8791"/>
                  </a:lnTo>
                  <a:lnTo>
                    <a:pt x="2581" y="9750"/>
                  </a:lnTo>
                  <a:lnTo>
                    <a:pt x="2155" y="10672"/>
                  </a:lnTo>
                  <a:lnTo>
                    <a:pt x="690" y="8404"/>
                  </a:lnTo>
                  <a:lnTo>
                    <a:pt x="160" y="7019"/>
                  </a:lnTo>
                  <a:lnTo>
                    <a:pt x="0" y="4187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4532395" y="3224578"/>
              <a:ext cx="1969" cy="5173"/>
            </a:xfrm>
            <a:custGeom>
              <a:avLst/>
              <a:pathLst>
                <a:path w="1969" h="5173">
                  <a:moveTo>
                    <a:pt x="1951" y="3172"/>
                  </a:moveTo>
                  <a:lnTo>
                    <a:pt x="1969" y="5173"/>
                  </a:lnTo>
                  <a:lnTo>
                    <a:pt x="54" y="2236"/>
                  </a:lnTo>
                  <a:lnTo>
                    <a:pt x="0" y="1214"/>
                  </a:lnTo>
                  <a:lnTo>
                    <a:pt x="45" y="458"/>
                  </a:lnTo>
                  <a:lnTo>
                    <a:pt x="241" y="0"/>
                  </a:lnTo>
                  <a:lnTo>
                    <a:pt x="1271" y="110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4577130" y="3218091"/>
              <a:ext cx="4295" cy="16135"/>
            </a:xfrm>
            <a:custGeom>
              <a:avLst/>
              <a:pathLst>
                <a:path w="4295" h="16135">
                  <a:moveTo>
                    <a:pt x="3573" y="13159"/>
                  </a:moveTo>
                  <a:lnTo>
                    <a:pt x="3272" y="15076"/>
                  </a:lnTo>
                  <a:lnTo>
                    <a:pt x="2903" y="14397"/>
                  </a:lnTo>
                  <a:lnTo>
                    <a:pt x="2377" y="14506"/>
                  </a:lnTo>
                  <a:lnTo>
                    <a:pt x="1550" y="16135"/>
                  </a:lnTo>
                  <a:lnTo>
                    <a:pt x="206" y="13947"/>
                  </a:lnTo>
                  <a:lnTo>
                    <a:pt x="0" y="12246"/>
                  </a:lnTo>
                  <a:lnTo>
                    <a:pt x="963" y="8483"/>
                  </a:lnTo>
                  <a:lnTo>
                    <a:pt x="953" y="2892"/>
                  </a:lnTo>
                  <a:lnTo>
                    <a:pt x="1304" y="1519"/>
                  </a:lnTo>
                  <a:lnTo>
                    <a:pt x="1673" y="533"/>
                  </a:lnTo>
                  <a:lnTo>
                    <a:pt x="2112" y="0"/>
                  </a:lnTo>
                  <a:lnTo>
                    <a:pt x="3059" y="3859"/>
                  </a:lnTo>
                  <a:lnTo>
                    <a:pt x="3382" y="4328"/>
                  </a:lnTo>
                  <a:lnTo>
                    <a:pt x="4295" y="6103"/>
                  </a:lnTo>
                  <a:lnTo>
                    <a:pt x="4058" y="9677"/>
                  </a:lnTo>
                  <a:lnTo>
                    <a:pt x="4146" y="1176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8"/>
            <p:cNvSpPr/>
            <p:nvPr/>
          </p:nvSpPr>
          <p:spPr>
            <a:xfrm>
              <a:off x="4553364" y="3213624"/>
              <a:ext cx="2604" cy="6523"/>
            </a:xfrm>
            <a:custGeom>
              <a:avLst/>
              <a:pathLst>
                <a:path w="2604" h="6523">
                  <a:moveTo>
                    <a:pt x="2604" y="5316"/>
                  </a:moveTo>
                  <a:lnTo>
                    <a:pt x="2569" y="6523"/>
                  </a:lnTo>
                  <a:lnTo>
                    <a:pt x="116" y="2148"/>
                  </a:lnTo>
                  <a:lnTo>
                    <a:pt x="4" y="1396"/>
                  </a:lnTo>
                  <a:lnTo>
                    <a:pt x="0" y="698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69"/>
            <p:cNvSpPr/>
            <p:nvPr/>
          </p:nvSpPr>
          <p:spPr>
            <a:xfrm>
              <a:off x="4551937" y="3189464"/>
              <a:ext cx="2625" cy="11533"/>
            </a:xfrm>
            <a:custGeom>
              <a:avLst/>
              <a:pathLst>
                <a:path w="2625" h="11533">
                  <a:moveTo>
                    <a:pt x="2420" y="1222"/>
                  </a:moveTo>
                  <a:lnTo>
                    <a:pt x="2625" y="2260"/>
                  </a:lnTo>
                  <a:lnTo>
                    <a:pt x="2400" y="2208"/>
                  </a:lnTo>
                  <a:lnTo>
                    <a:pt x="2236" y="2396"/>
                  </a:lnTo>
                  <a:lnTo>
                    <a:pt x="1703" y="4533"/>
                  </a:lnTo>
                  <a:lnTo>
                    <a:pt x="2286" y="8479"/>
                  </a:lnTo>
                  <a:lnTo>
                    <a:pt x="1922" y="11353"/>
                  </a:lnTo>
                  <a:lnTo>
                    <a:pt x="1279" y="11533"/>
                  </a:lnTo>
                  <a:lnTo>
                    <a:pt x="1025" y="11225"/>
                  </a:lnTo>
                  <a:lnTo>
                    <a:pt x="1156" y="9805"/>
                  </a:lnTo>
                  <a:lnTo>
                    <a:pt x="1297" y="9153"/>
                  </a:lnTo>
                  <a:lnTo>
                    <a:pt x="1166" y="7280"/>
                  </a:lnTo>
                  <a:lnTo>
                    <a:pt x="782" y="6103"/>
                  </a:lnTo>
                  <a:lnTo>
                    <a:pt x="476" y="3817"/>
                  </a:lnTo>
                  <a:lnTo>
                    <a:pt x="0" y="2446"/>
                  </a:lnTo>
                  <a:lnTo>
                    <a:pt x="221" y="243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0"/>
            <p:cNvSpPr/>
            <p:nvPr/>
          </p:nvSpPr>
          <p:spPr>
            <a:xfrm>
              <a:off x="4528562" y="3084006"/>
              <a:ext cx="49747" cy="178718"/>
            </a:xfrm>
            <a:custGeom>
              <a:avLst/>
              <a:pathLst>
                <a:path w="49747" h="178718">
                  <a:moveTo>
                    <a:pt x="15213" y="0"/>
                  </a:moveTo>
                  <a:lnTo>
                    <a:pt x="16950" y="1532"/>
                  </a:lnTo>
                  <a:lnTo>
                    <a:pt x="20793" y="7056"/>
                  </a:lnTo>
                  <a:lnTo>
                    <a:pt x="22199" y="8427"/>
                  </a:lnTo>
                  <a:lnTo>
                    <a:pt x="23662" y="9451"/>
                  </a:lnTo>
                  <a:lnTo>
                    <a:pt x="24820" y="9754"/>
                  </a:lnTo>
                  <a:lnTo>
                    <a:pt x="25852" y="8490"/>
                  </a:lnTo>
                  <a:lnTo>
                    <a:pt x="26289" y="7198"/>
                  </a:lnTo>
                  <a:lnTo>
                    <a:pt x="27081" y="3803"/>
                  </a:lnTo>
                  <a:lnTo>
                    <a:pt x="27927" y="3387"/>
                  </a:lnTo>
                  <a:lnTo>
                    <a:pt x="28430" y="4622"/>
                  </a:lnTo>
                  <a:lnTo>
                    <a:pt x="28820" y="6279"/>
                  </a:lnTo>
                  <a:lnTo>
                    <a:pt x="28993" y="8716"/>
                  </a:lnTo>
                  <a:lnTo>
                    <a:pt x="28752" y="11258"/>
                  </a:lnTo>
                  <a:lnTo>
                    <a:pt x="27946" y="13537"/>
                  </a:lnTo>
                  <a:lnTo>
                    <a:pt x="27453" y="16282"/>
                  </a:lnTo>
                  <a:lnTo>
                    <a:pt x="27130" y="25376"/>
                  </a:lnTo>
                  <a:lnTo>
                    <a:pt x="27145" y="28097"/>
                  </a:lnTo>
                  <a:lnTo>
                    <a:pt x="27405" y="30719"/>
                  </a:lnTo>
                  <a:lnTo>
                    <a:pt x="28104" y="34880"/>
                  </a:lnTo>
                  <a:lnTo>
                    <a:pt x="28470" y="36050"/>
                  </a:lnTo>
                  <a:lnTo>
                    <a:pt x="29529" y="37539"/>
                  </a:lnTo>
                  <a:lnTo>
                    <a:pt x="29815" y="38664"/>
                  </a:lnTo>
                  <a:lnTo>
                    <a:pt x="29876" y="40686"/>
                  </a:lnTo>
                  <a:lnTo>
                    <a:pt x="30043" y="42466"/>
                  </a:lnTo>
                  <a:lnTo>
                    <a:pt x="30728" y="43146"/>
                  </a:lnTo>
                  <a:lnTo>
                    <a:pt x="31310" y="44040"/>
                  </a:lnTo>
                  <a:lnTo>
                    <a:pt x="31093" y="46015"/>
                  </a:lnTo>
                  <a:lnTo>
                    <a:pt x="30729" y="48024"/>
                  </a:lnTo>
                  <a:lnTo>
                    <a:pt x="30250" y="52970"/>
                  </a:lnTo>
                  <a:lnTo>
                    <a:pt x="27980" y="64419"/>
                  </a:lnTo>
                  <a:lnTo>
                    <a:pt x="27847" y="66892"/>
                  </a:lnTo>
                  <a:lnTo>
                    <a:pt x="26950" y="71817"/>
                  </a:lnTo>
                  <a:lnTo>
                    <a:pt x="25128" y="72612"/>
                  </a:lnTo>
                  <a:lnTo>
                    <a:pt x="23015" y="74990"/>
                  </a:lnTo>
                  <a:lnTo>
                    <a:pt x="21840" y="76843"/>
                  </a:lnTo>
                  <a:lnTo>
                    <a:pt x="20820" y="79251"/>
                  </a:lnTo>
                  <a:lnTo>
                    <a:pt x="20429" y="82398"/>
                  </a:lnTo>
                  <a:lnTo>
                    <a:pt x="20764" y="83838"/>
                  </a:lnTo>
                  <a:lnTo>
                    <a:pt x="20977" y="85374"/>
                  </a:lnTo>
                  <a:lnTo>
                    <a:pt x="20953" y="87035"/>
                  </a:lnTo>
                  <a:lnTo>
                    <a:pt x="20637" y="88413"/>
                  </a:lnTo>
                  <a:lnTo>
                    <a:pt x="19622" y="91772"/>
                  </a:lnTo>
                  <a:lnTo>
                    <a:pt x="19193" y="94516"/>
                  </a:lnTo>
                  <a:lnTo>
                    <a:pt x="18737" y="95745"/>
                  </a:lnTo>
                  <a:lnTo>
                    <a:pt x="18514" y="97242"/>
                  </a:lnTo>
                  <a:lnTo>
                    <a:pt x="18590" y="98950"/>
                  </a:lnTo>
                  <a:lnTo>
                    <a:pt x="18999" y="100436"/>
                  </a:lnTo>
                  <a:lnTo>
                    <a:pt x="20236" y="106852"/>
                  </a:lnTo>
                  <a:lnTo>
                    <a:pt x="21560" y="113048"/>
                  </a:lnTo>
                  <a:lnTo>
                    <a:pt x="21845" y="113759"/>
                  </a:lnTo>
                  <a:lnTo>
                    <a:pt x="21956" y="114590"/>
                  </a:lnTo>
                  <a:lnTo>
                    <a:pt x="21174" y="116232"/>
                  </a:lnTo>
                  <a:lnTo>
                    <a:pt x="21190" y="119204"/>
                  </a:lnTo>
                  <a:lnTo>
                    <a:pt x="21424" y="122149"/>
                  </a:lnTo>
                  <a:lnTo>
                    <a:pt x="22597" y="129457"/>
                  </a:lnTo>
                  <a:lnTo>
                    <a:pt x="22765" y="131410"/>
                  </a:lnTo>
                  <a:lnTo>
                    <a:pt x="23149" y="133012"/>
                  </a:lnTo>
                  <a:lnTo>
                    <a:pt x="23749" y="134513"/>
                  </a:lnTo>
                  <a:lnTo>
                    <a:pt x="24413" y="135774"/>
                  </a:lnTo>
                  <a:lnTo>
                    <a:pt x="26319" y="137939"/>
                  </a:lnTo>
                  <a:lnTo>
                    <a:pt x="27054" y="138365"/>
                  </a:lnTo>
                  <a:lnTo>
                    <a:pt x="27819" y="138440"/>
                  </a:lnTo>
                  <a:lnTo>
                    <a:pt x="28009" y="136983"/>
                  </a:lnTo>
                  <a:lnTo>
                    <a:pt x="28680" y="136489"/>
                  </a:lnTo>
                  <a:lnTo>
                    <a:pt x="28531" y="135055"/>
                  </a:lnTo>
                  <a:lnTo>
                    <a:pt x="27715" y="133077"/>
                  </a:lnTo>
                  <a:lnTo>
                    <a:pt x="27683" y="132002"/>
                  </a:lnTo>
                  <a:lnTo>
                    <a:pt x="28112" y="131204"/>
                  </a:lnTo>
                  <a:lnTo>
                    <a:pt x="28624" y="130738"/>
                  </a:lnTo>
                  <a:lnTo>
                    <a:pt x="29772" y="128580"/>
                  </a:lnTo>
                  <a:lnTo>
                    <a:pt x="30989" y="126851"/>
                  </a:lnTo>
                  <a:lnTo>
                    <a:pt x="32537" y="126994"/>
                  </a:lnTo>
                  <a:lnTo>
                    <a:pt x="34057" y="127959"/>
                  </a:lnTo>
                  <a:lnTo>
                    <a:pt x="35136" y="128966"/>
                  </a:lnTo>
                  <a:lnTo>
                    <a:pt x="36023" y="130819"/>
                  </a:lnTo>
                  <a:lnTo>
                    <a:pt x="36936" y="134018"/>
                  </a:lnTo>
                  <a:lnTo>
                    <a:pt x="37577" y="137560"/>
                  </a:lnTo>
                  <a:lnTo>
                    <a:pt x="37573" y="139251"/>
                  </a:lnTo>
                  <a:lnTo>
                    <a:pt x="37417" y="140943"/>
                  </a:lnTo>
                  <a:lnTo>
                    <a:pt x="37451" y="142618"/>
                  </a:lnTo>
                  <a:lnTo>
                    <a:pt x="37928" y="143757"/>
                  </a:lnTo>
                  <a:lnTo>
                    <a:pt x="39399" y="143842"/>
                  </a:lnTo>
                  <a:lnTo>
                    <a:pt x="40143" y="141210"/>
                  </a:lnTo>
                  <a:lnTo>
                    <a:pt x="40238" y="138251"/>
                  </a:lnTo>
                  <a:lnTo>
                    <a:pt x="39715" y="137102"/>
                  </a:lnTo>
                  <a:lnTo>
                    <a:pt x="39955" y="135644"/>
                  </a:lnTo>
                  <a:lnTo>
                    <a:pt x="40408" y="134554"/>
                  </a:lnTo>
                  <a:lnTo>
                    <a:pt x="41056" y="135530"/>
                  </a:lnTo>
                  <a:lnTo>
                    <a:pt x="41680" y="137374"/>
                  </a:lnTo>
                  <a:lnTo>
                    <a:pt x="43957" y="139376"/>
                  </a:lnTo>
                  <a:lnTo>
                    <a:pt x="44539" y="139420"/>
                  </a:lnTo>
                  <a:lnTo>
                    <a:pt x="45014" y="139795"/>
                  </a:lnTo>
                  <a:lnTo>
                    <a:pt x="46033" y="141190"/>
                  </a:lnTo>
                  <a:lnTo>
                    <a:pt x="46509" y="142298"/>
                  </a:lnTo>
                  <a:lnTo>
                    <a:pt x="45926" y="144599"/>
                  </a:lnTo>
                  <a:lnTo>
                    <a:pt x="43665" y="145110"/>
                  </a:lnTo>
                  <a:lnTo>
                    <a:pt x="43012" y="146844"/>
                  </a:lnTo>
                  <a:lnTo>
                    <a:pt x="43676" y="150322"/>
                  </a:lnTo>
                  <a:lnTo>
                    <a:pt x="44760" y="153173"/>
                  </a:lnTo>
                  <a:lnTo>
                    <a:pt x="45456" y="155480"/>
                  </a:lnTo>
                  <a:lnTo>
                    <a:pt x="46073" y="157963"/>
                  </a:lnTo>
                  <a:lnTo>
                    <a:pt x="46043" y="160264"/>
                  </a:lnTo>
                  <a:lnTo>
                    <a:pt x="45686" y="162659"/>
                  </a:lnTo>
                  <a:lnTo>
                    <a:pt x="46681" y="162469"/>
                  </a:lnTo>
                  <a:lnTo>
                    <a:pt x="47617" y="162979"/>
                  </a:lnTo>
                  <a:lnTo>
                    <a:pt x="48911" y="164982"/>
                  </a:lnTo>
                  <a:lnTo>
                    <a:pt x="49314" y="165187"/>
                  </a:lnTo>
                  <a:lnTo>
                    <a:pt x="49747" y="164868"/>
                  </a:lnTo>
                  <a:lnTo>
                    <a:pt x="49685" y="172097"/>
                  </a:lnTo>
                  <a:lnTo>
                    <a:pt x="48805" y="178718"/>
                  </a:lnTo>
                  <a:lnTo>
                    <a:pt x="47691" y="177894"/>
                  </a:lnTo>
                  <a:lnTo>
                    <a:pt x="46739" y="175095"/>
                  </a:lnTo>
                  <a:lnTo>
                    <a:pt x="46933" y="171688"/>
                  </a:lnTo>
                  <a:lnTo>
                    <a:pt x="47542" y="168396"/>
                  </a:lnTo>
                  <a:lnTo>
                    <a:pt x="47194" y="167700"/>
                  </a:lnTo>
                  <a:lnTo>
                    <a:pt x="46580" y="167975"/>
                  </a:lnTo>
                  <a:lnTo>
                    <a:pt x="45882" y="168716"/>
                  </a:lnTo>
                  <a:lnTo>
                    <a:pt x="45129" y="168972"/>
                  </a:lnTo>
                  <a:lnTo>
                    <a:pt x="43888" y="168533"/>
                  </a:lnTo>
                  <a:lnTo>
                    <a:pt x="41339" y="164947"/>
                  </a:lnTo>
                  <a:lnTo>
                    <a:pt x="40301" y="164623"/>
                  </a:lnTo>
                  <a:lnTo>
                    <a:pt x="40069" y="163000"/>
                  </a:lnTo>
                  <a:lnTo>
                    <a:pt x="40126" y="159556"/>
                  </a:lnTo>
                  <a:lnTo>
                    <a:pt x="39109" y="155480"/>
                  </a:lnTo>
                  <a:lnTo>
                    <a:pt x="38946" y="154021"/>
                  </a:lnTo>
                  <a:lnTo>
                    <a:pt x="38625" y="152872"/>
                  </a:lnTo>
                  <a:lnTo>
                    <a:pt x="35592" y="148434"/>
                  </a:lnTo>
                  <a:lnTo>
                    <a:pt x="35220" y="147687"/>
                  </a:lnTo>
                  <a:lnTo>
                    <a:pt x="34288" y="144146"/>
                  </a:lnTo>
                  <a:lnTo>
                    <a:pt x="32174" y="139106"/>
                  </a:lnTo>
                  <a:lnTo>
                    <a:pt x="31582" y="138591"/>
                  </a:lnTo>
                  <a:lnTo>
                    <a:pt x="30938" y="138446"/>
                  </a:lnTo>
                  <a:lnTo>
                    <a:pt x="30729" y="139724"/>
                  </a:lnTo>
                  <a:lnTo>
                    <a:pt x="31022" y="141689"/>
                  </a:lnTo>
                  <a:lnTo>
                    <a:pt x="31140" y="143377"/>
                  </a:lnTo>
                  <a:lnTo>
                    <a:pt x="31095" y="145148"/>
                  </a:lnTo>
                  <a:lnTo>
                    <a:pt x="31184" y="146517"/>
                  </a:lnTo>
                  <a:lnTo>
                    <a:pt x="32185" y="149319"/>
                  </a:lnTo>
                  <a:lnTo>
                    <a:pt x="32335" y="150645"/>
                  </a:lnTo>
                  <a:lnTo>
                    <a:pt x="32999" y="154243"/>
                  </a:lnTo>
                  <a:lnTo>
                    <a:pt x="33081" y="158445"/>
                  </a:lnTo>
                  <a:lnTo>
                    <a:pt x="32227" y="160189"/>
                  </a:lnTo>
                  <a:lnTo>
                    <a:pt x="31266" y="158243"/>
                  </a:lnTo>
                  <a:lnTo>
                    <a:pt x="31235" y="156658"/>
                  </a:lnTo>
                  <a:lnTo>
                    <a:pt x="31070" y="155184"/>
                  </a:lnTo>
                  <a:lnTo>
                    <a:pt x="30036" y="151365"/>
                  </a:lnTo>
                  <a:lnTo>
                    <a:pt x="29691" y="150542"/>
                  </a:lnTo>
                  <a:lnTo>
                    <a:pt x="27746" y="146771"/>
                  </a:lnTo>
                  <a:lnTo>
                    <a:pt x="26241" y="142630"/>
                  </a:lnTo>
                  <a:lnTo>
                    <a:pt x="22893" y="138219"/>
                  </a:lnTo>
                  <a:lnTo>
                    <a:pt x="22495" y="137977"/>
                  </a:lnTo>
                  <a:lnTo>
                    <a:pt x="21914" y="138310"/>
                  </a:lnTo>
                  <a:lnTo>
                    <a:pt x="21366" y="138860"/>
                  </a:lnTo>
                  <a:lnTo>
                    <a:pt x="19750" y="141040"/>
                  </a:lnTo>
                  <a:lnTo>
                    <a:pt x="19178" y="142559"/>
                  </a:lnTo>
                  <a:lnTo>
                    <a:pt x="19128" y="144891"/>
                  </a:lnTo>
                  <a:lnTo>
                    <a:pt x="17968" y="146745"/>
                  </a:lnTo>
                  <a:lnTo>
                    <a:pt x="16371" y="147006"/>
                  </a:lnTo>
                  <a:lnTo>
                    <a:pt x="15144" y="145847"/>
                  </a:lnTo>
                  <a:lnTo>
                    <a:pt x="14130" y="143524"/>
                  </a:lnTo>
                  <a:lnTo>
                    <a:pt x="13291" y="143413"/>
                  </a:lnTo>
                  <a:lnTo>
                    <a:pt x="12251" y="139783"/>
                  </a:lnTo>
                  <a:lnTo>
                    <a:pt x="10983" y="139316"/>
                  </a:lnTo>
                  <a:lnTo>
                    <a:pt x="9939" y="142154"/>
                  </a:lnTo>
                  <a:lnTo>
                    <a:pt x="9715" y="136515"/>
                  </a:lnTo>
                  <a:lnTo>
                    <a:pt x="9708" y="130820"/>
                  </a:lnTo>
                  <a:lnTo>
                    <a:pt x="10002" y="129157"/>
                  </a:lnTo>
                  <a:lnTo>
                    <a:pt x="10520" y="127772"/>
                  </a:lnTo>
                  <a:lnTo>
                    <a:pt x="13175" y="121806"/>
                  </a:lnTo>
                  <a:lnTo>
                    <a:pt x="13510" y="119890"/>
                  </a:lnTo>
                  <a:lnTo>
                    <a:pt x="13393" y="117316"/>
                  </a:lnTo>
                  <a:lnTo>
                    <a:pt x="12789" y="115226"/>
                  </a:lnTo>
                  <a:lnTo>
                    <a:pt x="11840" y="113955"/>
                  </a:lnTo>
                  <a:lnTo>
                    <a:pt x="10743" y="113429"/>
                  </a:lnTo>
                  <a:lnTo>
                    <a:pt x="9952" y="112260"/>
                  </a:lnTo>
                  <a:lnTo>
                    <a:pt x="9332" y="110337"/>
                  </a:lnTo>
                  <a:lnTo>
                    <a:pt x="8913" y="113739"/>
                  </a:lnTo>
                  <a:lnTo>
                    <a:pt x="9321" y="118806"/>
                  </a:lnTo>
                  <a:lnTo>
                    <a:pt x="9389" y="122101"/>
                  </a:lnTo>
                  <a:lnTo>
                    <a:pt x="9014" y="123335"/>
                  </a:lnTo>
                  <a:lnTo>
                    <a:pt x="8333" y="123370"/>
                  </a:lnTo>
                  <a:lnTo>
                    <a:pt x="7687" y="122980"/>
                  </a:lnTo>
                  <a:lnTo>
                    <a:pt x="7202" y="121800"/>
                  </a:lnTo>
                  <a:lnTo>
                    <a:pt x="6852" y="118402"/>
                  </a:lnTo>
                  <a:lnTo>
                    <a:pt x="5928" y="116154"/>
                  </a:lnTo>
                  <a:lnTo>
                    <a:pt x="5552" y="112935"/>
                  </a:lnTo>
                  <a:lnTo>
                    <a:pt x="5133" y="112478"/>
                  </a:lnTo>
                  <a:lnTo>
                    <a:pt x="4271" y="112726"/>
                  </a:lnTo>
                  <a:lnTo>
                    <a:pt x="3637" y="111228"/>
                  </a:lnTo>
                  <a:lnTo>
                    <a:pt x="3210" y="107474"/>
                  </a:lnTo>
                  <a:lnTo>
                    <a:pt x="3120" y="103443"/>
                  </a:lnTo>
                  <a:lnTo>
                    <a:pt x="2761" y="100054"/>
                  </a:lnTo>
                  <a:lnTo>
                    <a:pt x="2243" y="96774"/>
                  </a:lnTo>
                  <a:lnTo>
                    <a:pt x="1941" y="94095"/>
                  </a:lnTo>
                  <a:lnTo>
                    <a:pt x="1473" y="82075"/>
                  </a:lnTo>
                  <a:lnTo>
                    <a:pt x="1358" y="80972"/>
                  </a:lnTo>
                  <a:lnTo>
                    <a:pt x="1111" y="80063"/>
                  </a:lnTo>
                  <a:lnTo>
                    <a:pt x="526" y="78698"/>
                  </a:lnTo>
                  <a:lnTo>
                    <a:pt x="81" y="77029"/>
                  </a:lnTo>
                  <a:lnTo>
                    <a:pt x="0" y="75654"/>
                  </a:lnTo>
                  <a:lnTo>
                    <a:pt x="121" y="69740"/>
                  </a:lnTo>
                  <a:lnTo>
                    <a:pt x="322" y="68316"/>
                  </a:lnTo>
                  <a:lnTo>
                    <a:pt x="782" y="67629"/>
                  </a:lnTo>
                  <a:lnTo>
                    <a:pt x="1411" y="68786"/>
                  </a:lnTo>
                  <a:lnTo>
                    <a:pt x="1914" y="70223"/>
                  </a:lnTo>
                  <a:lnTo>
                    <a:pt x="2536" y="70913"/>
                  </a:lnTo>
                  <a:lnTo>
                    <a:pt x="3083" y="71825"/>
                  </a:lnTo>
                  <a:lnTo>
                    <a:pt x="4113" y="75322"/>
                  </a:lnTo>
                  <a:lnTo>
                    <a:pt x="4518" y="75870"/>
                  </a:lnTo>
                  <a:lnTo>
                    <a:pt x="5785" y="75759"/>
                  </a:lnTo>
                  <a:lnTo>
                    <a:pt x="6531" y="75315"/>
                  </a:lnTo>
                  <a:lnTo>
                    <a:pt x="6892" y="74041"/>
                  </a:lnTo>
                  <a:lnTo>
                    <a:pt x="7119" y="72523"/>
                  </a:lnTo>
                  <a:lnTo>
                    <a:pt x="7124" y="70730"/>
                  </a:lnTo>
                  <a:lnTo>
                    <a:pt x="6395" y="65449"/>
                  </a:lnTo>
                  <a:lnTo>
                    <a:pt x="6171" y="61640"/>
                  </a:lnTo>
                  <a:lnTo>
                    <a:pt x="6161" y="58206"/>
                  </a:lnTo>
                  <a:lnTo>
                    <a:pt x="6351" y="54766"/>
                  </a:lnTo>
                  <a:lnTo>
                    <a:pt x="7347" y="49041"/>
                  </a:lnTo>
                  <a:lnTo>
                    <a:pt x="7475" y="45068"/>
                  </a:lnTo>
                  <a:lnTo>
                    <a:pt x="7379" y="39754"/>
                  </a:lnTo>
                  <a:lnTo>
                    <a:pt x="7555" y="36592"/>
                  </a:lnTo>
                  <a:lnTo>
                    <a:pt x="7525" y="34777"/>
                  </a:lnTo>
                  <a:lnTo>
                    <a:pt x="6929" y="31918"/>
                  </a:lnTo>
                  <a:lnTo>
                    <a:pt x="6774" y="28872"/>
                  </a:lnTo>
                  <a:lnTo>
                    <a:pt x="8440" y="13374"/>
                  </a:lnTo>
                  <a:lnTo>
                    <a:pt x="8961" y="10378"/>
                  </a:lnTo>
                  <a:lnTo>
                    <a:pt x="9341" y="7284"/>
                  </a:lnTo>
                  <a:lnTo>
                    <a:pt x="9514" y="3174"/>
                  </a:lnTo>
                  <a:lnTo>
                    <a:pt x="10759" y="2048"/>
                  </a:lnTo>
                  <a:lnTo>
                    <a:pt x="11945" y="350"/>
                  </a:lnTo>
                  <a:lnTo>
                    <a:pt x="12558" y="483"/>
                  </a:lnTo>
                  <a:lnTo>
                    <a:pt x="13208" y="891"/>
                  </a:lnTo>
                  <a:lnTo>
                    <a:pt x="14643" y="4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1"/>
            <p:cNvSpPr/>
            <p:nvPr/>
          </p:nvSpPr>
          <p:spPr>
            <a:xfrm>
              <a:off x="4551992" y="3072329"/>
              <a:ext cx="1847" cy="5541"/>
            </a:xfrm>
            <a:custGeom>
              <a:avLst/>
              <a:pathLst>
                <a:path w="1847" h="5541">
                  <a:moveTo>
                    <a:pt x="1095" y="3419"/>
                  </a:moveTo>
                  <a:lnTo>
                    <a:pt x="374" y="5541"/>
                  </a:lnTo>
                  <a:lnTo>
                    <a:pt x="0" y="4956"/>
                  </a:lnTo>
                  <a:lnTo>
                    <a:pt x="403" y="2892"/>
                  </a:lnTo>
                  <a:lnTo>
                    <a:pt x="392" y="2177"/>
                  </a:lnTo>
                  <a:lnTo>
                    <a:pt x="722" y="558"/>
                  </a:lnTo>
                  <a:lnTo>
                    <a:pt x="1341" y="0"/>
                  </a:lnTo>
                  <a:lnTo>
                    <a:pt x="1847" y="158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2"/>
            <p:cNvSpPr/>
            <p:nvPr/>
          </p:nvSpPr>
          <p:spPr>
            <a:xfrm>
              <a:off x="4544721" y="3067213"/>
              <a:ext cx="765" cy="4976"/>
            </a:xfrm>
            <a:custGeom>
              <a:avLst/>
              <a:pathLst>
                <a:path w="765" h="4976">
                  <a:moveTo>
                    <a:pt x="765" y="2989"/>
                  </a:moveTo>
                  <a:lnTo>
                    <a:pt x="701" y="4976"/>
                  </a:lnTo>
                  <a:lnTo>
                    <a:pt x="127" y="3927"/>
                  </a:lnTo>
                  <a:lnTo>
                    <a:pt x="0" y="2428"/>
                  </a:lnTo>
                  <a:lnTo>
                    <a:pt x="57" y="1320"/>
                  </a:lnTo>
                  <a:lnTo>
                    <a:pt x="321" y="0"/>
                  </a:lnTo>
                  <a:lnTo>
                    <a:pt x="679" y="119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3"/>
            <p:cNvSpPr/>
            <p:nvPr/>
          </p:nvSpPr>
          <p:spPr>
            <a:xfrm>
              <a:off x="4546876" y="3060837"/>
              <a:ext cx="1778" cy="3783"/>
            </a:xfrm>
            <a:custGeom>
              <a:avLst/>
              <a:pathLst>
                <a:path w="1778" h="3783">
                  <a:moveTo>
                    <a:pt x="1661" y="1105"/>
                  </a:moveTo>
                  <a:lnTo>
                    <a:pt x="1778" y="3783"/>
                  </a:lnTo>
                  <a:lnTo>
                    <a:pt x="1106" y="3723"/>
                  </a:lnTo>
                  <a:lnTo>
                    <a:pt x="94" y="2095"/>
                  </a:lnTo>
                  <a:lnTo>
                    <a:pt x="0" y="1272"/>
                  </a:lnTo>
                  <a:lnTo>
                    <a:pt x="15" y="581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4553002" y="3028918"/>
              <a:ext cx="1329" cy="3719"/>
            </a:xfrm>
            <a:custGeom>
              <a:avLst/>
              <a:pathLst>
                <a:path w="1329" h="3719">
                  <a:moveTo>
                    <a:pt x="522" y="3360"/>
                  </a:moveTo>
                  <a:lnTo>
                    <a:pt x="309" y="3719"/>
                  </a:lnTo>
                  <a:lnTo>
                    <a:pt x="0" y="3550"/>
                  </a:lnTo>
                  <a:lnTo>
                    <a:pt x="308" y="764"/>
                  </a:lnTo>
                  <a:lnTo>
                    <a:pt x="875" y="0"/>
                  </a:lnTo>
                  <a:lnTo>
                    <a:pt x="1329" y="30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4551600" y="3018231"/>
              <a:ext cx="993" cy="4165"/>
            </a:xfrm>
            <a:custGeom>
              <a:avLst/>
              <a:pathLst>
                <a:path w="993" h="4165">
                  <a:moveTo>
                    <a:pt x="993" y="1754"/>
                  </a:moveTo>
                  <a:lnTo>
                    <a:pt x="442" y="4165"/>
                  </a:lnTo>
                  <a:lnTo>
                    <a:pt x="0" y="4139"/>
                  </a:lnTo>
                  <a:lnTo>
                    <a:pt x="66" y="2796"/>
                  </a:lnTo>
                  <a:lnTo>
                    <a:pt x="649" y="0"/>
                  </a:lnTo>
                  <a:lnTo>
                    <a:pt x="867" y="6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4657709" y="3543632"/>
              <a:ext cx="601" cy="1144"/>
            </a:xfrm>
            <a:custGeom>
              <a:avLst/>
              <a:pathLst>
                <a:path w="601" h="1144">
                  <a:moveTo>
                    <a:pt x="424" y="1015"/>
                  </a:moveTo>
                  <a:lnTo>
                    <a:pt x="166" y="1144"/>
                  </a:lnTo>
                  <a:lnTo>
                    <a:pt x="0" y="1044"/>
                  </a:lnTo>
                  <a:lnTo>
                    <a:pt x="19" y="624"/>
                  </a:lnTo>
                  <a:lnTo>
                    <a:pt x="188" y="191"/>
                  </a:lnTo>
                  <a:lnTo>
                    <a:pt x="424" y="0"/>
                  </a:lnTo>
                  <a:lnTo>
                    <a:pt x="601" y="147"/>
                  </a:lnTo>
                  <a:lnTo>
                    <a:pt x="583" y="54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4695992" y="3406185"/>
              <a:ext cx="1741" cy="10385"/>
            </a:xfrm>
            <a:custGeom>
              <a:avLst/>
              <a:pathLst>
                <a:path w="1741" h="10385">
                  <a:moveTo>
                    <a:pt x="1012" y="9753"/>
                  </a:moveTo>
                  <a:lnTo>
                    <a:pt x="322" y="10385"/>
                  </a:lnTo>
                  <a:lnTo>
                    <a:pt x="0" y="8125"/>
                  </a:lnTo>
                  <a:lnTo>
                    <a:pt x="107" y="5505"/>
                  </a:lnTo>
                  <a:lnTo>
                    <a:pt x="564" y="3491"/>
                  </a:lnTo>
                  <a:lnTo>
                    <a:pt x="1061" y="2846"/>
                  </a:lnTo>
                  <a:lnTo>
                    <a:pt x="1163" y="2615"/>
                  </a:lnTo>
                  <a:lnTo>
                    <a:pt x="1645" y="0"/>
                  </a:lnTo>
                  <a:lnTo>
                    <a:pt x="1741" y="1442"/>
                  </a:lnTo>
                  <a:lnTo>
                    <a:pt x="1436" y="6228"/>
                  </a:lnTo>
                  <a:lnTo>
                    <a:pt x="1044" y="80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8"/>
            <p:cNvSpPr/>
            <p:nvPr/>
          </p:nvSpPr>
          <p:spPr>
            <a:xfrm>
              <a:off x="4908309" y="3968687"/>
              <a:ext cx="6316" cy="9055"/>
            </a:xfrm>
            <a:custGeom>
              <a:avLst/>
              <a:pathLst>
                <a:path w="6316" h="9055">
                  <a:moveTo>
                    <a:pt x="3775" y="4492"/>
                  </a:moveTo>
                  <a:lnTo>
                    <a:pt x="5673" y="6039"/>
                  </a:lnTo>
                  <a:lnTo>
                    <a:pt x="6316" y="7747"/>
                  </a:lnTo>
                  <a:lnTo>
                    <a:pt x="5631" y="8524"/>
                  </a:lnTo>
                  <a:lnTo>
                    <a:pt x="3975" y="9055"/>
                  </a:lnTo>
                  <a:lnTo>
                    <a:pt x="3584" y="8010"/>
                  </a:lnTo>
                  <a:lnTo>
                    <a:pt x="1991" y="6957"/>
                  </a:lnTo>
                  <a:lnTo>
                    <a:pt x="1742" y="5049"/>
                  </a:lnTo>
                  <a:lnTo>
                    <a:pt x="944" y="5699"/>
                  </a:lnTo>
                  <a:lnTo>
                    <a:pt x="1348" y="4354"/>
                  </a:lnTo>
                  <a:lnTo>
                    <a:pt x="350" y="2842"/>
                  </a:lnTo>
                  <a:lnTo>
                    <a:pt x="38" y="819"/>
                  </a:lnTo>
                  <a:lnTo>
                    <a:pt x="0" y="0"/>
                  </a:lnTo>
                  <a:lnTo>
                    <a:pt x="1170" y="95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79"/>
            <p:cNvSpPr/>
            <p:nvPr/>
          </p:nvSpPr>
          <p:spPr>
            <a:xfrm>
              <a:off x="4917618" y="3968312"/>
              <a:ext cx="2922" cy="3376"/>
            </a:xfrm>
            <a:custGeom>
              <a:avLst/>
              <a:pathLst>
                <a:path w="2922" h="3376">
                  <a:moveTo>
                    <a:pt x="2922" y="1477"/>
                  </a:moveTo>
                  <a:lnTo>
                    <a:pt x="2754" y="3087"/>
                  </a:lnTo>
                  <a:lnTo>
                    <a:pt x="2341" y="2542"/>
                  </a:lnTo>
                  <a:lnTo>
                    <a:pt x="1110" y="3376"/>
                  </a:lnTo>
                  <a:lnTo>
                    <a:pt x="461" y="3188"/>
                  </a:lnTo>
                  <a:lnTo>
                    <a:pt x="87" y="1745"/>
                  </a:lnTo>
                  <a:lnTo>
                    <a:pt x="0" y="1079"/>
                  </a:lnTo>
                  <a:lnTo>
                    <a:pt x="1070" y="1598"/>
                  </a:lnTo>
                  <a:lnTo>
                    <a:pt x="889" y="0"/>
                  </a:lnTo>
                  <a:lnTo>
                    <a:pt x="2435" y="81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0"/>
            <p:cNvSpPr/>
            <p:nvPr/>
          </p:nvSpPr>
          <p:spPr>
            <a:xfrm>
              <a:off x="4880853" y="3945867"/>
              <a:ext cx="1283" cy="2706"/>
            </a:xfrm>
            <a:custGeom>
              <a:avLst/>
              <a:pathLst>
                <a:path w="1283" h="2706">
                  <a:moveTo>
                    <a:pt x="1283" y="398"/>
                  </a:moveTo>
                  <a:lnTo>
                    <a:pt x="1123" y="2706"/>
                  </a:lnTo>
                  <a:lnTo>
                    <a:pt x="188" y="2019"/>
                  </a:lnTo>
                  <a:lnTo>
                    <a:pt x="0" y="1523"/>
                  </a:lnTo>
                  <a:lnTo>
                    <a:pt x="154" y="66"/>
                  </a:lnTo>
                  <a:lnTo>
                    <a:pt x="98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g1181"/>
            <p:cNvSpPr/>
            <p:nvPr/>
          </p:nvSpPr>
          <p:spPr>
            <a:xfrm>
              <a:off x="4880743" y="3920964"/>
              <a:ext cx="5909" cy="14350"/>
            </a:xfrm>
            <a:custGeom>
              <a:avLst/>
              <a:pathLst>
                <a:path w="5909" h="14350">
                  <a:moveTo>
                    <a:pt x="3462" y="9190"/>
                  </a:moveTo>
                  <a:lnTo>
                    <a:pt x="3944" y="9193"/>
                  </a:lnTo>
                  <a:lnTo>
                    <a:pt x="4749" y="6986"/>
                  </a:lnTo>
                  <a:lnTo>
                    <a:pt x="5445" y="6310"/>
                  </a:lnTo>
                  <a:lnTo>
                    <a:pt x="5909" y="7317"/>
                  </a:lnTo>
                  <a:lnTo>
                    <a:pt x="5164" y="14350"/>
                  </a:lnTo>
                  <a:lnTo>
                    <a:pt x="4535" y="13291"/>
                  </a:lnTo>
                  <a:lnTo>
                    <a:pt x="2079" y="11331"/>
                  </a:lnTo>
                  <a:lnTo>
                    <a:pt x="2002" y="8550"/>
                  </a:lnTo>
                  <a:lnTo>
                    <a:pt x="1362" y="7652"/>
                  </a:lnTo>
                  <a:lnTo>
                    <a:pt x="968" y="4937"/>
                  </a:lnTo>
                  <a:lnTo>
                    <a:pt x="154" y="1927"/>
                  </a:lnTo>
                  <a:lnTo>
                    <a:pt x="0" y="0"/>
                  </a:lnTo>
                  <a:lnTo>
                    <a:pt x="461" y="793"/>
                  </a:lnTo>
                  <a:lnTo>
                    <a:pt x="979" y="2758"/>
                  </a:lnTo>
                  <a:lnTo>
                    <a:pt x="3127" y="6792"/>
                  </a:lnTo>
                  <a:lnTo>
                    <a:pt x="3044" y="809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2"/>
            <p:cNvSpPr/>
            <p:nvPr/>
          </p:nvSpPr>
          <p:spPr>
            <a:xfrm>
              <a:off x="4876829" y="3910224"/>
              <a:ext cx="5305" cy="10555"/>
            </a:xfrm>
            <a:custGeom>
              <a:avLst/>
              <a:pathLst>
                <a:path w="5305" h="10555">
                  <a:moveTo>
                    <a:pt x="1101" y="28"/>
                  </a:moveTo>
                  <a:lnTo>
                    <a:pt x="2697" y="2449"/>
                  </a:lnTo>
                  <a:lnTo>
                    <a:pt x="3577" y="1740"/>
                  </a:lnTo>
                  <a:lnTo>
                    <a:pt x="4056" y="2138"/>
                  </a:lnTo>
                  <a:lnTo>
                    <a:pt x="5083" y="4937"/>
                  </a:lnTo>
                  <a:lnTo>
                    <a:pt x="5139" y="6983"/>
                  </a:lnTo>
                  <a:lnTo>
                    <a:pt x="5305" y="8740"/>
                  </a:lnTo>
                  <a:lnTo>
                    <a:pt x="5253" y="9511"/>
                  </a:lnTo>
                  <a:lnTo>
                    <a:pt x="4685" y="10555"/>
                  </a:lnTo>
                  <a:lnTo>
                    <a:pt x="4732" y="9366"/>
                  </a:lnTo>
                  <a:lnTo>
                    <a:pt x="4298" y="9135"/>
                  </a:lnTo>
                  <a:lnTo>
                    <a:pt x="2803" y="9187"/>
                  </a:lnTo>
                  <a:lnTo>
                    <a:pt x="1644" y="8437"/>
                  </a:lnTo>
                  <a:lnTo>
                    <a:pt x="54" y="8244"/>
                  </a:lnTo>
                  <a:lnTo>
                    <a:pt x="725" y="6385"/>
                  </a:lnTo>
                  <a:lnTo>
                    <a:pt x="874" y="5629"/>
                  </a:lnTo>
                  <a:lnTo>
                    <a:pt x="36" y="2640"/>
                  </a:lnTo>
                  <a:lnTo>
                    <a:pt x="0" y="1211"/>
                  </a:lnTo>
                  <a:lnTo>
                    <a:pt x="66" y="424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3"/>
            <p:cNvSpPr/>
            <p:nvPr/>
          </p:nvSpPr>
          <p:spPr>
            <a:xfrm>
              <a:off x="4873177" y="3906109"/>
              <a:ext cx="2934" cy="9225"/>
            </a:xfrm>
            <a:custGeom>
              <a:avLst/>
              <a:pathLst>
                <a:path w="2934" h="9225">
                  <a:moveTo>
                    <a:pt x="2675" y="8495"/>
                  </a:moveTo>
                  <a:lnTo>
                    <a:pt x="2516" y="9225"/>
                  </a:lnTo>
                  <a:lnTo>
                    <a:pt x="1851" y="8688"/>
                  </a:lnTo>
                  <a:lnTo>
                    <a:pt x="0" y="4596"/>
                  </a:lnTo>
                  <a:lnTo>
                    <a:pt x="286" y="1572"/>
                  </a:lnTo>
                  <a:lnTo>
                    <a:pt x="1118" y="0"/>
                  </a:lnTo>
                  <a:lnTo>
                    <a:pt x="2388" y="1708"/>
                  </a:lnTo>
                  <a:lnTo>
                    <a:pt x="2807" y="4215"/>
                  </a:lnTo>
                  <a:lnTo>
                    <a:pt x="2934" y="561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4"/>
            <p:cNvSpPr/>
            <p:nvPr/>
          </p:nvSpPr>
          <p:spPr>
            <a:xfrm>
              <a:off x="4900491" y="3898811"/>
              <a:ext cx="5452" cy="7828"/>
            </a:xfrm>
            <a:custGeom>
              <a:avLst/>
              <a:pathLst>
                <a:path w="5452" h="7828">
                  <a:moveTo>
                    <a:pt x="1315" y="0"/>
                  </a:moveTo>
                  <a:lnTo>
                    <a:pt x="1977" y="450"/>
                  </a:lnTo>
                  <a:lnTo>
                    <a:pt x="3348" y="230"/>
                  </a:lnTo>
                  <a:lnTo>
                    <a:pt x="3800" y="1924"/>
                  </a:lnTo>
                  <a:lnTo>
                    <a:pt x="4427" y="2507"/>
                  </a:lnTo>
                  <a:lnTo>
                    <a:pt x="4971" y="3272"/>
                  </a:lnTo>
                  <a:lnTo>
                    <a:pt x="5452" y="4386"/>
                  </a:lnTo>
                  <a:lnTo>
                    <a:pt x="5449" y="5064"/>
                  </a:lnTo>
                  <a:lnTo>
                    <a:pt x="5334" y="5655"/>
                  </a:lnTo>
                  <a:lnTo>
                    <a:pt x="5043" y="6183"/>
                  </a:lnTo>
                  <a:lnTo>
                    <a:pt x="5129" y="7375"/>
                  </a:lnTo>
                  <a:lnTo>
                    <a:pt x="4628" y="7199"/>
                  </a:lnTo>
                  <a:lnTo>
                    <a:pt x="4000" y="7828"/>
                  </a:lnTo>
                  <a:lnTo>
                    <a:pt x="2774" y="6434"/>
                  </a:lnTo>
                  <a:lnTo>
                    <a:pt x="2327" y="6120"/>
                  </a:lnTo>
                  <a:lnTo>
                    <a:pt x="2192" y="4925"/>
                  </a:lnTo>
                  <a:lnTo>
                    <a:pt x="1396" y="2926"/>
                  </a:lnTo>
                  <a:lnTo>
                    <a:pt x="0" y="1491"/>
                  </a:lnTo>
                  <a:lnTo>
                    <a:pt x="703" y="31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5"/>
            <p:cNvSpPr/>
            <p:nvPr/>
          </p:nvSpPr>
          <p:spPr>
            <a:xfrm>
              <a:off x="4794791" y="3882974"/>
              <a:ext cx="4557" cy="7496"/>
            </a:xfrm>
            <a:custGeom>
              <a:avLst/>
              <a:pathLst>
                <a:path w="4557" h="7496">
                  <a:moveTo>
                    <a:pt x="4354" y="6204"/>
                  </a:moveTo>
                  <a:lnTo>
                    <a:pt x="4557" y="7496"/>
                  </a:lnTo>
                  <a:lnTo>
                    <a:pt x="2906" y="5722"/>
                  </a:lnTo>
                  <a:lnTo>
                    <a:pt x="1331" y="2758"/>
                  </a:lnTo>
                  <a:lnTo>
                    <a:pt x="533" y="1953"/>
                  </a:lnTo>
                  <a:lnTo>
                    <a:pt x="0" y="0"/>
                  </a:lnTo>
                  <a:lnTo>
                    <a:pt x="978" y="1457"/>
                  </a:lnTo>
                  <a:lnTo>
                    <a:pt x="2685" y="282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6"/>
            <p:cNvSpPr/>
            <p:nvPr/>
          </p:nvSpPr>
          <p:spPr>
            <a:xfrm>
              <a:off x="4883342" y="3882839"/>
              <a:ext cx="1517" cy="11406"/>
            </a:xfrm>
            <a:custGeom>
              <a:avLst/>
              <a:pathLst>
                <a:path w="1517" h="11406">
                  <a:moveTo>
                    <a:pt x="1156" y="9297"/>
                  </a:moveTo>
                  <a:lnTo>
                    <a:pt x="1353" y="11406"/>
                  </a:lnTo>
                  <a:lnTo>
                    <a:pt x="468" y="9144"/>
                  </a:lnTo>
                  <a:lnTo>
                    <a:pt x="860" y="6587"/>
                  </a:lnTo>
                  <a:lnTo>
                    <a:pt x="929" y="5205"/>
                  </a:lnTo>
                  <a:lnTo>
                    <a:pt x="883" y="4426"/>
                  </a:lnTo>
                  <a:lnTo>
                    <a:pt x="0" y="3102"/>
                  </a:lnTo>
                  <a:lnTo>
                    <a:pt x="469" y="937"/>
                  </a:lnTo>
                  <a:lnTo>
                    <a:pt x="967" y="210"/>
                  </a:lnTo>
                  <a:lnTo>
                    <a:pt x="1278" y="0"/>
                  </a:lnTo>
                  <a:lnTo>
                    <a:pt x="1265" y="3044"/>
                  </a:lnTo>
                  <a:lnTo>
                    <a:pt x="1517" y="440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7"/>
            <p:cNvSpPr/>
            <p:nvPr/>
          </p:nvSpPr>
          <p:spPr>
            <a:xfrm>
              <a:off x="4796097" y="3881324"/>
              <a:ext cx="3074" cy="3462"/>
            </a:xfrm>
            <a:custGeom>
              <a:avLst/>
              <a:pathLst>
                <a:path w="3074" h="3462">
                  <a:moveTo>
                    <a:pt x="3008" y="3373"/>
                  </a:moveTo>
                  <a:lnTo>
                    <a:pt x="2512" y="3462"/>
                  </a:lnTo>
                  <a:lnTo>
                    <a:pt x="511" y="1457"/>
                  </a:lnTo>
                  <a:lnTo>
                    <a:pt x="0" y="0"/>
                  </a:lnTo>
                  <a:lnTo>
                    <a:pt x="2343" y="323"/>
                  </a:lnTo>
                  <a:lnTo>
                    <a:pt x="2947" y="689"/>
                  </a:lnTo>
                  <a:lnTo>
                    <a:pt x="3074" y="272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8"/>
            <p:cNvSpPr/>
            <p:nvPr/>
          </p:nvSpPr>
          <p:spPr>
            <a:xfrm>
              <a:off x="4846733" y="3796318"/>
              <a:ext cx="3349" cy="10140"/>
            </a:xfrm>
            <a:custGeom>
              <a:avLst/>
              <a:pathLst>
                <a:path w="3349" h="10140">
                  <a:moveTo>
                    <a:pt x="2778" y="9915"/>
                  </a:moveTo>
                  <a:lnTo>
                    <a:pt x="2320" y="10140"/>
                  </a:lnTo>
                  <a:lnTo>
                    <a:pt x="2122" y="8798"/>
                  </a:lnTo>
                  <a:lnTo>
                    <a:pt x="1061" y="7635"/>
                  </a:lnTo>
                  <a:lnTo>
                    <a:pt x="0" y="4031"/>
                  </a:lnTo>
                  <a:lnTo>
                    <a:pt x="16" y="934"/>
                  </a:lnTo>
                  <a:lnTo>
                    <a:pt x="154" y="46"/>
                  </a:lnTo>
                  <a:lnTo>
                    <a:pt x="742" y="0"/>
                  </a:lnTo>
                  <a:lnTo>
                    <a:pt x="3108" y="3566"/>
                  </a:lnTo>
                  <a:lnTo>
                    <a:pt x="3349" y="4709"/>
                  </a:lnTo>
                  <a:lnTo>
                    <a:pt x="3172" y="809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4925403" y="3794948"/>
              <a:ext cx="14178" cy="41911"/>
            </a:xfrm>
            <a:custGeom>
              <a:avLst/>
              <a:pathLst>
                <a:path w="14178" h="41911">
                  <a:moveTo>
                    <a:pt x="14178" y="36711"/>
                  </a:moveTo>
                  <a:lnTo>
                    <a:pt x="13901" y="39478"/>
                  </a:lnTo>
                  <a:lnTo>
                    <a:pt x="13694" y="39957"/>
                  </a:lnTo>
                  <a:lnTo>
                    <a:pt x="13432" y="38918"/>
                  </a:lnTo>
                  <a:lnTo>
                    <a:pt x="12445" y="39925"/>
                  </a:lnTo>
                  <a:lnTo>
                    <a:pt x="11974" y="41071"/>
                  </a:lnTo>
                  <a:lnTo>
                    <a:pt x="11473" y="41911"/>
                  </a:lnTo>
                  <a:lnTo>
                    <a:pt x="10315" y="41709"/>
                  </a:lnTo>
                  <a:lnTo>
                    <a:pt x="9219" y="40950"/>
                  </a:lnTo>
                  <a:lnTo>
                    <a:pt x="8157" y="39544"/>
                  </a:lnTo>
                  <a:lnTo>
                    <a:pt x="7211" y="37741"/>
                  </a:lnTo>
                  <a:lnTo>
                    <a:pt x="6263" y="34916"/>
                  </a:lnTo>
                  <a:lnTo>
                    <a:pt x="5673" y="31984"/>
                  </a:lnTo>
                  <a:lnTo>
                    <a:pt x="5967" y="28579"/>
                  </a:lnTo>
                  <a:lnTo>
                    <a:pt x="5600" y="25506"/>
                  </a:lnTo>
                  <a:lnTo>
                    <a:pt x="3811" y="23321"/>
                  </a:lnTo>
                  <a:lnTo>
                    <a:pt x="3420" y="22614"/>
                  </a:lnTo>
                  <a:lnTo>
                    <a:pt x="2625" y="19553"/>
                  </a:lnTo>
                  <a:lnTo>
                    <a:pt x="1831" y="18231"/>
                  </a:lnTo>
                  <a:lnTo>
                    <a:pt x="828" y="15550"/>
                  </a:lnTo>
                  <a:lnTo>
                    <a:pt x="571" y="14387"/>
                  </a:lnTo>
                  <a:lnTo>
                    <a:pt x="137" y="10994"/>
                  </a:lnTo>
                  <a:lnTo>
                    <a:pt x="0" y="8942"/>
                  </a:lnTo>
                  <a:lnTo>
                    <a:pt x="364" y="2980"/>
                  </a:lnTo>
                  <a:lnTo>
                    <a:pt x="230" y="0"/>
                  </a:lnTo>
                  <a:lnTo>
                    <a:pt x="723" y="285"/>
                  </a:lnTo>
                  <a:lnTo>
                    <a:pt x="1243" y="1465"/>
                  </a:lnTo>
                  <a:lnTo>
                    <a:pt x="1834" y="2273"/>
                  </a:lnTo>
                  <a:lnTo>
                    <a:pt x="3271" y="2822"/>
                  </a:lnTo>
                  <a:lnTo>
                    <a:pt x="4370" y="5194"/>
                  </a:lnTo>
                  <a:lnTo>
                    <a:pt x="5424" y="9825"/>
                  </a:lnTo>
                  <a:lnTo>
                    <a:pt x="5551" y="11343"/>
                  </a:lnTo>
                  <a:lnTo>
                    <a:pt x="5888" y="12434"/>
                  </a:lnTo>
                  <a:lnTo>
                    <a:pt x="6972" y="14399"/>
                  </a:lnTo>
                  <a:lnTo>
                    <a:pt x="7535" y="15660"/>
                  </a:lnTo>
                  <a:lnTo>
                    <a:pt x="8607" y="20704"/>
                  </a:lnTo>
                  <a:lnTo>
                    <a:pt x="9201" y="21780"/>
                  </a:lnTo>
                  <a:lnTo>
                    <a:pt x="9902" y="22213"/>
                  </a:lnTo>
                  <a:lnTo>
                    <a:pt x="10554" y="22940"/>
                  </a:lnTo>
                  <a:lnTo>
                    <a:pt x="11641" y="25154"/>
                  </a:lnTo>
                  <a:lnTo>
                    <a:pt x="12645" y="27658"/>
                  </a:lnTo>
                  <a:lnTo>
                    <a:pt x="13322" y="30293"/>
                  </a:lnTo>
                  <a:lnTo>
                    <a:pt x="13838" y="3311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4837930" y="3787454"/>
              <a:ext cx="2452" cy="7286"/>
            </a:xfrm>
            <a:custGeom>
              <a:avLst/>
              <a:pathLst>
                <a:path w="2452" h="7286">
                  <a:moveTo>
                    <a:pt x="1935" y="7124"/>
                  </a:moveTo>
                  <a:lnTo>
                    <a:pt x="1298" y="7286"/>
                  </a:lnTo>
                  <a:lnTo>
                    <a:pt x="262" y="4478"/>
                  </a:lnTo>
                  <a:lnTo>
                    <a:pt x="0" y="3433"/>
                  </a:lnTo>
                  <a:lnTo>
                    <a:pt x="100" y="1968"/>
                  </a:lnTo>
                  <a:lnTo>
                    <a:pt x="1421" y="0"/>
                  </a:lnTo>
                  <a:lnTo>
                    <a:pt x="2276" y="1794"/>
                  </a:lnTo>
                  <a:lnTo>
                    <a:pt x="2452" y="563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1"/>
            <p:cNvSpPr/>
            <p:nvPr/>
          </p:nvSpPr>
          <p:spPr>
            <a:xfrm>
              <a:off x="4923484" y="3782225"/>
              <a:ext cx="2124" cy="12610"/>
            </a:xfrm>
            <a:custGeom>
              <a:avLst/>
              <a:pathLst>
                <a:path w="2124" h="12610">
                  <a:moveTo>
                    <a:pt x="1217" y="12376"/>
                  </a:moveTo>
                  <a:lnTo>
                    <a:pt x="991" y="12610"/>
                  </a:lnTo>
                  <a:lnTo>
                    <a:pt x="497" y="8882"/>
                  </a:lnTo>
                  <a:lnTo>
                    <a:pt x="410" y="6117"/>
                  </a:lnTo>
                  <a:lnTo>
                    <a:pt x="258" y="4080"/>
                  </a:lnTo>
                  <a:lnTo>
                    <a:pt x="0" y="2865"/>
                  </a:lnTo>
                  <a:lnTo>
                    <a:pt x="744" y="623"/>
                  </a:lnTo>
                  <a:lnTo>
                    <a:pt x="1051" y="0"/>
                  </a:lnTo>
                  <a:lnTo>
                    <a:pt x="1612" y="1186"/>
                  </a:lnTo>
                  <a:lnTo>
                    <a:pt x="1693" y="3806"/>
                  </a:lnTo>
                  <a:lnTo>
                    <a:pt x="2124" y="6033"/>
                  </a:lnTo>
                  <a:lnTo>
                    <a:pt x="1798" y="1090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2"/>
            <p:cNvSpPr/>
            <p:nvPr/>
          </p:nvSpPr>
          <p:spPr>
            <a:xfrm>
              <a:off x="4825187" y="3768201"/>
              <a:ext cx="1928" cy="6397"/>
            </a:xfrm>
            <a:custGeom>
              <a:avLst/>
              <a:pathLst>
                <a:path w="1928" h="6397">
                  <a:moveTo>
                    <a:pt x="1541" y="5523"/>
                  </a:moveTo>
                  <a:lnTo>
                    <a:pt x="780" y="6397"/>
                  </a:lnTo>
                  <a:lnTo>
                    <a:pt x="231" y="5725"/>
                  </a:lnTo>
                  <a:lnTo>
                    <a:pt x="0" y="3788"/>
                  </a:lnTo>
                  <a:lnTo>
                    <a:pt x="188" y="1918"/>
                  </a:lnTo>
                  <a:lnTo>
                    <a:pt x="853" y="444"/>
                  </a:lnTo>
                  <a:lnTo>
                    <a:pt x="1274" y="0"/>
                  </a:lnTo>
                  <a:lnTo>
                    <a:pt x="1746" y="1001"/>
                  </a:lnTo>
                  <a:lnTo>
                    <a:pt x="1928" y="298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3"/>
            <p:cNvSpPr/>
            <p:nvPr/>
          </p:nvSpPr>
          <p:spPr>
            <a:xfrm>
              <a:off x="4853048" y="3758176"/>
              <a:ext cx="46199" cy="62078"/>
            </a:xfrm>
            <a:custGeom>
              <a:avLst/>
              <a:pathLst>
                <a:path w="46199" h="62078">
                  <a:moveTo>
                    <a:pt x="40634" y="2859"/>
                  </a:moveTo>
                  <a:lnTo>
                    <a:pt x="41224" y="3457"/>
                  </a:lnTo>
                  <a:lnTo>
                    <a:pt x="42923" y="360"/>
                  </a:lnTo>
                  <a:lnTo>
                    <a:pt x="43832" y="2516"/>
                  </a:lnTo>
                  <a:lnTo>
                    <a:pt x="44992" y="3566"/>
                  </a:lnTo>
                  <a:lnTo>
                    <a:pt x="46199" y="4158"/>
                  </a:lnTo>
                  <a:lnTo>
                    <a:pt x="45721" y="8593"/>
                  </a:lnTo>
                  <a:lnTo>
                    <a:pt x="45863" y="10645"/>
                  </a:lnTo>
                  <a:lnTo>
                    <a:pt x="46174" y="12685"/>
                  </a:lnTo>
                  <a:lnTo>
                    <a:pt x="46135" y="15697"/>
                  </a:lnTo>
                  <a:lnTo>
                    <a:pt x="45580" y="18384"/>
                  </a:lnTo>
                  <a:lnTo>
                    <a:pt x="44518" y="22300"/>
                  </a:lnTo>
                  <a:lnTo>
                    <a:pt x="44042" y="23024"/>
                  </a:lnTo>
                  <a:lnTo>
                    <a:pt x="43484" y="23437"/>
                  </a:lnTo>
                  <a:lnTo>
                    <a:pt x="41743" y="23751"/>
                  </a:lnTo>
                  <a:lnTo>
                    <a:pt x="41407" y="25838"/>
                  </a:lnTo>
                  <a:lnTo>
                    <a:pt x="41523" y="28042"/>
                  </a:lnTo>
                  <a:lnTo>
                    <a:pt x="42465" y="30939"/>
                  </a:lnTo>
                  <a:lnTo>
                    <a:pt x="43216" y="34189"/>
                  </a:lnTo>
                  <a:lnTo>
                    <a:pt x="42467" y="37181"/>
                  </a:lnTo>
                  <a:lnTo>
                    <a:pt x="41234" y="39265"/>
                  </a:lnTo>
                  <a:lnTo>
                    <a:pt x="40064" y="40329"/>
                  </a:lnTo>
                  <a:lnTo>
                    <a:pt x="38128" y="39700"/>
                  </a:lnTo>
                  <a:lnTo>
                    <a:pt x="36086" y="39960"/>
                  </a:lnTo>
                  <a:lnTo>
                    <a:pt x="35704" y="41100"/>
                  </a:lnTo>
                  <a:lnTo>
                    <a:pt x="35693" y="42981"/>
                  </a:lnTo>
                  <a:lnTo>
                    <a:pt x="35406" y="44415"/>
                  </a:lnTo>
                  <a:lnTo>
                    <a:pt x="35034" y="45723"/>
                  </a:lnTo>
                  <a:lnTo>
                    <a:pt x="33998" y="48432"/>
                  </a:lnTo>
                  <a:lnTo>
                    <a:pt x="32841" y="50822"/>
                  </a:lnTo>
                  <a:lnTo>
                    <a:pt x="31259" y="53090"/>
                  </a:lnTo>
                  <a:lnTo>
                    <a:pt x="30727" y="53632"/>
                  </a:lnTo>
                  <a:lnTo>
                    <a:pt x="29327" y="53993"/>
                  </a:lnTo>
                  <a:lnTo>
                    <a:pt x="28068" y="55297"/>
                  </a:lnTo>
                  <a:lnTo>
                    <a:pt x="27507" y="56570"/>
                  </a:lnTo>
                  <a:lnTo>
                    <a:pt x="26896" y="57603"/>
                  </a:lnTo>
                  <a:lnTo>
                    <a:pt x="25559" y="58737"/>
                  </a:lnTo>
                  <a:lnTo>
                    <a:pt x="24259" y="60970"/>
                  </a:lnTo>
                  <a:lnTo>
                    <a:pt x="23745" y="61348"/>
                  </a:lnTo>
                  <a:lnTo>
                    <a:pt x="21048" y="61738"/>
                  </a:lnTo>
                  <a:lnTo>
                    <a:pt x="17189" y="61845"/>
                  </a:lnTo>
                  <a:lnTo>
                    <a:pt x="16046" y="62078"/>
                  </a:lnTo>
                  <a:lnTo>
                    <a:pt x="14936" y="61770"/>
                  </a:lnTo>
                  <a:lnTo>
                    <a:pt x="14321" y="60898"/>
                  </a:lnTo>
                  <a:lnTo>
                    <a:pt x="13011" y="56876"/>
                  </a:lnTo>
                  <a:lnTo>
                    <a:pt x="11867" y="55496"/>
                  </a:lnTo>
                  <a:lnTo>
                    <a:pt x="10622" y="55537"/>
                  </a:lnTo>
                  <a:lnTo>
                    <a:pt x="8963" y="56959"/>
                  </a:lnTo>
                  <a:lnTo>
                    <a:pt x="8650" y="56645"/>
                  </a:lnTo>
                  <a:lnTo>
                    <a:pt x="5340" y="50718"/>
                  </a:lnTo>
                  <a:lnTo>
                    <a:pt x="4337" y="49269"/>
                  </a:lnTo>
                  <a:lnTo>
                    <a:pt x="3265" y="48187"/>
                  </a:lnTo>
                  <a:lnTo>
                    <a:pt x="1959" y="47437"/>
                  </a:lnTo>
                  <a:lnTo>
                    <a:pt x="726" y="46245"/>
                  </a:lnTo>
                  <a:lnTo>
                    <a:pt x="0" y="43420"/>
                  </a:lnTo>
                  <a:lnTo>
                    <a:pt x="85" y="39741"/>
                  </a:lnTo>
                  <a:lnTo>
                    <a:pt x="1076" y="37579"/>
                  </a:lnTo>
                  <a:lnTo>
                    <a:pt x="2586" y="38647"/>
                  </a:lnTo>
                  <a:lnTo>
                    <a:pt x="3163" y="38633"/>
                  </a:lnTo>
                  <a:lnTo>
                    <a:pt x="3731" y="38018"/>
                  </a:lnTo>
                  <a:lnTo>
                    <a:pt x="4395" y="38214"/>
                  </a:lnTo>
                  <a:lnTo>
                    <a:pt x="5067" y="38757"/>
                  </a:lnTo>
                  <a:lnTo>
                    <a:pt x="7517" y="37957"/>
                  </a:lnTo>
                  <a:lnTo>
                    <a:pt x="8934" y="39083"/>
                  </a:lnTo>
                  <a:lnTo>
                    <a:pt x="10312" y="40572"/>
                  </a:lnTo>
                  <a:lnTo>
                    <a:pt x="11601" y="40895"/>
                  </a:lnTo>
                  <a:lnTo>
                    <a:pt x="12924" y="40577"/>
                  </a:lnTo>
                  <a:lnTo>
                    <a:pt x="14700" y="38886"/>
                  </a:lnTo>
                  <a:lnTo>
                    <a:pt x="15260" y="39109"/>
                  </a:lnTo>
                  <a:lnTo>
                    <a:pt x="16967" y="39126"/>
                  </a:lnTo>
                  <a:lnTo>
                    <a:pt x="18459" y="36869"/>
                  </a:lnTo>
                  <a:lnTo>
                    <a:pt x="19016" y="27762"/>
                  </a:lnTo>
                  <a:lnTo>
                    <a:pt x="19396" y="24663"/>
                  </a:lnTo>
                  <a:lnTo>
                    <a:pt x="19904" y="23988"/>
                  </a:lnTo>
                  <a:lnTo>
                    <a:pt x="20270" y="24175"/>
                  </a:lnTo>
                  <a:lnTo>
                    <a:pt x="20815" y="25725"/>
                  </a:lnTo>
                  <a:lnTo>
                    <a:pt x="20116" y="27658"/>
                  </a:lnTo>
                  <a:lnTo>
                    <a:pt x="19807" y="29147"/>
                  </a:lnTo>
                  <a:lnTo>
                    <a:pt x="19704" y="32786"/>
                  </a:lnTo>
                  <a:lnTo>
                    <a:pt x="20088" y="36315"/>
                  </a:lnTo>
                  <a:lnTo>
                    <a:pt x="20961" y="39112"/>
                  </a:lnTo>
                  <a:lnTo>
                    <a:pt x="22274" y="39466"/>
                  </a:lnTo>
                  <a:lnTo>
                    <a:pt x="23473" y="37620"/>
                  </a:lnTo>
                  <a:lnTo>
                    <a:pt x="24780" y="37239"/>
                  </a:lnTo>
                  <a:lnTo>
                    <a:pt x="25987" y="39031"/>
                  </a:lnTo>
                  <a:lnTo>
                    <a:pt x="27222" y="38722"/>
                  </a:lnTo>
                  <a:lnTo>
                    <a:pt x="27788" y="37553"/>
                  </a:lnTo>
                  <a:lnTo>
                    <a:pt x="28449" y="37045"/>
                  </a:lnTo>
                  <a:lnTo>
                    <a:pt x="29105" y="36852"/>
                  </a:lnTo>
                  <a:lnTo>
                    <a:pt x="29702" y="36160"/>
                  </a:lnTo>
                  <a:lnTo>
                    <a:pt x="30490" y="33115"/>
                  </a:lnTo>
                  <a:lnTo>
                    <a:pt x="31019" y="29681"/>
                  </a:lnTo>
                  <a:lnTo>
                    <a:pt x="31802" y="26975"/>
                  </a:lnTo>
                  <a:lnTo>
                    <a:pt x="33945" y="22467"/>
                  </a:lnTo>
                  <a:lnTo>
                    <a:pt x="34563" y="21904"/>
                  </a:lnTo>
                  <a:lnTo>
                    <a:pt x="35231" y="21599"/>
                  </a:lnTo>
                  <a:lnTo>
                    <a:pt x="36738" y="21792"/>
                  </a:lnTo>
                  <a:lnTo>
                    <a:pt x="37858" y="20190"/>
                  </a:lnTo>
                  <a:lnTo>
                    <a:pt x="37946" y="16578"/>
                  </a:lnTo>
                  <a:lnTo>
                    <a:pt x="37784" y="12913"/>
                  </a:lnTo>
                  <a:lnTo>
                    <a:pt x="36504" y="4299"/>
                  </a:lnTo>
                  <a:lnTo>
                    <a:pt x="36417" y="2931"/>
                  </a:lnTo>
                  <a:lnTo>
                    <a:pt x="36602" y="1399"/>
                  </a:lnTo>
                  <a:lnTo>
                    <a:pt x="36971" y="23"/>
                  </a:lnTo>
                  <a:lnTo>
                    <a:pt x="38228" y="0"/>
                  </a:lnTo>
                  <a:lnTo>
                    <a:pt x="39541" y="502"/>
                  </a:lnTo>
                  <a:lnTo>
                    <a:pt x="40056" y="179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4"/>
            <p:cNvSpPr/>
            <p:nvPr/>
          </p:nvSpPr>
          <p:spPr>
            <a:xfrm>
              <a:off x="4912713" y="3753484"/>
              <a:ext cx="811" cy="2418"/>
            </a:xfrm>
            <a:custGeom>
              <a:avLst/>
              <a:pathLst>
                <a:path w="811" h="2418">
                  <a:moveTo>
                    <a:pt x="769" y="1716"/>
                  </a:moveTo>
                  <a:lnTo>
                    <a:pt x="665" y="2418"/>
                  </a:lnTo>
                  <a:lnTo>
                    <a:pt x="0" y="1618"/>
                  </a:lnTo>
                  <a:lnTo>
                    <a:pt x="547" y="103"/>
                  </a:lnTo>
                  <a:lnTo>
                    <a:pt x="811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4900810" y="3723981"/>
              <a:ext cx="1446" cy="5272"/>
            </a:xfrm>
            <a:custGeom>
              <a:avLst/>
              <a:pathLst>
                <a:path w="1446" h="5272">
                  <a:moveTo>
                    <a:pt x="1446" y="2677"/>
                  </a:moveTo>
                  <a:lnTo>
                    <a:pt x="1168" y="5272"/>
                  </a:lnTo>
                  <a:lnTo>
                    <a:pt x="474" y="3754"/>
                  </a:lnTo>
                  <a:lnTo>
                    <a:pt x="0" y="1561"/>
                  </a:lnTo>
                  <a:lnTo>
                    <a:pt x="302" y="58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4894125" y="3718155"/>
              <a:ext cx="1642" cy="4498"/>
            </a:xfrm>
            <a:custGeom>
              <a:avLst/>
              <a:pathLst>
                <a:path w="1642" h="4498">
                  <a:moveTo>
                    <a:pt x="1642" y="3006"/>
                  </a:moveTo>
                  <a:lnTo>
                    <a:pt x="1520" y="4498"/>
                  </a:lnTo>
                  <a:lnTo>
                    <a:pt x="1166" y="4412"/>
                  </a:lnTo>
                  <a:lnTo>
                    <a:pt x="187" y="1491"/>
                  </a:lnTo>
                  <a:lnTo>
                    <a:pt x="0" y="735"/>
                  </a:lnTo>
                  <a:lnTo>
                    <a:pt x="228" y="0"/>
                  </a:lnTo>
                  <a:lnTo>
                    <a:pt x="1362" y="215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4893844" y="3714106"/>
              <a:ext cx="925" cy="3598"/>
            </a:xfrm>
            <a:custGeom>
              <a:avLst/>
              <a:pathLst>
                <a:path w="925" h="3598">
                  <a:moveTo>
                    <a:pt x="311" y="3592"/>
                  </a:moveTo>
                  <a:lnTo>
                    <a:pt x="41" y="3598"/>
                  </a:lnTo>
                  <a:lnTo>
                    <a:pt x="0" y="1240"/>
                  </a:lnTo>
                  <a:lnTo>
                    <a:pt x="188" y="0"/>
                  </a:lnTo>
                  <a:lnTo>
                    <a:pt x="819" y="862"/>
                  </a:lnTo>
                  <a:lnTo>
                    <a:pt x="925" y="297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8"/>
            <p:cNvSpPr/>
            <p:nvPr/>
          </p:nvSpPr>
          <p:spPr>
            <a:xfrm>
              <a:off x="4768168" y="3711186"/>
              <a:ext cx="113409" cy="237725"/>
            </a:xfrm>
            <a:custGeom>
              <a:avLst/>
              <a:pathLst>
                <a:path w="113409" h="237725">
                  <a:moveTo>
                    <a:pt x="1292" y="192334"/>
                  </a:moveTo>
                  <a:lnTo>
                    <a:pt x="1290" y="191944"/>
                  </a:lnTo>
                  <a:lnTo>
                    <a:pt x="1290" y="185936"/>
                  </a:lnTo>
                  <a:lnTo>
                    <a:pt x="1289" y="179928"/>
                  </a:lnTo>
                  <a:lnTo>
                    <a:pt x="1288" y="173923"/>
                  </a:lnTo>
                  <a:lnTo>
                    <a:pt x="1287" y="167915"/>
                  </a:lnTo>
                  <a:lnTo>
                    <a:pt x="1286" y="161907"/>
                  </a:lnTo>
                  <a:lnTo>
                    <a:pt x="1286" y="155900"/>
                  </a:lnTo>
                  <a:lnTo>
                    <a:pt x="1285" y="149895"/>
                  </a:lnTo>
                  <a:lnTo>
                    <a:pt x="1284" y="143887"/>
                  </a:lnTo>
                  <a:lnTo>
                    <a:pt x="1283" y="137879"/>
                  </a:lnTo>
                  <a:lnTo>
                    <a:pt x="1282" y="131871"/>
                  </a:lnTo>
                  <a:lnTo>
                    <a:pt x="1282" y="126931"/>
                  </a:lnTo>
                  <a:lnTo>
                    <a:pt x="649" y="125000"/>
                  </a:lnTo>
                  <a:lnTo>
                    <a:pt x="0" y="122045"/>
                  </a:lnTo>
                  <a:lnTo>
                    <a:pt x="139" y="118248"/>
                  </a:lnTo>
                  <a:lnTo>
                    <a:pt x="928" y="113541"/>
                  </a:lnTo>
                  <a:lnTo>
                    <a:pt x="1279" y="110404"/>
                  </a:lnTo>
                  <a:lnTo>
                    <a:pt x="1279" y="107842"/>
                  </a:lnTo>
                  <a:lnTo>
                    <a:pt x="1278" y="101837"/>
                  </a:lnTo>
                  <a:lnTo>
                    <a:pt x="1277" y="95829"/>
                  </a:lnTo>
                  <a:lnTo>
                    <a:pt x="1276" y="89821"/>
                  </a:lnTo>
                  <a:lnTo>
                    <a:pt x="1275" y="83813"/>
                  </a:lnTo>
                  <a:lnTo>
                    <a:pt x="1275" y="77808"/>
                  </a:lnTo>
                  <a:lnTo>
                    <a:pt x="1274" y="71800"/>
                  </a:lnTo>
                  <a:lnTo>
                    <a:pt x="1273" y="65792"/>
                  </a:lnTo>
                  <a:lnTo>
                    <a:pt x="1271" y="59784"/>
                  </a:lnTo>
                  <a:lnTo>
                    <a:pt x="1270" y="53779"/>
                  </a:lnTo>
                  <a:lnTo>
                    <a:pt x="1270" y="47771"/>
                  </a:lnTo>
                  <a:lnTo>
                    <a:pt x="1268" y="41764"/>
                  </a:lnTo>
                  <a:lnTo>
                    <a:pt x="1268" y="35756"/>
                  </a:lnTo>
                  <a:lnTo>
                    <a:pt x="1267" y="29751"/>
                  </a:lnTo>
                  <a:lnTo>
                    <a:pt x="1266" y="23743"/>
                  </a:lnTo>
                  <a:lnTo>
                    <a:pt x="1265" y="17735"/>
                  </a:lnTo>
                  <a:lnTo>
                    <a:pt x="1264" y="11727"/>
                  </a:lnTo>
                  <a:lnTo>
                    <a:pt x="1262" y="5722"/>
                  </a:lnTo>
                  <a:lnTo>
                    <a:pt x="1261" y="0"/>
                  </a:lnTo>
                  <a:lnTo>
                    <a:pt x="1601" y="11"/>
                  </a:lnTo>
                  <a:lnTo>
                    <a:pt x="2753" y="46"/>
                  </a:lnTo>
                  <a:lnTo>
                    <a:pt x="3671" y="533"/>
                  </a:lnTo>
                  <a:lnTo>
                    <a:pt x="9362" y="6951"/>
                  </a:lnTo>
                  <a:lnTo>
                    <a:pt x="11062" y="9525"/>
                  </a:lnTo>
                  <a:lnTo>
                    <a:pt x="11641" y="10128"/>
                  </a:lnTo>
                  <a:lnTo>
                    <a:pt x="12212" y="10151"/>
                  </a:lnTo>
                  <a:lnTo>
                    <a:pt x="12757" y="10454"/>
                  </a:lnTo>
                  <a:lnTo>
                    <a:pt x="15320" y="13998"/>
                  </a:lnTo>
                  <a:lnTo>
                    <a:pt x="19153" y="17576"/>
                  </a:lnTo>
                  <a:lnTo>
                    <a:pt x="23197" y="21007"/>
                  </a:lnTo>
                  <a:lnTo>
                    <a:pt x="24451" y="21723"/>
                  </a:lnTo>
                  <a:lnTo>
                    <a:pt x="25750" y="22023"/>
                  </a:lnTo>
                  <a:lnTo>
                    <a:pt x="28570" y="23212"/>
                  </a:lnTo>
                  <a:lnTo>
                    <a:pt x="30054" y="24271"/>
                  </a:lnTo>
                  <a:lnTo>
                    <a:pt x="32229" y="28472"/>
                  </a:lnTo>
                  <a:lnTo>
                    <a:pt x="33326" y="29771"/>
                  </a:lnTo>
                  <a:lnTo>
                    <a:pt x="34354" y="32140"/>
                  </a:lnTo>
                  <a:lnTo>
                    <a:pt x="35809" y="34685"/>
                  </a:lnTo>
                  <a:lnTo>
                    <a:pt x="36384" y="35323"/>
                  </a:lnTo>
                  <a:lnTo>
                    <a:pt x="37015" y="35620"/>
                  </a:lnTo>
                  <a:lnTo>
                    <a:pt x="38445" y="35709"/>
                  </a:lnTo>
                  <a:lnTo>
                    <a:pt x="39881" y="35251"/>
                  </a:lnTo>
                  <a:lnTo>
                    <a:pt x="40473" y="35455"/>
                  </a:lnTo>
                  <a:lnTo>
                    <a:pt x="41054" y="35917"/>
                  </a:lnTo>
                  <a:lnTo>
                    <a:pt x="41585" y="36803"/>
                  </a:lnTo>
                  <a:lnTo>
                    <a:pt x="41855" y="38511"/>
                  </a:lnTo>
                  <a:lnTo>
                    <a:pt x="42746" y="40875"/>
                  </a:lnTo>
                  <a:lnTo>
                    <a:pt x="44009" y="41940"/>
                  </a:lnTo>
                  <a:lnTo>
                    <a:pt x="45207" y="44078"/>
                  </a:lnTo>
                  <a:lnTo>
                    <a:pt x="46286" y="46640"/>
                  </a:lnTo>
                  <a:lnTo>
                    <a:pt x="47080" y="49220"/>
                  </a:lnTo>
                  <a:lnTo>
                    <a:pt x="47982" y="51396"/>
                  </a:lnTo>
                  <a:lnTo>
                    <a:pt x="49347" y="52316"/>
                  </a:lnTo>
                  <a:lnTo>
                    <a:pt x="50784" y="52463"/>
                  </a:lnTo>
                  <a:lnTo>
                    <a:pt x="55694" y="65400"/>
                  </a:lnTo>
                  <a:lnTo>
                    <a:pt x="55934" y="67397"/>
                  </a:lnTo>
                  <a:lnTo>
                    <a:pt x="55988" y="75886"/>
                  </a:lnTo>
                  <a:lnTo>
                    <a:pt x="55447" y="82520"/>
                  </a:lnTo>
                  <a:lnTo>
                    <a:pt x="56669" y="84555"/>
                  </a:lnTo>
                  <a:lnTo>
                    <a:pt x="58334" y="85317"/>
                  </a:lnTo>
                  <a:lnTo>
                    <a:pt x="60673" y="86736"/>
                  </a:lnTo>
                  <a:lnTo>
                    <a:pt x="62921" y="88849"/>
                  </a:lnTo>
                  <a:lnTo>
                    <a:pt x="70085" y="97791"/>
                  </a:lnTo>
                  <a:lnTo>
                    <a:pt x="71069" y="98553"/>
                  </a:lnTo>
                  <a:lnTo>
                    <a:pt x="72515" y="98842"/>
                  </a:lnTo>
                  <a:lnTo>
                    <a:pt x="73973" y="98723"/>
                  </a:lnTo>
                  <a:lnTo>
                    <a:pt x="74496" y="99179"/>
                  </a:lnTo>
                  <a:lnTo>
                    <a:pt x="75584" y="100801"/>
                  </a:lnTo>
                  <a:lnTo>
                    <a:pt x="76131" y="101860"/>
                  </a:lnTo>
                  <a:lnTo>
                    <a:pt x="77111" y="104751"/>
                  </a:lnTo>
                  <a:lnTo>
                    <a:pt x="77986" y="107894"/>
                  </a:lnTo>
                  <a:lnTo>
                    <a:pt x="78359" y="108791"/>
                  </a:lnTo>
                  <a:lnTo>
                    <a:pt x="78804" y="109493"/>
                  </a:lnTo>
                  <a:lnTo>
                    <a:pt x="79059" y="111201"/>
                  </a:lnTo>
                  <a:lnTo>
                    <a:pt x="79399" y="116464"/>
                  </a:lnTo>
                  <a:lnTo>
                    <a:pt x="79297" y="119751"/>
                  </a:lnTo>
                  <a:lnTo>
                    <a:pt x="78899" y="120969"/>
                  </a:lnTo>
                  <a:lnTo>
                    <a:pt x="77753" y="121560"/>
                  </a:lnTo>
                  <a:lnTo>
                    <a:pt x="73736" y="122114"/>
                  </a:lnTo>
                  <a:lnTo>
                    <a:pt x="71049" y="121503"/>
                  </a:lnTo>
                  <a:lnTo>
                    <a:pt x="69169" y="124824"/>
                  </a:lnTo>
                  <a:lnTo>
                    <a:pt x="69119" y="126273"/>
                  </a:lnTo>
                  <a:lnTo>
                    <a:pt x="69250" y="127623"/>
                  </a:lnTo>
                  <a:lnTo>
                    <a:pt x="70887" y="134661"/>
                  </a:lnTo>
                  <a:lnTo>
                    <a:pt x="71854" y="140900"/>
                  </a:lnTo>
                  <a:lnTo>
                    <a:pt x="72650" y="143439"/>
                  </a:lnTo>
                  <a:lnTo>
                    <a:pt x="73844" y="145500"/>
                  </a:lnTo>
                  <a:lnTo>
                    <a:pt x="74908" y="147935"/>
                  </a:lnTo>
                  <a:lnTo>
                    <a:pt x="75886" y="150734"/>
                  </a:lnTo>
                  <a:lnTo>
                    <a:pt x="77921" y="155620"/>
                  </a:lnTo>
                  <a:lnTo>
                    <a:pt x="79029" y="157429"/>
                  </a:lnTo>
                  <a:lnTo>
                    <a:pt x="80326" y="158549"/>
                  </a:lnTo>
                  <a:lnTo>
                    <a:pt x="82491" y="162337"/>
                  </a:lnTo>
                  <a:lnTo>
                    <a:pt x="82777" y="164011"/>
                  </a:lnTo>
                  <a:lnTo>
                    <a:pt x="83396" y="169283"/>
                  </a:lnTo>
                  <a:lnTo>
                    <a:pt x="83663" y="172859"/>
                  </a:lnTo>
                  <a:lnTo>
                    <a:pt x="83704" y="174333"/>
                  </a:lnTo>
                  <a:lnTo>
                    <a:pt x="83855" y="175655"/>
                  </a:lnTo>
                  <a:lnTo>
                    <a:pt x="85757" y="178895"/>
                  </a:lnTo>
                  <a:lnTo>
                    <a:pt x="86175" y="179799"/>
                  </a:lnTo>
                  <a:lnTo>
                    <a:pt x="87023" y="187010"/>
                  </a:lnTo>
                  <a:lnTo>
                    <a:pt x="87673" y="190354"/>
                  </a:lnTo>
                  <a:lnTo>
                    <a:pt x="88767" y="191543"/>
                  </a:lnTo>
                  <a:lnTo>
                    <a:pt x="90042" y="191468"/>
                  </a:lnTo>
                  <a:lnTo>
                    <a:pt x="93513" y="189324"/>
                  </a:lnTo>
                  <a:lnTo>
                    <a:pt x="94016" y="189255"/>
                  </a:lnTo>
                  <a:lnTo>
                    <a:pt x="94659" y="189748"/>
                  </a:lnTo>
                  <a:lnTo>
                    <a:pt x="95219" y="190923"/>
                  </a:lnTo>
                  <a:lnTo>
                    <a:pt x="95405" y="194166"/>
                  </a:lnTo>
                  <a:lnTo>
                    <a:pt x="94862" y="197568"/>
                  </a:lnTo>
                  <a:lnTo>
                    <a:pt x="94712" y="200846"/>
                  </a:lnTo>
                  <a:lnTo>
                    <a:pt x="95395" y="203536"/>
                  </a:lnTo>
                  <a:lnTo>
                    <a:pt x="97162" y="205634"/>
                  </a:lnTo>
                  <a:lnTo>
                    <a:pt x="97810" y="206208"/>
                  </a:lnTo>
                  <a:lnTo>
                    <a:pt x="100989" y="206877"/>
                  </a:lnTo>
                  <a:lnTo>
                    <a:pt x="102236" y="207443"/>
                  </a:lnTo>
                  <a:lnTo>
                    <a:pt x="103462" y="208349"/>
                  </a:lnTo>
                  <a:lnTo>
                    <a:pt x="103887" y="209160"/>
                  </a:lnTo>
                  <a:lnTo>
                    <a:pt x="103588" y="210603"/>
                  </a:lnTo>
                  <a:lnTo>
                    <a:pt x="102947" y="211307"/>
                  </a:lnTo>
                  <a:lnTo>
                    <a:pt x="102222" y="211596"/>
                  </a:lnTo>
                  <a:lnTo>
                    <a:pt x="101051" y="212637"/>
                  </a:lnTo>
                  <a:lnTo>
                    <a:pt x="101072" y="214493"/>
                  </a:lnTo>
                  <a:lnTo>
                    <a:pt x="101733" y="216429"/>
                  </a:lnTo>
                  <a:lnTo>
                    <a:pt x="102336" y="218758"/>
                  </a:lnTo>
                  <a:lnTo>
                    <a:pt x="102844" y="219603"/>
                  </a:lnTo>
                  <a:lnTo>
                    <a:pt x="103394" y="220169"/>
                  </a:lnTo>
                  <a:lnTo>
                    <a:pt x="104768" y="220977"/>
                  </a:lnTo>
                  <a:lnTo>
                    <a:pt x="106104" y="222085"/>
                  </a:lnTo>
                  <a:lnTo>
                    <a:pt x="106986" y="223187"/>
                  </a:lnTo>
                  <a:lnTo>
                    <a:pt x="107896" y="223978"/>
                  </a:lnTo>
                  <a:lnTo>
                    <a:pt x="109881" y="224483"/>
                  </a:lnTo>
                  <a:lnTo>
                    <a:pt x="111336" y="225972"/>
                  </a:lnTo>
                  <a:lnTo>
                    <a:pt x="113409" y="225348"/>
                  </a:lnTo>
                  <a:lnTo>
                    <a:pt x="111612" y="227767"/>
                  </a:lnTo>
                  <a:lnTo>
                    <a:pt x="110993" y="228361"/>
                  </a:lnTo>
                  <a:lnTo>
                    <a:pt x="108828" y="227455"/>
                  </a:lnTo>
                  <a:lnTo>
                    <a:pt x="108421" y="228399"/>
                  </a:lnTo>
                  <a:lnTo>
                    <a:pt x="109313" y="230955"/>
                  </a:lnTo>
                  <a:lnTo>
                    <a:pt x="110638" y="232678"/>
                  </a:lnTo>
                  <a:lnTo>
                    <a:pt x="111111" y="233679"/>
                  </a:lnTo>
                  <a:lnTo>
                    <a:pt x="110779" y="234851"/>
                  </a:lnTo>
                  <a:lnTo>
                    <a:pt x="109240" y="237194"/>
                  </a:lnTo>
                  <a:lnTo>
                    <a:pt x="108597" y="237537"/>
                  </a:lnTo>
                  <a:lnTo>
                    <a:pt x="107395" y="237725"/>
                  </a:lnTo>
                  <a:lnTo>
                    <a:pt x="105379" y="236715"/>
                  </a:lnTo>
                  <a:lnTo>
                    <a:pt x="103953" y="235428"/>
                  </a:lnTo>
                  <a:lnTo>
                    <a:pt x="103553" y="233671"/>
                  </a:lnTo>
                  <a:lnTo>
                    <a:pt x="103172" y="232635"/>
                  </a:lnTo>
                  <a:lnTo>
                    <a:pt x="101886" y="230159"/>
                  </a:lnTo>
                  <a:lnTo>
                    <a:pt x="100970" y="228805"/>
                  </a:lnTo>
                  <a:lnTo>
                    <a:pt x="99803" y="228347"/>
                  </a:lnTo>
                  <a:lnTo>
                    <a:pt x="98588" y="228376"/>
                  </a:lnTo>
                  <a:lnTo>
                    <a:pt x="96411" y="226936"/>
                  </a:lnTo>
                  <a:lnTo>
                    <a:pt x="91689" y="225914"/>
                  </a:lnTo>
                  <a:lnTo>
                    <a:pt x="90564" y="225288"/>
                  </a:lnTo>
                  <a:lnTo>
                    <a:pt x="89146" y="223305"/>
                  </a:lnTo>
                  <a:lnTo>
                    <a:pt x="88480" y="223023"/>
                  </a:lnTo>
                  <a:lnTo>
                    <a:pt x="87765" y="223646"/>
                  </a:lnTo>
                  <a:lnTo>
                    <a:pt x="85941" y="224030"/>
                  </a:lnTo>
                  <a:lnTo>
                    <a:pt x="85405" y="223854"/>
                  </a:lnTo>
                  <a:lnTo>
                    <a:pt x="84103" y="222163"/>
                  </a:lnTo>
                  <a:lnTo>
                    <a:pt x="82760" y="221545"/>
                  </a:lnTo>
                  <a:lnTo>
                    <a:pt x="82201" y="222053"/>
                  </a:lnTo>
                  <a:lnTo>
                    <a:pt x="81635" y="222166"/>
                  </a:lnTo>
                  <a:lnTo>
                    <a:pt x="79804" y="220957"/>
                  </a:lnTo>
                  <a:lnTo>
                    <a:pt x="78424" y="220446"/>
                  </a:lnTo>
                  <a:lnTo>
                    <a:pt x="77291" y="218761"/>
                  </a:lnTo>
                  <a:lnTo>
                    <a:pt x="76672" y="217185"/>
                  </a:lnTo>
                  <a:lnTo>
                    <a:pt x="75977" y="215785"/>
                  </a:lnTo>
                  <a:lnTo>
                    <a:pt x="75334" y="212181"/>
                  </a:lnTo>
                  <a:lnTo>
                    <a:pt x="74332" y="208762"/>
                  </a:lnTo>
                  <a:lnTo>
                    <a:pt x="73090" y="205951"/>
                  </a:lnTo>
                  <a:lnTo>
                    <a:pt x="70428" y="201415"/>
                  </a:lnTo>
                  <a:lnTo>
                    <a:pt x="69891" y="200287"/>
                  </a:lnTo>
                  <a:lnTo>
                    <a:pt x="68849" y="196128"/>
                  </a:lnTo>
                  <a:lnTo>
                    <a:pt x="68905" y="193373"/>
                  </a:lnTo>
                  <a:lnTo>
                    <a:pt x="69284" y="190585"/>
                  </a:lnTo>
                  <a:lnTo>
                    <a:pt x="68711" y="191534"/>
                  </a:lnTo>
                  <a:lnTo>
                    <a:pt x="68063" y="191416"/>
                  </a:lnTo>
                  <a:lnTo>
                    <a:pt x="66250" y="189575"/>
                  </a:lnTo>
                  <a:lnTo>
                    <a:pt x="65504" y="187382"/>
                  </a:lnTo>
                  <a:lnTo>
                    <a:pt x="64292" y="181429"/>
                  </a:lnTo>
                  <a:lnTo>
                    <a:pt x="63517" y="178292"/>
                  </a:lnTo>
                  <a:lnTo>
                    <a:pt x="61707" y="172737"/>
                  </a:lnTo>
                  <a:lnTo>
                    <a:pt x="61186" y="169439"/>
                  </a:lnTo>
                  <a:lnTo>
                    <a:pt x="60431" y="166556"/>
                  </a:lnTo>
                  <a:lnTo>
                    <a:pt x="59964" y="165489"/>
                  </a:lnTo>
                  <a:lnTo>
                    <a:pt x="59576" y="164254"/>
                  </a:lnTo>
                  <a:lnTo>
                    <a:pt x="59232" y="162649"/>
                  </a:lnTo>
                  <a:lnTo>
                    <a:pt x="58717" y="161532"/>
                  </a:lnTo>
                  <a:lnTo>
                    <a:pt x="56193" y="159062"/>
                  </a:lnTo>
                  <a:lnTo>
                    <a:pt x="55749" y="158283"/>
                  </a:lnTo>
                  <a:lnTo>
                    <a:pt x="55260" y="157870"/>
                  </a:lnTo>
                  <a:lnTo>
                    <a:pt x="53382" y="157617"/>
                  </a:lnTo>
                  <a:lnTo>
                    <a:pt x="52297" y="157210"/>
                  </a:lnTo>
                  <a:lnTo>
                    <a:pt x="50250" y="155187"/>
                  </a:lnTo>
                  <a:lnTo>
                    <a:pt x="49192" y="154581"/>
                  </a:lnTo>
                  <a:lnTo>
                    <a:pt x="47920" y="154197"/>
                  </a:lnTo>
                  <a:lnTo>
                    <a:pt x="46688" y="153429"/>
                  </a:lnTo>
                  <a:lnTo>
                    <a:pt x="46087" y="152676"/>
                  </a:lnTo>
                  <a:lnTo>
                    <a:pt x="45683" y="151404"/>
                  </a:lnTo>
                  <a:lnTo>
                    <a:pt x="45444" y="148388"/>
                  </a:lnTo>
                  <a:lnTo>
                    <a:pt x="44412" y="148711"/>
                  </a:lnTo>
                  <a:lnTo>
                    <a:pt x="43401" y="148189"/>
                  </a:lnTo>
                  <a:lnTo>
                    <a:pt x="42419" y="147130"/>
                  </a:lnTo>
                  <a:lnTo>
                    <a:pt x="41419" y="146492"/>
                  </a:lnTo>
                  <a:lnTo>
                    <a:pt x="40736" y="147401"/>
                  </a:lnTo>
                  <a:lnTo>
                    <a:pt x="40526" y="149802"/>
                  </a:lnTo>
                  <a:lnTo>
                    <a:pt x="40211" y="149926"/>
                  </a:lnTo>
                  <a:lnTo>
                    <a:pt x="39625" y="149436"/>
                  </a:lnTo>
                  <a:lnTo>
                    <a:pt x="39333" y="149724"/>
                  </a:lnTo>
                  <a:lnTo>
                    <a:pt x="38698" y="150832"/>
                  </a:lnTo>
                  <a:lnTo>
                    <a:pt x="38189" y="152330"/>
                  </a:lnTo>
                  <a:lnTo>
                    <a:pt x="37252" y="152102"/>
                  </a:lnTo>
                  <a:lnTo>
                    <a:pt x="35330" y="150587"/>
                  </a:lnTo>
                  <a:lnTo>
                    <a:pt x="34474" y="149638"/>
                  </a:lnTo>
                  <a:lnTo>
                    <a:pt x="33747" y="147927"/>
                  </a:lnTo>
                  <a:lnTo>
                    <a:pt x="33121" y="145982"/>
                  </a:lnTo>
                  <a:lnTo>
                    <a:pt x="32488" y="144449"/>
                  </a:lnTo>
                  <a:lnTo>
                    <a:pt x="31711" y="143330"/>
                  </a:lnTo>
                  <a:lnTo>
                    <a:pt x="32701" y="145973"/>
                  </a:lnTo>
                  <a:lnTo>
                    <a:pt x="34974" y="157628"/>
                  </a:lnTo>
                  <a:lnTo>
                    <a:pt x="34405" y="157853"/>
                  </a:lnTo>
                  <a:lnTo>
                    <a:pt x="33820" y="157559"/>
                  </a:lnTo>
                  <a:lnTo>
                    <a:pt x="34357" y="159798"/>
                  </a:lnTo>
                  <a:lnTo>
                    <a:pt x="33738" y="160136"/>
                  </a:lnTo>
                  <a:lnTo>
                    <a:pt x="33123" y="160110"/>
                  </a:lnTo>
                  <a:lnTo>
                    <a:pt x="31826" y="159143"/>
                  </a:lnTo>
                  <a:lnTo>
                    <a:pt x="30537" y="158823"/>
                  </a:lnTo>
                  <a:lnTo>
                    <a:pt x="30158" y="159296"/>
                  </a:lnTo>
                  <a:lnTo>
                    <a:pt x="30431" y="160136"/>
                  </a:lnTo>
                  <a:lnTo>
                    <a:pt x="30883" y="162606"/>
                  </a:lnTo>
                  <a:lnTo>
                    <a:pt x="31244" y="165197"/>
                  </a:lnTo>
                  <a:lnTo>
                    <a:pt x="29384" y="166363"/>
                  </a:lnTo>
                  <a:lnTo>
                    <a:pt x="27477" y="167073"/>
                  </a:lnTo>
                  <a:lnTo>
                    <a:pt x="25352" y="168472"/>
                  </a:lnTo>
                  <a:lnTo>
                    <a:pt x="23201" y="168568"/>
                  </a:lnTo>
                  <a:lnTo>
                    <a:pt x="22097" y="167771"/>
                  </a:lnTo>
                  <a:lnTo>
                    <a:pt x="20965" y="167321"/>
                  </a:lnTo>
                  <a:lnTo>
                    <a:pt x="19903" y="167771"/>
                  </a:lnTo>
                  <a:lnTo>
                    <a:pt x="18870" y="168781"/>
                  </a:lnTo>
                  <a:lnTo>
                    <a:pt x="18001" y="168620"/>
                  </a:lnTo>
                  <a:lnTo>
                    <a:pt x="17452" y="166802"/>
                  </a:lnTo>
                  <a:lnTo>
                    <a:pt x="17193" y="165422"/>
                  </a:lnTo>
                  <a:lnTo>
                    <a:pt x="16864" y="164225"/>
                  </a:lnTo>
                  <a:lnTo>
                    <a:pt x="16051" y="164415"/>
                  </a:lnTo>
                  <a:lnTo>
                    <a:pt x="15267" y="165062"/>
                  </a:lnTo>
                  <a:lnTo>
                    <a:pt x="16610" y="165137"/>
                  </a:lnTo>
                  <a:lnTo>
                    <a:pt x="17013" y="166663"/>
                  </a:lnTo>
                  <a:lnTo>
                    <a:pt x="17359" y="168516"/>
                  </a:lnTo>
                  <a:lnTo>
                    <a:pt x="18310" y="170192"/>
                  </a:lnTo>
                  <a:lnTo>
                    <a:pt x="19459" y="169194"/>
                  </a:lnTo>
                  <a:lnTo>
                    <a:pt x="21980" y="169471"/>
                  </a:lnTo>
                  <a:lnTo>
                    <a:pt x="24429" y="172391"/>
                  </a:lnTo>
                  <a:lnTo>
                    <a:pt x="25010" y="172726"/>
                  </a:lnTo>
                  <a:lnTo>
                    <a:pt x="25544" y="173297"/>
                  </a:lnTo>
                  <a:lnTo>
                    <a:pt x="26806" y="176183"/>
                  </a:lnTo>
                  <a:lnTo>
                    <a:pt x="27757" y="178806"/>
                  </a:lnTo>
                  <a:lnTo>
                    <a:pt x="28558" y="181798"/>
                  </a:lnTo>
                  <a:lnTo>
                    <a:pt x="28727" y="182970"/>
                  </a:lnTo>
                  <a:lnTo>
                    <a:pt x="28674" y="186112"/>
                  </a:lnTo>
                  <a:lnTo>
                    <a:pt x="28433" y="187673"/>
                  </a:lnTo>
                  <a:lnTo>
                    <a:pt x="26850" y="189887"/>
                  </a:lnTo>
                  <a:lnTo>
                    <a:pt x="25162" y="191558"/>
                  </a:lnTo>
                  <a:lnTo>
                    <a:pt x="22675" y="194813"/>
                  </a:lnTo>
                  <a:lnTo>
                    <a:pt x="20267" y="198512"/>
                  </a:lnTo>
                  <a:lnTo>
                    <a:pt x="19002" y="197788"/>
                  </a:lnTo>
                  <a:lnTo>
                    <a:pt x="17861" y="195828"/>
                  </a:lnTo>
                  <a:lnTo>
                    <a:pt x="17419" y="195297"/>
                  </a:lnTo>
                  <a:lnTo>
                    <a:pt x="16243" y="194230"/>
                  </a:lnTo>
                  <a:lnTo>
                    <a:pt x="15526" y="193846"/>
                  </a:lnTo>
                  <a:lnTo>
                    <a:pt x="12679" y="194680"/>
                  </a:lnTo>
                  <a:lnTo>
                    <a:pt x="9822" y="195107"/>
                  </a:lnTo>
                  <a:lnTo>
                    <a:pt x="8621" y="195069"/>
                  </a:lnTo>
                  <a:lnTo>
                    <a:pt x="7454" y="194443"/>
                  </a:lnTo>
                  <a:lnTo>
                    <a:pt x="6170" y="193277"/>
                  </a:lnTo>
                  <a:lnTo>
                    <a:pt x="4898" y="193794"/>
                  </a:lnTo>
                  <a:lnTo>
                    <a:pt x="4027" y="195162"/>
                  </a:lnTo>
                  <a:lnTo>
                    <a:pt x="3076" y="19536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199"/>
            <p:cNvSpPr/>
            <p:nvPr/>
          </p:nvSpPr>
          <p:spPr>
            <a:xfrm>
              <a:off x="4880402" y="3710098"/>
              <a:ext cx="27098" cy="66765"/>
            </a:xfrm>
            <a:custGeom>
              <a:avLst/>
              <a:pathLst>
                <a:path w="27098" h="66765">
                  <a:moveTo>
                    <a:pt x="25206" y="64517"/>
                  </a:moveTo>
                  <a:lnTo>
                    <a:pt x="24364" y="66765"/>
                  </a:lnTo>
                  <a:lnTo>
                    <a:pt x="23840" y="64670"/>
                  </a:lnTo>
                  <a:lnTo>
                    <a:pt x="23170" y="62834"/>
                  </a:lnTo>
                  <a:lnTo>
                    <a:pt x="22641" y="60956"/>
                  </a:lnTo>
                  <a:lnTo>
                    <a:pt x="21967" y="56896"/>
                  </a:lnTo>
                  <a:lnTo>
                    <a:pt x="21934" y="54850"/>
                  </a:lnTo>
                  <a:lnTo>
                    <a:pt x="22112" y="52686"/>
                  </a:lnTo>
                  <a:lnTo>
                    <a:pt x="22150" y="50501"/>
                  </a:lnTo>
                  <a:lnTo>
                    <a:pt x="21826" y="46063"/>
                  </a:lnTo>
                  <a:lnTo>
                    <a:pt x="21034" y="42015"/>
                  </a:lnTo>
                  <a:lnTo>
                    <a:pt x="18278" y="32362"/>
                  </a:lnTo>
                  <a:lnTo>
                    <a:pt x="17411" y="29828"/>
                  </a:lnTo>
                  <a:lnTo>
                    <a:pt x="16421" y="27566"/>
                  </a:lnTo>
                  <a:lnTo>
                    <a:pt x="15786" y="27012"/>
                  </a:lnTo>
                  <a:lnTo>
                    <a:pt x="14502" y="26470"/>
                  </a:lnTo>
                  <a:lnTo>
                    <a:pt x="13931" y="26016"/>
                  </a:lnTo>
                  <a:lnTo>
                    <a:pt x="12873" y="24441"/>
                  </a:lnTo>
                  <a:lnTo>
                    <a:pt x="11889" y="22603"/>
                  </a:lnTo>
                  <a:lnTo>
                    <a:pt x="9452" y="17155"/>
                  </a:lnTo>
                  <a:lnTo>
                    <a:pt x="8163" y="15614"/>
                  </a:lnTo>
                  <a:lnTo>
                    <a:pt x="7483" y="13709"/>
                  </a:lnTo>
                  <a:lnTo>
                    <a:pt x="3641" y="7566"/>
                  </a:lnTo>
                  <a:lnTo>
                    <a:pt x="2520" y="6114"/>
                  </a:lnTo>
                  <a:lnTo>
                    <a:pt x="1155" y="6111"/>
                  </a:lnTo>
                  <a:lnTo>
                    <a:pt x="0" y="4902"/>
                  </a:lnTo>
                  <a:lnTo>
                    <a:pt x="912" y="4135"/>
                  </a:lnTo>
                  <a:lnTo>
                    <a:pt x="1100" y="2086"/>
                  </a:lnTo>
                  <a:lnTo>
                    <a:pt x="900" y="0"/>
                  </a:lnTo>
                  <a:lnTo>
                    <a:pt x="2829" y="3407"/>
                  </a:lnTo>
                  <a:lnTo>
                    <a:pt x="4865" y="6385"/>
                  </a:lnTo>
                  <a:lnTo>
                    <a:pt x="5454" y="8786"/>
                  </a:lnTo>
                  <a:lnTo>
                    <a:pt x="6457" y="8933"/>
                  </a:lnTo>
                  <a:lnTo>
                    <a:pt x="8281" y="10919"/>
                  </a:lnTo>
                  <a:lnTo>
                    <a:pt x="9534" y="12708"/>
                  </a:lnTo>
                  <a:lnTo>
                    <a:pt x="10716" y="14771"/>
                  </a:lnTo>
                  <a:lnTo>
                    <a:pt x="12048" y="17726"/>
                  </a:lnTo>
                  <a:lnTo>
                    <a:pt x="14612" y="20046"/>
                  </a:lnTo>
                  <a:lnTo>
                    <a:pt x="14977" y="20889"/>
                  </a:lnTo>
                  <a:lnTo>
                    <a:pt x="16275" y="24744"/>
                  </a:lnTo>
                  <a:lnTo>
                    <a:pt x="17980" y="28013"/>
                  </a:lnTo>
                  <a:lnTo>
                    <a:pt x="18559" y="29814"/>
                  </a:lnTo>
                  <a:lnTo>
                    <a:pt x="25784" y="45290"/>
                  </a:lnTo>
                  <a:lnTo>
                    <a:pt x="27004" y="49624"/>
                  </a:lnTo>
                  <a:lnTo>
                    <a:pt x="27098" y="52582"/>
                  </a:lnTo>
                  <a:lnTo>
                    <a:pt x="26860" y="53742"/>
                  </a:lnTo>
                  <a:lnTo>
                    <a:pt x="26097" y="56244"/>
                  </a:lnTo>
                  <a:lnTo>
                    <a:pt x="26112" y="59199"/>
                  </a:lnTo>
                  <a:lnTo>
                    <a:pt x="25858" y="6185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0"/>
            <p:cNvSpPr/>
            <p:nvPr/>
          </p:nvSpPr>
          <p:spPr>
            <a:xfrm>
              <a:off x="4871494" y="3704520"/>
              <a:ext cx="5563" cy="8607"/>
            </a:xfrm>
            <a:custGeom>
              <a:avLst/>
              <a:pathLst>
                <a:path w="5563" h="8607">
                  <a:moveTo>
                    <a:pt x="5393" y="8203"/>
                  </a:moveTo>
                  <a:lnTo>
                    <a:pt x="3132" y="8607"/>
                  </a:lnTo>
                  <a:lnTo>
                    <a:pt x="2317" y="8157"/>
                  </a:lnTo>
                  <a:lnTo>
                    <a:pt x="1589" y="6452"/>
                  </a:lnTo>
                  <a:lnTo>
                    <a:pt x="929" y="3791"/>
                  </a:lnTo>
                  <a:lnTo>
                    <a:pt x="267" y="3171"/>
                  </a:lnTo>
                  <a:lnTo>
                    <a:pt x="0" y="2649"/>
                  </a:lnTo>
                  <a:lnTo>
                    <a:pt x="1600" y="614"/>
                  </a:lnTo>
                  <a:lnTo>
                    <a:pt x="3015" y="0"/>
                  </a:lnTo>
                  <a:lnTo>
                    <a:pt x="5312" y="2548"/>
                  </a:lnTo>
                  <a:lnTo>
                    <a:pt x="5545" y="3814"/>
                  </a:lnTo>
                  <a:lnTo>
                    <a:pt x="5563" y="4637"/>
                  </a:lnTo>
                  <a:lnTo>
                    <a:pt x="5501" y="733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1"/>
            <p:cNvSpPr/>
            <p:nvPr/>
          </p:nvSpPr>
          <p:spPr>
            <a:xfrm>
              <a:off x="4846216" y="3700460"/>
              <a:ext cx="1605" cy="2628"/>
            </a:xfrm>
            <a:custGeom>
              <a:avLst/>
              <a:pathLst>
                <a:path w="1605" h="2628">
                  <a:moveTo>
                    <a:pt x="1605" y="1073"/>
                  </a:moveTo>
                  <a:lnTo>
                    <a:pt x="1237" y="2628"/>
                  </a:lnTo>
                  <a:lnTo>
                    <a:pt x="379" y="2496"/>
                  </a:lnTo>
                  <a:lnTo>
                    <a:pt x="0" y="2031"/>
                  </a:lnTo>
                  <a:lnTo>
                    <a:pt x="621" y="1737"/>
                  </a:lnTo>
                  <a:lnTo>
                    <a:pt x="870" y="453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2"/>
            <p:cNvSpPr/>
            <p:nvPr/>
          </p:nvSpPr>
          <p:spPr>
            <a:xfrm>
              <a:off x="4832542" y="3691647"/>
              <a:ext cx="10365" cy="7739"/>
            </a:xfrm>
            <a:custGeom>
              <a:avLst/>
              <a:pathLst>
                <a:path w="10365" h="7739">
                  <a:moveTo>
                    <a:pt x="6089" y="343"/>
                  </a:moveTo>
                  <a:lnTo>
                    <a:pt x="9870" y="2262"/>
                  </a:lnTo>
                  <a:lnTo>
                    <a:pt x="10120" y="2239"/>
                  </a:lnTo>
                  <a:lnTo>
                    <a:pt x="10076" y="1552"/>
                  </a:lnTo>
                  <a:lnTo>
                    <a:pt x="10141" y="1359"/>
                  </a:lnTo>
                  <a:lnTo>
                    <a:pt x="10365" y="1861"/>
                  </a:lnTo>
                  <a:lnTo>
                    <a:pt x="10296" y="3263"/>
                  </a:lnTo>
                  <a:lnTo>
                    <a:pt x="9698" y="3607"/>
                  </a:lnTo>
                  <a:lnTo>
                    <a:pt x="9142" y="3471"/>
                  </a:lnTo>
                  <a:lnTo>
                    <a:pt x="8743" y="4192"/>
                  </a:lnTo>
                  <a:lnTo>
                    <a:pt x="7664" y="6896"/>
                  </a:lnTo>
                  <a:lnTo>
                    <a:pt x="6936" y="6443"/>
                  </a:lnTo>
                  <a:lnTo>
                    <a:pt x="6046" y="7049"/>
                  </a:lnTo>
                  <a:lnTo>
                    <a:pt x="4485" y="7107"/>
                  </a:lnTo>
                  <a:lnTo>
                    <a:pt x="2458" y="5918"/>
                  </a:lnTo>
                  <a:lnTo>
                    <a:pt x="1904" y="6919"/>
                  </a:lnTo>
                  <a:lnTo>
                    <a:pt x="1182" y="6642"/>
                  </a:lnTo>
                  <a:lnTo>
                    <a:pt x="466" y="7739"/>
                  </a:lnTo>
                  <a:lnTo>
                    <a:pt x="171" y="7684"/>
                  </a:lnTo>
                  <a:lnTo>
                    <a:pt x="0" y="6074"/>
                  </a:lnTo>
                  <a:lnTo>
                    <a:pt x="12" y="5248"/>
                  </a:lnTo>
                  <a:lnTo>
                    <a:pt x="859" y="4550"/>
                  </a:lnTo>
                  <a:lnTo>
                    <a:pt x="732" y="2019"/>
                  </a:lnTo>
                  <a:lnTo>
                    <a:pt x="1418" y="753"/>
                  </a:lnTo>
                  <a:lnTo>
                    <a:pt x="2596" y="862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3"/>
            <p:cNvSpPr/>
            <p:nvPr/>
          </p:nvSpPr>
          <p:spPr>
            <a:xfrm>
              <a:off x="4866774" y="3674056"/>
              <a:ext cx="2493" cy="6971"/>
            </a:xfrm>
            <a:custGeom>
              <a:avLst/>
              <a:pathLst>
                <a:path w="2493" h="6971">
                  <a:moveTo>
                    <a:pt x="2493" y="5904"/>
                  </a:moveTo>
                  <a:lnTo>
                    <a:pt x="2467" y="6971"/>
                  </a:lnTo>
                  <a:lnTo>
                    <a:pt x="1646" y="6432"/>
                  </a:lnTo>
                  <a:lnTo>
                    <a:pt x="1421" y="6590"/>
                  </a:lnTo>
                  <a:lnTo>
                    <a:pt x="0" y="3500"/>
                  </a:lnTo>
                  <a:lnTo>
                    <a:pt x="22" y="1610"/>
                  </a:lnTo>
                  <a:lnTo>
                    <a:pt x="398" y="0"/>
                  </a:lnTo>
                  <a:lnTo>
                    <a:pt x="989" y="259"/>
                  </a:lnTo>
                  <a:lnTo>
                    <a:pt x="2036" y="228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4"/>
            <p:cNvSpPr/>
            <p:nvPr/>
          </p:nvSpPr>
          <p:spPr>
            <a:xfrm>
              <a:off x="3329048" y="2013654"/>
              <a:ext cx="113295" cy="171899"/>
            </a:xfrm>
            <a:custGeom>
              <a:avLst/>
              <a:pathLst>
                <a:path w="113295" h="171899">
                  <a:moveTo>
                    <a:pt x="62180" y="11199"/>
                  </a:moveTo>
                  <a:lnTo>
                    <a:pt x="62632" y="11557"/>
                  </a:lnTo>
                  <a:lnTo>
                    <a:pt x="65812" y="11943"/>
                  </a:lnTo>
                  <a:lnTo>
                    <a:pt x="69036" y="12334"/>
                  </a:lnTo>
                  <a:lnTo>
                    <a:pt x="74220" y="12751"/>
                  </a:lnTo>
                  <a:lnTo>
                    <a:pt x="79623" y="13190"/>
                  </a:lnTo>
                  <a:lnTo>
                    <a:pt x="85229" y="13643"/>
                  </a:lnTo>
                  <a:lnTo>
                    <a:pt x="91296" y="14133"/>
                  </a:lnTo>
                  <a:lnTo>
                    <a:pt x="97693" y="14422"/>
                  </a:lnTo>
                  <a:lnTo>
                    <a:pt x="98083" y="14224"/>
                  </a:lnTo>
                  <a:lnTo>
                    <a:pt x="98737" y="13071"/>
                  </a:lnTo>
                  <a:lnTo>
                    <a:pt x="99534" y="13227"/>
                  </a:lnTo>
                  <a:lnTo>
                    <a:pt x="100474" y="13942"/>
                  </a:lnTo>
                  <a:lnTo>
                    <a:pt x="100914" y="14474"/>
                  </a:lnTo>
                  <a:lnTo>
                    <a:pt x="101101" y="15078"/>
                  </a:lnTo>
                  <a:lnTo>
                    <a:pt x="101217" y="15778"/>
                  </a:lnTo>
                  <a:lnTo>
                    <a:pt x="101732" y="15918"/>
                  </a:lnTo>
                  <a:lnTo>
                    <a:pt x="102672" y="16451"/>
                  </a:lnTo>
                  <a:lnTo>
                    <a:pt x="103944" y="17665"/>
                  </a:lnTo>
                  <a:lnTo>
                    <a:pt x="104941" y="18843"/>
                  </a:lnTo>
                  <a:lnTo>
                    <a:pt x="105889" y="20528"/>
                  </a:lnTo>
                  <a:lnTo>
                    <a:pt x="106204" y="22433"/>
                  </a:lnTo>
                  <a:lnTo>
                    <a:pt x="106223" y="24591"/>
                  </a:lnTo>
                  <a:lnTo>
                    <a:pt x="106162" y="25980"/>
                  </a:lnTo>
                  <a:lnTo>
                    <a:pt x="106242" y="26546"/>
                  </a:lnTo>
                  <a:lnTo>
                    <a:pt x="107539" y="36610"/>
                  </a:lnTo>
                  <a:lnTo>
                    <a:pt x="109701" y="46310"/>
                  </a:lnTo>
                  <a:lnTo>
                    <a:pt x="110495" y="51003"/>
                  </a:lnTo>
                  <a:lnTo>
                    <a:pt x="110812" y="53502"/>
                  </a:lnTo>
                  <a:lnTo>
                    <a:pt x="111065" y="57127"/>
                  </a:lnTo>
                  <a:lnTo>
                    <a:pt x="111143" y="59672"/>
                  </a:lnTo>
                  <a:lnTo>
                    <a:pt x="111133" y="61105"/>
                  </a:lnTo>
                  <a:lnTo>
                    <a:pt x="110972" y="63074"/>
                  </a:lnTo>
                  <a:lnTo>
                    <a:pt x="110330" y="64238"/>
                  </a:lnTo>
                  <a:lnTo>
                    <a:pt x="106184" y="67567"/>
                  </a:lnTo>
                  <a:lnTo>
                    <a:pt x="105405" y="68612"/>
                  </a:lnTo>
                  <a:lnTo>
                    <a:pt x="104183" y="71207"/>
                  </a:lnTo>
                  <a:lnTo>
                    <a:pt x="103056" y="73881"/>
                  </a:lnTo>
                  <a:lnTo>
                    <a:pt x="102796" y="74794"/>
                  </a:lnTo>
                  <a:lnTo>
                    <a:pt x="102726" y="75396"/>
                  </a:lnTo>
                  <a:lnTo>
                    <a:pt x="102975" y="76273"/>
                  </a:lnTo>
                  <a:lnTo>
                    <a:pt x="104453" y="77706"/>
                  </a:lnTo>
                  <a:lnTo>
                    <a:pt x="105943" y="78856"/>
                  </a:lnTo>
                  <a:lnTo>
                    <a:pt x="106429" y="79717"/>
                  </a:lnTo>
                  <a:lnTo>
                    <a:pt x="107528" y="80819"/>
                  </a:lnTo>
                  <a:lnTo>
                    <a:pt x="107930" y="81809"/>
                  </a:lnTo>
                  <a:lnTo>
                    <a:pt x="108147" y="82672"/>
                  </a:lnTo>
                  <a:lnTo>
                    <a:pt x="108131" y="84663"/>
                  </a:lnTo>
                  <a:lnTo>
                    <a:pt x="107636" y="87417"/>
                  </a:lnTo>
                  <a:lnTo>
                    <a:pt x="107843" y="89499"/>
                  </a:lnTo>
                  <a:lnTo>
                    <a:pt x="107340" y="90886"/>
                  </a:lnTo>
                  <a:lnTo>
                    <a:pt x="106925" y="92427"/>
                  </a:lnTo>
                  <a:lnTo>
                    <a:pt x="106866" y="95126"/>
                  </a:lnTo>
                  <a:lnTo>
                    <a:pt x="107611" y="98110"/>
                  </a:lnTo>
                  <a:lnTo>
                    <a:pt x="108220" y="100147"/>
                  </a:lnTo>
                  <a:lnTo>
                    <a:pt x="108456" y="101745"/>
                  </a:lnTo>
                  <a:lnTo>
                    <a:pt x="108206" y="102998"/>
                  </a:lnTo>
                  <a:lnTo>
                    <a:pt x="108283" y="104252"/>
                  </a:lnTo>
                  <a:lnTo>
                    <a:pt x="108826" y="105580"/>
                  </a:lnTo>
                  <a:lnTo>
                    <a:pt x="110543" y="109684"/>
                  </a:lnTo>
                  <a:lnTo>
                    <a:pt x="111391" y="113635"/>
                  </a:lnTo>
                  <a:lnTo>
                    <a:pt x="111932" y="115174"/>
                  </a:lnTo>
                  <a:lnTo>
                    <a:pt x="113181" y="117174"/>
                  </a:lnTo>
                  <a:lnTo>
                    <a:pt x="113295" y="117995"/>
                  </a:lnTo>
                  <a:lnTo>
                    <a:pt x="112793" y="118747"/>
                  </a:lnTo>
                  <a:lnTo>
                    <a:pt x="112389" y="118846"/>
                  </a:lnTo>
                  <a:lnTo>
                    <a:pt x="112060" y="119047"/>
                  </a:lnTo>
                  <a:lnTo>
                    <a:pt x="111849" y="119750"/>
                  </a:lnTo>
                  <a:lnTo>
                    <a:pt x="112177" y="120501"/>
                  </a:lnTo>
                  <a:lnTo>
                    <a:pt x="112619" y="121605"/>
                  </a:lnTo>
                  <a:lnTo>
                    <a:pt x="113169" y="124730"/>
                  </a:lnTo>
                  <a:lnTo>
                    <a:pt x="113115" y="127288"/>
                  </a:lnTo>
                  <a:lnTo>
                    <a:pt x="112691" y="127939"/>
                  </a:lnTo>
                  <a:lnTo>
                    <a:pt x="112150" y="129458"/>
                  </a:lnTo>
                  <a:lnTo>
                    <a:pt x="111783" y="130846"/>
                  </a:lnTo>
                  <a:lnTo>
                    <a:pt x="108820" y="131813"/>
                  </a:lnTo>
                  <a:lnTo>
                    <a:pt x="108108" y="133299"/>
                  </a:lnTo>
                  <a:lnTo>
                    <a:pt x="106486" y="136172"/>
                  </a:lnTo>
                  <a:lnTo>
                    <a:pt x="105378" y="137824"/>
                  </a:lnTo>
                  <a:lnTo>
                    <a:pt x="103741" y="140811"/>
                  </a:lnTo>
                  <a:lnTo>
                    <a:pt x="101151" y="145946"/>
                  </a:lnTo>
                  <a:lnTo>
                    <a:pt x="100196" y="148094"/>
                  </a:lnTo>
                  <a:lnTo>
                    <a:pt x="99497" y="149870"/>
                  </a:lnTo>
                  <a:lnTo>
                    <a:pt x="97401" y="154600"/>
                  </a:lnTo>
                  <a:lnTo>
                    <a:pt x="96757" y="156585"/>
                  </a:lnTo>
                  <a:lnTo>
                    <a:pt x="96885" y="158220"/>
                  </a:lnTo>
                  <a:lnTo>
                    <a:pt x="97558" y="162058"/>
                  </a:lnTo>
                  <a:lnTo>
                    <a:pt x="97700" y="163790"/>
                  </a:lnTo>
                  <a:lnTo>
                    <a:pt x="97581" y="165392"/>
                  </a:lnTo>
                  <a:lnTo>
                    <a:pt x="97358" y="166818"/>
                  </a:lnTo>
                  <a:lnTo>
                    <a:pt x="97396" y="167454"/>
                  </a:lnTo>
                  <a:lnTo>
                    <a:pt x="98015" y="168487"/>
                  </a:lnTo>
                  <a:lnTo>
                    <a:pt x="99002" y="170111"/>
                  </a:lnTo>
                  <a:lnTo>
                    <a:pt x="99058" y="170658"/>
                  </a:lnTo>
                  <a:lnTo>
                    <a:pt x="98918" y="171362"/>
                  </a:lnTo>
                  <a:lnTo>
                    <a:pt x="98578" y="171899"/>
                  </a:lnTo>
                  <a:lnTo>
                    <a:pt x="97346" y="171332"/>
                  </a:lnTo>
                  <a:lnTo>
                    <a:pt x="95969" y="170231"/>
                  </a:lnTo>
                  <a:lnTo>
                    <a:pt x="95500" y="170364"/>
                  </a:lnTo>
                  <a:lnTo>
                    <a:pt x="94754" y="170110"/>
                  </a:lnTo>
                  <a:lnTo>
                    <a:pt x="91683" y="167985"/>
                  </a:lnTo>
                  <a:lnTo>
                    <a:pt x="89611" y="166321"/>
                  </a:lnTo>
                  <a:lnTo>
                    <a:pt x="89407" y="165240"/>
                  </a:lnTo>
                  <a:lnTo>
                    <a:pt x="89016" y="163675"/>
                  </a:lnTo>
                  <a:lnTo>
                    <a:pt x="88135" y="162363"/>
                  </a:lnTo>
                  <a:lnTo>
                    <a:pt x="86114" y="161227"/>
                  </a:lnTo>
                  <a:lnTo>
                    <a:pt x="85291" y="160339"/>
                  </a:lnTo>
                  <a:lnTo>
                    <a:pt x="82007" y="159843"/>
                  </a:lnTo>
                  <a:lnTo>
                    <a:pt x="80582" y="159823"/>
                  </a:lnTo>
                  <a:lnTo>
                    <a:pt x="79573" y="160189"/>
                  </a:lnTo>
                  <a:lnTo>
                    <a:pt x="78929" y="160153"/>
                  </a:lnTo>
                  <a:lnTo>
                    <a:pt x="78041" y="162470"/>
                  </a:lnTo>
                  <a:lnTo>
                    <a:pt x="77428" y="163143"/>
                  </a:lnTo>
                  <a:lnTo>
                    <a:pt x="76534" y="163213"/>
                  </a:lnTo>
                  <a:lnTo>
                    <a:pt x="75751" y="162801"/>
                  </a:lnTo>
                  <a:lnTo>
                    <a:pt x="74950" y="161581"/>
                  </a:lnTo>
                  <a:lnTo>
                    <a:pt x="73668" y="160938"/>
                  </a:lnTo>
                  <a:lnTo>
                    <a:pt x="72742" y="161248"/>
                  </a:lnTo>
                  <a:lnTo>
                    <a:pt x="72060" y="160983"/>
                  </a:lnTo>
                  <a:lnTo>
                    <a:pt x="71471" y="160919"/>
                  </a:lnTo>
                  <a:lnTo>
                    <a:pt x="71267" y="161163"/>
                  </a:lnTo>
                  <a:lnTo>
                    <a:pt x="70794" y="161128"/>
                  </a:lnTo>
                  <a:lnTo>
                    <a:pt x="70107" y="161711"/>
                  </a:lnTo>
                  <a:lnTo>
                    <a:pt x="69358" y="162535"/>
                  </a:lnTo>
                  <a:lnTo>
                    <a:pt x="68530" y="163163"/>
                  </a:lnTo>
                  <a:lnTo>
                    <a:pt x="67894" y="164512"/>
                  </a:lnTo>
                  <a:lnTo>
                    <a:pt x="67326" y="167155"/>
                  </a:lnTo>
                  <a:lnTo>
                    <a:pt x="65719" y="165971"/>
                  </a:lnTo>
                  <a:lnTo>
                    <a:pt x="65184" y="166484"/>
                  </a:lnTo>
                  <a:lnTo>
                    <a:pt x="64426" y="166829"/>
                  </a:lnTo>
                  <a:lnTo>
                    <a:pt x="63908" y="166473"/>
                  </a:lnTo>
                  <a:lnTo>
                    <a:pt x="64030" y="165562"/>
                  </a:lnTo>
                  <a:lnTo>
                    <a:pt x="64264" y="164535"/>
                  </a:lnTo>
                  <a:lnTo>
                    <a:pt x="64253" y="163099"/>
                  </a:lnTo>
                  <a:lnTo>
                    <a:pt x="64105" y="161515"/>
                  </a:lnTo>
                  <a:lnTo>
                    <a:pt x="63607" y="161000"/>
                  </a:lnTo>
                  <a:lnTo>
                    <a:pt x="62858" y="160810"/>
                  </a:lnTo>
                  <a:lnTo>
                    <a:pt x="62473" y="160496"/>
                  </a:lnTo>
                  <a:lnTo>
                    <a:pt x="62432" y="159973"/>
                  </a:lnTo>
                  <a:lnTo>
                    <a:pt x="62051" y="159300"/>
                  </a:lnTo>
                  <a:lnTo>
                    <a:pt x="61389" y="157596"/>
                  </a:lnTo>
                  <a:lnTo>
                    <a:pt x="60763" y="155481"/>
                  </a:lnTo>
                  <a:lnTo>
                    <a:pt x="60331" y="154851"/>
                  </a:lnTo>
                  <a:lnTo>
                    <a:pt x="59702" y="155858"/>
                  </a:lnTo>
                  <a:lnTo>
                    <a:pt x="58750" y="157003"/>
                  </a:lnTo>
                  <a:lnTo>
                    <a:pt x="58157" y="157400"/>
                  </a:lnTo>
                  <a:lnTo>
                    <a:pt x="57013" y="160693"/>
                  </a:lnTo>
                  <a:lnTo>
                    <a:pt x="54957" y="160804"/>
                  </a:lnTo>
                  <a:lnTo>
                    <a:pt x="54831" y="159266"/>
                  </a:lnTo>
                  <a:lnTo>
                    <a:pt x="54614" y="157788"/>
                  </a:lnTo>
                  <a:lnTo>
                    <a:pt x="53411" y="157419"/>
                  </a:lnTo>
                  <a:lnTo>
                    <a:pt x="53378" y="156552"/>
                  </a:lnTo>
                  <a:lnTo>
                    <a:pt x="53124" y="154377"/>
                  </a:lnTo>
                  <a:lnTo>
                    <a:pt x="50713" y="150120"/>
                  </a:lnTo>
                  <a:lnTo>
                    <a:pt x="50420" y="148343"/>
                  </a:lnTo>
                  <a:lnTo>
                    <a:pt x="50515" y="147658"/>
                  </a:lnTo>
                  <a:lnTo>
                    <a:pt x="50347" y="146528"/>
                  </a:lnTo>
                  <a:lnTo>
                    <a:pt x="49823" y="145847"/>
                  </a:lnTo>
                  <a:lnTo>
                    <a:pt x="47918" y="145037"/>
                  </a:lnTo>
                  <a:lnTo>
                    <a:pt x="47427" y="145503"/>
                  </a:lnTo>
                  <a:lnTo>
                    <a:pt x="46985" y="145024"/>
                  </a:lnTo>
                  <a:lnTo>
                    <a:pt x="46292" y="144005"/>
                  </a:lnTo>
                  <a:lnTo>
                    <a:pt x="45088" y="143177"/>
                  </a:lnTo>
                  <a:lnTo>
                    <a:pt x="44957" y="142748"/>
                  </a:lnTo>
                  <a:lnTo>
                    <a:pt x="44523" y="142020"/>
                  </a:lnTo>
                  <a:lnTo>
                    <a:pt x="44282" y="141921"/>
                  </a:lnTo>
                  <a:lnTo>
                    <a:pt x="44127" y="142364"/>
                  </a:lnTo>
                  <a:lnTo>
                    <a:pt x="43777" y="142991"/>
                  </a:lnTo>
                  <a:lnTo>
                    <a:pt x="42539" y="143783"/>
                  </a:lnTo>
                  <a:lnTo>
                    <a:pt x="42045" y="143457"/>
                  </a:lnTo>
                  <a:lnTo>
                    <a:pt x="41596" y="142768"/>
                  </a:lnTo>
                  <a:lnTo>
                    <a:pt x="41083" y="141285"/>
                  </a:lnTo>
                  <a:lnTo>
                    <a:pt x="40339" y="139985"/>
                  </a:lnTo>
                  <a:lnTo>
                    <a:pt x="39726" y="139524"/>
                  </a:lnTo>
                  <a:lnTo>
                    <a:pt x="39377" y="138841"/>
                  </a:lnTo>
                  <a:lnTo>
                    <a:pt x="39298" y="138310"/>
                  </a:lnTo>
                  <a:lnTo>
                    <a:pt x="40660" y="137244"/>
                  </a:lnTo>
                  <a:lnTo>
                    <a:pt x="40957" y="136144"/>
                  </a:lnTo>
                  <a:lnTo>
                    <a:pt x="40783" y="134139"/>
                  </a:lnTo>
                  <a:lnTo>
                    <a:pt x="40580" y="133886"/>
                  </a:lnTo>
                  <a:lnTo>
                    <a:pt x="40040" y="134565"/>
                  </a:lnTo>
                  <a:lnTo>
                    <a:pt x="38903" y="135160"/>
                  </a:lnTo>
                  <a:lnTo>
                    <a:pt x="37855" y="135435"/>
                  </a:lnTo>
                  <a:lnTo>
                    <a:pt x="37321" y="135435"/>
                  </a:lnTo>
                  <a:lnTo>
                    <a:pt x="34331" y="131784"/>
                  </a:lnTo>
                  <a:lnTo>
                    <a:pt x="32387" y="130668"/>
                  </a:lnTo>
                  <a:lnTo>
                    <a:pt x="31244" y="130344"/>
                  </a:lnTo>
                  <a:lnTo>
                    <a:pt x="31119" y="130715"/>
                  </a:lnTo>
                  <a:lnTo>
                    <a:pt x="31637" y="132762"/>
                  </a:lnTo>
                  <a:lnTo>
                    <a:pt x="32530" y="135289"/>
                  </a:lnTo>
                  <a:lnTo>
                    <a:pt x="32488" y="135963"/>
                  </a:lnTo>
                  <a:lnTo>
                    <a:pt x="31417" y="136996"/>
                  </a:lnTo>
                  <a:lnTo>
                    <a:pt x="30809" y="137446"/>
                  </a:lnTo>
                  <a:lnTo>
                    <a:pt x="30091" y="138323"/>
                  </a:lnTo>
                  <a:lnTo>
                    <a:pt x="29486" y="139534"/>
                  </a:lnTo>
                  <a:lnTo>
                    <a:pt x="28961" y="140083"/>
                  </a:lnTo>
                  <a:lnTo>
                    <a:pt x="28508" y="139945"/>
                  </a:lnTo>
                  <a:lnTo>
                    <a:pt x="28026" y="139361"/>
                  </a:lnTo>
                  <a:lnTo>
                    <a:pt x="26787" y="135624"/>
                  </a:lnTo>
                  <a:lnTo>
                    <a:pt x="25230" y="132762"/>
                  </a:lnTo>
                  <a:lnTo>
                    <a:pt x="25045" y="132122"/>
                  </a:lnTo>
                  <a:lnTo>
                    <a:pt x="24558" y="131975"/>
                  </a:lnTo>
                  <a:lnTo>
                    <a:pt x="23870" y="131318"/>
                  </a:lnTo>
                  <a:lnTo>
                    <a:pt x="23639" y="130442"/>
                  </a:lnTo>
                  <a:lnTo>
                    <a:pt x="23983" y="129528"/>
                  </a:lnTo>
                  <a:lnTo>
                    <a:pt x="24458" y="128691"/>
                  </a:lnTo>
                  <a:lnTo>
                    <a:pt x="25300" y="128174"/>
                  </a:lnTo>
                  <a:lnTo>
                    <a:pt x="25555" y="127689"/>
                  </a:lnTo>
                  <a:lnTo>
                    <a:pt x="25705" y="126958"/>
                  </a:lnTo>
                  <a:lnTo>
                    <a:pt x="26016" y="126013"/>
                  </a:lnTo>
                  <a:lnTo>
                    <a:pt x="25934" y="125672"/>
                  </a:lnTo>
                  <a:lnTo>
                    <a:pt x="25337" y="124602"/>
                  </a:lnTo>
                  <a:lnTo>
                    <a:pt x="24455" y="123590"/>
                  </a:lnTo>
                  <a:lnTo>
                    <a:pt x="22004" y="124349"/>
                  </a:lnTo>
                  <a:lnTo>
                    <a:pt x="21332" y="124890"/>
                  </a:lnTo>
                  <a:lnTo>
                    <a:pt x="20953" y="124186"/>
                  </a:lnTo>
                  <a:lnTo>
                    <a:pt x="20666" y="123158"/>
                  </a:lnTo>
                  <a:lnTo>
                    <a:pt x="20046" y="122961"/>
                  </a:lnTo>
                  <a:lnTo>
                    <a:pt x="19197" y="122022"/>
                  </a:lnTo>
                  <a:lnTo>
                    <a:pt x="18190" y="121106"/>
                  </a:lnTo>
                  <a:lnTo>
                    <a:pt x="17207" y="120835"/>
                  </a:lnTo>
                  <a:lnTo>
                    <a:pt x="15163" y="119506"/>
                  </a:lnTo>
                  <a:lnTo>
                    <a:pt x="14376" y="119434"/>
                  </a:lnTo>
                  <a:lnTo>
                    <a:pt x="13919" y="118976"/>
                  </a:lnTo>
                  <a:lnTo>
                    <a:pt x="13444" y="117972"/>
                  </a:lnTo>
                  <a:lnTo>
                    <a:pt x="13041" y="116871"/>
                  </a:lnTo>
                  <a:lnTo>
                    <a:pt x="12831" y="114639"/>
                  </a:lnTo>
                  <a:lnTo>
                    <a:pt x="11325" y="113625"/>
                  </a:lnTo>
                  <a:lnTo>
                    <a:pt x="9824" y="112990"/>
                  </a:lnTo>
                  <a:lnTo>
                    <a:pt x="9718" y="113313"/>
                  </a:lnTo>
                  <a:lnTo>
                    <a:pt x="9780" y="115564"/>
                  </a:lnTo>
                  <a:lnTo>
                    <a:pt x="9700" y="116766"/>
                  </a:lnTo>
                  <a:lnTo>
                    <a:pt x="8711" y="117510"/>
                  </a:lnTo>
                  <a:lnTo>
                    <a:pt x="7730" y="117581"/>
                  </a:lnTo>
                  <a:lnTo>
                    <a:pt x="7785" y="117207"/>
                  </a:lnTo>
                  <a:lnTo>
                    <a:pt x="8957" y="113156"/>
                  </a:lnTo>
                  <a:lnTo>
                    <a:pt x="9484" y="110603"/>
                  </a:lnTo>
                  <a:lnTo>
                    <a:pt x="10083" y="105946"/>
                  </a:lnTo>
                  <a:lnTo>
                    <a:pt x="9362" y="102270"/>
                  </a:lnTo>
                  <a:lnTo>
                    <a:pt x="9163" y="100550"/>
                  </a:lnTo>
                  <a:lnTo>
                    <a:pt x="8827" y="99723"/>
                  </a:lnTo>
                  <a:lnTo>
                    <a:pt x="6768" y="97934"/>
                  </a:lnTo>
                  <a:lnTo>
                    <a:pt x="6612" y="97312"/>
                  </a:lnTo>
                  <a:lnTo>
                    <a:pt x="6927" y="94883"/>
                  </a:lnTo>
                  <a:lnTo>
                    <a:pt x="6771" y="93861"/>
                  </a:lnTo>
                  <a:lnTo>
                    <a:pt x="6276" y="92783"/>
                  </a:lnTo>
                  <a:lnTo>
                    <a:pt x="5624" y="90638"/>
                  </a:lnTo>
                  <a:lnTo>
                    <a:pt x="5371" y="88818"/>
                  </a:lnTo>
                  <a:lnTo>
                    <a:pt x="6203" y="86677"/>
                  </a:lnTo>
                  <a:lnTo>
                    <a:pt x="6408" y="85106"/>
                  </a:lnTo>
                  <a:lnTo>
                    <a:pt x="6770" y="82953"/>
                  </a:lnTo>
                  <a:lnTo>
                    <a:pt x="7035" y="81773"/>
                  </a:lnTo>
                  <a:lnTo>
                    <a:pt x="7084" y="81447"/>
                  </a:lnTo>
                  <a:lnTo>
                    <a:pt x="6540" y="80609"/>
                  </a:lnTo>
                  <a:lnTo>
                    <a:pt x="6401" y="79431"/>
                  </a:lnTo>
                  <a:lnTo>
                    <a:pt x="6549" y="77735"/>
                  </a:lnTo>
                  <a:lnTo>
                    <a:pt x="6259" y="76478"/>
                  </a:lnTo>
                  <a:lnTo>
                    <a:pt x="5530" y="75661"/>
                  </a:lnTo>
                  <a:lnTo>
                    <a:pt x="5056" y="74582"/>
                  </a:lnTo>
                  <a:lnTo>
                    <a:pt x="4837" y="73237"/>
                  </a:lnTo>
                  <a:lnTo>
                    <a:pt x="5009" y="71126"/>
                  </a:lnTo>
                  <a:lnTo>
                    <a:pt x="5573" y="68248"/>
                  </a:lnTo>
                  <a:lnTo>
                    <a:pt x="4376" y="64788"/>
                  </a:lnTo>
                  <a:lnTo>
                    <a:pt x="1420" y="60742"/>
                  </a:lnTo>
                  <a:lnTo>
                    <a:pt x="0" y="57915"/>
                  </a:lnTo>
                  <a:lnTo>
                    <a:pt x="116" y="56300"/>
                  </a:lnTo>
                  <a:lnTo>
                    <a:pt x="738" y="54838"/>
                  </a:lnTo>
                  <a:lnTo>
                    <a:pt x="1868" y="53525"/>
                  </a:lnTo>
                  <a:lnTo>
                    <a:pt x="2724" y="51197"/>
                  </a:lnTo>
                  <a:lnTo>
                    <a:pt x="3205" y="48435"/>
                  </a:lnTo>
                  <a:lnTo>
                    <a:pt x="3221" y="47911"/>
                  </a:lnTo>
                  <a:lnTo>
                    <a:pt x="3246" y="45939"/>
                  </a:lnTo>
                  <a:lnTo>
                    <a:pt x="1931" y="37874"/>
                  </a:lnTo>
                  <a:lnTo>
                    <a:pt x="1717" y="35855"/>
                  </a:lnTo>
                  <a:lnTo>
                    <a:pt x="1561" y="33421"/>
                  </a:lnTo>
                  <a:lnTo>
                    <a:pt x="1479" y="32756"/>
                  </a:lnTo>
                  <a:lnTo>
                    <a:pt x="4076" y="34463"/>
                  </a:lnTo>
                  <a:lnTo>
                    <a:pt x="5165" y="35424"/>
                  </a:lnTo>
                  <a:lnTo>
                    <a:pt x="5030" y="34345"/>
                  </a:lnTo>
                  <a:lnTo>
                    <a:pt x="4809" y="33415"/>
                  </a:lnTo>
                  <a:lnTo>
                    <a:pt x="4954" y="32050"/>
                  </a:lnTo>
                  <a:lnTo>
                    <a:pt x="4880" y="29992"/>
                  </a:lnTo>
                  <a:lnTo>
                    <a:pt x="2523" y="28941"/>
                  </a:lnTo>
                  <a:lnTo>
                    <a:pt x="965" y="28586"/>
                  </a:lnTo>
                  <a:lnTo>
                    <a:pt x="790" y="27159"/>
                  </a:lnTo>
                  <a:lnTo>
                    <a:pt x="940" y="26234"/>
                  </a:lnTo>
                  <a:lnTo>
                    <a:pt x="1370" y="26778"/>
                  </a:lnTo>
                  <a:lnTo>
                    <a:pt x="2902" y="26992"/>
                  </a:lnTo>
                  <a:lnTo>
                    <a:pt x="6666" y="24226"/>
                  </a:lnTo>
                  <a:lnTo>
                    <a:pt x="13169" y="20633"/>
                  </a:lnTo>
                  <a:lnTo>
                    <a:pt x="20114" y="17263"/>
                  </a:lnTo>
                  <a:lnTo>
                    <a:pt x="21736" y="16896"/>
                  </a:lnTo>
                  <a:lnTo>
                    <a:pt x="23366" y="16187"/>
                  </a:lnTo>
                  <a:lnTo>
                    <a:pt x="23968" y="14926"/>
                  </a:lnTo>
                  <a:lnTo>
                    <a:pt x="24569" y="14081"/>
                  </a:lnTo>
                  <a:lnTo>
                    <a:pt x="25515" y="11858"/>
                  </a:lnTo>
                  <a:lnTo>
                    <a:pt x="27606" y="8402"/>
                  </a:lnTo>
                  <a:lnTo>
                    <a:pt x="31305" y="7144"/>
                  </a:lnTo>
                  <a:lnTo>
                    <a:pt x="32685" y="5505"/>
                  </a:lnTo>
                  <a:lnTo>
                    <a:pt x="35580" y="3210"/>
                  </a:lnTo>
                  <a:lnTo>
                    <a:pt x="42178" y="634"/>
                  </a:lnTo>
                  <a:lnTo>
                    <a:pt x="44933" y="69"/>
                  </a:lnTo>
                  <a:lnTo>
                    <a:pt x="47634" y="0"/>
                  </a:lnTo>
                  <a:lnTo>
                    <a:pt x="50038" y="2031"/>
                  </a:lnTo>
                  <a:lnTo>
                    <a:pt x="52583" y="4539"/>
                  </a:lnTo>
                  <a:lnTo>
                    <a:pt x="53041" y="6052"/>
                  </a:lnTo>
                  <a:lnTo>
                    <a:pt x="51663" y="5109"/>
                  </a:lnTo>
                  <a:lnTo>
                    <a:pt x="49656" y="2856"/>
                  </a:lnTo>
                  <a:lnTo>
                    <a:pt x="48914" y="2761"/>
                  </a:lnTo>
                  <a:lnTo>
                    <a:pt x="50628" y="9612"/>
                  </a:lnTo>
                  <a:lnTo>
                    <a:pt x="51565" y="12034"/>
                  </a:lnTo>
                  <a:lnTo>
                    <a:pt x="53459" y="13846"/>
                  </a:lnTo>
                  <a:lnTo>
                    <a:pt x="55047" y="14457"/>
                  </a:lnTo>
                  <a:lnTo>
                    <a:pt x="59939" y="13359"/>
                  </a:lnTo>
                  <a:lnTo>
                    <a:pt x="61677" y="1192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5"/>
            <p:cNvSpPr/>
            <p:nvPr/>
          </p:nvSpPr>
          <p:spPr>
            <a:xfrm>
              <a:off x="2397155" y="3098607"/>
              <a:ext cx="1063" cy="1724"/>
            </a:xfrm>
            <a:custGeom>
              <a:avLst/>
              <a:pathLst>
                <a:path w="1063" h="1724">
                  <a:moveTo>
                    <a:pt x="472" y="1724"/>
                  </a:moveTo>
                  <a:lnTo>
                    <a:pt x="399" y="1455"/>
                  </a:lnTo>
                  <a:lnTo>
                    <a:pt x="75" y="1011"/>
                  </a:lnTo>
                  <a:lnTo>
                    <a:pt x="0" y="605"/>
                  </a:lnTo>
                  <a:lnTo>
                    <a:pt x="73" y="177"/>
                  </a:lnTo>
                  <a:lnTo>
                    <a:pt x="205" y="7"/>
                  </a:lnTo>
                  <a:lnTo>
                    <a:pt x="929" y="0"/>
                  </a:lnTo>
                  <a:lnTo>
                    <a:pt x="1060" y="298"/>
                  </a:lnTo>
                  <a:lnTo>
                    <a:pt x="1063" y="507"/>
                  </a:lnTo>
                  <a:lnTo>
                    <a:pt x="999" y="712"/>
                  </a:lnTo>
                  <a:lnTo>
                    <a:pt x="884" y="1227"/>
                  </a:lnTo>
                  <a:lnTo>
                    <a:pt x="836" y="1357"/>
                  </a:lnTo>
                  <a:lnTo>
                    <a:pt x="797" y="14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2424009" y="3097310"/>
              <a:ext cx="3149" cy="1936"/>
            </a:xfrm>
            <a:custGeom>
              <a:avLst/>
              <a:pathLst>
                <a:path w="3149" h="1936">
                  <a:moveTo>
                    <a:pt x="1665" y="1755"/>
                  </a:moveTo>
                  <a:lnTo>
                    <a:pt x="774" y="1936"/>
                  </a:lnTo>
                  <a:lnTo>
                    <a:pt x="194" y="1695"/>
                  </a:lnTo>
                  <a:lnTo>
                    <a:pt x="0" y="819"/>
                  </a:lnTo>
                  <a:lnTo>
                    <a:pt x="1079" y="0"/>
                  </a:lnTo>
                  <a:lnTo>
                    <a:pt x="2339" y="116"/>
                  </a:lnTo>
                  <a:lnTo>
                    <a:pt x="3060" y="610"/>
                  </a:lnTo>
                  <a:lnTo>
                    <a:pt x="3149" y="93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2404797" y="3086758"/>
              <a:ext cx="18659" cy="16987"/>
            </a:xfrm>
            <a:custGeom>
              <a:avLst/>
              <a:pathLst>
                <a:path w="18659" h="16987">
                  <a:moveTo>
                    <a:pt x="12884" y="2282"/>
                  </a:moveTo>
                  <a:lnTo>
                    <a:pt x="13235" y="2865"/>
                  </a:lnTo>
                  <a:lnTo>
                    <a:pt x="13577" y="2781"/>
                  </a:lnTo>
                  <a:lnTo>
                    <a:pt x="13301" y="1571"/>
                  </a:lnTo>
                  <a:lnTo>
                    <a:pt x="13554" y="1571"/>
                  </a:lnTo>
                  <a:lnTo>
                    <a:pt x="15730" y="2314"/>
                  </a:lnTo>
                  <a:lnTo>
                    <a:pt x="17129" y="3562"/>
                  </a:lnTo>
                  <a:lnTo>
                    <a:pt x="18569" y="4159"/>
                  </a:lnTo>
                  <a:lnTo>
                    <a:pt x="18659" y="8268"/>
                  </a:lnTo>
                  <a:lnTo>
                    <a:pt x="17551" y="9913"/>
                  </a:lnTo>
                  <a:lnTo>
                    <a:pt x="16826" y="11629"/>
                  </a:lnTo>
                  <a:lnTo>
                    <a:pt x="16237" y="13735"/>
                  </a:lnTo>
                  <a:lnTo>
                    <a:pt x="14685" y="16187"/>
                  </a:lnTo>
                  <a:lnTo>
                    <a:pt x="12815" y="16922"/>
                  </a:lnTo>
                  <a:lnTo>
                    <a:pt x="11571" y="16987"/>
                  </a:lnTo>
                  <a:lnTo>
                    <a:pt x="11107" y="16908"/>
                  </a:lnTo>
                  <a:lnTo>
                    <a:pt x="10654" y="16488"/>
                  </a:lnTo>
                  <a:lnTo>
                    <a:pt x="9714" y="16889"/>
                  </a:lnTo>
                  <a:lnTo>
                    <a:pt x="8553" y="15813"/>
                  </a:lnTo>
                  <a:lnTo>
                    <a:pt x="7558" y="16083"/>
                  </a:lnTo>
                  <a:lnTo>
                    <a:pt x="5582" y="15826"/>
                  </a:lnTo>
                  <a:lnTo>
                    <a:pt x="4842" y="16756"/>
                  </a:lnTo>
                  <a:lnTo>
                    <a:pt x="4134" y="16969"/>
                  </a:lnTo>
                  <a:lnTo>
                    <a:pt x="3438" y="16795"/>
                  </a:lnTo>
                  <a:lnTo>
                    <a:pt x="2847" y="16378"/>
                  </a:lnTo>
                  <a:lnTo>
                    <a:pt x="1381" y="16413"/>
                  </a:lnTo>
                  <a:lnTo>
                    <a:pt x="762" y="15601"/>
                  </a:lnTo>
                  <a:lnTo>
                    <a:pt x="1019" y="10922"/>
                  </a:lnTo>
                  <a:lnTo>
                    <a:pt x="1040" y="8804"/>
                  </a:lnTo>
                  <a:lnTo>
                    <a:pt x="680" y="7055"/>
                  </a:lnTo>
                  <a:lnTo>
                    <a:pt x="285" y="5954"/>
                  </a:lnTo>
                  <a:lnTo>
                    <a:pt x="0" y="4656"/>
                  </a:lnTo>
                  <a:lnTo>
                    <a:pt x="575" y="3798"/>
                  </a:lnTo>
                  <a:lnTo>
                    <a:pt x="1048" y="2552"/>
                  </a:lnTo>
                  <a:lnTo>
                    <a:pt x="1197" y="678"/>
                  </a:lnTo>
                  <a:lnTo>
                    <a:pt x="1715" y="217"/>
                  </a:lnTo>
                  <a:lnTo>
                    <a:pt x="2321" y="0"/>
                  </a:lnTo>
                  <a:lnTo>
                    <a:pt x="5123" y="875"/>
                  </a:lnTo>
                  <a:lnTo>
                    <a:pt x="12212" y="1370"/>
                  </a:lnTo>
                  <a:lnTo>
                    <a:pt x="12615" y="152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8"/>
            <p:cNvSpPr/>
            <p:nvPr/>
          </p:nvSpPr>
          <p:spPr>
            <a:xfrm>
              <a:off x="4586296" y="2463697"/>
              <a:ext cx="1004" cy="2962"/>
            </a:xfrm>
            <a:custGeom>
              <a:avLst/>
              <a:pathLst>
                <a:path w="1004" h="2962">
                  <a:moveTo>
                    <a:pt x="671" y="2113"/>
                  </a:moveTo>
                  <a:lnTo>
                    <a:pt x="32" y="2962"/>
                  </a:lnTo>
                  <a:lnTo>
                    <a:pt x="0" y="1445"/>
                  </a:lnTo>
                  <a:lnTo>
                    <a:pt x="493" y="168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580647" y="2363516"/>
              <a:ext cx="71978" cy="155992"/>
            </a:xfrm>
            <a:custGeom>
              <a:avLst/>
              <a:pathLst>
                <a:path w="71978" h="155992">
                  <a:moveTo>
                    <a:pt x="70157" y="13673"/>
                  </a:moveTo>
                  <a:lnTo>
                    <a:pt x="70466" y="15467"/>
                  </a:lnTo>
                  <a:lnTo>
                    <a:pt x="71191" y="17212"/>
                  </a:lnTo>
                  <a:lnTo>
                    <a:pt x="71572" y="18486"/>
                  </a:lnTo>
                  <a:lnTo>
                    <a:pt x="71645" y="19808"/>
                  </a:lnTo>
                  <a:lnTo>
                    <a:pt x="71978" y="20554"/>
                  </a:lnTo>
                  <a:lnTo>
                    <a:pt x="71401" y="21372"/>
                  </a:lnTo>
                  <a:lnTo>
                    <a:pt x="70637" y="20874"/>
                  </a:lnTo>
                  <a:lnTo>
                    <a:pt x="69369" y="20579"/>
                  </a:lnTo>
                  <a:lnTo>
                    <a:pt x="67747" y="23167"/>
                  </a:lnTo>
                  <a:lnTo>
                    <a:pt x="66850" y="24080"/>
                  </a:lnTo>
                  <a:lnTo>
                    <a:pt x="66216" y="26628"/>
                  </a:lnTo>
                  <a:lnTo>
                    <a:pt x="64949" y="28142"/>
                  </a:lnTo>
                  <a:lnTo>
                    <a:pt x="64257" y="29755"/>
                  </a:lnTo>
                  <a:lnTo>
                    <a:pt x="63358" y="32545"/>
                  </a:lnTo>
                  <a:lnTo>
                    <a:pt x="62769" y="35240"/>
                  </a:lnTo>
                  <a:lnTo>
                    <a:pt x="61407" y="37996"/>
                  </a:lnTo>
                  <a:lnTo>
                    <a:pt x="60611" y="41462"/>
                  </a:lnTo>
                  <a:lnTo>
                    <a:pt x="60567" y="44436"/>
                  </a:lnTo>
                  <a:lnTo>
                    <a:pt x="61436" y="47474"/>
                  </a:lnTo>
                  <a:lnTo>
                    <a:pt x="61514" y="50064"/>
                  </a:lnTo>
                  <a:lnTo>
                    <a:pt x="60904" y="55388"/>
                  </a:lnTo>
                  <a:lnTo>
                    <a:pt x="61244" y="61044"/>
                  </a:lnTo>
                  <a:lnTo>
                    <a:pt x="60865" y="63259"/>
                  </a:lnTo>
                  <a:lnTo>
                    <a:pt x="56691" y="67130"/>
                  </a:lnTo>
                  <a:lnTo>
                    <a:pt x="55601" y="69059"/>
                  </a:lnTo>
                  <a:lnTo>
                    <a:pt x="54064" y="74081"/>
                  </a:lnTo>
                  <a:lnTo>
                    <a:pt x="52196" y="75948"/>
                  </a:lnTo>
                  <a:lnTo>
                    <a:pt x="51035" y="77999"/>
                  </a:lnTo>
                  <a:lnTo>
                    <a:pt x="49427" y="79209"/>
                  </a:lnTo>
                  <a:lnTo>
                    <a:pt x="48398" y="82744"/>
                  </a:lnTo>
                  <a:lnTo>
                    <a:pt x="47268" y="84744"/>
                  </a:lnTo>
                  <a:lnTo>
                    <a:pt x="45925" y="85963"/>
                  </a:lnTo>
                  <a:lnTo>
                    <a:pt x="44920" y="87530"/>
                  </a:lnTo>
                  <a:lnTo>
                    <a:pt x="42670" y="87629"/>
                  </a:lnTo>
                  <a:lnTo>
                    <a:pt x="41083" y="88722"/>
                  </a:lnTo>
                  <a:lnTo>
                    <a:pt x="39953" y="91667"/>
                  </a:lnTo>
                  <a:lnTo>
                    <a:pt x="36559" y="95034"/>
                  </a:lnTo>
                  <a:lnTo>
                    <a:pt x="36096" y="97583"/>
                  </a:lnTo>
                  <a:lnTo>
                    <a:pt x="36321" y="101511"/>
                  </a:lnTo>
                  <a:lnTo>
                    <a:pt x="36340" y="104516"/>
                  </a:lnTo>
                  <a:lnTo>
                    <a:pt x="36044" y="106989"/>
                  </a:lnTo>
                  <a:lnTo>
                    <a:pt x="35301" y="106292"/>
                  </a:lnTo>
                  <a:lnTo>
                    <a:pt x="34902" y="107102"/>
                  </a:lnTo>
                  <a:lnTo>
                    <a:pt x="34462" y="109390"/>
                  </a:lnTo>
                  <a:lnTo>
                    <a:pt x="34587" y="111997"/>
                  </a:lnTo>
                  <a:lnTo>
                    <a:pt x="35750" y="112837"/>
                  </a:lnTo>
                  <a:lnTo>
                    <a:pt x="36704" y="113908"/>
                  </a:lnTo>
                  <a:lnTo>
                    <a:pt x="38044" y="114446"/>
                  </a:lnTo>
                  <a:lnTo>
                    <a:pt x="39034" y="115655"/>
                  </a:lnTo>
                  <a:lnTo>
                    <a:pt x="41141" y="121155"/>
                  </a:lnTo>
                  <a:lnTo>
                    <a:pt x="42860" y="123566"/>
                  </a:lnTo>
                  <a:lnTo>
                    <a:pt x="43308" y="124460"/>
                  </a:lnTo>
                  <a:lnTo>
                    <a:pt x="44295" y="125670"/>
                  </a:lnTo>
                  <a:lnTo>
                    <a:pt x="45204" y="127570"/>
                  </a:lnTo>
                  <a:lnTo>
                    <a:pt x="45716" y="129268"/>
                  </a:lnTo>
                  <a:lnTo>
                    <a:pt x="45317" y="129728"/>
                  </a:lnTo>
                  <a:lnTo>
                    <a:pt x="44634" y="132213"/>
                  </a:lnTo>
                  <a:lnTo>
                    <a:pt x="43996" y="135368"/>
                  </a:lnTo>
                  <a:lnTo>
                    <a:pt x="43378" y="137072"/>
                  </a:lnTo>
                  <a:lnTo>
                    <a:pt x="42669" y="138017"/>
                  </a:lnTo>
                  <a:lnTo>
                    <a:pt x="41905" y="138573"/>
                  </a:lnTo>
                  <a:lnTo>
                    <a:pt x="40387" y="138812"/>
                  </a:lnTo>
                  <a:lnTo>
                    <a:pt x="39017" y="138597"/>
                  </a:lnTo>
                  <a:lnTo>
                    <a:pt x="38573" y="138257"/>
                  </a:lnTo>
                  <a:lnTo>
                    <a:pt x="36687" y="138456"/>
                  </a:lnTo>
                  <a:lnTo>
                    <a:pt x="36156" y="138678"/>
                  </a:lnTo>
                  <a:lnTo>
                    <a:pt x="33446" y="138433"/>
                  </a:lnTo>
                  <a:lnTo>
                    <a:pt x="32032" y="138691"/>
                  </a:lnTo>
                  <a:lnTo>
                    <a:pt x="31133" y="139301"/>
                  </a:lnTo>
                  <a:lnTo>
                    <a:pt x="30217" y="140583"/>
                  </a:lnTo>
                  <a:lnTo>
                    <a:pt x="29426" y="142502"/>
                  </a:lnTo>
                  <a:lnTo>
                    <a:pt x="28732" y="144556"/>
                  </a:lnTo>
                  <a:lnTo>
                    <a:pt x="27317" y="148312"/>
                  </a:lnTo>
                  <a:lnTo>
                    <a:pt x="26323" y="150137"/>
                  </a:lnTo>
                  <a:lnTo>
                    <a:pt x="26320" y="152774"/>
                  </a:lnTo>
                  <a:lnTo>
                    <a:pt x="26298" y="153578"/>
                  </a:lnTo>
                  <a:lnTo>
                    <a:pt x="25950" y="154136"/>
                  </a:lnTo>
                  <a:lnTo>
                    <a:pt x="25829" y="153890"/>
                  </a:lnTo>
                  <a:lnTo>
                    <a:pt x="25255" y="153694"/>
                  </a:lnTo>
                  <a:lnTo>
                    <a:pt x="22952" y="151284"/>
                  </a:lnTo>
                  <a:lnTo>
                    <a:pt x="21058" y="152757"/>
                  </a:lnTo>
                  <a:lnTo>
                    <a:pt x="20580" y="154672"/>
                  </a:lnTo>
                  <a:lnTo>
                    <a:pt x="20077" y="155286"/>
                  </a:lnTo>
                  <a:lnTo>
                    <a:pt x="19323" y="151537"/>
                  </a:lnTo>
                  <a:lnTo>
                    <a:pt x="18089" y="151422"/>
                  </a:lnTo>
                  <a:lnTo>
                    <a:pt x="16130" y="148123"/>
                  </a:lnTo>
                  <a:lnTo>
                    <a:pt x="15288" y="148792"/>
                  </a:lnTo>
                  <a:lnTo>
                    <a:pt x="15074" y="150121"/>
                  </a:lnTo>
                  <a:lnTo>
                    <a:pt x="14000" y="153155"/>
                  </a:lnTo>
                  <a:lnTo>
                    <a:pt x="12498" y="155662"/>
                  </a:lnTo>
                  <a:lnTo>
                    <a:pt x="12014" y="155992"/>
                  </a:lnTo>
                  <a:lnTo>
                    <a:pt x="11459" y="155822"/>
                  </a:lnTo>
                  <a:lnTo>
                    <a:pt x="11539" y="155129"/>
                  </a:lnTo>
                  <a:lnTo>
                    <a:pt x="10925" y="152314"/>
                  </a:lnTo>
                  <a:lnTo>
                    <a:pt x="8554" y="151174"/>
                  </a:lnTo>
                  <a:lnTo>
                    <a:pt x="7700" y="149977"/>
                  </a:lnTo>
                  <a:lnTo>
                    <a:pt x="7269" y="149716"/>
                  </a:lnTo>
                  <a:lnTo>
                    <a:pt x="9590" y="146573"/>
                  </a:lnTo>
                  <a:lnTo>
                    <a:pt x="10197" y="146010"/>
                  </a:lnTo>
                  <a:lnTo>
                    <a:pt x="9744" y="145280"/>
                  </a:lnTo>
                  <a:lnTo>
                    <a:pt x="9243" y="144923"/>
                  </a:lnTo>
                  <a:lnTo>
                    <a:pt x="7339" y="145390"/>
                  </a:lnTo>
                  <a:lnTo>
                    <a:pt x="6340" y="144361"/>
                  </a:lnTo>
                  <a:lnTo>
                    <a:pt x="4892" y="144690"/>
                  </a:lnTo>
                  <a:lnTo>
                    <a:pt x="3886" y="143872"/>
                  </a:lnTo>
                  <a:lnTo>
                    <a:pt x="5971" y="140793"/>
                  </a:lnTo>
                  <a:lnTo>
                    <a:pt x="6064" y="138974"/>
                  </a:lnTo>
                  <a:lnTo>
                    <a:pt x="6040" y="137595"/>
                  </a:lnTo>
                  <a:lnTo>
                    <a:pt x="7098" y="133503"/>
                  </a:lnTo>
                  <a:lnTo>
                    <a:pt x="8161" y="131239"/>
                  </a:lnTo>
                  <a:lnTo>
                    <a:pt x="10913" y="128029"/>
                  </a:lnTo>
                  <a:lnTo>
                    <a:pt x="12112" y="127584"/>
                  </a:lnTo>
                  <a:lnTo>
                    <a:pt x="12981" y="127711"/>
                  </a:lnTo>
                  <a:lnTo>
                    <a:pt x="13693" y="127413"/>
                  </a:lnTo>
                  <a:lnTo>
                    <a:pt x="12945" y="126185"/>
                  </a:lnTo>
                  <a:lnTo>
                    <a:pt x="12213" y="125620"/>
                  </a:lnTo>
                  <a:lnTo>
                    <a:pt x="10790" y="125736"/>
                  </a:lnTo>
                  <a:lnTo>
                    <a:pt x="9313" y="123888"/>
                  </a:lnTo>
                  <a:lnTo>
                    <a:pt x="9183" y="121937"/>
                  </a:lnTo>
                  <a:lnTo>
                    <a:pt x="12048" y="109620"/>
                  </a:lnTo>
                  <a:lnTo>
                    <a:pt x="12088" y="108500"/>
                  </a:lnTo>
                  <a:lnTo>
                    <a:pt x="11639" y="105505"/>
                  </a:lnTo>
                  <a:lnTo>
                    <a:pt x="11494" y="102580"/>
                  </a:lnTo>
                  <a:lnTo>
                    <a:pt x="9441" y="100899"/>
                  </a:lnTo>
                  <a:lnTo>
                    <a:pt x="8533" y="100697"/>
                  </a:lnTo>
                  <a:lnTo>
                    <a:pt x="5896" y="97403"/>
                  </a:lnTo>
                  <a:lnTo>
                    <a:pt x="4844" y="95741"/>
                  </a:lnTo>
                  <a:lnTo>
                    <a:pt x="4431" y="96230"/>
                  </a:lnTo>
                  <a:lnTo>
                    <a:pt x="4355" y="98869"/>
                  </a:lnTo>
                  <a:lnTo>
                    <a:pt x="3980" y="99455"/>
                  </a:lnTo>
                  <a:lnTo>
                    <a:pt x="3289" y="99966"/>
                  </a:lnTo>
                  <a:lnTo>
                    <a:pt x="2940" y="96956"/>
                  </a:lnTo>
                  <a:lnTo>
                    <a:pt x="2370" y="94780"/>
                  </a:lnTo>
                  <a:lnTo>
                    <a:pt x="626" y="92565"/>
                  </a:lnTo>
                  <a:lnTo>
                    <a:pt x="0" y="91343"/>
                  </a:lnTo>
                  <a:lnTo>
                    <a:pt x="300" y="88706"/>
                  </a:lnTo>
                  <a:lnTo>
                    <a:pt x="152" y="88472"/>
                  </a:lnTo>
                  <a:lnTo>
                    <a:pt x="431" y="85511"/>
                  </a:lnTo>
                  <a:lnTo>
                    <a:pt x="1503" y="83225"/>
                  </a:lnTo>
                  <a:lnTo>
                    <a:pt x="4130" y="79159"/>
                  </a:lnTo>
                  <a:lnTo>
                    <a:pt x="4807" y="77253"/>
                  </a:lnTo>
                  <a:lnTo>
                    <a:pt x="6140" y="75005"/>
                  </a:lnTo>
                  <a:lnTo>
                    <a:pt x="6741" y="75054"/>
                  </a:lnTo>
                  <a:lnTo>
                    <a:pt x="7361" y="74859"/>
                  </a:lnTo>
                  <a:lnTo>
                    <a:pt x="7548" y="73881"/>
                  </a:lnTo>
                  <a:lnTo>
                    <a:pt x="7691" y="73112"/>
                  </a:lnTo>
                  <a:lnTo>
                    <a:pt x="8224" y="72415"/>
                  </a:lnTo>
                  <a:lnTo>
                    <a:pt x="9507" y="71175"/>
                  </a:lnTo>
                  <a:lnTo>
                    <a:pt x="10967" y="69544"/>
                  </a:lnTo>
                  <a:lnTo>
                    <a:pt x="12130" y="69092"/>
                  </a:lnTo>
                  <a:lnTo>
                    <a:pt x="13557" y="66649"/>
                  </a:lnTo>
                  <a:lnTo>
                    <a:pt x="14140" y="65575"/>
                  </a:lnTo>
                  <a:lnTo>
                    <a:pt x="14722" y="65575"/>
                  </a:lnTo>
                  <a:lnTo>
                    <a:pt x="14881" y="65074"/>
                  </a:lnTo>
                  <a:lnTo>
                    <a:pt x="15212" y="63810"/>
                  </a:lnTo>
                  <a:lnTo>
                    <a:pt x="15666" y="62982"/>
                  </a:lnTo>
                  <a:lnTo>
                    <a:pt x="16299" y="62824"/>
                  </a:lnTo>
                  <a:lnTo>
                    <a:pt x="17331" y="62227"/>
                  </a:lnTo>
                  <a:lnTo>
                    <a:pt x="18627" y="61861"/>
                  </a:lnTo>
                  <a:lnTo>
                    <a:pt x="19510" y="59809"/>
                  </a:lnTo>
                  <a:lnTo>
                    <a:pt x="19809" y="58343"/>
                  </a:lnTo>
                  <a:lnTo>
                    <a:pt x="20393" y="56730"/>
                  </a:lnTo>
                  <a:lnTo>
                    <a:pt x="21631" y="54971"/>
                  </a:lnTo>
                  <a:lnTo>
                    <a:pt x="22484" y="52374"/>
                  </a:lnTo>
                  <a:lnTo>
                    <a:pt x="23428" y="49548"/>
                  </a:lnTo>
                  <a:lnTo>
                    <a:pt x="23878" y="48646"/>
                  </a:lnTo>
                  <a:lnTo>
                    <a:pt x="24321" y="48463"/>
                  </a:lnTo>
                  <a:lnTo>
                    <a:pt x="24583" y="47401"/>
                  </a:lnTo>
                  <a:lnTo>
                    <a:pt x="24885" y="44400"/>
                  </a:lnTo>
                  <a:lnTo>
                    <a:pt x="25319" y="41481"/>
                  </a:lnTo>
                  <a:lnTo>
                    <a:pt x="25579" y="40103"/>
                  </a:lnTo>
                  <a:lnTo>
                    <a:pt x="26666" y="38598"/>
                  </a:lnTo>
                  <a:lnTo>
                    <a:pt x="26945" y="37869"/>
                  </a:lnTo>
                  <a:lnTo>
                    <a:pt x="27189" y="37624"/>
                  </a:lnTo>
                  <a:lnTo>
                    <a:pt x="27696" y="37820"/>
                  </a:lnTo>
                  <a:lnTo>
                    <a:pt x="28373" y="36940"/>
                  </a:lnTo>
                  <a:lnTo>
                    <a:pt x="29011" y="35963"/>
                  </a:lnTo>
                  <a:lnTo>
                    <a:pt x="29594" y="36305"/>
                  </a:lnTo>
                  <a:lnTo>
                    <a:pt x="30186" y="37116"/>
                  </a:lnTo>
                  <a:lnTo>
                    <a:pt x="30803" y="38732"/>
                  </a:lnTo>
                  <a:lnTo>
                    <a:pt x="31076" y="40019"/>
                  </a:lnTo>
                  <a:lnTo>
                    <a:pt x="31565" y="41094"/>
                  </a:lnTo>
                  <a:lnTo>
                    <a:pt x="31659" y="42657"/>
                  </a:lnTo>
                  <a:lnTo>
                    <a:pt x="32148" y="43342"/>
                  </a:lnTo>
                  <a:lnTo>
                    <a:pt x="33182" y="43682"/>
                  </a:lnTo>
                  <a:lnTo>
                    <a:pt x="34880" y="44747"/>
                  </a:lnTo>
                  <a:lnTo>
                    <a:pt x="35978" y="44808"/>
                  </a:lnTo>
                  <a:lnTo>
                    <a:pt x="36604" y="45606"/>
                  </a:lnTo>
                  <a:lnTo>
                    <a:pt x="37916" y="46041"/>
                  </a:lnTo>
                  <a:lnTo>
                    <a:pt x="40539" y="45417"/>
                  </a:lnTo>
                  <a:lnTo>
                    <a:pt x="41611" y="45785"/>
                  </a:lnTo>
                  <a:lnTo>
                    <a:pt x="42061" y="46762"/>
                  </a:lnTo>
                  <a:lnTo>
                    <a:pt x="42726" y="47541"/>
                  </a:lnTo>
                  <a:lnTo>
                    <a:pt x="43159" y="47585"/>
                  </a:lnTo>
                  <a:lnTo>
                    <a:pt x="43737" y="46248"/>
                  </a:lnTo>
                  <a:lnTo>
                    <a:pt x="44357" y="44075"/>
                  </a:lnTo>
                  <a:lnTo>
                    <a:pt x="44766" y="42413"/>
                  </a:lnTo>
                  <a:lnTo>
                    <a:pt x="44747" y="41094"/>
                  </a:lnTo>
                  <a:lnTo>
                    <a:pt x="44390" y="39677"/>
                  </a:lnTo>
                  <a:lnTo>
                    <a:pt x="43526" y="38357"/>
                  </a:lnTo>
                  <a:lnTo>
                    <a:pt x="42961" y="36315"/>
                  </a:lnTo>
                  <a:lnTo>
                    <a:pt x="42418" y="34205"/>
                  </a:lnTo>
                  <a:lnTo>
                    <a:pt x="42099" y="33519"/>
                  </a:lnTo>
                  <a:lnTo>
                    <a:pt x="41836" y="32493"/>
                  </a:lnTo>
                  <a:lnTo>
                    <a:pt x="41789" y="30924"/>
                  </a:lnTo>
                  <a:lnTo>
                    <a:pt x="41976" y="29863"/>
                  </a:lnTo>
                  <a:lnTo>
                    <a:pt x="43281" y="29150"/>
                  </a:lnTo>
                  <a:lnTo>
                    <a:pt x="44958" y="28736"/>
                  </a:lnTo>
                  <a:lnTo>
                    <a:pt x="46314" y="29176"/>
                  </a:lnTo>
                  <a:lnTo>
                    <a:pt x="48580" y="28878"/>
                  </a:lnTo>
                  <a:lnTo>
                    <a:pt x="49968" y="28292"/>
                  </a:lnTo>
                  <a:lnTo>
                    <a:pt x="50999" y="28376"/>
                  </a:lnTo>
                  <a:lnTo>
                    <a:pt x="51949" y="28364"/>
                  </a:lnTo>
                  <a:lnTo>
                    <a:pt x="52371" y="27461"/>
                  </a:lnTo>
                  <a:lnTo>
                    <a:pt x="53695" y="25286"/>
                  </a:lnTo>
                  <a:lnTo>
                    <a:pt x="54336" y="24515"/>
                  </a:lnTo>
                  <a:lnTo>
                    <a:pt x="55038" y="23039"/>
                  </a:lnTo>
                  <a:lnTo>
                    <a:pt x="55150" y="21499"/>
                  </a:lnTo>
                  <a:lnTo>
                    <a:pt x="55291" y="20254"/>
                  </a:lnTo>
                  <a:lnTo>
                    <a:pt x="55686" y="18919"/>
                  </a:lnTo>
                  <a:lnTo>
                    <a:pt x="56380" y="17273"/>
                  </a:lnTo>
                  <a:lnTo>
                    <a:pt x="56972" y="16516"/>
                  </a:lnTo>
                  <a:lnTo>
                    <a:pt x="57628" y="16614"/>
                  </a:lnTo>
                  <a:lnTo>
                    <a:pt x="58324" y="17370"/>
                  </a:lnTo>
                  <a:lnTo>
                    <a:pt x="58765" y="18127"/>
                  </a:lnTo>
                  <a:lnTo>
                    <a:pt x="59263" y="17908"/>
                  </a:lnTo>
                  <a:lnTo>
                    <a:pt x="59676" y="16614"/>
                  </a:lnTo>
                  <a:lnTo>
                    <a:pt x="59948" y="16366"/>
                  </a:lnTo>
                  <a:lnTo>
                    <a:pt x="60742" y="16252"/>
                  </a:lnTo>
                  <a:lnTo>
                    <a:pt x="60991" y="15458"/>
                  </a:lnTo>
                  <a:lnTo>
                    <a:pt x="61294" y="11652"/>
                  </a:lnTo>
                  <a:lnTo>
                    <a:pt x="61601" y="8648"/>
                  </a:lnTo>
                  <a:lnTo>
                    <a:pt x="61666" y="6547"/>
                  </a:lnTo>
                  <a:lnTo>
                    <a:pt x="62374" y="3070"/>
                  </a:lnTo>
                  <a:lnTo>
                    <a:pt x="62595" y="976"/>
                  </a:lnTo>
                  <a:lnTo>
                    <a:pt x="63018" y="0"/>
                  </a:lnTo>
                  <a:lnTo>
                    <a:pt x="63506" y="73"/>
                  </a:lnTo>
                  <a:lnTo>
                    <a:pt x="63912" y="688"/>
                  </a:lnTo>
                  <a:lnTo>
                    <a:pt x="64426" y="1050"/>
                  </a:lnTo>
                  <a:lnTo>
                    <a:pt x="65112" y="708"/>
                  </a:lnTo>
                  <a:lnTo>
                    <a:pt x="65591" y="1245"/>
                  </a:lnTo>
                  <a:lnTo>
                    <a:pt x="65891" y="2369"/>
                  </a:lnTo>
                  <a:lnTo>
                    <a:pt x="66902" y="3142"/>
                  </a:lnTo>
                  <a:lnTo>
                    <a:pt x="66999" y="3709"/>
                  </a:lnTo>
                  <a:lnTo>
                    <a:pt x="66974" y="7485"/>
                  </a:lnTo>
                  <a:lnTo>
                    <a:pt x="67530" y="9254"/>
                  </a:lnTo>
                  <a:lnTo>
                    <a:pt x="68270" y="10852"/>
                  </a:lnTo>
                  <a:lnTo>
                    <a:pt x="69287" y="12305"/>
                  </a:lnTo>
                  <a:lnTo>
                    <a:pt x="69831" y="126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2972832" y="2662834"/>
              <a:ext cx="6220" cy="6510"/>
            </a:xfrm>
            <a:custGeom>
              <a:avLst/>
              <a:pathLst>
                <a:path w="6220" h="6510">
                  <a:moveTo>
                    <a:pt x="569" y="0"/>
                  </a:moveTo>
                  <a:lnTo>
                    <a:pt x="2118" y="1558"/>
                  </a:lnTo>
                  <a:lnTo>
                    <a:pt x="3540" y="803"/>
                  </a:lnTo>
                  <a:lnTo>
                    <a:pt x="5303" y="2809"/>
                  </a:lnTo>
                  <a:lnTo>
                    <a:pt x="6220" y="3267"/>
                  </a:lnTo>
                  <a:lnTo>
                    <a:pt x="5402" y="4694"/>
                  </a:lnTo>
                  <a:lnTo>
                    <a:pt x="4583" y="6510"/>
                  </a:lnTo>
                  <a:lnTo>
                    <a:pt x="2529" y="6081"/>
                  </a:lnTo>
                  <a:lnTo>
                    <a:pt x="792" y="4335"/>
                  </a:lnTo>
                  <a:lnTo>
                    <a:pt x="170" y="3006"/>
                  </a:lnTo>
                  <a:lnTo>
                    <a:pt x="0" y="180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1"/>
            <p:cNvSpPr/>
            <p:nvPr/>
          </p:nvSpPr>
          <p:spPr>
            <a:xfrm>
              <a:off x="2882472" y="2540045"/>
              <a:ext cx="1942" cy="2437"/>
            </a:xfrm>
            <a:custGeom>
              <a:avLst/>
              <a:pathLst>
                <a:path w="1942" h="2437">
                  <a:moveTo>
                    <a:pt x="1942" y="1893"/>
                  </a:moveTo>
                  <a:lnTo>
                    <a:pt x="1894" y="2437"/>
                  </a:lnTo>
                  <a:lnTo>
                    <a:pt x="1249" y="2220"/>
                  </a:lnTo>
                  <a:lnTo>
                    <a:pt x="436" y="2383"/>
                  </a:lnTo>
                  <a:lnTo>
                    <a:pt x="0" y="812"/>
                  </a:lnTo>
                  <a:lnTo>
                    <a:pt x="395" y="161"/>
                  </a:lnTo>
                  <a:lnTo>
                    <a:pt x="1311" y="0"/>
                  </a:lnTo>
                  <a:lnTo>
                    <a:pt x="1749" y="704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2"/>
            <p:cNvSpPr/>
            <p:nvPr/>
          </p:nvSpPr>
          <p:spPr>
            <a:xfrm>
              <a:off x="2875097" y="2513832"/>
              <a:ext cx="7561" cy="5785"/>
            </a:xfrm>
            <a:custGeom>
              <a:avLst/>
              <a:pathLst>
                <a:path w="7561" h="5785">
                  <a:moveTo>
                    <a:pt x="2258" y="2074"/>
                  </a:moveTo>
                  <a:lnTo>
                    <a:pt x="2979" y="2278"/>
                  </a:lnTo>
                  <a:lnTo>
                    <a:pt x="6600" y="1846"/>
                  </a:lnTo>
                  <a:lnTo>
                    <a:pt x="7561" y="2164"/>
                  </a:lnTo>
                  <a:lnTo>
                    <a:pt x="7462" y="4337"/>
                  </a:lnTo>
                  <a:lnTo>
                    <a:pt x="6776" y="5204"/>
                  </a:lnTo>
                  <a:lnTo>
                    <a:pt x="4642" y="5785"/>
                  </a:lnTo>
                  <a:lnTo>
                    <a:pt x="1287" y="4380"/>
                  </a:lnTo>
                  <a:lnTo>
                    <a:pt x="160" y="2513"/>
                  </a:lnTo>
                  <a:lnTo>
                    <a:pt x="0" y="1144"/>
                  </a:lnTo>
                  <a:lnTo>
                    <a:pt x="22" y="504"/>
                  </a:lnTo>
                  <a:lnTo>
                    <a:pt x="728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2844427" y="2494855"/>
              <a:ext cx="5496" cy="4984"/>
            </a:xfrm>
            <a:custGeom>
              <a:avLst/>
              <a:pathLst>
                <a:path w="5496" h="4984">
                  <a:moveTo>
                    <a:pt x="4559" y="2975"/>
                  </a:moveTo>
                  <a:lnTo>
                    <a:pt x="5496" y="4155"/>
                  </a:lnTo>
                  <a:lnTo>
                    <a:pt x="4077" y="4409"/>
                  </a:lnTo>
                  <a:lnTo>
                    <a:pt x="3607" y="4984"/>
                  </a:lnTo>
                  <a:lnTo>
                    <a:pt x="2457" y="4150"/>
                  </a:lnTo>
                  <a:lnTo>
                    <a:pt x="1071" y="4276"/>
                  </a:lnTo>
                  <a:lnTo>
                    <a:pt x="200" y="2683"/>
                  </a:lnTo>
                  <a:lnTo>
                    <a:pt x="0" y="1028"/>
                  </a:lnTo>
                  <a:lnTo>
                    <a:pt x="438" y="10"/>
                  </a:lnTo>
                  <a:lnTo>
                    <a:pt x="1665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2841097" y="2492340"/>
              <a:ext cx="2682" cy="3431"/>
            </a:xfrm>
            <a:custGeom>
              <a:avLst/>
              <a:pathLst>
                <a:path w="2682" h="3431">
                  <a:moveTo>
                    <a:pt x="2279" y="3353"/>
                  </a:moveTo>
                  <a:lnTo>
                    <a:pt x="1115" y="3431"/>
                  </a:lnTo>
                  <a:lnTo>
                    <a:pt x="0" y="1183"/>
                  </a:lnTo>
                  <a:lnTo>
                    <a:pt x="1638" y="0"/>
                  </a:lnTo>
                  <a:lnTo>
                    <a:pt x="2119" y="721"/>
                  </a:lnTo>
                  <a:lnTo>
                    <a:pt x="2473" y="1541"/>
                  </a:lnTo>
                  <a:lnTo>
                    <a:pt x="2682" y="259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2847131" y="2489225"/>
              <a:ext cx="6043" cy="5919"/>
            </a:xfrm>
            <a:custGeom>
              <a:avLst/>
              <a:pathLst>
                <a:path w="6043" h="5919">
                  <a:moveTo>
                    <a:pt x="6043" y="5563"/>
                  </a:moveTo>
                  <a:lnTo>
                    <a:pt x="5504" y="5919"/>
                  </a:lnTo>
                  <a:lnTo>
                    <a:pt x="2479" y="3644"/>
                  </a:lnTo>
                  <a:lnTo>
                    <a:pt x="1401" y="2615"/>
                  </a:lnTo>
                  <a:lnTo>
                    <a:pt x="0" y="0"/>
                  </a:lnTo>
                  <a:lnTo>
                    <a:pt x="3951" y="317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2857632" y="2487488"/>
              <a:ext cx="3906" cy="4983"/>
            </a:xfrm>
            <a:custGeom>
              <a:avLst/>
              <a:pathLst>
                <a:path w="3906" h="4983">
                  <a:moveTo>
                    <a:pt x="3528" y="4705"/>
                  </a:moveTo>
                  <a:lnTo>
                    <a:pt x="3300" y="4983"/>
                  </a:lnTo>
                  <a:lnTo>
                    <a:pt x="943" y="4185"/>
                  </a:lnTo>
                  <a:lnTo>
                    <a:pt x="272" y="3097"/>
                  </a:lnTo>
                  <a:lnTo>
                    <a:pt x="0" y="1089"/>
                  </a:lnTo>
                  <a:lnTo>
                    <a:pt x="396" y="405"/>
                  </a:lnTo>
                  <a:lnTo>
                    <a:pt x="1433" y="0"/>
                  </a:lnTo>
                  <a:lnTo>
                    <a:pt x="2940" y="379"/>
                  </a:lnTo>
                  <a:lnTo>
                    <a:pt x="3906" y="1816"/>
                  </a:lnTo>
                  <a:lnTo>
                    <a:pt x="3905" y="365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7"/>
            <p:cNvSpPr/>
            <p:nvPr/>
          </p:nvSpPr>
          <p:spPr>
            <a:xfrm>
              <a:off x="2813379" y="2466267"/>
              <a:ext cx="1656" cy="4784"/>
            </a:xfrm>
            <a:custGeom>
              <a:avLst/>
              <a:pathLst>
                <a:path w="1656" h="4784">
                  <a:moveTo>
                    <a:pt x="1656" y="3366"/>
                  </a:moveTo>
                  <a:lnTo>
                    <a:pt x="1153" y="4784"/>
                  </a:lnTo>
                  <a:lnTo>
                    <a:pt x="287" y="4280"/>
                  </a:lnTo>
                  <a:lnTo>
                    <a:pt x="0" y="3745"/>
                  </a:lnTo>
                  <a:lnTo>
                    <a:pt x="251" y="711"/>
                  </a:lnTo>
                  <a:lnTo>
                    <a:pt x="943" y="0"/>
                  </a:lnTo>
                  <a:lnTo>
                    <a:pt x="1638" y="122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8"/>
            <p:cNvSpPr/>
            <p:nvPr/>
          </p:nvSpPr>
          <p:spPr>
            <a:xfrm>
              <a:off x="3060965" y="2388950"/>
              <a:ext cx="37100" cy="151645"/>
            </a:xfrm>
            <a:custGeom>
              <a:avLst/>
              <a:pathLst>
                <a:path w="37100" h="151645">
                  <a:moveTo>
                    <a:pt x="23546" y="146503"/>
                  </a:moveTo>
                  <a:lnTo>
                    <a:pt x="22553" y="146831"/>
                  </a:lnTo>
                  <a:lnTo>
                    <a:pt x="18686" y="151636"/>
                  </a:lnTo>
                  <a:lnTo>
                    <a:pt x="17487" y="151645"/>
                  </a:lnTo>
                  <a:lnTo>
                    <a:pt x="15250" y="149528"/>
                  </a:lnTo>
                  <a:lnTo>
                    <a:pt x="11303" y="148849"/>
                  </a:lnTo>
                  <a:lnTo>
                    <a:pt x="10016" y="148220"/>
                  </a:lnTo>
                  <a:lnTo>
                    <a:pt x="8410" y="149600"/>
                  </a:lnTo>
                  <a:lnTo>
                    <a:pt x="7168" y="149569"/>
                  </a:lnTo>
                  <a:lnTo>
                    <a:pt x="6181" y="151332"/>
                  </a:lnTo>
                  <a:lnTo>
                    <a:pt x="5472" y="150851"/>
                  </a:lnTo>
                  <a:lnTo>
                    <a:pt x="6284" y="146898"/>
                  </a:lnTo>
                  <a:lnTo>
                    <a:pt x="7557" y="139075"/>
                  </a:lnTo>
                  <a:lnTo>
                    <a:pt x="7508" y="134299"/>
                  </a:lnTo>
                  <a:lnTo>
                    <a:pt x="7811" y="130151"/>
                  </a:lnTo>
                  <a:lnTo>
                    <a:pt x="7461" y="126042"/>
                  </a:lnTo>
                  <a:lnTo>
                    <a:pt x="6822" y="123477"/>
                  </a:lnTo>
                  <a:lnTo>
                    <a:pt x="7693" y="116824"/>
                  </a:lnTo>
                  <a:lnTo>
                    <a:pt x="7594" y="113398"/>
                  </a:lnTo>
                  <a:lnTo>
                    <a:pt x="6797" y="109057"/>
                  </a:lnTo>
                  <a:lnTo>
                    <a:pt x="9214" y="109718"/>
                  </a:lnTo>
                  <a:lnTo>
                    <a:pt x="8468" y="108001"/>
                  </a:lnTo>
                  <a:lnTo>
                    <a:pt x="7731" y="106945"/>
                  </a:lnTo>
                  <a:lnTo>
                    <a:pt x="7018" y="107187"/>
                  </a:lnTo>
                  <a:lnTo>
                    <a:pt x="6415" y="107123"/>
                  </a:lnTo>
                  <a:lnTo>
                    <a:pt x="4357" y="108804"/>
                  </a:lnTo>
                  <a:lnTo>
                    <a:pt x="3327" y="109308"/>
                  </a:lnTo>
                  <a:lnTo>
                    <a:pt x="3025" y="109015"/>
                  </a:lnTo>
                  <a:lnTo>
                    <a:pt x="3138" y="106330"/>
                  </a:lnTo>
                  <a:lnTo>
                    <a:pt x="2604" y="102850"/>
                  </a:lnTo>
                  <a:lnTo>
                    <a:pt x="3428" y="101932"/>
                  </a:lnTo>
                  <a:lnTo>
                    <a:pt x="4388" y="101670"/>
                  </a:lnTo>
                  <a:lnTo>
                    <a:pt x="5203" y="100186"/>
                  </a:lnTo>
                  <a:lnTo>
                    <a:pt x="5708" y="98530"/>
                  </a:lnTo>
                  <a:lnTo>
                    <a:pt x="5442" y="95572"/>
                  </a:lnTo>
                  <a:lnTo>
                    <a:pt x="6150" y="92763"/>
                  </a:lnTo>
                  <a:lnTo>
                    <a:pt x="7814" y="90397"/>
                  </a:lnTo>
                  <a:lnTo>
                    <a:pt x="6952" y="90758"/>
                  </a:lnTo>
                  <a:lnTo>
                    <a:pt x="5966" y="92232"/>
                  </a:lnTo>
                  <a:lnTo>
                    <a:pt x="4414" y="97592"/>
                  </a:lnTo>
                  <a:lnTo>
                    <a:pt x="3905" y="100308"/>
                  </a:lnTo>
                  <a:lnTo>
                    <a:pt x="2582" y="101194"/>
                  </a:lnTo>
                  <a:lnTo>
                    <a:pt x="1396" y="101634"/>
                  </a:lnTo>
                  <a:lnTo>
                    <a:pt x="789" y="101349"/>
                  </a:lnTo>
                  <a:lnTo>
                    <a:pt x="63" y="100660"/>
                  </a:lnTo>
                  <a:lnTo>
                    <a:pt x="0" y="98653"/>
                  </a:lnTo>
                  <a:lnTo>
                    <a:pt x="56" y="97053"/>
                  </a:lnTo>
                  <a:lnTo>
                    <a:pt x="548" y="93876"/>
                  </a:lnTo>
                  <a:lnTo>
                    <a:pt x="742" y="89394"/>
                  </a:lnTo>
                  <a:lnTo>
                    <a:pt x="1441" y="85374"/>
                  </a:lnTo>
                  <a:lnTo>
                    <a:pt x="1391" y="84307"/>
                  </a:lnTo>
                  <a:lnTo>
                    <a:pt x="1192" y="82711"/>
                  </a:lnTo>
                  <a:lnTo>
                    <a:pt x="1818" y="81150"/>
                  </a:lnTo>
                  <a:lnTo>
                    <a:pt x="2592" y="80118"/>
                  </a:lnTo>
                  <a:lnTo>
                    <a:pt x="3763" y="76674"/>
                  </a:lnTo>
                  <a:lnTo>
                    <a:pt x="5401" y="68460"/>
                  </a:lnTo>
                  <a:lnTo>
                    <a:pt x="7289" y="59740"/>
                  </a:lnTo>
                  <a:lnTo>
                    <a:pt x="7135" y="58672"/>
                  </a:lnTo>
                  <a:lnTo>
                    <a:pt x="6735" y="57855"/>
                  </a:lnTo>
                  <a:lnTo>
                    <a:pt x="6893" y="55502"/>
                  </a:lnTo>
                  <a:lnTo>
                    <a:pt x="8031" y="45261"/>
                  </a:lnTo>
                  <a:lnTo>
                    <a:pt x="8495" y="43924"/>
                  </a:lnTo>
                  <a:lnTo>
                    <a:pt x="9028" y="40921"/>
                  </a:lnTo>
                  <a:lnTo>
                    <a:pt x="9149" y="36076"/>
                  </a:lnTo>
                  <a:lnTo>
                    <a:pt x="9358" y="32737"/>
                  </a:lnTo>
                  <a:lnTo>
                    <a:pt x="9310" y="31059"/>
                  </a:lnTo>
                  <a:lnTo>
                    <a:pt x="9142" y="29044"/>
                  </a:lnTo>
                  <a:lnTo>
                    <a:pt x="8418" y="25197"/>
                  </a:lnTo>
                  <a:lnTo>
                    <a:pt x="7654" y="17061"/>
                  </a:lnTo>
                  <a:lnTo>
                    <a:pt x="7595" y="14344"/>
                  </a:lnTo>
                  <a:lnTo>
                    <a:pt x="8224" y="12972"/>
                  </a:lnTo>
                  <a:lnTo>
                    <a:pt x="7191" y="12771"/>
                  </a:lnTo>
                  <a:lnTo>
                    <a:pt x="6724" y="11016"/>
                  </a:lnTo>
                  <a:lnTo>
                    <a:pt x="6830" y="9022"/>
                  </a:lnTo>
                  <a:lnTo>
                    <a:pt x="7978" y="5801"/>
                  </a:lnTo>
                  <a:lnTo>
                    <a:pt x="9047" y="3809"/>
                  </a:lnTo>
                  <a:lnTo>
                    <a:pt x="10107" y="2501"/>
                  </a:lnTo>
                  <a:lnTo>
                    <a:pt x="10692" y="2011"/>
                  </a:lnTo>
                  <a:lnTo>
                    <a:pt x="13140" y="659"/>
                  </a:lnTo>
                  <a:lnTo>
                    <a:pt x="13781" y="0"/>
                  </a:lnTo>
                  <a:lnTo>
                    <a:pt x="14383" y="109"/>
                  </a:lnTo>
                  <a:lnTo>
                    <a:pt x="14484" y="754"/>
                  </a:lnTo>
                  <a:lnTo>
                    <a:pt x="14831" y="2009"/>
                  </a:lnTo>
                  <a:lnTo>
                    <a:pt x="15221" y="2880"/>
                  </a:lnTo>
                  <a:lnTo>
                    <a:pt x="15327" y="3523"/>
                  </a:lnTo>
                  <a:lnTo>
                    <a:pt x="14380" y="6214"/>
                  </a:lnTo>
                  <a:lnTo>
                    <a:pt x="14250" y="7137"/>
                  </a:lnTo>
                  <a:lnTo>
                    <a:pt x="14744" y="8877"/>
                  </a:lnTo>
                  <a:lnTo>
                    <a:pt x="14832" y="9379"/>
                  </a:lnTo>
                  <a:lnTo>
                    <a:pt x="15071" y="9616"/>
                  </a:lnTo>
                  <a:lnTo>
                    <a:pt x="15730" y="9550"/>
                  </a:lnTo>
                  <a:lnTo>
                    <a:pt x="16905" y="8436"/>
                  </a:lnTo>
                  <a:lnTo>
                    <a:pt x="17701" y="7498"/>
                  </a:lnTo>
                  <a:lnTo>
                    <a:pt x="17979" y="7885"/>
                  </a:lnTo>
                  <a:lnTo>
                    <a:pt x="20288" y="7355"/>
                  </a:lnTo>
                  <a:lnTo>
                    <a:pt x="20837" y="7784"/>
                  </a:lnTo>
                  <a:lnTo>
                    <a:pt x="21202" y="8257"/>
                  </a:lnTo>
                  <a:lnTo>
                    <a:pt x="22337" y="8906"/>
                  </a:lnTo>
                  <a:lnTo>
                    <a:pt x="23575" y="8974"/>
                  </a:lnTo>
                  <a:lnTo>
                    <a:pt x="25108" y="8066"/>
                  </a:lnTo>
                  <a:lnTo>
                    <a:pt x="25778" y="7155"/>
                  </a:lnTo>
                  <a:lnTo>
                    <a:pt x="25906" y="6146"/>
                  </a:lnTo>
                  <a:lnTo>
                    <a:pt x="25940" y="5383"/>
                  </a:lnTo>
                  <a:lnTo>
                    <a:pt x="26138" y="4897"/>
                  </a:lnTo>
                  <a:lnTo>
                    <a:pt x="26487" y="4617"/>
                  </a:lnTo>
                  <a:lnTo>
                    <a:pt x="27032" y="5117"/>
                  </a:lnTo>
                  <a:lnTo>
                    <a:pt x="27812" y="5518"/>
                  </a:lnTo>
                  <a:lnTo>
                    <a:pt x="29685" y="5677"/>
                  </a:lnTo>
                  <a:lnTo>
                    <a:pt x="30052" y="5119"/>
                  </a:lnTo>
                  <a:lnTo>
                    <a:pt x="30687" y="5286"/>
                  </a:lnTo>
                  <a:lnTo>
                    <a:pt x="31524" y="5993"/>
                  </a:lnTo>
                  <a:lnTo>
                    <a:pt x="32493" y="5762"/>
                  </a:lnTo>
                  <a:lnTo>
                    <a:pt x="32980" y="6628"/>
                  </a:lnTo>
                  <a:lnTo>
                    <a:pt x="33183" y="7779"/>
                  </a:lnTo>
                  <a:lnTo>
                    <a:pt x="33239" y="10278"/>
                  </a:lnTo>
                  <a:lnTo>
                    <a:pt x="33166" y="12805"/>
                  </a:lnTo>
                  <a:lnTo>
                    <a:pt x="33357" y="13737"/>
                  </a:lnTo>
                  <a:lnTo>
                    <a:pt x="34010" y="13976"/>
                  </a:lnTo>
                  <a:lnTo>
                    <a:pt x="35066" y="13947"/>
                  </a:lnTo>
                  <a:lnTo>
                    <a:pt x="36015" y="14633"/>
                  </a:lnTo>
                  <a:lnTo>
                    <a:pt x="36753" y="15826"/>
                  </a:lnTo>
                  <a:lnTo>
                    <a:pt x="36996" y="17048"/>
                  </a:lnTo>
                  <a:lnTo>
                    <a:pt x="37100" y="17888"/>
                  </a:lnTo>
                  <a:lnTo>
                    <a:pt x="36739" y="18364"/>
                  </a:lnTo>
                  <a:lnTo>
                    <a:pt x="36228" y="20163"/>
                  </a:lnTo>
                  <a:lnTo>
                    <a:pt x="34936" y="22516"/>
                  </a:lnTo>
                  <a:lnTo>
                    <a:pt x="33087" y="24634"/>
                  </a:lnTo>
                  <a:lnTo>
                    <a:pt x="31677" y="27270"/>
                  </a:lnTo>
                  <a:lnTo>
                    <a:pt x="30704" y="30426"/>
                  </a:lnTo>
                  <a:lnTo>
                    <a:pt x="29489" y="31765"/>
                  </a:lnTo>
                  <a:lnTo>
                    <a:pt x="29117" y="32485"/>
                  </a:lnTo>
                  <a:lnTo>
                    <a:pt x="28970" y="33339"/>
                  </a:lnTo>
                  <a:lnTo>
                    <a:pt x="29774" y="37204"/>
                  </a:lnTo>
                  <a:lnTo>
                    <a:pt x="30022" y="40184"/>
                  </a:lnTo>
                  <a:lnTo>
                    <a:pt x="30221" y="43831"/>
                  </a:lnTo>
                  <a:lnTo>
                    <a:pt x="30090" y="44864"/>
                  </a:lnTo>
                  <a:lnTo>
                    <a:pt x="30024" y="48881"/>
                  </a:lnTo>
                  <a:lnTo>
                    <a:pt x="29838" y="50060"/>
                  </a:lnTo>
                  <a:lnTo>
                    <a:pt x="29885" y="51014"/>
                  </a:lnTo>
                  <a:lnTo>
                    <a:pt x="30182" y="52039"/>
                  </a:lnTo>
                  <a:lnTo>
                    <a:pt x="30314" y="53019"/>
                  </a:lnTo>
                  <a:lnTo>
                    <a:pt x="29760" y="54271"/>
                  </a:lnTo>
                  <a:lnTo>
                    <a:pt x="28744" y="55723"/>
                  </a:lnTo>
                  <a:lnTo>
                    <a:pt x="27991" y="57001"/>
                  </a:lnTo>
                  <a:lnTo>
                    <a:pt x="27788" y="58196"/>
                  </a:lnTo>
                  <a:lnTo>
                    <a:pt x="27842" y="58943"/>
                  </a:lnTo>
                  <a:lnTo>
                    <a:pt x="29107" y="61478"/>
                  </a:lnTo>
                  <a:lnTo>
                    <a:pt x="29338" y="62513"/>
                  </a:lnTo>
                  <a:lnTo>
                    <a:pt x="29167" y="65016"/>
                  </a:lnTo>
                  <a:lnTo>
                    <a:pt x="28437" y="69115"/>
                  </a:lnTo>
                  <a:lnTo>
                    <a:pt x="27741" y="71610"/>
                  </a:lnTo>
                  <a:lnTo>
                    <a:pt x="27620" y="71858"/>
                  </a:lnTo>
                  <a:lnTo>
                    <a:pt x="26822" y="72564"/>
                  </a:lnTo>
                  <a:lnTo>
                    <a:pt x="23002" y="72594"/>
                  </a:lnTo>
                  <a:lnTo>
                    <a:pt x="22075" y="73158"/>
                  </a:lnTo>
                  <a:lnTo>
                    <a:pt x="22205" y="73656"/>
                  </a:lnTo>
                  <a:lnTo>
                    <a:pt x="23104" y="76863"/>
                  </a:lnTo>
                  <a:lnTo>
                    <a:pt x="24039" y="78573"/>
                  </a:lnTo>
                  <a:lnTo>
                    <a:pt x="24349" y="78962"/>
                  </a:lnTo>
                  <a:lnTo>
                    <a:pt x="24686" y="82715"/>
                  </a:lnTo>
                  <a:lnTo>
                    <a:pt x="26200" y="88712"/>
                  </a:lnTo>
                  <a:lnTo>
                    <a:pt x="27670" y="89543"/>
                  </a:lnTo>
                  <a:lnTo>
                    <a:pt x="28181" y="91039"/>
                  </a:lnTo>
                  <a:lnTo>
                    <a:pt x="28087" y="93142"/>
                  </a:lnTo>
                  <a:lnTo>
                    <a:pt x="27635" y="95454"/>
                  </a:lnTo>
                  <a:lnTo>
                    <a:pt x="26733" y="97820"/>
                  </a:lnTo>
                  <a:lnTo>
                    <a:pt x="25661" y="99488"/>
                  </a:lnTo>
                  <a:lnTo>
                    <a:pt x="24961" y="101142"/>
                  </a:lnTo>
                  <a:lnTo>
                    <a:pt x="24906" y="103068"/>
                  </a:lnTo>
                  <a:lnTo>
                    <a:pt x="24684" y="105506"/>
                  </a:lnTo>
                  <a:lnTo>
                    <a:pt x="24345" y="107438"/>
                  </a:lnTo>
                  <a:lnTo>
                    <a:pt x="24263" y="108740"/>
                  </a:lnTo>
                  <a:lnTo>
                    <a:pt x="26950" y="116907"/>
                  </a:lnTo>
                  <a:lnTo>
                    <a:pt x="28444" y="116511"/>
                  </a:lnTo>
                  <a:lnTo>
                    <a:pt x="28640" y="116704"/>
                  </a:lnTo>
                  <a:lnTo>
                    <a:pt x="28373" y="118652"/>
                  </a:lnTo>
                  <a:lnTo>
                    <a:pt x="27899" y="120934"/>
                  </a:lnTo>
                  <a:lnTo>
                    <a:pt x="27335" y="121369"/>
                  </a:lnTo>
                  <a:lnTo>
                    <a:pt x="26052" y="122068"/>
                  </a:lnTo>
                  <a:lnTo>
                    <a:pt x="24840" y="125020"/>
                  </a:lnTo>
                  <a:lnTo>
                    <a:pt x="23855" y="128568"/>
                  </a:lnTo>
                  <a:lnTo>
                    <a:pt x="23117" y="130285"/>
                  </a:lnTo>
                  <a:lnTo>
                    <a:pt x="22440" y="134504"/>
                  </a:lnTo>
                  <a:lnTo>
                    <a:pt x="22525" y="136334"/>
                  </a:lnTo>
                  <a:lnTo>
                    <a:pt x="22853" y="1391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19"/>
            <p:cNvSpPr/>
            <p:nvPr/>
          </p:nvSpPr>
          <p:spPr>
            <a:xfrm>
              <a:off x="2457181" y="4203960"/>
              <a:ext cx="95490" cy="244299"/>
            </a:xfrm>
            <a:custGeom>
              <a:avLst/>
              <a:pathLst>
                <a:path w="95490" h="244299">
                  <a:moveTo>
                    <a:pt x="50999" y="25956"/>
                  </a:moveTo>
                  <a:lnTo>
                    <a:pt x="51249" y="28103"/>
                  </a:lnTo>
                  <a:lnTo>
                    <a:pt x="51398" y="29762"/>
                  </a:lnTo>
                  <a:lnTo>
                    <a:pt x="51774" y="30937"/>
                  </a:lnTo>
                  <a:lnTo>
                    <a:pt x="52150" y="32501"/>
                  </a:lnTo>
                  <a:lnTo>
                    <a:pt x="52525" y="33378"/>
                  </a:lnTo>
                  <a:lnTo>
                    <a:pt x="52788" y="34844"/>
                  </a:lnTo>
                  <a:lnTo>
                    <a:pt x="52713" y="36506"/>
                  </a:lnTo>
                  <a:lnTo>
                    <a:pt x="52863" y="38656"/>
                  </a:lnTo>
                  <a:lnTo>
                    <a:pt x="53051" y="40514"/>
                  </a:lnTo>
                  <a:lnTo>
                    <a:pt x="53239" y="41002"/>
                  </a:lnTo>
                  <a:lnTo>
                    <a:pt x="53777" y="41489"/>
                  </a:lnTo>
                  <a:lnTo>
                    <a:pt x="54047" y="43177"/>
                  </a:lnTo>
                  <a:lnTo>
                    <a:pt x="53853" y="44032"/>
                  </a:lnTo>
                  <a:lnTo>
                    <a:pt x="53927" y="45007"/>
                  </a:lnTo>
                  <a:lnTo>
                    <a:pt x="54121" y="45962"/>
                  </a:lnTo>
                  <a:lnTo>
                    <a:pt x="53943" y="46888"/>
                  </a:lnTo>
                  <a:lnTo>
                    <a:pt x="54037" y="47598"/>
                  </a:lnTo>
                  <a:lnTo>
                    <a:pt x="54403" y="48233"/>
                  </a:lnTo>
                  <a:lnTo>
                    <a:pt x="54741" y="50579"/>
                  </a:lnTo>
                  <a:lnTo>
                    <a:pt x="54778" y="54587"/>
                  </a:lnTo>
                  <a:lnTo>
                    <a:pt x="54403" y="56734"/>
                  </a:lnTo>
                  <a:lnTo>
                    <a:pt x="54103" y="58494"/>
                  </a:lnTo>
                  <a:lnTo>
                    <a:pt x="54028" y="59571"/>
                  </a:lnTo>
                  <a:lnTo>
                    <a:pt x="54253" y="61132"/>
                  </a:lnTo>
                  <a:lnTo>
                    <a:pt x="53877" y="62990"/>
                  </a:lnTo>
                  <a:lnTo>
                    <a:pt x="53427" y="65238"/>
                  </a:lnTo>
                  <a:lnTo>
                    <a:pt x="53539" y="66802"/>
                  </a:lnTo>
                  <a:lnTo>
                    <a:pt x="53615" y="68268"/>
                  </a:lnTo>
                  <a:lnTo>
                    <a:pt x="53652" y="69832"/>
                  </a:lnTo>
                  <a:lnTo>
                    <a:pt x="53765" y="71298"/>
                  </a:lnTo>
                  <a:lnTo>
                    <a:pt x="53615" y="72859"/>
                  </a:lnTo>
                  <a:lnTo>
                    <a:pt x="53464" y="74230"/>
                  </a:lnTo>
                  <a:lnTo>
                    <a:pt x="53389" y="75791"/>
                  </a:lnTo>
                  <a:lnTo>
                    <a:pt x="53577" y="77551"/>
                  </a:lnTo>
                  <a:lnTo>
                    <a:pt x="53239" y="79213"/>
                  </a:lnTo>
                  <a:lnTo>
                    <a:pt x="53051" y="80385"/>
                  </a:lnTo>
                  <a:lnTo>
                    <a:pt x="52976" y="81559"/>
                  </a:lnTo>
                  <a:lnTo>
                    <a:pt x="53314" y="83415"/>
                  </a:lnTo>
                  <a:lnTo>
                    <a:pt x="54178" y="84197"/>
                  </a:lnTo>
                  <a:lnTo>
                    <a:pt x="54854" y="84393"/>
                  </a:lnTo>
                  <a:lnTo>
                    <a:pt x="55493" y="83415"/>
                  </a:lnTo>
                  <a:lnTo>
                    <a:pt x="55981" y="83121"/>
                  </a:lnTo>
                  <a:lnTo>
                    <a:pt x="56882" y="84001"/>
                  </a:lnTo>
                  <a:lnTo>
                    <a:pt x="57708" y="85565"/>
                  </a:lnTo>
                  <a:lnTo>
                    <a:pt x="58760" y="85761"/>
                  </a:lnTo>
                  <a:lnTo>
                    <a:pt x="59699" y="86052"/>
                  </a:lnTo>
                  <a:lnTo>
                    <a:pt x="60412" y="86543"/>
                  </a:lnTo>
                  <a:lnTo>
                    <a:pt x="61464" y="85957"/>
                  </a:lnTo>
                  <a:lnTo>
                    <a:pt x="62553" y="86543"/>
                  </a:lnTo>
                  <a:lnTo>
                    <a:pt x="63830" y="87423"/>
                  </a:lnTo>
                  <a:lnTo>
                    <a:pt x="64881" y="88205"/>
                  </a:lnTo>
                  <a:lnTo>
                    <a:pt x="65933" y="88009"/>
                  </a:lnTo>
                  <a:lnTo>
                    <a:pt x="66722" y="87911"/>
                  </a:lnTo>
                  <a:lnTo>
                    <a:pt x="67548" y="87031"/>
                  </a:lnTo>
                  <a:lnTo>
                    <a:pt x="68336" y="87129"/>
                  </a:lnTo>
                  <a:lnTo>
                    <a:pt x="68937" y="85565"/>
                  </a:lnTo>
                  <a:lnTo>
                    <a:pt x="69276" y="84197"/>
                  </a:lnTo>
                  <a:lnTo>
                    <a:pt x="69576" y="83219"/>
                  </a:lnTo>
                  <a:lnTo>
                    <a:pt x="70439" y="82440"/>
                  </a:lnTo>
                  <a:lnTo>
                    <a:pt x="71040" y="82927"/>
                  </a:lnTo>
                  <a:lnTo>
                    <a:pt x="71529" y="85467"/>
                  </a:lnTo>
                  <a:lnTo>
                    <a:pt x="72393" y="86933"/>
                  </a:lnTo>
                  <a:lnTo>
                    <a:pt x="72730" y="88009"/>
                  </a:lnTo>
                  <a:lnTo>
                    <a:pt x="73369" y="88497"/>
                  </a:lnTo>
                  <a:lnTo>
                    <a:pt x="74758" y="88595"/>
                  </a:lnTo>
                  <a:lnTo>
                    <a:pt x="75622" y="88497"/>
                  </a:lnTo>
                  <a:lnTo>
                    <a:pt x="76599" y="89279"/>
                  </a:lnTo>
                  <a:lnTo>
                    <a:pt x="77237" y="89279"/>
                  </a:lnTo>
                  <a:lnTo>
                    <a:pt x="77800" y="90646"/>
                  </a:lnTo>
                  <a:lnTo>
                    <a:pt x="78326" y="92309"/>
                  </a:lnTo>
                  <a:lnTo>
                    <a:pt x="78401" y="95338"/>
                  </a:lnTo>
                  <a:lnTo>
                    <a:pt x="78889" y="97685"/>
                  </a:lnTo>
                  <a:lnTo>
                    <a:pt x="79528" y="98565"/>
                  </a:lnTo>
                  <a:lnTo>
                    <a:pt x="79866" y="100031"/>
                  </a:lnTo>
                  <a:lnTo>
                    <a:pt x="79753" y="102082"/>
                  </a:lnTo>
                  <a:lnTo>
                    <a:pt x="79453" y="104134"/>
                  </a:lnTo>
                  <a:lnTo>
                    <a:pt x="79490" y="106382"/>
                  </a:lnTo>
                  <a:lnTo>
                    <a:pt x="79828" y="108434"/>
                  </a:lnTo>
                  <a:lnTo>
                    <a:pt x="79828" y="110485"/>
                  </a:lnTo>
                  <a:lnTo>
                    <a:pt x="80054" y="112537"/>
                  </a:lnTo>
                  <a:lnTo>
                    <a:pt x="80505" y="114297"/>
                  </a:lnTo>
                  <a:lnTo>
                    <a:pt x="80655" y="117131"/>
                  </a:lnTo>
                  <a:lnTo>
                    <a:pt x="80579" y="119183"/>
                  </a:lnTo>
                  <a:lnTo>
                    <a:pt x="80880" y="120357"/>
                  </a:lnTo>
                  <a:lnTo>
                    <a:pt x="80992" y="122019"/>
                  </a:lnTo>
                  <a:lnTo>
                    <a:pt x="80805" y="123387"/>
                  </a:lnTo>
                  <a:lnTo>
                    <a:pt x="80730" y="125242"/>
                  </a:lnTo>
                  <a:lnTo>
                    <a:pt x="80767" y="126905"/>
                  </a:lnTo>
                  <a:lnTo>
                    <a:pt x="80992" y="128272"/>
                  </a:lnTo>
                  <a:lnTo>
                    <a:pt x="81669" y="130030"/>
                  </a:lnTo>
                  <a:lnTo>
                    <a:pt x="81856" y="133158"/>
                  </a:lnTo>
                  <a:lnTo>
                    <a:pt x="81856" y="135308"/>
                  </a:lnTo>
                  <a:lnTo>
                    <a:pt x="82157" y="137850"/>
                  </a:lnTo>
                  <a:lnTo>
                    <a:pt x="82720" y="139021"/>
                  </a:lnTo>
                  <a:lnTo>
                    <a:pt x="83622" y="139414"/>
                  </a:lnTo>
                  <a:lnTo>
                    <a:pt x="84673" y="139803"/>
                  </a:lnTo>
                  <a:lnTo>
                    <a:pt x="85950" y="139218"/>
                  </a:lnTo>
                  <a:lnTo>
                    <a:pt x="87077" y="138534"/>
                  </a:lnTo>
                  <a:lnTo>
                    <a:pt x="87715" y="137850"/>
                  </a:lnTo>
                  <a:lnTo>
                    <a:pt x="88955" y="135992"/>
                  </a:lnTo>
                  <a:lnTo>
                    <a:pt x="90044" y="134918"/>
                  </a:lnTo>
                  <a:lnTo>
                    <a:pt x="90607" y="134234"/>
                  </a:lnTo>
                  <a:lnTo>
                    <a:pt x="91133" y="133746"/>
                  </a:lnTo>
                  <a:lnTo>
                    <a:pt x="92222" y="134918"/>
                  </a:lnTo>
                  <a:lnTo>
                    <a:pt x="93236" y="136384"/>
                  </a:lnTo>
                  <a:lnTo>
                    <a:pt x="94025" y="138436"/>
                  </a:lnTo>
                  <a:lnTo>
                    <a:pt x="95490" y="140684"/>
                  </a:lnTo>
                  <a:lnTo>
                    <a:pt x="95205" y="141232"/>
                  </a:lnTo>
                  <a:lnTo>
                    <a:pt x="94621" y="143073"/>
                  </a:lnTo>
                  <a:lnTo>
                    <a:pt x="94632" y="145234"/>
                  </a:lnTo>
                  <a:lnTo>
                    <a:pt x="95044" y="148331"/>
                  </a:lnTo>
                  <a:lnTo>
                    <a:pt x="94682" y="154892"/>
                  </a:lnTo>
                  <a:lnTo>
                    <a:pt x="93546" y="164920"/>
                  </a:lnTo>
                  <a:lnTo>
                    <a:pt x="93079" y="170764"/>
                  </a:lnTo>
                  <a:lnTo>
                    <a:pt x="93282" y="172420"/>
                  </a:lnTo>
                  <a:lnTo>
                    <a:pt x="92862" y="175343"/>
                  </a:lnTo>
                  <a:lnTo>
                    <a:pt x="91302" y="181622"/>
                  </a:lnTo>
                  <a:lnTo>
                    <a:pt x="91242" y="185858"/>
                  </a:lnTo>
                  <a:lnTo>
                    <a:pt x="91059" y="198555"/>
                  </a:lnTo>
                  <a:lnTo>
                    <a:pt x="90539" y="207509"/>
                  </a:lnTo>
                  <a:lnTo>
                    <a:pt x="89661" y="214132"/>
                  </a:lnTo>
                  <a:lnTo>
                    <a:pt x="88861" y="217658"/>
                  </a:lnTo>
                  <a:lnTo>
                    <a:pt x="88141" y="218088"/>
                  </a:lnTo>
                  <a:lnTo>
                    <a:pt x="87624" y="219144"/>
                  </a:lnTo>
                  <a:lnTo>
                    <a:pt x="87310" y="220824"/>
                  </a:lnTo>
                  <a:lnTo>
                    <a:pt x="86725" y="222220"/>
                  </a:lnTo>
                  <a:lnTo>
                    <a:pt x="85871" y="223340"/>
                  </a:lnTo>
                  <a:lnTo>
                    <a:pt x="85408" y="224567"/>
                  </a:lnTo>
                  <a:lnTo>
                    <a:pt x="85336" y="225900"/>
                  </a:lnTo>
                  <a:lnTo>
                    <a:pt x="84518" y="226757"/>
                  </a:lnTo>
                  <a:lnTo>
                    <a:pt x="82953" y="227140"/>
                  </a:lnTo>
                  <a:lnTo>
                    <a:pt x="82035" y="228208"/>
                  </a:lnTo>
                  <a:lnTo>
                    <a:pt x="81763" y="229954"/>
                  </a:lnTo>
                  <a:lnTo>
                    <a:pt x="81239" y="231342"/>
                  </a:lnTo>
                  <a:lnTo>
                    <a:pt x="80465" y="232366"/>
                  </a:lnTo>
                  <a:lnTo>
                    <a:pt x="80098" y="234069"/>
                  </a:lnTo>
                  <a:lnTo>
                    <a:pt x="80137" y="236447"/>
                  </a:lnTo>
                  <a:lnTo>
                    <a:pt x="79693" y="238487"/>
                  </a:lnTo>
                  <a:lnTo>
                    <a:pt x="78765" y="240192"/>
                  </a:lnTo>
                  <a:lnTo>
                    <a:pt x="77909" y="240238"/>
                  </a:lnTo>
                  <a:lnTo>
                    <a:pt x="77125" y="238628"/>
                  </a:lnTo>
                  <a:lnTo>
                    <a:pt x="76075" y="237558"/>
                  </a:lnTo>
                  <a:lnTo>
                    <a:pt x="74760" y="237027"/>
                  </a:lnTo>
                  <a:lnTo>
                    <a:pt x="73661" y="237434"/>
                  </a:lnTo>
                  <a:lnTo>
                    <a:pt x="72780" y="238773"/>
                  </a:lnTo>
                  <a:lnTo>
                    <a:pt x="71998" y="240899"/>
                  </a:lnTo>
                  <a:lnTo>
                    <a:pt x="71317" y="243814"/>
                  </a:lnTo>
                  <a:lnTo>
                    <a:pt x="70560" y="244299"/>
                  </a:lnTo>
                  <a:lnTo>
                    <a:pt x="69727" y="242351"/>
                  </a:lnTo>
                  <a:lnTo>
                    <a:pt x="68673" y="241759"/>
                  </a:lnTo>
                  <a:lnTo>
                    <a:pt x="67397" y="242524"/>
                  </a:lnTo>
                  <a:lnTo>
                    <a:pt x="66381" y="242255"/>
                  </a:lnTo>
                  <a:lnTo>
                    <a:pt x="65625" y="240954"/>
                  </a:lnTo>
                  <a:lnTo>
                    <a:pt x="64464" y="240810"/>
                  </a:lnTo>
                  <a:lnTo>
                    <a:pt x="62899" y="241826"/>
                  </a:lnTo>
                  <a:lnTo>
                    <a:pt x="59726" y="240654"/>
                  </a:lnTo>
                  <a:lnTo>
                    <a:pt x="54946" y="237289"/>
                  </a:lnTo>
                  <a:lnTo>
                    <a:pt x="50903" y="236014"/>
                  </a:lnTo>
                  <a:lnTo>
                    <a:pt x="45945" y="237223"/>
                  </a:lnTo>
                  <a:lnTo>
                    <a:pt x="45526" y="233728"/>
                  </a:lnTo>
                  <a:lnTo>
                    <a:pt x="45789" y="231838"/>
                  </a:lnTo>
                  <a:lnTo>
                    <a:pt x="46594" y="230416"/>
                  </a:lnTo>
                  <a:lnTo>
                    <a:pt x="47099" y="228805"/>
                  </a:lnTo>
                  <a:lnTo>
                    <a:pt x="47303" y="227002"/>
                  </a:lnTo>
                  <a:lnTo>
                    <a:pt x="47859" y="225628"/>
                  </a:lnTo>
                  <a:lnTo>
                    <a:pt x="48766" y="224685"/>
                  </a:lnTo>
                  <a:lnTo>
                    <a:pt x="49151" y="223727"/>
                  </a:lnTo>
                  <a:lnTo>
                    <a:pt x="49013" y="222760"/>
                  </a:lnTo>
                  <a:lnTo>
                    <a:pt x="49206" y="221903"/>
                  </a:lnTo>
                  <a:lnTo>
                    <a:pt x="49728" y="221159"/>
                  </a:lnTo>
                  <a:lnTo>
                    <a:pt x="50025" y="219987"/>
                  </a:lnTo>
                  <a:lnTo>
                    <a:pt x="50095" y="218385"/>
                  </a:lnTo>
                  <a:lnTo>
                    <a:pt x="50292" y="217592"/>
                  </a:lnTo>
                  <a:lnTo>
                    <a:pt x="50641" y="217000"/>
                  </a:lnTo>
                  <a:lnTo>
                    <a:pt x="50679" y="215895"/>
                  </a:lnTo>
                  <a:lnTo>
                    <a:pt x="50484" y="212467"/>
                  </a:lnTo>
                  <a:lnTo>
                    <a:pt x="50508" y="209656"/>
                  </a:lnTo>
                  <a:lnTo>
                    <a:pt x="50753" y="207469"/>
                  </a:lnTo>
                  <a:lnTo>
                    <a:pt x="51057" y="206145"/>
                  </a:lnTo>
                  <a:lnTo>
                    <a:pt x="51273" y="205816"/>
                  </a:lnTo>
                  <a:lnTo>
                    <a:pt x="51473" y="205031"/>
                  </a:lnTo>
                  <a:lnTo>
                    <a:pt x="51551" y="203709"/>
                  </a:lnTo>
                  <a:lnTo>
                    <a:pt x="51878" y="202480"/>
                  </a:lnTo>
                  <a:lnTo>
                    <a:pt x="53459" y="199949"/>
                  </a:lnTo>
                  <a:lnTo>
                    <a:pt x="54055" y="198578"/>
                  </a:lnTo>
                  <a:lnTo>
                    <a:pt x="54105" y="197329"/>
                  </a:lnTo>
                  <a:lnTo>
                    <a:pt x="54344" y="195635"/>
                  </a:lnTo>
                  <a:lnTo>
                    <a:pt x="55284" y="191993"/>
                  </a:lnTo>
                  <a:lnTo>
                    <a:pt x="55572" y="190288"/>
                  </a:lnTo>
                  <a:lnTo>
                    <a:pt x="55598" y="189434"/>
                  </a:lnTo>
                  <a:lnTo>
                    <a:pt x="55931" y="188551"/>
                  </a:lnTo>
                  <a:lnTo>
                    <a:pt x="57062" y="186528"/>
                  </a:lnTo>
                  <a:lnTo>
                    <a:pt x="57677" y="184621"/>
                  </a:lnTo>
                  <a:lnTo>
                    <a:pt x="57774" y="182834"/>
                  </a:lnTo>
                  <a:lnTo>
                    <a:pt x="57501" y="180806"/>
                  </a:lnTo>
                  <a:lnTo>
                    <a:pt x="56857" y="178540"/>
                  </a:lnTo>
                  <a:lnTo>
                    <a:pt x="54838" y="172867"/>
                  </a:lnTo>
                  <a:lnTo>
                    <a:pt x="53270" y="170290"/>
                  </a:lnTo>
                  <a:lnTo>
                    <a:pt x="51264" y="168161"/>
                  </a:lnTo>
                  <a:lnTo>
                    <a:pt x="49943" y="167471"/>
                  </a:lnTo>
                  <a:lnTo>
                    <a:pt x="49308" y="168218"/>
                  </a:lnTo>
                  <a:lnTo>
                    <a:pt x="48664" y="167633"/>
                  </a:lnTo>
                  <a:lnTo>
                    <a:pt x="48012" y="165708"/>
                  </a:lnTo>
                  <a:lnTo>
                    <a:pt x="46913" y="164193"/>
                  </a:lnTo>
                  <a:lnTo>
                    <a:pt x="44592" y="162531"/>
                  </a:lnTo>
                  <a:lnTo>
                    <a:pt x="39332" y="155902"/>
                  </a:lnTo>
                  <a:lnTo>
                    <a:pt x="37223" y="152699"/>
                  </a:lnTo>
                  <a:lnTo>
                    <a:pt x="36514" y="150723"/>
                  </a:lnTo>
                  <a:lnTo>
                    <a:pt x="34547" y="147170"/>
                  </a:lnTo>
                  <a:lnTo>
                    <a:pt x="31323" y="142051"/>
                  </a:lnTo>
                  <a:lnTo>
                    <a:pt x="28850" y="139558"/>
                  </a:lnTo>
                  <a:lnTo>
                    <a:pt x="27125" y="139700"/>
                  </a:lnTo>
                  <a:lnTo>
                    <a:pt x="24364" y="138211"/>
                  </a:lnTo>
                  <a:lnTo>
                    <a:pt x="20566" y="135094"/>
                  </a:lnTo>
                  <a:lnTo>
                    <a:pt x="18373" y="132067"/>
                  </a:lnTo>
                  <a:lnTo>
                    <a:pt x="17785" y="129135"/>
                  </a:lnTo>
                  <a:lnTo>
                    <a:pt x="16381" y="126198"/>
                  </a:lnTo>
                  <a:lnTo>
                    <a:pt x="14160" y="123257"/>
                  </a:lnTo>
                  <a:lnTo>
                    <a:pt x="13007" y="121321"/>
                  </a:lnTo>
                  <a:lnTo>
                    <a:pt x="12921" y="120389"/>
                  </a:lnTo>
                  <a:lnTo>
                    <a:pt x="12263" y="119177"/>
                  </a:lnTo>
                  <a:lnTo>
                    <a:pt x="11031" y="117679"/>
                  </a:lnTo>
                  <a:lnTo>
                    <a:pt x="9679" y="115117"/>
                  </a:lnTo>
                  <a:lnTo>
                    <a:pt x="8209" y="111489"/>
                  </a:lnTo>
                  <a:lnTo>
                    <a:pt x="6635" y="105880"/>
                  </a:lnTo>
                  <a:lnTo>
                    <a:pt x="4960" y="98285"/>
                  </a:lnTo>
                  <a:lnTo>
                    <a:pt x="3162" y="93166"/>
                  </a:lnTo>
                  <a:lnTo>
                    <a:pt x="1242" y="90519"/>
                  </a:lnTo>
                  <a:lnTo>
                    <a:pt x="283" y="88771"/>
                  </a:lnTo>
                  <a:lnTo>
                    <a:pt x="287" y="87917"/>
                  </a:lnTo>
                  <a:lnTo>
                    <a:pt x="0" y="87094"/>
                  </a:lnTo>
                  <a:lnTo>
                    <a:pt x="255" y="85625"/>
                  </a:lnTo>
                  <a:lnTo>
                    <a:pt x="954" y="79854"/>
                  </a:lnTo>
                  <a:lnTo>
                    <a:pt x="1966" y="71480"/>
                  </a:lnTo>
                  <a:lnTo>
                    <a:pt x="3015" y="62806"/>
                  </a:lnTo>
                  <a:lnTo>
                    <a:pt x="4250" y="52590"/>
                  </a:lnTo>
                  <a:lnTo>
                    <a:pt x="4252" y="45345"/>
                  </a:lnTo>
                  <a:lnTo>
                    <a:pt x="4254" y="37712"/>
                  </a:lnTo>
                  <a:lnTo>
                    <a:pt x="6010" y="31430"/>
                  </a:lnTo>
                  <a:lnTo>
                    <a:pt x="7257" y="26972"/>
                  </a:lnTo>
                  <a:lnTo>
                    <a:pt x="8335" y="22727"/>
                  </a:lnTo>
                  <a:lnTo>
                    <a:pt x="9425" y="15461"/>
                  </a:lnTo>
                  <a:lnTo>
                    <a:pt x="10153" y="10610"/>
                  </a:lnTo>
                  <a:lnTo>
                    <a:pt x="12935" y="9462"/>
                  </a:lnTo>
                  <a:lnTo>
                    <a:pt x="17657" y="6937"/>
                  </a:lnTo>
                  <a:lnTo>
                    <a:pt x="20010" y="5681"/>
                  </a:lnTo>
                  <a:lnTo>
                    <a:pt x="24974" y="3029"/>
                  </a:lnTo>
                  <a:lnTo>
                    <a:pt x="30019" y="334"/>
                  </a:lnTo>
                  <a:lnTo>
                    <a:pt x="35316" y="164"/>
                  </a:lnTo>
                  <a:lnTo>
                    <a:pt x="40430" y="0"/>
                  </a:lnTo>
                  <a:lnTo>
                    <a:pt x="44398" y="6028"/>
                  </a:lnTo>
                  <a:lnTo>
                    <a:pt x="47428" y="10633"/>
                  </a:lnTo>
                  <a:lnTo>
                    <a:pt x="50768" y="15709"/>
                  </a:lnTo>
                  <a:lnTo>
                    <a:pt x="50996" y="16803"/>
                  </a:lnTo>
                  <a:lnTo>
                    <a:pt x="51224" y="210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0"/>
            <p:cNvSpPr/>
            <p:nvPr/>
          </p:nvSpPr>
          <p:spPr>
            <a:xfrm>
              <a:off x="3556947" y="2700767"/>
              <a:ext cx="3718" cy="11127"/>
            </a:xfrm>
            <a:custGeom>
              <a:avLst/>
              <a:pathLst>
                <a:path w="3718" h="11127">
                  <a:moveTo>
                    <a:pt x="535" y="11127"/>
                  </a:moveTo>
                  <a:lnTo>
                    <a:pt x="162" y="8645"/>
                  </a:lnTo>
                  <a:lnTo>
                    <a:pt x="0" y="7749"/>
                  </a:lnTo>
                  <a:lnTo>
                    <a:pt x="2147" y="2986"/>
                  </a:lnTo>
                  <a:lnTo>
                    <a:pt x="3170" y="0"/>
                  </a:lnTo>
                  <a:lnTo>
                    <a:pt x="3701" y="1276"/>
                  </a:lnTo>
                  <a:lnTo>
                    <a:pt x="3718" y="1750"/>
                  </a:lnTo>
                  <a:lnTo>
                    <a:pt x="1726" y="6563"/>
                  </a:lnTo>
                  <a:lnTo>
                    <a:pt x="1705" y="862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1"/>
            <p:cNvSpPr/>
            <p:nvPr/>
          </p:nvSpPr>
          <p:spPr>
            <a:xfrm>
              <a:off x="3564608" y="2672709"/>
              <a:ext cx="7941" cy="34959"/>
            </a:xfrm>
            <a:custGeom>
              <a:avLst/>
              <a:pathLst>
                <a:path w="7941" h="34959">
                  <a:moveTo>
                    <a:pt x="6561" y="31177"/>
                  </a:moveTo>
                  <a:lnTo>
                    <a:pt x="6085" y="31071"/>
                  </a:lnTo>
                  <a:lnTo>
                    <a:pt x="4586" y="32847"/>
                  </a:lnTo>
                  <a:lnTo>
                    <a:pt x="2593" y="34519"/>
                  </a:lnTo>
                  <a:lnTo>
                    <a:pt x="398" y="34959"/>
                  </a:lnTo>
                  <a:lnTo>
                    <a:pt x="87" y="34461"/>
                  </a:lnTo>
                  <a:lnTo>
                    <a:pt x="0" y="33613"/>
                  </a:lnTo>
                  <a:lnTo>
                    <a:pt x="640" y="29485"/>
                  </a:lnTo>
                  <a:lnTo>
                    <a:pt x="888" y="27543"/>
                  </a:lnTo>
                  <a:lnTo>
                    <a:pt x="1838" y="25447"/>
                  </a:lnTo>
                  <a:lnTo>
                    <a:pt x="3187" y="23637"/>
                  </a:lnTo>
                  <a:lnTo>
                    <a:pt x="3758" y="23178"/>
                  </a:lnTo>
                  <a:lnTo>
                    <a:pt x="3693" y="22401"/>
                  </a:lnTo>
                  <a:lnTo>
                    <a:pt x="2888" y="21206"/>
                  </a:lnTo>
                  <a:lnTo>
                    <a:pt x="2049" y="20580"/>
                  </a:lnTo>
                  <a:lnTo>
                    <a:pt x="1251" y="21205"/>
                  </a:lnTo>
                  <a:lnTo>
                    <a:pt x="1003" y="21011"/>
                  </a:lnTo>
                  <a:lnTo>
                    <a:pt x="920" y="20482"/>
                  </a:lnTo>
                  <a:lnTo>
                    <a:pt x="1198" y="19739"/>
                  </a:lnTo>
                  <a:lnTo>
                    <a:pt x="1328" y="18354"/>
                  </a:lnTo>
                  <a:lnTo>
                    <a:pt x="1204" y="16039"/>
                  </a:lnTo>
                  <a:lnTo>
                    <a:pt x="1120" y="13217"/>
                  </a:lnTo>
                  <a:lnTo>
                    <a:pt x="944" y="11036"/>
                  </a:lnTo>
                  <a:lnTo>
                    <a:pt x="1439" y="7486"/>
                  </a:lnTo>
                  <a:lnTo>
                    <a:pt x="1564" y="5798"/>
                  </a:lnTo>
                  <a:lnTo>
                    <a:pt x="2183" y="2185"/>
                  </a:lnTo>
                  <a:lnTo>
                    <a:pt x="3639" y="0"/>
                  </a:lnTo>
                  <a:lnTo>
                    <a:pt x="4894" y="634"/>
                  </a:lnTo>
                  <a:lnTo>
                    <a:pt x="5556" y="796"/>
                  </a:lnTo>
                  <a:lnTo>
                    <a:pt x="5836" y="1223"/>
                  </a:lnTo>
                  <a:lnTo>
                    <a:pt x="6017" y="2475"/>
                  </a:lnTo>
                  <a:lnTo>
                    <a:pt x="6945" y="3923"/>
                  </a:lnTo>
                  <a:lnTo>
                    <a:pt x="7707" y="4104"/>
                  </a:lnTo>
                  <a:lnTo>
                    <a:pt x="7941" y="8762"/>
                  </a:lnTo>
                  <a:lnTo>
                    <a:pt x="7517" y="12747"/>
                  </a:lnTo>
                  <a:lnTo>
                    <a:pt x="7479" y="16237"/>
                  </a:lnTo>
                  <a:lnTo>
                    <a:pt x="7792" y="22720"/>
                  </a:lnTo>
                  <a:lnTo>
                    <a:pt x="7116" y="25473"/>
                  </a:lnTo>
                  <a:lnTo>
                    <a:pt x="6730" y="2872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2"/>
            <p:cNvSpPr/>
            <p:nvPr/>
          </p:nvSpPr>
          <p:spPr>
            <a:xfrm>
              <a:off x="1595104" y="4247839"/>
              <a:ext cx="709" cy="3093"/>
            </a:xfrm>
            <a:custGeom>
              <a:avLst/>
              <a:pathLst>
                <a:path w="709" h="3093">
                  <a:moveTo>
                    <a:pt x="709" y="2542"/>
                  </a:moveTo>
                  <a:lnTo>
                    <a:pt x="380" y="3093"/>
                  </a:lnTo>
                  <a:lnTo>
                    <a:pt x="503" y="2346"/>
                  </a:lnTo>
                  <a:lnTo>
                    <a:pt x="249" y="706"/>
                  </a:lnTo>
                  <a:lnTo>
                    <a:pt x="0" y="470"/>
                  </a:lnTo>
                  <a:lnTo>
                    <a:pt x="249" y="0"/>
                  </a:lnTo>
                  <a:lnTo>
                    <a:pt x="606" y="124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3"/>
            <p:cNvSpPr/>
            <p:nvPr/>
          </p:nvSpPr>
          <p:spPr>
            <a:xfrm>
              <a:off x="1618836" y="4179639"/>
              <a:ext cx="2096" cy="3047"/>
            </a:xfrm>
            <a:custGeom>
              <a:avLst/>
              <a:pathLst>
                <a:path w="2096" h="3047">
                  <a:moveTo>
                    <a:pt x="2096" y="2398"/>
                  </a:moveTo>
                  <a:lnTo>
                    <a:pt x="1867" y="3047"/>
                  </a:lnTo>
                  <a:lnTo>
                    <a:pt x="1845" y="2424"/>
                  </a:lnTo>
                  <a:lnTo>
                    <a:pt x="1527" y="2118"/>
                  </a:lnTo>
                  <a:lnTo>
                    <a:pt x="1085" y="1491"/>
                  </a:lnTo>
                  <a:lnTo>
                    <a:pt x="486" y="764"/>
                  </a:lnTo>
                  <a:lnTo>
                    <a:pt x="161" y="646"/>
                  </a:lnTo>
                  <a:lnTo>
                    <a:pt x="0" y="225"/>
                  </a:lnTo>
                  <a:lnTo>
                    <a:pt x="225" y="0"/>
                  </a:lnTo>
                  <a:lnTo>
                    <a:pt x="595" y="328"/>
                  </a:lnTo>
                  <a:lnTo>
                    <a:pt x="1114" y="992"/>
                  </a:lnTo>
                  <a:lnTo>
                    <a:pt x="1713" y="16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4"/>
            <p:cNvSpPr/>
            <p:nvPr/>
          </p:nvSpPr>
          <p:spPr>
            <a:xfrm>
              <a:off x="1569971" y="4175827"/>
              <a:ext cx="1247" cy="2421"/>
            </a:xfrm>
            <a:custGeom>
              <a:avLst/>
              <a:pathLst>
                <a:path w="1247" h="2421">
                  <a:moveTo>
                    <a:pt x="1094" y="1350"/>
                  </a:moveTo>
                  <a:lnTo>
                    <a:pt x="1247" y="2421"/>
                  </a:lnTo>
                  <a:lnTo>
                    <a:pt x="973" y="1918"/>
                  </a:lnTo>
                  <a:lnTo>
                    <a:pt x="96" y="874"/>
                  </a:lnTo>
                  <a:lnTo>
                    <a:pt x="0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5"/>
            <p:cNvSpPr/>
            <p:nvPr/>
          </p:nvSpPr>
          <p:spPr>
            <a:xfrm>
              <a:off x="1612147" y="4173793"/>
              <a:ext cx="1092" cy="2825"/>
            </a:xfrm>
            <a:custGeom>
              <a:avLst/>
              <a:pathLst>
                <a:path w="1092" h="2825">
                  <a:moveTo>
                    <a:pt x="1088" y="2265"/>
                  </a:moveTo>
                  <a:lnTo>
                    <a:pt x="1092" y="2825"/>
                  </a:lnTo>
                  <a:lnTo>
                    <a:pt x="0" y="0"/>
                  </a:lnTo>
                  <a:lnTo>
                    <a:pt x="430" y="22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6"/>
            <p:cNvSpPr/>
            <p:nvPr/>
          </p:nvSpPr>
          <p:spPr>
            <a:xfrm>
              <a:off x="1567793" y="4167702"/>
              <a:ext cx="1712" cy="4660"/>
            </a:xfrm>
            <a:custGeom>
              <a:avLst/>
              <a:pathLst>
                <a:path w="1712" h="4660">
                  <a:moveTo>
                    <a:pt x="1631" y="3846"/>
                  </a:moveTo>
                  <a:lnTo>
                    <a:pt x="1712" y="4660"/>
                  </a:lnTo>
                  <a:lnTo>
                    <a:pt x="1288" y="4123"/>
                  </a:lnTo>
                  <a:lnTo>
                    <a:pt x="886" y="2623"/>
                  </a:lnTo>
                  <a:lnTo>
                    <a:pt x="168" y="764"/>
                  </a:lnTo>
                  <a:lnTo>
                    <a:pt x="0" y="0"/>
                  </a:lnTo>
                  <a:lnTo>
                    <a:pt x="549" y="727"/>
                  </a:lnTo>
                  <a:lnTo>
                    <a:pt x="911" y="181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7"/>
            <p:cNvSpPr/>
            <p:nvPr/>
          </p:nvSpPr>
          <p:spPr>
            <a:xfrm>
              <a:off x="1569178" y="4156194"/>
              <a:ext cx="2422" cy="6085"/>
            </a:xfrm>
            <a:custGeom>
              <a:avLst/>
              <a:pathLst>
                <a:path w="2422" h="6085">
                  <a:moveTo>
                    <a:pt x="479" y="5523"/>
                  </a:moveTo>
                  <a:lnTo>
                    <a:pt x="535" y="6085"/>
                  </a:lnTo>
                  <a:lnTo>
                    <a:pt x="121" y="6010"/>
                  </a:lnTo>
                  <a:lnTo>
                    <a:pt x="0" y="5817"/>
                  </a:lnTo>
                  <a:lnTo>
                    <a:pt x="9" y="4767"/>
                  </a:lnTo>
                  <a:lnTo>
                    <a:pt x="309" y="3494"/>
                  </a:lnTo>
                  <a:lnTo>
                    <a:pt x="544" y="2421"/>
                  </a:lnTo>
                  <a:lnTo>
                    <a:pt x="1023" y="1419"/>
                  </a:lnTo>
                  <a:lnTo>
                    <a:pt x="1877" y="415"/>
                  </a:lnTo>
                  <a:lnTo>
                    <a:pt x="2290" y="0"/>
                  </a:lnTo>
                  <a:lnTo>
                    <a:pt x="2422" y="245"/>
                  </a:lnTo>
                  <a:lnTo>
                    <a:pt x="2265" y="395"/>
                  </a:lnTo>
                  <a:lnTo>
                    <a:pt x="854" y="2493"/>
                  </a:lnTo>
                  <a:lnTo>
                    <a:pt x="413" y="3959"/>
                  </a:lnTo>
                  <a:lnTo>
                    <a:pt x="216" y="4986"/>
                  </a:lnTo>
                  <a:lnTo>
                    <a:pt x="253" y="530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8"/>
            <p:cNvSpPr/>
            <p:nvPr/>
          </p:nvSpPr>
          <p:spPr>
            <a:xfrm>
              <a:off x="1469438" y="4151072"/>
              <a:ext cx="5497" cy="10812"/>
            </a:xfrm>
            <a:custGeom>
              <a:avLst/>
              <a:pathLst>
                <a:path w="5497" h="10812">
                  <a:moveTo>
                    <a:pt x="3559" y="5722"/>
                  </a:moveTo>
                  <a:lnTo>
                    <a:pt x="5193" y="7098"/>
                  </a:lnTo>
                  <a:lnTo>
                    <a:pt x="5497" y="9329"/>
                  </a:lnTo>
                  <a:lnTo>
                    <a:pt x="5146" y="10812"/>
                  </a:lnTo>
                  <a:lnTo>
                    <a:pt x="4320" y="10445"/>
                  </a:lnTo>
                  <a:lnTo>
                    <a:pt x="3912" y="9635"/>
                  </a:lnTo>
                  <a:lnTo>
                    <a:pt x="3337" y="6974"/>
                  </a:lnTo>
                  <a:lnTo>
                    <a:pt x="1741" y="7574"/>
                  </a:lnTo>
                  <a:lnTo>
                    <a:pt x="637" y="7049"/>
                  </a:lnTo>
                  <a:lnTo>
                    <a:pt x="24" y="3581"/>
                  </a:lnTo>
                  <a:lnTo>
                    <a:pt x="0" y="2005"/>
                  </a:lnTo>
                  <a:lnTo>
                    <a:pt x="267" y="1041"/>
                  </a:lnTo>
                  <a:lnTo>
                    <a:pt x="1441" y="0"/>
                  </a:lnTo>
                  <a:lnTo>
                    <a:pt x="2904" y="767"/>
                  </a:lnTo>
                  <a:lnTo>
                    <a:pt x="3462" y="273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29"/>
            <p:cNvSpPr/>
            <p:nvPr/>
          </p:nvSpPr>
          <p:spPr>
            <a:xfrm>
              <a:off x="1466294" y="4150278"/>
              <a:ext cx="1469" cy="3001"/>
            </a:xfrm>
            <a:custGeom>
              <a:avLst/>
              <a:pathLst>
                <a:path w="1469" h="3001">
                  <a:moveTo>
                    <a:pt x="1114" y="2230"/>
                  </a:moveTo>
                  <a:lnTo>
                    <a:pt x="759" y="3001"/>
                  </a:lnTo>
                  <a:lnTo>
                    <a:pt x="286" y="2461"/>
                  </a:lnTo>
                  <a:lnTo>
                    <a:pt x="76" y="1719"/>
                  </a:lnTo>
                  <a:lnTo>
                    <a:pt x="0" y="934"/>
                  </a:lnTo>
                  <a:lnTo>
                    <a:pt x="109" y="0"/>
                  </a:lnTo>
                  <a:lnTo>
                    <a:pt x="1169" y="129"/>
                  </a:lnTo>
                  <a:lnTo>
                    <a:pt x="1469" y="53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0"/>
            <p:cNvSpPr/>
            <p:nvPr/>
          </p:nvSpPr>
          <p:spPr>
            <a:xfrm>
              <a:off x="1448425" y="4128711"/>
              <a:ext cx="1373" cy="4126"/>
            </a:xfrm>
            <a:custGeom>
              <a:avLst/>
              <a:pathLst>
                <a:path w="1373" h="4126">
                  <a:moveTo>
                    <a:pt x="859" y="4080"/>
                  </a:moveTo>
                  <a:lnTo>
                    <a:pt x="409" y="4126"/>
                  </a:lnTo>
                  <a:lnTo>
                    <a:pt x="0" y="3664"/>
                  </a:lnTo>
                  <a:lnTo>
                    <a:pt x="103" y="623"/>
                  </a:lnTo>
                  <a:lnTo>
                    <a:pt x="212" y="0"/>
                  </a:lnTo>
                  <a:lnTo>
                    <a:pt x="843" y="1027"/>
                  </a:lnTo>
                  <a:lnTo>
                    <a:pt x="1373" y="368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1"/>
            <p:cNvSpPr/>
            <p:nvPr/>
          </p:nvSpPr>
          <p:spPr>
            <a:xfrm>
              <a:off x="1538528" y="4124948"/>
              <a:ext cx="1868" cy="1670"/>
            </a:xfrm>
            <a:custGeom>
              <a:avLst/>
              <a:pathLst>
                <a:path w="1868" h="1670">
                  <a:moveTo>
                    <a:pt x="1250" y="219"/>
                  </a:moveTo>
                  <a:lnTo>
                    <a:pt x="1868" y="1670"/>
                  </a:lnTo>
                  <a:lnTo>
                    <a:pt x="1046" y="683"/>
                  </a:lnTo>
                  <a:lnTo>
                    <a:pt x="0" y="259"/>
                  </a:lnTo>
                  <a:lnTo>
                    <a:pt x="398" y="0"/>
                  </a:lnTo>
                  <a:lnTo>
                    <a:pt x="976" y="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2"/>
            <p:cNvSpPr/>
            <p:nvPr/>
          </p:nvSpPr>
          <p:spPr>
            <a:xfrm>
              <a:off x="1536748" y="4124019"/>
              <a:ext cx="1547" cy="1760"/>
            </a:xfrm>
            <a:custGeom>
              <a:avLst/>
              <a:pathLst>
                <a:path w="1547" h="1760">
                  <a:moveTo>
                    <a:pt x="1547" y="1592"/>
                  </a:moveTo>
                  <a:lnTo>
                    <a:pt x="1099" y="1760"/>
                  </a:lnTo>
                  <a:lnTo>
                    <a:pt x="0" y="0"/>
                  </a:lnTo>
                  <a:lnTo>
                    <a:pt x="422" y="0"/>
                  </a:lnTo>
                  <a:lnTo>
                    <a:pt x="1051" y="109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3"/>
            <p:cNvSpPr/>
            <p:nvPr/>
          </p:nvSpPr>
          <p:spPr>
            <a:xfrm>
              <a:off x="1448119" y="4123816"/>
              <a:ext cx="844" cy="2692"/>
            </a:xfrm>
            <a:custGeom>
              <a:avLst/>
              <a:pathLst>
                <a:path w="844" h="2692">
                  <a:moveTo>
                    <a:pt x="520" y="2467"/>
                  </a:moveTo>
                  <a:lnTo>
                    <a:pt x="312" y="2692"/>
                  </a:lnTo>
                  <a:lnTo>
                    <a:pt x="93" y="2155"/>
                  </a:lnTo>
                  <a:lnTo>
                    <a:pt x="0" y="1330"/>
                  </a:lnTo>
                  <a:lnTo>
                    <a:pt x="75" y="0"/>
                  </a:lnTo>
                  <a:lnTo>
                    <a:pt x="624" y="877"/>
                  </a:lnTo>
                  <a:lnTo>
                    <a:pt x="844" y="146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4"/>
            <p:cNvSpPr/>
            <p:nvPr/>
          </p:nvSpPr>
          <p:spPr>
            <a:xfrm>
              <a:off x="1515100" y="4109195"/>
              <a:ext cx="1494" cy="7906"/>
            </a:xfrm>
            <a:custGeom>
              <a:avLst/>
              <a:pathLst>
                <a:path w="1494" h="7906">
                  <a:moveTo>
                    <a:pt x="1443" y="7404"/>
                  </a:moveTo>
                  <a:lnTo>
                    <a:pt x="1494" y="7906"/>
                  </a:lnTo>
                  <a:lnTo>
                    <a:pt x="1261" y="7877"/>
                  </a:lnTo>
                  <a:lnTo>
                    <a:pt x="840" y="6380"/>
                  </a:lnTo>
                  <a:lnTo>
                    <a:pt x="689" y="5081"/>
                  </a:lnTo>
                  <a:lnTo>
                    <a:pt x="421" y="3612"/>
                  </a:lnTo>
                  <a:lnTo>
                    <a:pt x="53" y="2542"/>
                  </a:lnTo>
                  <a:lnTo>
                    <a:pt x="11" y="1555"/>
                  </a:lnTo>
                  <a:lnTo>
                    <a:pt x="0" y="0"/>
                  </a:lnTo>
                  <a:lnTo>
                    <a:pt x="417" y="2383"/>
                  </a:lnTo>
                  <a:lnTo>
                    <a:pt x="811" y="4296"/>
                  </a:lnTo>
                  <a:lnTo>
                    <a:pt x="1099" y="586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5"/>
            <p:cNvSpPr/>
            <p:nvPr/>
          </p:nvSpPr>
          <p:spPr>
            <a:xfrm>
              <a:off x="1550123" y="4107380"/>
              <a:ext cx="549" cy="2640"/>
            </a:xfrm>
            <a:custGeom>
              <a:avLst/>
              <a:pathLst>
                <a:path w="549" h="2640">
                  <a:moveTo>
                    <a:pt x="201" y="2320"/>
                  </a:moveTo>
                  <a:lnTo>
                    <a:pt x="0" y="2640"/>
                  </a:lnTo>
                  <a:lnTo>
                    <a:pt x="258" y="294"/>
                  </a:lnTo>
                  <a:lnTo>
                    <a:pt x="54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6"/>
            <p:cNvSpPr/>
            <p:nvPr/>
          </p:nvSpPr>
          <p:spPr>
            <a:xfrm>
              <a:off x="1520245" y="4099675"/>
              <a:ext cx="1242" cy="4256"/>
            </a:xfrm>
            <a:custGeom>
              <a:avLst/>
              <a:pathLst>
                <a:path w="1242" h="4256">
                  <a:moveTo>
                    <a:pt x="1242" y="2926"/>
                  </a:moveTo>
                  <a:lnTo>
                    <a:pt x="1170" y="4256"/>
                  </a:lnTo>
                  <a:lnTo>
                    <a:pt x="957" y="2972"/>
                  </a:lnTo>
                  <a:lnTo>
                    <a:pt x="258" y="917"/>
                  </a:lnTo>
                  <a:lnTo>
                    <a:pt x="0" y="0"/>
                  </a:lnTo>
                  <a:lnTo>
                    <a:pt x="308" y="14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7"/>
            <p:cNvSpPr/>
            <p:nvPr/>
          </p:nvSpPr>
          <p:spPr>
            <a:xfrm>
              <a:off x="1593719" y="3942136"/>
              <a:ext cx="748" cy="3156"/>
            </a:xfrm>
            <a:custGeom>
              <a:avLst/>
              <a:pathLst>
                <a:path w="748" h="3156">
                  <a:moveTo>
                    <a:pt x="445" y="2651"/>
                  </a:moveTo>
                  <a:lnTo>
                    <a:pt x="29" y="3156"/>
                  </a:lnTo>
                  <a:lnTo>
                    <a:pt x="0" y="0"/>
                  </a:lnTo>
                  <a:lnTo>
                    <a:pt x="538" y="600"/>
                  </a:lnTo>
                  <a:lnTo>
                    <a:pt x="748" y="1105"/>
                  </a:lnTo>
                  <a:lnTo>
                    <a:pt x="658" y="196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8"/>
            <p:cNvSpPr/>
            <p:nvPr/>
          </p:nvSpPr>
          <p:spPr>
            <a:xfrm>
              <a:off x="1588679" y="3927061"/>
              <a:ext cx="846" cy="2781"/>
            </a:xfrm>
            <a:custGeom>
              <a:avLst/>
              <a:pathLst>
                <a:path w="846" h="2781">
                  <a:moveTo>
                    <a:pt x="846" y="470"/>
                  </a:moveTo>
                  <a:lnTo>
                    <a:pt x="2" y="2781"/>
                  </a:lnTo>
                  <a:lnTo>
                    <a:pt x="0" y="320"/>
                  </a:lnTo>
                  <a:lnTo>
                    <a:pt x="303" y="0"/>
                  </a:lnTo>
                  <a:lnTo>
                    <a:pt x="579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39"/>
            <p:cNvSpPr/>
            <p:nvPr/>
          </p:nvSpPr>
          <p:spPr>
            <a:xfrm>
              <a:off x="1588313" y="3920554"/>
              <a:ext cx="3850" cy="4446"/>
            </a:xfrm>
            <a:custGeom>
              <a:avLst/>
              <a:pathLst>
                <a:path w="3850" h="4446">
                  <a:moveTo>
                    <a:pt x="1614" y="0"/>
                  </a:moveTo>
                  <a:lnTo>
                    <a:pt x="3315" y="1535"/>
                  </a:lnTo>
                  <a:lnTo>
                    <a:pt x="3850" y="1370"/>
                  </a:lnTo>
                  <a:lnTo>
                    <a:pt x="3310" y="2885"/>
                  </a:lnTo>
                  <a:lnTo>
                    <a:pt x="1614" y="3708"/>
                  </a:lnTo>
                  <a:lnTo>
                    <a:pt x="1053" y="4446"/>
                  </a:lnTo>
                  <a:lnTo>
                    <a:pt x="367" y="3967"/>
                  </a:lnTo>
                  <a:lnTo>
                    <a:pt x="0" y="221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0"/>
            <p:cNvSpPr/>
            <p:nvPr/>
          </p:nvSpPr>
          <p:spPr>
            <a:xfrm>
              <a:off x="1577208" y="3909707"/>
              <a:ext cx="1286" cy="3428"/>
            </a:xfrm>
            <a:custGeom>
              <a:avLst/>
              <a:pathLst>
                <a:path w="1286" h="3428">
                  <a:moveTo>
                    <a:pt x="780" y="2891"/>
                  </a:moveTo>
                  <a:lnTo>
                    <a:pt x="534" y="3428"/>
                  </a:lnTo>
                  <a:lnTo>
                    <a:pt x="72" y="1662"/>
                  </a:lnTo>
                  <a:lnTo>
                    <a:pt x="0" y="923"/>
                  </a:lnTo>
                  <a:lnTo>
                    <a:pt x="833" y="0"/>
                  </a:lnTo>
                  <a:lnTo>
                    <a:pt x="1286" y="49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1"/>
            <p:cNvSpPr/>
            <p:nvPr/>
          </p:nvSpPr>
          <p:spPr>
            <a:xfrm>
              <a:off x="1583029" y="3895876"/>
              <a:ext cx="1401" cy="2597"/>
            </a:xfrm>
            <a:custGeom>
              <a:avLst/>
              <a:pathLst>
                <a:path w="1401" h="2597">
                  <a:moveTo>
                    <a:pt x="858" y="2369"/>
                  </a:moveTo>
                  <a:lnTo>
                    <a:pt x="122" y="2597"/>
                  </a:lnTo>
                  <a:lnTo>
                    <a:pt x="0" y="1136"/>
                  </a:lnTo>
                  <a:lnTo>
                    <a:pt x="227" y="363"/>
                  </a:lnTo>
                  <a:lnTo>
                    <a:pt x="542" y="0"/>
                  </a:lnTo>
                  <a:lnTo>
                    <a:pt x="1103" y="453"/>
                  </a:lnTo>
                  <a:lnTo>
                    <a:pt x="1401" y="1093"/>
                  </a:lnTo>
                  <a:lnTo>
                    <a:pt x="1384" y="164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2"/>
            <p:cNvSpPr/>
            <p:nvPr/>
          </p:nvSpPr>
          <p:spPr>
            <a:xfrm>
              <a:off x="1575978" y="3893556"/>
              <a:ext cx="2373" cy="4504"/>
            </a:xfrm>
            <a:custGeom>
              <a:avLst/>
              <a:pathLst>
                <a:path w="2373" h="4504">
                  <a:moveTo>
                    <a:pt x="2044" y="3809"/>
                  </a:moveTo>
                  <a:lnTo>
                    <a:pt x="932" y="4504"/>
                  </a:lnTo>
                  <a:lnTo>
                    <a:pt x="400" y="4377"/>
                  </a:lnTo>
                  <a:lnTo>
                    <a:pt x="0" y="1965"/>
                  </a:lnTo>
                  <a:lnTo>
                    <a:pt x="143" y="473"/>
                  </a:lnTo>
                  <a:lnTo>
                    <a:pt x="321" y="0"/>
                  </a:lnTo>
                  <a:lnTo>
                    <a:pt x="2214" y="588"/>
                  </a:lnTo>
                  <a:lnTo>
                    <a:pt x="2373" y="1682"/>
                  </a:lnTo>
                  <a:lnTo>
                    <a:pt x="2345" y="272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3"/>
            <p:cNvSpPr/>
            <p:nvPr/>
          </p:nvSpPr>
          <p:spPr>
            <a:xfrm>
              <a:off x="3744953" y="2861266"/>
              <a:ext cx="9700" cy="46942"/>
            </a:xfrm>
            <a:custGeom>
              <a:avLst/>
              <a:pathLst>
                <a:path w="9700" h="46942">
                  <a:moveTo>
                    <a:pt x="5829" y="45684"/>
                  </a:moveTo>
                  <a:lnTo>
                    <a:pt x="4808" y="46290"/>
                  </a:lnTo>
                  <a:lnTo>
                    <a:pt x="3846" y="46942"/>
                  </a:lnTo>
                  <a:lnTo>
                    <a:pt x="3045" y="46924"/>
                  </a:lnTo>
                  <a:lnTo>
                    <a:pt x="2400" y="46668"/>
                  </a:lnTo>
                  <a:lnTo>
                    <a:pt x="1972" y="46041"/>
                  </a:lnTo>
                  <a:lnTo>
                    <a:pt x="1147" y="43544"/>
                  </a:lnTo>
                  <a:lnTo>
                    <a:pt x="565" y="40305"/>
                  </a:lnTo>
                  <a:lnTo>
                    <a:pt x="923" y="38498"/>
                  </a:lnTo>
                  <a:lnTo>
                    <a:pt x="1046" y="37370"/>
                  </a:lnTo>
                  <a:lnTo>
                    <a:pt x="258" y="28834"/>
                  </a:lnTo>
                  <a:lnTo>
                    <a:pt x="0" y="22280"/>
                  </a:lnTo>
                  <a:lnTo>
                    <a:pt x="94" y="20936"/>
                  </a:lnTo>
                  <a:lnTo>
                    <a:pt x="545" y="19390"/>
                  </a:lnTo>
                  <a:lnTo>
                    <a:pt x="1295" y="15973"/>
                  </a:lnTo>
                  <a:lnTo>
                    <a:pt x="1694" y="12682"/>
                  </a:lnTo>
                  <a:lnTo>
                    <a:pt x="2822" y="5077"/>
                  </a:lnTo>
                  <a:lnTo>
                    <a:pt x="4014" y="2148"/>
                  </a:lnTo>
                  <a:lnTo>
                    <a:pt x="5765" y="0"/>
                  </a:lnTo>
                  <a:lnTo>
                    <a:pt x="7204" y="4200"/>
                  </a:lnTo>
                  <a:lnTo>
                    <a:pt x="8953" y="7413"/>
                  </a:lnTo>
                  <a:lnTo>
                    <a:pt x="9285" y="11000"/>
                  </a:lnTo>
                  <a:lnTo>
                    <a:pt x="8770" y="13921"/>
                  </a:lnTo>
                  <a:lnTo>
                    <a:pt x="8298" y="18573"/>
                  </a:lnTo>
                  <a:lnTo>
                    <a:pt x="8580" y="20711"/>
                  </a:lnTo>
                  <a:lnTo>
                    <a:pt x="8686" y="22561"/>
                  </a:lnTo>
                  <a:lnTo>
                    <a:pt x="9161" y="25672"/>
                  </a:lnTo>
                  <a:lnTo>
                    <a:pt x="9622" y="29706"/>
                  </a:lnTo>
                  <a:lnTo>
                    <a:pt x="9700" y="32515"/>
                  </a:lnTo>
                  <a:lnTo>
                    <a:pt x="9451" y="35116"/>
                  </a:lnTo>
                  <a:lnTo>
                    <a:pt x="8843" y="37302"/>
                  </a:lnTo>
                  <a:lnTo>
                    <a:pt x="7646" y="43880"/>
                  </a:lnTo>
                  <a:lnTo>
                    <a:pt x="7289" y="4456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4"/>
            <p:cNvSpPr/>
            <p:nvPr/>
          </p:nvSpPr>
          <p:spPr>
            <a:xfrm>
              <a:off x="3398466" y="2207930"/>
              <a:ext cx="107468" cy="135709"/>
            </a:xfrm>
            <a:custGeom>
              <a:avLst/>
              <a:pathLst>
                <a:path w="107468" h="135709">
                  <a:moveTo>
                    <a:pt x="90511" y="83122"/>
                  </a:moveTo>
                  <a:lnTo>
                    <a:pt x="91705" y="86175"/>
                  </a:lnTo>
                  <a:lnTo>
                    <a:pt x="93222" y="87798"/>
                  </a:lnTo>
                  <a:lnTo>
                    <a:pt x="96736" y="89514"/>
                  </a:lnTo>
                  <a:lnTo>
                    <a:pt x="97049" y="89312"/>
                  </a:lnTo>
                  <a:lnTo>
                    <a:pt x="97084" y="88989"/>
                  </a:lnTo>
                  <a:lnTo>
                    <a:pt x="96839" y="88546"/>
                  </a:lnTo>
                  <a:lnTo>
                    <a:pt x="96803" y="87974"/>
                  </a:lnTo>
                  <a:lnTo>
                    <a:pt x="96974" y="87276"/>
                  </a:lnTo>
                  <a:lnTo>
                    <a:pt x="97458" y="87240"/>
                  </a:lnTo>
                  <a:lnTo>
                    <a:pt x="98253" y="87865"/>
                  </a:lnTo>
                  <a:lnTo>
                    <a:pt x="99764" y="86960"/>
                  </a:lnTo>
                  <a:lnTo>
                    <a:pt x="101991" y="84526"/>
                  </a:lnTo>
                  <a:lnTo>
                    <a:pt x="104037" y="84031"/>
                  </a:lnTo>
                  <a:lnTo>
                    <a:pt x="105899" y="85475"/>
                  </a:lnTo>
                  <a:lnTo>
                    <a:pt x="106856" y="87156"/>
                  </a:lnTo>
                  <a:lnTo>
                    <a:pt x="107468" y="88752"/>
                  </a:lnTo>
                  <a:lnTo>
                    <a:pt x="107278" y="90723"/>
                  </a:lnTo>
                  <a:lnTo>
                    <a:pt x="107159" y="91951"/>
                  </a:lnTo>
                  <a:lnTo>
                    <a:pt x="106668" y="97034"/>
                  </a:lnTo>
                  <a:lnTo>
                    <a:pt x="106328" y="98930"/>
                  </a:lnTo>
                  <a:lnTo>
                    <a:pt x="105784" y="101059"/>
                  </a:lnTo>
                  <a:lnTo>
                    <a:pt x="100001" y="103596"/>
                  </a:lnTo>
                  <a:lnTo>
                    <a:pt x="100373" y="102377"/>
                  </a:lnTo>
                  <a:lnTo>
                    <a:pt x="100238" y="100240"/>
                  </a:lnTo>
                  <a:lnTo>
                    <a:pt x="99995" y="98628"/>
                  </a:lnTo>
                  <a:lnTo>
                    <a:pt x="100535" y="97169"/>
                  </a:lnTo>
                  <a:lnTo>
                    <a:pt x="99233" y="96641"/>
                  </a:lnTo>
                  <a:lnTo>
                    <a:pt x="98664" y="97442"/>
                  </a:lnTo>
                  <a:lnTo>
                    <a:pt x="98221" y="98836"/>
                  </a:lnTo>
                  <a:lnTo>
                    <a:pt x="98615" y="102046"/>
                  </a:lnTo>
                  <a:lnTo>
                    <a:pt x="97981" y="103821"/>
                  </a:lnTo>
                  <a:lnTo>
                    <a:pt x="97738" y="104815"/>
                  </a:lnTo>
                  <a:lnTo>
                    <a:pt x="97710" y="107162"/>
                  </a:lnTo>
                  <a:lnTo>
                    <a:pt x="97336" y="108178"/>
                  </a:lnTo>
                  <a:lnTo>
                    <a:pt x="97262" y="109285"/>
                  </a:lnTo>
                  <a:lnTo>
                    <a:pt x="98183" y="108998"/>
                  </a:lnTo>
                  <a:lnTo>
                    <a:pt x="97770" y="111026"/>
                  </a:lnTo>
                  <a:lnTo>
                    <a:pt x="96037" y="114923"/>
                  </a:lnTo>
                  <a:lnTo>
                    <a:pt x="95426" y="117245"/>
                  </a:lnTo>
                  <a:lnTo>
                    <a:pt x="95576" y="126459"/>
                  </a:lnTo>
                  <a:lnTo>
                    <a:pt x="94805" y="131967"/>
                  </a:lnTo>
                  <a:lnTo>
                    <a:pt x="94744" y="133598"/>
                  </a:lnTo>
                  <a:lnTo>
                    <a:pt x="92906" y="133650"/>
                  </a:lnTo>
                  <a:lnTo>
                    <a:pt x="92358" y="133523"/>
                  </a:lnTo>
                  <a:lnTo>
                    <a:pt x="90618" y="132693"/>
                  </a:lnTo>
                  <a:lnTo>
                    <a:pt x="88665" y="131229"/>
                  </a:lnTo>
                  <a:lnTo>
                    <a:pt x="87517" y="128386"/>
                  </a:lnTo>
                  <a:lnTo>
                    <a:pt x="86783" y="126355"/>
                  </a:lnTo>
                  <a:lnTo>
                    <a:pt x="85129" y="127273"/>
                  </a:lnTo>
                  <a:lnTo>
                    <a:pt x="84813" y="127027"/>
                  </a:lnTo>
                  <a:lnTo>
                    <a:pt x="84360" y="126046"/>
                  </a:lnTo>
                  <a:lnTo>
                    <a:pt x="83113" y="125388"/>
                  </a:lnTo>
                  <a:lnTo>
                    <a:pt x="81572" y="125375"/>
                  </a:lnTo>
                  <a:lnTo>
                    <a:pt x="78113" y="121663"/>
                  </a:lnTo>
                  <a:lnTo>
                    <a:pt x="77729" y="121035"/>
                  </a:lnTo>
                  <a:lnTo>
                    <a:pt x="75013" y="121661"/>
                  </a:lnTo>
                  <a:lnTo>
                    <a:pt x="70942" y="123500"/>
                  </a:lnTo>
                  <a:lnTo>
                    <a:pt x="67837" y="125766"/>
                  </a:lnTo>
                  <a:lnTo>
                    <a:pt x="64630" y="129806"/>
                  </a:lnTo>
                  <a:lnTo>
                    <a:pt x="63329" y="132871"/>
                  </a:lnTo>
                  <a:lnTo>
                    <a:pt x="61822" y="134498"/>
                  </a:lnTo>
                  <a:lnTo>
                    <a:pt x="59676" y="135709"/>
                  </a:lnTo>
                  <a:lnTo>
                    <a:pt x="55844" y="135250"/>
                  </a:lnTo>
                  <a:lnTo>
                    <a:pt x="51853" y="133710"/>
                  </a:lnTo>
                  <a:lnTo>
                    <a:pt x="47565" y="132057"/>
                  </a:lnTo>
                  <a:lnTo>
                    <a:pt x="45251" y="132970"/>
                  </a:lnTo>
                  <a:lnTo>
                    <a:pt x="42117" y="132285"/>
                  </a:lnTo>
                  <a:lnTo>
                    <a:pt x="37390" y="130308"/>
                  </a:lnTo>
                  <a:lnTo>
                    <a:pt x="33871" y="129708"/>
                  </a:lnTo>
                  <a:lnTo>
                    <a:pt x="30401" y="130872"/>
                  </a:lnTo>
                  <a:lnTo>
                    <a:pt x="29818" y="129984"/>
                  </a:lnTo>
                  <a:lnTo>
                    <a:pt x="29690" y="128965"/>
                  </a:lnTo>
                  <a:lnTo>
                    <a:pt x="29824" y="127521"/>
                  </a:lnTo>
                  <a:lnTo>
                    <a:pt x="30313" y="126359"/>
                  </a:lnTo>
                  <a:lnTo>
                    <a:pt x="31154" y="125479"/>
                  </a:lnTo>
                  <a:lnTo>
                    <a:pt x="31597" y="124586"/>
                  </a:lnTo>
                  <a:lnTo>
                    <a:pt x="31644" y="123677"/>
                  </a:lnTo>
                  <a:lnTo>
                    <a:pt x="30700" y="122220"/>
                  </a:lnTo>
                  <a:lnTo>
                    <a:pt x="28767" y="120213"/>
                  </a:lnTo>
                  <a:lnTo>
                    <a:pt x="27971" y="118955"/>
                  </a:lnTo>
                  <a:lnTo>
                    <a:pt x="27776" y="118644"/>
                  </a:lnTo>
                  <a:lnTo>
                    <a:pt x="27724" y="117516"/>
                  </a:lnTo>
                  <a:lnTo>
                    <a:pt x="27322" y="116630"/>
                  </a:lnTo>
                  <a:lnTo>
                    <a:pt x="26572" y="115984"/>
                  </a:lnTo>
                  <a:lnTo>
                    <a:pt x="25991" y="114812"/>
                  </a:lnTo>
                  <a:lnTo>
                    <a:pt x="25580" y="113114"/>
                  </a:lnTo>
                  <a:lnTo>
                    <a:pt x="25669" y="111514"/>
                  </a:lnTo>
                  <a:lnTo>
                    <a:pt x="26256" y="110015"/>
                  </a:lnTo>
                  <a:lnTo>
                    <a:pt x="27006" y="109364"/>
                  </a:lnTo>
                  <a:lnTo>
                    <a:pt x="27922" y="109566"/>
                  </a:lnTo>
                  <a:lnTo>
                    <a:pt x="28304" y="109141"/>
                  </a:lnTo>
                  <a:lnTo>
                    <a:pt x="28151" y="108089"/>
                  </a:lnTo>
                  <a:lnTo>
                    <a:pt x="27256" y="106746"/>
                  </a:lnTo>
                  <a:lnTo>
                    <a:pt x="25616" y="105112"/>
                  </a:lnTo>
                  <a:lnTo>
                    <a:pt x="23947" y="106002"/>
                  </a:lnTo>
                  <a:lnTo>
                    <a:pt x="22247" y="109413"/>
                  </a:lnTo>
                  <a:lnTo>
                    <a:pt x="21022" y="109967"/>
                  </a:lnTo>
                  <a:lnTo>
                    <a:pt x="20271" y="107665"/>
                  </a:lnTo>
                  <a:lnTo>
                    <a:pt x="18935" y="106298"/>
                  </a:lnTo>
                  <a:lnTo>
                    <a:pt x="17015" y="105868"/>
                  </a:lnTo>
                  <a:lnTo>
                    <a:pt x="15833" y="104988"/>
                  </a:lnTo>
                  <a:lnTo>
                    <a:pt x="15389" y="103659"/>
                  </a:lnTo>
                  <a:lnTo>
                    <a:pt x="14550" y="102635"/>
                  </a:lnTo>
                  <a:lnTo>
                    <a:pt x="12698" y="101554"/>
                  </a:lnTo>
                  <a:lnTo>
                    <a:pt x="12673" y="100515"/>
                  </a:lnTo>
                  <a:lnTo>
                    <a:pt x="12974" y="100272"/>
                  </a:lnTo>
                  <a:lnTo>
                    <a:pt x="13630" y="100173"/>
                  </a:lnTo>
                  <a:lnTo>
                    <a:pt x="14513" y="99954"/>
                  </a:lnTo>
                  <a:lnTo>
                    <a:pt x="14654" y="99367"/>
                  </a:lnTo>
                  <a:lnTo>
                    <a:pt x="14664" y="98830"/>
                  </a:lnTo>
                  <a:lnTo>
                    <a:pt x="13969" y="98146"/>
                  </a:lnTo>
                  <a:lnTo>
                    <a:pt x="13265" y="97682"/>
                  </a:lnTo>
                  <a:lnTo>
                    <a:pt x="12899" y="97217"/>
                  </a:lnTo>
                  <a:lnTo>
                    <a:pt x="12663" y="96705"/>
                  </a:lnTo>
                  <a:lnTo>
                    <a:pt x="12617" y="96167"/>
                  </a:lnTo>
                  <a:lnTo>
                    <a:pt x="12823" y="95800"/>
                  </a:lnTo>
                  <a:lnTo>
                    <a:pt x="13105" y="95776"/>
                  </a:lnTo>
                  <a:lnTo>
                    <a:pt x="13387" y="95458"/>
                  </a:lnTo>
                  <a:lnTo>
                    <a:pt x="13543" y="94212"/>
                  </a:lnTo>
                  <a:lnTo>
                    <a:pt x="13922" y="93186"/>
                  </a:lnTo>
                  <a:lnTo>
                    <a:pt x="14194" y="92819"/>
                  </a:lnTo>
                  <a:lnTo>
                    <a:pt x="14176" y="92062"/>
                  </a:lnTo>
                  <a:lnTo>
                    <a:pt x="13894" y="91353"/>
                  </a:lnTo>
                  <a:lnTo>
                    <a:pt x="13508" y="90743"/>
                  </a:lnTo>
                  <a:lnTo>
                    <a:pt x="12944" y="90372"/>
                  </a:lnTo>
                  <a:lnTo>
                    <a:pt x="11181" y="89302"/>
                  </a:lnTo>
                  <a:lnTo>
                    <a:pt x="10288" y="87811"/>
                  </a:lnTo>
                  <a:lnTo>
                    <a:pt x="9744" y="87758"/>
                  </a:lnTo>
                  <a:lnTo>
                    <a:pt x="8880" y="86931"/>
                  </a:lnTo>
                  <a:lnTo>
                    <a:pt x="7948" y="85637"/>
                  </a:lnTo>
                  <a:lnTo>
                    <a:pt x="7142" y="83799"/>
                  </a:lnTo>
                  <a:lnTo>
                    <a:pt x="6271" y="82607"/>
                  </a:lnTo>
                  <a:lnTo>
                    <a:pt x="6045" y="82118"/>
                  </a:lnTo>
                  <a:lnTo>
                    <a:pt x="6025" y="81655"/>
                  </a:lnTo>
                  <a:lnTo>
                    <a:pt x="6185" y="81141"/>
                  </a:lnTo>
                  <a:lnTo>
                    <a:pt x="6180" y="80580"/>
                  </a:lnTo>
                  <a:lnTo>
                    <a:pt x="5950" y="78778"/>
                  </a:lnTo>
                  <a:lnTo>
                    <a:pt x="6103" y="76870"/>
                  </a:lnTo>
                  <a:lnTo>
                    <a:pt x="6063" y="75083"/>
                  </a:lnTo>
                  <a:lnTo>
                    <a:pt x="6054" y="74276"/>
                  </a:lnTo>
                  <a:lnTo>
                    <a:pt x="5886" y="74031"/>
                  </a:lnTo>
                  <a:lnTo>
                    <a:pt x="5735" y="74301"/>
                  </a:lnTo>
                  <a:lnTo>
                    <a:pt x="5519" y="74643"/>
                  </a:lnTo>
                  <a:lnTo>
                    <a:pt x="5308" y="74706"/>
                  </a:lnTo>
                  <a:lnTo>
                    <a:pt x="4666" y="73402"/>
                  </a:lnTo>
                  <a:lnTo>
                    <a:pt x="3853" y="70740"/>
                  </a:lnTo>
                  <a:lnTo>
                    <a:pt x="3302" y="69852"/>
                  </a:lnTo>
                  <a:lnTo>
                    <a:pt x="2227" y="68633"/>
                  </a:lnTo>
                  <a:lnTo>
                    <a:pt x="1326" y="67607"/>
                  </a:lnTo>
                  <a:lnTo>
                    <a:pt x="676" y="65385"/>
                  </a:lnTo>
                  <a:lnTo>
                    <a:pt x="0" y="63674"/>
                  </a:lnTo>
                  <a:lnTo>
                    <a:pt x="444" y="62953"/>
                  </a:lnTo>
                  <a:lnTo>
                    <a:pt x="3024" y="61950"/>
                  </a:lnTo>
                  <a:lnTo>
                    <a:pt x="4222" y="62938"/>
                  </a:lnTo>
                  <a:lnTo>
                    <a:pt x="4760" y="62579"/>
                  </a:lnTo>
                  <a:lnTo>
                    <a:pt x="5287" y="61777"/>
                  </a:lnTo>
                  <a:lnTo>
                    <a:pt x="5574" y="61138"/>
                  </a:lnTo>
                  <a:lnTo>
                    <a:pt x="5627" y="60457"/>
                  </a:lnTo>
                  <a:lnTo>
                    <a:pt x="5887" y="59607"/>
                  </a:lnTo>
                  <a:lnTo>
                    <a:pt x="6758" y="59209"/>
                  </a:lnTo>
                  <a:lnTo>
                    <a:pt x="9062" y="59725"/>
                  </a:lnTo>
                  <a:lnTo>
                    <a:pt x="9991" y="58538"/>
                  </a:lnTo>
                  <a:lnTo>
                    <a:pt x="10335" y="57890"/>
                  </a:lnTo>
                  <a:lnTo>
                    <a:pt x="10544" y="56462"/>
                  </a:lnTo>
                  <a:lnTo>
                    <a:pt x="10787" y="55313"/>
                  </a:lnTo>
                  <a:lnTo>
                    <a:pt x="11613" y="54700"/>
                  </a:lnTo>
                  <a:lnTo>
                    <a:pt x="11599" y="53652"/>
                  </a:lnTo>
                  <a:lnTo>
                    <a:pt x="11474" y="52511"/>
                  </a:lnTo>
                  <a:lnTo>
                    <a:pt x="11954" y="49967"/>
                  </a:lnTo>
                  <a:lnTo>
                    <a:pt x="12245" y="48923"/>
                  </a:lnTo>
                  <a:lnTo>
                    <a:pt x="12712" y="48541"/>
                  </a:lnTo>
                  <a:lnTo>
                    <a:pt x="13277" y="47740"/>
                  </a:lnTo>
                  <a:lnTo>
                    <a:pt x="14254" y="46072"/>
                  </a:lnTo>
                  <a:lnTo>
                    <a:pt x="14026" y="44622"/>
                  </a:lnTo>
                  <a:lnTo>
                    <a:pt x="14224" y="43547"/>
                  </a:lnTo>
                  <a:lnTo>
                    <a:pt x="15243" y="40928"/>
                  </a:lnTo>
                  <a:lnTo>
                    <a:pt x="16020" y="38405"/>
                  </a:lnTo>
                  <a:lnTo>
                    <a:pt x="16007" y="37141"/>
                  </a:lnTo>
                  <a:lnTo>
                    <a:pt x="16120" y="36037"/>
                  </a:lnTo>
                  <a:lnTo>
                    <a:pt x="16805" y="34828"/>
                  </a:lnTo>
                  <a:lnTo>
                    <a:pt x="17528" y="33252"/>
                  </a:lnTo>
                  <a:lnTo>
                    <a:pt x="18481" y="28334"/>
                  </a:lnTo>
                  <a:lnTo>
                    <a:pt x="18820" y="27507"/>
                  </a:lnTo>
                  <a:lnTo>
                    <a:pt x="19446" y="26571"/>
                  </a:lnTo>
                  <a:lnTo>
                    <a:pt x="19911" y="25641"/>
                  </a:lnTo>
                  <a:lnTo>
                    <a:pt x="19961" y="22411"/>
                  </a:lnTo>
                  <a:lnTo>
                    <a:pt x="20396" y="21477"/>
                  </a:lnTo>
                  <a:lnTo>
                    <a:pt x="21236" y="20431"/>
                  </a:lnTo>
                  <a:lnTo>
                    <a:pt x="22066" y="18746"/>
                  </a:lnTo>
                  <a:lnTo>
                    <a:pt x="22743" y="16757"/>
                  </a:lnTo>
                  <a:lnTo>
                    <a:pt x="23265" y="15827"/>
                  </a:lnTo>
                  <a:lnTo>
                    <a:pt x="23956" y="15579"/>
                  </a:lnTo>
                  <a:lnTo>
                    <a:pt x="24705" y="14799"/>
                  </a:lnTo>
                  <a:lnTo>
                    <a:pt x="25545" y="14506"/>
                  </a:lnTo>
                  <a:lnTo>
                    <a:pt x="26357" y="14889"/>
                  </a:lnTo>
                  <a:lnTo>
                    <a:pt x="26873" y="14690"/>
                  </a:lnTo>
                  <a:lnTo>
                    <a:pt x="27650" y="13724"/>
                  </a:lnTo>
                  <a:lnTo>
                    <a:pt x="29637" y="10073"/>
                  </a:lnTo>
                  <a:lnTo>
                    <a:pt x="29920" y="9343"/>
                  </a:lnTo>
                  <a:lnTo>
                    <a:pt x="30331" y="8841"/>
                  </a:lnTo>
                  <a:lnTo>
                    <a:pt x="31942" y="7592"/>
                  </a:lnTo>
                  <a:lnTo>
                    <a:pt x="32351" y="6333"/>
                  </a:lnTo>
                  <a:lnTo>
                    <a:pt x="32904" y="5202"/>
                  </a:lnTo>
                  <a:lnTo>
                    <a:pt x="33621" y="5287"/>
                  </a:lnTo>
                  <a:lnTo>
                    <a:pt x="35955" y="8081"/>
                  </a:lnTo>
                  <a:lnTo>
                    <a:pt x="38459" y="7908"/>
                  </a:lnTo>
                  <a:lnTo>
                    <a:pt x="38917" y="8011"/>
                  </a:lnTo>
                  <a:lnTo>
                    <a:pt x="39065" y="8069"/>
                  </a:lnTo>
                  <a:lnTo>
                    <a:pt x="39371" y="8299"/>
                  </a:lnTo>
                  <a:lnTo>
                    <a:pt x="42697" y="9682"/>
                  </a:lnTo>
                  <a:lnTo>
                    <a:pt x="43213" y="9528"/>
                  </a:lnTo>
                  <a:lnTo>
                    <a:pt x="43354" y="9417"/>
                  </a:lnTo>
                  <a:lnTo>
                    <a:pt x="44694" y="10561"/>
                  </a:lnTo>
                  <a:lnTo>
                    <a:pt x="45877" y="10409"/>
                  </a:lnTo>
                  <a:lnTo>
                    <a:pt x="47002" y="9616"/>
                  </a:lnTo>
                  <a:lnTo>
                    <a:pt x="48173" y="9348"/>
                  </a:lnTo>
                  <a:lnTo>
                    <a:pt x="49249" y="9822"/>
                  </a:lnTo>
                  <a:lnTo>
                    <a:pt x="50068" y="11434"/>
                  </a:lnTo>
                  <a:lnTo>
                    <a:pt x="52190" y="14852"/>
                  </a:lnTo>
                  <a:lnTo>
                    <a:pt x="52820" y="16125"/>
                  </a:lnTo>
                  <a:lnTo>
                    <a:pt x="53794" y="15937"/>
                  </a:lnTo>
                  <a:lnTo>
                    <a:pt x="54869" y="15299"/>
                  </a:lnTo>
                  <a:lnTo>
                    <a:pt x="55957" y="13012"/>
                  </a:lnTo>
                  <a:lnTo>
                    <a:pt x="59303" y="10421"/>
                  </a:lnTo>
                  <a:lnTo>
                    <a:pt x="61858" y="9780"/>
                  </a:lnTo>
                  <a:lnTo>
                    <a:pt x="64350" y="8743"/>
                  </a:lnTo>
                  <a:lnTo>
                    <a:pt x="67234" y="8006"/>
                  </a:lnTo>
                  <a:lnTo>
                    <a:pt x="68069" y="5883"/>
                  </a:lnTo>
                  <a:lnTo>
                    <a:pt x="68531" y="4439"/>
                  </a:lnTo>
                  <a:lnTo>
                    <a:pt x="68857" y="1764"/>
                  </a:lnTo>
                  <a:lnTo>
                    <a:pt x="70410" y="989"/>
                  </a:lnTo>
                  <a:lnTo>
                    <a:pt x="71887" y="442"/>
                  </a:lnTo>
                  <a:lnTo>
                    <a:pt x="72415" y="106"/>
                  </a:lnTo>
                  <a:lnTo>
                    <a:pt x="73492" y="0"/>
                  </a:lnTo>
                  <a:lnTo>
                    <a:pt x="74327" y="226"/>
                  </a:lnTo>
                  <a:lnTo>
                    <a:pt x="75618" y="1546"/>
                  </a:lnTo>
                  <a:lnTo>
                    <a:pt x="76524" y="3204"/>
                  </a:lnTo>
                  <a:lnTo>
                    <a:pt x="76881" y="4520"/>
                  </a:lnTo>
                  <a:lnTo>
                    <a:pt x="77655" y="6377"/>
                  </a:lnTo>
                  <a:lnTo>
                    <a:pt x="78469" y="8988"/>
                  </a:lnTo>
                  <a:lnTo>
                    <a:pt x="79364" y="12461"/>
                  </a:lnTo>
                  <a:lnTo>
                    <a:pt x="79560" y="14220"/>
                  </a:lnTo>
                  <a:lnTo>
                    <a:pt x="79898" y="16119"/>
                  </a:lnTo>
                  <a:lnTo>
                    <a:pt x="80568" y="18430"/>
                  </a:lnTo>
                  <a:lnTo>
                    <a:pt x="81843" y="20990"/>
                  </a:lnTo>
                  <a:lnTo>
                    <a:pt x="82021" y="21476"/>
                  </a:lnTo>
                  <a:lnTo>
                    <a:pt x="82599" y="23279"/>
                  </a:lnTo>
                  <a:lnTo>
                    <a:pt x="83715" y="27272"/>
                  </a:lnTo>
                  <a:lnTo>
                    <a:pt x="84648" y="28871"/>
                  </a:lnTo>
                  <a:lnTo>
                    <a:pt x="85463" y="30609"/>
                  </a:lnTo>
                  <a:lnTo>
                    <a:pt x="85853" y="32361"/>
                  </a:lnTo>
                  <a:lnTo>
                    <a:pt x="86437" y="33951"/>
                  </a:lnTo>
                  <a:lnTo>
                    <a:pt x="87805" y="36057"/>
                  </a:lnTo>
                  <a:lnTo>
                    <a:pt x="88913" y="37972"/>
                  </a:lnTo>
                  <a:lnTo>
                    <a:pt x="89801" y="43478"/>
                  </a:lnTo>
                  <a:lnTo>
                    <a:pt x="90422" y="46010"/>
                  </a:lnTo>
                  <a:lnTo>
                    <a:pt x="90817" y="47947"/>
                  </a:lnTo>
                  <a:lnTo>
                    <a:pt x="90626" y="51871"/>
                  </a:lnTo>
                  <a:lnTo>
                    <a:pt x="90872" y="53548"/>
                  </a:lnTo>
                  <a:lnTo>
                    <a:pt x="90364" y="56613"/>
                  </a:lnTo>
                  <a:lnTo>
                    <a:pt x="89450" y="62785"/>
                  </a:lnTo>
                  <a:lnTo>
                    <a:pt x="89230" y="67693"/>
                  </a:lnTo>
                  <a:lnTo>
                    <a:pt x="89387" y="70339"/>
                  </a:lnTo>
                  <a:lnTo>
                    <a:pt x="89409" y="72038"/>
                  </a:lnTo>
                  <a:lnTo>
                    <a:pt x="89630" y="73122"/>
                  </a:lnTo>
                  <a:lnTo>
                    <a:pt x="89872" y="75361"/>
                  </a:lnTo>
                  <a:lnTo>
                    <a:pt x="89912" y="77310"/>
                  </a:lnTo>
                  <a:lnTo>
                    <a:pt x="89583" y="77867"/>
                  </a:lnTo>
                  <a:lnTo>
                    <a:pt x="89123" y="78326"/>
                  </a:lnTo>
                  <a:lnTo>
                    <a:pt x="88946" y="78733"/>
                  </a:lnTo>
                  <a:lnTo>
                    <a:pt x="89368" y="79615"/>
                  </a:lnTo>
                  <a:lnTo>
                    <a:pt x="89943" y="812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5"/>
            <p:cNvSpPr/>
            <p:nvPr/>
          </p:nvSpPr>
          <p:spPr>
            <a:xfrm>
              <a:off x="4826827" y="2350193"/>
              <a:ext cx="826" cy="1237"/>
            </a:xfrm>
            <a:custGeom>
              <a:avLst/>
              <a:pathLst>
                <a:path w="826" h="1237">
                  <a:moveTo>
                    <a:pt x="199" y="1173"/>
                  </a:moveTo>
                  <a:lnTo>
                    <a:pt x="48" y="1237"/>
                  </a:lnTo>
                  <a:lnTo>
                    <a:pt x="0" y="846"/>
                  </a:lnTo>
                  <a:lnTo>
                    <a:pt x="237" y="455"/>
                  </a:lnTo>
                  <a:lnTo>
                    <a:pt x="687" y="0"/>
                  </a:lnTo>
                  <a:lnTo>
                    <a:pt x="826" y="261"/>
                  </a:lnTo>
                  <a:lnTo>
                    <a:pt x="661" y="585"/>
                  </a:lnTo>
                  <a:lnTo>
                    <a:pt x="475" y="8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6"/>
            <p:cNvSpPr/>
            <p:nvPr/>
          </p:nvSpPr>
          <p:spPr>
            <a:xfrm>
              <a:off x="4825022" y="2349883"/>
              <a:ext cx="844" cy="1173"/>
            </a:xfrm>
            <a:custGeom>
              <a:avLst/>
              <a:pathLst>
                <a:path w="844" h="1173">
                  <a:moveTo>
                    <a:pt x="140" y="0"/>
                  </a:moveTo>
                  <a:lnTo>
                    <a:pt x="300" y="147"/>
                  </a:lnTo>
                  <a:lnTo>
                    <a:pt x="507" y="122"/>
                  </a:lnTo>
                  <a:lnTo>
                    <a:pt x="704" y="73"/>
                  </a:lnTo>
                  <a:lnTo>
                    <a:pt x="817" y="415"/>
                  </a:lnTo>
                  <a:lnTo>
                    <a:pt x="844" y="976"/>
                  </a:lnTo>
                  <a:lnTo>
                    <a:pt x="704" y="1001"/>
                  </a:lnTo>
                  <a:lnTo>
                    <a:pt x="432" y="1099"/>
                  </a:lnTo>
                  <a:lnTo>
                    <a:pt x="281" y="1173"/>
                  </a:lnTo>
                  <a:lnTo>
                    <a:pt x="197" y="782"/>
                  </a:lnTo>
                  <a:lnTo>
                    <a:pt x="140" y="464"/>
                  </a:lnTo>
                  <a:lnTo>
                    <a:pt x="0" y="268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7"/>
            <p:cNvSpPr/>
            <p:nvPr/>
          </p:nvSpPr>
          <p:spPr>
            <a:xfrm>
              <a:off x="4829618" y="2344199"/>
              <a:ext cx="964" cy="943"/>
            </a:xfrm>
            <a:custGeom>
              <a:avLst/>
              <a:pathLst>
                <a:path w="964" h="943">
                  <a:moveTo>
                    <a:pt x="964" y="781"/>
                  </a:moveTo>
                  <a:lnTo>
                    <a:pt x="664" y="943"/>
                  </a:lnTo>
                  <a:lnTo>
                    <a:pt x="163" y="781"/>
                  </a:lnTo>
                  <a:lnTo>
                    <a:pt x="0" y="650"/>
                  </a:lnTo>
                  <a:lnTo>
                    <a:pt x="111" y="391"/>
                  </a:lnTo>
                  <a:lnTo>
                    <a:pt x="412" y="0"/>
                  </a:lnTo>
                  <a:lnTo>
                    <a:pt x="675" y="129"/>
                  </a:lnTo>
                  <a:lnTo>
                    <a:pt x="862" y="2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8"/>
            <p:cNvSpPr/>
            <p:nvPr/>
          </p:nvSpPr>
          <p:spPr>
            <a:xfrm>
              <a:off x="4833419" y="2338034"/>
              <a:ext cx="3297" cy="4259"/>
            </a:xfrm>
            <a:custGeom>
              <a:avLst/>
              <a:pathLst>
                <a:path w="3297" h="4259">
                  <a:moveTo>
                    <a:pt x="1196" y="3448"/>
                  </a:moveTo>
                  <a:lnTo>
                    <a:pt x="845" y="4259"/>
                  </a:lnTo>
                  <a:lnTo>
                    <a:pt x="0" y="3546"/>
                  </a:lnTo>
                  <a:lnTo>
                    <a:pt x="55" y="1875"/>
                  </a:lnTo>
                  <a:lnTo>
                    <a:pt x="151" y="1403"/>
                  </a:lnTo>
                  <a:lnTo>
                    <a:pt x="2452" y="0"/>
                  </a:lnTo>
                  <a:lnTo>
                    <a:pt x="3128" y="926"/>
                  </a:lnTo>
                  <a:lnTo>
                    <a:pt x="3297" y="16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49"/>
            <p:cNvSpPr/>
            <p:nvPr/>
          </p:nvSpPr>
          <p:spPr>
            <a:xfrm>
              <a:off x="4819992" y="2319133"/>
              <a:ext cx="12963" cy="24689"/>
            </a:xfrm>
            <a:custGeom>
              <a:avLst/>
              <a:pathLst>
                <a:path w="12963" h="24689">
                  <a:moveTo>
                    <a:pt x="8873" y="73"/>
                  </a:moveTo>
                  <a:lnTo>
                    <a:pt x="10558" y="2232"/>
                  </a:lnTo>
                  <a:lnTo>
                    <a:pt x="12963" y="1764"/>
                  </a:lnTo>
                  <a:lnTo>
                    <a:pt x="12377" y="3708"/>
                  </a:lnTo>
                  <a:lnTo>
                    <a:pt x="11472" y="3677"/>
                  </a:lnTo>
                  <a:lnTo>
                    <a:pt x="9879" y="6476"/>
                  </a:lnTo>
                  <a:lnTo>
                    <a:pt x="8479" y="6840"/>
                  </a:lnTo>
                  <a:lnTo>
                    <a:pt x="7791" y="7511"/>
                  </a:lnTo>
                  <a:lnTo>
                    <a:pt x="5540" y="11714"/>
                  </a:lnTo>
                  <a:lnTo>
                    <a:pt x="5236" y="13367"/>
                  </a:lnTo>
                  <a:lnTo>
                    <a:pt x="3869" y="16530"/>
                  </a:lnTo>
                  <a:lnTo>
                    <a:pt x="1824" y="19355"/>
                  </a:lnTo>
                  <a:lnTo>
                    <a:pt x="1472" y="24689"/>
                  </a:lnTo>
                  <a:lnTo>
                    <a:pt x="148" y="22548"/>
                  </a:lnTo>
                  <a:lnTo>
                    <a:pt x="0" y="20382"/>
                  </a:lnTo>
                  <a:lnTo>
                    <a:pt x="403" y="18593"/>
                  </a:lnTo>
                  <a:lnTo>
                    <a:pt x="2726" y="14806"/>
                  </a:lnTo>
                  <a:lnTo>
                    <a:pt x="3658" y="12665"/>
                  </a:lnTo>
                  <a:lnTo>
                    <a:pt x="3942" y="10966"/>
                  </a:lnTo>
                  <a:lnTo>
                    <a:pt x="4834" y="9075"/>
                  </a:lnTo>
                  <a:lnTo>
                    <a:pt x="5269" y="7433"/>
                  </a:lnTo>
                  <a:lnTo>
                    <a:pt x="5839" y="6722"/>
                  </a:lnTo>
                  <a:lnTo>
                    <a:pt x="778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0"/>
            <p:cNvSpPr/>
            <p:nvPr/>
          </p:nvSpPr>
          <p:spPr>
            <a:xfrm>
              <a:off x="4836699" y="2288806"/>
              <a:ext cx="22025" cy="33159"/>
            </a:xfrm>
            <a:custGeom>
              <a:avLst/>
              <a:pathLst>
                <a:path w="22025" h="33159">
                  <a:moveTo>
                    <a:pt x="19327" y="6171"/>
                  </a:moveTo>
                  <a:lnTo>
                    <a:pt x="17228" y="8252"/>
                  </a:lnTo>
                  <a:lnTo>
                    <a:pt x="15498" y="9148"/>
                  </a:lnTo>
                  <a:lnTo>
                    <a:pt x="12579" y="13483"/>
                  </a:lnTo>
                  <a:lnTo>
                    <a:pt x="11540" y="15840"/>
                  </a:lnTo>
                  <a:lnTo>
                    <a:pt x="10067" y="16780"/>
                  </a:lnTo>
                  <a:lnTo>
                    <a:pt x="8634" y="16231"/>
                  </a:lnTo>
                  <a:lnTo>
                    <a:pt x="8226" y="17189"/>
                  </a:lnTo>
                  <a:lnTo>
                    <a:pt x="8086" y="18908"/>
                  </a:lnTo>
                  <a:lnTo>
                    <a:pt x="7558" y="20415"/>
                  </a:lnTo>
                  <a:lnTo>
                    <a:pt x="4686" y="25082"/>
                  </a:lnTo>
                  <a:lnTo>
                    <a:pt x="3519" y="28748"/>
                  </a:lnTo>
                  <a:lnTo>
                    <a:pt x="2282" y="29407"/>
                  </a:lnTo>
                  <a:lnTo>
                    <a:pt x="0" y="33159"/>
                  </a:lnTo>
                  <a:lnTo>
                    <a:pt x="409" y="29944"/>
                  </a:lnTo>
                  <a:lnTo>
                    <a:pt x="871" y="28389"/>
                  </a:lnTo>
                  <a:lnTo>
                    <a:pt x="2764" y="25504"/>
                  </a:lnTo>
                  <a:lnTo>
                    <a:pt x="2922" y="22464"/>
                  </a:lnTo>
                  <a:lnTo>
                    <a:pt x="3964" y="19809"/>
                  </a:lnTo>
                  <a:lnTo>
                    <a:pt x="6052" y="17175"/>
                  </a:lnTo>
                  <a:lnTo>
                    <a:pt x="7498" y="13711"/>
                  </a:lnTo>
                  <a:lnTo>
                    <a:pt x="8635" y="12807"/>
                  </a:lnTo>
                  <a:lnTo>
                    <a:pt x="9901" y="9920"/>
                  </a:lnTo>
                  <a:lnTo>
                    <a:pt x="11220" y="8889"/>
                  </a:lnTo>
                  <a:lnTo>
                    <a:pt x="11073" y="6683"/>
                  </a:lnTo>
                  <a:lnTo>
                    <a:pt x="11657" y="4230"/>
                  </a:lnTo>
                  <a:lnTo>
                    <a:pt x="12117" y="4394"/>
                  </a:lnTo>
                  <a:lnTo>
                    <a:pt x="13156" y="7811"/>
                  </a:lnTo>
                  <a:lnTo>
                    <a:pt x="13996" y="7926"/>
                  </a:lnTo>
                  <a:lnTo>
                    <a:pt x="16201" y="7211"/>
                  </a:lnTo>
                  <a:lnTo>
                    <a:pt x="19472" y="1235"/>
                  </a:lnTo>
                  <a:lnTo>
                    <a:pt x="20544" y="171"/>
                  </a:lnTo>
                  <a:lnTo>
                    <a:pt x="21293" y="0"/>
                  </a:lnTo>
                  <a:lnTo>
                    <a:pt x="21742" y="486"/>
                  </a:lnTo>
                  <a:lnTo>
                    <a:pt x="21901" y="1193"/>
                  </a:lnTo>
                  <a:lnTo>
                    <a:pt x="21892" y="2084"/>
                  </a:lnTo>
                  <a:lnTo>
                    <a:pt x="21638" y="3337"/>
                  </a:lnTo>
                  <a:lnTo>
                    <a:pt x="22025" y="4839"/>
                  </a:lnTo>
                  <a:lnTo>
                    <a:pt x="21498" y="59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1"/>
            <p:cNvSpPr/>
            <p:nvPr/>
          </p:nvSpPr>
          <p:spPr>
            <a:xfrm>
              <a:off x="3712738" y="2285243"/>
              <a:ext cx="789" cy="5233"/>
            </a:xfrm>
            <a:custGeom>
              <a:avLst/>
              <a:pathLst>
                <a:path w="789" h="5233">
                  <a:moveTo>
                    <a:pt x="742" y="4693"/>
                  </a:moveTo>
                  <a:lnTo>
                    <a:pt x="568" y="5233"/>
                  </a:lnTo>
                  <a:lnTo>
                    <a:pt x="31" y="2511"/>
                  </a:lnTo>
                  <a:lnTo>
                    <a:pt x="0" y="854"/>
                  </a:lnTo>
                  <a:lnTo>
                    <a:pt x="335" y="0"/>
                  </a:lnTo>
                  <a:lnTo>
                    <a:pt x="789" y="27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2"/>
            <p:cNvSpPr/>
            <p:nvPr/>
          </p:nvSpPr>
          <p:spPr>
            <a:xfrm>
              <a:off x="4865651" y="2268507"/>
              <a:ext cx="12559" cy="18381"/>
            </a:xfrm>
            <a:custGeom>
              <a:avLst/>
              <a:pathLst>
                <a:path w="12559" h="18381">
                  <a:moveTo>
                    <a:pt x="2732" y="16883"/>
                  </a:moveTo>
                  <a:lnTo>
                    <a:pt x="1042" y="18381"/>
                  </a:lnTo>
                  <a:lnTo>
                    <a:pt x="0" y="18322"/>
                  </a:lnTo>
                  <a:lnTo>
                    <a:pt x="2485" y="11040"/>
                  </a:lnTo>
                  <a:lnTo>
                    <a:pt x="3965" y="9968"/>
                  </a:lnTo>
                  <a:lnTo>
                    <a:pt x="5850" y="5658"/>
                  </a:lnTo>
                  <a:lnTo>
                    <a:pt x="9785" y="386"/>
                  </a:lnTo>
                  <a:lnTo>
                    <a:pt x="10237" y="0"/>
                  </a:lnTo>
                  <a:lnTo>
                    <a:pt x="12559" y="144"/>
                  </a:lnTo>
                  <a:lnTo>
                    <a:pt x="8942" y="5943"/>
                  </a:lnTo>
                  <a:lnTo>
                    <a:pt x="8493" y="8280"/>
                  </a:lnTo>
                  <a:lnTo>
                    <a:pt x="6921" y="10757"/>
                  </a:lnTo>
                  <a:lnTo>
                    <a:pt x="5757" y="11552"/>
                  </a:lnTo>
                  <a:lnTo>
                    <a:pt x="4954" y="127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3"/>
            <p:cNvSpPr/>
            <p:nvPr/>
          </p:nvSpPr>
          <p:spPr>
            <a:xfrm>
              <a:off x="4891409" y="2241027"/>
              <a:ext cx="6512" cy="10528"/>
            </a:xfrm>
            <a:custGeom>
              <a:avLst/>
              <a:pathLst>
                <a:path w="6512" h="10528">
                  <a:moveTo>
                    <a:pt x="3255" y="7276"/>
                  </a:moveTo>
                  <a:lnTo>
                    <a:pt x="1138" y="10528"/>
                  </a:lnTo>
                  <a:lnTo>
                    <a:pt x="440" y="10492"/>
                  </a:lnTo>
                  <a:lnTo>
                    <a:pt x="92" y="9296"/>
                  </a:lnTo>
                  <a:lnTo>
                    <a:pt x="0" y="8590"/>
                  </a:lnTo>
                  <a:lnTo>
                    <a:pt x="1692" y="8108"/>
                  </a:lnTo>
                  <a:lnTo>
                    <a:pt x="3684" y="3794"/>
                  </a:lnTo>
                  <a:lnTo>
                    <a:pt x="5115" y="973"/>
                  </a:lnTo>
                  <a:lnTo>
                    <a:pt x="5897" y="0"/>
                  </a:lnTo>
                  <a:lnTo>
                    <a:pt x="6512" y="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4"/>
            <p:cNvSpPr/>
            <p:nvPr/>
          </p:nvSpPr>
          <p:spPr>
            <a:xfrm>
              <a:off x="4905818" y="2221367"/>
              <a:ext cx="1326" cy="3032"/>
            </a:xfrm>
            <a:custGeom>
              <a:avLst/>
              <a:pathLst>
                <a:path w="1326" h="3032">
                  <a:moveTo>
                    <a:pt x="1326" y="1353"/>
                  </a:moveTo>
                  <a:lnTo>
                    <a:pt x="789" y="3032"/>
                  </a:lnTo>
                  <a:lnTo>
                    <a:pt x="225" y="2814"/>
                  </a:lnTo>
                  <a:lnTo>
                    <a:pt x="0" y="2387"/>
                  </a:lnTo>
                  <a:lnTo>
                    <a:pt x="736" y="34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5"/>
            <p:cNvSpPr/>
            <p:nvPr/>
          </p:nvSpPr>
          <p:spPr>
            <a:xfrm>
              <a:off x="4917264" y="2188976"/>
              <a:ext cx="2681" cy="4909"/>
            </a:xfrm>
            <a:custGeom>
              <a:avLst/>
              <a:pathLst>
                <a:path w="2681" h="4909">
                  <a:moveTo>
                    <a:pt x="1010" y="3387"/>
                  </a:moveTo>
                  <a:lnTo>
                    <a:pt x="575" y="4909"/>
                  </a:lnTo>
                  <a:lnTo>
                    <a:pt x="95" y="4409"/>
                  </a:lnTo>
                  <a:lnTo>
                    <a:pt x="0" y="3912"/>
                  </a:lnTo>
                  <a:lnTo>
                    <a:pt x="1129" y="2151"/>
                  </a:lnTo>
                  <a:lnTo>
                    <a:pt x="1522" y="14"/>
                  </a:lnTo>
                  <a:lnTo>
                    <a:pt x="2347" y="0"/>
                  </a:lnTo>
                  <a:lnTo>
                    <a:pt x="2681" y="379"/>
                  </a:lnTo>
                  <a:lnTo>
                    <a:pt x="2412" y="14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6"/>
            <p:cNvSpPr/>
            <p:nvPr/>
          </p:nvSpPr>
          <p:spPr>
            <a:xfrm>
              <a:off x="4924289" y="2167051"/>
              <a:ext cx="3278" cy="11206"/>
            </a:xfrm>
            <a:custGeom>
              <a:avLst/>
              <a:pathLst>
                <a:path w="3278" h="11206">
                  <a:moveTo>
                    <a:pt x="2265" y="9896"/>
                  </a:moveTo>
                  <a:lnTo>
                    <a:pt x="1179" y="11206"/>
                  </a:lnTo>
                  <a:lnTo>
                    <a:pt x="0" y="10427"/>
                  </a:lnTo>
                  <a:lnTo>
                    <a:pt x="23" y="7869"/>
                  </a:lnTo>
                  <a:lnTo>
                    <a:pt x="2429" y="0"/>
                  </a:lnTo>
                  <a:lnTo>
                    <a:pt x="3278" y="489"/>
                  </a:lnTo>
                  <a:lnTo>
                    <a:pt x="3092" y="2379"/>
                  </a:lnTo>
                  <a:lnTo>
                    <a:pt x="2173" y="5279"/>
                  </a:lnTo>
                  <a:lnTo>
                    <a:pt x="2486" y="88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7"/>
            <p:cNvSpPr/>
            <p:nvPr/>
          </p:nvSpPr>
          <p:spPr>
            <a:xfrm>
              <a:off x="4930923" y="2133809"/>
              <a:ext cx="10534" cy="21589"/>
            </a:xfrm>
            <a:custGeom>
              <a:avLst/>
              <a:pathLst>
                <a:path w="10534" h="21589">
                  <a:moveTo>
                    <a:pt x="8243" y="13878"/>
                  </a:moveTo>
                  <a:lnTo>
                    <a:pt x="6782" y="16837"/>
                  </a:lnTo>
                  <a:lnTo>
                    <a:pt x="4682" y="17570"/>
                  </a:lnTo>
                  <a:lnTo>
                    <a:pt x="3648" y="18505"/>
                  </a:lnTo>
                  <a:lnTo>
                    <a:pt x="2882" y="20509"/>
                  </a:lnTo>
                  <a:lnTo>
                    <a:pt x="2294" y="21589"/>
                  </a:lnTo>
                  <a:lnTo>
                    <a:pt x="1062" y="21000"/>
                  </a:lnTo>
                  <a:lnTo>
                    <a:pt x="544" y="20012"/>
                  </a:lnTo>
                  <a:lnTo>
                    <a:pt x="544" y="16520"/>
                  </a:lnTo>
                  <a:lnTo>
                    <a:pt x="0" y="14991"/>
                  </a:lnTo>
                  <a:lnTo>
                    <a:pt x="263" y="14007"/>
                  </a:lnTo>
                  <a:lnTo>
                    <a:pt x="1494" y="14142"/>
                  </a:lnTo>
                  <a:lnTo>
                    <a:pt x="2711" y="11906"/>
                  </a:lnTo>
                  <a:lnTo>
                    <a:pt x="5508" y="10966"/>
                  </a:lnTo>
                  <a:lnTo>
                    <a:pt x="6559" y="8553"/>
                  </a:lnTo>
                  <a:lnTo>
                    <a:pt x="7831" y="2592"/>
                  </a:lnTo>
                  <a:lnTo>
                    <a:pt x="9158" y="441"/>
                  </a:lnTo>
                  <a:lnTo>
                    <a:pt x="10239" y="0"/>
                  </a:lnTo>
                  <a:lnTo>
                    <a:pt x="10534" y="2972"/>
                  </a:lnTo>
                  <a:lnTo>
                    <a:pt x="10282" y="6282"/>
                  </a:lnTo>
                  <a:lnTo>
                    <a:pt x="9644" y="94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8"/>
            <p:cNvSpPr/>
            <p:nvPr/>
          </p:nvSpPr>
          <p:spPr>
            <a:xfrm>
              <a:off x="4941970" y="2131143"/>
              <a:ext cx="3628" cy="6746"/>
            </a:xfrm>
            <a:custGeom>
              <a:avLst/>
              <a:pathLst>
                <a:path w="3628" h="6746">
                  <a:moveTo>
                    <a:pt x="2692" y="6042"/>
                  </a:moveTo>
                  <a:lnTo>
                    <a:pt x="2242" y="6746"/>
                  </a:lnTo>
                  <a:lnTo>
                    <a:pt x="1791" y="6590"/>
                  </a:lnTo>
                  <a:lnTo>
                    <a:pt x="321" y="4726"/>
                  </a:lnTo>
                  <a:lnTo>
                    <a:pt x="0" y="3848"/>
                  </a:lnTo>
                  <a:lnTo>
                    <a:pt x="512" y="2286"/>
                  </a:lnTo>
                  <a:lnTo>
                    <a:pt x="2367" y="0"/>
                  </a:lnTo>
                  <a:lnTo>
                    <a:pt x="3269" y="75"/>
                  </a:lnTo>
                  <a:lnTo>
                    <a:pt x="3628" y="565"/>
                  </a:lnTo>
                  <a:lnTo>
                    <a:pt x="3578" y="32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59"/>
            <p:cNvSpPr/>
            <p:nvPr/>
          </p:nvSpPr>
          <p:spPr>
            <a:xfrm>
              <a:off x="4934015" y="2129005"/>
              <a:ext cx="2114" cy="3660"/>
            </a:xfrm>
            <a:custGeom>
              <a:avLst/>
              <a:pathLst>
                <a:path w="2114" h="3660">
                  <a:moveTo>
                    <a:pt x="2014" y="3325"/>
                  </a:moveTo>
                  <a:lnTo>
                    <a:pt x="977" y="3660"/>
                  </a:lnTo>
                  <a:lnTo>
                    <a:pt x="515" y="2871"/>
                  </a:lnTo>
                  <a:lnTo>
                    <a:pt x="182" y="1916"/>
                  </a:lnTo>
                  <a:lnTo>
                    <a:pt x="0" y="617"/>
                  </a:lnTo>
                  <a:lnTo>
                    <a:pt x="1148" y="0"/>
                  </a:lnTo>
                  <a:lnTo>
                    <a:pt x="1956" y="708"/>
                  </a:lnTo>
                  <a:lnTo>
                    <a:pt x="2114" y="26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0"/>
            <p:cNvSpPr/>
            <p:nvPr/>
          </p:nvSpPr>
          <p:spPr>
            <a:xfrm>
              <a:off x="4777235" y="2026126"/>
              <a:ext cx="34667" cy="251139"/>
            </a:xfrm>
            <a:custGeom>
              <a:avLst/>
              <a:pathLst>
                <a:path w="34667" h="251139">
                  <a:moveTo>
                    <a:pt x="12493" y="655"/>
                  </a:moveTo>
                  <a:lnTo>
                    <a:pt x="14936" y="8130"/>
                  </a:lnTo>
                  <a:lnTo>
                    <a:pt x="15047" y="9763"/>
                  </a:lnTo>
                  <a:lnTo>
                    <a:pt x="14832" y="11444"/>
                  </a:lnTo>
                  <a:lnTo>
                    <a:pt x="14372" y="13607"/>
                  </a:lnTo>
                  <a:lnTo>
                    <a:pt x="14200" y="15889"/>
                  </a:lnTo>
                  <a:lnTo>
                    <a:pt x="14484" y="17882"/>
                  </a:lnTo>
                  <a:lnTo>
                    <a:pt x="14275" y="18375"/>
                  </a:lnTo>
                  <a:lnTo>
                    <a:pt x="16291" y="27404"/>
                  </a:lnTo>
                  <a:lnTo>
                    <a:pt x="17746" y="33097"/>
                  </a:lnTo>
                  <a:lnTo>
                    <a:pt x="18158" y="35424"/>
                  </a:lnTo>
                  <a:lnTo>
                    <a:pt x="18475" y="37874"/>
                  </a:lnTo>
                  <a:lnTo>
                    <a:pt x="18893" y="42935"/>
                  </a:lnTo>
                  <a:lnTo>
                    <a:pt x="18983" y="50708"/>
                  </a:lnTo>
                  <a:lnTo>
                    <a:pt x="18881" y="53263"/>
                  </a:lnTo>
                  <a:lnTo>
                    <a:pt x="18557" y="55757"/>
                  </a:lnTo>
                  <a:lnTo>
                    <a:pt x="18207" y="57249"/>
                  </a:lnTo>
                  <a:lnTo>
                    <a:pt x="17489" y="58306"/>
                  </a:lnTo>
                  <a:lnTo>
                    <a:pt x="17162" y="61070"/>
                  </a:lnTo>
                  <a:lnTo>
                    <a:pt x="16973" y="68919"/>
                  </a:lnTo>
                  <a:lnTo>
                    <a:pt x="17371" y="73034"/>
                  </a:lnTo>
                  <a:lnTo>
                    <a:pt x="18052" y="75888"/>
                  </a:lnTo>
                  <a:lnTo>
                    <a:pt x="18553" y="78948"/>
                  </a:lnTo>
                  <a:lnTo>
                    <a:pt x="18607" y="82256"/>
                  </a:lnTo>
                  <a:lnTo>
                    <a:pt x="18846" y="83708"/>
                  </a:lnTo>
                  <a:lnTo>
                    <a:pt x="19950" y="85559"/>
                  </a:lnTo>
                  <a:lnTo>
                    <a:pt x="20378" y="87011"/>
                  </a:lnTo>
                  <a:lnTo>
                    <a:pt x="20514" y="89067"/>
                  </a:lnTo>
                  <a:lnTo>
                    <a:pt x="20577" y="92101"/>
                  </a:lnTo>
                  <a:lnTo>
                    <a:pt x="20756" y="92756"/>
                  </a:lnTo>
                  <a:lnTo>
                    <a:pt x="21272" y="93665"/>
                  </a:lnTo>
                  <a:lnTo>
                    <a:pt x="23564" y="115518"/>
                  </a:lnTo>
                  <a:lnTo>
                    <a:pt x="24472" y="122140"/>
                  </a:lnTo>
                  <a:lnTo>
                    <a:pt x="27106" y="133572"/>
                  </a:lnTo>
                  <a:lnTo>
                    <a:pt x="28166" y="140495"/>
                  </a:lnTo>
                  <a:lnTo>
                    <a:pt x="28828" y="143796"/>
                  </a:lnTo>
                  <a:lnTo>
                    <a:pt x="29286" y="147274"/>
                  </a:lnTo>
                  <a:lnTo>
                    <a:pt x="29651" y="150841"/>
                  </a:lnTo>
                  <a:lnTo>
                    <a:pt x="30436" y="154706"/>
                  </a:lnTo>
                  <a:lnTo>
                    <a:pt x="31464" y="158531"/>
                  </a:lnTo>
                  <a:lnTo>
                    <a:pt x="33453" y="161936"/>
                  </a:lnTo>
                  <a:lnTo>
                    <a:pt x="34346" y="163845"/>
                  </a:lnTo>
                  <a:lnTo>
                    <a:pt x="34586" y="165373"/>
                  </a:lnTo>
                  <a:lnTo>
                    <a:pt x="34667" y="170670"/>
                  </a:lnTo>
                  <a:lnTo>
                    <a:pt x="34200" y="169539"/>
                  </a:lnTo>
                  <a:lnTo>
                    <a:pt x="33613" y="165512"/>
                  </a:lnTo>
                  <a:lnTo>
                    <a:pt x="32652" y="163186"/>
                  </a:lnTo>
                  <a:lnTo>
                    <a:pt x="31238" y="160443"/>
                  </a:lnTo>
                  <a:lnTo>
                    <a:pt x="29784" y="157979"/>
                  </a:lnTo>
                  <a:lnTo>
                    <a:pt x="27987" y="153878"/>
                  </a:lnTo>
                  <a:lnTo>
                    <a:pt x="27115" y="152678"/>
                  </a:lnTo>
                  <a:lnTo>
                    <a:pt x="26196" y="151876"/>
                  </a:lnTo>
                  <a:lnTo>
                    <a:pt x="24508" y="150922"/>
                  </a:lnTo>
                  <a:lnTo>
                    <a:pt x="23522" y="150821"/>
                  </a:lnTo>
                  <a:lnTo>
                    <a:pt x="19547" y="151451"/>
                  </a:lnTo>
                  <a:lnTo>
                    <a:pt x="17890" y="152274"/>
                  </a:lnTo>
                  <a:lnTo>
                    <a:pt x="16398" y="154165"/>
                  </a:lnTo>
                  <a:lnTo>
                    <a:pt x="15511" y="156925"/>
                  </a:lnTo>
                  <a:lnTo>
                    <a:pt x="14885" y="162470"/>
                  </a:lnTo>
                  <a:lnTo>
                    <a:pt x="11243" y="182295"/>
                  </a:lnTo>
                  <a:lnTo>
                    <a:pt x="10371" y="187457"/>
                  </a:lnTo>
                  <a:lnTo>
                    <a:pt x="10050" y="192990"/>
                  </a:lnTo>
                  <a:lnTo>
                    <a:pt x="10175" y="197335"/>
                  </a:lnTo>
                  <a:lnTo>
                    <a:pt x="10426" y="198927"/>
                  </a:lnTo>
                  <a:lnTo>
                    <a:pt x="11460" y="203273"/>
                  </a:lnTo>
                  <a:lnTo>
                    <a:pt x="12315" y="205771"/>
                  </a:lnTo>
                  <a:lnTo>
                    <a:pt x="12944" y="206841"/>
                  </a:lnTo>
                  <a:lnTo>
                    <a:pt x="13662" y="207561"/>
                  </a:lnTo>
                  <a:lnTo>
                    <a:pt x="14133" y="208446"/>
                  </a:lnTo>
                  <a:lnTo>
                    <a:pt x="14529" y="209602"/>
                  </a:lnTo>
                  <a:lnTo>
                    <a:pt x="15269" y="212558"/>
                  </a:lnTo>
                  <a:lnTo>
                    <a:pt x="16220" y="219116"/>
                  </a:lnTo>
                  <a:lnTo>
                    <a:pt x="17227" y="223747"/>
                  </a:lnTo>
                  <a:lnTo>
                    <a:pt x="17678" y="225200"/>
                  </a:lnTo>
                  <a:lnTo>
                    <a:pt x="18825" y="224831"/>
                  </a:lnTo>
                  <a:lnTo>
                    <a:pt x="19571" y="224881"/>
                  </a:lnTo>
                  <a:lnTo>
                    <a:pt x="20285" y="225285"/>
                  </a:lnTo>
                  <a:lnTo>
                    <a:pt x="20721" y="226465"/>
                  </a:lnTo>
                  <a:lnTo>
                    <a:pt x="21342" y="231694"/>
                  </a:lnTo>
                  <a:lnTo>
                    <a:pt x="21778" y="236689"/>
                  </a:lnTo>
                  <a:lnTo>
                    <a:pt x="21800" y="238029"/>
                  </a:lnTo>
                  <a:lnTo>
                    <a:pt x="20982" y="241886"/>
                  </a:lnTo>
                  <a:lnTo>
                    <a:pt x="20777" y="243528"/>
                  </a:lnTo>
                  <a:lnTo>
                    <a:pt x="20683" y="245265"/>
                  </a:lnTo>
                  <a:lnTo>
                    <a:pt x="20469" y="246635"/>
                  </a:lnTo>
                  <a:lnTo>
                    <a:pt x="20108" y="247841"/>
                  </a:lnTo>
                  <a:lnTo>
                    <a:pt x="19960" y="242127"/>
                  </a:lnTo>
                  <a:lnTo>
                    <a:pt x="19411" y="238095"/>
                  </a:lnTo>
                  <a:lnTo>
                    <a:pt x="19205" y="234616"/>
                  </a:lnTo>
                  <a:lnTo>
                    <a:pt x="18412" y="232170"/>
                  </a:lnTo>
                  <a:lnTo>
                    <a:pt x="15750" y="231176"/>
                  </a:lnTo>
                  <a:lnTo>
                    <a:pt x="13268" y="230802"/>
                  </a:lnTo>
                  <a:lnTo>
                    <a:pt x="12884" y="230361"/>
                  </a:lnTo>
                  <a:lnTo>
                    <a:pt x="12337" y="228870"/>
                  </a:lnTo>
                  <a:lnTo>
                    <a:pt x="11708" y="227683"/>
                  </a:lnTo>
                  <a:lnTo>
                    <a:pt x="11070" y="227524"/>
                  </a:lnTo>
                  <a:lnTo>
                    <a:pt x="10415" y="227980"/>
                  </a:lnTo>
                  <a:lnTo>
                    <a:pt x="9288" y="229651"/>
                  </a:lnTo>
                  <a:lnTo>
                    <a:pt x="8466" y="232297"/>
                  </a:lnTo>
                  <a:lnTo>
                    <a:pt x="7825" y="235134"/>
                  </a:lnTo>
                  <a:lnTo>
                    <a:pt x="7303" y="238122"/>
                  </a:lnTo>
                  <a:lnTo>
                    <a:pt x="6220" y="246062"/>
                  </a:lnTo>
                  <a:lnTo>
                    <a:pt x="5551" y="248709"/>
                  </a:lnTo>
                  <a:lnTo>
                    <a:pt x="4727" y="251139"/>
                  </a:lnTo>
                  <a:lnTo>
                    <a:pt x="4028" y="249822"/>
                  </a:lnTo>
                  <a:lnTo>
                    <a:pt x="3415" y="248289"/>
                  </a:lnTo>
                  <a:lnTo>
                    <a:pt x="3056" y="246079"/>
                  </a:lnTo>
                  <a:lnTo>
                    <a:pt x="2900" y="243642"/>
                  </a:lnTo>
                  <a:lnTo>
                    <a:pt x="1925" y="235359"/>
                  </a:lnTo>
                  <a:lnTo>
                    <a:pt x="2335" y="228175"/>
                  </a:lnTo>
                  <a:lnTo>
                    <a:pt x="3976" y="218243"/>
                  </a:lnTo>
                  <a:lnTo>
                    <a:pt x="4290" y="214993"/>
                  </a:lnTo>
                  <a:lnTo>
                    <a:pt x="4043" y="211909"/>
                  </a:lnTo>
                  <a:lnTo>
                    <a:pt x="3671" y="208864"/>
                  </a:lnTo>
                  <a:lnTo>
                    <a:pt x="3425" y="203070"/>
                  </a:lnTo>
                  <a:lnTo>
                    <a:pt x="3443" y="201780"/>
                  </a:lnTo>
                  <a:lnTo>
                    <a:pt x="4028" y="198436"/>
                  </a:lnTo>
                  <a:lnTo>
                    <a:pt x="4713" y="195253"/>
                  </a:lnTo>
                  <a:lnTo>
                    <a:pt x="5545" y="192481"/>
                  </a:lnTo>
                  <a:lnTo>
                    <a:pt x="5914" y="189194"/>
                  </a:lnTo>
                  <a:lnTo>
                    <a:pt x="5388" y="181018"/>
                  </a:lnTo>
                  <a:lnTo>
                    <a:pt x="4177" y="175492"/>
                  </a:lnTo>
                  <a:lnTo>
                    <a:pt x="2684" y="170244"/>
                  </a:lnTo>
                  <a:lnTo>
                    <a:pt x="2409" y="168847"/>
                  </a:lnTo>
                  <a:lnTo>
                    <a:pt x="2333" y="167425"/>
                  </a:lnTo>
                  <a:lnTo>
                    <a:pt x="3619" y="160863"/>
                  </a:lnTo>
                  <a:lnTo>
                    <a:pt x="4079" y="157722"/>
                  </a:lnTo>
                  <a:lnTo>
                    <a:pt x="4606" y="150819"/>
                  </a:lnTo>
                  <a:lnTo>
                    <a:pt x="5085" y="147049"/>
                  </a:lnTo>
                  <a:lnTo>
                    <a:pt x="5467" y="143223"/>
                  </a:lnTo>
                  <a:lnTo>
                    <a:pt x="5590" y="124087"/>
                  </a:lnTo>
                  <a:lnTo>
                    <a:pt x="5475" y="121269"/>
                  </a:lnTo>
                  <a:lnTo>
                    <a:pt x="4658" y="115274"/>
                  </a:lnTo>
                  <a:lnTo>
                    <a:pt x="4601" y="111862"/>
                  </a:lnTo>
                  <a:lnTo>
                    <a:pt x="4992" y="107548"/>
                  </a:lnTo>
                  <a:lnTo>
                    <a:pt x="5523" y="104187"/>
                  </a:lnTo>
                  <a:lnTo>
                    <a:pt x="6212" y="100987"/>
                  </a:lnTo>
                  <a:lnTo>
                    <a:pt x="6198" y="94366"/>
                  </a:lnTo>
                  <a:lnTo>
                    <a:pt x="4881" y="88254"/>
                  </a:lnTo>
                  <a:lnTo>
                    <a:pt x="3918" y="85562"/>
                  </a:lnTo>
                  <a:lnTo>
                    <a:pt x="2408" y="82326"/>
                  </a:lnTo>
                  <a:lnTo>
                    <a:pt x="1260" y="80548"/>
                  </a:lnTo>
                  <a:lnTo>
                    <a:pt x="698" y="79185"/>
                  </a:lnTo>
                  <a:lnTo>
                    <a:pt x="1260" y="78727"/>
                  </a:lnTo>
                  <a:lnTo>
                    <a:pt x="1672" y="77622"/>
                  </a:lnTo>
                  <a:lnTo>
                    <a:pt x="683" y="75921"/>
                  </a:lnTo>
                  <a:lnTo>
                    <a:pt x="86" y="73363"/>
                  </a:lnTo>
                  <a:lnTo>
                    <a:pt x="0" y="63328"/>
                  </a:lnTo>
                  <a:lnTo>
                    <a:pt x="245" y="60781"/>
                  </a:lnTo>
                  <a:lnTo>
                    <a:pt x="984" y="57953"/>
                  </a:lnTo>
                  <a:lnTo>
                    <a:pt x="1617" y="54976"/>
                  </a:lnTo>
                  <a:lnTo>
                    <a:pt x="2211" y="47946"/>
                  </a:lnTo>
                  <a:lnTo>
                    <a:pt x="2416" y="40694"/>
                  </a:lnTo>
                  <a:lnTo>
                    <a:pt x="2021" y="37752"/>
                  </a:lnTo>
                  <a:lnTo>
                    <a:pt x="1847" y="31812"/>
                  </a:lnTo>
                  <a:lnTo>
                    <a:pt x="2175" y="30336"/>
                  </a:lnTo>
                  <a:lnTo>
                    <a:pt x="3447" y="28358"/>
                  </a:lnTo>
                  <a:lnTo>
                    <a:pt x="5463" y="27200"/>
                  </a:lnTo>
                  <a:lnTo>
                    <a:pt x="5893" y="27542"/>
                  </a:lnTo>
                  <a:lnTo>
                    <a:pt x="7472" y="29863"/>
                  </a:lnTo>
                  <a:lnTo>
                    <a:pt x="8058" y="29950"/>
                  </a:lnTo>
                  <a:lnTo>
                    <a:pt x="8666" y="29707"/>
                  </a:lnTo>
                  <a:lnTo>
                    <a:pt x="9826" y="28622"/>
                  </a:lnTo>
                  <a:lnTo>
                    <a:pt x="10477" y="25983"/>
                  </a:lnTo>
                  <a:lnTo>
                    <a:pt x="9633" y="24481"/>
                  </a:lnTo>
                  <a:lnTo>
                    <a:pt x="10125" y="22560"/>
                  </a:lnTo>
                  <a:lnTo>
                    <a:pt x="11568" y="21917"/>
                  </a:lnTo>
                  <a:lnTo>
                    <a:pt x="11673" y="20268"/>
                  </a:lnTo>
                  <a:lnTo>
                    <a:pt x="11151" y="20074"/>
                  </a:lnTo>
                  <a:lnTo>
                    <a:pt x="11607" y="17732"/>
                  </a:lnTo>
                  <a:lnTo>
                    <a:pt x="11867" y="15377"/>
                  </a:lnTo>
                  <a:lnTo>
                    <a:pt x="11462" y="13229"/>
                  </a:lnTo>
                  <a:lnTo>
                    <a:pt x="9149" y="7906"/>
                  </a:lnTo>
                  <a:lnTo>
                    <a:pt x="7654" y="4001"/>
                  </a:lnTo>
                  <a:lnTo>
                    <a:pt x="10115" y="4052"/>
                  </a:lnTo>
                  <a:lnTo>
                    <a:pt x="10841" y="3324"/>
                  </a:lnTo>
                  <a:lnTo>
                    <a:pt x="11416" y="1711"/>
                  </a:lnTo>
                  <a:lnTo>
                    <a:pt x="1171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1"/>
            <p:cNvSpPr/>
            <p:nvPr/>
          </p:nvSpPr>
          <p:spPr>
            <a:xfrm>
              <a:off x="5069986" y="2013100"/>
              <a:ext cx="7265" cy="10170"/>
            </a:xfrm>
            <a:custGeom>
              <a:avLst/>
              <a:pathLst>
                <a:path w="7265" h="10170">
                  <a:moveTo>
                    <a:pt x="6785" y="8626"/>
                  </a:moveTo>
                  <a:lnTo>
                    <a:pt x="7265" y="10170"/>
                  </a:lnTo>
                  <a:lnTo>
                    <a:pt x="2678" y="4706"/>
                  </a:lnTo>
                  <a:lnTo>
                    <a:pt x="528" y="1830"/>
                  </a:lnTo>
                  <a:lnTo>
                    <a:pt x="0" y="31"/>
                  </a:lnTo>
                  <a:lnTo>
                    <a:pt x="797" y="0"/>
                  </a:lnTo>
                  <a:lnTo>
                    <a:pt x="1714" y="1748"/>
                  </a:lnTo>
                  <a:lnTo>
                    <a:pt x="3056" y="2563"/>
                  </a:lnTo>
                  <a:lnTo>
                    <a:pt x="5009" y="49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2"/>
            <p:cNvSpPr/>
            <p:nvPr/>
          </p:nvSpPr>
          <p:spPr>
            <a:xfrm>
              <a:off x="4721069" y="2005687"/>
              <a:ext cx="5268" cy="5432"/>
            </a:xfrm>
            <a:custGeom>
              <a:avLst/>
              <a:pathLst>
                <a:path w="5268" h="5432">
                  <a:moveTo>
                    <a:pt x="5268" y="217"/>
                  </a:moveTo>
                  <a:lnTo>
                    <a:pt x="3867" y="5350"/>
                  </a:lnTo>
                  <a:lnTo>
                    <a:pt x="2893" y="5432"/>
                  </a:lnTo>
                  <a:lnTo>
                    <a:pt x="2135" y="4348"/>
                  </a:lnTo>
                  <a:lnTo>
                    <a:pt x="573" y="4780"/>
                  </a:lnTo>
                  <a:lnTo>
                    <a:pt x="0" y="4481"/>
                  </a:lnTo>
                  <a:lnTo>
                    <a:pt x="916" y="2908"/>
                  </a:lnTo>
                  <a:lnTo>
                    <a:pt x="3191" y="445"/>
                  </a:lnTo>
                  <a:lnTo>
                    <a:pt x="4120" y="474"/>
                  </a:lnTo>
                  <a:lnTo>
                    <a:pt x="501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3"/>
            <p:cNvSpPr/>
            <p:nvPr/>
          </p:nvSpPr>
          <p:spPr>
            <a:xfrm>
              <a:off x="4726954" y="2003051"/>
              <a:ext cx="11051" cy="16067"/>
            </a:xfrm>
            <a:custGeom>
              <a:avLst/>
              <a:pathLst>
                <a:path w="11051" h="16067">
                  <a:moveTo>
                    <a:pt x="8035" y="3084"/>
                  </a:moveTo>
                  <a:lnTo>
                    <a:pt x="9065" y="4246"/>
                  </a:lnTo>
                  <a:lnTo>
                    <a:pt x="10664" y="4047"/>
                  </a:lnTo>
                  <a:lnTo>
                    <a:pt x="11051" y="4830"/>
                  </a:lnTo>
                  <a:lnTo>
                    <a:pt x="9806" y="6090"/>
                  </a:lnTo>
                  <a:lnTo>
                    <a:pt x="8899" y="8750"/>
                  </a:lnTo>
                  <a:lnTo>
                    <a:pt x="8610" y="11119"/>
                  </a:lnTo>
                  <a:lnTo>
                    <a:pt x="8250" y="12056"/>
                  </a:lnTo>
                  <a:lnTo>
                    <a:pt x="7235" y="13222"/>
                  </a:lnTo>
                  <a:lnTo>
                    <a:pt x="6328" y="14777"/>
                  </a:lnTo>
                  <a:lnTo>
                    <a:pt x="5548" y="15772"/>
                  </a:lnTo>
                  <a:lnTo>
                    <a:pt x="4862" y="16067"/>
                  </a:lnTo>
                  <a:lnTo>
                    <a:pt x="3323" y="10968"/>
                  </a:lnTo>
                  <a:lnTo>
                    <a:pt x="2609" y="9563"/>
                  </a:lnTo>
                  <a:lnTo>
                    <a:pt x="490" y="11956"/>
                  </a:lnTo>
                  <a:lnTo>
                    <a:pt x="0" y="12010"/>
                  </a:lnTo>
                  <a:lnTo>
                    <a:pt x="480" y="9042"/>
                  </a:lnTo>
                  <a:lnTo>
                    <a:pt x="1720" y="5801"/>
                  </a:lnTo>
                  <a:lnTo>
                    <a:pt x="2301" y="5348"/>
                  </a:lnTo>
                  <a:lnTo>
                    <a:pt x="3528" y="1002"/>
                  </a:lnTo>
                  <a:lnTo>
                    <a:pt x="3911" y="0"/>
                  </a:lnTo>
                  <a:lnTo>
                    <a:pt x="7693" y="25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4"/>
            <p:cNvSpPr/>
            <p:nvPr/>
          </p:nvSpPr>
          <p:spPr>
            <a:xfrm>
              <a:off x="3391228" y="2000402"/>
              <a:ext cx="36642" cy="27674"/>
            </a:xfrm>
            <a:custGeom>
              <a:avLst/>
              <a:pathLst>
                <a:path w="36642" h="27674">
                  <a:moveTo>
                    <a:pt x="18524" y="666"/>
                  </a:moveTo>
                  <a:lnTo>
                    <a:pt x="19226" y="656"/>
                  </a:lnTo>
                  <a:lnTo>
                    <a:pt x="20267" y="329"/>
                  </a:lnTo>
                  <a:lnTo>
                    <a:pt x="20924" y="1543"/>
                  </a:lnTo>
                  <a:lnTo>
                    <a:pt x="22146" y="2699"/>
                  </a:lnTo>
                  <a:lnTo>
                    <a:pt x="23600" y="3732"/>
                  </a:lnTo>
                  <a:lnTo>
                    <a:pt x="25771" y="5494"/>
                  </a:lnTo>
                  <a:lnTo>
                    <a:pt x="28024" y="6589"/>
                  </a:lnTo>
                  <a:lnTo>
                    <a:pt x="28769" y="6716"/>
                  </a:lnTo>
                  <a:lnTo>
                    <a:pt x="31136" y="6572"/>
                  </a:lnTo>
                  <a:lnTo>
                    <a:pt x="33644" y="6723"/>
                  </a:lnTo>
                  <a:lnTo>
                    <a:pt x="34328" y="9336"/>
                  </a:lnTo>
                  <a:lnTo>
                    <a:pt x="35566" y="10573"/>
                  </a:lnTo>
                  <a:lnTo>
                    <a:pt x="36568" y="12274"/>
                  </a:lnTo>
                  <a:lnTo>
                    <a:pt x="36642" y="13243"/>
                  </a:lnTo>
                  <a:lnTo>
                    <a:pt x="35261" y="19326"/>
                  </a:lnTo>
                  <a:lnTo>
                    <a:pt x="34975" y="21385"/>
                  </a:lnTo>
                  <a:lnTo>
                    <a:pt x="34923" y="23451"/>
                  </a:lnTo>
                  <a:lnTo>
                    <a:pt x="35428" y="26034"/>
                  </a:lnTo>
                  <a:lnTo>
                    <a:pt x="35903" y="27477"/>
                  </a:lnTo>
                  <a:lnTo>
                    <a:pt x="35513" y="27674"/>
                  </a:lnTo>
                  <a:lnTo>
                    <a:pt x="29116" y="27386"/>
                  </a:lnTo>
                  <a:lnTo>
                    <a:pt x="23049" y="26895"/>
                  </a:lnTo>
                  <a:lnTo>
                    <a:pt x="17443" y="26442"/>
                  </a:lnTo>
                  <a:lnTo>
                    <a:pt x="12040" y="26004"/>
                  </a:lnTo>
                  <a:lnTo>
                    <a:pt x="6856" y="25587"/>
                  </a:lnTo>
                  <a:lnTo>
                    <a:pt x="3632" y="25195"/>
                  </a:lnTo>
                  <a:lnTo>
                    <a:pt x="452" y="24809"/>
                  </a:lnTo>
                  <a:lnTo>
                    <a:pt x="0" y="24451"/>
                  </a:lnTo>
                  <a:lnTo>
                    <a:pt x="1749" y="21920"/>
                  </a:lnTo>
                  <a:lnTo>
                    <a:pt x="2889" y="19290"/>
                  </a:lnTo>
                  <a:lnTo>
                    <a:pt x="3857" y="15858"/>
                  </a:lnTo>
                  <a:lnTo>
                    <a:pt x="3961" y="13480"/>
                  </a:lnTo>
                  <a:lnTo>
                    <a:pt x="4202" y="10799"/>
                  </a:lnTo>
                  <a:lnTo>
                    <a:pt x="5714" y="9756"/>
                  </a:lnTo>
                  <a:lnTo>
                    <a:pt x="8996" y="9910"/>
                  </a:lnTo>
                  <a:lnTo>
                    <a:pt x="10400" y="8622"/>
                  </a:lnTo>
                  <a:lnTo>
                    <a:pt x="12201" y="5437"/>
                  </a:lnTo>
                  <a:lnTo>
                    <a:pt x="14095" y="1614"/>
                  </a:lnTo>
                  <a:lnTo>
                    <a:pt x="14709" y="0"/>
                  </a:lnTo>
                  <a:lnTo>
                    <a:pt x="15368" y="229"/>
                  </a:lnTo>
                  <a:lnTo>
                    <a:pt x="14250" y="3044"/>
                  </a:lnTo>
                  <a:lnTo>
                    <a:pt x="11246" y="8991"/>
                  </a:lnTo>
                  <a:lnTo>
                    <a:pt x="12188" y="9780"/>
                  </a:lnTo>
                  <a:lnTo>
                    <a:pt x="13281" y="10036"/>
                  </a:lnTo>
                  <a:lnTo>
                    <a:pt x="14570" y="11145"/>
                  </a:lnTo>
                  <a:lnTo>
                    <a:pt x="15801" y="11346"/>
                  </a:lnTo>
                  <a:lnTo>
                    <a:pt x="17992" y="10385"/>
                  </a:lnTo>
                  <a:lnTo>
                    <a:pt x="18378" y="528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5"/>
            <p:cNvSpPr/>
            <p:nvPr/>
          </p:nvSpPr>
          <p:spPr>
            <a:xfrm>
              <a:off x="5050791" y="1998487"/>
              <a:ext cx="10211" cy="19424"/>
            </a:xfrm>
            <a:custGeom>
              <a:avLst/>
              <a:pathLst>
                <a:path w="10211" h="19424">
                  <a:moveTo>
                    <a:pt x="10211" y="15140"/>
                  </a:moveTo>
                  <a:lnTo>
                    <a:pt x="10152" y="19424"/>
                  </a:lnTo>
                  <a:lnTo>
                    <a:pt x="8746" y="17251"/>
                  </a:lnTo>
                  <a:lnTo>
                    <a:pt x="8092" y="15501"/>
                  </a:lnTo>
                  <a:lnTo>
                    <a:pt x="7161" y="15169"/>
                  </a:lnTo>
                  <a:lnTo>
                    <a:pt x="6514" y="14387"/>
                  </a:lnTo>
                  <a:lnTo>
                    <a:pt x="5437" y="12261"/>
                  </a:lnTo>
                  <a:lnTo>
                    <a:pt x="4186" y="9488"/>
                  </a:lnTo>
                  <a:lnTo>
                    <a:pt x="3761" y="8123"/>
                  </a:lnTo>
                  <a:lnTo>
                    <a:pt x="3579" y="6375"/>
                  </a:lnTo>
                  <a:lnTo>
                    <a:pt x="2734" y="4756"/>
                  </a:lnTo>
                  <a:lnTo>
                    <a:pt x="0" y="1682"/>
                  </a:lnTo>
                  <a:lnTo>
                    <a:pt x="901" y="1315"/>
                  </a:lnTo>
                  <a:lnTo>
                    <a:pt x="2045" y="0"/>
                  </a:lnTo>
                  <a:lnTo>
                    <a:pt x="5233" y="812"/>
                  </a:lnTo>
                  <a:lnTo>
                    <a:pt x="5958" y="1167"/>
                  </a:lnTo>
                  <a:lnTo>
                    <a:pt x="5438" y="3224"/>
                  </a:lnTo>
                  <a:lnTo>
                    <a:pt x="5643" y="5497"/>
                  </a:lnTo>
                  <a:lnTo>
                    <a:pt x="7417" y="10219"/>
                  </a:lnTo>
                  <a:lnTo>
                    <a:pt x="8271" y="11865"/>
                  </a:lnTo>
                  <a:lnTo>
                    <a:pt x="9382" y="131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6"/>
            <p:cNvSpPr/>
            <p:nvPr/>
          </p:nvSpPr>
          <p:spPr>
            <a:xfrm>
              <a:off x="4877270" y="1885944"/>
              <a:ext cx="2924" cy="4513"/>
            </a:xfrm>
            <a:custGeom>
              <a:avLst/>
              <a:pathLst>
                <a:path w="2924" h="4513">
                  <a:moveTo>
                    <a:pt x="1359" y="4178"/>
                  </a:moveTo>
                  <a:lnTo>
                    <a:pt x="464" y="4513"/>
                  </a:lnTo>
                  <a:lnTo>
                    <a:pt x="17" y="3705"/>
                  </a:lnTo>
                  <a:lnTo>
                    <a:pt x="0" y="3135"/>
                  </a:lnTo>
                  <a:lnTo>
                    <a:pt x="1388" y="1859"/>
                  </a:lnTo>
                  <a:lnTo>
                    <a:pt x="2225" y="0"/>
                  </a:lnTo>
                  <a:lnTo>
                    <a:pt x="2753" y="1113"/>
                  </a:lnTo>
                  <a:lnTo>
                    <a:pt x="2924" y="19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7"/>
            <p:cNvSpPr/>
            <p:nvPr/>
          </p:nvSpPr>
          <p:spPr>
            <a:xfrm>
              <a:off x="5024403" y="1883976"/>
              <a:ext cx="14016" cy="21198"/>
            </a:xfrm>
            <a:custGeom>
              <a:avLst/>
              <a:pathLst>
                <a:path w="14016" h="21198">
                  <a:moveTo>
                    <a:pt x="2360" y="18420"/>
                  </a:moveTo>
                  <a:lnTo>
                    <a:pt x="501" y="21198"/>
                  </a:lnTo>
                  <a:lnTo>
                    <a:pt x="227" y="20746"/>
                  </a:lnTo>
                  <a:lnTo>
                    <a:pt x="52" y="20111"/>
                  </a:lnTo>
                  <a:lnTo>
                    <a:pt x="0" y="19141"/>
                  </a:lnTo>
                  <a:lnTo>
                    <a:pt x="1697" y="17312"/>
                  </a:lnTo>
                  <a:lnTo>
                    <a:pt x="3398" y="12653"/>
                  </a:lnTo>
                  <a:lnTo>
                    <a:pt x="4056" y="8776"/>
                  </a:lnTo>
                  <a:lnTo>
                    <a:pt x="3853" y="7517"/>
                  </a:lnTo>
                  <a:lnTo>
                    <a:pt x="3789" y="6255"/>
                  </a:lnTo>
                  <a:lnTo>
                    <a:pt x="8799" y="3858"/>
                  </a:lnTo>
                  <a:lnTo>
                    <a:pt x="12378" y="0"/>
                  </a:lnTo>
                  <a:lnTo>
                    <a:pt x="13006" y="165"/>
                  </a:lnTo>
                  <a:lnTo>
                    <a:pt x="13649" y="3384"/>
                  </a:lnTo>
                  <a:lnTo>
                    <a:pt x="14016" y="7564"/>
                  </a:lnTo>
                  <a:lnTo>
                    <a:pt x="13495" y="10081"/>
                  </a:lnTo>
                  <a:lnTo>
                    <a:pt x="9669" y="11484"/>
                  </a:lnTo>
                  <a:lnTo>
                    <a:pt x="6050" y="142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8"/>
            <p:cNvSpPr/>
            <p:nvPr/>
          </p:nvSpPr>
          <p:spPr>
            <a:xfrm>
              <a:off x="3572059" y="1707544"/>
              <a:ext cx="3741" cy="6527"/>
            </a:xfrm>
            <a:custGeom>
              <a:avLst/>
              <a:pathLst>
                <a:path w="3741" h="6527">
                  <a:moveTo>
                    <a:pt x="3261" y="457"/>
                  </a:moveTo>
                  <a:lnTo>
                    <a:pt x="3628" y="1621"/>
                  </a:lnTo>
                  <a:lnTo>
                    <a:pt x="3741" y="3534"/>
                  </a:lnTo>
                  <a:lnTo>
                    <a:pt x="3388" y="4759"/>
                  </a:lnTo>
                  <a:lnTo>
                    <a:pt x="3558" y="5794"/>
                  </a:lnTo>
                  <a:lnTo>
                    <a:pt x="2836" y="6527"/>
                  </a:lnTo>
                  <a:lnTo>
                    <a:pt x="1716" y="4135"/>
                  </a:lnTo>
                  <a:lnTo>
                    <a:pt x="1050" y="4100"/>
                  </a:lnTo>
                  <a:lnTo>
                    <a:pt x="337" y="3071"/>
                  </a:lnTo>
                  <a:lnTo>
                    <a:pt x="0" y="1373"/>
                  </a:lnTo>
                  <a:lnTo>
                    <a:pt x="645" y="900"/>
                  </a:lnTo>
                  <a:lnTo>
                    <a:pt x="906" y="1194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69"/>
            <p:cNvSpPr/>
            <p:nvPr/>
          </p:nvSpPr>
          <p:spPr>
            <a:xfrm>
              <a:off x="3957468" y="1661639"/>
              <a:ext cx="7275" cy="7722"/>
            </a:xfrm>
            <a:custGeom>
              <a:avLst/>
              <a:pathLst>
                <a:path w="7275" h="7722">
                  <a:moveTo>
                    <a:pt x="6260" y="7354"/>
                  </a:moveTo>
                  <a:lnTo>
                    <a:pt x="4262" y="7722"/>
                  </a:lnTo>
                  <a:lnTo>
                    <a:pt x="2067" y="5488"/>
                  </a:lnTo>
                  <a:lnTo>
                    <a:pt x="0" y="1037"/>
                  </a:lnTo>
                  <a:lnTo>
                    <a:pt x="379" y="0"/>
                  </a:lnTo>
                  <a:lnTo>
                    <a:pt x="1670" y="356"/>
                  </a:lnTo>
                  <a:lnTo>
                    <a:pt x="3759" y="431"/>
                  </a:lnTo>
                  <a:lnTo>
                    <a:pt x="5089" y="1164"/>
                  </a:lnTo>
                  <a:lnTo>
                    <a:pt x="6896" y="1630"/>
                  </a:lnTo>
                  <a:lnTo>
                    <a:pt x="6680" y="3660"/>
                  </a:lnTo>
                  <a:lnTo>
                    <a:pt x="6675" y="4480"/>
                  </a:lnTo>
                  <a:lnTo>
                    <a:pt x="7275" y="5377"/>
                  </a:lnTo>
                  <a:lnTo>
                    <a:pt x="6697" y="68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0"/>
            <p:cNvSpPr/>
            <p:nvPr/>
          </p:nvSpPr>
          <p:spPr>
            <a:xfrm>
              <a:off x="3650765" y="1660326"/>
              <a:ext cx="2879" cy="3174"/>
            </a:xfrm>
            <a:custGeom>
              <a:avLst/>
              <a:pathLst>
                <a:path w="2879" h="3174">
                  <a:moveTo>
                    <a:pt x="2879" y="2771"/>
                  </a:moveTo>
                  <a:lnTo>
                    <a:pt x="2447" y="3174"/>
                  </a:lnTo>
                  <a:lnTo>
                    <a:pt x="196" y="1786"/>
                  </a:lnTo>
                  <a:lnTo>
                    <a:pt x="0" y="743"/>
                  </a:lnTo>
                  <a:lnTo>
                    <a:pt x="96" y="294"/>
                  </a:lnTo>
                  <a:lnTo>
                    <a:pt x="992" y="0"/>
                  </a:lnTo>
                  <a:lnTo>
                    <a:pt x="1946" y="392"/>
                  </a:lnTo>
                  <a:lnTo>
                    <a:pt x="2619" y="17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1"/>
            <p:cNvSpPr/>
            <p:nvPr/>
          </p:nvSpPr>
          <p:spPr>
            <a:xfrm>
              <a:off x="3716840" y="1580079"/>
              <a:ext cx="22758" cy="22991"/>
            </a:xfrm>
            <a:custGeom>
              <a:avLst/>
              <a:pathLst>
                <a:path w="22758" h="22991">
                  <a:moveTo>
                    <a:pt x="22556" y="9622"/>
                  </a:moveTo>
                  <a:lnTo>
                    <a:pt x="22758" y="12480"/>
                  </a:lnTo>
                  <a:lnTo>
                    <a:pt x="22049" y="13664"/>
                  </a:lnTo>
                  <a:lnTo>
                    <a:pt x="21412" y="13996"/>
                  </a:lnTo>
                  <a:lnTo>
                    <a:pt x="21145" y="12206"/>
                  </a:lnTo>
                  <a:lnTo>
                    <a:pt x="20611" y="11396"/>
                  </a:lnTo>
                  <a:lnTo>
                    <a:pt x="18645" y="13532"/>
                  </a:lnTo>
                  <a:lnTo>
                    <a:pt x="17726" y="15881"/>
                  </a:lnTo>
                  <a:lnTo>
                    <a:pt x="15301" y="19251"/>
                  </a:lnTo>
                  <a:lnTo>
                    <a:pt x="10238" y="21653"/>
                  </a:lnTo>
                  <a:lnTo>
                    <a:pt x="7171" y="22698"/>
                  </a:lnTo>
                  <a:lnTo>
                    <a:pt x="4408" y="22991"/>
                  </a:lnTo>
                  <a:lnTo>
                    <a:pt x="1819" y="20872"/>
                  </a:lnTo>
                  <a:lnTo>
                    <a:pt x="421" y="16808"/>
                  </a:lnTo>
                  <a:lnTo>
                    <a:pt x="177" y="15572"/>
                  </a:lnTo>
                  <a:lnTo>
                    <a:pt x="0" y="13914"/>
                  </a:lnTo>
                  <a:lnTo>
                    <a:pt x="16" y="12250"/>
                  </a:lnTo>
                  <a:lnTo>
                    <a:pt x="198" y="9672"/>
                  </a:lnTo>
                  <a:lnTo>
                    <a:pt x="466" y="7150"/>
                  </a:lnTo>
                  <a:lnTo>
                    <a:pt x="1533" y="4892"/>
                  </a:lnTo>
                  <a:lnTo>
                    <a:pt x="4003" y="2221"/>
                  </a:lnTo>
                  <a:lnTo>
                    <a:pt x="6428" y="487"/>
                  </a:lnTo>
                  <a:lnTo>
                    <a:pt x="7659" y="57"/>
                  </a:lnTo>
                  <a:lnTo>
                    <a:pt x="10746" y="0"/>
                  </a:lnTo>
                  <a:lnTo>
                    <a:pt x="19502" y="5963"/>
                  </a:lnTo>
                  <a:lnTo>
                    <a:pt x="21444" y="750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3929721" y="1578184"/>
              <a:ext cx="3622" cy="3925"/>
            </a:xfrm>
            <a:custGeom>
              <a:avLst/>
              <a:pathLst>
                <a:path w="3622" h="3925">
                  <a:moveTo>
                    <a:pt x="3622" y="1345"/>
                  </a:moveTo>
                  <a:lnTo>
                    <a:pt x="2703" y="3925"/>
                  </a:lnTo>
                  <a:lnTo>
                    <a:pt x="817" y="3788"/>
                  </a:lnTo>
                  <a:lnTo>
                    <a:pt x="242" y="3201"/>
                  </a:lnTo>
                  <a:lnTo>
                    <a:pt x="0" y="2724"/>
                  </a:lnTo>
                  <a:lnTo>
                    <a:pt x="2160" y="0"/>
                  </a:lnTo>
                  <a:lnTo>
                    <a:pt x="3440" y="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3"/>
            <p:cNvSpPr/>
            <p:nvPr/>
          </p:nvSpPr>
          <p:spPr>
            <a:xfrm>
              <a:off x="4997781" y="1576290"/>
              <a:ext cx="6074" cy="21860"/>
            </a:xfrm>
            <a:custGeom>
              <a:avLst/>
              <a:pathLst>
                <a:path w="6074" h="21860">
                  <a:moveTo>
                    <a:pt x="4363" y="21821"/>
                  </a:moveTo>
                  <a:lnTo>
                    <a:pt x="3857" y="21860"/>
                  </a:lnTo>
                  <a:lnTo>
                    <a:pt x="4240" y="19899"/>
                  </a:lnTo>
                  <a:lnTo>
                    <a:pt x="4296" y="19025"/>
                  </a:lnTo>
                  <a:lnTo>
                    <a:pt x="3193" y="17582"/>
                  </a:lnTo>
                  <a:lnTo>
                    <a:pt x="1132" y="16484"/>
                  </a:lnTo>
                  <a:lnTo>
                    <a:pt x="609" y="15637"/>
                  </a:lnTo>
                  <a:lnTo>
                    <a:pt x="484" y="13073"/>
                  </a:lnTo>
                  <a:lnTo>
                    <a:pt x="928" y="9037"/>
                  </a:lnTo>
                  <a:lnTo>
                    <a:pt x="0" y="6908"/>
                  </a:lnTo>
                  <a:lnTo>
                    <a:pt x="317" y="5012"/>
                  </a:lnTo>
                  <a:lnTo>
                    <a:pt x="2731" y="2911"/>
                  </a:lnTo>
                  <a:lnTo>
                    <a:pt x="3712" y="1292"/>
                  </a:lnTo>
                  <a:lnTo>
                    <a:pt x="4796" y="0"/>
                  </a:lnTo>
                  <a:lnTo>
                    <a:pt x="4972" y="160"/>
                  </a:lnTo>
                  <a:lnTo>
                    <a:pt x="6074" y="1389"/>
                  </a:lnTo>
                  <a:lnTo>
                    <a:pt x="5978" y="4093"/>
                  </a:lnTo>
                  <a:lnTo>
                    <a:pt x="5195" y="5996"/>
                  </a:lnTo>
                  <a:lnTo>
                    <a:pt x="3311" y="6671"/>
                  </a:lnTo>
                  <a:lnTo>
                    <a:pt x="3044" y="7981"/>
                  </a:lnTo>
                  <a:lnTo>
                    <a:pt x="3291" y="10242"/>
                  </a:lnTo>
                  <a:lnTo>
                    <a:pt x="3346" y="13149"/>
                  </a:lnTo>
                  <a:lnTo>
                    <a:pt x="3536" y="15750"/>
                  </a:lnTo>
                  <a:lnTo>
                    <a:pt x="4677" y="18422"/>
                  </a:lnTo>
                  <a:lnTo>
                    <a:pt x="4930" y="19794"/>
                  </a:lnTo>
                  <a:lnTo>
                    <a:pt x="4813" y="210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4"/>
            <p:cNvSpPr/>
            <p:nvPr/>
          </p:nvSpPr>
          <p:spPr>
            <a:xfrm>
              <a:off x="5073931" y="1565174"/>
              <a:ext cx="18676" cy="13126"/>
            </a:xfrm>
            <a:custGeom>
              <a:avLst/>
              <a:pathLst>
                <a:path w="18676" h="13126">
                  <a:moveTo>
                    <a:pt x="16032" y="12860"/>
                  </a:moveTo>
                  <a:lnTo>
                    <a:pt x="12796" y="13126"/>
                  </a:lnTo>
                  <a:lnTo>
                    <a:pt x="6349" y="10381"/>
                  </a:lnTo>
                  <a:lnTo>
                    <a:pt x="4036" y="8934"/>
                  </a:lnTo>
                  <a:lnTo>
                    <a:pt x="2314" y="7087"/>
                  </a:lnTo>
                  <a:lnTo>
                    <a:pt x="368" y="5793"/>
                  </a:lnTo>
                  <a:lnTo>
                    <a:pt x="0" y="5283"/>
                  </a:lnTo>
                  <a:lnTo>
                    <a:pt x="285" y="4214"/>
                  </a:lnTo>
                  <a:lnTo>
                    <a:pt x="861" y="3386"/>
                  </a:lnTo>
                  <a:lnTo>
                    <a:pt x="3073" y="1204"/>
                  </a:lnTo>
                  <a:lnTo>
                    <a:pt x="4626" y="215"/>
                  </a:lnTo>
                  <a:lnTo>
                    <a:pt x="6461" y="0"/>
                  </a:lnTo>
                  <a:lnTo>
                    <a:pt x="18009" y="3931"/>
                  </a:lnTo>
                  <a:lnTo>
                    <a:pt x="18530" y="4716"/>
                  </a:lnTo>
                  <a:lnTo>
                    <a:pt x="18676" y="5422"/>
                  </a:lnTo>
                  <a:lnTo>
                    <a:pt x="18501" y="6987"/>
                  </a:lnTo>
                  <a:lnTo>
                    <a:pt x="17527" y="7271"/>
                  </a:lnTo>
                  <a:lnTo>
                    <a:pt x="17149" y="8300"/>
                  </a:lnTo>
                  <a:lnTo>
                    <a:pt x="16743" y="11434"/>
                  </a:lnTo>
                  <a:lnTo>
                    <a:pt x="16544" y="122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5"/>
            <p:cNvSpPr/>
            <p:nvPr/>
          </p:nvSpPr>
          <p:spPr>
            <a:xfrm>
              <a:off x="3832600" y="1551891"/>
              <a:ext cx="22797" cy="22974"/>
            </a:xfrm>
            <a:custGeom>
              <a:avLst/>
              <a:pathLst>
                <a:path w="22797" h="22974">
                  <a:moveTo>
                    <a:pt x="22454" y="15670"/>
                  </a:moveTo>
                  <a:lnTo>
                    <a:pt x="22797" y="17129"/>
                  </a:lnTo>
                  <a:lnTo>
                    <a:pt x="22758" y="19841"/>
                  </a:lnTo>
                  <a:lnTo>
                    <a:pt x="22338" y="21844"/>
                  </a:lnTo>
                  <a:lnTo>
                    <a:pt x="21054" y="22158"/>
                  </a:lnTo>
                  <a:lnTo>
                    <a:pt x="19791" y="22974"/>
                  </a:lnTo>
                  <a:lnTo>
                    <a:pt x="17636" y="22107"/>
                  </a:lnTo>
                  <a:lnTo>
                    <a:pt x="16425" y="22700"/>
                  </a:lnTo>
                  <a:lnTo>
                    <a:pt x="15213" y="22738"/>
                  </a:lnTo>
                  <a:lnTo>
                    <a:pt x="14212" y="22427"/>
                  </a:lnTo>
                  <a:lnTo>
                    <a:pt x="13217" y="21988"/>
                  </a:lnTo>
                  <a:lnTo>
                    <a:pt x="12549" y="21469"/>
                  </a:lnTo>
                  <a:lnTo>
                    <a:pt x="12584" y="19925"/>
                  </a:lnTo>
                  <a:lnTo>
                    <a:pt x="11691" y="17699"/>
                  </a:lnTo>
                  <a:lnTo>
                    <a:pt x="10316" y="16983"/>
                  </a:lnTo>
                  <a:lnTo>
                    <a:pt x="9031" y="16746"/>
                  </a:lnTo>
                  <a:lnTo>
                    <a:pt x="7621" y="16053"/>
                  </a:lnTo>
                  <a:lnTo>
                    <a:pt x="6920" y="16381"/>
                  </a:lnTo>
                  <a:lnTo>
                    <a:pt x="6029" y="17194"/>
                  </a:lnTo>
                  <a:lnTo>
                    <a:pt x="5447" y="16914"/>
                  </a:lnTo>
                  <a:lnTo>
                    <a:pt x="2350" y="12238"/>
                  </a:lnTo>
                  <a:lnTo>
                    <a:pt x="1829" y="11144"/>
                  </a:lnTo>
                  <a:lnTo>
                    <a:pt x="1504" y="9928"/>
                  </a:lnTo>
                  <a:lnTo>
                    <a:pt x="1078" y="9145"/>
                  </a:lnTo>
                  <a:lnTo>
                    <a:pt x="0" y="5860"/>
                  </a:lnTo>
                  <a:lnTo>
                    <a:pt x="532" y="4340"/>
                  </a:lnTo>
                  <a:lnTo>
                    <a:pt x="1615" y="3379"/>
                  </a:lnTo>
                  <a:lnTo>
                    <a:pt x="2327" y="3121"/>
                  </a:lnTo>
                  <a:lnTo>
                    <a:pt x="3647" y="952"/>
                  </a:lnTo>
                  <a:lnTo>
                    <a:pt x="6043" y="0"/>
                  </a:lnTo>
                  <a:lnTo>
                    <a:pt x="6529" y="138"/>
                  </a:lnTo>
                  <a:lnTo>
                    <a:pt x="6986" y="829"/>
                  </a:lnTo>
                  <a:lnTo>
                    <a:pt x="9502" y="3058"/>
                  </a:lnTo>
                  <a:lnTo>
                    <a:pt x="10821" y="4557"/>
                  </a:lnTo>
                  <a:lnTo>
                    <a:pt x="11992" y="6389"/>
                  </a:lnTo>
                  <a:lnTo>
                    <a:pt x="13209" y="7924"/>
                  </a:lnTo>
                  <a:lnTo>
                    <a:pt x="16837" y="10544"/>
                  </a:lnTo>
                  <a:lnTo>
                    <a:pt x="19295" y="13070"/>
                  </a:lnTo>
                  <a:lnTo>
                    <a:pt x="21797" y="148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6"/>
            <p:cNvSpPr/>
            <p:nvPr/>
          </p:nvSpPr>
          <p:spPr>
            <a:xfrm>
              <a:off x="3922555" y="1542805"/>
              <a:ext cx="1972" cy="8013"/>
            </a:xfrm>
            <a:custGeom>
              <a:avLst/>
              <a:pathLst>
                <a:path w="1972" h="8013">
                  <a:moveTo>
                    <a:pt x="1886" y="6823"/>
                  </a:moveTo>
                  <a:lnTo>
                    <a:pt x="1972" y="8013"/>
                  </a:lnTo>
                  <a:lnTo>
                    <a:pt x="1373" y="7616"/>
                  </a:lnTo>
                  <a:lnTo>
                    <a:pt x="611" y="6253"/>
                  </a:lnTo>
                  <a:lnTo>
                    <a:pt x="145" y="4635"/>
                  </a:lnTo>
                  <a:lnTo>
                    <a:pt x="0" y="1340"/>
                  </a:lnTo>
                  <a:lnTo>
                    <a:pt x="265" y="458"/>
                  </a:lnTo>
                  <a:lnTo>
                    <a:pt x="515" y="0"/>
                  </a:lnTo>
                  <a:lnTo>
                    <a:pt x="772" y="98"/>
                  </a:lnTo>
                  <a:lnTo>
                    <a:pt x="714" y="21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7"/>
            <p:cNvSpPr/>
            <p:nvPr/>
          </p:nvSpPr>
          <p:spPr>
            <a:xfrm>
              <a:off x="4990446" y="1538037"/>
              <a:ext cx="3202" cy="3787"/>
            </a:xfrm>
            <a:custGeom>
              <a:avLst/>
              <a:pathLst>
                <a:path w="3202" h="3787">
                  <a:moveTo>
                    <a:pt x="3202" y="3289"/>
                  </a:moveTo>
                  <a:lnTo>
                    <a:pt x="2435" y="3787"/>
                  </a:lnTo>
                  <a:lnTo>
                    <a:pt x="770" y="3377"/>
                  </a:lnTo>
                  <a:lnTo>
                    <a:pt x="0" y="2452"/>
                  </a:lnTo>
                  <a:lnTo>
                    <a:pt x="40" y="336"/>
                  </a:lnTo>
                  <a:lnTo>
                    <a:pt x="132" y="0"/>
                  </a:lnTo>
                  <a:lnTo>
                    <a:pt x="1463" y="302"/>
                  </a:lnTo>
                  <a:lnTo>
                    <a:pt x="2362" y="14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8"/>
            <p:cNvSpPr/>
            <p:nvPr/>
          </p:nvSpPr>
          <p:spPr>
            <a:xfrm>
              <a:off x="3761819" y="1524159"/>
              <a:ext cx="10961" cy="12854"/>
            </a:xfrm>
            <a:custGeom>
              <a:avLst/>
              <a:pathLst>
                <a:path w="10961" h="12854">
                  <a:moveTo>
                    <a:pt x="7534" y="1144"/>
                  </a:moveTo>
                  <a:lnTo>
                    <a:pt x="8565" y="3322"/>
                  </a:lnTo>
                  <a:lnTo>
                    <a:pt x="9472" y="4898"/>
                  </a:lnTo>
                  <a:lnTo>
                    <a:pt x="10237" y="4781"/>
                  </a:lnTo>
                  <a:lnTo>
                    <a:pt x="10818" y="5567"/>
                  </a:lnTo>
                  <a:lnTo>
                    <a:pt x="10961" y="7209"/>
                  </a:lnTo>
                  <a:lnTo>
                    <a:pt x="9443" y="10007"/>
                  </a:lnTo>
                  <a:lnTo>
                    <a:pt x="9178" y="11014"/>
                  </a:lnTo>
                  <a:lnTo>
                    <a:pt x="9832" y="11950"/>
                  </a:lnTo>
                  <a:lnTo>
                    <a:pt x="10005" y="12460"/>
                  </a:lnTo>
                  <a:lnTo>
                    <a:pt x="8889" y="12854"/>
                  </a:lnTo>
                  <a:lnTo>
                    <a:pt x="8682" y="11585"/>
                  </a:lnTo>
                  <a:lnTo>
                    <a:pt x="8059" y="10345"/>
                  </a:lnTo>
                  <a:lnTo>
                    <a:pt x="6762" y="9392"/>
                  </a:lnTo>
                  <a:lnTo>
                    <a:pt x="6235" y="8532"/>
                  </a:lnTo>
                  <a:lnTo>
                    <a:pt x="5661" y="6590"/>
                  </a:lnTo>
                  <a:lnTo>
                    <a:pt x="3483" y="4529"/>
                  </a:lnTo>
                  <a:lnTo>
                    <a:pt x="2108" y="4859"/>
                  </a:lnTo>
                  <a:lnTo>
                    <a:pt x="563" y="3940"/>
                  </a:lnTo>
                  <a:lnTo>
                    <a:pt x="110" y="3510"/>
                  </a:lnTo>
                  <a:lnTo>
                    <a:pt x="0" y="2324"/>
                  </a:lnTo>
                  <a:lnTo>
                    <a:pt x="644" y="1385"/>
                  </a:lnTo>
                  <a:lnTo>
                    <a:pt x="3097" y="550"/>
                  </a:lnTo>
                  <a:lnTo>
                    <a:pt x="4287" y="601"/>
                  </a:lnTo>
                  <a:lnTo>
                    <a:pt x="5562" y="1435"/>
                  </a:lnTo>
                  <a:lnTo>
                    <a:pt x="5455" y="411"/>
                  </a:lnTo>
                  <a:lnTo>
                    <a:pt x="5591" y="0"/>
                  </a:lnTo>
                  <a:lnTo>
                    <a:pt x="6096" y="1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79"/>
            <p:cNvSpPr/>
            <p:nvPr/>
          </p:nvSpPr>
          <p:spPr>
            <a:xfrm>
              <a:off x="5197018" y="1518471"/>
              <a:ext cx="43981" cy="22874"/>
            </a:xfrm>
            <a:custGeom>
              <a:avLst/>
              <a:pathLst>
                <a:path w="43981" h="22874">
                  <a:moveTo>
                    <a:pt x="2648" y="22746"/>
                  </a:moveTo>
                  <a:lnTo>
                    <a:pt x="1865" y="22874"/>
                  </a:lnTo>
                  <a:lnTo>
                    <a:pt x="226" y="17599"/>
                  </a:lnTo>
                  <a:lnTo>
                    <a:pt x="0" y="16217"/>
                  </a:lnTo>
                  <a:lnTo>
                    <a:pt x="630" y="14494"/>
                  </a:lnTo>
                  <a:lnTo>
                    <a:pt x="2278" y="12360"/>
                  </a:lnTo>
                  <a:lnTo>
                    <a:pt x="2984" y="10787"/>
                  </a:lnTo>
                  <a:lnTo>
                    <a:pt x="6889" y="8027"/>
                  </a:lnTo>
                  <a:lnTo>
                    <a:pt x="10439" y="4389"/>
                  </a:lnTo>
                  <a:lnTo>
                    <a:pt x="12350" y="3840"/>
                  </a:lnTo>
                  <a:lnTo>
                    <a:pt x="14286" y="2152"/>
                  </a:lnTo>
                  <a:lnTo>
                    <a:pt x="15576" y="1727"/>
                  </a:lnTo>
                  <a:lnTo>
                    <a:pt x="17337" y="1335"/>
                  </a:lnTo>
                  <a:lnTo>
                    <a:pt x="19084" y="538"/>
                  </a:lnTo>
                  <a:lnTo>
                    <a:pt x="20726" y="406"/>
                  </a:lnTo>
                  <a:lnTo>
                    <a:pt x="22365" y="872"/>
                  </a:lnTo>
                  <a:lnTo>
                    <a:pt x="24018" y="724"/>
                  </a:lnTo>
                  <a:lnTo>
                    <a:pt x="25664" y="0"/>
                  </a:lnTo>
                  <a:lnTo>
                    <a:pt x="26999" y="87"/>
                  </a:lnTo>
                  <a:lnTo>
                    <a:pt x="28334" y="565"/>
                  </a:lnTo>
                  <a:lnTo>
                    <a:pt x="33302" y="1626"/>
                  </a:lnTo>
                  <a:lnTo>
                    <a:pt x="34272" y="1979"/>
                  </a:lnTo>
                  <a:lnTo>
                    <a:pt x="35848" y="3385"/>
                  </a:lnTo>
                  <a:lnTo>
                    <a:pt x="36766" y="3862"/>
                  </a:lnTo>
                  <a:lnTo>
                    <a:pt x="37643" y="4686"/>
                  </a:lnTo>
                  <a:lnTo>
                    <a:pt x="38572" y="6076"/>
                  </a:lnTo>
                  <a:lnTo>
                    <a:pt x="40364" y="7570"/>
                  </a:lnTo>
                  <a:lnTo>
                    <a:pt x="43009" y="9293"/>
                  </a:lnTo>
                  <a:lnTo>
                    <a:pt x="43599" y="9842"/>
                  </a:lnTo>
                  <a:lnTo>
                    <a:pt x="43981" y="11141"/>
                  </a:lnTo>
                  <a:lnTo>
                    <a:pt x="43696" y="12685"/>
                  </a:lnTo>
                  <a:lnTo>
                    <a:pt x="40310" y="15619"/>
                  </a:lnTo>
                  <a:lnTo>
                    <a:pt x="37574" y="16377"/>
                  </a:lnTo>
                  <a:lnTo>
                    <a:pt x="32291" y="17179"/>
                  </a:lnTo>
                  <a:lnTo>
                    <a:pt x="25149" y="19394"/>
                  </a:lnTo>
                  <a:lnTo>
                    <a:pt x="22211" y="20010"/>
                  </a:lnTo>
                  <a:lnTo>
                    <a:pt x="21177" y="19879"/>
                  </a:lnTo>
                  <a:lnTo>
                    <a:pt x="18596" y="18453"/>
                  </a:lnTo>
                  <a:lnTo>
                    <a:pt x="15576" y="17823"/>
                  </a:lnTo>
                  <a:lnTo>
                    <a:pt x="14228" y="18335"/>
                  </a:lnTo>
                  <a:lnTo>
                    <a:pt x="11574" y="20603"/>
                  </a:lnTo>
                  <a:lnTo>
                    <a:pt x="5952" y="211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0"/>
            <p:cNvSpPr/>
            <p:nvPr/>
          </p:nvSpPr>
          <p:spPr>
            <a:xfrm>
              <a:off x="4725037" y="1518716"/>
              <a:ext cx="10172" cy="4865"/>
            </a:xfrm>
            <a:custGeom>
              <a:avLst/>
              <a:pathLst>
                <a:path w="10172" h="4865">
                  <a:moveTo>
                    <a:pt x="10172" y="2370"/>
                  </a:moveTo>
                  <a:lnTo>
                    <a:pt x="7355" y="4865"/>
                  </a:lnTo>
                  <a:lnTo>
                    <a:pt x="6232" y="4549"/>
                  </a:lnTo>
                  <a:lnTo>
                    <a:pt x="5084" y="3347"/>
                  </a:lnTo>
                  <a:lnTo>
                    <a:pt x="4471" y="3084"/>
                  </a:lnTo>
                  <a:lnTo>
                    <a:pt x="3851" y="3267"/>
                  </a:lnTo>
                  <a:lnTo>
                    <a:pt x="3181" y="3762"/>
                  </a:lnTo>
                  <a:lnTo>
                    <a:pt x="2287" y="3899"/>
                  </a:lnTo>
                  <a:lnTo>
                    <a:pt x="166" y="2532"/>
                  </a:lnTo>
                  <a:lnTo>
                    <a:pt x="0" y="1714"/>
                  </a:lnTo>
                  <a:lnTo>
                    <a:pt x="202" y="1334"/>
                  </a:lnTo>
                  <a:lnTo>
                    <a:pt x="742" y="937"/>
                  </a:lnTo>
                  <a:lnTo>
                    <a:pt x="1182" y="908"/>
                  </a:lnTo>
                  <a:lnTo>
                    <a:pt x="2472" y="235"/>
                  </a:lnTo>
                  <a:lnTo>
                    <a:pt x="8547" y="0"/>
                  </a:lnTo>
                  <a:lnTo>
                    <a:pt x="9011" y="142"/>
                  </a:lnTo>
                  <a:lnTo>
                    <a:pt x="9876" y="133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1"/>
            <p:cNvSpPr/>
            <p:nvPr/>
          </p:nvSpPr>
          <p:spPr>
            <a:xfrm>
              <a:off x="4041518" y="1487887"/>
              <a:ext cx="16965" cy="10322"/>
            </a:xfrm>
            <a:custGeom>
              <a:avLst/>
              <a:pathLst>
                <a:path w="16965" h="10322">
                  <a:moveTo>
                    <a:pt x="8646" y="10044"/>
                  </a:moveTo>
                  <a:lnTo>
                    <a:pt x="3117" y="10322"/>
                  </a:lnTo>
                  <a:lnTo>
                    <a:pt x="395" y="9856"/>
                  </a:lnTo>
                  <a:lnTo>
                    <a:pt x="0" y="9283"/>
                  </a:lnTo>
                  <a:lnTo>
                    <a:pt x="363" y="7848"/>
                  </a:lnTo>
                  <a:lnTo>
                    <a:pt x="3161" y="5673"/>
                  </a:lnTo>
                  <a:lnTo>
                    <a:pt x="4421" y="4286"/>
                  </a:lnTo>
                  <a:lnTo>
                    <a:pt x="5754" y="1947"/>
                  </a:lnTo>
                  <a:lnTo>
                    <a:pt x="8035" y="10"/>
                  </a:lnTo>
                  <a:lnTo>
                    <a:pt x="9963" y="0"/>
                  </a:lnTo>
                  <a:lnTo>
                    <a:pt x="15988" y="2304"/>
                  </a:lnTo>
                  <a:lnTo>
                    <a:pt x="16826" y="3749"/>
                  </a:lnTo>
                  <a:lnTo>
                    <a:pt x="16965" y="4396"/>
                  </a:lnTo>
                  <a:lnTo>
                    <a:pt x="14573" y="6329"/>
                  </a:lnTo>
                  <a:lnTo>
                    <a:pt x="12901" y="7054"/>
                  </a:lnTo>
                  <a:lnTo>
                    <a:pt x="10330" y="95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2"/>
            <p:cNvSpPr/>
            <p:nvPr/>
          </p:nvSpPr>
          <p:spPr>
            <a:xfrm>
              <a:off x="4061528" y="1474202"/>
              <a:ext cx="10312" cy="11336"/>
            </a:xfrm>
            <a:custGeom>
              <a:avLst/>
              <a:pathLst>
                <a:path w="10312" h="11336">
                  <a:moveTo>
                    <a:pt x="9859" y="11004"/>
                  </a:moveTo>
                  <a:lnTo>
                    <a:pt x="9055" y="11336"/>
                  </a:lnTo>
                  <a:lnTo>
                    <a:pt x="2808" y="10127"/>
                  </a:lnTo>
                  <a:lnTo>
                    <a:pt x="647" y="8596"/>
                  </a:lnTo>
                  <a:lnTo>
                    <a:pt x="0" y="7198"/>
                  </a:lnTo>
                  <a:lnTo>
                    <a:pt x="268" y="5970"/>
                  </a:lnTo>
                  <a:lnTo>
                    <a:pt x="6030" y="0"/>
                  </a:lnTo>
                  <a:lnTo>
                    <a:pt x="8213" y="1646"/>
                  </a:lnTo>
                  <a:lnTo>
                    <a:pt x="8849" y="3286"/>
                  </a:lnTo>
                  <a:lnTo>
                    <a:pt x="10312" y="5191"/>
                  </a:lnTo>
                  <a:lnTo>
                    <a:pt x="10273" y="96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3"/>
            <p:cNvSpPr/>
            <p:nvPr/>
          </p:nvSpPr>
          <p:spPr>
            <a:xfrm>
              <a:off x="4010053" y="1473134"/>
              <a:ext cx="9780" cy="7880"/>
            </a:xfrm>
            <a:custGeom>
              <a:avLst/>
              <a:pathLst>
                <a:path w="9780" h="7880">
                  <a:moveTo>
                    <a:pt x="6363" y="7595"/>
                  </a:moveTo>
                  <a:lnTo>
                    <a:pt x="6111" y="7880"/>
                  </a:lnTo>
                  <a:lnTo>
                    <a:pt x="5540" y="7367"/>
                  </a:lnTo>
                  <a:lnTo>
                    <a:pt x="3799" y="6583"/>
                  </a:lnTo>
                  <a:lnTo>
                    <a:pt x="913" y="4583"/>
                  </a:lnTo>
                  <a:lnTo>
                    <a:pt x="0" y="3219"/>
                  </a:lnTo>
                  <a:lnTo>
                    <a:pt x="479" y="1657"/>
                  </a:lnTo>
                  <a:lnTo>
                    <a:pt x="1116" y="631"/>
                  </a:lnTo>
                  <a:lnTo>
                    <a:pt x="3504" y="0"/>
                  </a:lnTo>
                  <a:lnTo>
                    <a:pt x="5674" y="256"/>
                  </a:lnTo>
                  <a:lnTo>
                    <a:pt x="7098" y="659"/>
                  </a:lnTo>
                  <a:lnTo>
                    <a:pt x="9780" y="2008"/>
                  </a:lnTo>
                  <a:lnTo>
                    <a:pt x="7294" y="2888"/>
                  </a:lnTo>
                  <a:lnTo>
                    <a:pt x="6212" y="4770"/>
                  </a:lnTo>
                  <a:lnTo>
                    <a:pt x="6358" y="5944"/>
                  </a:lnTo>
                  <a:lnTo>
                    <a:pt x="6778" y="65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4"/>
            <p:cNvSpPr/>
            <p:nvPr/>
          </p:nvSpPr>
          <p:spPr>
            <a:xfrm>
              <a:off x="4527183" y="1472035"/>
              <a:ext cx="7050" cy="3628"/>
            </a:xfrm>
            <a:custGeom>
              <a:avLst/>
              <a:pathLst>
                <a:path w="7050" h="3628">
                  <a:moveTo>
                    <a:pt x="7050" y="2299"/>
                  </a:moveTo>
                  <a:lnTo>
                    <a:pt x="4172" y="3628"/>
                  </a:lnTo>
                  <a:lnTo>
                    <a:pt x="1722" y="3612"/>
                  </a:lnTo>
                  <a:lnTo>
                    <a:pt x="0" y="1281"/>
                  </a:lnTo>
                  <a:lnTo>
                    <a:pt x="1379" y="360"/>
                  </a:lnTo>
                  <a:lnTo>
                    <a:pt x="3679" y="0"/>
                  </a:lnTo>
                  <a:lnTo>
                    <a:pt x="4974" y="323"/>
                  </a:lnTo>
                  <a:lnTo>
                    <a:pt x="6772" y="178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5"/>
            <p:cNvSpPr/>
            <p:nvPr/>
          </p:nvSpPr>
          <p:spPr>
            <a:xfrm>
              <a:off x="3752607" y="1465535"/>
              <a:ext cx="70367" cy="83465"/>
            </a:xfrm>
            <a:custGeom>
              <a:avLst/>
              <a:pathLst>
                <a:path w="70367" h="83465">
                  <a:moveTo>
                    <a:pt x="44186" y="2344"/>
                  </a:moveTo>
                  <a:lnTo>
                    <a:pt x="49494" y="3517"/>
                  </a:lnTo>
                  <a:lnTo>
                    <a:pt x="53473" y="3885"/>
                  </a:lnTo>
                  <a:lnTo>
                    <a:pt x="55890" y="4790"/>
                  </a:lnTo>
                  <a:lnTo>
                    <a:pt x="56788" y="5510"/>
                  </a:lnTo>
                  <a:lnTo>
                    <a:pt x="56423" y="7342"/>
                  </a:lnTo>
                  <a:lnTo>
                    <a:pt x="55710" y="8095"/>
                  </a:lnTo>
                  <a:lnTo>
                    <a:pt x="54055" y="10479"/>
                  </a:lnTo>
                  <a:lnTo>
                    <a:pt x="53806" y="11950"/>
                  </a:lnTo>
                  <a:lnTo>
                    <a:pt x="54100" y="14262"/>
                  </a:lnTo>
                  <a:lnTo>
                    <a:pt x="53846" y="15943"/>
                  </a:lnTo>
                  <a:lnTo>
                    <a:pt x="53291" y="17169"/>
                  </a:lnTo>
                  <a:lnTo>
                    <a:pt x="52861" y="17677"/>
                  </a:lnTo>
                  <a:lnTo>
                    <a:pt x="49863" y="17674"/>
                  </a:lnTo>
                  <a:lnTo>
                    <a:pt x="48769" y="18357"/>
                  </a:lnTo>
                  <a:lnTo>
                    <a:pt x="48713" y="19682"/>
                  </a:lnTo>
                  <a:lnTo>
                    <a:pt x="48514" y="21154"/>
                  </a:lnTo>
                  <a:lnTo>
                    <a:pt x="47554" y="23301"/>
                  </a:lnTo>
                  <a:lnTo>
                    <a:pt x="45565" y="24001"/>
                  </a:lnTo>
                  <a:lnTo>
                    <a:pt x="45134" y="24778"/>
                  </a:lnTo>
                  <a:lnTo>
                    <a:pt x="45288" y="26189"/>
                  </a:lnTo>
                  <a:lnTo>
                    <a:pt x="44596" y="27260"/>
                  </a:lnTo>
                  <a:lnTo>
                    <a:pt x="44637" y="28927"/>
                  </a:lnTo>
                  <a:lnTo>
                    <a:pt x="44988" y="29838"/>
                  </a:lnTo>
                  <a:lnTo>
                    <a:pt x="45086" y="31736"/>
                  </a:lnTo>
                  <a:lnTo>
                    <a:pt x="46437" y="34483"/>
                  </a:lnTo>
                  <a:lnTo>
                    <a:pt x="46174" y="35615"/>
                  </a:lnTo>
                  <a:lnTo>
                    <a:pt x="45134" y="37845"/>
                  </a:lnTo>
                  <a:lnTo>
                    <a:pt x="44813" y="40563"/>
                  </a:lnTo>
                  <a:lnTo>
                    <a:pt x="43936" y="42913"/>
                  </a:lnTo>
                  <a:lnTo>
                    <a:pt x="45904" y="44867"/>
                  </a:lnTo>
                  <a:lnTo>
                    <a:pt x="46762" y="47405"/>
                  </a:lnTo>
                  <a:lnTo>
                    <a:pt x="47523" y="50167"/>
                  </a:lnTo>
                  <a:lnTo>
                    <a:pt x="49858" y="55554"/>
                  </a:lnTo>
                  <a:lnTo>
                    <a:pt x="52400" y="60340"/>
                  </a:lnTo>
                  <a:lnTo>
                    <a:pt x="57070" y="67379"/>
                  </a:lnTo>
                  <a:lnTo>
                    <a:pt x="62071" y="72709"/>
                  </a:lnTo>
                  <a:lnTo>
                    <a:pt x="64010" y="74215"/>
                  </a:lnTo>
                  <a:lnTo>
                    <a:pt x="68757" y="76690"/>
                  </a:lnTo>
                  <a:lnTo>
                    <a:pt x="69584" y="77472"/>
                  </a:lnTo>
                  <a:lnTo>
                    <a:pt x="70367" y="78566"/>
                  </a:lnTo>
                  <a:lnTo>
                    <a:pt x="68343" y="80568"/>
                  </a:lnTo>
                  <a:lnTo>
                    <a:pt x="66259" y="81307"/>
                  </a:lnTo>
                  <a:lnTo>
                    <a:pt x="66070" y="82220"/>
                  </a:lnTo>
                  <a:lnTo>
                    <a:pt x="64922" y="82693"/>
                  </a:lnTo>
                  <a:lnTo>
                    <a:pt x="59277" y="80997"/>
                  </a:lnTo>
                  <a:lnTo>
                    <a:pt x="58969" y="80735"/>
                  </a:lnTo>
                  <a:lnTo>
                    <a:pt x="58367" y="79492"/>
                  </a:lnTo>
                  <a:lnTo>
                    <a:pt x="57702" y="78566"/>
                  </a:lnTo>
                  <a:lnTo>
                    <a:pt x="56290" y="78408"/>
                  </a:lnTo>
                  <a:lnTo>
                    <a:pt x="54863" y="78981"/>
                  </a:lnTo>
                  <a:lnTo>
                    <a:pt x="55711" y="80105"/>
                  </a:lnTo>
                  <a:lnTo>
                    <a:pt x="56647" y="80453"/>
                  </a:lnTo>
                  <a:lnTo>
                    <a:pt x="58284" y="82562"/>
                  </a:lnTo>
                  <a:lnTo>
                    <a:pt x="57584" y="83364"/>
                  </a:lnTo>
                  <a:lnTo>
                    <a:pt x="56844" y="83465"/>
                  </a:lnTo>
                  <a:lnTo>
                    <a:pt x="53528" y="80662"/>
                  </a:lnTo>
                  <a:lnTo>
                    <a:pt x="53213" y="81008"/>
                  </a:lnTo>
                  <a:lnTo>
                    <a:pt x="52899" y="81829"/>
                  </a:lnTo>
                  <a:lnTo>
                    <a:pt x="51247" y="80916"/>
                  </a:lnTo>
                  <a:lnTo>
                    <a:pt x="50856" y="81594"/>
                  </a:lnTo>
                  <a:lnTo>
                    <a:pt x="49603" y="81911"/>
                  </a:lnTo>
                  <a:lnTo>
                    <a:pt x="48580" y="81134"/>
                  </a:lnTo>
                  <a:lnTo>
                    <a:pt x="48576" y="80148"/>
                  </a:lnTo>
                  <a:lnTo>
                    <a:pt x="48359" y="79648"/>
                  </a:lnTo>
                  <a:lnTo>
                    <a:pt x="43245" y="80421"/>
                  </a:lnTo>
                  <a:lnTo>
                    <a:pt x="41141" y="80399"/>
                  </a:lnTo>
                  <a:lnTo>
                    <a:pt x="39045" y="80063"/>
                  </a:lnTo>
                  <a:lnTo>
                    <a:pt x="36524" y="78180"/>
                  </a:lnTo>
                  <a:lnTo>
                    <a:pt x="36105" y="79026"/>
                  </a:lnTo>
                  <a:lnTo>
                    <a:pt x="36025" y="80005"/>
                  </a:lnTo>
                  <a:lnTo>
                    <a:pt x="35074" y="79614"/>
                  </a:lnTo>
                  <a:lnTo>
                    <a:pt x="32976" y="78097"/>
                  </a:lnTo>
                  <a:lnTo>
                    <a:pt x="31463" y="77499"/>
                  </a:lnTo>
                  <a:lnTo>
                    <a:pt x="26046" y="76035"/>
                  </a:lnTo>
                  <a:lnTo>
                    <a:pt x="22199" y="74289"/>
                  </a:lnTo>
                  <a:lnTo>
                    <a:pt x="23155" y="73490"/>
                  </a:lnTo>
                  <a:lnTo>
                    <a:pt x="24811" y="73074"/>
                  </a:lnTo>
                  <a:lnTo>
                    <a:pt x="24834" y="72005"/>
                  </a:lnTo>
                  <a:lnTo>
                    <a:pt x="24572" y="70532"/>
                  </a:lnTo>
                  <a:lnTo>
                    <a:pt x="24518" y="69007"/>
                  </a:lnTo>
                  <a:lnTo>
                    <a:pt x="25457" y="67984"/>
                  </a:lnTo>
                  <a:lnTo>
                    <a:pt x="27575" y="68471"/>
                  </a:lnTo>
                  <a:lnTo>
                    <a:pt x="27317" y="66808"/>
                  </a:lnTo>
                  <a:lnTo>
                    <a:pt x="28316" y="66486"/>
                  </a:lnTo>
                  <a:lnTo>
                    <a:pt x="30266" y="67443"/>
                  </a:lnTo>
                  <a:lnTo>
                    <a:pt x="30966" y="66844"/>
                  </a:lnTo>
                  <a:lnTo>
                    <a:pt x="27906" y="64752"/>
                  </a:lnTo>
                  <a:lnTo>
                    <a:pt x="24552" y="61786"/>
                  </a:lnTo>
                  <a:lnTo>
                    <a:pt x="24908" y="60719"/>
                  </a:lnTo>
                  <a:lnTo>
                    <a:pt x="23694" y="60431"/>
                  </a:lnTo>
                  <a:lnTo>
                    <a:pt x="22499" y="60501"/>
                  </a:lnTo>
                  <a:lnTo>
                    <a:pt x="21466" y="58757"/>
                  </a:lnTo>
                  <a:lnTo>
                    <a:pt x="21619" y="56450"/>
                  </a:lnTo>
                  <a:lnTo>
                    <a:pt x="22517" y="54887"/>
                  </a:lnTo>
                  <a:lnTo>
                    <a:pt x="21975" y="54547"/>
                  </a:lnTo>
                  <a:lnTo>
                    <a:pt x="16810" y="55925"/>
                  </a:lnTo>
                  <a:lnTo>
                    <a:pt x="14195" y="55610"/>
                  </a:lnTo>
                  <a:lnTo>
                    <a:pt x="11244" y="54688"/>
                  </a:lnTo>
                  <a:lnTo>
                    <a:pt x="8532" y="56066"/>
                  </a:lnTo>
                  <a:lnTo>
                    <a:pt x="5783" y="56525"/>
                  </a:lnTo>
                  <a:lnTo>
                    <a:pt x="4360" y="56034"/>
                  </a:lnTo>
                  <a:lnTo>
                    <a:pt x="2986" y="55034"/>
                  </a:lnTo>
                  <a:lnTo>
                    <a:pt x="1837" y="53675"/>
                  </a:lnTo>
                  <a:lnTo>
                    <a:pt x="939" y="51401"/>
                  </a:lnTo>
                  <a:lnTo>
                    <a:pt x="114" y="47598"/>
                  </a:lnTo>
                  <a:lnTo>
                    <a:pt x="0" y="46158"/>
                  </a:lnTo>
                  <a:lnTo>
                    <a:pt x="169" y="42942"/>
                  </a:lnTo>
                  <a:lnTo>
                    <a:pt x="608" y="41600"/>
                  </a:lnTo>
                  <a:lnTo>
                    <a:pt x="1747" y="38899"/>
                  </a:lnTo>
                  <a:lnTo>
                    <a:pt x="2549" y="38067"/>
                  </a:lnTo>
                  <a:lnTo>
                    <a:pt x="4279" y="36803"/>
                  </a:lnTo>
                  <a:lnTo>
                    <a:pt x="5187" y="36475"/>
                  </a:lnTo>
                  <a:lnTo>
                    <a:pt x="7267" y="37127"/>
                  </a:lnTo>
                  <a:lnTo>
                    <a:pt x="9350" y="37169"/>
                  </a:lnTo>
                  <a:lnTo>
                    <a:pt x="10262" y="36454"/>
                  </a:lnTo>
                  <a:lnTo>
                    <a:pt x="11107" y="35190"/>
                  </a:lnTo>
                  <a:lnTo>
                    <a:pt x="11733" y="33547"/>
                  </a:lnTo>
                  <a:lnTo>
                    <a:pt x="13144" y="32610"/>
                  </a:lnTo>
                  <a:lnTo>
                    <a:pt x="13552" y="32110"/>
                  </a:lnTo>
                  <a:lnTo>
                    <a:pt x="14004" y="31049"/>
                  </a:lnTo>
                  <a:lnTo>
                    <a:pt x="14502" y="29450"/>
                  </a:lnTo>
                  <a:lnTo>
                    <a:pt x="14594" y="28091"/>
                  </a:lnTo>
                  <a:lnTo>
                    <a:pt x="14990" y="26732"/>
                  </a:lnTo>
                  <a:lnTo>
                    <a:pt x="16295" y="24755"/>
                  </a:lnTo>
                  <a:lnTo>
                    <a:pt x="15836" y="23532"/>
                  </a:lnTo>
                  <a:lnTo>
                    <a:pt x="16016" y="22704"/>
                  </a:lnTo>
                  <a:lnTo>
                    <a:pt x="16896" y="21238"/>
                  </a:lnTo>
                  <a:lnTo>
                    <a:pt x="14245" y="20841"/>
                  </a:lnTo>
                  <a:lnTo>
                    <a:pt x="13358" y="20199"/>
                  </a:lnTo>
                  <a:lnTo>
                    <a:pt x="12489" y="19215"/>
                  </a:lnTo>
                  <a:lnTo>
                    <a:pt x="12740" y="18293"/>
                  </a:lnTo>
                  <a:lnTo>
                    <a:pt x="13066" y="17619"/>
                  </a:lnTo>
                  <a:lnTo>
                    <a:pt x="15711" y="15140"/>
                  </a:lnTo>
                  <a:lnTo>
                    <a:pt x="16858" y="14410"/>
                  </a:lnTo>
                  <a:lnTo>
                    <a:pt x="18118" y="14008"/>
                  </a:lnTo>
                  <a:lnTo>
                    <a:pt x="19376" y="14018"/>
                  </a:lnTo>
                  <a:lnTo>
                    <a:pt x="20722" y="14298"/>
                  </a:lnTo>
                  <a:lnTo>
                    <a:pt x="22043" y="13914"/>
                  </a:lnTo>
                  <a:lnTo>
                    <a:pt x="20651" y="12248"/>
                  </a:lnTo>
                  <a:lnTo>
                    <a:pt x="20536" y="11123"/>
                  </a:lnTo>
                  <a:lnTo>
                    <a:pt x="19989" y="8381"/>
                  </a:lnTo>
                  <a:lnTo>
                    <a:pt x="20091" y="7094"/>
                  </a:lnTo>
                  <a:lnTo>
                    <a:pt x="20695" y="6048"/>
                  </a:lnTo>
                  <a:lnTo>
                    <a:pt x="21904" y="4819"/>
                  </a:lnTo>
                  <a:lnTo>
                    <a:pt x="23660" y="4410"/>
                  </a:lnTo>
                  <a:lnTo>
                    <a:pt x="25039" y="3764"/>
                  </a:lnTo>
                  <a:lnTo>
                    <a:pt x="26397" y="2788"/>
                  </a:lnTo>
                  <a:lnTo>
                    <a:pt x="27673" y="2620"/>
                  </a:lnTo>
                  <a:lnTo>
                    <a:pt x="30232" y="3285"/>
                  </a:lnTo>
                  <a:lnTo>
                    <a:pt x="31496" y="3140"/>
                  </a:lnTo>
                  <a:lnTo>
                    <a:pt x="32919" y="2605"/>
                  </a:lnTo>
                  <a:lnTo>
                    <a:pt x="36876" y="520"/>
                  </a:lnTo>
                  <a:lnTo>
                    <a:pt x="38328" y="0"/>
                  </a:lnTo>
                  <a:lnTo>
                    <a:pt x="39880" y="129"/>
                  </a:lnTo>
                  <a:lnTo>
                    <a:pt x="41933" y="9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6"/>
            <p:cNvSpPr/>
            <p:nvPr/>
          </p:nvSpPr>
          <p:spPr>
            <a:xfrm>
              <a:off x="3962587" y="1461789"/>
              <a:ext cx="19421" cy="14102"/>
            </a:xfrm>
            <a:custGeom>
              <a:avLst/>
              <a:pathLst>
                <a:path w="19421" h="14102">
                  <a:moveTo>
                    <a:pt x="8559" y="12392"/>
                  </a:moveTo>
                  <a:lnTo>
                    <a:pt x="5226" y="13778"/>
                  </a:lnTo>
                  <a:lnTo>
                    <a:pt x="4294" y="13885"/>
                  </a:lnTo>
                  <a:lnTo>
                    <a:pt x="2254" y="13536"/>
                  </a:lnTo>
                  <a:lnTo>
                    <a:pt x="1369" y="14102"/>
                  </a:lnTo>
                  <a:lnTo>
                    <a:pt x="0" y="12702"/>
                  </a:lnTo>
                  <a:lnTo>
                    <a:pt x="116" y="11458"/>
                  </a:lnTo>
                  <a:lnTo>
                    <a:pt x="744" y="10199"/>
                  </a:lnTo>
                  <a:lnTo>
                    <a:pt x="1119" y="8571"/>
                  </a:lnTo>
                  <a:lnTo>
                    <a:pt x="860" y="4580"/>
                  </a:lnTo>
                  <a:lnTo>
                    <a:pt x="2605" y="2058"/>
                  </a:lnTo>
                  <a:lnTo>
                    <a:pt x="4881" y="1086"/>
                  </a:lnTo>
                  <a:lnTo>
                    <a:pt x="11583" y="0"/>
                  </a:lnTo>
                  <a:lnTo>
                    <a:pt x="12526" y="301"/>
                  </a:lnTo>
                  <a:lnTo>
                    <a:pt x="13865" y="1076"/>
                  </a:lnTo>
                  <a:lnTo>
                    <a:pt x="14892" y="1969"/>
                  </a:lnTo>
                  <a:lnTo>
                    <a:pt x="16250" y="4201"/>
                  </a:lnTo>
                  <a:lnTo>
                    <a:pt x="17314" y="5091"/>
                  </a:lnTo>
                  <a:lnTo>
                    <a:pt x="18957" y="6833"/>
                  </a:lnTo>
                  <a:lnTo>
                    <a:pt x="19421" y="8557"/>
                  </a:lnTo>
                  <a:lnTo>
                    <a:pt x="19373" y="10059"/>
                  </a:lnTo>
                  <a:lnTo>
                    <a:pt x="16301" y="10399"/>
                  </a:lnTo>
                  <a:lnTo>
                    <a:pt x="10976" y="116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7"/>
            <p:cNvSpPr/>
            <p:nvPr/>
          </p:nvSpPr>
          <p:spPr>
            <a:xfrm>
              <a:off x="4032570" y="1460582"/>
              <a:ext cx="7641" cy="3420"/>
            </a:xfrm>
            <a:custGeom>
              <a:avLst/>
              <a:pathLst>
                <a:path w="7641" h="3420">
                  <a:moveTo>
                    <a:pt x="7641" y="3234"/>
                  </a:moveTo>
                  <a:lnTo>
                    <a:pt x="6543" y="3420"/>
                  </a:lnTo>
                  <a:lnTo>
                    <a:pt x="1718" y="2335"/>
                  </a:lnTo>
                  <a:lnTo>
                    <a:pt x="0" y="938"/>
                  </a:lnTo>
                  <a:lnTo>
                    <a:pt x="641" y="28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8"/>
            <p:cNvSpPr/>
            <p:nvPr/>
          </p:nvSpPr>
          <p:spPr>
            <a:xfrm>
              <a:off x="4024181" y="1460039"/>
              <a:ext cx="8030" cy="4176"/>
            </a:xfrm>
            <a:custGeom>
              <a:avLst/>
              <a:pathLst>
                <a:path w="8030" h="4176">
                  <a:moveTo>
                    <a:pt x="1809" y="3456"/>
                  </a:moveTo>
                  <a:lnTo>
                    <a:pt x="0" y="4176"/>
                  </a:lnTo>
                  <a:lnTo>
                    <a:pt x="348" y="2843"/>
                  </a:lnTo>
                  <a:lnTo>
                    <a:pt x="2559" y="975"/>
                  </a:lnTo>
                  <a:lnTo>
                    <a:pt x="6652" y="0"/>
                  </a:lnTo>
                  <a:lnTo>
                    <a:pt x="7893" y="405"/>
                  </a:lnTo>
                  <a:lnTo>
                    <a:pt x="8030" y="720"/>
                  </a:lnTo>
                  <a:lnTo>
                    <a:pt x="6320" y="2722"/>
                  </a:lnTo>
                  <a:lnTo>
                    <a:pt x="5482" y="33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89"/>
            <p:cNvSpPr/>
            <p:nvPr/>
          </p:nvSpPr>
          <p:spPr>
            <a:xfrm>
              <a:off x="4754805" y="1449954"/>
              <a:ext cx="43216" cy="20512"/>
            </a:xfrm>
            <a:custGeom>
              <a:avLst/>
              <a:pathLst>
                <a:path w="43216" h="20512">
                  <a:moveTo>
                    <a:pt x="28380" y="562"/>
                  </a:moveTo>
                  <a:lnTo>
                    <a:pt x="31221" y="1872"/>
                  </a:lnTo>
                  <a:lnTo>
                    <a:pt x="33539" y="3305"/>
                  </a:lnTo>
                  <a:lnTo>
                    <a:pt x="41540" y="10229"/>
                  </a:lnTo>
                  <a:lnTo>
                    <a:pt x="42301" y="11645"/>
                  </a:lnTo>
                  <a:lnTo>
                    <a:pt x="42905" y="13475"/>
                  </a:lnTo>
                  <a:lnTo>
                    <a:pt x="43216" y="19753"/>
                  </a:lnTo>
                  <a:lnTo>
                    <a:pt x="42763" y="20200"/>
                  </a:lnTo>
                  <a:lnTo>
                    <a:pt x="39831" y="20512"/>
                  </a:lnTo>
                  <a:lnTo>
                    <a:pt x="35838" y="19801"/>
                  </a:lnTo>
                  <a:lnTo>
                    <a:pt x="32946" y="19550"/>
                  </a:lnTo>
                  <a:lnTo>
                    <a:pt x="30167" y="19563"/>
                  </a:lnTo>
                  <a:lnTo>
                    <a:pt x="27716" y="18712"/>
                  </a:lnTo>
                  <a:lnTo>
                    <a:pt x="21701" y="17850"/>
                  </a:lnTo>
                  <a:lnTo>
                    <a:pt x="17000" y="15534"/>
                  </a:lnTo>
                  <a:lnTo>
                    <a:pt x="12132" y="13855"/>
                  </a:lnTo>
                  <a:lnTo>
                    <a:pt x="11096" y="13679"/>
                  </a:lnTo>
                  <a:lnTo>
                    <a:pt x="8027" y="14171"/>
                  </a:lnTo>
                  <a:lnTo>
                    <a:pt x="3876" y="16355"/>
                  </a:lnTo>
                  <a:lnTo>
                    <a:pt x="2720" y="16539"/>
                  </a:lnTo>
                  <a:lnTo>
                    <a:pt x="1135" y="16539"/>
                  </a:lnTo>
                  <a:lnTo>
                    <a:pt x="0" y="14455"/>
                  </a:lnTo>
                  <a:lnTo>
                    <a:pt x="2663" y="13780"/>
                  </a:lnTo>
                  <a:lnTo>
                    <a:pt x="5332" y="13516"/>
                  </a:lnTo>
                  <a:lnTo>
                    <a:pt x="7893" y="12763"/>
                  </a:lnTo>
                  <a:lnTo>
                    <a:pt x="10310" y="10353"/>
                  </a:lnTo>
                  <a:lnTo>
                    <a:pt x="11490" y="8444"/>
                  </a:lnTo>
                  <a:lnTo>
                    <a:pt x="13606" y="4060"/>
                  </a:lnTo>
                  <a:lnTo>
                    <a:pt x="14739" y="2464"/>
                  </a:lnTo>
                  <a:lnTo>
                    <a:pt x="15888" y="1450"/>
                  </a:lnTo>
                  <a:lnTo>
                    <a:pt x="17083" y="1136"/>
                  </a:lnTo>
                  <a:lnTo>
                    <a:pt x="18468" y="1272"/>
                  </a:lnTo>
                  <a:lnTo>
                    <a:pt x="22669" y="317"/>
                  </a:lnTo>
                  <a:lnTo>
                    <a:pt x="2550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0"/>
            <p:cNvSpPr/>
            <p:nvPr/>
          </p:nvSpPr>
          <p:spPr>
            <a:xfrm>
              <a:off x="4580501" y="1449124"/>
              <a:ext cx="3601" cy="2810"/>
            </a:xfrm>
            <a:custGeom>
              <a:avLst/>
              <a:pathLst>
                <a:path w="3601" h="2810">
                  <a:moveTo>
                    <a:pt x="2353" y="2745"/>
                  </a:moveTo>
                  <a:lnTo>
                    <a:pt x="1657" y="2810"/>
                  </a:lnTo>
                  <a:lnTo>
                    <a:pt x="348" y="2021"/>
                  </a:lnTo>
                  <a:lnTo>
                    <a:pt x="0" y="966"/>
                  </a:lnTo>
                  <a:lnTo>
                    <a:pt x="8" y="433"/>
                  </a:lnTo>
                  <a:lnTo>
                    <a:pt x="1066" y="0"/>
                  </a:lnTo>
                  <a:lnTo>
                    <a:pt x="2406" y="271"/>
                  </a:lnTo>
                  <a:lnTo>
                    <a:pt x="3419" y="1259"/>
                  </a:lnTo>
                  <a:lnTo>
                    <a:pt x="3601" y="16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1"/>
            <p:cNvSpPr/>
            <p:nvPr/>
          </p:nvSpPr>
          <p:spPr>
            <a:xfrm>
              <a:off x="4109045" y="1442961"/>
              <a:ext cx="9091" cy="3311"/>
            </a:xfrm>
            <a:custGeom>
              <a:avLst/>
              <a:pathLst>
                <a:path w="9091" h="3311">
                  <a:moveTo>
                    <a:pt x="8303" y="2359"/>
                  </a:moveTo>
                  <a:lnTo>
                    <a:pt x="7699" y="3048"/>
                  </a:lnTo>
                  <a:lnTo>
                    <a:pt x="7179" y="2953"/>
                  </a:lnTo>
                  <a:lnTo>
                    <a:pt x="6732" y="3311"/>
                  </a:lnTo>
                  <a:lnTo>
                    <a:pt x="3874" y="2253"/>
                  </a:lnTo>
                  <a:lnTo>
                    <a:pt x="0" y="1773"/>
                  </a:lnTo>
                  <a:lnTo>
                    <a:pt x="967" y="670"/>
                  </a:lnTo>
                  <a:lnTo>
                    <a:pt x="3770" y="0"/>
                  </a:lnTo>
                  <a:lnTo>
                    <a:pt x="7900" y="864"/>
                  </a:lnTo>
                  <a:lnTo>
                    <a:pt x="9091" y="18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2"/>
            <p:cNvSpPr/>
            <p:nvPr/>
          </p:nvSpPr>
          <p:spPr>
            <a:xfrm>
              <a:off x="4103500" y="1442670"/>
              <a:ext cx="4321" cy="3102"/>
            </a:xfrm>
            <a:custGeom>
              <a:avLst/>
              <a:pathLst>
                <a:path w="4321" h="3102">
                  <a:moveTo>
                    <a:pt x="4321" y="2085"/>
                  </a:moveTo>
                  <a:lnTo>
                    <a:pt x="3218" y="3102"/>
                  </a:lnTo>
                  <a:lnTo>
                    <a:pt x="1688" y="2531"/>
                  </a:lnTo>
                  <a:lnTo>
                    <a:pt x="592" y="1838"/>
                  </a:lnTo>
                  <a:lnTo>
                    <a:pt x="0" y="896"/>
                  </a:lnTo>
                  <a:lnTo>
                    <a:pt x="602" y="359"/>
                  </a:lnTo>
                  <a:lnTo>
                    <a:pt x="2227" y="0"/>
                  </a:lnTo>
                  <a:lnTo>
                    <a:pt x="3198" y="380"/>
                  </a:lnTo>
                  <a:lnTo>
                    <a:pt x="4083" y="14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3"/>
            <p:cNvSpPr/>
            <p:nvPr/>
          </p:nvSpPr>
          <p:spPr>
            <a:xfrm>
              <a:off x="4705993" y="1439954"/>
              <a:ext cx="9903" cy="10884"/>
            </a:xfrm>
            <a:custGeom>
              <a:avLst/>
              <a:pathLst>
                <a:path w="9903" h="10884">
                  <a:moveTo>
                    <a:pt x="9202" y="10039"/>
                  </a:moveTo>
                  <a:lnTo>
                    <a:pt x="8342" y="10884"/>
                  </a:lnTo>
                  <a:lnTo>
                    <a:pt x="7545" y="9581"/>
                  </a:lnTo>
                  <a:lnTo>
                    <a:pt x="3719" y="5728"/>
                  </a:lnTo>
                  <a:lnTo>
                    <a:pt x="2797" y="3898"/>
                  </a:lnTo>
                  <a:lnTo>
                    <a:pt x="699" y="2177"/>
                  </a:lnTo>
                  <a:lnTo>
                    <a:pt x="175" y="1526"/>
                  </a:lnTo>
                  <a:lnTo>
                    <a:pt x="0" y="0"/>
                  </a:lnTo>
                  <a:lnTo>
                    <a:pt x="2740" y="988"/>
                  </a:lnTo>
                  <a:lnTo>
                    <a:pt x="7378" y="4817"/>
                  </a:lnTo>
                  <a:lnTo>
                    <a:pt x="9903" y="793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4"/>
            <p:cNvSpPr/>
            <p:nvPr/>
          </p:nvSpPr>
          <p:spPr>
            <a:xfrm>
              <a:off x="4759529" y="1439351"/>
              <a:ext cx="11308" cy="10493"/>
            </a:xfrm>
            <a:custGeom>
              <a:avLst/>
              <a:pathLst>
                <a:path w="11308" h="10493">
                  <a:moveTo>
                    <a:pt x="10318" y="8105"/>
                  </a:moveTo>
                  <a:lnTo>
                    <a:pt x="4606" y="10493"/>
                  </a:lnTo>
                  <a:lnTo>
                    <a:pt x="3496" y="10404"/>
                  </a:lnTo>
                  <a:lnTo>
                    <a:pt x="926" y="7954"/>
                  </a:lnTo>
                  <a:lnTo>
                    <a:pt x="0" y="2644"/>
                  </a:lnTo>
                  <a:lnTo>
                    <a:pt x="1044" y="1095"/>
                  </a:lnTo>
                  <a:lnTo>
                    <a:pt x="2256" y="488"/>
                  </a:lnTo>
                  <a:lnTo>
                    <a:pt x="3473" y="216"/>
                  </a:lnTo>
                  <a:lnTo>
                    <a:pt x="8490" y="0"/>
                  </a:lnTo>
                  <a:lnTo>
                    <a:pt x="9570" y="269"/>
                  </a:lnTo>
                  <a:lnTo>
                    <a:pt x="10640" y="917"/>
                  </a:lnTo>
                  <a:lnTo>
                    <a:pt x="11104" y="1904"/>
                  </a:lnTo>
                  <a:lnTo>
                    <a:pt x="11308" y="3130"/>
                  </a:lnTo>
                  <a:lnTo>
                    <a:pt x="10734" y="660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5"/>
            <p:cNvSpPr/>
            <p:nvPr/>
          </p:nvSpPr>
          <p:spPr>
            <a:xfrm>
              <a:off x="4126892" y="1432207"/>
              <a:ext cx="5489" cy="3419"/>
            </a:xfrm>
            <a:custGeom>
              <a:avLst/>
              <a:pathLst>
                <a:path w="5489" h="3419">
                  <a:moveTo>
                    <a:pt x="4196" y="1657"/>
                  </a:moveTo>
                  <a:lnTo>
                    <a:pt x="3645" y="3419"/>
                  </a:lnTo>
                  <a:lnTo>
                    <a:pt x="447" y="2517"/>
                  </a:lnTo>
                  <a:lnTo>
                    <a:pt x="0" y="1804"/>
                  </a:lnTo>
                  <a:lnTo>
                    <a:pt x="1713" y="741"/>
                  </a:lnTo>
                  <a:lnTo>
                    <a:pt x="3298" y="93"/>
                  </a:lnTo>
                  <a:lnTo>
                    <a:pt x="548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6"/>
            <p:cNvSpPr/>
            <p:nvPr/>
          </p:nvSpPr>
          <p:spPr>
            <a:xfrm>
              <a:off x="4434784" y="1431219"/>
              <a:ext cx="21391" cy="13412"/>
            </a:xfrm>
            <a:custGeom>
              <a:avLst/>
              <a:pathLst>
                <a:path w="21391" h="13412">
                  <a:moveTo>
                    <a:pt x="21391" y="4389"/>
                  </a:moveTo>
                  <a:lnTo>
                    <a:pt x="21004" y="5791"/>
                  </a:lnTo>
                  <a:lnTo>
                    <a:pt x="20392" y="6850"/>
                  </a:lnTo>
                  <a:lnTo>
                    <a:pt x="19934" y="8163"/>
                  </a:lnTo>
                  <a:lnTo>
                    <a:pt x="19154" y="9150"/>
                  </a:lnTo>
                  <a:lnTo>
                    <a:pt x="16740" y="10405"/>
                  </a:lnTo>
                  <a:lnTo>
                    <a:pt x="14851" y="13180"/>
                  </a:lnTo>
                  <a:lnTo>
                    <a:pt x="14523" y="13412"/>
                  </a:lnTo>
                  <a:lnTo>
                    <a:pt x="7862" y="11900"/>
                  </a:lnTo>
                  <a:lnTo>
                    <a:pt x="6832" y="11398"/>
                  </a:lnTo>
                  <a:lnTo>
                    <a:pt x="4640" y="9743"/>
                  </a:lnTo>
                  <a:lnTo>
                    <a:pt x="1584" y="8156"/>
                  </a:lnTo>
                  <a:lnTo>
                    <a:pt x="0" y="5788"/>
                  </a:lnTo>
                  <a:lnTo>
                    <a:pt x="757" y="5338"/>
                  </a:lnTo>
                  <a:lnTo>
                    <a:pt x="1522" y="5160"/>
                  </a:lnTo>
                  <a:lnTo>
                    <a:pt x="4273" y="5471"/>
                  </a:lnTo>
                  <a:lnTo>
                    <a:pt x="5062" y="4733"/>
                  </a:lnTo>
                  <a:lnTo>
                    <a:pt x="5443" y="2738"/>
                  </a:lnTo>
                  <a:lnTo>
                    <a:pt x="5517" y="1558"/>
                  </a:lnTo>
                  <a:lnTo>
                    <a:pt x="5725" y="656"/>
                  </a:lnTo>
                  <a:lnTo>
                    <a:pt x="6598" y="0"/>
                  </a:lnTo>
                  <a:lnTo>
                    <a:pt x="16446" y="2050"/>
                  </a:lnTo>
                  <a:lnTo>
                    <a:pt x="20244" y="31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7"/>
            <p:cNvSpPr/>
            <p:nvPr/>
          </p:nvSpPr>
          <p:spPr>
            <a:xfrm>
              <a:off x="4148117" y="1418104"/>
              <a:ext cx="9830" cy="4788"/>
            </a:xfrm>
            <a:custGeom>
              <a:avLst/>
              <a:pathLst>
                <a:path w="9830" h="4788">
                  <a:moveTo>
                    <a:pt x="4480" y="340"/>
                  </a:moveTo>
                  <a:lnTo>
                    <a:pt x="5433" y="881"/>
                  </a:lnTo>
                  <a:lnTo>
                    <a:pt x="8425" y="25"/>
                  </a:lnTo>
                  <a:lnTo>
                    <a:pt x="9011" y="302"/>
                  </a:lnTo>
                  <a:lnTo>
                    <a:pt x="9830" y="1563"/>
                  </a:lnTo>
                  <a:lnTo>
                    <a:pt x="8552" y="3868"/>
                  </a:lnTo>
                  <a:lnTo>
                    <a:pt x="7591" y="4788"/>
                  </a:lnTo>
                  <a:lnTo>
                    <a:pt x="4921" y="4270"/>
                  </a:lnTo>
                  <a:lnTo>
                    <a:pt x="1498" y="4194"/>
                  </a:lnTo>
                  <a:lnTo>
                    <a:pt x="0" y="2934"/>
                  </a:lnTo>
                  <a:lnTo>
                    <a:pt x="818" y="1591"/>
                  </a:lnTo>
                  <a:lnTo>
                    <a:pt x="2792" y="793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8"/>
            <p:cNvSpPr/>
            <p:nvPr/>
          </p:nvSpPr>
          <p:spPr>
            <a:xfrm>
              <a:off x="4094088" y="1402655"/>
              <a:ext cx="8187" cy="7933"/>
            </a:xfrm>
            <a:custGeom>
              <a:avLst/>
              <a:pathLst>
                <a:path w="8187" h="7933">
                  <a:moveTo>
                    <a:pt x="7628" y="2843"/>
                  </a:moveTo>
                  <a:lnTo>
                    <a:pt x="8042" y="3801"/>
                  </a:lnTo>
                  <a:lnTo>
                    <a:pt x="8187" y="4878"/>
                  </a:lnTo>
                  <a:lnTo>
                    <a:pt x="7707" y="5220"/>
                  </a:lnTo>
                  <a:lnTo>
                    <a:pt x="6240" y="5161"/>
                  </a:lnTo>
                  <a:lnTo>
                    <a:pt x="5427" y="7933"/>
                  </a:lnTo>
                  <a:lnTo>
                    <a:pt x="4593" y="7471"/>
                  </a:lnTo>
                  <a:lnTo>
                    <a:pt x="4087" y="5883"/>
                  </a:lnTo>
                  <a:lnTo>
                    <a:pt x="2237" y="6947"/>
                  </a:lnTo>
                  <a:lnTo>
                    <a:pt x="1751" y="6698"/>
                  </a:lnTo>
                  <a:lnTo>
                    <a:pt x="893" y="5456"/>
                  </a:lnTo>
                  <a:lnTo>
                    <a:pt x="358" y="5202"/>
                  </a:lnTo>
                  <a:lnTo>
                    <a:pt x="0" y="4364"/>
                  </a:lnTo>
                  <a:lnTo>
                    <a:pt x="2401" y="1897"/>
                  </a:lnTo>
                  <a:lnTo>
                    <a:pt x="3879" y="3208"/>
                  </a:lnTo>
                  <a:lnTo>
                    <a:pt x="4837" y="3122"/>
                  </a:lnTo>
                  <a:lnTo>
                    <a:pt x="4646" y="1643"/>
                  </a:lnTo>
                  <a:lnTo>
                    <a:pt x="4680" y="529"/>
                  </a:lnTo>
                  <a:lnTo>
                    <a:pt x="5919" y="63"/>
                  </a:lnTo>
                  <a:lnTo>
                    <a:pt x="755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299"/>
            <p:cNvSpPr/>
            <p:nvPr/>
          </p:nvSpPr>
          <p:spPr>
            <a:xfrm>
              <a:off x="4828195" y="1400700"/>
              <a:ext cx="53073" cy="23914"/>
            </a:xfrm>
            <a:custGeom>
              <a:avLst/>
              <a:pathLst>
                <a:path w="53073" h="23914">
                  <a:moveTo>
                    <a:pt x="7343" y="6235"/>
                  </a:moveTo>
                  <a:lnTo>
                    <a:pt x="10354" y="6426"/>
                  </a:lnTo>
                  <a:lnTo>
                    <a:pt x="14705" y="4249"/>
                  </a:lnTo>
                  <a:lnTo>
                    <a:pt x="15312" y="4174"/>
                  </a:lnTo>
                  <a:lnTo>
                    <a:pt x="25934" y="4971"/>
                  </a:lnTo>
                  <a:lnTo>
                    <a:pt x="26802" y="5742"/>
                  </a:lnTo>
                  <a:lnTo>
                    <a:pt x="26916" y="7248"/>
                  </a:lnTo>
                  <a:lnTo>
                    <a:pt x="26579" y="8049"/>
                  </a:lnTo>
                  <a:lnTo>
                    <a:pt x="26418" y="9141"/>
                  </a:lnTo>
                  <a:lnTo>
                    <a:pt x="27725" y="10206"/>
                  </a:lnTo>
                  <a:lnTo>
                    <a:pt x="31155" y="10450"/>
                  </a:lnTo>
                  <a:lnTo>
                    <a:pt x="33324" y="9447"/>
                  </a:lnTo>
                  <a:lnTo>
                    <a:pt x="39707" y="9964"/>
                  </a:lnTo>
                  <a:lnTo>
                    <a:pt x="44915" y="10712"/>
                  </a:lnTo>
                  <a:lnTo>
                    <a:pt x="46922" y="12344"/>
                  </a:lnTo>
                  <a:lnTo>
                    <a:pt x="48472" y="13221"/>
                  </a:lnTo>
                  <a:lnTo>
                    <a:pt x="49760" y="14240"/>
                  </a:lnTo>
                  <a:lnTo>
                    <a:pt x="50694" y="13640"/>
                  </a:lnTo>
                  <a:lnTo>
                    <a:pt x="51574" y="12601"/>
                  </a:lnTo>
                  <a:lnTo>
                    <a:pt x="52330" y="12392"/>
                  </a:lnTo>
                  <a:lnTo>
                    <a:pt x="53073" y="12565"/>
                  </a:lnTo>
                  <a:lnTo>
                    <a:pt x="51074" y="18828"/>
                  </a:lnTo>
                  <a:lnTo>
                    <a:pt x="50324" y="19586"/>
                  </a:lnTo>
                  <a:lnTo>
                    <a:pt x="47496" y="21127"/>
                  </a:lnTo>
                  <a:lnTo>
                    <a:pt x="41896" y="23239"/>
                  </a:lnTo>
                  <a:lnTo>
                    <a:pt x="39157" y="23910"/>
                  </a:lnTo>
                  <a:lnTo>
                    <a:pt x="32949" y="23914"/>
                  </a:lnTo>
                  <a:lnTo>
                    <a:pt x="24395" y="23088"/>
                  </a:lnTo>
                  <a:lnTo>
                    <a:pt x="22073" y="22342"/>
                  </a:lnTo>
                  <a:lnTo>
                    <a:pt x="20704" y="21407"/>
                  </a:lnTo>
                  <a:lnTo>
                    <a:pt x="18082" y="19201"/>
                  </a:lnTo>
                  <a:lnTo>
                    <a:pt x="16787" y="18404"/>
                  </a:lnTo>
                  <a:lnTo>
                    <a:pt x="12587" y="17655"/>
                  </a:lnTo>
                  <a:lnTo>
                    <a:pt x="11304" y="17237"/>
                  </a:lnTo>
                  <a:lnTo>
                    <a:pt x="8816" y="15344"/>
                  </a:lnTo>
                  <a:lnTo>
                    <a:pt x="6299" y="13816"/>
                  </a:lnTo>
                  <a:lnTo>
                    <a:pt x="0" y="11331"/>
                  </a:lnTo>
                  <a:lnTo>
                    <a:pt x="426" y="8457"/>
                  </a:lnTo>
                  <a:lnTo>
                    <a:pt x="1238" y="5556"/>
                  </a:lnTo>
                  <a:lnTo>
                    <a:pt x="2207" y="2981"/>
                  </a:lnTo>
                  <a:lnTo>
                    <a:pt x="3292" y="696"/>
                  </a:lnTo>
                  <a:lnTo>
                    <a:pt x="4417" y="0"/>
                  </a:lnTo>
                  <a:lnTo>
                    <a:pt x="6841" y="2108"/>
                  </a:lnTo>
                  <a:lnTo>
                    <a:pt x="6810" y="45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0"/>
            <p:cNvSpPr/>
            <p:nvPr/>
          </p:nvSpPr>
          <p:spPr>
            <a:xfrm>
              <a:off x="4706730" y="1392915"/>
              <a:ext cx="8141" cy="13689"/>
            </a:xfrm>
            <a:custGeom>
              <a:avLst/>
              <a:pathLst>
                <a:path w="8141" h="13689">
                  <a:moveTo>
                    <a:pt x="5640" y="12874"/>
                  </a:moveTo>
                  <a:lnTo>
                    <a:pt x="3337" y="13689"/>
                  </a:lnTo>
                  <a:lnTo>
                    <a:pt x="0" y="13465"/>
                  </a:lnTo>
                  <a:lnTo>
                    <a:pt x="239" y="11288"/>
                  </a:lnTo>
                  <a:lnTo>
                    <a:pt x="811" y="10324"/>
                  </a:lnTo>
                  <a:lnTo>
                    <a:pt x="1597" y="7942"/>
                  </a:lnTo>
                  <a:lnTo>
                    <a:pt x="1240" y="6169"/>
                  </a:lnTo>
                  <a:lnTo>
                    <a:pt x="1436" y="3997"/>
                  </a:lnTo>
                  <a:lnTo>
                    <a:pt x="1838" y="2332"/>
                  </a:lnTo>
                  <a:lnTo>
                    <a:pt x="2801" y="0"/>
                  </a:lnTo>
                  <a:lnTo>
                    <a:pt x="3819" y="1381"/>
                  </a:lnTo>
                  <a:lnTo>
                    <a:pt x="4511" y="3428"/>
                  </a:lnTo>
                  <a:lnTo>
                    <a:pt x="5142" y="4458"/>
                  </a:lnTo>
                  <a:lnTo>
                    <a:pt x="7669" y="6491"/>
                  </a:lnTo>
                  <a:lnTo>
                    <a:pt x="8141" y="7082"/>
                  </a:lnTo>
                  <a:lnTo>
                    <a:pt x="6034" y="9554"/>
                  </a:lnTo>
                  <a:lnTo>
                    <a:pt x="5827" y="10611"/>
                  </a:lnTo>
                  <a:lnTo>
                    <a:pt x="6456" y="120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1"/>
            <p:cNvSpPr/>
            <p:nvPr/>
          </p:nvSpPr>
          <p:spPr>
            <a:xfrm>
              <a:off x="4900984" y="1382586"/>
              <a:ext cx="3717" cy="3221"/>
            </a:xfrm>
            <a:custGeom>
              <a:avLst/>
              <a:pathLst>
                <a:path w="3717" h="3221">
                  <a:moveTo>
                    <a:pt x="3717" y="2159"/>
                  </a:moveTo>
                  <a:lnTo>
                    <a:pt x="2586" y="3221"/>
                  </a:lnTo>
                  <a:lnTo>
                    <a:pt x="0" y="1513"/>
                  </a:lnTo>
                  <a:lnTo>
                    <a:pt x="955" y="591"/>
                  </a:lnTo>
                  <a:lnTo>
                    <a:pt x="2734" y="0"/>
                  </a:lnTo>
                  <a:lnTo>
                    <a:pt x="3139" y="285"/>
                  </a:lnTo>
                  <a:lnTo>
                    <a:pt x="3465" y="9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2"/>
            <p:cNvSpPr/>
            <p:nvPr/>
          </p:nvSpPr>
          <p:spPr>
            <a:xfrm>
              <a:off x="4723715" y="1382441"/>
              <a:ext cx="95525" cy="45599"/>
            </a:xfrm>
            <a:custGeom>
              <a:avLst/>
              <a:pathLst>
                <a:path w="95525" h="45599">
                  <a:moveTo>
                    <a:pt x="35213" y="10955"/>
                  </a:moveTo>
                  <a:lnTo>
                    <a:pt x="36388" y="11520"/>
                  </a:lnTo>
                  <a:lnTo>
                    <a:pt x="37776" y="11148"/>
                  </a:lnTo>
                  <a:lnTo>
                    <a:pt x="39078" y="11933"/>
                  </a:lnTo>
                  <a:lnTo>
                    <a:pt x="40296" y="15067"/>
                  </a:lnTo>
                  <a:lnTo>
                    <a:pt x="40868" y="15853"/>
                  </a:lnTo>
                  <a:lnTo>
                    <a:pt x="41498" y="16422"/>
                  </a:lnTo>
                  <a:lnTo>
                    <a:pt x="42118" y="16712"/>
                  </a:lnTo>
                  <a:lnTo>
                    <a:pt x="43925" y="16813"/>
                  </a:lnTo>
                  <a:lnTo>
                    <a:pt x="44758" y="16184"/>
                  </a:lnTo>
                  <a:lnTo>
                    <a:pt x="45381" y="14751"/>
                  </a:lnTo>
                  <a:lnTo>
                    <a:pt x="45339" y="13302"/>
                  </a:lnTo>
                  <a:lnTo>
                    <a:pt x="45182" y="11842"/>
                  </a:lnTo>
                  <a:lnTo>
                    <a:pt x="45173" y="9835"/>
                  </a:lnTo>
                  <a:lnTo>
                    <a:pt x="45451" y="8048"/>
                  </a:lnTo>
                  <a:lnTo>
                    <a:pt x="45849" y="6950"/>
                  </a:lnTo>
                  <a:lnTo>
                    <a:pt x="46386" y="6227"/>
                  </a:lnTo>
                  <a:lnTo>
                    <a:pt x="49415" y="4016"/>
                  </a:lnTo>
                  <a:lnTo>
                    <a:pt x="51528" y="1848"/>
                  </a:lnTo>
                  <a:lnTo>
                    <a:pt x="54445" y="2708"/>
                  </a:lnTo>
                  <a:lnTo>
                    <a:pt x="57388" y="4614"/>
                  </a:lnTo>
                  <a:lnTo>
                    <a:pt x="62599" y="8749"/>
                  </a:lnTo>
                  <a:lnTo>
                    <a:pt x="64974" y="9936"/>
                  </a:lnTo>
                  <a:lnTo>
                    <a:pt x="67895" y="11015"/>
                  </a:lnTo>
                  <a:lnTo>
                    <a:pt x="70829" y="11408"/>
                  </a:lnTo>
                  <a:lnTo>
                    <a:pt x="72260" y="11151"/>
                  </a:lnTo>
                  <a:lnTo>
                    <a:pt x="75085" y="10026"/>
                  </a:lnTo>
                  <a:lnTo>
                    <a:pt x="76515" y="9929"/>
                  </a:lnTo>
                  <a:lnTo>
                    <a:pt x="94336" y="18146"/>
                  </a:lnTo>
                  <a:lnTo>
                    <a:pt x="94955" y="18782"/>
                  </a:lnTo>
                  <a:lnTo>
                    <a:pt x="95525" y="19775"/>
                  </a:lnTo>
                  <a:lnTo>
                    <a:pt x="91704" y="20978"/>
                  </a:lnTo>
                  <a:lnTo>
                    <a:pt x="89202" y="23155"/>
                  </a:lnTo>
                  <a:lnTo>
                    <a:pt x="88335" y="24647"/>
                  </a:lnTo>
                  <a:lnTo>
                    <a:pt x="89328" y="25861"/>
                  </a:lnTo>
                  <a:lnTo>
                    <a:pt x="90115" y="27503"/>
                  </a:lnTo>
                  <a:lnTo>
                    <a:pt x="84713" y="32427"/>
                  </a:lnTo>
                  <a:lnTo>
                    <a:pt x="82535" y="33701"/>
                  </a:lnTo>
                  <a:lnTo>
                    <a:pt x="80306" y="34130"/>
                  </a:lnTo>
                  <a:lnTo>
                    <a:pt x="75834" y="32968"/>
                  </a:lnTo>
                  <a:lnTo>
                    <a:pt x="73224" y="33001"/>
                  </a:lnTo>
                  <a:lnTo>
                    <a:pt x="70661" y="31995"/>
                  </a:lnTo>
                  <a:lnTo>
                    <a:pt x="67841" y="29025"/>
                  </a:lnTo>
                  <a:lnTo>
                    <a:pt x="66684" y="27536"/>
                  </a:lnTo>
                  <a:lnTo>
                    <a:pt x="65655" y="25473"/>
                  </a:lnTo>
                  <a:lnTo>
                    <a:pt x="65315" y="22186"/>
                  </a:lnTo>
                  <a:lnTo>
                    <a:pt x="65711" y="19358"/>
                  </a:lnTo>
                  <a:lnTo>
                    <a:pt x="67223" y="18554"/>
                  </a:lnTo>
                  <a:lnTo>
                    <a:pt x="68568" y="16738"/>
                  </a:lnTo>
                  <a:lnTo>
                    <a:pt x="68754" y="15951"/>
                  </a:lnTo>
                  <a:lnTo>
                    <a:pt x="68066" y="14373"/>
                  </a:lnTo>
                  <a:lnTo>
                    <a:pt x="63634" y="14148"/>
                  </a:lnTo>
                  <a:lnTo>
                    <a:pt x="60868" y="15011"/>
                  </a:lnTo>
                  <a:lnTo>
                    <a:pt x="58350" y="15928"/>
                  </a:lnTo>
                  <a:lnTo>
                    <a:pt x="59087" y="21929"/>
                  </a:lnTo>
                  <a:lnTo>
                    <a:pt x="59629" y="23847"/>
                  </a:lnTo>
                  <a:lnTo>
                    <a:pt x="60377" y="25221"/>
                  </a:lnTo>
                  <a:lnTo>
                    <a:pt x="64375" y="31512"/>
                  </a:lnTo>
                  <a:lnTo>
                    <a:pt x="65285" y="32404"/>
                  </a:lnTo>
                  <a:lnTo>
                    <a:pt x="67928" y="33606"/>
                  </a:lnTo>
                  <a:lnTo>
                    <a:pt x="70179" y="36327"/>
                  </a:lnTo>
                  <a:lnTo>
                    <a:pt x="66208" y="39357"/>
                  </a:lnTo>
                  <a:lnTo>
                    <a:pt x="64480" y="40254"/>
                  </a:lnTo>
                  <a:lnTo>
                    <a:pt x="62740" y="40756"/>
                  </a:lnTo>
                  <a:lnTo>
                    <a:pt x="61668" y="40516"/>
                  </a:lnTo>
                  <a:lnTo>
                    <a:pt x="60635" y="39885"/>
                  </a:lnTo>
                  <a:lnTo>
                    <a:pt x="59463" y="38416"/>
                  </a:lnTo>
                  <a:lnTo>
                    <a:pt x="58507" y="36898"/>
                  </a:lnTo>
                  <a:lnTo>
                    <a:pt x="57227" y="35708"/>
                  </a:lnTo>
                  <a:lnTo>
                    <a:pt x="54514" y="35965"/>
                  </a:lnTo>
                  <a:lnTo>
                    <a:pt x="52034" y="37011"/>
                  </a:lnTo>
                  <a:lnTo>
                    <a:pt x="49541" y="37719"/>
                  </a:lnTo>
                  <a:lnTo>
                    <a:pt x="42163" y="38941"/>
                  </a:lnTo>
                  <a:lnTo>
                    <a:pt x="39928" y="39703"/>
                  </a:lnTo>
                  <a:lnTo>
                    <a:pt x="37702" y="39973"/>
                  </a:lnTo>
                  <a:lnTo>
                    <a:pt x="34785" y="38559"/>
                  </a:lnTo>
                  <a:lnTo>
                    <a:pt x="31914" y="36520"/>
                  </a:lnTo>
                  <a:lnTo>
                    <a:pt x="31041" y="36512"/>
                  </a:lnTo>
                  <a:lnTo>
                    <a:pt x="30184" y="37057"/>
                  </a:lnTo>
                  <a:lnTo>
                    <a:pt x="29528" y="38285"/>
                  </a:lnTo>
                  <a:lnTo>
                    <a:pt x="29122" y="40243"/>
                  </a:lnTo>
                  <a:lnTo>
                    <a:pt x="28188" y="42860"/>
                  </a:lnTo>
                  <a:lnTo>
                    <a:pt x="27002" y="44704"/>
                  </a:lnTo>
                  <a:lnTo>
                    <a:pt x="25750" y="45506"/>
                  </a:lnTo>
                  <a:lnTo>
                    <a:pt x="24430" y="45599"/>
                  </a:lnTo>
                  <a:lnTo>
                    <a:pt x="23097" y="45092"/>
                  </a:lnTo>
                  <a:lnTo>
                    <a:pt x="21779" y="44287"/>
                  </a:lnTo>
                  <a:lnTo>
                    <a:pt x="12997" y="41434"/>
                  </a:lnTo>
                  <a:lnTo>
                    <a:pt x="11965" y="40562"/>
                  </a:lnTo>
                  <a:lnTo>
                    <a:pt x="10985" y="39266"/>
                  </a:lnTo>
                  <a:lnTo>
                    <a:pt x="8350" y="35197"/>
                  </a:lnTo>
                  <a:lnTo>
                    <a:pt x="7045" y="34251"/>
                  </a:lnTo>
                  <a:lnTo>
                    <a:pt x="5669" y="33848"/>
                  </a:lnTo>
                  <a:lnTo>
                    <a:pt x="3069" y="31794"/>
                  </a:lnTo>
                  <a:lnTo>
                    <a:pt x="665" y="28505"/>
                  </a:lnTo>
                  <a:lnTo>
                    <a:pt x="166" y="27461"/>
                  </a:lnTo>
                  <a:lnTo>
                    <a:pt x="0" y="25830"/>
                  </a:lnTo>
                  <a:lnTo>
                    <a:pt x="394" y="24654"/>
                  </a:lnTo>
                  <a:lnTo>
                    <a:pt x="2479" y="25209"/>
                  </a:lnTo>
                  <a:lnTo>
                    <a:pt x="3884" y="25148"/>
                  </a:lnTo>
                  <a:lnTo>
                    <a:pt x="3038" y="19068"/>
                  </a:lnTo>
                  <a:lnTo>
                    <a:pt x="3647" y="13305"/>
                  </a:lnTo>
                  <a:lnTo>
                    <a:pt x="4665" y="12353"/>
                  </a:lnTo>
                  <a:lnTo>
                    <a:pt x="8617" y="13005"/>
                  </a:lnTo>
                  <a:lnTo>
                    <a:pt x="7334" y="11119"/>
                  </a:lnTo>
                  <a:lnTo>
                    <a:pt x="6285" y="8570"/>
                  </a:lnTo>
                  <a:lnTo>
                    <a:pt x="6959" y="7224"/>
                  </a:lnTo>
                  <a:lnTo>
                    <a:pt x="7695" y="6250"/>
                  </a:lnTo>
                  <a:lnTo>
                    <a:pt x="9388" y="5437"/>
                  </a:lnTo>
                  <a:lnTo>
                    <a:pt x="11689" y="5080"/>
                  </a:lnTo>
                  <a:lnTo>
                    <a:pt x="12388" y="4504"/>
                  </a:lnTo>
                  <a:lnTo>
                    <a:pt x="13039" y="3521"/>
                  </a:lnTo>
                  <a:lnTo>
                    <a:pt x="14307" y="2504"/>
                  </a:lnTo>
                  <a:lnTo>
                    <a:pt x="16840" y="2057"/>
                  </a:lnTo>
                  <a:lnTo>
                    <a:pt x="21192" y="0"/>
                  </a:lnTo>
                  <a:lnTo>
                    <a:pt x="22391" y="87"/>
                  </a:lnTo>
                  <a:lnTo>
                    <a:pt x="23504" y="1170"/>
                  </a:lnTo>
                  <a:lnTo>
                    <a:pt x="24544" y="2699"/>
                  </a:lnTo>
                  <a:lnTo>
                    <a:pt x="25705" y="3516"/>
                  </a:lnTo>
                  <a:lnTo>
                    <a:pt x="29306" y="5504"/>
                  </a:lnTo>
                  <a:lnTo>
                    <a:pt x="31746" y="72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3"/>
            <p:cNvSpPr/>
            <p:nvPr/>
          </p:nvSpPr>
          <p:spPr>
            <a:xfrm>
              <a:off x="4250913" y="1379319"/>
              <a:ext cx="14794" cy="5426"/>
            </a:xfrm>
            <a:custGeom>
              <a:avLst/>
              <a:pathLst>
                <a:path w="14794" h="5426">
                  <a:moveTo>
                    <a:pt x="13868" y="805"/>
                  </a:moveTo>
                  <a:lnTo>
                    <a:pt x="14794" y="1227"/>
                  </a:lnTo>
                  <a:lnTo>
                    <a:pt x="14518" y="2485"/>
                  </a:lnTo>
                  <a:lnTo>
                    <a:pt x="13349" y="2116"/>
                  </a:lnTo>
                  <a:lnTo>
                    <a:pt x="11805" y="2754"/>
                  </a:lnTo>
                  <a:lnTo>
                    <a:pt x="11835" y="3778"/>
                  </a:lnTo>
                  <a:lnTo>
                    <a:pt x="11235" y="5426"/>
                  </a:lnTo>
                  <a:lnTo>
                    <a:pt x="9057" y="4429"/>
                  </a:lnTo>
                  <a:lnTo>
                    <a:pt x="6057" y="4288"/>
                  </a:lnTo>
                  <a:lnTo>
                    <a:pt x="4172" y="3301"/>
                  </a:lnTo>
                  <a:lnTo>
                    <a:pt x="0" y="2678"/>
                  </a:lnTo>
                  <a:lnTo>
                    <a:pt x="124" y="1292"/>
                  </a:lnTo>
                  <a:lnTo>
                    <a:pt x="780" y="481"/>
                  </a:lnTo>
                  <a:lnTo>
                    <a:pt x="3217" y="1647"/>
                  </a:lnTo>
                  <a:lnTo>
                    <a:pt x="5395" y="339"/>
                  </a:lnTo>
                  <a:lnTo>
                    <a:pt x="9536" y="989"/>
                  </a:lnTo>
                  <a:lnTo>
                    <a:pt x="1089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4"/>
            <p:cNvSpPr/>
            <p:nvPr/>
          </p:nvSpPr>
          <p:spPr>
            <a:xfrm>
              <a:off x="4267131" y="1377846"/>
              <a:ext cx="3561" cy="4928"/>
            </a:xfrm>
            <a:custGeom>
              <a:avLst/>
              <a:pathLst>
                <a:path w="3561" h="4928">
                  <a:moveTo>
                    <a:pt x="1300" y="4611"/>
                  </a:moveTo>
                  <a:lnTo>
                    <a:pt x="664" y="4928"/>
                  </a:lnTo>
                  <a:lnTo>
                    <a:pt x="171" y="4712"/>
                  </a:lnTo>
                  <a:lnTo>
                    <a:pt x="0" y="4381"/>
                  </a:lnTo>
                  <a:lnTo>
                    <a:pt x="9" y="2877"/>
                  </a:lnTo>
                  <a:lnTo>
                    <a:pt x="1062" y="917"/>
                  </a:lnTo>
                  <a:lnTo>
                    <a:pt x="1088" y="307"/>
                  </a:lnTo>
                  <a:lnTo>
                    <a:pt x="1573" y="0"/>
                  </a:lnTo>
                  <a:lnTo>
                    <a:pt x="2848" y="349"/>
                  </a:lnTo>
                  <a:lnTo>
                    <a:pt x="3474" y="1177"/>
                  </a:lnTo>
                  <a:lnTo>
                    <a:pt x="3561" y="1555"/>
                  </a:lnTo>
                  <a:lnTo>
                    <a:pt x="2666" y="35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5"/>
            <p:cNvSpPr/>
            <p:nvPr/>
          </p:nvSpPr>
          <p:spPr>
            <a:xfrm>
              <a:off x="4440070" y="1369319"/>
              <a:ext cx="7856" cy="5725"/>
            </a:xfrm>
            <a:custGeom>
              <a:avLst/>
              <a:pathLst>
                <a:path w="7856" h="5725">
                  <a:moveTo>
                    <a:pt x="5780" y="676"/>
                  </a:moveTo>
                  <a:lnTo>
                    <a:pt x="7535" y="2683"/>
                  </a:lnTo>
                  <a:lnTo>
                    <a:pt x="7856" y="3966"/>
                  </a:lnTo>
                  <a:lnTo>
                    <a:pt x="7326" y="4270"/>
                  </a:lnTo>
                  <a:lnTo>
                    <a:pt x="7012" y="4752"/>
                  </a:lnTo>
                  <a:lnTo>
                    <a:pt x="6879" y="5655"/>
                  </a:lnTo>
                  <a:lnTo>
                    <a:pt x="6389" y="5725"/>
                  </a:lnTo>
                  <a:lnTo>
                    <a:pt x="4836" y="4728"/>
                  </a:lnTo>
                  <a:lnTo>
                    <a:pt x="3723" y="3126"/>
                  </a:lnTo>
                  <a:lnTo>
                    <a:pt x="2099" y="2791"/>
                  </a:lnTo>
                  <a:lnTo>
                    <a:pt x="383" y="1206"/>
                  </a:lnTo>
                  <a:lnTo>
                    <a:pt x="0" y="520"/>
                  </a:lnTo>
                  <a:lnTo>
                    <a:pt x="479" y="323"/>
                  </a:lnTo>
                  <a:lnTo>
                    <a:pt x="3548" y="751"/>
                  </a:lnTo>
                  <a:lnTo>
                    <a:pt x="482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6"/>
            <p:cNvSpPr/>
            <p:nvPr/>
          </p:nvSpPr>
          <p:spPr>
            <a:xfrm>
              <a:off x="4273615" y="1367460"/>
              <a:ext cx="3157" cy="3612"/>
            </a:xfrm>
            <a:custGeom>
              <a:avLst/>
              <a:pathLst>
                <a:path w="3157" h="3612">
                  <a:moveTo>
                    <a:pt x="3157" y="3171"/>
                  </a:moveTo>
                  <a:lnTo>
                    <a:pt x="2553" y="3612"/>
                  </a:lnTo>
                  <a:lnTo>
                    <a:pt x="1362" y="3426"/>
                  </a:lnTo>
                  <a:lnTo>
                    <a:pt x="355" y="2300"/>
                  </a:lnTo>
                  <a:lnTo>
                    <a:pt x="0" y="504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7"/>
            <p:cNvSpPr/>
            <p:nvPr/>
          </p:nvSpPr>
          <p:spPr>
            <a:xfrm>
              <a:off x="4853746" y="1365233"/>
              <a:ext cx="11443" cy="3954"/>
            </a:xfrm>
            <a:custGeom>
              <a:avLst/>
              <a:pathLst>
                <a:path w="11443" h="3954">
                  <a:moveTo>
                    <a:pt x="8534" y="3609"/>
                  </a:moveTo>
                  <a:lnTo>
                    <a:pt x="0" y="3954"/>
                  </a:lnTo>
                  <a:lnTo>
                    <a:pt x="562" y="3106"/>
                  </a:lnTo>
                  <a:lnTo>
                    <a:pt x="3644" y="1048"/>
                  </a:lnTo>
                  <a:lnTo>
                    <a:pt x="11443" y="0"/>
                  </a:lnTo>
                  <a:lnTo>
                    <a:pt x="9876" y="1030"/>
                  </a:lnTo>
                  <a:lnTo>
                    <a:pt x="9154" y="31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8"/>
            <p:cNvSpPr/>
            <p:nvPr/>
          </p:nvSpPr>
          <p:spPr>
            <a:xfrm>
              <a:off x="3779114" y="1358451"/>
              <a:ext cx="172362" cy="109755"/>
            </a:xfrm>
            <a:custGeom>
              <a:avLst/>
              <a:pathLst>
                <a:path w="172362" h="109755">
                  <a:moveTo>
                    <a:pt x="159004" y="22870"/>
                  </a:moveTo>
                  <a:lnTo>
                    <a:pt x="154460" y="25125"/>
                  </a:lnTo>
                  <a:lnTo>
                    <a:pt x="151755" y="26695"/>
                  </a:lnTo>
                  <a:lnTo>
                    <a:pt x="149100" y="27755"/>
                  </a:lnTo>
                  <a:lnTo>
                    <a:pt x="146423" y="28501"/>
                  </a:lnTo>
                  <a:lnTo>
                    <a:pt x="142165" y="30373"/>
                  </a:lnTo>
                  <a:lnTo>
                    <a:pt x="134633" y="32708"/>
                  </a:lnTo>
                  <a:lnTo>
                    <a:pt x="129891" y="34635"/>
                  </a:lnTo>
                  <a:lnTo>
                    <a:pt x="124701" y="36148"/>
                  </a:lnTo>
                  <a:lnTo>
                    <a:pt x="119228" y="38174"/>
                  </a:lnTo>
                  <a:lnTo>
                    <a:pt x="113740" y="39565"/>
                  </a:lnTo>
                  <a:lnTo>
                    <a:pt x="112380" y="39679"/>
                  </a:lnTo>
                  <a:lnTo>
                    <a:pt x="108487" y="41619"/>
                  </a:lnTo>
                  <a:lnTo>
                    <a:pt x="105413" y="42427"/>
                  </a:lnTo>
                  <a:lnTo>
                    <a:pt x="94286" y="46800"/>
                  </a:lnTo>
                  <a:lnTo>
                    <a:pt x="89178" y="49995"/>
                  </a:lnTo>
                  <a:lnTo>
                    <a:pt x="87705" y="50255"/>
                  </a:lnTo>
                  <a:lnTo>
                    <a:pt x="86222" y="50136"/>
                  </a:lnTo>
                  <a:lnTo>
                    <a:pt x="85006" y="51136"/>
                  </a:lnTo>
                  <a:lnTo>
                    <a:pt x="83853" y="52863"/>
                  </a:lnTo>
                  <a:lnTo>
                    <a:pt x="81449" y="54603"/>
                  </a:lnTo>
                  <a:lnTo>
                    <a:pt x="80241" y="56164"/>
                  </a:lnTo>
                  <a:lnTo>
                    <a:pt x="78992" y="57412"/>
                  </a:lnTo>
                  <a:lnTo>
                    <a:pt x="78267" y="57813"/>
                  </a:lnTo>
                  <a:lnTo>
                    <a:pt x="76886" y="57688"/>
                  </a:lnTo>
                  <a:lnTo>
                    <a:pt x="76225" y="57822"/>
                  </a:lnTo>
                  <a:lnTo>
                    <a:pt x="73969" y="59216"/>
                  </a:lnTo>
                  <a:lnTo>
                    <a:pt x="73563" y="60304"/>
                  </a:lnTo>
                  <a:lnTo>
                    <a:pt x="75990" y="61031"/>
                  </a:lnTo>
                  <a:lnTo>
                    <a:pt x="76518" y="62258"/>
                  </a:lnTo>
                  <a:lnTo>
                    <a:pt x="75812" y="63123"/>
                  </a:lnTo>
                  <a:lnTo>
                    <a:pt x="74240" y="64256"/>
                  </a:lnTo>
                  <a:lnTo>
                    <a:pt x="73351" y="65450"/>
                  </a:lnTo>
                  <a:lnTo>
                    <a:pt x="71734" y="66654"/>
                  </a:lnTo>
                  <a:lnTo>
                    <a:pt x="70624" y="66986"/>
                  </a:lnTo>
                  <a:lnTo>
                    <a:pt x="67955" y="66948"/>
                  </a:lnTo>
                  <a:lnTo>
                    <a:pt x="67812" y="68439"/>
                  </a:lnTo>
                  <a:lnTo>
                    <a:pt x="68230" y="69355"/>
                  </a:lnTo>
                  <a:lnTo>
                    <a:pt x="68017" y="70165"/>
                  </a:lnTo>
                  <a:lnTo>
                    <a:pt x="67123" y="70959"/>
                  </a:lnTo>
                  <a:lnTo>
                    <a:pt x="66237" y="70854"/>
                  </a:lnTo>
                  <a:lnTo>
                    <a:pt x="62196" y="68512"/>
                  </a:lnTo>
                  <a:lnTo>
                    <a:pt x="61536" y="69316"/>
                  </a:lnTo>
                  <a:lnTo>
                    <a:pt x="61252" y="70939"/>
                  </a:lnTo>
                  <a:lnTo>
                    <a:pt x="61128" y="72680"/>
                  </a:lnTo>
                  <a:lnTo>
                    <a:pt x="60616" y="73992"/>
                  </a:lnTo>
                  <a:lnTo>
                    <a:pt x="59928" y="74641"/>
                  </a:lnTo>
                  <a:lnTo>
                    <a:pt x="58654" y="75317"/>
                  </a:lnTo>
                  <a:lnTo>
                    <a:pt x="54185" y="74246"/>
                  </a:lnTo>
                  <a:lnTo>
                    <a:pt x="53816" y="75272"/>
                  </a:lnTo>
                  <a:lnTo>
                    <a:pt x="54496" y="76524"/>
                  </a:lnTo>
                  <a:lnTo>
                    <a:pt x="55446" y="79296"/>
                  </a:lnTo>
                  <a:lnTo>
                    <a:pt x="55666" y="80441"/>
                  </a:lnTo>
                  <a:lnTo>
                    <a:pt x="55130" y="82269"/>
                  </a:lnTo>
                  <a:lnTo>
                    <a:pt x="53126" y="85181"/>
                  </a:lnTo>
                  <a:lnTo>
                    <a:pt x="45472" y="88580"/>
                  </a:lnTo>
                  <a:lnTo>
                    <a:pt x="45598" y="89759"/>
                  </a:lnTo>
                  <a:lnTo>
                    <a:pt x="46449" y="92007"/>
                  </a:lnTo>
                  <a:lnTo>
                    <a:pt x="46663" y="93408"/>
                  </a:lnTo>
                  <a:lnTo>
                    <a:pt x="46353" y="94748"/>
                  </a:lnTo>
                  <a:lnTo>
                    <a:pt x="45343" y="95809"/>
                  </a:lnTo>
                  <a:lnTo>
                    <a:pt x="44224" y="95839"/>
                  </a:lnTo>
                  <a:lnTo>
                    <a:pt x="43614" y="95623"/>
                  </a:lnTo>
                  <a:lnTo>
                    <a:pt x="41852" y="94141"/>
                  </a:lnTo>
                  <a:lnTo>
                    <a:pt x="40314" y="93774"/>
                  </a:lnTo>
                  <a:lnTo>
                    <a:pt x="40062" y="94468"/>
                  </a:lnTo>
                  <a:lnTo>
                    <a:pt x="42030" y="96493"/>
                  </a:lnTo>
                  <a:lnTo>
                    <a:pt x="42920" y="99088"/>
                  </a:lnTo>
                  <a:lnTo>
                    <a:pt x="41979" y="100504"/>
                  </a:lnTo>
                  <a:lnTo>
                    <a:pt x="38284" y="103633"/>
                  </a:lnTo>
                  <a:lnTo>
                    <a:pt x="36348" y="107706"/>
                  </a:lnTo>
                  <a:lnTo>
                    <a:pt x="32604" y="109546"/>
                  </a:lnTo>
                  <a:lnTo>
                    <a:pt x="30290" y="109755"/>
                  </a:lnTo>
                  <a:lnTo>
                    <a:pt x="27996" y="109256"/>
                  </a:lnTo>
                  <a:lnTo>
                    <a:pt x="25795" y="108317"/>
                  </a:lnTo>
                  <a:lnTo>
                    <a:pt x="20284" y="107993"/>
                  </a:lnTo>
                  <a:lnTo>
                    <a:pt x="17229" y="106953"/>
                  </a:lnTo>
                  <a:lnTo>
                    <a:pt x="14125" y="105127"/>
                  </a:lnTo>
                  <a:lnTo>
                    <a:pt x="11420" y="105258"/>
                  </a:lnTo>
                  <a:lnTo>
                    <a:pt x="9117" y="106171"/>
                  </a:lnTo>
                  <a:lnTo>
                    <a:pt x="6097" y="108166"/>
                  </a:lnTo>
                  <a:lnTo>
                    <a:pt x="4186" y="104325"/>
                  </a:lnTo>
                  <a:lnTo>
                    <a:pt x="5015" y="102521"/>
                  </a:lnTo>
                  <a:lnTo>
                    <a:pt x="860" y="97938"/>
                  </a:lnTo>
                  <a:lnTo>
                    <a:pt x="0" y="95898"/>
                  </a:lnTo>
                  <a:lnTo>
                    <a:pt x="1004" y="94883"/>
                  </a:lnTo>
                  <a:lnTo>
                    <a:pt x="2277" y="94239"/>
                  </a:lnTo>
                  <a:lnTo>
                    <a:pt x="4668" y="92365"/>
                  </a:lnTo>
                  <a:lnTo>
                    <a:pt x="7079" y="90890"/>
                  </a:lnTo>
                  <a:lnTo>
                    <a:pt x="9570" y="90427"/>
                  </a:lnTo>
                  <a:lnTo>
                    <a:pt x="9990" y="90183"/>
                  </a:lnTo>
                  <a:lnTo>
                    <a:pt x="11020" y="87985"/>
                  </a:lnTo>
                  <a:lnTo>
                    <a:pt x="12131" y="86159"/>
                  </a:lnTo>
                  <a:lnTo>
                    <a:pt x="13143" y="85174"/>
                  </a:lnTo>
                  <a:lnTo>
                    <a:pt x="14307" y="83474"/>
                  </a:lnTo>
                  <a:lnTo>
                    <a:pt x="17919" y="76589"/>
                  </a:lnTo>
                  <a:lnTo>
                    <a:pt x="18776" y="76101"/>
                  </a:lnTo>
                  <a:lnTo>
                    <a:pt x="26292" y="74767"/>
                  </a:lnTo>
                  <a:lnTo>
                    <a:pt x="26960" y="74330"/>
                  </a:lnTo>
                  <a:lnTo>
                    <a:pt x="24806" y="72968"/>
                  </a:lnTo>
                  <a:lnTo>
                    <a:pt x="22584" y="72996"/>
                  </a:lnTo>
                  <a:lnTo>
                    <a:pt x="21559" y="72556"/>
                  </a:lnTo>
                  <a:lnTo>
                    <a:pt x="20978" y="71539"/>
                  </a:lnTo>
                  <a:lnTo>
                    <a:pt x="20659" y="70441"/>
                  </a:lnTo>
                  <a:lnTo>
                    <a:pt x="21538" y="69596"/>
                  </a:lnTo>
                  <a:lnTo>
                    <a:pt x="24423" y="65465"/>
                  </a:lnTo>
                  <a:lnTo>
                    <a:pt x="27877" y="62468"/>
                  </a:lnTo>
                  <a:lnTo>
                    <a:pt x="31066" y="60708"/>
                  </a:lnTo>
                  <a:lnTo>
                    <a:pt x="30269" y="60239"/>
                  </a:lnTo>
                  <a:lnTo>
                    <a:pt x="29264" y="59041"/>
                  </a:lnTo>
                  <a:lnTo>
                    <a:pt x="25381" y="59340"/>
                  </a:lnTo>
                  <a:lnTo>
                    <a:pt x="23849" y="57704"/>
                  </a:lnTo>
                  <a:lnTo>
                    <a:pt x="23372" y="56762"/>
                  </a:lnTo>
                  <a:lnTo>
                    <a:pt x="23246" y="55749"/>
                  </a:lnTo>
                  <a:lnTo>
                    <a:pt x="24502" y="54465"/>
                  </a:lnTo>
                  <a:lnTo>
                    <a:pt x="25807" y="53700"/>
                  </a:lnTo>
                  <a:lnTo>
                    <a:pt x="27245" y="53927"/>
                  </a:lnTo>
                  <a:lnTo>
                    <a:pt x="28681" y="54584"/>
                  </a:lnTo>
                  <a:lnTo>
                    <a:pt x="29821" y="55356"/>
                  </a:lnTo>
                  <a:lnTo>
                    <a:pt x="30913" y="56600"/>
                  </a:lnTo>
                  <a:lnTo>
                    <a:pt x="31879" y="56551"/>
                  </a:lnTo>
                  <a:lnTo>
                    <a:pt x="35353" y="52218"/>
                  </a:lnTo>
                  <a:lnTo>
                    <a:pt x="34820" y="51233"/>
                  </a:lnTo>
                  <a:lnTo>
                    <a:pt x="34595" y="49735"/>
                  </a:lnTo>
                  <a:lnTo>
                    <a:pt x="34992" y="49056"/>
                  </a:lnTo>
                  <a:lnTo>
                    <a:pt x="36639" y="48356"/>
                  </a:lnTo>
                  <a:lnTo>
                    <a:pt x="37752" y="48098"/>
                  </a:lnTo>
                  <a:lnTo>
                    <a:pt x="40185" y="48411"/>
                  </a:lnTo>
                  <a:lnTo>
                    <a:pt x="43649" y="49356"/>
                  </a:lnTo>
                  <a:lnTo>
                    <a:pt x="43930" y="48907"/>
                  </a:lnTo>
                  <a:lnTo>
                    <a:pt x="44800" y="46010"/>
                  </a:lnTo>
                  <a:lnTo>
                    <a:pt x="45654" y="44467"/>
                  </a:lnTo>
                  <a:lnTo>
                    <a:pt x="49177" y="41931"/>
                  </a:lnTo>
                  <a:lnTo>
                    <a:pt x="48938" y="41149"/>
                  </a:lnTo>
                  <a:lnTo>
                    <a:pt x="48776" y="39846"/>
                  </a:lnTo>
                  <a:lnTo>
                    <a:pt x="52865" y="38171"/>
                  </a:lnTo>
                  <a:lnTo>
                    <a:pt x="55526" y="36486"/>
                  </a:lnTo>
                  <a:lnTo>
                    <a:pt x="58121" y="34182"/>
                  </a:lnTo>
                  <a:lnTo>
                    <a:pt x="59409" y="33681"/>
                  </a:lnTo>
                  <a:lnTo>
                    <a:pt x="60724" y="33622"/>
                  </a:lnTo>
                  <a:lnTo>
                    <a:pt x="63405" y="32638"/>
                  </a:lnTo>
                  <a:lnTo>
                    <a:pt x="68348" y="31491"/>
                  </a:lnTo>
                  <a:lnTo>
                    <a:pt x="71235" y="30368"/>
                  </a:lnTo>
                  <a:lnTo>
                    <a:pt x="72167" y="27924"/>
                  </a:lnTo>
                  <a:lnTo>
                    <a:pt x="73996" y="27047"/>
                  </a:lnTo>
                  <a:lnTo>
                    <a:pt x="77708" y="26680"/>
                  </a:lnTo>
                  <a:lnTo>
                    <a:pt x="79121" y="26816"/>
                  </a:lnTo>
                  <a:lnTo>
                    <a:pt x="79922" y="27858"/>
                  </a:lnTo>
                  <a:lnTo>
                    <a:pt x="81524" y="27784"/>
                  </a:lnTo>
                  <a:lnTo>
                    <a:pt x="82155" y="27253"/>
                  </a:lnTo>
                  <a:lnTo>
                    <a:pt x="82792" y="26348"/>
                  </a:lnTo>
                  <a:lnTo>
                    <a:pt x="82599" y="24896"/>
                  </a:lnTo>
                  <a:lnTo>
                    <a:pt x="82571" y="23007"/>
                  </a:lnTo>
                  <a:lnTo>
                    <a:pt x="83962" y="21808"/>
                  </a:lnTo>
                  <a:lnTo>
                    <a:pt x="84470" y="21557"/>
                  </a:lnTo>
                  <a:lnTo>
                    <a:pt x="88646" y="21071"/>
                  </a:lnTo>
                  <a:lnTo>
                    <a:pt x="91118" y="21291"/>
                  </a:lnTo>
                  <a:lnTo>
                    <a:pt x="96230" y="22751"/>
                  </a:lnTo>
                  <a:lnTo>
                    <a:pt x="98885" y="23080"/>
                  </a:lnTo>
                  <a:lnTo>
                    <a:pt x="102416" y="22645"/>
                  </a:lnTo>
                  <a:lnTo>
                    <a:pt x="104567" y="22897"/>
                  </a:lnTo>
                  <a:lnTo>
                    <a:pt x="110866" y="20744"/>
                  </a:lnTo>
                  <a:lnTo>
                    <a:pt x="121510" y="18716"/>
                  </a:lnTo>
                  <a:lnTo>
                    <a:pt x="124282" y="17302"/>
                  </a:lnTo>
                  <a:lnTo>
                    <a:pt x="127034" y="15579"/>
                  </a:lnTo>
                  <a:lnTo>
                    <a:pt x="128429" y="15213"/>
                  </a:lnTo>
                  <a:lnTo>
                    <a:pt x="129841" y="15126"/>
                  </a:lnTo>
                  <a:lnTo>
                    <a:pt x="131120" y="14586"/>
                  </a:lnTo>
                  <a:lnTo>
                    <a:pt x="133602" y="13112"/>
                  </a:lnTo>
                  <a:lnTo>
                    <a:pt x="134835" y="12792"/>
                  </a:lnTo>
                  <a:lnTo>
                    <a:pt x="136177" y="12773"/>
                  </a:lnTo>
                  <a:lnTo>
                    <a:pt x="137401" y="11767"/>
                  </a:lnTo>
                  <a:lnTo>
                    <a:pt x="138491" y="9563"/>
                  </a:lnTo>
                  <a:lnTo>
                    <a:pt x="139673" y="7844"/>
                  </a:lnTo>
                  <a:lnTo>
                    <a:pt x="142878" y="5629"/>
                  </a:lnTo>
                  <a:lnTo>
                    <a:pt x="148369" y="2592"/>
                  </a:lnTo>
                  <a:lnTo>
                    <a:pt x="153307" y="1412"/>
                  </a:lnTo>
                  <a:lnTo>
                    <a:pt x="156388" y="112"/>
                  </a:lnTo>
                  <a:lnTo>
                    <a:pt x="157715" y="0"/>
                  </a:lnTo>
                  <a:lnTo>
                    <a:pt x="161865" y="619"/>
                  </a:lnTo>
                  <a:lnTo>
                    <a:pt x="167184" y="2301"/>
                  </a:lnTo>
                  <a:lnTo>
                    <a:pt x="169607" y="4163"/>
                  </a:lnTo>
                  <a:lnTo>
                    <a:pt x="171586" y="6559"/>
                  </a:lnTo>
                  <a:lnTo>
                    <a:pt x="172021" y="7417"/>
                  </a:lnTo>
                  <a:lnTo>
                    <a:pt x="172362" y="8980"/>
                  </a:lnTo>
                  <a:lnTo>
                    <a:pt x="171781" y="10397"/>
                  </a:lnTo>
                  <a:lnTo>
                    <a:pt x="171411" y="11851"/>
                  </a:lnTo>
                  <a:lnTo>
                    <a:pt x="171886" y="12960"/>
                  </a:lnTo>
                  <a:lnTo>
                    <a:pt x="168011" y="16611"/>
                  </a:lnTo>
                  <a:lnTo>
                    <a:pt x="164193" y="20628"/>
                  </a:lnTo>
                  <a:lnTo>
                    <a:pt x="163547" y="214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09"/>
            <p:cNvSpPr/>
            <p:nvPr/>
          </p:nvSpPr>
          <p:spPr>
            <a:xfrm>
              <a:off x="4250450" y="1352721"/>
              <a:ext cx="14666" cy="6813"/>
            </a:xfrm>
            <a:custGeom>
              <a:avLst/>
              <a:pathLst>
                <a:path w="14666" h="6813">
                  <a:moveTo>
                    <a:pt x="11527" y="5285"/>
                  </a:moveTo>
                  <a:lnTo>
                    <a:pt x="11164" y="5857"/>
                  </a:lnTo>
                  <a:lnTo>
                    <a:pt x="10669" y="6304"/>
                  </a:lnTo>
                  <a:lnTo>
                    <a:pt x="9323" y="5997"/>
                  </a:lnTo>
                  <a:lnTo>
                    <a:pt x="6635" y="6813"/>
                  </a:lnTo>
                  <a:lnTo>
                    <a:pt x="5626" y="6349"/>
                  </a:lnTo>
                  <a:lnTo>
                    <a:pt x="4662" y="5442"/>
                  </a:lnTo>
                  <a:lnTo>
                    <a:pt x="1064" y="5732"/>
                  </a:lnTo>
                  <a:lnTo>
                    <a:pt x="0" y="5515"/>
                  </a:lnTo>
                  <a:lnTo>
                    <a:pt x="1707" y="4403"/>
                  </a:lnTo>
                  <a:lnTo>
                    <a:pt x="6629" y="3189"/>
                  </a:lnTo>
                  <a:lnTo>
                    <a:pt x="14286" y="0"/>
                  </a:lnTo>
                  <a:lnTo>
                    <a:pt x="14666" y="1520"/>
                  </a:lnTo>
                  <a:lnTo>
                    <a:pt x="14660" y="2243"/>
                  </a:lnTo>
                  <a:lnTo>
                    <a:pt x="13104" y="39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0"/>
            <p:cNvSpPr/>
            <p:nvPr/>
          </p:nvSpPr>
          <p:spPr>
            <a:xfrm>
              <a:off x="4180856" y="1349603"/>
              <a:ext cx="6107" cy="3754"/>
            </a:xfrm>
            <a:custGeom>
              <a:avLst/>
              <a:pathLst>
                <a:path w="6107" h="3754">
                  <a:moveTo>
                    <a:pt x="4230" y="3611"/>
                  </a:moveTo>
                  <a:lnTo>
                    <a:pt x="1792" y="3754"/>
                  </a:lnTo>
                  <a:lnTo>
                    <a:pt x="426" y="2987"/>
                  </a:lnTo>
                  <a:lnTo>
                    <a:pt x="0" y="2488"/>
                  </a:lnTo>
                  <a:lnTo>
                    <a:pt x="667" y="1154"/>
                  </a:lnTo>
                  <a:lnTo>
                    <a:pt x="1587" y="282"/>
                  </a:lnTo>
                  <a:lnTo>
                    <a:pt x="5388" y="0"/>
                  </a:lnTo>
                  <a:lnTo>
                    <a:pt x="6107" y="907"/>
                  </a:lnTo>
                  <a:lnTo>
                    <a:pt x="5951" y="16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1"/>
            <p:cNvSpPr/>
            <p:nvPr/>
          </p:nvSpPr>
          <p:spPr>
            <a:xfrm>
              <a:off x="4386706" y="1348537"/>
              <a:ext cx="4655" cy="3120"/>
            </a:xfrm>
            <a:custGeom>
              <a:avLst/>
              <a:pathLst>
                <a:path w="4655" h="3120">
                  <a:moveTo>
                    <a:pt x="1648" y="3086"/>
                  </a:moveTo>
                  <a:lnTo>
                    <a:pt x="371" y="3120"/>
                  </a:lnTo>
                  <a:lnTo>
                    <a:pt x="0" y="1716"/>
                  </a:lnTo>
                  <a:lnTo>
                    <a:pt x="1100" y="14"/>
                  </a:lnTo>
                  <a:lnTo>
                    <a:pt x="2462" y="0"/>
                  </a:lnTo>
                  <a:lnTo>
                    <a:pt x="3680" y="504"/>
                  </a:lnTo>
                  <a:lnTo>
                    <a:pt x="4085" y="810"/>
                  </a:lnTo>
                  <a:lnTo>
                    <a:pt x="4485" y="1397"/>
                  </a:lnTo>
                  <a:lnTo>
                    <a:pt x="4655" y="23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2"/>
            <p:cNvSpPr/>
            <p:nvPr/>
          </p:nvSpPr>
          <p:spPr>
            <a:xfrm>
              <a:off x="3479206" y="1337209"/>
              <a:ext cx="1850018" cy="1079462"/>
            </a:xfrm>
            <a:custGeom>
              <a:avLst/>
              <a:pathLst>
                <a:path w="1850018" h="1079462">
                  <a:moveTo>
                    <a:pt x="1173420" y="1046861"/>
                  </a:moveTo>
                  <a:lnTo>
                    <a:pt x="1173087" y="1046115"/>
                  </a:lnTo>
                  <a:lnTo>
                    <a:pt x="1173014" y="1044793"/>
                  </a:lnTo>
                  <a:lnTo>
                    <a:pt x="1172632" y="1043519"/>
                  </a:lnTo>
                  <a:lnTo>
                    <a:pt x="1171907" y="1041774"/>
                  </a:lnTo>
                  <a:lnTo>
                    <a:pt x="1171599" y="1039980"/>
                  </a:lnTo>
                  <a:lnTo>
                    <a:pt x="1172252" y="1039037"/>
                  </a:lnTo>
                  <a:lnTo>
                    <a:pt x="1172162" y="1037385"/>
                  </a:lnTo>
                  <a:lnTo>
                    <a:pt x="1171527" y="1035875"/>
                  </a:lnTo>
                  <a:lnTo>
                    <a:pt x="1170603" y="1035543"/>
                  </a:lnTo>
                  <a:lnTo>
                    <a:pt x="1170383" y="1035121"/>
                  </a:lnTo>
                  <a:lnTo>
                    <a:pt x="1170439" y="1034317"/>
                  </a:lnTo>
                  <a:lnTo>
                    <a:pt x="1170756" y="1033479"/>
                  </a:lnTo>
                  <a:lnTo>
                    <a:pt x="1171213" y="1032779"/>
                  </a:lnTo>
                  <a:lnTo>
                    <a:pt x="1172170" y="1031818"/>
                  </a:lnTo>
                  <a:lnTo>
                    <a:pt x="1173819" y="1031103"/>
                  </a:lnTo>
                  <a:lnTo>
                    <a:pt x="1174737" y="1030482"/>
                  </a:lnTo>
                  <a:lnTo>
                    <a:pt x="1175478" y="1030290"/>
                  </a:lnTo>
                  <a:lnTo>
                    <a:pt x="1176322" y="1030632"/>
                  </a:lnTo>
                  <a:lnTo>
                    <a:pt x="1177034" y="1029706"/>
                  </a:lnTo>
                  <a:lnTo>
                    <a:pt x="1177749" y="1029140"/>
                  </a:lnTo>
                  <a:lnTo>
                    <a:pt x="1177919" y="1027543"/>
                  </a:lnTo>
                  <a:lnTo>
                    <a:pt x="1177949" y="1025126"/>
                  </a:lnTo>
                  <a:lnTo>
                    <a:pt x="1178208" y="1024406"/>
                  </a:lnTo>
                  <a:lnTo>
                    <a:pt x="1178510" y="1023367"/>
                  </a:lnTo>
                  <a:lnTo>
                    <a:pt x="1178964" y="1022050"/>
                  </a:lnTo>
                  <a:lnTo>
                    <a:pt x="1179377" y="1018635"/>
                  </a:lnTo>
                  <a:lnTo>
                    <a:pt x="1179688" y="1016275"/>
                  </a:lnTo>
                  <a:lnTo>
                    <a:pt x="1179893" y="1015080"/>
                  </a:lnTo>
                  <a:lnTo>
                    <a:pt x="1179943" y="1013455"/>
                  </a:lnTo>
                  <a:lnTo>
                    <a:pt x="1179741" y="1012392"/>
                  </a:lnTo>
                  <a:lnTo>
                    <a:pt x="1179346" y="1011760"/>
                  </a:lnTo>
                  <a:lnTo>
                    <a:pt x="1179042" y="1011313"/>
                  </a:lnTo>
                  <a:lnTo>
                    <a:pt x="1179015" y="1009495"/>
                  </a:lnTo>
                  <a:lnTo>
                    <a:pt x="1179055" y="1007019"/>
                  </a:lnTo>
                  <a:lnTo>
                    <a:pt x="1178949" y="1005427"/>
                  </a:lnTo>
                  <a:lnTo>
                    <a:pt x="1179392" y="996616"/>
                  </a:lnTo>
                  <a:lnTo>
                    <a:pt x="1179869" y="994588"/>
                  </a:lnTo>
                  <a:lnTo>
                    <a:pt x="1178399" y="982839"/>
                  </a:lnTo>
                  <a:lnTo>
                    <a:pt x="1177957" y="979102"/>
                  </a:lnTo>
                  <a:lnTo>
                    <a:pt x="1177659" y="977210"/>
                  </a:lnTo>
                  <a:lnTo>
                    <a:pt x="1177015" y="974446"/>
                  </a:lnTo>
                  <a:lnTo>
                    <a:pt x="1176605" y="973065"/>
                  </a:lnTo>
                  <a:lnTo>
                    <a:pt x="1176762" y="971753"/>
                  </a:lnTo>
                  <a:lnTo>
                    <a:pt x="1177345" y="970437"/>
                  </a:lnTo>
                  <a:lnTo>
                    <a:pt x="1177905" y="969813"/>
                  </a:lnTo>
                  <a:lnTo>
                    <a:pt x="1179559" y="969513"/>
                  </a:lnTo>
                  <a:lnTo>
                    <a:pt x="1180017" y="969041"/>
                  </a:lnTo>
                  <a:lnTo>
                    <a:pt x="1182045" y="967625"/>
                  </a:lnTo>
                  <a:lnTo>
                    <a:pt x="1182506" y="966766"/>
                  </a:lnTo>
                  <a:lnTo>
                    <a:pt x="1183542" y="964682"/>
                  </a:lnTo>
                  <a:lnTo>
                    <a:pt x="1183942" y="963118"/>
                  </a:lnTo>
                  <a:lnTo>
                    <a:pt x="1184397" y="961085"/>
                  </a:lnTo>
                  <a:lnTo>
                    <a:pt x="1185397" y="959984"/>
                  </a:lnTo>
                  <a:lnTo>
                    <a:pt x="1185997" y="958133"/>
                  </a:lnTo>
                  <a:lnTo>
                    <a:pt x="1186644" y="957495"/>
                  </a:lnTo>
                  <a:lnTo>
                    <a:pt x="1187296" y="959065"/>
                  </a:lnTo>
                  <a:lnTo>
                    <a:pt x="1188071" y="959944"/>
                  </a:lnTo>
                  <a:lnTo>
                    <a:pt x="1189091" y="960476"/>
                  </a:lnTo>
                  <a:lnTo>
                    <a:pt x="1190385" y="961147"/>
                  </a:lnTo>
                  <a:lnTo>
                    <a:pt x="1192448" y="962427"/>
                  </a:lnTo>
                  <a:lnTo>
                    <a:pt x="1194560" y="963525"/>
                  </a:lnTo>
                  <a:lnTo>
                    <a:pt x="1195884" y="964385"/>
                  </a:lnTo>
                  <a:lnTo>
                    <a:pt x="1196538" y="964773"/>
                  </a:lnTo>
                  <a:lnTo>
                    <a:pt x="1197849" y="965347"/>
                  </a:lnTo>
                  <a:lnTo>
                    <a:pt x="1198418" y="965793"/>
                  </a:lnTo>
                  <a:lnTo>
                    <a:pt x="1198955" y="966269"/>
                  </a:lnTo>
                  <a:lnTo>
                    <a:pt x="1199814" y="964950"/>
                  </a:lnTo>
                  <a:lnTo>
                    <a:pt x="1200970" y="963291"/>
                  </a:lnTo>
                  <a:lnTo>
                    <a:pt x="1200782" y="960639"/>
                  </a:lnTo>
                  <a:lnTo>
                    <a:pt x="1200969" y="957655"/>
                  </a:lnTo>
                  <a:lnTo>
                    <a:pt x="1201794" y="952532"/>
                  </a:lnTo>
                  <a:lnTo>
                    <a:pt x="1202713" y="951042"/>
                  </a:lnTo>
                  <a:lnTo>
                    <a:pt x="1203197" y="950811"/>
                  </a:lnTo>
                  <a:lnTo>
                    <a:pt x="1203718" y="950245"/>
                  </a:lnTo>
                  <a:lnTo>
                    <a:pt x="1204637" y="949286"/>
                  </a:lnTo>
                  <a:lnTo>
                    <a:pt x="1204969" y="947911"/>
                  </a:lnTo>
                  <a:lnTo>
                    <a:pt x="1204781" y="946319"/>
                  </a:lnTo>
                  <a:lnTo>
                    <a:pt x="1205084" y="944765"/>
                  </a:lnTo>
                  <a:lnTo>
                    <a:pt x="1205185" y="943206"/>
                  </a:lnTo>
                  <a:lnTo>
                    <a:pt x="1205508" y="941186"/>
                  </a:lnTo>
                  <a:lnTo>
                    <a:pt x="1205940" y="940624"/>
                  </a:lnTo>
                  <a:lnTo>
                    <a:pt x="1206586" y="939959"/>
                  </a:lnTo>
                  <a:lnTo>
                    <a:pt x="1207038" y="938928"/>
                  </a:lnTo>
                  <a:lnTo>
                    <a:pt x="1207468" y="937340"/>
                  </a:lnTo>
                  <a:lnTo>
                    <a:pt x="1207757" y="935547"/>
                  </a:lnTo>
                  <a:lnTo>
                    <a:pt x="1207638" y="933475"/>
                  </a:lnTo>
                  <a:lnTo>
                    <a:pt x="1208200" y="932110"/>
                  </a:lnTo>
                  <a:lnTo>
                    <a:pt x="1209138" y="930978"/>
                  </a:lnTo>
                  <a:lnTo>
                    <a:pt x="1209462" y="930284"/>
                  </a:lnTo>
                  <a:lnTo>
                    <a:pt x="1209615" y="928471"/>
                  </a:lnTo>
                  <a:lnTo>
                    <a:pt x="1209677" y="927675"/>
                  </a:lnTo>
                  <a:lnTo>
                    <a:pt x="1209932" y="926762"/>
                  </a:lnTo>
                  <a:lnTo>
                    <a:pt x="1209751" y="924882"/>
                  </a:lnTo>
                  <a:lnTo>
                    <a:pt x="1209522" y="922856"/>
                  </a:lnTo>
                  <a:lnTo>
                    <a:pt x="1210554" y="919454"/>
                  </a:lnTo>
                  <a:lnTo>
                    <a:pt x="1211294" y="916531"/>
                  </a:lnTo>
                  <a:lnTo>
                    <a:pt x="1211475" y="912247"/>
                  </a:lnTo>
                  <a:lnTo>
                    <a:pt x="1211559" y="911543"/>
                  </a:lnTo>
                  <a:lnTo>
                    <a:pt x="1211847" y="909510"/>
                  </a:lnTo>
                  <a:lnTo>
                    <a:pt x="1212018" y="908702"/>
                  </a:lnTo>
                  <a:lnTo>
                    <a:pt x="1212592" y="906017"/>
                  </a:lnTo>
                  <a:lnTo>
                    <a:pt x="1213332" y="904271"/>
                  </a:lnTo>
                  <a:lnTo>
                    <a:pt x="1213186" y="902316"/>
                  </a:lnTo>
                  <a:lnTo>
                    <a:pt x="1212888" y="900410"/>
                  </a:lnTo>
                  <a:lnTo>
                    <a:pt x="1212941" y="899126"/>
                  </a:lnTo>
                  <a:lnTo>
                    <a:pt x="1213594" y="897636"/>
                  </a:lnTo>
                  <a:lnTo>
                    <a:pt x="1213990" y="896894"/>
                  </a:lnTo>
                  <a:lnTo>
                    <a:pt x="1214339" y="895835"/>
                  </a:lnTo>
                  <a:lnTo>
                    <a:pt x="1214891" y="895364"/>
                  </a:lnTo>
                  <a:lnTo>
                    <a:pt x="1215381" y="895106"/>
                  </a:lnTo>
                  <a:lnTo>
                    <a:pt x="1216527" y="894836"/>
                  </a:lnTo>
                  <a:lnTo>
                    <a:pt x="1217190" y="893720"/>
                  </a:lnTo>
                  <a:lnTo>
                    <a:pt x="1217807" y="892575"/>
                  </a:lnTo>
                  <a:lnTo>
                    <a:pt x="1218938" y="889592"/>
                  </a:lnTo>
                  <a:lnTo>
                    <a:pt x="1219305" y="887830"/>
                  </a:lnTo>
                  <a:lnTo>
                    <a:pt x="1219580" y="886915"/>
                  </a:lnTo>
                  <a:lnTo>
                    <a:pt x="1218970" y="884374"/>
                  </a:lnTo>
                  <a:lnTo>
                    <a:pt x="1218421" y="882222"/>
                  </a:lnTo>
                  <a:lnTo>
                    <a:pt x="1217751" y="879239"/>
                  </a:lnTo>
                  <a:lnTo>
                    <a:pt x="1217464" y="877841"/>
                  </a:lnTo>
                  <a:lnTo>
                    <a:pt x="1217911" y="876057"/>
                  </a:lnTo>
                  <a:lnTo>
                    <a:pt x="1218387" y="874956"/>
                  </a:lnTo>
                  <a:lnTo>
                    <a:pt x="1218638" y="873976"/>
                  </a:lnTo>
                  <a:lnTo>
                    <a:pt x="1218768" y="872288"/>
                  </a:lnTo>
                  <a:lnTo>
                    <a:pt x="1218591" y="871004"/>
                  </a:lnTo>
                  <a:lnTo>
                    <a:pt x="1217437" y="869000"/>
                  </a:lnTo>
                  <a:lnTo>
                    <a:pt x="1216217" y="868007"/>
                  </a:lnTo>
                  <a:lnTo>
                    <a:pt x="1214841" y="867607"/>
                  </a:lnTo>
                  <a:lnTo>
                    <a:pt x="1214368" y="867472"/>
                  </a:lnTo>
                  <a:lnTo>
                    <a:pt x="1213374" y="867871"/>
                  </a:lnTo>
                  <a:lnTo>
                    <a:pt x="1209245" y="870418"/>
                  </a:lnTo>
                  <a:lnTo>
                    <a:pt x="1207310" y="872369"/>
                  </a:lnTo>
                  <a:lnTo>
                    <a:pt x="1206191" y="874576"/>
                  </a:lnTo>
                  <a:lnTo>
                    <a:pt x="1205000" y="875635"/>
                  </a:lnTo>
                  <a:lnTo>
                    <a:pt x="1203101" y="875507"/>
                  </a:lnTo>
                  <a:lnTo>
                    <a:pt x="1201317" y="875384"/>
                  </a:lnTo>
                  <a:lnTo>
                    <a:pt x="1199910" y="876603"/>
                  </a:lnTo>
                  <a:lnTo>
                    <a:pt x="1198286" y="879124"/>
                  </a:lnTo>
                  <a:lnTo>
                    <a:pt x="1197102" y="880277"/>
                  </a:lnTo>
                  <a:lnTo>
                    <a:pt x="1196357" y="880065"/>
                  </a:lnTo>
                  <a:lnTo>
                    <a:pt x="1195558" y="881754"/>
                  </a:lnTo>
                  <a:lnTo>
                    <a:pt x="1194707" y="885347"/>
                  </a:lnTo>
                  <a:lnTo>
                    <a:pt x="1193734" y="886928"/>
                  </a:lnTo>
                  <a:lnTo>
                    <a:pt x="1192643" y="886500"/>
                  </a:lnTo>
                  <a:lnTo>
                    <a:pt x="1190027" y="886840"/>
                  </a:lnTo>
                  <a:lnTo>
                    <a:pt x="1185887" y="887947"/>
                  </a:lnTo>
                  <a:lnTo>
                    <a:pt x="1183292" y="887902"/>
                  </a:lnTo>
                  <a:lnTo>
                    <a:pt x="1182242" y="886703"/>
                  </a:lnTo>
                  <a:lnTo>
                    <a:pt x="1180597" y="886549"/>
                  </a:lnTo>
                  <a:lnTo>
                    <a:pt x="1178354" y="887440"/>
                  </a:lnTo>
                  <a:lnTo>
                    <a:pt x="1177002" y="887624"/>
                  </a:lnTo>
                  <a:lnTo>
                    <a:pt x="1176538" y="887096"/>
                  </a:lnTo>
                  <a:lnTo>
                    <a:pt x="1176208" y="885604"/>
                  </a:lnTo>
                  <a:lnTo>
                    <a:pt x="1176010" y="883148"/>
                  </a:lnTo>
                  <a:lnTo>
                    <a:pt x="1175252" y="880591"/>
                  </a:lnTo>
                  <a:lnTo>
                    <a:pt x="1173934" y="877938"/>
                  </a:lnTo>
                  <a:lnTo>
                    <a:pt x="1173701" y="874735"/>
                  </a:lnTo>
                  <a:lnTo>
                    <a:pt x="1174554" y="870984"/>
                  </a:lnTo>
                  <a:lnTo>
                    <a:pt x="1174748" y="868415"/>
                  </a:lnTo>
                  <a:lnTo>
                    <a:pt x="1174285" y="867029"/>
                  </a:lnTo>
                  <a:lnTo>
                    <a:pt x="1174096" y="865789"/>
                  </a:lnTo>
                  <a:lnTo>
                    <a:pt x="1173100" y="864223"/>
                  </a:lnTo>
                  <a:lnTo>
                    <a:pt x="1172397" y="861526"/>
                  </a:lnTo>
                  <a:lnTo>
                    <a:pt x="1171885" y="860703"/>
                  </a:lnTo>
                  <a:lnTo>
                    <a:pt x="1172038" y="858409"/>
                  </a:lnTo>
                  <a:lnTo>
                    <a:pt x="1172623" y="855659"/>
                  </a:lnTo>
                  <a:lnTo>
                    <a:pt x="1171896" y="853059"/>
                  </a:lnTo>
                  <a:lnTo>
                    <a:pt x="1169649" y="852906"/>
                  </a:lnTo>
                  <a:lnTo>
                    <a:pt x="1167841" y="852159"/>
                  </a:lnTo>
                  <a:lnTo>
                    <a:pt x="1166036" y="849777"/>
                  </a:lnTo>
                  <a:lnTo>
                    <a:pt x="1163260" y="843081"/>
                  </a:lnTo>
                  <a:lnTo>
                    <a:pt x="1161880" y="840727"/>
                  </a:lnTo>
                  <a:lnTo>
                    <a:pt x="1160975" y="840487"/>
                  </a:lnTo>
                  <a:lnTo>
                    <a:pt x="1160320" y="839400"/>
                  </a:lnTo>
                  <a:lnTo>
                    <a:pt x="1159916" y="837468"/>
                  </a:lnTo>
                  <a:lnTo>
                    <a:pt x="1159264" y="837449"/>
                  </a:lnTo>
                  <a:lnTo>
                    <a:pt x="1158628" y="837449"/>
                  </a:lnTo>
                  <a:lnTo>
                    <a:pt x="1158235" y="838250"/>
                  </a:lnTo>
                  <a:lnTo>
                    <a:pt x="1157778" y="838501"/>
                  </a:lnTo>
                  <a:lnTo>
                    <a:pt x="1157081" y="837768"/>
                  </a:lnTo>
                  <a:lnTo>
                    <a:pt x="1156362" y="837687"/>
                  </a:lnTo>
                  <a:lnTo>
                    <a:pt x="1155624" y="838259"/>
                  </a:lnTo>
                  <a:lnTo>
                    <a:pt x="1154999" y="837887"/>
                  </a:lnTo>
                  <a:lnTo>
                    <a:pt x="1154490" y="836569"/>
                  </a:lnTo>
                  <a:lnTo>
                    <a:pt x="1153559" y="835692"/>
                  </a:lnTo>
                  <a:lnTo>
                    <a:pt x="1152208" y="835254"/>
                  </a:lnTo>
                  <a:lnTo>
                    <a:pt x="1151651" y="834339"/>
                  </a:lnTo>
                  <a:lnTo>
                    <a:pt x="1151886" y="832946"/>
                  </a:lnTo>
                  <a:lnTo>
                    <a:pt x="1151637" y="831909"/>
                  </a:lnTo>
                  <a:lnTo>
                    <a:pt x="1150898" y="831224"/>
                  </a:lnTo>
                  <a:lnTo>
                    <a:pt x="1148886" y="831398"/>
                  </a:lnTo>
                  <a:lnTo>
                    <a:pt x="1145597" y="832431"/>
                  </a:lnTo>
                  <a:lnTo>
                    <a:pt x="1142900" y="832156"/>
                  </a:lnTo>
                  <a:lnTo>
                    <a:pt x="1140795" y="830574"/>
                  </a:lnTo>
                  <a:lnTo>
                    <a:pt x="1139624" y="829114"/>
                  </a:lnTo>
                  <a:lnTo>
                    <a:pt x="1139386" y="827778"/>
                  </a:lnTo>
                  <a:lnTo>
                    <a:pt x="1138779" y="826494"/>
                  </a:lnTo>
                  <a:lnTo>
                    <a:pt x="1137803" y="825265"/>
                  </a:lnTo>
                  <a:lnTo>
                    <a:pt x="1137254" y="823148"/>
                  </a:lnTo>
                  <a:lnTo>
                    <a:pt x="1137133" y="820146"/>
                  </a:lnTo>
                  <a:lnTo>
                    <a:pt x="1137366" y="817290"/>
                  </a:lnTo>
                  <a:lnTo>
                    <a:pt x="1138251" y="813233"/>
                  </a:lnTo>
                  <a:lnTo>
                    <a:pt x="1136038" y="810586"/>
                  </a:lnTo>
                  <a:lnTo>
                    <a:pt x="1135378" y="809062"/>
                  </a:lnTo>
                  <a:lnTo>
                    <a:pt x="1135536" y="807778"/>
                  </a:lnTo>
                  <a:lnTo>
                    <a:pt x="1135419" y="806759"/>
                  </a:lnTo>
                  <a:lnTo>
                    <a:pt x="1135024" y="806007"/>
                  </a:lnTo>
                  <a:lnTo>
                    <a:pt x="1135048" y="804806"/>
                  </a:lnTo>
                  <a:lnTo>
                    <a:pt x="1135491" y="803153"/>
                  </a:lnTo>
                  <a:lnTo>
                    <a:pt x="1135488" y="801048"/>
                  </a:lnTo>
                  <a:lnTo>
                    <a:pt x="1135035" y="798489"/>
                  </a:lnTo>
                  <a:lnTo>
                    <a:pt x="1133800" y="794899"/>
                  </a:lnTo>
                  <a:lnTo>
                    <a:pt x="1131780" y="790276"/>
                  </a:lnTo>
                  <a:lnTo>
                    <a:pt x="1130695" y="786900"/>
                  </a:lnTo>
                  <a:lnTo>
                    <a:pt x="1130544" y="784768"/>
                  </a:lnTo>
                  <a:lnTo>
                    <a:pt x="1130273" y="783059"/>
                  </a:lnTo>
                  <a:lnTo>
                    <a:pt x="1129895" y="782136"/>
                  </a:lnTo>
                  <a:lnTo>
                    <a:pt x="1129661" y="780555"/>
                  </a:lnTo>
                  <a:lnTo>
                    <a:pt x="1129820" y="778803"/>
                  </a:lnTo>
                  <a:lnTo>
                    <a:pt x="1129588" y="777678"/>
                  </a:lnTo>
                  <a:lnTo>
                    <a:pt x="1129297" y="776620"/>
                  </a:lnTo>
                  <a:lnTo>
                    <a:pt x="1129340" y="774917"/>
                  </a:lnTo>
                  <a:lnTo>
                    <a:pt x="1128988" y="773753"/>
                  </a:lnTo>
                  <a:lnTo>
                    <a:pt x="1128246" y="773125"/>
                  </a:lnTo>
                  <a:lnTo>
                    <a:pt x="1128013" y="771837"/>
                  </a:lnTo>
                  <a:lnTo>
                    <a:pt x="1128151" y="769086"/>
                  </a:lnTo>
                  <a:lnTo>
                    <a:pt x="1127616" y="766773"/>
                  </a:lnTo>
                  <a:lnTo>
                    <a:pt x="1125991" y="762502"/>
                  </a:lnTo>
                  <a:lnTo>
                    <a:pt x="1125508" y="759385"/>
                  </a:lnTo>
                  <a:lnTo>
                    <a:pt x="1125366" y="756573"/>
                  </a:lnTo>
                  <a:lnTo>
                    <a:pt x="1124677" y="755198"/>
                  </a:lnTo>
                  <a:lnTo>
                    <a:pt x="1124639" y="753972"/>
                  </a:lnTo>
                  <a:lnTo>
                    <a:pt x="1124548" y="751844"/>
                  </a:lnTo>
                  <a:lnTo>
                    <a:pt x="1124125" y="751261"/>
                  </a:lnTo>
                  <a:lnTo>
                    <a:pt x="1123875" y="750511"/>
                  </a:lnTo>
                  <a:lnTo>
                    <a:pt x="1124073" y="749613"/>
                  </a:lnTo>
                  <a:lnTo>
                    <a:pt x="1123746" y="748498"/>
                  </a:lnTo>
                  <a:lnTo>
                    <a:pt x="1122891" y="747166"/>
                  </a:lnTo>
                  <a:lnTo>
                    <a:pt x="1122498" y="746013"/>
                  </a:lnTo>
                  <a:lnTo>
                    <a:pt x="1122401" y="744970"/>
                  </a:lnTo>
                  <a:lnTo>
                    <a:pt x="1121972" y="744158"/>
                  </a:lnTo>
                  <a:lnTo>
                    <a:pt x="1120714" y="743369"/>
                  </a:lnTo>
                  <a:lnTo>
                    <a:pt x="1120375" y="742279"/>
                  </a:lnTo>
                  <a:lnTo>
                    <a:pt x="1120457" y="741310"/>
                  </a:lnTo>
                  <a:lnTo>
                    <a:pt x="1120728" y="740409"/>
                  </a:lnTo>
                  <a:lnTo>
                    <a:pt x="1120876" y="739863"/>
                  </a:lnTo>
                  <a:lnTo>
                    <a:pt x="1120830" y="739157"/>
                  </a:lnTo>
                  <a:lnTo>
                    <a:pt x="1120740" y="738460"/>
                  </a:lnTo>
                  <a:lnTo>
                    <a:pt x="1120242" y="737621"/>
                  </a:lnTo>
                  <a:lnTo>
                    <a:pt x="1119530" y="736651"/>
                  </a:lnTo>
                  <a:lnTo>
                    <a:pt x="1118738" y="734557"/>
                  </a:lnTo>
                  <a:lnTo>
                    <a:pt x="1117727" y="733990"/>
                  </a:lnTo>
                  <a:lnTo>
                    <a:pt x="1117106" y="733990"/>
                  </a:lnTo>
                  <a:lnTo>
                    <a:pt x="1116568" y="732806"/>
                  </a:lnTo>
                  <a:lnTo>
                    <a:pt x="1116733" y="732053"/>
                  </a:lnTo>
                  <a:lnTo>
                    <a:pt x="1116692" y="730652"/>
                  </a:lnTo>
                  <a:lnTo>
                    <a:pt x="1116208" y="729512"/>
                  </a:lnTo>
                  <a:lnTo>
                    <a:pt x="1115606" y="729063"/>
                  </a:lnTo>
                  <a:lnTo>
                    <a:pt x="1115038" y="729354"/>
                  </a:lnTo>
                  <a:lnTo>
                    <a:pt x="1113635" y="728287"/>
                  </a:lnTo>
                  <a:lnTo>
                    <a:pt x="1111399" y="725861"/>
                  </a:lnTo>
                  <a:lnTo>
                    <a:pt x="1109689" y="724743"/>
                  </a:lnTo>
                  <a:lnTo>
                    <a:pt x="1108507" y="724931"/>
                  </a:lnTo>
                  <a:lnTo>
                    <a:pt x="1107778" y="725659"/>
                  </a:lnTo>
                  <a:lnTo>
                    <a:pt x="1107499" y="726928"/>
                  </a:lnTo>
                  <a:lnTo>
                    <a:pt x="1106706" y="726806"/>
                  </a:lnTo>
                  <a:lnTo>
                    <a:pt x="1104748" y="724537"/>
                  </a:lnTo>
                  <a:lnTo>
                    <a:pt x="1102773" y="723976"/>
                  </a:lnTo>
                  <a:lnTo>
                    <a:pt x="1101674" y="722755"/>
                  </a:lnTo>
                  <a:lnTo>
                    <a:pt x="1100791" y="720689"/>
                  </a:lnTo>
                  <a:lnTo>
                    <a:pt x="1099980" y="719825"/>
                  </a:lnTo>
                  <a:lnTo>
                    <a:pt x="1099234" y="720162"/>
                  </a:lnTo>
                  <a:lnTo>
                    <a:pt x="1097422" y="718776"/>
                  </a:lnTo>
                  <a:lnTo>
                    <a:pt x="1094540" y="715662"/>
                  </a:lnTo>
                  <a:lnTo>
                    <a:pt x="1093029" y="714612"/>
                  </a:lnTo>
                  <a:lnTo>
                    <a:pt x="1092483" y="715199"/>
                  </a:lnTo>
                  <a:lnTo>
                    <a:pt x="1092199" y="715205"/>
                  </a:lnTo>
                  <a:lnTo>
                    <a:pt x="1091685" y="715117"/>
                  </a:lnTo>
                  <a:lnTo>
                    <a:pt x="1090942" y="715078"/>
                  </a:lnTo>
                  <a:lnTo>
                    <a:pt x="1089642" y="714343"/>
                  </a:lnTo>
                  <a:lnTo>
                    <a:pt x="1087877" y="714669"/>
                  </a:lnTo>
                  <a:lnTo>
                    <a:pt x="1085645" y="716054"/>
                  </a:lnTo>
                  <a:lnTo>
                    <a:pt x="1083228" y="716917"/>
                  </a:lnTo>
                  <a:lnTo>
                    <a:pt x="1080629" y="717258"/>
                  </a:lnTo>
                  <a:lnTo>
                    <a:pt x="1079088" y="717095"/>
                  </a:lnTo>
                  <a:lnTo>
                    <a:pt x="1078607" y="716430"/>
                  </a:lnTo>
                  <a:lnTo>
                    <a:pt x="1075781" y="717421"/>
                  </a:lnTo>
                  <a:lnTo>
                    <a:pt x="1071864" y="719426"/>
                  </a:lnTo>
                  <a:lnTo>
                    <a:pt x="1068020" y="721393"/>
                  </a:lnTo>
                  <a:lnTo>
                    <a:pt x="1063251" y="722353"/>
                  </a:lnTo>
                  <a:lnTo>
                    <a:pt x="1060056" y="725684"/>
                  </a:lnTo>
                  <a:lnTo>
                    <a:pt x="1056844" y="731705"/>
                  </a:lnTo>
                  <a:lnTo>
                    <a:pt x="1054538" y="735492"/>
                  </a:lnTo>
                  <a:lnTo>
                    <a:pt x="1053134" y="737049"/>
                  </a:lnTo>
                  <a:lnTo>
                    <a:pt x="1052564" y="739088"/>
                  </a:lnTo>
                  <a:lnTo>
                    <a:pt x="1052828" y="741608"/>
                  </a:lnTo>
                  <a:lnTo>
                    <a:pt x="1054022" y="742507"/>
                  </a:lnTo>
                  <a:lnTo>
                    <a:pt x="1056149" y="741783"/>
                  </a:lnTo>
                  <a:lnTo>
                    <a:pt x="1057978" y="742136"/>
                  </a:lnTo>
                  <a:lnTo>
                    <a:pt x="1059511" y="743566"/>
                  </a:lnTo>
                  <a:lnTo>
                    <a:pt x="1060000" y="745725"/>
                  </a:lnTo>
                  <a:lnTo>
                    <a:pt x="1059446" y="748612"/>
                  </a:lnTo>
                  <a:lnTo>
                    <a:pt x="1059617" y="751448"/>
                  </a:lnTo>
                  <a:lnTo>
                    <a:pt x="1060515" y="754239"/>
                  </a:lnTo>
                  <a:lnTo>
                    <a:pt x="1060575" y="757458"/>
                  </a:lnTo>
                  <a:lnTo>
                    <a:pt x="1059799" y="761107"/>
                  </a:lnTo>
                  <a:lnTo>
                    <a:pt x="1057858" y="764786"/>
                  </a:lnTo>
                  <a:lnTo>
                    <a:pt x="1054752" y="768495"/>
                  </a:lnTo>
                  <a:lnTo>
                    <a:pt x="1052820" y="772110"/>
                  </a:lnTo>
                  <a:lnTo>
                    <a:pt x="1051686" y="777386"/>
                  </a:lnTo>
                  <a:lnTo>
                    <a:pt x="1049939" y="781969"/>
                  </a:lnTo>
                  <a:lnTo>
                    <a:pt x="1049297" y="784555"/>
                  </a:lnTo>
                  <a:lnTo>
                    <a:pt x="1049176" y="786677"/>
                  </a:lnTo>
                  <a:lnTo>
                    <a:pt x="1048483" y="788969"/>
                  </a:lnTo>
                  <a:lnTo>
                    <a:pt x="1047217" y="791432"/>
                  </a:lnTo>
                  <a:lnTo>
                    <a:pt x="1046522" y="793904"/>
                  </a:lnTo>
                  <a:lnTo>
                    <a:pt x="1046403" y="796382"/>
                  </a:lnTo>
                  <a:lnTo>
                    <a:pt x="1045766" y="798640"/>
                  </a:lnTo>
                  <a:lnTo>
                    <a:pt x="1044612" y="800678"/>
                  </a:lnTo>
                  <a:lnTo>
                    <a:pt x="1043892" y="802832"/>
                  </a:lnTo>
                  <a:lnTo>
                    <a:pt x="1043610" y="805101"/>
                  </a:lnTo>
                  <a:lnTo>
                    <a:pt x="1043166" y="806628"/>
                  </a:lnTo>
                  <a:lnTo>
                    <a:pt x="1042564" y="807411"/>
                  </a:lnTo>
                  <a:lnTo>
                    <a:pt x="1042884" y="808185"/>
                  </a:lnTo>
                  <a:lnTo>
                    <a:pt x="1044129" y="808951"/>
                  </a:lnTo>
                  <a:lnTo>
                    <a:pt x="1044637" y="811166"/>
                  </a:lnTo>
                  <a:lnTo>
                    <a:pt x="1044408" y="814830"/>
                  </a:lnTo>
                  <a:lnTo>
                    <a:pt x="1043656" y="817446"/>
                  </a:lnTo>
                  <a:lnTo>
                    <a:pt x="1042379" y="819013"/>
                  </a:lnTo>
                  <a:lnTo>
                    <a:pt x="1040472" y="820033"/>
                  </a:lnTo>
                  <a:lnTo>
                    <a:pt x="1037934" y="820506"/>
                  </a:lnTo>
                  <a:lnTo>
                    <a:pt x="1034477" y="824004"/>
                  </a:lnTo>
                  <a:lnTo>
                    <a:pt x="1031469" y="828487"/>
                  </a:lnTo>
                  <a:lnTo>
                    <a:pt x="1027912" y="833785"/>
                  </a:lnTo>
                  <a:lnTo>
                    <a:pt x="1027221" y="833783"/>
                  </a:lnTo>
                  <a:lnTo>
                    <a:pt x="1025925" y="833124"/>
                  </a:lnTo>
                  <a:lnTo>
                    <a:pt x="1023412" y="830950"/>
                  </a:lnTo>
                  <a:lnTo>
                    <a:pt x="1020783" y="830494"/>
                  </a:lnTo>
                  <a:lnTo>
                    <a:pt x="1018240" y="828481"/>
                  </a:lnTo>
                  <a:lnTo>
                    <a:pt x="1016733" y="827156"/>
                  </a:lnTo>
                  <a:lnTo>
                    <a:pt x="1014398" y="824616"/>
                  </a:lnTo>
                  <a:lnTo>
                    <a:pt x="1013810" y="823041"/>
                  </a:lnTo>
                  <a:lnTo>
                    <a:pt x="1012897" y="821763"/>
                  </a:lnTo>
                  <a:lnTo>
                    <a:pt x="1010626" y="820056"/>
                  </a:lnTo>
                  <a:lnTo>
                    <a:pt x="1009101" y="819134"/>
                  </a:lnTo>
                  <a:lnTo>
                    <a:pt x="1008167" y="819089"/>
                  </a:lnTo>
                  <a:lnTo>
                    <a:pt x="1005798" y="820822"/>
                  </a:lnTo>
                  <a:lnTo>
                    <a:pt x="1004313" y="822189"/>
                  </a:lnTo>
                  <a:lnTo>
                    <a:pt x="1003434" y="822936"/>
                  </a:lnTo>
                  <a:lnTo>
                    <a:pt x="1001960" y="822776"/>
                  </a:lnTo>
                  <a:lnTo>
                    <a:pt x="1000157" y="822467"/>
                  </a:lnTo>
                  <a:lnTo>
                    <a:pt x="999428" y="822016"/>
                  </a:lnTo>
                  <a:lnTo>
                    <a:pt x="998400" y="820919"/>
                  </a:lnTo>
                  <a:lnTo>
                    <a:pt x="996397" y="817653"/>
                  </a:lnTo>
                  <a:lnTo>
                    <a:pt x="995321" y="815314"/>
                  </a:lnTo>
                  <a:lnTo>
                    <a:pt x="993916" y="813999"/>
                  </a:lnTo>
                  <a:lnTo>
                    <a:pt x="992367" y="812503"/>
                  </a:lnTo>
                  <a:lnTo>
                    <a:pt x="991592" y="812148"/>
                  </a:lnTo>
                  <a:lnTo>
                    <a:pt x="990219" y="812274"/>
                  </a:lnTo>
                  <a:lnTo>
                    <a:pt x="988315" y="811859"/>
                  </a:lnTo>
                  <a:lnTo>
                    <a:pt x="987301" y="811300"/>
                  </a:lnTo>
                  <a:lnTo>
                    <a:pt x="986446" y="811806"/>
                  </a:lnTo>
                  <a:lnTo>
                    <a:pt x="984731" y="813359"/>
                  </a:lnTo>
                  <a:lnTo>
                    <a:pt x="982578" y="816420"/>
                  </a:lnTo>
                  <a:lnTo>
                    <a:pt x="980889" y="817590"/>
                  </a:lnTo>
                  <a:lnTo>
                    <a:pt x="979093" y="819201"/>
                  </a:lnTo>
                  <a:lnTo>
                    <a:pt x="977631" y="821134"/>
                  </a:lnTo>
                  <a:lnTo>
                    <a:pt x="976195" y="823122"/>
                  </a:lnTo>
                  <a:lnTo>
                    <a:pt x="974436" y="825402"/>
                  </a:lnTo>
                  <a:lnTo>
                    <a:pt x="973618" y="828494"/>
                  </a:lnTo>
                  <a:lnTo>
                    <a:pt x="973203" y="830748"/>
                  </a:lnTo>
                  <a:lnTo>
                    <a:pt x="971605" y="832137"/>
                  </a:lnTo>
                  <a:lnTo>
                    <a:pt x="970374" y="833486"/>
                  </a:lnTo>
                  <a:lnTo>
                    <a:pt x="969136" y="833968"/>
                  </a:lnTo>
                  <a:lnTo>
                    <a:pt x="966837" y="833228"/>
                  </a:lnTo>
                  <a:lnTo>
                    <a:pt x="965477" y="833752"/>
                  </a:lnTo>
                  <a:lnTo>
                    <a:pt x="962122" y="836422"/>
                  </a:lnTo>
                  <a:lnTo>
                    <a:pt x="960473" y="836665"/>
                  </a:lnTo>
                  <a:lnTo>
                    <a:pt x="959325" y="837031"/>
                  </a:lnTo>
                  <a:lnTo>
                    <a:pt x="958214" y="837204"/>
                  </a:lnTo>
                  <a:lnTo>
                    <a:pt x="956388" y="837835"/>
                  </a:lnTo>
                  <a:lnTo>
                    <a:pt x="955674" y="838292"/>
                  </a:lnTo>
                  <a:lnTo>
                    <a:pt x="954736" y="838833"/>
                  </a:lnTo>
                  <a:lnTo>
                    <a:pt x="953684" y="838442"/>
                  </a:lnTo>
                  <a:lnTo>
                    <a:pt x="952180" y="839966"/>
                  </a:lnTo>
                  <a:lnTo>
                    <a:pt x="947907" y="844048"/>
                  </a:lnTo>
                  <a:lnTo>
                    <a:pt x="946566" y="844733"/>
                  </a:lnTo>
                  <a:lnTo>
                    <a:pt x="945672" y="844892"/>
                  </a:lnTo>
                  <a:lnTo>
                    <a:pt x="944520" y="843430"/>
                  </a:lnTo>
                  <a:lnTo>
                    <a:pt x="943364" y="842457"/>
                  </a:lnTo>
                  <a:lnTo>
                    <a:pt x="942155" y="842579"/>
                  </a:lnTo>
                  <a:lnTo>
                    <a:pt x="940776" y="843922"/>
                  </a:lnTo>
                  <a:lnTo>
                    <a:pt x="938444" y="842882"/>
                  </a:lnTo>
                  <a:lnTo>
                    <a:pt x="935671" y="841886"/>
                  </a:lnTo>
                  <a:lnTo>
                    <a:pt x="933154" y="840983"/>
                  </a:lnTo>
                  <a:lnTo>
                    <a:pt x="932303" y="840201"/>
                  </a:lnTo>
                  <a:lnTo>
                    <a:pt x="929838" y="839061"/>
                  </a:lnTo>
                  <a:lnTo>
                    <a:pt x="926241" y="839048"/>
                  </a:lnTo>
                  <a:lnTo>
                    <a:pt x="924119" y="839039"/>
                  </a:lnTo>
                  <a:lnTo>
                    <a:pt x="922764" y="839419"/>
                  </a:lnTo>
                  <a:lnTo>
                    <a:pt x="921728" y="838866"/>
                  </a:lnTo>
                  <a:lnTo>
                    <a:pt x="920416" y="837245"/>
                  </a:lnTo>
                  <a:lnTo>
                    <a:pt x="918215" y="833450"/>
                  </a:lnTo>
                  <a:lnTo>
                    <a:pt x="916908" y="832332"/>
                  </a:lnTo>
                  <a:lnTo>
                    <a:pt x="916179" y="831405"/>
                  </a:lnTo>
                  <a:lnTo>
                    <a:pt x="915904" y="829843"/>
                  </a:lnTo>
                  <a:lnTo>
                    <a:pt x="915402" y="829647"/>
                  </a:lnTo>
                  <a:lnTo>
                    <a:pt x="915076" y="828539"/>
                  </a:lnTo>
                  <a:lnTo>
                    <a:pt x="915100" y="827070"/>
                  </a:lnTo>
                  <a:lnTo>
                    <a:pt x="915055" y="823870"/>
                  </a:lnTo>
                  <a:lnTo>
                    <a:pt x="915203" y="821633"/>
                  </a:lnTo>
                  <a:lnTo>
                    <a:pt x="914848" y="820951"/>
                  </a:lnTo>
                  <a:lnTo>
                    <a:pt x="913374" y="820590"/>
                  </a:lnTo>
                  <a:lnTo>
                    <a:pt x="911604" y="819908"/>
                  </a:lnTo>
                  <a:lnTo>
                    <a:pt x="908381" y="819802"/>
                  </a:lnTo>
                  <a:lnTo>
                    <a:pt x="907089" y="819722"/>
                  </a:lnTo>
                  <a:lnTo>
                    <a:pt x="906064" y="818433"/>
                  </a:lnTo>
                  <a:lnTo>
                    <a:pt x="904896" y="816853"/>
                  </a:lnTo>
                  <a:lnTo>
                    <a:pt x="903773" y="813597"/>
                  </a:lnTo>
                  <a:lnTo>
                    <a:pt x="902778" y="812072"/>
                  </a:lnTo>
                  <a:lnTo>
                    <a:pt x="901159" y="810171"/>
                  </a:lnTo>
                  <a:lnTo>
                    <a:pt x="899607" y="809692"/>
                  </a:lnTo>
                  <a:lnTo>
                    <a:pt x="897268" y="810024"/>
                  </a:lnTo>
                  <a:lnTo>
                    <a:pt x="895558" y="810408"/>
                  </a:lnTo>
                  <a:lnTo>
                    <a:pt x="894021" y="809581"/>
                  </a:lnTo>
                  <a:lnTo>
                    <a:pt x="893044" y="808537"/>
                  </a:lnTo>
                  <a:lnTo>
                    <a:pt x="891667" y="807430"/>
                  </a:lnTo>
                  <a:lnTo>
                    <a:pt x="889593" y="807170"/>
                  </a:lnTo>
                  <a:lnTo>
                    <a:pt x="887879" y="806370"/>
                  </a:lnTo>
                  <a:lnTo>
                    <a:pt x="886085" y="805410"/>
                  </a:lnTo>
                  <a:lnTo>
                    <a:pt x="884757" y="805801"/>
                  </a:lnTo>
                  <a:lnTo>
                    <a:pt x="883840" y="806714"/>
                  </a:lnTo>
                  <a:lnTo>
                    <a:pt x="882804" y="807886"/>
                  </a:lnTo>
                  <a:lnTo>
                    <a:pt x="881467" y="808094"/>
                  </a:lnTo>
                  <a:lnTo>
                    <a:pt x="878156" y="809307"/>
                  </a:lnTo>
                  <a:lnTo>
                    <a:pt x="877145" y="810036"/>
                  </a:lnTo>
                  <a:lnTo>
                    <a:pt x="875668" y="810362"/>
                  </a:lnTo>
                  <a:lnTo>
                    <a:pt x="874392" y="811274"/>
                  </a:lnTo>
                  <a:lnTo>
                    <a:pt x="873325" y="813071"/>
                  </a:lnTo>
                  <a:lnTo>
                    <a:pt x="872414" y="814402"/>
                  </a:lnTo>
                  <a:lnTo>
                    <a:pt x="871267" y="814851"/>
                  </a:lnTo>
                  <a:lnTo>
                    <a:pt x="869902" y="814761"/>
                  </a:lnTo>
                  <a:lnTo>
                    <a:pt x="868740" y="814331"/>
                  </a:lnTo>
                  <a:lnTo>
                    <a:pt x="868132" y="814206"/>
                  </a:lnTo>
                  <a:lnTo>
                    <a:pt x="867230" y="814862"/>
                  </a:lnTo>
                  <a:lnTo>
                    <a:pt x="866205" y="815314"/>
                  </a:lnTo>
                  <a:lnTo>
                    <a:pt x="864653" y="814534"/>
                  </a:lnTo>
                  <a:lnTo>
                    <a:pt x="863801" y="813881"/>
                  </a:lnTo>
                  <a:lnTo>
                    <a:pt x="862474" y="813490"/>
                  </a:lnTo>
                  <a:lnTo>
                    <a:pt x="861672" y="811600"/>
                  </a:lnTo>
                  <a:lnTo>
                    <a:pt x="860854" y="810818"/>
                  </a:lnTo>
                  <a:lnTo>
                    <a:pt x="859466" y="810525"/>
                  </a:lnTo>
                  <a:lnTo>
                    <a:pt x="857424" y="809561"/>
                  </a:lnTo>
                  <a:lnTo>
                    <a:pt x="856354" y="808577"/>
                  </a:lnTo>
                  <a:lnTo>
                    <a:pt x="855421" y="807968"/>
                  </a:lnTo>
                  <a:lnTo>
                    <a:pt x="853866" y="805777"/>
                  </a:lnTo>
                  <a:lnTo>
                    <a:pt x="852993" y="803875"/>
                  </a:lnTo>
                  <a:lnTo>
                    <a:pt x="852282" y="803565"/>
                  </a:lnTo>
                  <a:lnTo>
                    <a:pt x="851482" y="803327"/>
                  </a:lnTo>
                  <a:lnTo>
                    <a:pt x="850937" y="802119"/>
                  </a:lnTo>
                  <a:lnTo>
                    <a:pt x="850907" y="800655"/>
                  </a:lnTo>
                  <a:lnTo>
                    <a:pt x="851106" y="799743"/>
                  </a:lnTo>
                  <a:lnTo>
                    <a:pt x="851257" y="798179"/>
                  </a:lnTo>
                  <a:lnTo>
                    <a:pt x="850803" y="796694"/>
                  </a:lnTo>
                  <a:lnTo>
                    <a:pt x="850331" y="796029"/>
                  </a:lnTo>
                  <a:lnTo>
                    <a:pt x="850104" y="794899"/>
                  </a:lnTo>
                  <a:lnTo>
                    <a:pt x="850231" y="792771"/>
                  </a:lnTo>
                  <a:lnTo>
                    <a:pt x="850050" y="790618"/>
                  </a:lnTo>
                  <a:lnTo>
                    <a:pt x="849871" y="788362"/>
                  </a:lnTo>
                  <a:lnTo>
                    <a:pt x="849388" y="786682"/>
                  </a:lnTo>
                  <a:lnTo>
                    <a:pt x="849279" y="783475"/>
                  </a:lnTo>
                  <a:lnTo>
                    <a:pt x="849480" y="782152"/>
                  </a:lnTo>
                  <a:lnTo>
                    <a:pt x="849430" y="780588"/>
                  </a:lnTo>
                  <a:lnTo>
                    <a:pt x="848929" y="779415"/>
                  </a:lnTo>
                  <a:lnTo>
                    <a:pt x="847426" y="778565"/>
                  </a:lnTo>
                  <a:lnTo>
                    <a:pt x="845632" y="777418"/>
                  </a:lnTo>
                  <a:lnTo>
                    <a:pt x="842790" y="776054"/>
                  </a:lnTo>
                  <a:lnTo>
                    <a:pt x="841580" y="775928"/>
                  </a:lnTo>
                  <a:lnTo>
                    <a:pt x="840636" y="776484"/>
                  </a:lnTo>
                  <a:lnTo>
                    <a:pt x="839764" y="775831"/>
                  </a:lnTo>
                  <a:lnTo>
                    <a:pt x="838842" y="774692"/>
                  </a:lnTo>
                  <a:lnTo>
                    <a:pt x="837276" y="773518"/>
                  </a:lnTo>
                  <a:lnTo>
                    <a:pt x="835212" y="772004"/>
                  </a:lnTo>
                  <a:lnTo>
                    <a:pt x="833022" y="770310"/>
                  </a:lnTo>
                  <a:lnTo>
                    <a:pt x="831040" y="768777"/>
                  </a:lnTo>
                  <a:lnTo>
                    <a:pt x="830276" y="768405"/>
                  </a:lnTo>
                  <a:lnTo>
                    <a:pt x="827567" y="768293"/>
                  </a:lnTo>
                  <a:lnTo>
                    <a:pt x="825344" y="768078"/>
                  </a:lnTo>
                  <a:lnTo>
                    <a:pt x="824062" y="767534"/>
                  </a:lnTo>
                  <a:lnTo>
                    <a:pt x="822543" y="765406"/>
                  </a:lnTo>
                  <a:lnTo>
                    <a:pt x="821763" y="764103"/>
                  </a:lnTo>
                  <a:lnTo>
                    <a:pt x="820556" y="763486"/>
                  </a:lnTo>
                  <a:lnTo>
                    <a:pt x="819641" y="763268"/>
                  </a:lnTo>
                  <a:lnTo>
                    <a:pt x="818218" y="762570"/>
                  </a:lnTo>
                  <a:lnTo>
                    <a:pt x="815596" y="760344"/>
                  </a:lnTo>
                  <a:lnTo>
                    <a:pt x="814634" y="759280"/>
                  </a:lnTo>
                  <a:lnTo>
                    <a:pt x="813985" y="759264"/>
                  </a:lnTo>
                  <a:lnTo>
                    <a:pt x="813120" y="757305"/>
                  </a:lnTo>
                  <a:lnTo>
                    <a:pt x="812383" y="756845"/>
                  </a:lnTo>
                  <a:lnTo>
                    <a:pt x="811877" y="758240"/>
                  </a:lnTo>
                  <a:lnTo>
                    <a:pt x="811354" y="761567"/>
                  </a:lnTo>
                  <a:lnTo>
                    <a:pt x="810872" y="763115"/>
                  </a:lnTo>
                  <a:lnTo>
                    <a:pt x="809514" y="766185"/>
                  </a:lnTo>
                  <a:lnTo>
                    <a:pt x="806246" y="768654"/>
                  </a:lnTo>
                  <a:lnTo>
                    <a:pt x="805682" y="769935"/>
                  </a:lnTo>
                  <a:lnTo>
                    <a:pt x="805384" y="771108"/>
                  </a:lnTo>
                  <a:lnTo>
                    <a:pt x="804937" y="772768"/>
                  </a:lnTo>
                  <a:lnTo>
                    <a:pt x="804738" y="774919"/>
                  </a:lnTo>
                  <a:lnTo>
                    <a:pt x="804337" y="775506"/>
                  </a:lnTo>
                  <a:lnTo>
                    <a:pt x="803411" y="775571"/>
                  </a:lnTo>
                  <a:lnTo>
                    <a:pt x="802667" y="776564"/>
                  </a:lnTo>
                  <a:lnTo>
                    <a:pt x="802117" y="778718"/>
                  </a:lnTo>
                  <a:lnTo>
                    <a:pt x="801637" y="779563"/>
                  </a:lnTo>
                  <a:lnTo>
                    <a:pt x="801369" y="781572"/>
                  </a:lnTo>
                  <a:lnTo>
                    <a:pt x="801415" y="782450"/>
                  </a:lnTo>
                  <a:lnTo>
                    <a:pt x="801308" y="783421"/>
                  </a:lnTo>
                  <a:lnTo>
                    <a:pt x="801228" y="784978"/>
                  </a:lnTo>
                  <a:lnTo>
                    <a:pt x="800375" y="788333"/>
                  </a:lnTo>
                  <a:lnTo>
                    <a:pt x="800257" y="790295"/>
                  </a:lnTo>
                  <a:lnTo>
                    <a:pt x="800607" y="791533"/>
                  </a:lnTo>
                  <a:lnTo>
                    <a:pt x="801330" y="793194"/>
                  </a:lnTo>
                  <a:lnTo>
                    <a:pt x="801708" y="794139"/>
                  </a:lnTo>
                  <a:lnTo>
                    <a:pt x="801833" y="795247"/>
                  </a:lnTo>
                  <a:lnTo>
                    <a:pt x="801808" y="796681"/>
                  </a:lnTo>
                  <a:lnTo>
                    <a:pt x="802254" y="798663"/>
                  </a:lnTo>
                  <a:lnTo>
                    <a:pt x="802579" y="800360"/>
                  </a:lnTo>
                  <a:lnTo>
                    <a:pt x="803136" y="801566"/>
                  </a:lnTo>
                  <a:lnTo>
                    <a:pt x="803887" y="802608"/>
                  </a:lnTo>
                  <a:lnTo>
                    <a:pt x="804744" y="802944"/>
                  </a:lnTo>
                  <a:lnTo>
                    <a:pt x="805414" y="803651"/>
                  </a:lnTo>
                  <a:lnTo>
                    <a:pt x="805564" y="805019"/>
                  </a:lnTo>
                  <a:lnTo>
                    <a:pt x="805390" y="806909"/>
                  </a:lnTo>
                  <a:lnTo>
                    <a:pt x="805083" y="810472"/>
                  </a:lnTo>
                  <a:lnTo>
                    <a:pt x="804511" y="812681"/>
                  </a:lnTo>
                  <a:lnTo>
                    <a:pt x="804172" y="814073"/>
                  </a:lnTo>
                  <a:lnTo>
                    <a:pt x="803625" y="816259"/>
                  </a:lnTo>
                  <a:lnTo>
                    <a:pt x="803415" y="817109"/>
                  </a:lnTo>
                  <a:lnTo>
                    <a:pt x="802285" y="818987"/>
                  </a:lnTo>
                  <a:lnTo>
                    <a:pt x="801521" y="819504"/>
                  </a:lnTo>
                  <a:lnTo>
                    <a:pt x="800581" y="820981"/>
                  </a:lnTo>
                  <a:lnTo>
                    <a:pt x="799805" y="821047"/>
                  </a:lnTo>
                  <a:lnTo>
                    <a:pt x="799069" y="821045"/>
                  </a:lnTo>
                  <a:lnTo>
                    <a:pt x="798277" y="821371"/>
                  </a:lnTo>
                  <a:lnTo>
                    <a:pt x="797577" y="822024"/>
                  </a:lnTo>
                  <a:lnTo>
                    <a:pt x="797026" y="824044"/>
                  </a:lnTo>
                  <a:lnTo>
                    <a:pt x="795636" y="826115"/>
                  </a:lnTo>
                  <a:lnTo>
                    <a:pt x="794970" y="827048"/>
                  </a:lnTo>
                  <a:lnTo>
                    <a:pt x="793254" y="827363"/>
                  </a:lnTo>
                  <a:lnTo>
                    <a:pt x="792440" y="826449"/>
                  </a:lnTo>
                  <a:lnTo>
                    <a:pt x="791994" y="825170"/>
                  </a:lnTo>
                  <a:lnTo>
                    <a:pt x="791443" y="824435"/>
                  </a:lnTo>
                  <a:lnTo>
                    <a:pt x="790723" y="822871"/>
                  </a:lnTo>
                  <a:lnTo>
                    <a:pt x="787611" y="822021"/>
                  </a:lnTo>
                  <a:lnTo>
                    <a:pt x="786800" y="822427"/>
                  </a:lnTo>
                  <a:lnTo>
                    <a:pt x="786325" y="823001"/>
                  </a:lnTo>
                  <a:lnTo>
                    <a:pt x="785698" y="822584"/>
                  </a:lnTo>
                  <a:lnTo>
                    <a:pt x="785273" y="821811"/>
                  </a:lnTo>
                  <a:lnTo>
                    <a:pt x="784826" y="822023"/>
                  </a:lnTo>
                  <a:lnTo>
                    <a:pt x="783858" y="822480"/>
                  </a:lnTo>
                  <a:lnTo>
                    <a:pt x="783107" y="822330"/>
                  </a:lnTo>
                  <a:lnTo>
                    <a:pt x="782138" y="820765"/>
                  </a:lnTo>
                  <a:lnTo>
                    <a:pt x="780798" y="819926"/>
                  </a:lnTo>
                  <a:lnTo>
                    <a:pt x="780274" y="819446"/>
                  </a:lnTo>
                  <a:lnTo>
                    <a:pt x="779740" y="819444"/>
                  </a:lnTo>
                  <a:lnTo>
                    <a:pt x="779411" y="820189"/>
                  </a:lnTo>
                  <a:lnTo>
                    <a:pt x="778800" y="820590"/>
                  </a:lnTo>
                  <a:lnTo>
                    <a:pt x="778387" y="819687"/>
                  </a:lnTo>
                  <a:lnTo>
                    <a:pt x="777848" y="819026"/>
                  </a:lnTo>
                  <a:lnTo>
                    <a:pt x="777137" y="819039"/>
                  </a:lnTo>
                  <a:lnTo>
                    <a:pt x="776212" y="820413"/>
                  </a:lnTo>
                  <a:lnTo>
                    <a:pt x="774615" y="821068"/>
                  </a:lnTo>
                  <a:lnTo>
                    <a:pt x="774109" y="822031"/>
                  </a:lnTo>
                  <a:lnTo>
                    <a:pt x="773191" y="821904"/>
                  </a:lnTo>
                  <a:lnTo>
                    <a:pt x="772553" y="821146"/>
                  </a:lnTo>
                  <a:lnTo>
                    <a:pt x="771916" y="821059"/>
                  </a:lnTo>
                  <a:lnTo>
                    <a:pt x="770061" y="821068"/>
                  </a:lnTo>
                  <a:lnTo>
                    <a:pt x="769439" y="821316"/>
                  </a:lnTo>
                  <a:lnTo>
                    <a:pt x="768677" y="820544"/>
                  </a:lnTo>
                  <a:lnTo>
                    <a:pt x="768320" y="819165"/>
                  </a:lnTo>
                  <a:lnTo>
                    <a:pt x="767382" y="818116"/>
                  </a:lnTo>
                  <a:lnTo>
                    <a:pt x="766030" y="817984"/>
                  </a:lnTo>
                  <a:lnTo>
                    <a:pt x="764973" y="818130"/>
                  </a:lnTo>
                  <a:lnTo>
                    <a:pt x="764489" y="818579"/>
                  </a:lnTo>
                  <a:lnTo>
                    <a:pt x="763799" y="818707"/>
                  </a:lnTo>
                  <a:lnTo>
                    <a:pt x="763230" y="816810"/>
                  </a:lnTo>
                  <a:lnTo>
                    <a:pt x="762461" y="815484"/>
                  </a:lnTo>
                  <a:lnTo>
                    <a:pt x="762025" y="814511"/>
                  </a:lnTo>
                  <a:lnTo>
                    <a:pt x="761363" y="814100"/>
                  </a:lnTo>
                  <a:lnTo>
                    <a:pt x="760846" y="812854"/>
                  </a:lnTo>
                  <a:lnTo>
                    <a:pt x="760758" y="810443"/>
                  </a:lnTo>
                  <a:lnTo>
                    <a:pt x="760445" y="807444"/>
                  </a:lnTo>
                  <a:lnTo>
                    <a:pt x="760078" y="804298"/>
                  </a:lnTo>
                  <a:lnTo>
                    <a:pt x="759670" y="802967"/>
                  </a:lnTo>
                  <a:lnTo>
                    <a:pt x="757679" y="802481"/>
                  </a:lnTo>
                  <a:lnTo>
                    <a:pt x="756703" y="802599"/>
                  </a:lnTo>
                  <a:lnTo>
                    <a:pt x="754495" y="802340"/>
                  </a:lnTo>
                  <a:lnTo>
                    <a:pt x="752981" y="802161"/>
                  </a:lnTo>
                  <a:lnTo>
                    <a:pt x="752567" y="802106"/>
                  </a:lnTo>
                  <a:lnTo>
                    <a:pt x="751153" y="801754"/>
                  </a:lnTo>
                  <a:lnTo>
                    <a:pt x="749856" y="801428"/>
                  </a:lnTo>
                  <a:lnTo>
                    <a:pt x="748535" y="801219"/>
                  </a:lnTo>
                  <a:lnTo>
                    <a:pt x="747990" y="801486"/>
                  </a:lnTo>
                  <a:lnTo>
                    <a:pt x="746634" y="801564"/>
                  </a:lnTo>
                  <a:lnTo>
                    <a:pt x="745575" y="800067"/>
                  </a:lnTo>
                  <a:lnTo>
                    <a:pt x="745130" y="798355"/>
                  </a:lnTo>
                  <a:lnTo>
                    <a:pt x="745050" y="797397"/>
                  </a:lnTo>
                  <a:lnTo>
                    <a:pt x="744797" y="796413"/>
                  </a:lnTo>
                  <a:lnTo>
                    <a:pt x="743833" y="796091"/>
                  </a:lnTo>
                  <a:lnTo>
                    <a:pt x="742957" y="796400"/>
                  </a:lnTo>
                  <a:lnTo>
                    <a:pt x="742496" y="798401"/>
                  </a:lnTo>
                  <a:lnTo>
                    <a:pt x="741845" y="799220"/>
                  </a:lnTo>
                  <a:lnTo>
                    <a:pt x="741224" y="799070"/>
                  </a:lnTo>
                  <a:lnTo>
                    <a:pt x="740681" y="797972"/>
                  </a:lnTo>
                  <a:lnTo>
                    <a:pt x="739631" y="796801"/>
                  </a:lnTo>
                  <a:lnTo>
                    <a:pt x="738949" y="795678"/>
                  </a:lnTo>
                  <a:lnTo>
                    <a:pt x="738136" y="793873"/>
                  </a:lnTo>
                  <a:lnTo>
                    <a:pt x="737467" y="794297"/>
                  </a:lnTo>
                  <a:lnTo>
                    <a:pt x="737276" y="795408"/>
                  </a:lnTo>
                  <a:lnTo>
                    <a:pt x="737121" y="796502"/>
                  </a:lnTo>
                  <a:lnTo>
                    <a:pt x="736292" y="798707"/>
                  </a:lnTo>
                  <a:lnTo>
                    <a:pt x="735289" y="798961"/>
                  </a:lnTo>
                  <a:lnTo>
                    <a:pt x="733614" y="798795"/>
                  </a:lnTo>
                  <a:lnTo>
                    <a:pt x="731885" y="798913"/>
                  </a:lnTo>
                  <a:lnTo>
                    <a:pt x="730773" y="799743"/>
                  </a:lnTo>
                  <a:lnTo>
                    <a:pt x="729954" y="801232"/>
                  </a:lnTo>
                  <a:lnTo>
                    <a:pt x="729530" y="802402"/>
                  </a:lnTo>
                  <a:lnTo>
                    <a:pt x="728676" y="802801"/>
                  </a:lnTo>
                  <a:lnTo>
                    <a:pt x="727822" y="803979"/>
                  </a:lnTo>
                  <a:lnTo>
                    <a:pt x="727465" y="805579"/>
                  </a:lnTo>
                  <a:lnTo>
                    <a:pt x="726622" y="805518"/>
                  </a:lnTo>
                  <a:lnTo>
                    <a:pt x="726165" y="805716"/>
                  </a:lnTo>
                  <a:lnTo>
                    <a:pt x="725407" y="806041"/>
                  </a:lnTo>
                  <a:lnTo>
                    <a:pt x="723465" y="806921"/>
                  </a:lnTo>
                  <a:lnTo>
                    <a:pt x="722997" y="807131"/>
                  </a:lnTo>
                  <a:lnTo>
                    <a:pt x="721812" y="808648"/>
                  </a:lnTo>
                  <a:lnTo>
                    <a:pt x="720914" y="809842"/>
                  </a:lnTo>
                  <a:lnTo>
                    <a:pt x="720035" y="810368"/>
                  </a:lnTo>
                  <a:lnTo>
                    <a:pt x="719509" y="811743"/>
                  </a:lnTo>
                  <a:lnTo>
                    <a:pt x="718835" y="812838"/>
                  </a:lnTo>
                  <a:lnTo>
                    <a:pt x="717266" y="813105"/>
                  </a:lnTo>
                  <a:lnTo>
                    <a:pt x="715540" y="814477"/>
                  </a:lnTo>
                  <a:lnTo>
                    <a:pt x="714932" y="814941"/>
                  </a:lnTo>
                  <a:lnTo>
                    <a:pt x="713946" y="815960"/>
                  </a:lnTo>
                  <a:lnTo>
                    <a:pt x="712574" y="816355"/>
                  </a:lnTo>
                  <a:lnTo>
                    <a:pt x="712007" y="816638"/>
                  </a:lnTo>
                  <a:lnTo>
                    <a:pt x="711453" y="817361"/>
                  </a:lnTo>
                  <a:lnTo>
                    <a:pt x="711140" y="819872"/>
                  </a:lnTo>
                  <a:lnTo>
                    <a:pt x="710012" y="820782"/>
                  </a:lnTo>
                  <a:lnTo>
                    <a:pt x="708492" y="820942"/>
                  </a:lnTo>
                  <a:lnTo>
                    <a:pt x="707353" y="822274"/>
                  </a:lnTo>
                  <a:lnTo>
                    <a:pt x="707244" y="824630"/>
                  </a:lnTo>
                  <a:lnTo>
                    <a:pt x="707644" y="826781"/>
                  </a:lnTo>
                  <a:lnTo>
                    <a:pt x="707469" y="827757"/>
                  </a:lnTo>
                  <a:lnTo>
                    <a:pt x="706618" y="828282"/>
                  </a:lnTo>
                  <a:lnTo>
                    <a:pt x="705435" y="829439"/>
                  </a:lnTo>
                  <a:lnTo>
                    <a:pt x="704534" y="830888"/>
                  </a:lnTo>
                  <a:lnTo>
                    <a:pt x="703439" y="830899"/>
                  </a:lnTo>
                  <a:lnTo>
                    <a:pt x="702811" y="830429"/>
                  </a:lnTo>
                  <a:lnTo>
                    <a:pt x="702346" y="831355"/>
                  </a:lnTo>
                  <a:lnTo>
                    <a:pt x="702085" y="833231"/>
                  </a:lnTo>
                  <a:lnTo>
                    <a:pt x="701284" y="834143"/>
                  </a:lnTo>
                  <a:lnTo>
                    <a:pt x="700137" y="834987"/>
                  </a:lnTo>
                  <a:lnTo>
                    <a:pt x="699707" y="834663"/>
                  </a:lnTo>
                  <a:lnTo>
                    <a:pt x="699421" y="833956"/>
                  </a:lnTo>
                  <a:lnTo>
                    <a:pt x="698908" y="833010"/>
                  </a:lnTo>
                  <a:lnTo>
                    <a:pt x="698495" y="833366"/>
                  </a:lnTo>
                  <a:lnTo>
                    <a:pt x="698456" y="834728"/>
                  </a:lnTo>
                  <a:lnTo>
                    <a:pt x="698129" y="835707"/>
                  </a:lnTo>
                  <a:lnTo>
                    <a:pt x="697178" y="835771"/>
                  </a:lnTo>
                  <a:lnTo>
                    <a:pt x="696438" y="835230"/>
                  </a:lnTo>
                  <a:lnTo>
                    <a:pt x="695876" y="834593"/>
                  </a:lnTo>
                  <a:lnTo>
                    <a:pt x="694867" y="834698"/>
                  </a:lnTo>
                  <a:lnTo>
                    <a:pt x="693823" y="834989"/>
                  </a:lnTo>
                  <a:lnTo>
                    <a:pt x="693153" y="834689"/>
                  </a:lnTo>
                  <a:lnTo>
                    <a:pt x="692522" y="834994"/>
                  </a:lnTo>
                  <a:lnTo>
                    <a:pt x="690873" y="835610"/>
                  </a:lnTo>
                  <a:lnTo>
                    <a:pt x="690225" y="837685"/>
                  </a:lnTo>
                  <a:lnTo>
                    <a:pt x="690211" y="840139"/>
                  </a:lnTo>
                  <a:lnTo>
                    <a:pt x="690000" y="841384"/>
                  </a:lnTo>
                  <a:lnTo>
                    <a:pt x="689010" y="842463"/>
                  </a:lnTo>
                  <a:lnTo>
                    <a:pt x="688551" y="843434"/>
                  </a:lnTo>
                  <a:lnTo>
                    <a:pt x="687945" y="844095"/>
                  </a:lnTo>
                  <a:lnTo>
                    <a:pt x="686577" y="844161"/>
                  </a:lnTo>
                  <a:lnTo>
                    <a:pt x="685989" y="844058"/>
                  </a:lnTo>
                  <a:lnTo>
                    <a:pt x="684920" y="844607"/>
                  </a:lnTo>
                  <a:lnTo>
                    <a:pt x="683877" y="845046"/>
                  </a:lnTo>
                  <a:lnTo>
                    <a:pt x="683188" y="845340"/>
                  </a:lnTo>
                  <a:lnTo>
                    <a:pt x="682738" y="846255"/>
                  </a:lnTo>
                  <a:lnTo>
                    <a:pt x="682062" y="846694"/>
                  </a:lnTo>
                  <a:lnTo>
                    <a:pt x="680996" y="846422"/>
                  </a:lnTo>
                  <a:lnTo>
                    <a:pt x="680702" y="844594"/>
                  </a:lnTo>
                  <a:lnTo>
                    <a:pt x="679984" y="842570"/>
                  </a:lnTo>
                  <a:lnTo>
                    <a:pt x="679011" y="841872"/>
                  </a:lnTo>
                  <a:lnTo>
                    <a:pt x="678132" y="841435"/>
                  </a:lnTo>
                  <a:lnTo>
                    <a:pt x="677341" y="840468"/>
                  </a:lnTo>
                  <a:lnTo>
                    <a:pt x="676796" y="839441"/>
                  </a:lnTo>
                  <a:lnTo>
                    <a:pt x="675197" y="834541"/>
                  </a:lnTo>
                  <a:lnTo>
                    <a:pt x="674087" y="832452"/>
                  </a:lnTo>
                  <a:lnTo>
                    <a:pt x="673089" y="832330"/>
                  </a:lnTo>
                  <a:lnTo>
                    <a:pt x="672950" y="830941"/>
                  </a:lnTo>
                  <a:lnTo>
                    <a:pt x="673530" y="829553"/>
                  </a:lnTo>
                  <a:lnTo>
                    <a:pt x="674272" y="828404"/>
                  </a:lnTo>
                  <a:lnTo>
                    <a:pt x="674250" y="826835"/>
                  </a:lnTo>
                  <a:lnTo>
                    <a:pt x="673645" y="825989"/>
                  </a:lnTo>
                  <a:lnTo>
                    <a:pt x="672904" y="826230"/>
                  </a:lnTo>
                  <a:lnTo>
                    <a:pt x="671906" y="828044"/>
                  </a:lnTo>
                  <a:lnTo>
                    <a:pt x="670721" y="830091"/>
                  </a:lnTo>
                  <a:lnTo>
                    <a:pt x="669295" y="831597"/>
                  </a:lnTo>
                  <a:lnTo>
                    <a:pt x="668725" y="832814"/>
                  </a:lnTo>
                  <a:lnTo>
                    <a:pt x="668029" y="834203"/>
                  </a:lnTo>
                  <a:lnTo>
                    <a:pt x="667031" y="834021"/>
                  </a:lnTo>
                  <a:lnTo>
                    <a:pt x="666311" y="834082"/>
                  </a:lnTo>
                  <a:lnTo>
                    <a:pt x="665684" y="834203"/>
                  </a:lnTo>
                  <a:lnTo>
                    <a:pt x="665221" y="832692"/>
                  </a:lnTo>
                  <a:lnTo>
                    <a:pt x="664618" y="832512"/>
                  </a:lnTo>
                  <a:lnTo>
                    <a:pt x="660279" y="831069"/>
                  </a:lnTo>
                  <a:lnTo>
                    <a:pt x="658839" y="830521"/>
                  </a:lnTo>
                  <a:lnTo>
                    <a:pt x="657934" y="831244"/>
                  </a:lnTo>
                  <a:lnTo>
                    <a:pt x="657261" y="830761"/>
                  </a:lnTo>
                  <a:lnTo>
                    <a:pt x="657006" y="829312"/>
                  </a:lnTo>
                  <a:lnTo>
                    <a:pt x="656170" y="826774"/>
                  </a:lnTo>
                  <a:lnTo>
                    <a:pt x="655488" y="824679"/>
                  </a:lnTo>
                  <a:lnTo>
                    <a:pt x="654628" y="822536"/>
                  </a:lnTo>
                  <a:lnTo>
                    <a:pt x="654338" y="820854"/>
                  </a:lnTo>
                  <a:lnTo>
                    <a:pt x="654616" y="819104"/>
                  </a:lnTo>
                  <a:lnTo>
                    <a:pt x="654500" y="817593"/>
                  </a:lnTo>
                  <a:lnTo>
                    <a:pt x="653757" y="816808"/>
                  </a:lnTo>
                  <a:lnTo>
                    <a:pt x="652791" y="816710"/>
                  </a:lnTo>
                  <a:lnTo>
                    <a:pt x="650160" y="813428"/>
                  </a:lnTo>
                  <a:lnTo>
                    <a:pt x="648931" y="812945"/>
                  </a:lnTo>
                  <a:lnTo>
                    <a:pt x="647817" y="812341"/>
                  </a:lnTo>
                  <a:lnTo>
                    <a:pt x="646935" y="812341"/>
                  </a:lnTo>
                  <a:lnTo>
                    <a:pt x="646192" y="810891"/>
                  </a:lnTo>
                  <a:lnTo>
                    <a:pt x="645473" y="806482"/>
                  </a:lnTo>
                  <a:lnTo>
                    <a:pt x="645262" y="804026"/>
                  </a:lnTo>
                  <a:lnTo>
                    <a:pt x="644392" y="801539"/>
                  </a:lnTo>
                  <a:lnTo>
                    <a:pt x="643291" y="799408"/>
                  </a:lnTo>
                  <a:lnTo>
                    <a:pt x="642641" y="796518"/>
                  </a:lnTo>
                  <a:lnTo>
                    <a:pt x="641672" y="795237"/>
                  </a:lnTo>
                  <a:lnTo>
                    <a:pt x="640059" y="793194"/>
                  </a:lnTo>
                  <a:lnTo>
                    <a:pt x="638511" y="791758"/>
                  </a:lnTo>
                  <a:lnTo>
                    <a:pt x="635966" y="790020"/>
                  </a:lnTo>
                  <a:lnTo>
                    <a:pt x="635017" y="790020"/>
                  </a:lnTo>
                  <a:lnTo>
                    <a:pt x="633728" y="790178"/>
                  </a:lnTo>
                  <a:lnTo>
                    <a:pt x="632962" y="791024"/>
                  </a:lnTo>
                  <a:lnTo>
                    <a:pt x="632127" y="792895"/>
                  </a:lnTo>
                  <a:lnTo>
                    <a:pt x="630989" y="793018"/>
                  </a:lnTo>
                  <a:lnTo>
                    <a:pt x="629193" y="793010"/>
                  </a:lnTo>
                  <a:lnTo>
                    <a:pt x="628713" y="793716"/>
                  </a:lnTo>
                  <a:lnTo>
                    <a:pt x="628422" y="794992"/>
                  </a:lnTo>
                  <a:lnTo>
                    <a:pt x="627499" y="796612"/>
                  </a:lnTo>
                  <a:lnTo>
                    <a:pt x="626162" y="797909"/>
                  </a:lnTo>
                  <a:lnTo>
                    <a:pt x="624259" y="797486"/>
                  </a:lnTo>
                  <a:lnTo>
                    <a:pt x="622959" y="798150"/>
                  </a:lnTo>
                  <a:lnTo>
                    <a:pt x="621666" y="798404"/>
                  </a:lnTo>
                  <a:lnTo>
                    <a:pt x="619800" y="796763"/>
                  </a:lnTo>
                  <a:lnTo>
                    <a:pt x="617738" y="796821"/>
                  </a:lnTo>
                  <a:lnTo>
                    <a:pt x="616396" y="797568"/>
                  </a:lnTo>
                  <a:lnTo>
                    <a:pt x="614488" y="797547"/>
                  </a:lnTo>
                  <a:lnTo>
                    <a:pt x="614097" y="796622"/>
                  </a:lnTo>
                  <a:lnTo>
                    <a:pt x="614325" y="795069"/>
                  </a:lnTo>
                  <a:lnTo>
                    <a:pt x="614168" y="793670"/>
                  </a:lnTo>
                  <a:lnTo>
                    <a:pt x="613855" y="792526"/>
                  </a:lnTo>
                  <a:lnTo>
                    <a:pt x="613607" y="791145"/>
                  </a:lnTo>
                  <a:lnTo>
                    <a:pt x="612822" y="790852"/>
                  </a:lnTo>
                  <a:lnTo>
                    <a:pt x="610613" y="791446"/>
                  </a:lnTo>
                  <a:lnTo>
                    <a:pt x="610009" y="790783"/>
                  </a:lnTo>
                  <a:lnTo>
                    <a:pt x="610078" y="789418"/>
                  </a:lnTo>
                  <a:lnTo>
                    <a:pt x="610474" y="787721"/>
                  </a:lnTo>
                  <a:lnTo>
                    <a:pt x="610799" y="785528"/>
                  </a:lnTo>
                  <a:lnTo>
                    <a:pt x="610643" y="784213"/>
                  </a:lnTo>
                  <a:lnTo>
                    <a:pt x="609501" y="784372"/>
                  </a:lnTo>
                  <a:lnTo>
                    <a:pt x="608807" y="784251"/>
                  </a:lnTo>
                  <a:lnTo>
                    <a:pt x="608449" y="782686"/>
                  </a:lnTo>
                  <a:lnTo>
                    <a:pt x="607805" y="781543"/>
                  </a:lnTo>
                  <a:lnTo>
                    <a:pt x="607075" y="781482"/>
                  </a:lnTo>
                  <a:lnTo>
                    <a:pt x="606191" y="781189"/>
                  </a:lnTo>
                  <a:lnTo>
                    <a:pt x="605229" y="781664"/>
                  </a:lnTo>
                  <a:lnTo>
                    <a:pt x="604718" y="783234"/>
                  </a:lnTo>
                  <a:lnTo>
                    <a:pt x="604095" y="783459"/>
                  </a:lnTo>
                  <a:lnTo>
                    <a:pt x="603418" y="783898"/>
                  </a:lnTo>
                  <a:lnTo>
                    <a:pt x="602930" y="784442"/>
                  </a:lnTo>
                  <a:lnTo>
                    <a:pt x="602628" y="785830"/>
                  </a:lnTo>
                  <a:lnTo>
                    <a:pt x="602766" y="787122"/>
                  </a:lnTo>
                  <a:lnTo>
                    <a:pt x="602978" y="789930"/>
                  </a:lnTo>
                  <a:lnTo>
                    <a:pt x="602653" y="791446"/>
                  </a:lnTo>
                  <a:lnTo>
                    <a:pt x="601762" y="792250"/>
                  </a:lnTo>
                  <a:lnTo>
                    <a:pt x="600913" y="792087"/>
                  </a:lnTo>
                  <a:lnTo>
                    <a:pt x="600343" y="792466"/>
                  </a:lnTo>
                  <a:lnTo>
                    <a:pt x="599287" y="794045"/>
                  </a:lnTo>
                  <a:lnTo>
                    <a:pt x="598823" y="794588"/>
                  </a:lnTo>
                  <a:lnTo>
                    <a:pt x="598661" y="795554"/>
                  </a:lnTo>
                  <a:lnTo>
                    <a:pt x="598591" y="797004"/>
                  </a:lnTo>
                  <a:lnTo>
                    <a:pt x="597686" y="796521"/>
                  </a:lnTo>
                  <a:lnTo>
                    <a:pt x="596249" y="791175"/>
                  </a:lnTo>
                  <a:lnTo>
                    <a:pt x="594622" y="785131"/>
                  </a:lnTo>
                  <a:lnTo>
                    <a:pt x="592781" y="778691"/>
                  </a:lnTo>
                  <a:lnTo>
                    <a:pt x="591811" y="775288"/>
                  </a:lnTo>
                  <a:lnTo>
                    <a:pt x="588176" y="764207"/>
                  </a:lnTo>
                  <a:lnTo>
                    <a:pt x="586397" y="758909"/>
                  </a:lnTo>
                  <a:lnTo>
                    <a:pt x="583324" y="749760"/>
                  </a:lnTo>
                  <a:lnTo>
                    <a:pt x="580531" y="741445"/>
                  </a:lnTo>
                  <a:lnTo>
                    <a:pt x="577380" y="732839"/>
                  </a:lnTo>
                  <a:lnTo>
                    <a:pt x="575512" y="727955"/>
                  </a:lnTo>
                  <a:lnTo>
                    <a:pt x="573541" y="722807"/>
                  </a:lnTo>
                  <a:lnTo>
                    <a:pt x="572854" y="721382"/>
                  </a:lnTo>
                  <a:lnTo>
                    <a:pt x="571774" y="719558"/>
                  </a:lnTo>
                  <a:lnTo>
                    <a:pt x="569104" y="716023"/>
                  </a:lnTo>
                  <a:lnTo>
                    <a:pt x="565280" y="710960"/>
                  </a:lnTo>
                  <a:lnTo>
                    <a:pt x="561740" y="706453"/>
                  </a:lnTo>
                  <a:lnTo>
                    <a:pt x="558957" y="702910"/>
                  </a:lnTo>
                  <a:lnTo>
                    <a:pt x="558247" y="701413"/>
                  </a:lnTo>
                  <a:lnTo>
                    <a:pt x="557925" y="700546"/>
                  </a:lnTo>
                  <a:lnTo>
                    <a:pt x="557628" y="699579"/>
                  </a:lnTo>
                  <a:lnTo>
                    <a:pt x="557213" y="697858"/>
                  </a:lnTo>
                  <a:lnTo>
                    <a:pt x="557209" y="696735"/>
                  </a:lnTo>
                  <a:lnTo>
                    <a:pt x="559854" y="696920"/>
                  </a:lnTo>
                  <a:lnTo>
                    <a:pt x="560404" y="695820"/>
                  </a:lnTo>
                  <a:lnTo>
                    <a:pt x="561379" y="691701"/>
                  </a:lnTo>
                  <a:lnTo>
                    <a:pt x="561928" y="688140"/>
                  </a:lnTo>
                  <a:lnTo>
                    <a:pt x="561043" y="688303"/>
                  </a:lnTo>
                  <a:lnTo>
                    <a:pt x="559410" y="689774"/>
                  </a:lnTo>
                  <a:lnTo>
                    <a:pt x="558543" y="690838"/>
                  </a:lnTo>
                  <a:lnTo>
                    <a:pt x="558058" y="691293"/>
                  </a:lnTo>
                  <a:lnTo>
                    <a:pt x="555448" y="691994"/>
                  </a:lnTo>
                  <a:lnTo>
                    <a:pt x="554016" y="693572"/>
                  </a:lnTo>
                  <a:lnTo>
                    <a:pt x="551065" y="696249"/>
                  </a:lnTo>
                  <a:lnTo>
                    <a:pt x="548933" y="697820"/>
                  </a:lnTo>
                  <a:lnTo>
                    <a:pt x="548524" y="698080"/>
                  </a:lnTo>
                  <a:lnTo>
                    <a:pt x="546030" y="698563"/>
                  </a:lnTo>
                  <a:lnTo>
                    <a:pt x="545586" y="699188"/>
                  </a:lnTo>
                  <a:lnTo>
                    <a:pt x="545521" y="700570"/>
                  </a:lnTo>
                  <a:lnTo>
                    <a:pt x="545346" y="702095"/>
                  </a:lnTo>
                  <a:lnTo>
                    <a:pt x="543566" y="704350"/>
                  </a:lnTo>
                  <a:lnTo>
                    <a:pt x="541657" y="706333"/>
                  </a:lnTo>
                  <a:lnTo>
                    <a:pt x="540940" y="706554"/>
                  </a:lnTo>
                  <a:lnTo>
                    <a:pt x="539780" y="706116"/>
                  </a:lnTo>
                  <a:lnTo>
                    <a:pt x="539182" y="706363"/>
                  </a:lnTo>
                  <a:lnTo>
                    <a:pt x="537448" y="708470"/>
                  </a:lnTo>
                  <a:lnTo>
                    <a:pt x="534842" y="711635"/>
                  </a:lnTo>
                  <a:lnTo>
                    <a:pt x="534598" y="712922"/>
                  </a:lnTo>
                  <a:lnTo>
                    <a:pt x="534584" y="714488"/>
                  </a:lnTo>
                  <a:lnTo>
                    <a:pt x="534283" y="715855"/>
                  </a:lnTo>
                  <a:lnTo>
                    <a:pt x="533702" y="716352"/>
                  </a:lnTo>
                  <a:lnTo>
                    <a:pt x="532859" y="715167"/>
                  </a:lnTo>
                  <a:lnTo>
                    <a:pt x="532094" y="713727"/>
                  </a:lnTo>
                  <a:lnTo>
                    <a:pt x="530489" y="712694"/>
                  </a:lnTo>
                  <a:lnTo>
                    <a:pt x="528108" y="712449"/>
                  </a:lnTo>
                  <a:lnTo>
                    <a:pt x="526657" y="712950"/>
                  </a:lnTo>
                  <a:lnTo>
                    <a:pt x="525655" y="713733"/>
                  </a:lnTo>
                  <a:lnTo>
                    <a:pt x="523690" y="716906"/>
                  </a:lnTo>
                  <a:lnTo>
                    <a:pt x="522975" y="717536"/>
                  </a:lnTo>
                  <a:lnTo>
                    <a:pt x="522577" y="717334"/>
                  </a:lnTo>
                  <a:lnTo>
                    <a:pt x="522464" y="715803"/>
                  </a:lnTo>
                  <a:lnTo>
                    <a:pt x="522066" y="714711"/>
                  </a:lnTo>
                  <a:lnTo>
                    <a:pt x="521599" y="713079"/>
                  </a:lnTo>
                  <a:lnTo>
                    <a:pt x="521825" y="709863"/>
                  </a:lnTo>
                  <a:lnTo>
                    <a:pt x="522889" y="706783"/>
                  </a:lnTo>
                  <a:lnTo>
                    <a:pt x="524647" y="705103"/>
                  </a:lnTo>
                  <a:lnTo>
                    <a:pt x="526063" y="703297"/>
                  </a:lnTo>
                  <a:lnTo>
                    <a:pt x="526479" y="701325"/>
                  </a:lnTo>
                  <a:lnTo>
                    <a:pt x="526444" y="699960"/>
                  </a:lnTo>
                  <a:lnTo>
                    <a:pt x="525921" y="699337"/>
                  </a:lnTo>
                  <a:lnTo>
                    <a:pt x="525371" y="699221"/>
                  </a:lnTo>
                  <a:lnTo>
                    <a:pt x="525053" y="699883"/>
                  </a:lnTo>
                  <a:lnTo>
                    <a:pt x="524096" y="701232"/>
                  </a:lnTo>
                  <a:lnTo>
                    <a:pt x="522677" y="702310"/>
                  </a:lnTo>
                  <a:lnTo>
                    <a:pt x="521494" y="702524"/>
                  </a:lnTo>
                  <a:lnTo>
                    <a:pt x="520964" y="702459"/>
                  </a:lnTo>
                  <a:lnTo>
                    <a:pt x="519709" y="701781"/>
                  </a:lnTo>
                  <a:lnTo>
                    <a:pt x="517378" y="698041"/>
                  </a:lnTo>
                  <a:lnTo>
                    <a:pt x="515413" y="697533"/>
                  </a:lnTo>
                  <a:lnTo>
                    <a:pt x="514065" y="697243"/>
                  </a:lnTo>
                  <a:lnTo>
                    <a:pt x="513615" y="697620"/>
                  </a:lnTo>
                  <a:lnTo>
                    <a:pt x="513406" y="698540"/>
                  </a:lnTo>
                  <a:lnTo>
                    <a:pt x="513535" y="699543"/>
                  </a:lnTo>
                  <a:lnTo>
                    <a:pt x="513803" y="700531"/>
                  </a:lnTo>
                  <a:lnTo>
                    <a:pt x="513652" y="701332"/>
                  </a:lnTo>
                  <a:lnTo>
                    <a:pt x="513020" y="701928"/>
                  </a:lnTo>
                  <a:lnTo>
                    <a:pt x="512072" y="702931"/>
                  </a:lnTo>
                  <a:lnTo>
                    <a:pt x="511589" y="702263"/>
                  </a:lnTo>
                  <a:lnTo>
                    <a:pt x="511348" y="699627"/>
                  </a:lnTo>
                  <a:lnTo>
                    <a:pt x="511397" y="697576"/>
                  </a:lnTo>
                  <a:lnTo>
                    <a:pt x="510740" y="695851"/>
                  </a:lnTo>
                  <a:lnTo>
                    <a:pt x="510055" y="693171"/>
                  </a:lnTo>
                  <a:lnTo>
                    <a:pt x="509111" y="691590"/>
                  </a:lnTo>
                  <a:lnTo>
                    <a:pt x="508195" y="692098"/>
                  </a:lnTo>
                  <a:lnTo>
                    <a:pt x="507744" y="694367"/>
                  </a:lnTo>
                  <a:lnTo>
                    <a:pt x="507049" y="695135"/>
                  </a:lnTo>
                  <a:lnTo>
                    <a:pt x="505720" y="694668"/>
                  </a:lnTo>
                  <a:lnTo>
                    <a:pt x="503332" y="695952"/>
                  </a:lnTo>
                  <a:lnTo>
                    <a:pt x="499463" y="696533"/>
                  </a:lnTo>
                  <a:lnTo>
                    <a:pt x="496701" y="694942"/>
                  </a:lnTo>
                  <a:lnTo>
                    <a:pt x="496242" y="693515"/>
                  </a:lnTo>
                  <a:lnTo>
                    <a:pt x="497371" y="690454"/>
                  </a:lnTo>
                  <a:lnTo>
                    <a:pt x="497457" y="687755"/>
                  </a:lnTo>
                  <a:lnTo>
                    <a:pt x="497451" y="685296"/>
                  </a:lnTo>
                  <a:lnTo>
                    <a:pt x="497750" y="683503"/>
                  </a:lnTo>
                  <a:lnTo>
                    <a:pt x="497077" y="680083"/>
                  </a:lnTo>
                  <a:lnTo>
                    <a:pt x="495550" y="673126"/>
                  </a:lnTo>
                  <a:lnTo>
                    <a:pt x="494623" y="667881"/>
                  </a:lnTo>
                  <a:lnTo>
                    <a:pt x="493262" y="663947"/>
                  </a:lnTo>
                  <a:lnTo>
                    <a:pt x="492669" y="662645"/>
                  </a:lnTo>
                  <a:lnTo>
                    <a:pt x="489810" y="663319"/>
                  </a:lnTo>
                  <a:lnTo>
                    <a:pt x="489025" y="664182"/>
                  </a:lnTo>
                  <a:lnTo>
                    <a:pt x="488506" y="665391"/>
                  </a:lnTo>
                  <a:lnTo>
                    <a:pt x="487619" y="666238"/>
                  </a:lnTo>
                  <a:lnTo>
                    <a:pt x="486359" y="666863"/>
                  </a:lnTo>
                  <a:lnTo>
                    <a:pt x="485280" y="666440"/>
                  </a:lnTo>
                  <a:lnTo>
                    <a:pt x="484080" y="665781"/>
                  </a:lnTo>
                  <a:lnTo>
                    <a:pt x="482814" y="664404"/>
                  </a:lnTo>
                  <a:lnTo>
                    <a:pt x="481338" y="662581"/>
                  </a:lnTo>
                  <a:lnTo>
                    <a:pt x="478533" y="661118"/>
                  </a:lnTo>
                  <a:lnTo>
                    <a:pt x="475737" y="660656"/>
                  </a:lnTo>
                  <a:lnTo>
                    <a:pt x="472674" y="660151"/>
                  </a:lnTo>
                  <a:lnTo>
                    <a:pt x="471149" y="661074"/>
                  </a:lnTo>
                  <a:lnTo>
                    <a:pt x="469672" y="662547"/>
                  </a:lnTo>
                  <a:lnTo>
                    <a:pt x="467536" y="665611"/>
                  </a:lnTo>
                  <a:lnTo>
                    <a:pt x="466556" y="665918"/>
                  </a:lnTo>
                  <a:lnTo>
                    <a:pt x="465006" y="666152"/>
                  </a:lnTo>
                  <a:lnTo>
                    <a:pt x="463919" y="666908"/>
                  </a:lnTo>
                  <a:lnTo>
                    <a:pt x="464135" y="668258"/>
                  </a:lnTo>
                  <a:lnTo>
                    <a:pt x="464348" y="670114"/>
                  </a:lnTo>
                  <a:lnTo>
                    <a:pt x="463954" y="671574"/>
                  </a:lnTo>
                  <a:lnTo>
                    <a:pt x="463347" y="672351"/>
                  </a:lnTo>
                  <a:lnTo>
                    <a:pt x="462415" y="672858"/>
                  </a:lnTo>
                  <a:lnTo>
                    <a:pt x="460895" y="673031"/>
                  </a:lnTo>
                  <a:lnTo>
                    <a:pt x="459645" y="673331"/>
                  </a:lnTo>
                  <a:lnTo>
                    <a:pt x="458095" y="675433"/>
                  </a:lnTo>
                  <a:lnTo>
                    <a:pt x="455725" y="675963"/>
                  </a:lnTo>
                  <a:lnTo>
                    <a:pt x="453143" y="676722"/>
                  </a:lnTo>
                  <a:lnTo>
                    <a:pt x="451338" y="677922"/>
                  </a:lnTo>
                  <a:lnTo>
                    <a:pt x="447433" y="679408"/>
                  </a:lnTo>
                  <a:lnTo>
                    <a:pt x="445172" y="680072"/>
                  </a:lnTo>
                  <a:lnTo>
                    <a:pt x="441394" y="681492"/>
                  </a:lnTo>
                  <a:lnTo>
                    <a:pt x="438351" y="681724"/>
                  </a:lnTo>
                  <a:lnTo>
                    <a:pt x="437892" y="680726"/>
                  </a:lnTo>
                  <a:lnTo>
                    <a:pt x="435548" y="682930"/>
                  </a:lnTo>
                  <a:lnTo>
                    <a:pt x="432926" y="682795"/>
                  </a:lnTo>
                  <a:lnTo>
                    <a:pt x="432443" y="683681"/>
                  </a:lnTo>
                  <a:lnTo>
                    <a:pt x="431804" y="684533"/>
                  </a:lnTo>
                  <a:lnTo>
                    <a:pt x="431098" y="684914"/>
                  </a:lnTo>
                  <a:lnTo>
                    <a:pt x="430206" y="685963"/>
                  </a:lnTo>
                  <a:lnTo>
                    <a:pt x="429693" y="688178"/>
                  </a:lnTo>
                  <a:lnTo>
                    <a:pt x="429302" y="690444"/>
                  </a:lnTo>
                  <a:lnTo>
                    <a:pt x="428514" y="691160"/>
                  </a:lnTo>
                  <a:lnTo>
                    <a:pt x="427458" y="690316"/>
                  </a:lnTo>
                  <a:lnTo>
                    <a:pt x="426679" y="689492"/>
                  </a:lnTo>
                  <a:lnTo>
                    <a:pt x="425344" y="690322"/>
                  </a:lnTo>
                  <a:lnTo>
                    <a:pt x="423535" y="690804"/>
                  </a:lnTo>
                  <a:lnTo>
                    <a:pt x="422118" y="690511"/>
                  </a:lnTo>
                  <a:lnTo>
                    <a:pt x="421392" y="689860"/>
                  </a:lnTo>
                  <a:lnTo>
                    <a:pt x="418419" y="690947"/>
                  </a:lnTo>
                  <a:lnTo>
                    <a:pt x="416869" y="692261"/>
                  </a:lnTo>
                  <a:lnTo>
                    <a:pt x="416580" y="692946"/>
                  </a:lnTo>
                  <a:lnTo>
                    <a:pt x="416199" y="693320"/>
                  </a:lnTo>
                  <a:lnTo>
                    <a:pt x="414418" y="694225"/>
                  </a:lnTo>
                  <a:lnTo>
                    <a:pt x="412989" y="693972"/>
                  </a:lnTo>
                  <a:lnTo>
                    <a:pt x="412764" y="694025"/>
                  </a:lnTo>
                  <a:lnTo>
                    <a:pt x="411409" y="694655"/>
                  </a:lnTo>
                  <a:lnTo>
                    <a:pt x="409497" y="695799"/>
                  </a:lnTo>
                  <a:lnTo>
                    <a:pt x="408123" y="696175"/>
                  </a:lnTo>
                  <a:lnTo>
                    <a:pt x="406972" y="696158"/>
                  </a:lnTo>
                  <a:lnTo>
                    <a:pt x="406237" y="697097"/>
                  </a:lnTo>
                  <a:lnTo>
                    <a:pt x="405639" y="698103"/>
                  </a:lnTo>
                  <a:lnTo>
                    <a:pt x="400629" y="699165"/>
                  </a:lnTo>
                  <a:lnTo>
                    <a:pt x="400124" y="699899"/>
                  </a:lnTo>
                  <a:lnTo>
                    <a:pt x="399111" y="700823"/>
                  </a:lnTo>
                  <a:lnTo>
                    <a:pt x="393901" y="701134"/>
                  </a:lnTo>
                  <a:lnTo>
                    <a:pt x="393471" y="701805"/>
                  </a:lnTo>
                  <a:lnTo>
                    <a:pt x="393281" y="702560"/>
                  </a:lnTo>
                  <a:lnTo>
                    <a:pt x="392634" y="702794"/>
                  </a:lnTo>
                  <a:lnTo>
                    <a:pt x="388881" y="701362"/>
                  </a:lnTo>
                  <a:lnTo>
                    <a:pt x="385878" y="699756"/>
                  </a:lnTo>
                  <a:lnTo>
                    <a:pt x="384712" y="700637"/>
                  </a:lnTo>
                  <a:lnTo>
                    <a:pt x="383721" y="702281"/>
                  </a:lnTo>
                  <a:lnTo>
                    <a:pt x="383374" y="704685"/>
                  </a:lnTo>
                  <a:lnTo>
                    <a:pt x="383374" y="706738"/>
                  </a:lnTo>
                  <a:lnTo>
                    <a:pt x="383374" y="708497"/>
                  </a:lnTo>
                  <a:lnTo>
                    <a:pt x="382923" y="709768"/>
                  </a:lnTo>
                  <a:lnTo>
                    <a:pt x="381924" y="711335"/>
                  </a:lnTo>
                  <a:lnTo>
                    <a:pt x="381856" y="712390"/>
                  </a:lnTo>
                  <a:lnTo>
                    <a:pt x="383207" y="713531"/>
                  </a:lnTo>
                  <a:lnTo>
                    <a:pt x="384904" y="714480"/>
                  </a:lnTo>
                  <a:lnTo>
                    <a:pt x="385905" y="714061"/>
                  </a:lnTo>
                  <a:lnTo>
                    <a:pt x="386744" y="713414"/>
                  </a:lnTo>
                  <a:lnTo>
                    <a:pt x="387472" y="713615"/>
                  </a:lnTo>
                  <a:lnTo>
                    <a:pt x="387984" y="714377"/>
                  </a:lnTo>
                  <a:lnTo>
                    <a:pt x="388163" y="715298"/>
                  </a:lnTo>
                  <a:lnTo>
                    <a:pt x="388068" y="715941"/>
                  </a:lnTo>
                  <a:lnTo>
                    <a:pt x="387750" y="716440"/>
                  </a:lnTo>
                  <a:lnTo>
                    <a:pt x="386642" y="717292"/>
                  </a:lnTo>
                  <a:lnTo>
                    <a:pt x="385627" y="717000"/>
                  </a:lnTo>
                  <a:lnTo>
                    <a:pt x="384688" y="717585"/>
                  </a:lnTo>
                  <a:lnTo>
                    <a:pt x="384200" y="718758"/>
                  </a:lnTo>
                  <a:lnTo>
                    <a:pt x="383937" y="720810"/>
                  </a:lnTo>
                  <a:lnTo>
                    <a:pt x="384351" y="722276"/>
                  </a:lnTo>
                  <a:lnTo>
                    <a:pt x="385619" y="722629"/>
                  </a:lnTo>
                  <a:lnTo>
                    <a:pt x="387049" y="723687"/>
                  </a:lnTo>
                  <a:lnTo>
                    <a:pt x="388631" y="724188"/>
                  </a:lnTo>
                  <a:lnTo>
                    <a:pt x="389581" y="724010"/>
                  </a:lnTo>
                  <a:lnTo>
                    <a:pt x="390789" y="725622"/>
                  </a:lnTo>
                  <a:lnTo>
                    <a:pt x="393610" y="727574"/>
                  </a:lnTo>
                  <a:lnTo>
                    <a:pt x="394364" y="729064"/>
                  </a:lnTo>
                  <a:lnTo>
                    <a:pt x="394383" y="730601"/>
                  </a:lnTo>
                  <a:lnTo>
                    <a:pt x="393865" y="731763"/>
                  </a:lnTo>
                  <a:lnTo>
                    <a:pt x="393151" y="732423"/>
                  </a:lnTo>
                  <a:lnTo>
                    <a:pt x="392179" y="732064"/>
                  </a:lnTo>
                  <a:lnTo>
                    <a:pt x="390257" y="731666"/>
                  </a:lnTo>
                  <a:lnTo>
                    <a:pt x="388148" y="731396"/>
                  </a:lnTo>
                  <a:lnTo>
                    <a:pt x="386640" y="730880"/>
                  </a:lnTo>
                  <a:lnTo>
                    <a:pt x="384438" y="731084"/>
                  </a:lnTo>
                  <a:lnTo>
                    <a:pt x="382627" y="731575"/>
                  </a:lnTo>
                  <a:lnTo>
                    <a:pt x="382163" y="732731"/>
                  </a:lnTo>
                  <a:lnTo>
                    <a:pt x="381461" y="734893"/>
                  </a:lnTo>
                  <a:lnTo>
                    <a:pt x="380876" y="736097"/>
                  </a:lnTo>
                  <a:lnTo>
                    <a:pt x="379844" y="738304"/>
                  </a:lnTo>
                  <a:lnTo>
                    <a:pt x="379527" y="740342"/>
                  </a:lnTo>
                  <a:lnTo>
                    <a:pt x="380059" y="743473"/>
                  </a:lnTo>
                  <a:lnTo>
                    <a:pt x="381856" y="748645"/>
                  </a:lnTo>
                  <a:lnTo>
                    <a:pt x="382026" y="750356"/>
                  </a:lnTo>
                  <a:lnTo>
                    <a:pt x="381380" y="752020"/>
                  </a:lnTo>
                  <a:lnTo>
                    <a:pt x="380140" y="753414"/>
                  </a:lnTo>
                  <a:lnTo>
                    <a:pt x="378345" y="755853"/>
                  </a:lnTo>
                  <a:lnTo>
                    <a:pt x="376403" y="755986"/>
                  </a:lnTo>
                  <a:lnTo>
                    <a:pt x="375565" y="756599"/>
                  </a:lnTo>
                  <a:lnTo>
                    <a:pt x="373387" y="759586"/>
                  </a:lnTo>
                  <a:lnTo>
                    <a:pt x="371477" y="761006"/>
                  </a:lnTo>
                  <a:lnTo>
                    <a:pt x="371077" y="762283"/>
                  </a:lnTo>
                  <a:lnTo>
                    <a:pt x="371499" y="763542"/>
                  </a:lnTo>
                  <a:lnTo>
                    <a:pt x="373917" y="765197"/>
                  </a:lnTo>
                  <a:lnTo>
                    <a:pt x="375133" y="767018"/>
                  </a:lnTo>
                  <a:lnTo>
                    <a:pt x="375484" y="769060"/>
                  </a:lnTo>
                  <a:lnTo>
                    <a:pt x="376010" y="770618"/>
                  </a:lnTo>
                  <a:lnTo>
                    <a:pt x="377891" y="771629"/>
                  </a:lnTo>
                  <a:lnTo>
                    <a:pt x="381788" y="773990"/>
                  </a:lnTo>
                  <a:lnTo>
                    <a:pt x="382013" y="774236"/>
                  </a:lnTo>
                  <a:lnTo>
                    <a:pt x="382257" y="775310"/>
                  </a:lnTo>
                  <a:lnTo>
                    <a:pt x="386212" y="776802"/>
                  </a:lnTo>
                  <a:lnTo>
                    <a:pt x="386759" y="777604"/>
                  </a:lnTo>
                  <a:lnTo>
                    <a:pt x="388387" y="780267"/>
                  </a:lnTo>
                  <a:lnTo>
                    <a:pt x="388732" y="783072"/>
                  </a:lnTo>
                  <a:lnTo>
                    <a:pt x="387905" y="785811"/>
                  </a:lnTo>
                  <a:lnTo>
                    <a:pt x="387369" y="790148"/>
                  </a:lnTo>
                  <a:lnTo>
                    <a:pt x="386511" y="793966"/>
                  </a:lnTo>
                  <a:lnTo>
                    <a:pt x="384664" y="796514"/>
                  </a:lnTo>
                  <a:lnTo>
                    <a:pt x="381433" y="798857"/>
                  </a:lnTo>
                  <a:lnTo>
                    <a:pt x="377978" y="799796"/>
                  </a:lnTo>
                  <a:lnTo>
                    <a:pt x="376507" y="799634"/>
                  </a:lnTo>
                  <a:lnTo>
                    <a:pt x="375557" y="799340"/>
                  </a:lnTo>
                  <a:lnTo>
                    <a:pt x="374004" y="798601"/>
                  </a:lnTo>
                  <a:lnTo>
                    <a:pt x="372853" y="796662"/>
                  </a:lnTo>
                  <a:lnTo>
                    <a:pt x="372006" y="794759"/>
                  </a:lnTo>
                  <a:lnTo>
                    <a:pt x="371398" y="794283"/>
                  </a:lnTo>
                  <a:lnTo>
                    <a:pt x="370793" y="794596"/>
                  </a:lnTo>
                  <a:lnTo>
                    <a:pt x="370224" y="795791"/>
                  </a:lnTo>
                  <a:lnTo>
                    <a:pt x="369459" y="799014"/>
                  </a:lnTo>
                  <a:lnTo>
                    <a:pt x="368603" y="802210"/>
                  </a:lnTo>
                  <a:lnTo>
                    <a:pt x="367907" y="803335"/>
                  </a:lnTo>
                  <a:lnTo>
                    <a:pt x="365317" y="804845"/>
                  </a:lnTo>
                  <a:lnTo>
                    <a:pt x="365031" y="804306"/>
                  </a:lnTo>
                  <a:lnTo>
                    <a:pt x="365327" y="802187"/>
                  </a:lnTo>
                  <a:lnTo>
                    <a:pt x="365000" y="801552"/>
                  </a:lnTo>
                  <a:lnTo>
                    <a:pt x="364514" y="801076"/>
                  </a:lnTo>
                  <a:lnTo>
                    <a:pt x="361318" y="800263"/>
                  </a:lnTo>
                  <a:lnTo>
                    <a:pt x="360108" y="799663"/>
                  </a:lnTo>
                  <a:lnTo>
                    <a:pt x="359206" y="799430"/>
                  </a:lnTo>
                  <a:lnTo>
                    <a:pt x="358057" y="798889"/>
                  </a:lnTo>
                  <a:lnTo>
                    <a:pt x="357266" y="797625"/>
                  </a:lnTo>
                  <a:lnTo>
                    <a:pt x="355568" y="793751"/>
                  </a:lnTo>
                  <a:lnTo>
                    <a:pt x="354239" y="790715"/>
                  </a:lnTo>
                  <a:lnTo>
                    <a:pt x="352101" y="787974"/>
                  </a:lnTo>
                  <a:lnTo>
                    <a:pt x="350162" y="787444"/>
                  </a:lnTo>
                  <a:lnTo>
                    <a:pt x="350006" y="787724"/>
                  </a:lnTo>
                  <a:lnTo>
                    <a:pt x="348534" y="787825"/>
                  </a:lnTo>
                  <a:lnTo>
                    <a:pt x="346079" y="787229"/>
                  </a:lnTo>
                  <a:lnTo>
                    <a:pt x="345352" y="788474"/>
                  </a:lnTo>
                  <a:lnTo>
                    <a:pt x="344808" y="790422"/>
                  </a:lnTo>
                  <a:lnTo>
                    <a:pt x="344091" y="792071"/>
                  </a:lnTo>
                  <a:lnTo>
                    <a:pt x="343001" y="792946"/>
                  </a:lnTo>
                  <a:lnTo>
                    <a:pt x="341688" y="793143"/>
                  </a:lnTo>
                  <a:lnTo>
                    <a:pt x="340215" y="791439"/>
                  </a:lnTo>
                  <a:lnTo>
                    <a:pt x="338699" y="788795"/>
                  </a:lnTo>
                  <a:lnTo>
                    <a:pt x="336800" y="787933"/>
                  </a:lnTo>
                  <a:lnTo>
                    <a:pt x="334959" y="788513"/>
                  </a:lnTo>
                  <a:lnTo>
                    <a:pt x="334286" y="788926"/>
                  </a:lnTo>
                  <a:lnTo>
                    <a:pt x="332354" y="790425"/>
                  </a:lnTo>
                  <a:lnTo>
                    <a:pt x="331749" y="789727"/>
                  </a:lnTo>
                  <a:lnTo>
                    <a:pt x="330891" y="789282"/>
                  </a:lnTo>
                  <a:lnTo>
                    <a:pt x="329008" y="791748"/>
                  </a:lnTo>
                  <a:lnTo>
                    <a:pt x="326946" y="794450"/>
                  </a:lnTo>
                  <a:lnTo>
                    <a:pt x="326498" y="796470"/>
                  </a:lnTo>
                  <a:lnTo>
                    <a:pt x="325876" y="798324"/>
                  </a:lnTo>
                  <a:lnTo>
                    <a:pt x="324507" y="800090"/>
                  </a:lnTo>
                  <a:lnTo>
                    <a:pt x="323013" y="801618"/>
                  </a:lnTo>
                  <a:lnTo>
                    <a:pt x="321748" y="802185"/>
                  </a:lnTo>
                  <a:lnTo>
                    <a:pt x="320114" y="801626"/>
                  </a:lnTo>
                  <a:lnTo>
                    <a:pt x="318057" y="799750"/>
                  </a:lnTo>
                  <a:lnTo>
                    <a:pt x="316172" y="797402"/>
                  </a:lnTo>
                  <a:lnTo>
                    <a:pt x="314124" y="793707"/>
                  </a:lnTo>
                  <a:lnTo>
                    <a:pt x="312456" y="791592"/>
                  </a:lnTo>
                  <a:lnTo>
                    <a:pt x="310857" y="789916"/>
                  </a:lnTo>
                  <a:lnTo>
                    <a:pt x="309886" y="789517"/>
                  </a:lnTo>
                  <a:lnTo>
                    <a:pt x="309106" y="790148"/>
                  </a:lnTo>
                  <a:lnTo>
                    <a:pt x="308801" y="791454"/>
                  </a:lnTo>
                  <a:lnTo>
                    <a:pt x="309023" y="792481"/>
                  </a:lnTo>
                  <a:lnTo>
                    <a:pt x="309485" y="793409"/>
                  </a:lnTo>
                  <a:lnTo>
                    <a:pt x="309844" y="796329"/>
                  </a:lnTo>
                  <a:lnTo>
                    <a:pt x="309981" y="799901"/>
                  </a:lnTo>
                  <a:lnTo>
                    <a:pt x="309824" y="801927"/>
                  </a:lnTo>
                  <a:lnTo>
                    <a:pt x="309370" y="803136"/>
                  </a:lnTo>
                  <a:lnTo>
                    <a:pt x="308906" y="803576"/>
                  </a:lnTo>
                  <a:lnTo>
                    <a:pt x="308475" y="803417"/>
                  </a:lnTo>
                  <a:lnTo>
                    <a:pt x="307954" y="802158"/>
                  </a:lnTo>
                  <a:lnTo>
                    <a:pt x="307635" y="799495"/>
                  </a:lnTo>
                  <a:lnTo>
                    <a:pt x="307386" y="796351"/>
                  </a:lnTo>
                  <a:lnTo>
                    <a:pt x="305983" y="792399"/>
                  </a:lnTo>
                  <a:lnTo>
                    <a:pt x="304770" y="789986"/>
                  </a:lnTo>
                  <a:lnTo>
                    <a:pt x="304187" y="788655"/>
                  </a:lnTo>
                  <a:lnTo>
                    <a:pt x="303072" y="786456"/>
                  </a:lnTo>
                  <a:lnTo>
                    <a:pt x="302110" y="785097"/>
                  </a:lnTo>
                  <a:lnTo>
                    <a:pt x="300062" y="783544"/>
                  </a:lnTo>
                  <a:lnTo>
                    <a:pt x="299058" y="782419"/>
                  </a:lnTo>
                  <a:lnTo>
                    <a:pt x="297316" y="778053"/>
                  </a:lnTo>
                  <a:lnTo>
                    <a:pt x="296339" y="776724"/>
                  </a:lnTo>
                  <a:lnTo>
                    <a:pt x="295084" y="775606"/>
                  </a:lnTo>
                  <a:lnTo>
                    <a:pt x="294053" y="775274"/>
                  </a:lnTo>
                  <a:lnTo>
                    <a:pt x="293826" y="775529"/>
                  </a:lnTo>
                  <a:lnTo>
                    <a:pt x="291681" y="776157"/>
                  </a:lnTo>
                  <a:lnTo>
                    <a:pt x="290139" y="776062"/>
                  </a:lnTo>
                  <a:lnTo>
                    <a:pt x="289207" y="775245"/>
                  </a:lnTo>
                  <a:lnTo>
                    <a:pt x="288158" y="775140"/>
                  </a:lnTo>
                  <a:lnTo>
                    <a:pt x="287102" y="775689"/>
                  </a:lnTo>
                  <a:lnTo>
                    <a:pt x="286904" y="775653"/>
                  </a:lnTo>
                  <a:lnTo>
                    <a:pt x="286375" y="775627"/>
                  </a:lnTo>
                  <a:lnTo>
                    <a:pt x="285524" y="774725"/>
                  </a:lnTo>
                  <a:lnTo>
                    <a:pt x="284693" y="772300"/>
                  </a:lnTo>
                  <a:lnTo>
                    <a:pt x="283649" y="769728"/>
                  </a:lnTo>
                  <a:lnTo>
                    <a:pt x="282378" y="768898"/>
                  </a:lnTo>
                  <a:lnTo>
                    <a:pt x="279970" y="769981"/>
                  </a:lnTo>
                  <a:lnTo>
                    <a:pt x="277339" y="773482"/>
                  </a:lnTo>
                  <a:lnTo>
                    <a:pt x="275450" y="775558"/>
                  </a:lnTo>
                  <a:lnTo>
                    <a:pt x="273910" y="775616"/>
                  </a:lnTo>
                  <a:lnTo>
                    <a:pt x="273031" y="775933"/>
                  </a:lnTo>
                  <a:lnTo>
                    <a:pt x="272446" y="775813"/>
                  </a:lnTo>
                  <a:lnTo>
                    <a:pt x="271953" y="775161"/>
                  </a:lnTo>
                  <a:lnTo>
                    <a:pt x="271835" y="773897"/>
                  </a:lnTo>
                  <a:lnTo>
                    <a:pt x="271599" y="772293"/>
                  </a:lnTo>
                  <a:lnTo>
                    <a:pt x="270390" y="770727"/>
                  </a:lnTo>
                  <a:lnTo>
                    <a:pt x="268737" y="769718"/>
                  </a:lnTo>
                  <a:lnTo>
                    <a:pt x="267199" y="768608"/>
                  </a:lnTo>
                  <a:lnTo>
                    <a:pt x="266194" y="768312"/>
                  </a:lnTo>
                  <a:lnTo>
                    <a:pt x="265765" y="769909"/>
                  </a:lnTo>
                  <a:lnTo>
                    <a:pt x="264491" y="772450"/>
                  </a:lnTo>
                  <a:lnTo>
                    <a:pt x="263041" y="774919"/>
                  </a:lnTo>
                  <a:lnTo>
                    <a:pt x="261195" y="778934"/>
                  </a:lnTo>
                  <a:lnTo>
                    <a:pt x="260690" y="780357"/>
                  </a:lnTo>
                  <a:lnTo>
                    <a:pt x="259982" y="781305"/>
                  </a:lnTo>
                  <a:lnTo>
                    <a:pt x="258369" y="782336"/>
                  </a:lnTo>
                  <a:lnTo>
                    <a:pt x="256410" y="784033"/>
                  </a:lnTo>
                  <a:lnTo>
                    <a:pt x="255160" y="785962"/>
                  </a:lnTo>
                  <a:lnTo>
                    <a:pt x="253389" y="786837"/>
                  </a:lnTo>
                  <a:lnTo>
                    <a:pt x="251479" y="787389"/>
                  </a:lnTo>
                  <a:lnTo>
                    <a:pt x="250645" y="789061"/>
                  </a:lnTo>
                  <a:lnTo>
                    <a:pt x="250132" y="791790"/>
                  </a:lnTo>
                  <a:lnTo>
                    <a:pt x="249496" y="794241"/>
                  </a:lnTo>
                  <a:lnTo>
                    <a:pt x="246489" y="797954"/>
                  </a:lnTo>
                  <a:lnTo>
                    <a:pt x="244844" y="800362"/>
                  </a:lnTo>
                  <a:lnTo>
                    <a:pt x="243647" y="801640"/>
                  </a:lnTo>
                  <a:lnTo>
                    <a:pt x="242811" y="801476"/>
                  </a:lnTo>
                  <a:lnTo>
                    <a:pt x="241907" y="801092"/>
                  </a:lnTo>
                  <a:lnTo>
                    <a:pt x="241566" y="801304"/>
                  </a:lnTo>
                  <a:lnTo>
                    <a:pt x="242030" y="803146"/>
                  </a:lnTo>
                  <a:lnTo>
                    <a:pt x="242422" y="808955"/>
                  </a:lnTo>
                  <a:lnTo>
                    <a:pt x="242977" y="812657"/>
                  </a:lnTo>
                  <a:lnTo>
                    <a:pt x="243379" y="814786"/>
                  </a:lnTo>
                  <a:lnTo>
                    <a:pt x="243756" y="816458"/>
                  </a:lnTo>
                  <a:lnTo>
                    <a:pt x="244043" y="819020"/>
                  </a:lnTo>
                  <a:lnTo>
                    <a:pt x="243668" y="820519"/>
                  </a:lnTo>
                  <a:lnTo>
                    <a:pt x="243086" y="821526"/>
                  </a:lnTo>
                  <a:lnTo>
                    <a:pt x="241281" y="823111"/>
                  </a:lnTo>
                  <a:lnTo>
                    <a:pt x="239399" y="824476"/>
                  </a:lnTo>
                  <a:lnTo>
                    <a:pt x="238271" y="823597"/>
                  </a:lnTo>
                  <a:lnTo>
                    <a:pt x="237020" y="821420"/>
                  </a:lnTo>
                  <a:lnTo>
                    <a:pt x="236527" y="820294"/>
                  </a:lnTo>
                  <a:lnTo>
                    <a:pt x="235157" y="816642"/>
                  </a:lnTo>
                  <a:lnTo>
                    <a:pt x="232760" y="811066"/>
                  </a:lnTo>
                  <a:lnTo>
                    <a:pt x="231126" y="808239"/>
                  </a:lnTo>
                  <a:lnTo>
                    <a:pt x="229921" y="807188"/>
                  </a:lnTo>
                  <a:lnTo>
                    <a:pt x="228831" y="807508"/>
                  </a:lnTo>
                  <a:lnTo>
                    <a:pt x="227986" y="808831"/>
                  </a:lnTo>
                  <a:lnTo>
                    <a:pt x="227386" y="810008"/>
                  </a:lnTo>
                  <a:lnTo>
                    <a:pt x="226819" y="811326"/>
                  </a:lnTo>
                  <a:lnTo>
                    <a:pt x="226459" y="812982"/>
                  </a:lnTo>
                  <a:lnTo>
                    <a:pt x="226492" y="815265"/>
                  </a:lnTo>
                  <a:lnTo>
                    <a:pt x="226464" y="817680"/>
                  </a:lnTo>
                  <a:lnTo>
                    <a:pt x="225932" y="819382"/>
                  </a:lnTo>
                  <a:lnTo>
                    <a:pt x="224584" y="821209"/>
                  </a:lnTo>
                  <a:lnTo>
                    <a:pt x="223021" y="823760"/>
                  </a:lnTo>
                  <a:lnTo>
                    <a:pt x="221858" y="828363"/>
                  </a:lnTo>
                  <a:lnTo>
                    <a:pt x="221104" y="834117"/>
                  </a:lnTo>
                  <a:lnTo>
                    <a:pt x="220864" y="838110"/>
                  </a:lnTo>
                  <a:lnTo>
                    <a:pt x="221442" y="839979"/>
                  </a:lnTo>
                  <a:lnTo>
                    <a:pt x="222583" y="841494"/>
                  </a:lnTo>
                  <a:lnTo>
                    <a:pt x="223318" y="843051"/>
                  </a:lnTo>
                  <a:lnTo>
                    <a:pt x="223468" y="844516"/>
                  </a:lnTo>
                  <a:lnTo>
                    <a:pt x="223274" y="846052"/>
                  </a:lnTo>
                  <a:lnTo>
                    <a:pt x="222683" y="847825"/>
                  </a:lnTo>
                  <a:lnTo>
                    <a:pt x="221442" y="849855"/>
                  </a:lnTo>
                  <a:lnTo>
                    <a:pt x="219735" y="854703"/>
                  </a:lnTo>
                  <a:lnTo>
                    <a:pt x="218674" y="861549"/>
                  </a:lnTo>
                  <a:lnTo>
                    <a:pt x="219262" y="866325"/>
                  </a:lnTo>
                  <a:lnTo>
                    <a:pt x="221444" y="868945"/>
                  </a:lnTo>
                  <a:lnTo>
                    <a:pt x="223161" y="870101"/>
                  </a:lnTo>
                  <a:lnTo>
                    <a:pt x="223846" y="871637"/>
                  </a:lnTo>
                  <a:lnTo>
                    <a:pt x="224464" y="874754"/>
                  </a:lnTo>
                  <a:lnTo>
                    <a:pt x="224378" y="877912"/>
                  </a:lnTo>
                  <a:lnTo>
                    <a:pt x="224171" y="880052"/>
                  </a:lnTo>
                  <a:lnTo>
                    <a:pt x="224597" y="882148"/>
                  </a:lnTo>
                  <a:lnTo>
                    <a:pt x="225406" y="884638"/>
                  </a:lnTo>
                  <a:lnTo>
                    <a:pt x="226432" y="886162"/>
                  </a:lnTo>
                  <a:lnTo>
                    <a:pt x="227510" y="885343"/>
                  </a:lnTo>
                  <a:lnTo>
                    <a:pt x="228585" y="884301"/>
                  </a:lnTo>
                  <a:lnTo>
                    <a:pt x="229928" y="884712"/>
                  </a:lnTo>
                  <a:lnTo>
                    <a:pt x="233726" y="885578"/>
                  </a:lnTo>
                  <a:lnTo>
                    <a:pt x="235716" y="886029"/>
                  </a:lnTo>
                  <a:lnTo>
                    <a:pt x="236364" y="887111"/>
                  </a:lnTo>
                  <a:lnTo>
                    <a:pt x="237598" y="890623"/>
                  </a:lnTo>
                  <a:lnTo>
                    <a:pt x="239158" y="894567"/>
                  </a:lnTo>
                  <a:lnTo>
                    <a:pt x="240742" y="898570"/>
                  </a:lnTo>
                  <a:lnTo>
                    <a:pt x="241289" y="900305"/>
                  </a:lnTo>
                  <a:lnTo>
                    <a:pt x="242579" y="905086"/>
                  </a:lnTo>
                  <a:lnTo>
                    <a:pt x="243913" y="909387"/>
                  </a:lnTo>
                  <a:lnTo>
                    <a:pt x="245362" y="914716"/>
                  </a:lnTo>
                  <a:lnTo>
                    <a:pt x="245259" y="916158"/>
                  </a:lnTo>
                  <a:lnTo>
                    <a:pt x="244501" y="916760"/>
                  </a:lnTo>
                  <a:lnTo>
                    <a:pt x="243284" y="916614"/>
                  </a:lnTo>
                  <a:lnTo>
                    <a:pt x="242343" y="915832"/>
                  </a:lnTo>
                  <a:lnTo>
                    <a:pt x="241815" y="915186"/>
                  </a:lnTo>
                  <a:lnTo>
                    <a:pt x="241341" y="914972"/>
                  </a:lnTo>
                  <a:lnTo>
                    <a:pt x="240808" y="915232"/>
                  </a:lnTo>
                  <a:lnTo>
                    <a:pt x="240356" y="915906"/>
                  </a:lnTo>
                  <a:lnTo>
                    <a:pt x="240172" y="916961"/>
                  </a:lnTo>
                  <a:lnTo>
                    <a:pt x="240249" y="918399"/>
                  </a:lnTo>
                  <a:lnTo>
                    <a:pt x="240613" y="919709"/>
                  </a:lnTo>
                  <a:lnTo>
                    <a:pt x="241122" y="920552"/>
                  </a:lnTo>
                  <a:lnTo>
                    <a:pt x="241396" y="920866"/>
                  </a:lnTo>
                  <a:lnTo>
                    <a:pt x="243260" y="922595"/>
                  </a:lnTo>
                  <a:lnTo>
                    <a:pt x="245357" y="924540"/>
                  </a:lnTo>
                  <a:lnTo>
                    <a:pt x="247916" y="927297"/>
                  </a:lnTo>
                  <a:lnTo>
                    <a:pt x="248460" y="927642"/>
                  </a:lnTo>
                  <a:lnTo>
                    <a:pt x="248615" y="928988"/>
                  </a:lnTo>
                  <a:lnTo>
                    <a:pt x="247248" y="929279"/>
                  </a:lnTo>
                  <a:lnTo>
                    <a:pt x="247079" y="930854"/>
                  </a:lnTo>
                  <a:lnTo>
                    <a:pt x="246727" y="932014"/>
                  </a:lnTo>
                  <a:lnTo>
                    <a:pt x="243665" y="934635"/>
                  </a:lnTo>
                  <a:lnTo>
                    <a:pt x="242900" y="934628"/>
                  </a:lnTo>
                  <a:lnTo>
                    <a:pt x="242231" y="935058"/>
                  </a:lnTo>
                  <a:lnTo>
                    <a:pt x="242272" y="936755"/>
                  </a:lnTo>
                  <a:lnTo>
                    <a:pt x="242455" y="938307"/>
                  </a:lnTo>
                  <a:lnTo>
                    <a:pt x="242980" y="939952"/>
                  </a:lnTo>
                  <a:lnTo>
                    <a:pt x="242752" y="940653"/>
                  </a:lnTo>
                  <a:lnTo>
                    <a:pt x="242299" y="940888"/>
                  </a:lnTo>
                  <a:lnTo>
                    <a:pt x="241706" y="940389"/>
                  </a:lnTo>
                  <a:lnTo>
                    <a:pt x="241157" y="939529"/>
                  </a:lnTo>
                  <a:lnTo>
                    <a:pt x="240569" y="939314"/>
                  </a:lnTo>
                  <a:lnTo>
                    <a:pt x="239998" y="939529"/>
                  </a:lnTo>
                  <a:lnTo>
                    <a:pt x="237393" y="944171"/>
                  </a:lnTo>
                  <a:lnTo>
                    <a:pt x="236275" y="945376"/>
                  </a:lnTo>
                  <a:lnTo>
                    <a:pt x="235067" y="945849"/>
                  </a:lnTo>
                  <a:lnTo>
                    <a:pt x="232539" y="947561"/>
                  </a:lnTo>
                  <a:lnTo>
                    <a:pt x="231787" y="947475"/>
                  </a:lnTo>
                  <a:lnTo>
                    <a:pt x="231073" y="946878"/>
                  </a:lnTo>
                  <a:lnTo>
                    <a:pt x="230491" y="947748"/>
                  </a:lnTo>
                  <a:lnTo>
                    <a:pt x="230303" y="949896"/>
                  </a:lnTo>
                  <a:lnTo>
                    <a:pt x="229630" y="948411"/>
                  </a:lnTo>
                  <a:lnTo>
                    <a:pt x="228885" y="947232"/>
                  </a:lnTo>
                  <a:lnTo>
                    <a:pt x="228556" y="946836"/>
                  </a:lnTo>
                  <a:lnTo>
                    <a:pt x="228373" y="947069"/>
                  </a:lnTo>
                  <a:lnTo>
                    <a:pt x="229065" y="949374"/>
                  </a:lnTo>
                  <a:lnTo>
                    <a:pt x="229125" y="951486"/>
                  </a:lnTo>
                  <a:lnTo>
                    <a:pt x="228955" y="952647"/>
                  </a:lnTo>
                  <a:lnTo>
                    <a:pt x="228661" y="953706"/>
                  </a:lnTo>
                  <a:lnTo>
                    <a:pt x="228273" y="954357"/>
                  </a:lnTo>
                  <a:lnTo>
                    <a:pt x="227803" y="954712"/>
                  </a:lnTo>
                  <a:lnTo>
                    <a:pt x="227553" y="958443"/>
                  </a:lnTo>
                  <a:lnTo>
                    <a:pt x="227101" y="960720"/>
                  </a:lnTo>
                  <a:lnTo>
                    <a:pt x="226475" y="962737"/>
                  </a:lnTo>
                  <a:lnTo>
                    <a:pt x="225627" y="966436"/>
                  </a:lnTo>
                  <a:lnTo>
                    <a:pt x="224946" y="968051"/>
                  </a:lnTo>
                  <a:lnTo>
                    <a:pt x="224415" y="969933"/>
                  </a:lnTo>
                  <a:lnTo>
                    <a:pt x="224064" y="972561"/>
                  </a:lnTo>
                  <a:lnTo>
                    <a:pt x="223558" y="971944"/>
                  </a:lnTo>
                  <a:lnTo>
                    <a:pt x="223145" y="970815"/>
                  </a:lnTo>
                  <a:lnTo>
                    <a:pt x="222927" y="972307"/>
                  </a:lnTo>
                  <a:lnTo>
                    <a:pt x="222629" y="973578"/>
                  </a:lnTo>
                  <a:lnTo>
                    <a:pt x="221309" y="975479"/>
                  </a:lnTo>
                  <a:lnTo>
                    <a:pt x="220333" y="977303"/>
                  </a:lnTo>
                  <a:lnTo>
                    <a:pt x="219888" y="980135"/>
                  </a:lnTo>
                  <a:lnTo>
                    <a:pt x="219787" y="981830"/>
                  </a:lnTo>
                  <a:lnTo>
                    <a:pt x="219943" y="983357"/>
                  </a:lnTo>
                  <a:lnTo>
                    <a:pt x="220308" y="984273"/>
                  </a:lnTo>
                  <a:lnTo>
                    <a:pt x="222155" y="985263"/>
                  </a:lnTo>
                  <a:lnTo>
                    <a:pt x="223380" y="986560"/>
                  </a:lnTo>
                  <a:lnTo>
                    <a:pt x="224505" y="988970"/>
                  </a:lnTo>
                  <a:lnTo>
                    <a:pt x="225723" y="991018"/>
                  </a:lnTo>
                  <a:lnTo>
                    <a:pt x="226599" y="993655"/>
                  </a:lnTo>
                  <a:lnTo>
                    <a:pt x="227217" y="996899"/>
                  </a:lnTo>
                  <a:lnTo>
                    <a:pt x="227986" y="1003207"/>
                  </a:lnTo>
                  <a:lnTo>
                    <a:pt x="228367" y="1009851"/>
                  </a:lnTo>
                  <a:lnTo>
                    <a:pt x="229501" y="1001588"/>
                  </a:lnTo>
                  <a:lnTo>
                    <a:pt x="230453" y="1000112"/>
                  </a:lnTo>
                  <a:lnTo>
                    <a:pt x="230241" y="1002436"/>
                  </a:lnTo>
                  <a:lnTo>
                    <a:pt x="229562" y="1006012"/>
                  </a:lnTo>
                  <a:lnTo>
                    <a:pt x="228892" y="1011190"/>
                  </a:lnTo>
                  <a:lnTo>
                    <a:pt x="228674" y="1014973"/>
                  </a:lnTo>
                  <a:lnTo>
                    <a:pt x="228922" y="1018251"/>
                  </a:lnTo>
                  <a:lnTo>
                    <a:pt x="228936" y="1019788"/>
                  </a:lnTo>
                  <a:lnTo>
                    <a:pt x="228372" y="1025216"/>
                  </a:lnTo>
                  <a:lnTo>
                    <a:pt x="228663" y="1026259"/>
                  </a:lnTo>
                  <a:lnTo>
                    <a:pt x="229119" y="1027223"/>
                  </a:lnTo>
                  <a:lnTo>
                    <a:pt x="230321" y="1029104"/>
                  </a:lnTo>
                  <a:lnTo>
                    <a:pt x="231164" y="1031838"/>
                  </a:lnTo>
                  <a:lnTo>
                    <a:pt x="231376" y="1035686"/>
                  </a:lnTo>
                  <a:lnTo>
                    <a:pt x="231853" y="1036748"/>
                  </a:lnTo>
                  <a:lnTo>
                    <a:pt x="232450" y="1037673"/>
                  </a:lnTo>
                  <a:lnTo>
                    <a:pt x="235378" y="1045349"/>
                  </a:lnTo>
                  <a:lnTo>
                    <a:pt x="237064" y="1050454"/>
                  </a:lnTo>
                  <a:lnTo>
                    <a:pt x="237908" y="1053430"/>
                  </a:lnTo>
                  <a:lnTo>
                    <a:pt x="238826" y="1057177"/>
                  </a:lnTo>
                  <a:lnTo>
                    <a:pt x="239309" y="1058047"/>
                  </a:lnTo>
                  <a:lnTo>
                    <a:pt x="239881" y="1058604"/>
                  </a:lnTo>
                  <a:lnTo>
                    <a:pt x="240973" y="1060396"/>
                  </a:lnTo>
                  <a:lnTo>
                    <a:pt x="240357" y="1062321"/>
                  </a:lnTo>
                  <a:lnTo>
                    <a:pt x="239358" y="1065749"/>
                  </a:lnTo>
                  <a:lnTo>
                    <a:pt x="238912" y="1067564"/>
                  </a:lnTo>
                  <a:lnTo>
                    <a:pt x="237853" y="1069245"/>
                  </a:lnTo>
                  <a:lnTo>
                    <a:pt x="236083" y="1071025"/>
                  </a:lnTo>
                  <a:lnTo>
                    <a:pt x="235104" y="1071796"/>
                  </a:lnTo>
                  <a:lnTo>
                    <a:pt x="234055" y="1075481"/>
                  </a:lnTo>
                  <a:lnTo>
                    <a:pt x="232891" y="1079063"/>
                  </a:lnTo>
                  <a:lnTo>
                    <a:pt x="232094" y="1079462"/>
                  </a:lnTo>
                  <a:lnTo>
                    <a:pt x="229832" y="1078905"/>
                  </a:lnTo>
                  <a:lnTo>
                    <a:pt x="229024" y="1078581"/>
                  </a:lnTo>
                  <a:lnTo>
                    <a:pt x="226719" y="1077005"/>
                  </a:lnTo>
                  <a:lnTo>
                    <a:pt x="226077" y="1076039"/>
                  </a:lnTo>
                  <a:lnTo>
                    <a:pt x="225443" y="1071887"/>
                  </a:lnTo>
                  <a:lnTo>
                    <a:pt x="224731" y="1070101"/>
                  </a:lnTo>
                  <a:lnTo>
                    <a:pt x="223838" y="1068959"/>
                  </a:lnTo>
                  <a:lnTo>
                    <a:pt x="223227" y="1067990"/>
                  </a:lnTo>
                  <a:lnTo>
                    <a:pt x="222973" y="1066988"/>
                  </a:lnTo>
                  <a:lnTo>
                    <a:pt x="222327" y="1065540"/>
                  </a:lnTo>
                  <a:lnTo>
                    <a:pt x="221131" y="1063383"/>
                  </a:lnTo>
                  <a:lnTo>
                    <a:pt x="220265" y="1061338"/>
                  </a:lnTo>
                  <a:lnTo>
                    <a:pt x="219596" y="1060784"/>
                  </a:lnTo>
                  <a:lnTo>
                    <a:pt x="218752" y="1061506"/>
                  </a:lnTo>
                  <a:lnTo>
                    <a:pt x="218244" y="1061708"/>
                  </a:lnTo>
                  <a:lnTo>
                    <a:pt x="218026" y="1061347"/>
                  </a:lnTo>
                  <a:lnTo>
                    <a:pt x="217862" y="1059630"/>
                  </a:lnTo>
                  <a:lnTo>
                    <a:pt x="216638" y="1059023"/>
                  </a:lnTo>
                  <a:lnTo>
                    <a:pt x="216430" y="1058619"/>
                  </a:lnTo>
                  <a:lnTo>
                    <a:pt x="214797" y="1056972"/>
                  </a:lnTo>
                  <a:lnTo>
                    <a:pt x="214172" y="1056099"/>
                  </a:lnTo>
                  <a:lnTo>
                    <a:pt x="213571" y="1056036"/>
                  </a:lnTo>
                  <a:lnTo>
                    <a:pt x="212307" y="1055542"/>
                  </a:lnTo>
                  <a:lnTo>
                    <a:pt x="211234" y="1054755"/>
                  </a:lnTo>
                  <a:lnTo>
                    <a:pt x="210739" y="1053711"/>
                  </a:lnTo>
                  <a:lnTo>
                    <a:pt x="210008" y="1052552"/>
                  </a:lnTo>
                  <a:lnTo>
                    <a:pt x="208652" y="1051106"/>
                  </a:lnTo>
                  <a:lnTo>
                    <a:pt x="207652" y="1049741"/>
                  </a:lnTo>
                  <a:lnTo>
                    <a:pt x="207604" y="1048865"/>
                  </a:lnTo>
                  <a:lnTo>
                    <a:pt x="208218" y="1045241"/>
                  </a:lnTo>
                  <a:lnTo>
                    <a:pt x="208663" y="1041764"/>
                  </a:lnTo>
                  <a:lnTo>
                    <a:pt x="208410" y="1041082"/>
                  </a:lnTo>
                  <a:lnTo>
                    <a:pt x="207845" y="1040504"/>
                  </a:lnTo>
                  <a:lnTo>
                    <a:pt x="206793" y="1039970"/>
                  </a:lnTo>
                  <a:lnTo>
                    <a:pt x="204305" y="1040146"/>
                  </a:lnTo>
                  <a:lnTo>
                    <a:pt x="202765" y="1036646"/>
                  </a:lnTo>
                  <a:lnTo>
                    <a:pt x="202221" y="1035855"/>
                  </a:lnTo>
                  <a:lnTo>
                    <a:pt x="201214" y="1035290"/>
                  </a:lnTo>
                  <a:lnTo>
                    <a:pt x="199758" y="1034222"/>
                  </a:lnTo>
                  <a:lnTo>
                    <a:pt x="198936" y="1033450"/>
                  </a:lnTo>
                  <a:lnTo>
                    <a:pt x="198703" y="1033733"/>
                  </a:lnTo>
                  <a:lnTo>
                    <a:pt x="197802" y="1037575"/>
                  </a:lnTo>
                  <a:lnTo>
                    <a:pt x="196901" y="1034832"/>
                  </a:lnTo>
                  <a:lnTo>
                    <a:pt x="196362" y="1034091"/>
                  </a:lnTo>
                  <a:lnTo>
                    <a:pt x="195592" y="1033684"/>
                  </a:lnTo>
                  <a:lnTo>
                    <a:pt x="194790" y="1033679"/>
                  </a:lnTo>
                  <a:lnTo>
                    <a:pt x="192787" y="1035013"/>
                  </a:lnTo>
                  <a:lnTo>
                    <a:pt x="191313" y="1036487"/>
                  </a:lnTo>
                  <a:lnTo>
                    <a:pt x="190212" y="1037588"/>
                  </a:lnTo>
                  <a:lnTo>
                    <a:pt x="189099" y="1038201"/>
                  </a:lnTo>
                  <a:lnTo>
                    <a:pt x="188562" y="1039060"/>
                  </a:lnTo>
                  <a:lnTo>
                    <a:pt x="187070" y="1038912"/>
                  </a:lnTo>
                  <a:lnTo>
                    <a:pt x="186319" y="1038253"/>
                  </a:lnTo>
                  <a:lnTo>
                    <a:pt x="186075" y="1037569"/>
                  </a:lnTo>
                  <a:lnTo>
                    <a:pt x="186206" y="1036372"/>
                  </a:lnTo>
                  <a:lnTo>
                    <a:pt x="186722" y="1035028"/>
                  </a:lnTo>
                  <a:lnTo>
                    <a:pt x="186760" y="1034295"/>
                  </a:lnTo>
                  <a:lnTo>
                    <a:pt x="186577" y="1033727"/>
                  </a:lnTo>
                  <a:lnTo>
                    <a:pt x="184765" y="1031933"/>
                  </a:lnTo>
                  <a:lnTo>
                    <a:pt x="184024" y="1030847"/>
                  </a:lnTo>
                  <a:lnTo>
                    <a:pt x="181641" y="1029305"/>
                  </a:lnTo>
                  <a:lnTo>
                    <a:pt x="178703" y="1026575"/>
                  </a:lnTo>
                  <a:lnTo>
                    <a:pt x="177692" y="1024784"/>
                  </a:lnTo>
                  <a:lnTo>
                    <a:pt x="177595" y="1023548"/>
                  </a:lnTo>
                  <a:lnTo>
                    <a:pt x="176442" y="1022333"/>
                  </a:lnTo>
                  <a:lnTo>
                    <a:pt x="174972" y="1021241"/>
                  </a:lnTo>
                  <a:lnTo>
                    <a:pt x="173832" y="1021551"/>
                  </a:lnTo>
                  <a:lnTo>
                    <a:pt x="172762" y="1021668"/>
                  </a:lnTo>
                  <a:lnTo>
                    <a:pt x="171093" y="1019626"/>
                  </a:lnTo>
                  <a:lnTo>
                    <a:pt x="169511" y="1019512"/>
                  </a:lnTo>
                  <a:lnTo>
                    <a:pt x="167723" y="1020125"/>
                  </a:lnTo>
                  <a:lnTo>
                    <a:pt x="167332" y="1020368"/>
                  </a:lnTo>
                  <a:lnTo>
                    <a:pt x="166903" y="1020633"/>
                  </a:lnTo>
                  <a:lnTo>
                    <a:pt x="161572" y="1019773"/>
                  </a:lnTo>
                  <a:lnTo>
                    <a:pt x="160211" y="1018087"/>
                  </a:lnTo>
                  <a:lnTo>
                    <a:pt x="159047" y="1016400"/>
                  </a:lnTo>
                  <a:lnTo>
                    <a:pt x="155923" y="1015187"/>
                  </a:lnTo>
                  <a:lnTo>
                    <a:pt x="154321" y="1013898"/>
                  </a:lnTo>
                  <a:lnTo>
                    <a:pt x="152727" y="1012070"/>
                  </a:lnTo>
                  <a:lnTo>
                    <a:pt x="150983" y="1010476"/>
                  </a:lnTo>
                  <a:lnTo>
                    <a:pt x="149517" y="1011122"/>
                  </a:lnTo>
                  <a:lnTo>
                    <a:pt x="147511" y="1010215"/>
                  </a:lnTo>
                  <a:lnTo>
                    <a:pt x="145329" y="1009415"/>
                  </a:lnTo>
                  <a:lnTo>
                    <a:pt x="144584" y="1009907"/>
                  </a:lnTo>
                  <a:lnTo>
                    <a:pt x="143893" y="1011924"/>
                  </a:lnTo>
                  <a:lnTo>
                    <a:pt x="143378" y="1013846"/>
                  </a:lnTo>
                  <a:lnTo>
                    <a:pt x="142189" y="1012281"/>
                  </a:lnTo>
                  <a:lnTo>
                    <a:pt x="138136" y="1004743"/>
                  </a:lnTo>
                  <a:lnTo>
                    <a:pt x="136009" y="999738"/>
                  </a:lnTo>
                  <a:lnTo>
                    <a:pt x="129058" y="988190"/>
                  </a:lnTo>
                  <a:lnTo>
                    <a:pt x="128133" y="987306"/>
                  </a:lnTo>
                  <a:lnTo>
                    <a:pt x="124454" y="985638"/>
                  </a:lnTo>
                  <a:lnTo>
                    <a:pt x="122971" y="984302"/>
                  </a:lnTo>
                  <a:lnTo>
                    <a:pt x="119226" y="976053"/>
                  </a:lnTo>
                  <a:lnTo>
                    <a:pt x="117562" y="977160"/>
                  </a:lnTo>
                  <a:lnTo>
                    <a:pt x="116058" y="976880"/>
                  </a:lnTo>
                  <a:lnTo>
                    <a:pt x="115180" y="976158"/>
                  </a:lnTo>
                  <a:lnTo>
                    <a:pt x="114228" y="974974"/>
                  </a:lnTo>
                  <a:lnTo>
                    <a:pt x="113559" y="973407"/>
                  </a:lnTo>
                  <a:lnTo>
                    <a:pt x="112783" y="969960"/>
                  </a:lnTo>
                  <a:lnTo>
                    <a:pt x="111883" y="967982"/>
                  </a:lnTo>
                  <a:lnTo>
                    <a:pt x="108927" y="965098"/>
                  </a:lnTo>
                  <a:lnTo>
                    <a:pt x="105592" y="963417"/>
                  </a:lnTo>
                  <a:lnTo>
                    <a:pt x="105329" y="962682"/>
                  </a:lnTo>
                  <a:lnTo>
                    <a:pt x="105233" y="961672"/>
                  </a:lnTo>
                  <a:lnTo>
                    <a:pt x="108116" y="959714"/>
                  </a:lnTo>
                  <a:lnTo>
                    <a:pt x="108890" y="958593"/>
                  </a:lnTo>
                  <a:lnTo>
                    <a:pt x="107412" y="957106"/>
                  </a:lnTo>
                  <a:lnTo>
                    <a:pt x="106851" y="956861"/>
                  </a:lnTo>
                  <a:lnTo>
                    <a:pt x="106383" y="956165"/>
                  </a:lnTo>
                  <a:lnTo>
                    <a:pt x="107215" y="955047"/>
                  </a:lnTo>
                  <a:lnTo>
                    <a:pt x="108035" y="954535"/>
                  </a:lnTo>
                  <a:lnTo>
                    <a:pt x="109306" y="955819"/>
                  </a:lnTo>
                  <a:lnTo>
                    <a:pt x="110733" y="958204"/>
                  </a:lnTo>
                  <a:lnTo>
                    <a:pt x="111983" y="959107"/>
                  </a:lnTo>
                  <a:lnTo>
                    <a:pt x="112558" y="957966"/>
                  </a:lnTo>
                  <a:lnTo>
                    <a:pt x="116906" y="956008"/>
                  </a:lnTo>
                  <a:lnTo>
                    <a:pt x="117199" y="954455"/>
                  </a:lnTo>
                  <a:lnTo>
                    <a:pt x="117187" y="952722"/>
                  </a:lnTo>
                  <a:lnTo>
                    <a:pt x="116761" y="952783"/>
                  </a:lnTo>
                  <a:lnTo>
                    <a:pt x="116484" y="952394"/>
                  </a:lnTo>
                  <a:lnTo>
                    <a:pt x="116512" y="950467"/>
                  </a:lnTo>
                  <a:lnTo>
                    <a:pt x="117157" y="947827"/>
                  </a:lnTo>
                  <a:lnTo>
                    <a:pt x="119107" y="943527"/>
                  </a:lnTo>
                  <a:lnTo>
                    <a:pt x="120153" y="937554"/>
                  </a:lnTo>
                  <a:lnTo>
                    <a:pt x="121075" y="936194"/>
                  </a:lnTo>
                  <a:lnTo>
                    <a:pt x="121751" y="937100"/>
                  </a:lnTo>
                  <a:lnTo>
                    <a:pt x="121705" y="938495"/>
                  </a:lnTo>
                  <a:lnTo>
                    <a:pt x="121817" y="939531"/>
                  </a:lnTo>
                  <a:lnTo>
                    <a:pt x="122421" y="937521"/>
                  </a:lnTo>
                  <a:lnTo>
                    <a:pt x="122998" y="934803"/>
                  </a:lnTo>
                  <a:lnTo>
                    <a:pt x="124454" y="934787"/>
                  </a:lnTo>
                  <a:lnTo>
                    <a:pt x="125460" y="935240"/>
                  </a:lnTo>
                  <a:lnTo>
                    <a:pt x="126503" y="934930"/>
                  </a:lnTo>
                  <a:lnTo>
                    <a:pt x="124493" y="930455"/>
                  </a:lnTo>
                  <a:lnTo>
                    <a:pt x="121796" y="925952"/>
                  </a:lnTo>
                  <a:lnTo>
                    <a:pt x="120658" y="926291"/>
                  </a:lnTo>
                  <a:lnTo>
                    <a:pt x="119935" y="925593"/>
                  </a:lnTo>
                  <a:lnTo>
                    <a:pt x="118751" y="921882"/>
                  </a:lnTo>
                  <a:lnTo>
                    <a:pt x="118261" y="918807"/>
                  </a:lnTo>
                  <a:lnTo>
                    <a:pt x="119407" y="918877"/>
                  </a:lnTo>
                  <a:lnTo>
                    <a:pt x="120549" y="919343"/>
                  </a:lnTo>
                  <a:lnTo>
                    <a:pt x="122724" y="917196"/>
                  </a:lnTo>
                  <a:lnTo>
                    <a:pt x="123524" y="916883"/>
                  </a:lnTo>
                  <a:lnTo>
                    <a:pt x="124813" y="917561"/>
                  </a:lnTo>
                  <a:lnTo>
                    <a:pt x="126602" y="917994"/>
                  </a:lnTo>
                  <a:lnTo>
                    <a:pt x="126454" y="915969"/>
                  </a:lnTo>
                  <a:lnTo>
                    <a:pt x="125894" y="913579"/>
                  </a:lnTo>
                  <a:lnTo>
                    <a:pt x="128076" y="911807"/>
                  </a:lnTo>
                  <a:lnTo>
                    <a:pt x="130010" y="910829"/>
                  </a:lnTo>
                  <a:lnTo>
                    <a:pt x="133708" y="907363"/>
                  </a:lnTo>
                  <a:lnTo>
                    <a:pt x="135342" y="906751"/>
                  </a:lnTo>
                  <a:lnTo>
                    <a:pt x="135551" y="905961"/>
                  </a:lnTo>
                  <a:lnTo>
                    <a:pt x="135601" y="904930"/>
                  </a:lnTo>
                  <a:lnTo>
                    <a:pt x="135045" y="902160"/>
                  </a:lnTo>
                  <a:lnTo>
                    <a:pt x="134491" y="900111"/>
                  </a:lnTo>
                  <a:lnTo>
                    <a:pt x="132538" y="900012"/>
                  </a:lnTo>
                  <a:lnTo>
                    <a:pt x="131454" y="902864"/>
                  </a:lnTo>
                  <a:lnTo>
                    <a:pt x="128500" y="903802"/>
                  </a:lnTo>
                  <a:lnTo>
                    <a:pt x="127186" y="903613"/>
                  </a:lnTo>
                  <a:lnTo>
                    <a:pt x="128230" y="901785"/>
                  </a:lnTo>
                  <a:lnTo>
                    <a:pt x="129271" y="901087"/>
                  </a:lnTo>
                  <a:lnTo>
                    <a:pt x="129565" y="900325"/>
                  </a:lnTo>
                  <a:lnTo>
                    <a:pt x="127468" y="900990"/>
                  </a:lnTo>
                  <a:lnTo>
                    <a:pt x="126418" y="902869"/>
                  </a:lnTo>
                  <a:lnTo>
                    <a:pt x="123347" y="905353"/>
                  </a:lnTo>
                  <a:lnTo>
                    <a:pt x="123251" y="904049"/>
                  </a:lnTo>
                  <a:lnTo>
                    <a:pt x="123200" y="902877"/>
                  </a:lnTo>
                  <a:lnTo>
                    <a:pt x="123425" y="901769"/>
                  </a:lnTo>
                  <a:lnTo>
                    <a:pt x="123926" y="901053"/>
                  </a:lnTo>
                  <a:lnTo>
                    <a:pt x="124101" y="900401"/>
                  </a:lnTo>
                  <a:lnTo>
                    <a:pt x="124101" y="899880"/>
                  </a:lnTo>
                  <a:lnTo>
                    <a:pt x="123650" y="899554"/>
                  </a:lnTo>
                  <a:lnTo>
                    <a:pt x="123275" y="899293"/>
                  </a:lnTo>
                  <a:lnTo>
                    <a:pt x="123200" y="898576"/>
                  </a:lnTo>
                  <a:lnTo>
                    <a:pt x="123325" y="897927"/>
                  </a:lnTo>
                  <a:lnTo>
                    <a:pt x="123675" y="897014"/>
                  </a:lnTo>
                  <a:lnTo>
                    <a:pt x="123826" y="895972"/>
                  </a:lnTo>
                  <a:lnTo>
                    <a:pt x="123852" y="893886"/>
                  </a:lnTo>
                  <a:lnTo>
                    <a:pt x="124176" y="891532"/>
                  </a:lnTo>
                  <a:lnTo>
                    <a:pt x="125101" y="890032"/>
                  </a:lnTo>
                  <a:lnTo>
                    <a:pt x="126715" y="889664"/>
                  </a:lnTo>
                  <a:lnTo>
                    <a:pt x="128188" y="888378"/>
                  </a:lnTo>
                  <a:lnTo>
                    <a:pt x="129077" y="886954"/>
                  </a:lnTo>
                  <a:lnTo>
                    <a:pt x="130250" y="883323"/>
                  </a:lnTo>
                  <a:lnTo>
                    <a:pt x="131136" y="882787"/>
                  </a:lnTo>
                  <a:lnTo>
                    <a:pt x="132925" y="882984"/>
                  </a:lnTo>
                  <a:lnTo>
                    <a:pt x="134068" y="883311"/>
                  </a:lnTo>
                  <a:lnTo>
                    <a:pt x="136709" y="883419"/>
                  </a:lnTo>
                  <a:lnTo>
                    <a:pt x="139746" y="883199"/>
                  </a:lnTo>
                  <a:lnTo>
                    <a:pt x="140625" y="883092"/>
                  </a:lnTo>
                  <a:lnTo>
                    <a:pt x="141111" y="881829"/>
                  </a:lnTo>
                  <a:lnTo>
                    <a:pt x="141078" y="879557"/>
                  </a:lnTo>
                  <a:lnTo>
                    <a:pt x="141511" y="877463"/>
                  </a:lnTo>
                  <a:lnTo>
                    <a:pt x="142319" y="873532"/>
                  </a:lnTo>
                  <a:lnTo>
                    <a:pt x="143181" y="871476"/>
                  </a:lnTo>
                  <a:lnTo>
                    <a:pt x="143146" y="870561"/>
                  </a:lnTo>
                  <a:lnTo>
                    <a:pt x="142695" y="870176"/>
                  </a:lnTo>
                  <a:lnTo>
                    <a:pt x="142106" y="869984"/>
                  </a:lnTo>
                  <a:lnTo>
                    <a:pt x="141892" y="869559"/>
                  </a:lnTo>
                  <a:lnTo>
                    <a:pt x="141919" y="868698"/>
                  </a:lnTo>
                  <a:lnTo>
                    <a:pt x="142373" y="867855"/>
                  </a:lnTo>
                  <a:lnTo>
                    <a:pt x="142291" y="866123"/>
                  </a:lnTo>
                  <a:lnTo>
                    <a:pt x="142006" y="864198"/>
                  </a:lnTo>
                  <a:lnTo>
                    <a:pt x="141758" y="862468"/>
                  </a:lnTo>
                  <a:lnTo>
                    <a:pt x="140960" y="861608"/>
                  </a:lnTo>
                  <a:lnTo>
                    <a:pt x="139590" y="861037"/>
                  </a:lnTo>
                  <a:lnTo>
                    <a:pt x="139881" y="858932"/>
                  </a:lnTo>
                  <a:lnTo>
                    <a:pt x="140269" y="856659"/>
                  </a:lnTo>
                  <a:lnTo>
                    <a:pt x="140852" y="855397"/>
                  </a:lnTo>
                  <a:lnTo>
                    <a:pt x="141272" y="854639"/>
                  </a:lnTo>
                  <a:lnTo>
                    <a:pt x="142535" y="855052"/>
                  </a:lnTo>
                  <a:lnTo>
                    <a:pt x="143448" y="854649"/>
                  </a:lnTo>
                  <a:lnTo>
                    <a:pt x="143665" y="854215"/>
                  </a:lnTo>
                  <a:lnTo>
                    <a:pt x="143501" y="853348"/>
                  </a:lnTo>
                  <a:lnTo>
                    <a:pt x="142077" y="852563"/>
                  </a:lnTo>
                  <a:lnTo>
                    <a:pt x="140823" y="851485"/>
                  </a:lnTo>
                  <a:lnTo>
                    <a:pt x="140282" y="850152"/>
                  </a:lnTo>
                  <a:lnTo>
                    <a:pt x="140064" y="848724"/>
                  </a:lnTo>
                  <a:lnTo>
                    <a:pt x="140893" y="847877"/>
                  </a:lnTo>
                  <a:lnTo>
                    <a:pt x="142372" y="847064"/>
                  </a:lnTo>
                  <a:lnTo>
                    <a:pt x="143356" y="845121"/>
                  </a:lnTo>
                  <a:lnTo>
                    <a:pt x="144419" y="843039"/>
                  </a:lnTo>
                  <a:lnTo>
                    <a:pt x="144859" y="841524"/>
                  </a:lnTo>
                  <a:lnTo>
                    <a:pt x="145081" y="839879"/>
                  </a:lnTo>
                  <a:lnTo>
                    <a:pt x="145057" y="838058"/>
                  </a:lnTo>
                  <a:lnTo>
                    <a:pt x="144280" y="836206"/>
                  </a:lnTo>
                  <a:lnTo>
                    <a:pt x="144280" y="834269"/>
                  </a:lnTo>
                  <a:lnTo>
                    <a:pt x="144702" y="832922"/>
                  </a:lnTo>
                  <a:lnTo>
                    <a:pt x="144540" y="831912"/>
                  </a:lnTo>
                  <a:lnTo>
                    <a:pt x="143972" y="831325"/>
                  </a:lnTo>
                  <a:lnTo>
                    <a:pt x="143153" y="831501"/>
                  </a:lnTo>
                  <a:lnTo>
                    <a:pt x="142225" y="832183"/>
                  </a:lnTo>
                  <a:lnTo>
                    <a:pt x="141132" y="832055"/>
                  </a:lnTo>
                  <a:lnTo>
                    <a:pt x="139383" y="829730"/>
                  </a:lnTo>
                  <a:lnTo>
                    <a:pt x="137524" y="827445"/>
                  </a:lnTo>
                  <a:lnTo>
                    <a:pt x="136452" y="827367"/>
                  </a:lnTo>
                  <a:lnTo>
                    <a:pt x="135708" y="827031"/>
                  </a:lnTo>
                  <a:lnTo>
                    <a:pt x="135062" y="825852"/>
                  </a:lnTo>
                  <a:lnTo>
                    <a:pt x="134674" y="824337"/>
                  </a:lnTo>
                  <a:lnTo>
                    <a:pt x="134253" y="823665"/>
                  </a:lnTo>
                  <a:lnTo>
                    <a:pt x="133574" y="824085"/>
                  </a:lnTo>
                  <a:lnTo>
                    <a:pt x="132583" y="824774"/>
                  </a:lnTo>
                  <a:lnTo>
                    <a:pt x="131341" y="824588"/>
                  </a:lnTo>
                  <a:lnTo>
                    <a:pt x="129732" y="822826"/>
                  </a:lnTo>
                  <a:lnTo>
                    <a:pt x="128268" y="820801"/>
                  </a:lnTo>
                  <a:lnTo>
                    <a:pt x="127181" y="820750"/>
                  </a:lnTo>
                  <a:lnTo>
                    <a:pt x="126036" y="820470"/>
                  </a:lnTo>
                  <a:lnTo>
                    <a:pt x="123849" y="817862"/>
                  </a:lnTo>
                  <a:lnTo>
                    <a:pt x="123283" y="817888"/>
                  </a:lnTo>
                  <a:lnTo>
                    <a:pt x="122929" y="818658"/>
                  </a:lnTo>
                  <a:lnTo>
                    <a:pt x="122760" y="820752"/>
                  </a:lnTo>
                  <a:lnTo>
                    <a:pt x="122580" y="821199"/>
                  </a:lnTo>
                  <a:lnTo>
                    <a:pt x="122190" y="821541"/>
                  </a:lnTo>
                  <a:lnTo>
                    <a:pt x="121445" y="821772"/>
                  </a:lnTo>
                  <a:lnTo>
                    <a:pt x="120349" y="820466"/>
                  </a:lnTo>
                  <a:lnTo>
                    <a:pt x="117554" y="816185"/>
                  </a:lnTo>
                  <a:lnTo>
                    <a:pt x="116428" y="813057"/>
                  </a:lnTo>
                  <a:lnTo>
                    <a:pt x="116170" y="810785"/>
                  </a:lnTo>
                  <a:lnTo>
                    <a:pt x="115251" y="809340"/>
                  </a:lnTo>
                  <a:lnTo>
                    <a:pt x="114359" y="807250"/>
                  </a:lnTo>
                  <a:lnTo>
                    <a:pt x="113454" y="807068"/>
                  </a:lnTo>
                  <a:lnTo>
                    <a:pt x="112452" y="807737"/>
                  </a:lnTo>
                  <a:lnTo>
                    <a:pt x="111500" y="808745"/>
                  </a:lnTo>
                  <a:lnTo>
                    <a:pt x="111048" y="809022"/>
                  </a:lnTo>
                  <a:lnTo>
                    <a:pt x="109427" y="809375"/>
                  </a:lnTo>
                  <a:lnTo>
                    <a:pt x="106822" y="810785"/>
                  </a:lnTo>
                  <a:lnTo>
                    <a:pt x="106110" y="812132"/>
                  </a:lnTo>
                  <a:lnTo>
                    <a:pt x="105236" y="813226"/>
                  </a:lnTo>
                  <a:lnTo>
                    <a:pt x="104557" y="812468"/>
                  </a:lnTo>
                  <a:lnTo>
                    <a:pt x="103878" y="811121"/>
                  </a:lnTo>
                  <a:lnTo>
                    <a:pt x="102390" y="810637"/>
                  </a:lnTo>
                  <a:lnTo>
                    <a:pt x="101677" y="811121"/>
                  </a:lnTo>
                  <a:lnTo>
                    <a:pt x="100966" y="810196"/>
                  </a:lnTo>
                  <a:lnTo>
                    <a:pt x="100353" y="808540"/>
                  </a:lnTo>
                  <a:lnTo>
                    <a:pt x="99524" y="807336"/>
                  </a:lnTo>
                  <a:lnTo>
                    <a:pt x="98291" y="807007"/>
                  </a:lnTo>
                  <a:lnTo>
                    <a:pt x="96956" y="806492"/>
                  </a:lnTo>
                  <a:lnTo>
                    <a:pt x="95888" y="807419"/>
                  </a:lnTo>
                  <a:lnTo>
                    <a:pt x="94497" y="809185"/>
                  </a:lnTo>
                  <a:lnTo>
                    <a:pt x="93559" y="808512"/>
                  </a:lnTo>
                  <a:lnTo>
                    <a:pt x="93041" y="806407"/>
                  </a:lnTo>
                  <a:lnTo>
                    <a:pt x="92393" y="805818"/>
                  </a:lnTo>
                  <a:lnTo>
                    <a:pt x="91521" y="803461"/>
                  </a:lnTo>
                  <a:lnTo>
                    <a:pt x="91295" y="801356"/>
                  </a:lnTo>
                  <a:lnTo>
                    <a:pt x="91521" y="800431"/>
                  </a:lnTo>
                  <a:lnTo>
                    <a:pt x="91845" y="799254"/>
                  </a:lnTo>
                  <a:lnTo>
                    <a:pt x="91845" y="797906"/>
                  </a:lnTo>
                  <a:lnTo>
                    <a:pt x="91586" y="796727"/>
                  </a:lnTo>
                  <a:lnTo>
                    <a:pt x="91198" y="795801"/>
                  </a:lnTo>
                  <a:lnTo>
                    <a:pt x="90777" y="792687"/>
                  </a:lnTo>
                  <a:lnTo>
                    <a:pt x="90421" y="791340"/>
                  </a:lnTo>
                  <a:lnTo>
                    <a:pt x="90356" y="790246"/>
                  </a:lnTo>
                  <a:lnTo>
                    <a:pt x="90648" y="789235"/>
                  </a:lnTo>
                  <a:lnTo>
                    <a:pt x="90388" y="788562"/>
                  </a:lnTo>
                  <a:lnTo>
                    <a:pt x="89903" y="788477"/>
                  </a:lnTo>
                  <a:lnTo>
                    <a:pt x="89095" y="788562"/>
                  </a:lnTo>
                  <a:lnTo>
                    <a:pt x="88642" y="788057"/>
                  </a:lnTo>
                  <a:lnTo>
                    <a:pt x="88156" y="786288"/>
                  </a:lnTo>
                  <a:lnTo>
                    <a:pt x="87898" y="784521"/>
                  </a:lnTo>
                  <a:lnTo>
                    <a:pt x="87574" y="783849"/>
                  </a:lnTo>
                  <a:lnTo>
                    <a:pt x="86736" y="783898"/>
                  </a:lnTo>
                  <a:lnTo>
                    <a:pt x="85354" y="784268"/>
                  </a:lnTo>
                  <a:lnTo>
                    <a:pt x="84125" y="784856"/>
                  </a:lnTo>
                  <a:lnTo>
                    <a:pt x="83580" y="784770"/>
                  </a:lnTo>
                  <a:lnTo>
                    <a:pt x="82495" y="783857"/>
                  </a:lnTo>
                  <a:lnTo>
                    <a:pt x="81067" y="782854"/>
                  </a:lnTo>
                  <a:lnTo>
                    <a:pt x="78150" y="782655"/>
                  </a:lnTo>
                  <a:lnTo>
                    <a:pt x="77920" y="782313"/>
                  </a:lnTo>
                  <a:lnTo>
                    <a:pt x="78085" y="781679"/>
                  </a:lnTo>
                  <a:lnTo>
                    <a:pt x="78678" y="780650"/>
                  </a:lnTo>
                  <a:lnTo>
                    <a:pt x="78614" y="779807"/>
                  </a:lnTo>
                  <a:lnTo>
                    <a:pt x="78102" y="779126"/>
                  </a:lnTo>
                  <a:lnTo>
                    <a:pt x="77836" y="777451"/>
                  </a:lnTo>
                  <a:lnTo>
                    <a:pt x="77868" y="775555"/>
                  </a:lnTo>
                  <a:lnTo>
                    <a:pt x="77772" y="773495"/>
                  </a:lnTo>
                  <a:lnTo>
                    <a:pt x="77158" y="771895"/>
                  </a:lnTo>
                  <a:lnTo>
                    <a:pt x="76802" y="770801"/>
                  </a:lnTo>
                  <a:lnTo>
                    <a:pt x="76866" y="769791"/>
                  </a:lnTo>
                  <a:lnTo>
                    <a:pt x="78207" y="769404"/>
                  </a:lnTo>
                  <a:lnTo>
                    <a:pt x="79798" y="768687"/>
                  </a:lnTo>
                  <a:lnTo>
                    <a:pt x="80064" y="767949"/>
                  </a:lnTo>
                  <a:lnTo>
                    <a:pt x="80009" y="766799"/>
                  </a:lnTo>
                  <a:lnTo>
                    <a:pt x="76775" y="760912"/>
                  </a:lnTo>
                  <a:lnTo>
                    <a:pt x="75665" y="755702"/>
                  </a:lnTo>
                  <a:lnTo>
                    <a:pt x="74606" y="752880"/>
                  </a:lnTo>
                  <a:lnTo>
                    <a:pt x="73434" y="750984"/>
                  </a:lnTo>
                  <a:lnTo>
                    <a:pt x="72485" y="750122"/>
                  </a:lnTo>
                  <a:lnTo>
                    <a:pt x="71101" y="750482"/>
                  </a:lnTo>
                  <a:lnTo>
                    <a:pt x="69267" y="750447"/>
                  </a:lnTo>
                  <a:lnTo>
                    <a:pt x="67396" y="749863"/>
                  </a:lnTo>
                  <a:lnTo>
                    <a:pt x="65821" y="750251"/>
                  </a:lnTo>
                  <a:lnTo>
                    <a:pt x="62997" y="752735"/>
                  </a:lnTo>
                  <a:lnTo>
                    <a:pt x="61938" y="752845"/>
                  </a:lnTo>
                  <a:lnTo>
                    <a:pt x="60109" y="752063"/>
                  </a:lnTo>
                  <a:lnTo>
                    <a:pt x="58548" y="751193"/>
                  </a:lnTo>
                  <a:lnTo>
                    <a:pt x="57725" y="751232"/>
                  </a:lnTo>
                  <a:lnTo>
                    <a:pt x="57224" y="751599"/>
                  </a:lnTo>
                  <a:lnTo>
                    <a:pt x="56902" y="752269"/>
                  </a:lnTo>
                  <a:lnTo>
                    <a:pt x="55992" y="756941"/>
                  </a:lnTo>
                  <a:lnTo>
                    <a:pt x="55242" y="757859"/>
                  </a:lnTo>
                  <a:lnTo>
                    <a:pt x="54169" y="758815"/>
                  </a:lnTo>
                  <a:lnTo>
                    <a:pt x="53253" y="758980"/>
                  </a:lnTo>
                  <a:lnTo>
                    <a:pt x="52483" y="758932"/>
                  </a:lnTo>
                  <a:lnTo>
                    <a:pt x="51367" y="758215"/>
                  </a:lnTo>
                  <a:lnTo>
                    <a:pt x="50309" y="757373"/>
                  </a:lnTo>
                  <a:lnTo>
                    <a:pt x="50093" y="757324"/>
                  </a:lnTo>
                  <a:lnTo>
                    <a:pt x="50039" y="756592"/>
                  </a:lnTo>
                  <a:lnTo>
                    <a:pt x="49267" y="753790"/>
                  </a:lnTo>
                  <a:lnTo>
                    <a:pt x="48805" y="752562"/>
                  </a:lnTo>
                  <a:lnTo>
                    <a:pt x="48256" y="751894"/>
                  </a:lnTo>
                  <a:lnTo>
                    <a:pt x="47981" y="751082"/>
                  </a:lnTo>
                  <a:lnTo>
                    <a:pt x="47972" y="747722"/>
                  </a:lnTo>
                  <a:lnTo>
                    <a:pt x="48074" y="744576"/>
                  </a:lnTo>
                  <a:lnTo>
                    <a:pt x="48419" y="744171"/>
                  </a:lnTo>
                  <a:lnTo>
                    <a:pt x="47400" y="741606"/>
                  </a:lnTo>
                  <a:lnTo>
                    <a:pt x="47323" y="739663"/>
                  </a:lnTo>
                  <a:lnTo>
                    <a:pt x="47823" y="738697"/>
                  </a:lnTo>
                  <a:lnTo>
                    <a:pt x="47839" y="737876"/>
                  </a:lnTo>
                  <a:lnTo>
                    <a:pt x="47502" y="736723"/>
                  </a:lnTo>
                  <a:lnTo>
                    <a:pt x="46453" y="734844"/>
                  </a:lnTo>
                  <a:lnTo>
                    <a:pt x="45434" y="732728"/>
                  </a:lnTo>
                  <a:lnTo>
                    <a:pt x="44776" y="731063"/>
                  </a:lnTo>
                  <a:lnTo>
                    <a:pt x="44363" y="730268"/>
                  </a:lnTo>
                  <a:lnTo>
                    <a:pt x="44865" y="728962"/>
                  </a:lnTo>
                  <a:lnTo>
                    <a:pt x="45564" y="726655"/>
                  </a:lnTo>
                  <a:lnTo>
                    <a:pt x="45835" y="725300"/>
                  </a:lnTo>
                  <a:lnTo>
                    <a:pt x="46170" y="724968"/>
                  </a:lnTo>
                  <a:lnTo>
                    <a:pt x="47818" y="724778"/>
                  </a:lnTo>
                  <a:lnTo>
                    <a:pt x="49013" y="724824"/>
                  </a:lnTo>
                  <a:lnTo>
                    <a:pt x="49912" y="725319"/>
                  </a:lnTo>
                  <a:lnTo>
                    <a:pt x="50253" y="726421"/>
                  </a:lnTo>
                  <a:lnTo>
                    <a:pt x="51074" y="727623"/>
                  </a:lnTo>
                  <a:lnTo>
                    <a:pt x="53410" y="728118"/>
                  </a:lnTo>
                  <a:lnTo>
                    <a:pt x="54393" y="728067"/>
                  </a:lnTo>
                  <a:lnTo>
                    <a:pt x="55627" y="726968"/>
                  </a:lnTo>
                  <a:lnTo>
                    <a:pt x="57621" y="724538"/>
                  </a:lnTo>
                  <a:lnTo>
                    <a:pt x="58110" y="722774"/>
                  </a:lnTo>
                  <a:lnTo>
                    <a:pt x="59344" y="721530"/>
                  </a:lnTo>
                  <a:lnTo>
                    <a:pt x="60098" y="721042"/>
                  </a:lnTo>
                  <a:lnTo>
                    <a:pt x="60778" y="720823"/>
                  </a:lnTo>
                  <a:lnTo>
                    <a:pt x="60845" y="719786"/>
                  </a:lnTo>
                  <a:lnTo>
                    <a:pt x="60802" y="718367"/>
                  </a:lnTo>
                  <a:lnTo>
                    <a:pt x="60567" y="717519"/>
                  </a:lnTo>
                  <a:lnTo>
                    <a:pt x="58113" y="714599"/>
                  </a:lnTo>
                  <a:lnTo>
                    <a:pt x="57804" y="713645"/>
                  </a:lnTo>
                  <a:lnTo>
                    <a:pt x="57609" y="712521"/>
                  </a:lnTo>
                  <a:lnTo>
                    <a:pt x="57901" y="711456"/>
                  </a:lnTo>
                  <a:lnTo>
                    <a:pt x="57892" y="710286"/>
                  </a:lnTo>
                  <a:lnTo>
                    <a:pt x="55056" y="707676"/>
                  </a:lnTo>
                  <a:lnTo>
                    <a:pt x="52691" y="707214"/>
                  </a:lnTo>
                  <a:lnTo>
                    <a:pt x="50745" y="707360"/>
                  </a:lnTo>
                  <a:lnTo>
                    <a:pt x="49989" y="706813"/>
                  </a:lnTo>
                  <a:lnTo>
                    <a:pt x="50316" y="705497"/>
                  </a:lnTo>
                  <a:lnTo>
                    <a:pt x="50796" y="703133"/>
                  </a:lnTo>
                  <a:lnTo>
                    <a:pt x="50938" y="701189"/>
                  </a:lnTo>
                  <a:lnTo>
                    <a:pt x="50804" y="700305"/>
                  </a:lnTo>
                  <a:lnTo>
                    <a:pt x="50418" y="699560"/>
                  </a:lnTo>
                  <a:lnTo>
                    <a:pt x="48561" y="697927"/>
                  </a:lnTo>
                  <a:lnTo>
                    <a:pt x="46008" y="695422"/>
                  </a:lnTo>
                  <a:lnTo>
                    <a:pt x="44821" y="692593"/>
                  </a:lnTo>
                  <a:lnTo>
                    <a:pt x="44213" y="689639"/>
                  </a:lnTo>
                  <a:lnTo>
                    <a:pt x="43523" y="687827"/>
                  </a:lnTo>
                  <a:lnTo>
                    <a:pt x="42274" y="686680"/>
                  </a:lnTo>
                  <a:lnTo>
                    <a:pt x="42355" y="685933"/>
                  </a:lnTo>
                  <a:lnTo>
                    <a:pt x="43183" y="683160"/>
                  </a:lnTo>
                  <a:lnTo>
                    <a:pt x="43152" y="682734"/>
                  </a:lnTo>
                  <a:lnTo>
                    <a:pt x="42802" y="682050"/>
                  </a:lnTo>
                  <a:lnTo>
                    <a:pt x="41245" y="680649"/>
                  </a:lnTo>
                  <a:lnTo>
                    <a:pt x="39140" y="678068"/>
                  </a:lnTo>
                  <a:lnTo>
                    <a:pt x="39052" y="677396"/>
                  </a:lnTo>
                  <a:lnTo>
                    <a:pt x="39205" y="675772"/>
                  </a:lnTo>
                  <a:lnTo>
                    <a:pt x="39493" y="674175"/>
                  </a:lnTo>
                  <a:lnTo>
                    <a:pt x="39912" y="673415"/>
                  </a:lnTo>
                  <a:lnTo>
                    <a:pt x="41172" y="670171"/>
                  </a:lnTo>
                  <a:lnTo>
                    <a:pt x="41172" y="669069"/>
                  </a:lnTo>
                  <a:lnTo>
                    <a:pt x="40958" y="667597"/>
                  </a:lnTo>
                  <a:lnTo>
                    <a:pt x="40033" y="665061"/>
                  </a:lnTo>
                  <a:lnTo>
                    <a:pt x="39318" y="663427"/>
                  </a:lnTo>
                  <a:lnTo>
                    <a:pt x="39273" y="662592"/>
                  </a:lnTo>
                  <a:lnTo>
                    <a:pt x="39392" y="661904"/>
                  </a:lnTo>
                  <a:lnTo>
                    <a:pt x="39856" y="661014"/>
                  </a:lnTo>
                  <a:lnTo>
                    <a:pt x="40296" y="659920"/>
                  </a:lnTo>
                  <a:lnTo>
                    <a:pt x="40389" y="656140"/>
                  </a:lnTo>
                  <a:lnTo>
                    <a:pt x="40367" y="654820"/>
                  </a:lnTo>
                  <a:lnTo>
                    <a:pt x="40087" y="654041"/>
                  </a:lnTo>
                  <a:lnTo>
                    <a:pt x="39789" y="653711"/>
                  </a:lnTo>
                  <a:lnTo>
                    <a:pt x="39163" y="653901"/>
                  </a:lnTo>
                  <a:lnTo>
                    <a:pt x="38264" y="653280"/>
                  </a:lnTo>
                  <a:lnTo>
                    <a:pt x="37590" y="652295"/>
                  </a:lnTo>
                  <a:lnTo>
                    <a:pt x="37173" y="651976"/>
                  </a:lnTo>
                  <a:lnTo>
                    <a:pt x="36732" y="650970"/>
                  </a:lnTo>
                  <a:lnTo>
                    <a:pt x="35468" y="648946"/>
                  </a:lnTo>
                  <a:lnTo>
                    <a:pt x="35250" y="648413"/>
                  </a:lnTo>
                  <a:lnTo>
                    <a:pt x="32722" y="646688"/>
                  </a:lnTo>
                  <a:lnTo>
                    <a:pt x="30554" y="646948"/>
                  </a:lnTo>
                  <a:lnTo>
                    <a:pt x="29354" y="646687"/>
                  </a:lnTo>
                  <a:lnTo>
                    <a:pt x="28725" y="647069"/>
                  </a:lnTo>
                  <a:lnTo>
                    <a:pt x="28070" y="648168"/>
                  </a:lnTo>
                  <a:lnTo>
                    <a:pt x="27164" y="648898"/>
                  </a:lnTo>
                  <a:lnTo>
                    <a:pt x="26487" y="648918"/>
                  </a:lnTo>
                  <a:lnTo>
                    <a:pt x="25869" y="649467"/>
                  </a:lnTo>
                  <a:lnTo>
                    <a:pt x="24190" y="651435"/>
                  </a:lnTo>
                  <a:lnTo>
                    <a:pt x="23403" y="650244"/>
                  </a:lnTo>
                  <a:lnTo>
                    <a:pt x="22727" y="648486"/>
                  </a:lnTo>
                  <a:lnTo>
                    <a:pt x="22951" y="646998"/>
                  </a:lnTo>
                  <a:lnTo>
                    <a:pt x="23233" y="645629"/>
                  </a:lnTo>
                  <a:lnTo>
                    <a:pt x="23212" y="644708"/>
                  </a:lnTo>
                  <a:lnTo>
                    <a:pt x="22972" y="643925"/>
                  </a:lnTo>
                  <a:lnTo>
                    <a:pt x="21928" y="643063"/>
                  </a:lnTo>
                  <a:lnTo>
                    <a:pt x="19706" y="641489"/>
                  </a:lnTo>
                  <a:lnTo>
                    <a:pt x="19074" y="641471"/>
                  </a:lnTo>
                  <a:lnTo>
                    <a:pt x="18117" y="642052"/>
                  </a:lnTo>
                  <a:lnTo>
                    <a:pt x="16383" y="643811"/>
                  </a:lnTo>
                  <a:lnTo>
                    <a:pt x="15771" y="643433"/>
                  </a:lnTo>
                  <a:lnTo>
                    <a:pt x="15203" y="642036"/>
                  </a:lnTo>
                  <a:lnTo>
                    <a:pt x="14591" y="640289"/>
                  </a:lnTo>
                  <a:lnTo>
                    <a:pt x="13762" y="639396"/>
                  </a:lnTo>
                  <a:lnTo>
                    <a:pt x="11980" y="639484"/>
                  </a:lnTo>
                  <a:lnTo>
                    <a:pt x="11811" y="639552"/>
                  </a:lnTo>
                  <a:lnTo>
                    <a:pt x="10950" y="640562"/>
                  </a:lnTo>
                  <a:lnTo>
                    <a:pt x="10586" y="640462"/>
                  </a:lnTo>
                  <a:lnTo>
                    <a:pt x="9038" y="637891"/>
                  </a:lnTo>
                  <a:lnTo>
                    <a:pt x="9327" y="636490"/>
                  </a:lnTo>
                  <a:lnTo>
                    <a:pt x="9653" y="634419"/>
                  </a:lnTo>
                  <a:lnTo>
                    <a:pt x="9535" y="632789"/>
                  </a:lnTo>
                  <a:lnTo>
                    <a:pt x="9280" y="630683"/>
                  </a:lnTo>
                  <a:lnTo>
                    <a:pt x="8617" y="627024"/>
                  </a:lnTo>
                  <a:lnTo>
                    <a:pt x="8529" y="625989"/>
                  </a:lnTo>
                  <a:lnTo>
                    <a:pt x="7444" y="624389"/>
                  </a:lnTo>
                  <a:lnTo>
                    <a:pt x="7263" y="623046"/>
                  </a:lnTo>
                  <a:lnTo>
                    <a:pt x="6693" y="621320"/>
                  </a:lnTo>
                  <a:lnTo>
                    <a:pt x="6133" y="620216"/>
                  </a:lnTo>
                  <a:lnTo>
                    <a:pt x="6013" y="617761"/>
                  </a:lnTo>
                  <a:lnTo>
                    <a:pt x="5640" y="616896"/>
                  </a:lnTo>
                  <a:lnTo>
                    <a:pt x="5156" y="616492"/>
                  </a:lnTo>
                  <a:lnTo>
                    <a:pt x="3448" y="617198"/>
                  </a:lnTo>
                  <a:lnTo>
                    <a:pt x="3264" y="617126"/>
                  </a:lnTo>
                  <a:lnTo>
                    <a:pt x="4078" y="613213"/>
                  </a:lnTo>
                  <a:lnTo>
                    <a:pt x="4149" y="610951"/>
                  </a:lnTo>
                  <a:lnTo>
                    <a:pt x="4665" y="608573"/>
                  </a:lnTo>
                  <a:lnTo>
                    <a:pt x="5252" y="607634"/>
                  </a:lnTo>
                  <a:lnTo>
                    <a:pt x="5431" y="606818"/>
                  </a:lnTo>
                  <a:lnTo>
                    <a:pt x="5522" y="605246"/>
                  </a:lnTo>
                  <a:lnTo>
                    <a:pt x="5412" y="603898"/>
                  </a:lnTo>
                  <a:lnTo>
                    <a:pt x="5052" y="603200"/>
                  </a:lnTo>
                  <a:lnTo>
                    <a:pt x="3642" y="601688"/>
                  </a:lnTo>
                  <a:lnTo>
                    <a:pt x="2120" y="599865"/>
                  </a:lnTo>
                  <a:lnTo>
                    <a:pt x="1807" y="597550"/>
                  </a:lnTo>
                  <a:lnTo>
                    <a:pt x="1337" y="597081"/>
                  </a:lnTo>
                  <a:lnTo>
                    <a:pt x="0" y="596960"/>
                  </a:lnTo>
                  <a:lnTo>
                    <a:pt x="26" y="596304"/>
                  </a:lnTo>
                  <a:lnTo>
                    <a:pt x="225" y="594465"/>
                  </a:lnTo>
                  <a:lnTo>
                    <a:pt x="545" y="592862"/>
                  </a:lnTo>
                  <a:lnTo>
                    <a:pt x="1590" y="591143"/>
                  </a:lnTo>
                  <a:lnTo>
                    <a:pt x="1848" y="589984"/>
                  </a:lnTo>
                  <a:lnTo>
                    <a:pt x="2159" y="588943"/>
                  </a:lnTo>
                  <a:lnTo>
                    <a:pt x="4552" y="587714"/>
                  </a:lnTo>
                  <a:lnTo>
                    <a:pt x="4826" y="587249"/>
                  </a:lnTo>
                  <a:lnTo>
                    <a:pt x="4843" y="586837"/>
                  </a:lnTo>
                  <a:lnTo>
                    <a:pt x="4732" y="586440"/>
                  </a:lnTo>
                  <a:lnTo>
                    <a:pt x="4201" y="585809"/>
                  </a:lnTo>
                  <a:lnTo>
                    <a:pt x="3650" y="584948"/>
                  </a:lnTo>
                  <a:lnTo>
                    <a:pt x="3317" y="582605"/>
                  </a:lnTo>
                  <a:lnTo>
                    <a:pt x="2488" y="578936"/>
                  </a:lnTo>
                  <a:lnTo>
                    <a:pt x="1708" y="576476"/>
                  </a:lnTo>
                  <a:lnTo>
                    <a:pt x="1542" y="575036"/>
                  </a:lnTo>
                  <a:lnTo>
                    <a:pt x="1744" y="573375"/>
                  </a:lnTo>
                  <a:lnTo>
                    <a:pt x="2022" y="571743"/>
                  </a:lnTo>
                  <a:lnTo>
                    <a:pt x="2037" y="570155"/>
                  </a:lnTo>
                  <a:lnTo>
                    <a:pt x="852" y="561355"/>
                  </a:lnTo>
                  <a:lnTo>
                    <a:pt x="933" y="559753"/>
                  </a:lnTo>
                  <a:lnTo>
                    <a:pt x="1277" y="558156"/>
                  </a:lnTo>
                  <a:lnTo>
                    <a:pt x="1829" y="556827"/>
                  </a:lnTo>
                  <a:lnTo>
                    <a:pt x="3063" y="555093"/>
                  </a:lnTo>
                  <a:lnTo>
                    <a:pt x="4606" y="551930"/>
                  </a:lnTo>
                  <a:lnTo>
                    <a:pt x="5649" y="547774"/>
                  </a:lnTo>
                  <a:lnTo>
                    <a:pt x="6196" y="545263"/>
                  </a:lnTo>
                  <a:lnTo>
                    <a:pt x="6656" y="544690"/>
                  </a:lnTo>
                  <a:lnTo>
                    <a:pt x="7545" y="544552"/>
                  </a:lnTo>
                  <a:lnTo>
                    <a:pt x="7882" y="543780"/>
                  </a:lnTo>
                  <a:lnTo>
                    <a:pt x="8055" y="543324"/>
                  </a:lnTo>
                  <a:lnTo>
                    <a:pt x="8816" y="542901"/>
                  </a:lnTo>
                  <a:lnTo>
                    <a:pt x="9074" y="542403"/>
                  </a:lnTo>
                  <a:lnTo>
                    <a:pt x="8869" y="541556"/>
                  </a:lnTo>
                  <a:lnTo>
                    <a:pt x="8106" y="540076"/>
                  </a:lnTo>
                  <a:lnTo>
                    <a:pt x="7500" y="539157"/>
                  </a:lnTo>
                  <a:lnTo>
                    <a:pt x="8085" y="537097"/>
                  </a:lnTo>
                  <a:lnTo>
                    <a:pt x="7884" y="534344"/>
                  </a:lnTo>
                  <a:lnTo>
                    <a:pt x="7517" y="532051"/>
                  </a:lnTo>
                  <a:lnTo>
                    <a:pt x="8017" y="530373"/>
                  </a:lnTo>
                  <a:lnTo>
                    <a:pt x="8848" y="530226"/>
                  </a:lnTo>
                  <a:lnTo>
                    <a:pt x="9771" y="532054"/>
                  </a:lnTo>
                  <a:lnTo>
                    <a:pt x="11158" y="533003"/>
                  </a:lnTo>
                  <a:lnTo>
                    <a:pt x="12170" y="531776"/>
                  </a:lnTo>
                  <a:lnTo>
                    <a:pt x="12513" y="529407"/>
                  </a:lnTo>
                  <a:lnTo>
                    <a:pt x="13242" y="528363"/>
                  </a:lnTo>
                  <a:lnTo>
                    <a:pt x="14216" y="529294"/>
                  </a:lnTo>
                  <a:lnTo>
                    <a:pt x="15848" y="529630"/>
                  </a:lnTo>
                  <a:lnTo>
                    <a:pt x="17202" y="529476"/>
                  </a:lnTo>
                  <a:lnTo>
                    <a:pt x="18115" y="528978"/>
                  </a:lnTo>
                  <a:lnTo>
                    <a:pt x="18504" y="528209"/>
                  </a:lnTo>
                  <a:lnTo>
                    <a:pt x="18866" y="526827"/>
                  </a:lnTo>
                  <a:lnTo>
                    <a:pt x="19612" y="525071"/>
                  </a:lnTo>
                  <a:lnTo>
                    <a:pt x="20386" y="523925"/>
                  </a:lnTo>
                  <a:lnTo>
                    <a:pt x="26319" y="525228"/>
                  </a:lnTo>
                  <a:lnTo>
                    <a:pt x="31461" y="527653"/>
                  </a:lnTo>
                  <a:lnTo>
                    <a:pt x="31850" y="526746"/>
                  </a:lnTo>
                  <a:lnTo>
                    <a:pt x="32030" y="525185"/>
                  </a:lnTo>
                  <a:lnTo>
                    <a:pt x="30750" y="523841"/>
                  </a:lnTo>
                  <a:lnTo>
                    <a:pt x="29805" y="523139"/>
                  </a:lnTo>
                  <a:lnTo>
                    <a:pt x="28619" y="520347"/>
                  </a:lnTo>
                  <a:lnTo>
                    <a:pt x="26903" y="518147"/>
                  </a:lnTo>
                  <a:lnTo>
                    <a:pt x="25179" y="517953"/>
                  </a:lnTo>
                  <a:lnTo>
                    <a:pt x="22920" y="518719"/>
                  </a:lnTo>
                  <a:lnTo>
                    <a:pt x="19499" y="518261"/>
                  </a:lnTo>
                  <a:lnTo>
                    <a:pt x="16587" y="514121"/>
                  </a:lnTo>
                  <a:lnTo>
                    <a:pt x="14662" y="512828"/>
                  </a:lnTo>
                  <a:lnTo>
                    <a:pt x="13289" y="509647"/>
                  </a:lnTo>
                  <a:lnTo>
                    <a:pt x="12941" y="507957"/>
                  </a:lnTo>
                  <a:lnTo>
                    <a:pt x="14427" y="509391"/>
                  </a:lnTo>
                  <a:lnTo>
                    <a:pt x="14630" y="507877"/>
                  </a:lnTo>
                  <a:lnTo>
                    <a:pt x="14746" y="505864"/>
                  </a:lnTo>
                  <a:lnTo>
                    <a:pt x="13920" y="504636"/>
                  </a:lnTo>
                  <a:lnTo>
                    <a:pt x="13181" y="503904"/>
                  </a:lnTo>
                  <a:lnTo>
                    <a:pt x="9394" y="507045"/>
                  </a:lnTo>
                  <a:lnTo>
                    <a:pt x="5061" y="508076"/>
                  </a:lnTo>
                  <a:lnTo>
                    <a:pt x="9084" y="501879"/>
                  </a:lnTo>
                  <a:lnTo>
                    <a:pt x="11985" y="497415"/>
                  </a:lnTo>
                  <a:lnTo>
                    <a:pt x="12526" y="496744"/>
                  </a:lnTo>
                  <a:lnTo>
                    <a:pt x="13810" y="495545"/>
                  </a:lnTo>
                  <a:lnTo>
                    <a:pt x="14886" y="494285"/>
                  </a:lnTo>
                  <a:lnTo>
                    <a:pt x="15751" y="492633"/>
                  </a:lnTo>
                  <a:lnTo>
                    <a:pt x="18634" y="489374"/>
                  </a:lnTo>
                  <a:lnTo>
                    <a:pt x="21572" y="485865"/>
                  </a:lnTo>
                  <a:lnTo>
                    <a:pt x="24305" y="481242"/>
                  </a:lnTo>
                  <a:lnTo>
                    <a:pt x="25293" y="479788"/>
                  </a:lnTo>
                  <a:lnTo>
                    <a:pt x="26551" y="478232"/>
                  </a:lnTo>
                  <a:lnTo>
                    <a:pt x="29311" y="473343"/>
                  </a:lnTo>
                  <a:lnTo>
                    <a:pt x="30182" y="471989"/>
                  </a:lnTo>
                  <a:lnTo>
                    <a:pt x="33549" y="465859"/>
                  </a:lnTo>
                  <a:lnTo>
                    <a:pt x="35516" y="462804"/>
                  </a:lnTo>
                  <a:lnTo>
                    <a:pt x="36492" y="461050"/>
                  </a:lnTo>
                  <a:lnTo>
                    <a:pt x="40695" y="455252"/>
                  </a:lnTo>
                  <a:lnTo>
                    <a:pt x="43545" y="450595"/>
                  </a:lnTo>
                  <a:lnTo>
                    <a:pt x="44668" y="448041"/>
                  </a:lnTo>
                  <a:lnTo>
                    <a:pt x="45767" y="444382"/>
                  </a:lnTo>
                  <a:lnTo>
                    <a:pt x="46391" y="441886"/>
                  </a:lnTo>
                  <a:lnTo>
                    <a:pt x="47488" y="438657"/>
                  </a:lnTo>
                  <a:lnTo>
                    <a:pt x="47517" y="437587"/>
                  </a:lnTo>
                  <a:lnTo>
                    <a:pt x="47208" y="436591"/>
                  </a:lnTo>
                  <a:lnTo>
                    <a:pt x="46387" y="435043"/>
                  </a:lnTo>
                  <a:lnTo>
                    <a:pt x="45248" y="433259"/>
                  </a:lnTo>
                  <a:lnTo>
                    <a:pt x="44235" y="431078"/>
                  </a:lnTo>
                  <a:lnTo>
                    <a:pt x="43478" y="429116"/>
                  </a:lnTo>
                  <a:lnTo>
                    <a:pt x="41139" y="426387"/>
                  </a:lnTo>
                  <a:lnTo>
                    <a:pt x="37510" y="422935"/>
                  </a:lnTo>
                  <a:lnTo>
                    <a:pt x="34822" y="420377"/>
                  </a:lnTo>
                  <a:lnTo>
                    <a:pt x="30698" y="414911"/>
                  </a:lnTo>
                  <a:lnTo>
                    <a:pt x="29973" y="413548"/>
                  </a:lnTo>
                  <a:lnTo>
                    <a:pt x="30116" y="413188"/>
                  </a:lnTo>
                  <a:lnTo>
                    <a:pt x="32457" y="411534"/>
                  </a:lnTo>
                  <a:lnTo>
                    <a:pt x="34786" y="407273"/>
                  </a:lnTo>
                  <a:lnTo>
                    <a:pt x="35791" y="405113"/>
                  </a:lnTo>
                  <a:lnTo>
                    <a:pt x="36043" y="403438"/>
                  </a:lnTo>
                  <a:lnTo>
                    <a:pt x="36064" y="401552"/>
                  </a:lnTo>
                  <a:lnTo>
                    <a:pt x="35903" y="399812"/>
                  </a:lnTo>
                  <a:lnTo>
                    <a:pt x="35610" y="398733"/>
                  </a:lnTo>
                  <a:lnTo>
                    <a:pt x="34505" y="397377"/>
                  </a:lnTo>
                  <a:lnTo>
                    <a:pt x="31297" y="394903"/>
                  </a:lnTo>
                  <a:lnTo>
                    <a:pt x="30545" y="392621"/>
                  </a:lnTo>
                  <a:lnTo>
                    <a:pt x="29917" y="390230"/>
                  </a:lnTo>
                  <a:lnTo>
                    <a:pt x="29905" y="389242"/>
                  </a:lnTo>
                  <a:lnTo>
                    <a:pt x="31433" y="386674"/>
                  </a:lnTo>
                  <a:lnTo>
                    <a:pt x="31502" y="385389"/>
                  </a:lnTo>
                  <a:lnTo>
                    <a:pt x="31321" y="384075"/>
                  </a:lnTo>
                  <a:lnTo>
                    <a:pt x="30897" y="383115"/>
                  </a:lnTo>
                  <a:lnTo>
                    <a:pt x="27607" y="381955"/>
                  </a:lnTo>
                  <a:lnTo>
                    <a:pt x="26682" y="380730"/>
                  </a:lnTo>
                  <a:lnTo>
                    <a:pt x="25953" y="378780"/>
                  </a:lnTo>
                  <a:lnTo>
                    <a:pt x="25575" y="377106"/>
                  </a:lnTo>
                  <a:lnTo>
                    <a:pt x="25537" y="376115"/>
                  </a:lnTo>
                  <a:lnTo>
                    <a:pt x="25782" y="375006"/>
                  </a:lnTo>
                  <a:lnTo>
                    <a:pt x="26890" y="373799"/>
                  </a:lnTo>
                  <a:lnTo>
                    <a:pt x="27921" y="372984"/>
                  </a:lnTo>
                  <a:lnTo>
                    <a:pt x="28104" y="371886"/>
                  </a:lnTo>
                  <a:lnTo>
                    <a:pt x="28095" y="370697"/>
                  </a:lnTo>
                  <a:lnTo>
                    <a:pt x="27918" y="370123"/>
                  </a:lnTo>
                  <a:lnTo>
                    <a:pt x="25864" y="369557"/>
                  </a:lnTo>
                  <a:lnTo>
                    <a:pt x="25668" y="369235"/>
                  </a:lnTo>
                  <a:lnTo>
                    <a:pt x="25618" y="368824"/>
                  </a:lnTo>
                  <a:lnTo>
                    <a:pt x="25722" y="368332"/>
                  </a:lnTo>
                  <a:lnTo>
                    <a:pt x="26831" y="366216"/>
                  </a:lnTo>
                  <a:lnTo>
                    <a:pt x="26981" y="362183"/>
                  </a:lnTo>
                  <a:lnTo>
                    <a:pt x="28019" y="359367"/>
                  </a:lnTo>
                  <a:lnTo>
                    <a:pt x="26843" y="357718"/>
                  </a:lnTo>
                  <a:lnTo>
                    <a:pt x="26934" y="357427"/>
                  </a:lnTo>
                  <a:lnTo>
                    <a:pt x="28736" y="356563"/>
                  </a:lnTo>
                  <a:lnTo>
                    <a:pt x="30399" y="356354"/>
                  </a:lnTo>
                  <a:lnTo>
                    <a:pt x="31152" y="356030"/>
                  </a:lnTo>
                  <a:lnTo>
                    <a:pt x="31236" y="354712"/>
                  </a:lnTo>
                  <a:lnTo>
                    <a:pt x="31063" y="352932"/>
                  </a:lnTo>
                  <a:lnTo>
                    <a:pt x="29350" y="345946"/>
                  </a:lnTo>
                  <a:lnTo>
                    <a:pt x="28973" y="343933"/>
                  </a:lnTo>
                  <a:lnTo>
                    <a:pt x="27838" y="341392"/>
                  </a:lnTo>
                  <a:lnTo>
                    <a:pt x="26898" y="339684"/>
                  </a:lnTo>
                  <a:lnTo>
                    <a:pt x="26332" y="338464"/>
                  </a:lnTo>
                  <a:lnTo>
                    <a:pt x="25422" y="336079"/>
                  </a:lnTo>
                  <a:lnTo>
                    <a:pt x="24895" y="333631"/>
                  </a:lnTo>
                  <a:lnTo>
                    <a:pt x="23987" y="330898"/>
                  </a:lnTo>
                  <a:lnTo>
                    <a:pt x="22929" y="328391"/>
                  </a:lnTo>
                  <a:lnTo>
                    <a:pt x="22044" y="326072"/>
                  </a:lnTo>
                  <a:lnTo>
                    <a:pt x="19771" y="321530"/>
                  </a:lnTo>
                  <a:lnTo>
                    <a:pt x="19466" y="320273"/>
                  </a:lnTo>
                  <a:lnTo>
                    <a:pt x="19498" y="319136"/>
                  </a:lnTo>
                  <a:lnTo>
                    <a:pt x="19702" y="317933"/>
                  </a:lnTo>
                  <a:lnTo>
                    <a:pt x="21477" y="314221"/>
                  </a:lnTo>
                  <a:lnTo>
                    <a:pt x="23116" y="311123"/>
                  </a:lnTo>
                  <a:lnTo>
                    <a:pt x="25212" y="307490"/>
                  </a:lnTo>
                  <a:lnTo>
                    <a:pt x="27237" y="304474"/>
                  </a:lnTo>
                  <a:lnTo>
                    <a:pt x="29402" y="300898"/>
                  </a:lnTo>
                  <a:lnTo>
                    <a:pt x="29934" y="297328"/>
                  </a:lnTo>
                  <a:lnTo>
                    <a:pt x="29833" y="296728"/>
                  </a:lnTo>
                  <a:lnTo>
                    <a:pt x="28043" y="294795"/>
                  </a:lnTo>
                  <a:lnTo>
                    <a:pt x="24667" y="289621"/>
                  </a:lnTo>
                  <a:lnTo>
                    <a:pt x="22618" y="285697"/>
                  </a:lnTo>
                  <a:lnTo>
                    <a:pt x="19429" y="284040"/>
                  </a:lnTo>
                  <a:lnTo>
                    <a:pt x="15139" y="281917"/>
                  </a:lnTo>
                  <a:lnTo>
                    <a:pt x="13719" y="277143"/>
                  </a:lnTo>
                  <a:lnTo>
                    <a:pt x="12703" y="273095"/>
                  </a:lnTo>
                  <a:lnTo>
                    <a:pt x="12801" y="271638"/>
                  </a:lnTo>
                  <a:lnTo>
                    <a:pt x="15898" y="264731"/>
                  </a:lnTo>
                  <a:lnTo>
                    <a:pt x="16189" y="263478"/>
                  </a:lnTo>
                  <a:lnTo>
                    <a:pt x="16134" y="262703"/>
                  </a:lnTo>
                  <a:lnTo>
                    <a:pt x="15816" y="262218"/>
                  </a:lnTo>
                  <a:lnTo>
                    <a:pt x="15375" y="261950"/>
                  </a:lnTo>
                  <a:lnTo>
                    <a:pt x="12508" y="261751"/>
                  </a:lnTo>
                  <a:lnTo>
                    <a:pt x="12060" y="260809"/>
                  </a:lnTo>
                  <a:lnTo>
                    <a:pt x="13786" y="260097"/>
                  </a:lnTo>
                  <a:lnTo>
                    <a:pt x="15218" y="259128"/>
                  </a:lnTo>
                  <a:lnTo>
                    <a:pt x="17566" y="257691"/>
                  </a:lnTo>
                  <a:lnTo>
                    <a:pt x="18326" y="257327"/>
                  </a:lnTo>
                  <a:lnTo>
                    <a:pt x="20060" y="256500"/>
                  </a:lnTo>
                  <a:lnTo>
                    <a:pt x="20654" y="255863"/>
                  </a:lnTo>
                  <a:lnTo>
                    <a:pt x="21098" y="255110"/>
                  </a:lnTo>
                  <a:lnTo>
                    <a:pt x="22723" y="249980"/>
                  </a:lnTo>
                  <a:lnTo>
                    <a:pt x="23123" y="249167"/>
                  </a:lnTo>
                  <a:lnTo>
                    <a:pt x="28170" y="247326"/>
                  </a:lnTo>
                  <a:lnTo>
                    <a:pt x="30002" y="246379"/>
                  </a:lnTo>
                  <a:lnTo>
                    <a:pt x="31061" y="245186"/>
                  </a:lnTo>
                  <a:lnTo>
                    <a:pt x="31566" y="244258"/>
                  </a:lnTo>
                  <a:lnTo>
                    <a:pt x="31929" y="243154"/>
                  </a:lnTo>
                  <a:lnTo>
                    <a:pt x="32190" y="241938"/>
                  </a:lnTo>
                  <a:lnTo>
                    <a:pt x="32300" y="240821"/>
                  </a:lnTo>
                  <a:lnTo>
                    <a:pt x="31883" y="239364"/>
                  </a:lnTo>
                  <a:lnTo>
                    <a:pt x="32115" y="239188"/>
                  </a:lnTo>
                  <a:lnTo>
                    <a:pt x="32653" y="239249"/>
                  </a:lnTo>
                  <a:lnTo>
                    <a:pt x="34381" y="240699"/>
                  </a:lnTo>
                  <a:lnTo>
                    <a:pt x="37058" y="242240"/>
                  </a:lnTo>
                  <a:lnTo>
                    <a:pt x="39027" y="242359"/>
                  </a:lnTo>
                  <a:lnTo>
                    <a:pt x="39843" y="242066"/>
                  </a:lnTo>
                  <a:lnTo>
                    <a:pt x="40251" y="241393"/>
                  </a:lnTo>
                  <a:lnTo>
                    <a:pt x="40544" y="240075"/>
                  </a:lnTo>
                  <a:lnTo>
                    <a:pt x="40563" y="238718"/>
                  </a:lnTo>
                  <a:lnTo>
                    <a:pt x="39945" y="234826"/>
                  </a:lnTo>
                  <a:lnTo>
                    <a:pt x="41987" y="235246"/>
                  </a:lnTo>
                  <a:lnTo>
                    <a:pt x="46566" y="237600"/>
                  </a:lnTo>
                  <a:lnTo>
                    <a:pt x="47636" y="237383"/>
                  </a:lnTo>
                  <a:lnTo>
                    <a:pt x="48990" y="236672"/>
                  </a:lnTo>
                  <a:lnTo>
                    <a:pt x="50379" y="233871"/>
                  </a:lnTo>
                  <a:lnTo>
                    <a:pt x="51411" y="233392"/>
                  </a:lnTo>
                  <a:lnTo>
                    <a:pt x="52757" y="234044"/>
                  </a:lnTo>
                  <a:lnTo>
                    <a:pt x="53127" y="233294"/>
                  </a:lnTo>
                  <a:lnTo>
                    <a:pt x="52432" y="230971"/>
                  </a:lnTo>
                  <a:lnTo>
                    <a:pt x="52605" y="229797"/>
                  </a:lnTo>
                  <a:lnTo>
                    <a:pt x="57227" y="232307"/>
                  </a:lnTo>
                  <a:lnTo>
                    <a:pt x="59201" y="234145"/>
                  </a:lnTo>
                  <a:lnTo>
                    <a:pt x="63474" y="235760"/>
                  </a:lnTo>
                  <a:lnTo>
                    <a:pt x="64224" y="236638"/>
                  </a:lnTo>
                  <a:lnTo>
                    <a:pt x="64279" y="238164"/>
                  </a:lnTo>
                  <a:lnTo>
                    <a:pt x="64075" y="239474"/>
                  </a:lnTo>
                  <a:lnTo>
                    <a:pt x="63171" y="240197"/>
                  </a:lnTo>
                  <a:lnTo>
                    <a:pt x="61346" y="240078"/>
                  </a:lnTo>
                  <a:lnTo>
                    <a:pt x="54787" y="238060"/>
                  </a:lnTo>
                  <a:lnTo>
                    <a:pt x="53819" y="239285"/>
                  </a:lnTo>
                  <a:lnTo>
                    <a:pt x="54612" y="240347"/>
                  </a:lnTo>
                  <a:lnTo>
                    <a:pt x="56534" y="241599"/>
                  </a:lnTo>
                  <a:lnTo>
                    <a:pt x="57070" y="243819"/>
                  </a:lnTo>
                  <a:lnTo>
                    <a:pt x="60012" y="243514"/>
                  </a:lnTo>
                  <a:lnTo>
                    <a:pt x="62816" y="244359"/>
                  </a:lnTo>
                  <a:lnTo>
                    <a:pt x="64133" y="244085"/>
                  </a:lnTo>
                  <a:lnTo>
                    <a:pt x="64374" y="244809"/>
                  </a:lnTo>
                  <a:lnTo>
                    <a:pt x="63473" y="246649"/>
                  </a:lnTo>
                  <a:lnTo>
                    <a:pt x="63896" y="247122"/>
                  </a:lnTo>
                  <a:lnTo>
                    <a:pt x="67041" y="245337"/>
                  </a:lnTo>
                  <a:lnTo>
                    <a:pt x="68506" y="244848"/>
                  </a:lnTo>
                  <a:lnTo>
                    <a:pt x="69294" y="245324"/>
                  </a:lnTo>
                  <a:lnTo>
                    <a:pt x="69401" y="246802"/>
                  </a:lnTo>
                  <a:lnTo>
                    <a:pt x="68882" y="248660"/>
                  </a:lnTo>
                  <a:lnTo>
                    <a:pt x="68825" y="250074"/>
                  </a:lnTo>
                  <a:lnTo>
                    <a:pt x="67857" y="253489"/>
                  </a:lnTo>
                  <a:lnTo>
                    <a:pt x="66366" y="254524"/>
                  </a:lnTo>
                  <a:lnTo>
                    <a:pt x="65739" y="255946"/>
                  </a:lnTo>
                  <a:lnTo>
                    <a:pt x="67922" y="255075"/>
                  </a:lnTo>
                  <a:lnTo>
                    <a:pt x="69083" y="254124"/>
                  </a:lnTo>
                  <a:lnTo>
                    <a:pt x="71256" y="249432"/>
                  </a:lnTo>
                  <a:lnTo>
                    <a:pt x="71907" y="248809"/>
                  </a:lnTo>
                  <a:lnTo>
                    <a:pt x="78096" y="248724"/>
                  </a:lnTo>
                  <a:lnTo>
                    <a:pt x="79497" y="249025"/>
                  </a:lnTo>
                  <a:lnTo>
                    <a:pt x="85302" y="251237"/>
                  </a:lnTo>
                  <a:lnTo>
                    <a:pt x="86955" y="251439"/>
                  </a:lnTo>
                  <a:lnTo>
                    <a:pt x="88844" y="251156"/>
                  </a:lnTo>
                  <a:lnTo>
                    <a:pt x="89495" y="250129"/>
                  </a:lnTo>
                  <a:lnTo>
                    <a:pt x="90138" y="249838"/>
                  </a:lnTo>
                  <a:lnTo>
                    <a:pt x="96589" y="252310"/>
                  </a:lnTo>
                  <a:lnTo>
                    <a:pt x="105223" y="257874"/>
                  </a:lnTo>
                  <a:lnTo>
                    <a:pt x="117853" y="267074"/>
                  </a:lnTo>
                  <a:lnTo>
                    <a:pt x="124974" y="275259"/>
                  </a:lnTo>
                  <a:lnTo>
                    <a:pt x="125798" y="277017"/>
                  </a:lnTo>
                  <a:lnTo>
                    <a:pt x="128372" y="278014"/>
                  </a:lnTo>
                  <a:lnTo>
                    <a:pt x="128925" y="277339"/>
                  </a:lnTo>
                  <a:lnTo>
                    <a:pt x="130355" y="277925"/>
                  </a:lnTo>
                  <a:lnTo>
                    <a:pt x="138729" y="285406"/>
                  </a:lnTo>
                  <a:lnTo>
                    <a:pt x="141618" y="285794"/>
                  </a:lnTo>
                  <a:lnTo>
                    <a:pt x="141236" y="284212"/>
                  </a:lnTo>
                  <a:lnTo>
                    <a:pt x="140743" y="282732"/>
                  </a:lnTo>
                  <a:lnTo>
                    <a:pt x="141458" y="283069"/>
                  </a:lnTo>
                  <a:lnTo>
                    <a:pt x="142438" y="284142"/>
                  </a:lnTo>
                  <a:lnTo>
                    <a:pt x="144030" y="287071"/>
                  </a:lnTo>
                  <a:lnTo>
                    <a:pt x="145970" y="289243"/>
                  </a:lnTo>
                  <a:lnTo>
                    <a:pt x="147946" y="292493"/>
                  </a:lnTo>
                  <a:lnTo>
                    <a:pt x="149594" y="293740"/>
                  </a:lnTo>
                  <a:lnTo>
                    <a:pt x="151079" y="294201"/>
                  </a:lnTo>
                  <a:lnTo>
                    <a:pt x="152326" y="295119"/>
                  </a:lnTo>
                  <a:lnTo>
                    <a:pt x="154598" y="295992"/>
                  </a:lnTo>
                  <a:lnTo>
                    <a:pt x="155671" y="303949"/>
                  </a:lnTo>
                  <a:lnTo>
                    <a:pt x="156500" y="305668"/>
                  </a:lnTo>
                  <a:lnTo>
                    <a:pt x="156500" y="309187"/>
                  </a:lnTo>
                  <a:lnTo>
                    <a:pt x="157951" y="310619"/>
                  </a:lnTo>
                  <a:lnTo>
                    <a:pt x="159054" y="310879"/>
                  </a:lnTo>
                  <a:lnTo>
                    <a:pt x="159002" y="313486"/>
                  </a:lnTo>
                  <a:lnTo>
                    <a:pt x="158109" y="319607"/>
                  </a:lnTo>
                  <a:lnTo>
                    <a:pt x="157125" y="322211"/>
                  </a:lnTo>
                  <a:lnTo>
                    <a:pt x="149547" y="333426"/>
                  </a:lnTo>
                  <a:lnTo>
                    <a:pt x="144797" y="337760"/>
                  </a:lnTo>
                  <a:lnTo>
                    <a:pt x="135551" y="342722"/>
                  </a:lnTo>
                  <a:lnTo>
                    <a:pt x="128338" y="344584"/>
                  </a:lnTo>
                  <a:lnTo>
                    <a:pt x="125427" y="344719"/>
                  </a:lnTo>
                  <a:lnTo>
                    <a:pt x="119785" y="343799"/>
                  </a:lnTo>
                  <a:lnTo>
                    <a:pt x="116691" y="342794"/>
                  </a:lnTo>
                  <a:lnTo>
                    <a:pt x="112905" y="339974"/>
                  </a:lnTo>
                  <a:lnTo>
                    <a:pt x="109372" y="338570"/>
                  </a:lnTo>
                  <a:lnTo>
                    <a:pt x="106945" y="337949"/>
                  </a:lnTo>
                  <a:lnTo>
                    <a:pt x="102443" y="337691"/>
                  </a:lnTo>
                  <a:lnTo>
                    <a:pt x="92677" y="334928"/>
                  </a:lnTo>
                  <a:lnTo>
                    <a:pt x="90980" y="333957"/>
                  </a:lnTo>
                  <a:lnTo>
                    <a:pt x="84855" y="328565"/>
                  </a:lnTo>
                  <a:lnTo>
                    <a:pt x="82421" y="330088"/>
                  </a:lnTo>
                  <a:lnTo>
                    <a:pt x="80971" y="330361"/>
                  </a:lnTo>
                  <a:lnTo>
                    <a:pt x="79989" y="328505"/>
                  </a:lnTo>
                  <a:lnTo>
                    <a:pt x="80384" y="328014"/>
                  </a:lnTo>
                  <a:lnTo>
                    <a:pt x="80619" y="327381"/>
                  </a:lnTo>
                  <a:lnTo>
                    <a:pt x="77150" y="325843"/>
                  </a:lnTo>
                  <a:lnTo>
                    <a:pt x="74284" y="325740"/>
                  </a:lnTo>
                  <a:lnTo>
                    <a:pt x="72761" y="324433"/>
                  </a:lnTo>
                  <a:lnTo>
                    <a:pt x="70897" y="323439"/>
                  </a:lnTo>
                  <a:lnTo>
                    <a:pt x="70074" y="324038"/>
                  </a:lnTo>
                  <a:lnTo>
                    <a:pt x="69609" y="324032"/>
                  </a:lnTo>
                  <a:lnTo>
                    <a:pt x="65841" y="321686"/>
                  </a:lnTo>
                  <a:lnTo>
                    <a:pt x="64158" y="319784"/>
                  </a:lnTo>
                  <a:lnTo>
                    <a:pt x="62405" y="316438"/>
                  </a:lnTo>
                  <a:lnTo>
                    <a:pt x="62833" y="315268"/>
                  </a:lnTo>
                  <a:lnTo>
                    <a:pt x="63346" y="314509"/>
                  </a:lnTo>
                  <a:lnTo>
                    <a:pt x="57321" y="312563"/>
                  </a:lnTo>
                  <a:lnTo>
                    <a:pt x="51591" y="312304"/>
                  </a:lnTo>
                  <a:lnTo>
                    <a:pt x="52587" y="313238"/>
                  </a:lnTo>
                  <a:lnTo>
                    <a:pt x="55069" y="313729"/>
                  </a:lnTo>
                  <a:lnTo>
                    <a:pt x="56648" y="315069"/>
                  </a:lnTo>
                  <a:lnTo>
                    <a:pt x="58469" y="316961"/>
                  </a:lnTo>
                  <a:lnTo>
                    <a:pt x="58045" y="319548"/>
                  </a:lnTo>
                  <a:lnTo>
                    <a:pt x="60575" y="322111"/>
                  </a:lnTo>
                  <a:lnTo>
                    <a:pt x="62516" y="324553"/>
                  </a:lnTo>
                  <a:lnTo>
                    <a:pt x="62573" y="325307"/>
                  </a:lnTo>
                  <a:lnTo>
                    <a:pt x="63326" y="325818"/>
                  </a:lnTo>
                  <a:lnTo>
                    <a:pt x="66186" y="326532"/>
                  </a:lnTo>
                  <a:lnTo>
                    <a:pt x="66684" y="328780"/>
                  </a:lnTo>
                  <a:lnTo>
                    <a:pt x="66213" y="329666"/>
                  </a:lnTo>
                  <a:lnTo>
                    <a:pt x="66604" y="330914"/>
                  </a:lnTo>
                  <a:lnTo>
                    <a:pt x="68738" y="332314"/>
                  </a:lnTo>
                  <a:lnTo>
                    <a:pt x="70014" y="332695"/>
                  </a:lnTo>
                  <a:lnTo>
                    <a:pt x="71584" y="333544"/>
                  </a:lnTo>
                  <a:lnTo>
                    <a:pt x="70872" y="335260"/>
                  </a:lnTo>
                  <a:lnTo>
                    <a:pt x="69552" y="336374"/>
                  </a:lnTo>
                  <a:lnTo>
                    <a:pt x="68230" y="336886"/>
                  </a:lnTo>
                  <a:lnTo>
                    <a:pt x="68857" y="337297"/>
                  </a:lnTo>
                  <a:lnTo>
                    <a:pt x="70571" y="337139"/>
                  </a:lnTo>
                  <a:lnTo>
                    <a:pt x="76771" y="339968"/>
                  </a:lnTo>
                  <a:lnTo>
                    <a:pt x="80031" y="342829"/>
                  </a:lnTo>
                  <a:lnTo>
                    <a:pt x="83347" y="348046"/>
                  </a:lnTo>
                  <a:lnTo>
                    <a:pt x="84420" y="350626"/>
                  </a:lnTo>
                  <a:lnTo>
                    <a:pt x="84498" y="352050"/>
                  </a:lnTo>
                  <a:lnTo>
                    <a:pt x="84314" y="353471"/>
                  </a:lnTo>
                  <a:lnTo>
                    <a:pt x="83835" y="355006"/>
                  </a:lnTo>
                  <a:lnTo>
                    <a:pt x="83616" y="356550"/>
                  </a:lnTo>
                  <a:lnTo>
                    <a:pt x="82483" y="361105"/>
                  </a:lnTo>
                  <a:lnTo>
                    <a:pt x="81670" y="362678"/>
                  </a:lnTo>
                  <a:lnTo>
                    <a:pt x="80106" y="364479"/>
                  </a:lnTo>
                  <a:lnTo>
                    <a:pt x="81577" y="367960"/>
                  </a:lnTo>
                  <a:lnTo>
                    <a:pt x="83112" y="371205"/>
                  </a:lnTo>
                  <a:lnTo>
                    <a:pt x="84615" y="376587"/>
                  </a:lnTo>
                  <a:lnTo>
                    <a:pt x="84884" y="378752"/>
                  </a:lnTo>
                  <a:lnTo>
                    <a:pt x="84946" y="382077"/>
                  </a:lnTo>
                  <a:lnTo>
                    <a:pt x="86304" y="383384"/>
                  </a:lnTo>
                  <a:lnTo>
                    <a:pt x="85773" y="383895"/>
                  </a:lnTo>
                  <a:lnTo>
                    <a:pt x="85237" y="384840"/>
                  </a:lnTo>
                  <a:lnTo>
                    <a:pt x="85365" y="389174"/>
                  </a:lnTo>
                  <a:lnTo>
                    <a:pt x="87248" y="392713"/>
                  </a:lnTo>
                  <a:lnTo>
                    <a:pt x="90072" y="395009"/>
                  </a:lnTo>
                  <a:lnTo>
                    <a:pt x="91752" y="395475"/>
                  </a:lnTo>
                  <a:lnTo>
                    <a:pt x="94194" y="394543"/>
                  </a:lnTo>
                  <a:lnTo>
                    <a:pt x="95954" y="395812"/>
                  </a:lnTo>
                  <a:lnTo>
                    <a:pt x="99865" y="400137"/>
                  </a:lnTo>
                  <a:lnTo>
                    <a:pt x="101631" y="404706"/>
                  </a:lnTo>
                  <a:lnTo>
                    <a:pt x="102346" y="405638"/>
                  </a:lnTo>
                  <a:lnTo>
                    <a:pt x="106307" y="407345"/>
                  </a:lnTo>
                  <a:lnTo>
                    <a:pt x="109276" y="408395"/>
                  </a:lnTo>
                  <a:lnTo>
                    <a:pt x="113790" y="411137"/>
                  </a:lnTo>
                  <a:lnTo>
                    <a:pt x="114579" y="411236"/>
                  </a:lnTo>
                  <a:lnTo>
                    <a:pt x="116772" y="408871"/>
                  </a:lnTo>
                  <a:lnTo>
                    <a:pt x="120549" y="407225"/>
                  </a:lnTo>
                  <a:lnTo>
                    <a:pt x="121717" y="404958"/>
                  </a:lnTo>
                  <a:lnTo>
                    <a:pt x="121619" y="403032"/>
                  </a:lnTo>
                  <a:lnTo>
                    <a:pt x="120653" y="399604"/>
                  </a:lnTo>
                  <a:lnTo>
                    <a:pt x="120387" y="396263"/>
                  </a:lnTo>
                  <a:lnTo>
                    <a:pt x="119136" y="394898"/>
                  </a:lnTo>
                  <a:lnTo>
                    <a:pt x="117968" y="393992"/>
                  </a:lnTo>
                  <a:lnTo>
                    <a:pt x="114436" y="394683"/>
                  </a:lnTo>
                  <a:lnTo>
                    <a:pt x="112845" y="394554"/>
                  </a:lnTo>
                  <a:lnTo>
                    <a:pt x="111643" y="393651"/>
                  </a:lnTo>
                  <a:lnTo>
                    <a:pt x="110017" y="391268"/>
                  </a:lnTo>
                  <a:lnTo>
                    <a:pt x="106938" y="385473"/>
                  </a:lnTo>
                  <a:lnTo>
                    <a:pt x="105290" y="383544"/>
                  </a:lnTo>
                  <a:lnTo>
                    <a:pt x="104774" y="382349"/>
                  </a:lnTo>
                  <a:lnTo>
                    <a:pt x="104200" y="380683"/>
                  </a:lnTo>
                  <a:lnTo>
                    <a:pt x="104272" y="377986"/>
                  </a:lnTo>
                  <a:lnTo>
                    <a:pt x="105616" y="378080"/>
                  </a:lnTo>
                  <a:lnTo>
                    <a:pt x="107127" y="376552"/>
                  </a:lnTo>
                  <a:lnTo>
                    <a:pt x="108227" y="371080"/>
                  </a:lnTo>
                  <a:lnTo>
                    <a:pt x="110127" y="370384"/>
                  </a:lnTo>
                  <a:lnTo>
                    <a:pt x="111157" y="370432"/>
                  </a:lnTo>
                  <a:lnTo>
                    <a:pt x="115555" y="372974"/>
                  </a:lnTo>
                  <a:lnTo>
                    <a:pt x="121019" y="379755"/>
                  </a:lnTo>
                  <a:lnTo>
                    <a:pt x="122227" y="380469"/>
                  </a:lnTo>
                  <a:lnTo>
                    <a:pt x="123505" y="380569"/>
                  </a:lnTo>
                  <a:lnTo>
                    <a:pt x="125593" y="380396"/>
                  </a:lnTo>
                  <a:lnTo>
                    <a:pt x="125932" y="381280"/>
                  </a:lnTo>
                  <a:lnTo>
                    <a:pt x="127055" y="382341"/>
                  </a:lnTo>
                  <a:lnTo>
                    <a:pt x="127875" y="382476"/>
                  </a:lnTo>
                  <a:lnTo>
                    <a:pt x="132876" y="384626"/>
                  </a:lnTo>
                  <a:lnTo>
                    <a:pt x="138711" y="388862"/>
                  </a:lnTo>
                  <a:lnTo>
                    <a:pt x="140876" y="388670"/>
                  </a:lnTo>
                  <a:lnTo>
                    <a:pt x="141728" y="386326"/>
                  </a:lnTo>
                  <a:lnTo>
                    <a:pt x="141905" y="385317"/>
                  </a:lnTo>
                  <a:lnTo>
                    <a:pt x="144280" y="382947"/>
                  </a:lnTo>
                  <a:lnTo>
                    <a:pt x="145937" y="382554"/>
                  </a:lnTo>
                  <a:lnTo>
                    <a:pt x="148255" y="383416"/>
                  </a:lnTo>
                  <a:lnTo>
                    <a:pt x="148676" y="382712"/>
                  </a:lnTo>
                  <a:lnTo>
                    <a:pt x="147887" y="379237"/>
                  </a:lnTo>
                  <a:lnTo>
                    <a:pt x="146818" y="376229"/>
                  </a:lnTo>
                  <a:lnTo>
                    <a:pt x="145244" y="374303"/>
                  </a:lnTo>
                  <a:lnTo>
                    <a:pt x="142448" y="368644"/>
                  </a:lnTo>
                  <a:lnTo>
                    <a:pt x="141331" y="365835"/>
                  </a:lnTo>
                  <a:lnTo>
                    <a:pt x="140775" y="362936"/>
                  </a:lnTo>
                  <a:lnTo>
                    <a:pt x="141139" y="360372"/>
                  </a:lnTo>
                  <a:lnTo>
                    <a:pt x="141540" y="358504"/>
                  </a:lnTo>
                  <a:lnTo>
                    <a:pt x="147347" y="353960"/>
                  </a:lnTo>
                  <a:lnTo>
                    <a:pt x="149447" y="351239"/>
                  </a:lnTo>
                  <a:lnTo>
                    <a:pt x="151477" y="347704"/>
                  </a:lnTo>
                  <a:lnTo>
                    <a:pt x="152418" y="346981"/>
                  </a:lnTo>
                  <a:lnTo>
                    <a:pt x="155843" y="346000"/>
                  </a:lnTo>
                  <a:lnTo>
                    <a:pt x="160382" y="342976"/>
                  </a:lnTo>
                  <a:lnTo>
                    <a:pt x="163846" y="338961"/>
                  </a:lnTo>
                  <a:lnTo>
                    <a:pt x="167284" y="332856"/>
                  </a:lnTo>
                  <a:lnTo>
                    <a:pt x="168726" y="331268"/>
                  </a:lnTo>
                  <a:lnTo>
                    <a:pt x="169897" y="331413"/>
                  </a:lnTo>
                  <a:lnTo>
                    <a:pt x="171454" y="332369"/>
                  </a:lnTo>
                  <a:lnTo>
                    <a:pt x="173172" y="334139"/>
                  </a:lnTo>
                  <a:lnTo>
                    <a:pt x="175493" y="334469"/>
                  </a:lnTo>
                  <a:lnTo>
                    <a:pt x="177758" y="334185"/>
                  </a:lnTo>
                  <a:lnTo>
                    <a:pt x="180338" y="334345"/>
                  </a:lnTo>
                  <a:lnTo>
                    <a:pt x="183946" y="337130"/>
                  </a:lnTo>
                  <a:lnTo>
                    <a:pt x="184541" y="338019"/>
                  </a:lnTo>
                  <a:lnTo>
                    <a:pt x="185107" y="339208"/>
                  </a:lnTo>
                  <a:lnTo>
                    <a:pt x="183940" y="341500"/>
                  </a:lnTo>
                  <a:lnTo>
                    <a:pt x="183844" y="342978"/>
                  </a:lnTo>
                  <a:lnTo>
                    <a:pt x="184775" y="342288"/>
                  </a:lnTo>
                  <a:lnTo>
                    <a:pt x="186059" y="341943"/>
                  </a:lnTo>
                  <a:lnTo>
                    <a:pt x="187271" y="342416"/>
                  </a:lnTo>
                  <a:lnTo>
                    <a:pt x="188411" y="343708"/>
                  </a:lnTo>
                  <a:lnTo>
                    <a:pt x="189235" y="345154"/>
                  </a:lnTo>
                  <a:lnTo>
                    <a:pt x="190231" y="346370"/>
                  </a:lnTo>
                  <a:lnTo>
                    <a:pt x="190549" y="344716"/>
                  </a:lnTo>
                  <a:lnTo>
                    <a:pt x="190696" y="343292"/>
                  </a:lnTo>
                  <a:lnTo>
                    <a:pt x="190149" y="339678"/>
                  </a:lnTo>
                  <a:lnTo>
                    <a:pt x="191552" y="334595"/>
                  </a:lnTo>
                  <a:lnTo>
                    <a:pt x="192639" y="332390"/>
                  </a:lnTo>
                  <a:lnTo>
                    <a:pt x="194595" y="326773"/>
                  </a:lnTo>
                  <a:lnTo>
                    <a:pt x="194009" y="323143"/>
                  </a:lnTo>
                  <a:lnTo>
                    <a:pt x="193921" y="318914"/>
                  </a:lnTo>
                  <a:lnTo>
                    <a:pt x="193632" y="316951"/>
                  </a:lnTo>
                  <a:lnTo>
                    <a:pt x="192359" y="314130"/>
                  </a:lnTo>
                  <a:lnTo>
                    <a:pt x="189891" y="312130"/>
                  </a:lnTo>
                  <a:lnTo>
                    <a:pt x="187403" y="311501"/>
                  </a:lnTo>
                  <a:lnTo>
                    <a:pt x="186575" y="309555"/>
                  </a:lnTo>
                  <a:lnTo>
                    <a:pt x="186726" y="307336"/>
                  </a:lnTo>
                  <a:lnTo>
                    <a:pt x="187414" y="304093"/>
                  </a:lnTo>
                  <a:lnTo>
                    <a:pt x="189459" y="297257"/>
                  </a:lnTo>
                  <a:lnTo>
                    <a:pt x="191605" y="287655"/>
                  </a:lnTo>
                  <a:lnTo>
                    <a:pt x="191675" y="285420"/>
                  </a:lnTo>
                  <a:lnTo>
                    <a:pt x="191474" y="284198"/>
                  </a:lnTo>
                  <a:lnTo>
                    <a:pt x="191617" y="282962"/>
                  </a:lnTo>
                  <a:lnTo>
                    <a:pt x="191370" y="280027"/>
                  </a:lnTo>
                  <a:lnTo>
                    <a:pt x="190966" y="277860"/>
                  </a:lnTo>
                  <a:lnTo>
                    <a:pt x="182278" y="269544"/>
                  </a:lnTo>
                  <a:lnTo>
                    <a:pt x="181756" y="268738"/>
                  </a:lnTo>
                  <a:lnTo>
                    <a:pt x="181474" y="267628"/>
                  </a:lnTo>
                  <a:lnTo>
                    <a:pt x="182383" y="267381"/>
                  </a:lnTo>
                  <a:lnTo>
                    <a:pt x="183050" y="267437"/>
                  </a:lnTo>
                  <a:lnTo>
                    <a:pt x="189591" y="271308"/>
                  </a:lnTo>
                  <a:lnTo>
                    <a:pt x="191036" y="271517"/>
                  </a:lnTo>
                  <a:lnTo>
                    <a:pt x="201288" y="270441"/>
                  </a:lnTo>
                  <a:lnTo>
                    <a:pt x="206300" y="271376"/>
                  </a:lnTo>
                  <a:lnTo>
                    <a:pt x="210530" y="273351"/>
                  </a:lnTo>
                  <a:lnTo>
                    <a:pt x="213555" y="278916"/>
                  </a:lnTo>
                  <a:lnTo>
                    <a:pt x="216636" y="284014"/>
                  </a:lnTo>
                  <a:lnTo>
                    <a:pt x="219519" y="288398"/>
                  </a:lnTo>
                  <a:lnTo>
                    <a:pt x="219597" y="291993"/>
                  </a:lnTo>
                  <a:lnTo>
                    <a:pt x="216627" y="292736"/>
                  </a:lnTo>
                  <a:lnTo>
                    <a:pt x="213735" y="292899"/>
                  </a:lnTo>
                  <a:lnTo>
                    <a:pt x="206405" y="294689"/>
                  </a:lnTo>
                  <a:lnTo>
                    <a:pt x="204649" y="296719"/>
                  </a:lnTo>
                  <a:lnTo>
                    <a:pt x="199714" y="302967"/>
                  </a:lnTo>
                  <a:lnTo>
                    <a:pt x="199290" y="304867"/>
                  </a:lnTo>
                  <a:lnTo>
                    <a:pt x="199714" y="306709"/>
                  </a:lnTo>
                  <a:lnTo>
                    <a:pt x="201978" y="308661"/>
                  </a:lnTo>
                  <a:lnTo>
                    <a:pt x="206785" y="311591"/>
                  </a:lnTo>
                  <a:lnTo>
                    <a:pt x="208947" y="317395"/>
                  </a:lnTo>
                  <a:lnTo>
                    <a:pt x="210455" y="320294"/>
                  </a:lnTo>
                  <a:lnTo>
                    <a:pt x="211598" y="321415"/>
                  </a:lnTo>
                  <a:lnTo>
                    <a:pt x="212710" y="321699"/>
                  </a:lnTo>
                  <a:lnTo>
                    <a:pt x="215138" y="321719"/>
                  </a:lnTo>
                  <a:lnTo>
                    <a:pt x="216850" y="322423"/>
                  </a:lnTo>
                  <a:lnTo>
                    <a:pt x="217348" y="322979"/>
                  </a:lnTo>
                  <a:lnTo>
                    <a:pt x="218029" y="322423"/>
                  </a:lnTo>
                  <a:lnTo>
                    <a:pt x="219601" y="322230"/>
                  </a:lnTo>
                  <a:lnTo>
                    <a:pt x="228750" y="319148"/>
                  </a:lnTo>
                  <a:lnTo>
                    <a:pt x="230560" y="317786"/>
                  </a:lnTo>
                  <a:lnTo>
                    <a:pt x="231164" y="315744"/>
                  </a:lnTo>
                  <a:lnTo>
                    <a:pt x="231834" y="308930"/>
                  </a:lnTo>
                  <a:lnTo>
                    <a:pt x="232642" y="306564"/>
                  </a:lnTo>
                  <a:lnTo>
                    <a:pt x="233425" y="303639"/>
                  </a:lnTo>
                  <a:lnTo>
                    <a:pt x="233135" y="301847"/>
                  </a:lnTo>
                  <a:lnTo>
                    <a:pt x="233045" y="299813"/>
                  </a:lnTo>
                  <a:lnTo>
                    <a:pt x="237632" y="297856"/>
                  </a:lnTo>
                  <a:lnTo>
                    <a:pt x="241892" y="296530"/>
                  </a:lnTo>
                  <a:lnTo>
                    <a:pt x="243929" y="296937"/>
                  </a:lnTo>
                  <a:lnTo>
                    <a:pt x="244437" y="295464"/>
                  </a:lnTo>
                  <a:lnTo>
                    <a:pt x="243128" y="292637"/>
                  </a:lnTo>
                  <a:lnTo>
                    <a:pt x="242368" y="291242"/>
                  </a:lnTo>
                  <a:lnTo>
                    <a:pt x="243033" y="290600"/>
                  </a:lnTo>
                  <a:lnTo>
                    <a:pt x="244013" y="291375"/>
                  </a:lnTo>
                  <a:lnTo>
                    <a:pt x="245300" y="291845"/>
                  </a:lnTo>
                  <a:lnTo>
                    <a:pt x="247586" y="291355"/>
                  </a:lnTo>
                  <a:lnTo>
                    <a:pt x="256398" y="285601"/>
                  </a:lnTo>
                  <a:lnTo>
                    <a:pt x="259827" y="282344"/>
                  </a:lnTo>
                  <a:lnTo>
                    <a:pt x="261880" y="281073"/>
                  </a:lnTo>
                  <a:lnTo>
                    <a:pt x="265121" y="278137"/>
                  </a:lnTo>
                  <a:lnTo>
                    <a:pt x="266704" y="277185"/>
                  </a:lnTo>
                  <a:lnTo>
                    <a:pt x="269425" y="276790"/>
                  </a:lnTo>
                  <a:lnTo>
                    <a:pt x="272351" y="275634"/>
                  </a:lnTo>
                  <a:lnTo>
                    <a:pt x="275537" y="273451"/>
                  </a:lnTo>
                  <a:lnTo>
                    <a:pt x="279829" y="271605"/>
                  </a:lnTo>
                  <a:lnTo>
                    <a:pt x="280521" y="271530"/>
                  </a:lnTo>
                  <a:lnTo>
                    <a:pt x="281352" y="271805"/>
                  </a:lnTo>
                  <a:lnTo>
                    <a:pt x="283130" y="273952"/>
                  </a:lnTo>
                  <a:lnTo>
                    <a:pt x="282472" y="275156"/>
                  </a:lnTo>
                  <a:lnTo>
                    <a:pt x="281973" y="276466"/>
                  </a:lnTo>
                  <a:lnTo>
                    <a:pt x="282832" y="277156"/>
                  </a:lnTo>
                  <a:lnTo>
                    <a:pt x="283549" y="277488"/>
                  </a:lnTo>
                  <a:lnTo>
                    <a:pt x="284394" y="277133"/>
                  </a:lnTo>
                  <a:lnTo>
                    <a:pt x="285283" y="276234"/>
                  </a:lnTo>
                  <a:lnTo>
                    <a:pt x="287494" y="274915"/>
                  </a:lnTo>
                  <a:lnTo>
                    <a:pt x="288095" y="273223"/>
                  </a:lnTo>
                  <a:lnTo>
                    <a:pt x="287244" y="272569"/>
                  </a:lnTo>
                  <a:lnTo>
                    <a:pt x="286136" y="270020"/>
                  </a:lnTo>
                  <a:lnTo>
                    <a:pt x="284830" y="269495"/>
                  </a:lnTo>
                  <a:lnTo>
                    <a:pt x="283796" y="269555"/>
                  </a:lnTo>
                  <a:lnTo>
                    <a:pt x="287652" y="265919"/>
                  </a:lnTo>
                  <a:lnTo>
                    <a:pt x="295933" y="260561"/>
                  </a:lnTo>
                  <a:lnTo>
                    <a:pt x="300351" y="258098"/>
                  </a:lnTo>
                  <a:lnTo>
                    <a:pt x="304711" y="257878"/>
                  </a:lnTo>
                  <a:lnTo>
                    <a:pt x="308178" y="258203"/>
                  </a:lnTo>
                  <a:lnTo>
                    <a:pt x="306873" y="259018"/>
                  </a:lnTo>
                  <a:lnTo>
                    <a:pt x="301174" y="260145"/>
                  </a:lnTo>
                  <a:lnTo>
                    <a:pt x="300303" y="260711"/>
                  </a:lnTo>
                  <a:lnTo>
                    <a:pt x="300309" y="261384"/>
                  </a:lnTo>
                  <a:lnTo>
                    <a:pt x="301687" y="261781"/>
                  </a:lnTo>
                  <a:lnTo>
                    <a:pt x="302266" y="262578"/>
                  </a:lnTo>
                  <a:lnTo>
                    <a:pt x="301797" y="263536"/>
                  </a:lnTo>
                  <a:lnTo>
                    <a:pt x="301365" y="263842"/>
                  </a:lnTo>
                  <a:lnTo>
                    <a:pt x="300714" y="266577"/>
                  </a:lnTo>
                  <a:lnTo>
                    <a:pt x="299862" y="268792"/>
                  </a:lnTo>
                  <a:lnTo>
                    <a:pt x="301665" y="271659"/>
                  </a:lnTo>
                  <a:lnTo>
                    <a:pt x="301815" y="274656"/>
                  </a:lnTo>
                  <a:lnTo>
                    <a:pt x="300664" y="276218"/>
                  </a:lnTo>
                  <a:lnTo>
                    <a:pt x="299081" y="275631"/>
                  </a:lnTo>
                  <a:lnTo>
                    <a:pt x="297680" y="276678"/>
                  </a:lnTo>
                  <a:lnTo>
                    <a:pt x="295135" y="277384"/>
                  </a:lnTo>
                  <a:lnTo>
                    <a:pt x="294576" y="278316"/>
                  </a:lnTo>
                  <a:lnTo>
                    <a:pt x="294203" y="279622"/>
                  </a:lnTo>
                  <a:lnTo>
                    <a:pt x="295822" y="279936"/>
                  </a:lnTo>
                  <a:lnTo>
                    <a:pt x="297094" y="279853"/>
                  </a:lnTo>
                  <a:lnTo>
                    <a:pt x="301620" y="280694"/>
                  </a:lnTo>
                  <a:lnTo>
                    <a:pt x="302235" y="280808"/>
                  </a:lnTo>
                  <a:lnTo>
                    <a:pt x="303727" y="279871"/>
                  </a:lnTo>
                  <a:lnTo>
                    <a:pt x="305245" y="279657"/>
                  </a:lnTo>
                  <a:lnTo>
                    <a:pt x="307074" y="279397"/>
                  </a:lnTo>
                  <a:lnTo>
                    <a:pt x="308007" y="278834"/>
                  </a:lnTo>
                  <a:lnTo>
                    <a:pt x="308973" y="279457"/>
                  </a:lnTo>
                  <a:lnTo>
                    <a:pt x="310753" y="282083"/>
                  </a:lnTo>
                  <a:lnTo>
                    <a:pt x="312381" y="281561"/>
                  </a:lnTo>
                  <a:lnTo>
                    <a:pt x="313082" y="276479"/>
                  </a:lnTo>
                  <a:lnTo>
                    <a:pt x="315669" y="273341"/>
                  </a:lnTo>
                  <a:lnTo>
                    <a:pt x="318703" y="270747"/>
                  </a:lnTo>
                  <a:lnTo>
                    <a:pt x="321624" y="270509"/>
                  </a:lnTo>
                  <a:lnTo>
                    <a:pt x="324455" y="268694"/>
                  </a:lnTo>
                  <a:lnTo>
                    <a:pt x="325807" y="268352"/>
                  </a:lnTo>
                  <a:lnTo>
                    <a:pt x="328442" y="269085"/>
                  </a:lnTo>
                  <a:lnTo>
                    <a:pt x="332354" y="269233"/>
                  </a:lnTo>
                  <a:lnTo>
                    <a:pt x="335638" y="270780"/>
                  </a:lnTo>
                  <a:lnTo>
                    <a:pt x="338107" y="271155"/>
                  </a:lnTo>
                  <a:lnTo>
                    <a:pt x="341712" y="268570"/>
                  </a:lnTo>
                  <a:lnTo>
                    <a:pt x="349987" y="261234"/>
                  </a:lnTo>
                  <a:lnTo>
                    <a:pt x="350714" y="262883"/>
                  </a:lnTo>
                  <a:lnTo>
                    <a:pt x="352041" y="260452"/>
                  </a:lnTo>
                  <a:lnTo>
                    <a:pt x="358457" y="257864"/>
                  </a:lnTo>
                  <a:lnTo>
                    <a:pt x="360029" y="257798"/>
                  </a:lnTo>
                  <a:lnTo>
                    <a:pt x="360057" y="258787"/>
                  </a:lnTo>
                  <a:lnTo>
                    <a:pt x="360628" y="261041"/>
                  </a:lnTo>
                  <a:lnTo>
                    <a:pt x="361880" y="262420"/>
                  </a:lnTo>
                  <a:lnTo>
                    <a:pt x="363585" y="265707"/>
                  </a:lnTo>
                  <a:lnTo>
                    <a:pt x="362765" y="266592"/>
                  </a:lnTo>
                  <a:lnTo>
                    <a:pt x="361905" y="267098"/>
                  </a:lnTo>
                  <a:lnTo>
                    <a:pt x="360653" y="269314"/>
                  </a:lnTo>
                  <a:lnTo>
                    <a:pt x="360502" y="274396"/>
                  </a:lnTo>
                  <a:lnTo>
                    <a:pt x="362906" y="275697"/>
                  </a:lnTo>
                  <a:lnTo>
                    <a:pt x="366240" y="277150"/>
                  </a:lnTo>
                  <a:lnTo>
                    <a:pt x="367618" y="277136"/>
                  </a:lnTo>
                  <a:lnTo>
                    <a:pt x="368775" y="276287"/>
                  </a:lnTo>
                  <a:lnTo>
                    <a:pt x="369129" y="275823"/>
                  </a:lnTo>
                  <a:lnTo>
                    <a:pt x="369568" y="275058"/>
                  </a:lnTo>
                  <a:lnTo>
                    <a:pt x="369857" y="273598"/>
                  </a:lnTo>
                  <a:lnTo>
                    <a:pt x="370068" y="272441"/>
                  </a:lnTo>
                  <a:lnTo>
                    <a:pt x="369202" y="269650"/>
                  </a:lnTo>
                  <a:lnTo>
                    <a:pt x="369552" y="266654"/>
                  </a:lnTo>
                  <a:lnTo>
                    <a:pt x="372553" y="266856"/>
                  </a:lnTo>
                  <a:lnTo>
                    <a:pt x="376288" y="265986"/>
                  </a:lnTo>
                  <a:lnTo>
                    <a:pt x="377974" y="264270"/>
                  </a:lnTo>
                  <a:lnTo>
                    <a:pt x="379989" y="261073"/>
                  </a:lnTo>
                  <a:lnTo>
                    <a:pt x="381334" y="258367"/>
                  </a:lnTo>
                  <a:lnTo>
                    <a:pt x="380483" y="253677"/>
                  </a:lnTo>
                  <a:lnTo>
                    <a:pt x="378279" y="254719"/>
                  </a:lnTo>
                  <a:lnTo>
                    <a:pt x="374563" y="244472"/>
                  </a:lnTo>
                  <a:lnTo>
                    <a:pt x="372670" y="240515"/>
                  </a:lnTo>
                  <a:lnTo>
                    <a:pt x="373872" y="238692"/>
                  </a:lnTo>
                  <a:lnTo>
                    <a:pt x="377077" y="237519"/>
                  </a:lnTo>
                  <a:lnTo>
                    <a:pt x="379965" y="233712"/>
                  </a:lnTo>
                  <a:lnTo>
                    <a:pt x="381056" y="232945"/>
                  </a:lnTo>
                  <a:lnTo>
                    <a:pt x="382269" y="232817"/>
                  </a:lnTo>
                  <a:lnTo>
                    <a:pt x="390838" y="235429"/>
                  </a:lnTo>
                  <a:lnTo>
                    <a:pt x="400612" y="236018"/>
                  </a:lnTo>
                  <a:lnTo>
                    <a:pt x="408904" y="238022"/>
                  </a:lnTo>
                  <a:lnTo>
                    <a:pt x="418317" y="242178"/>
                  </a:lnTo>
                  <a:lnTo>
                    <a:pt x="422879" y="245104"/>
                  </a:lnTo>
                  <a:lnTo>
                    <a:pt x="426699" y="248362"/>
                  </a:lnTo>
                  <a:lnTo>
                    <a:pt x="426333" y="250654"/>
                  </a:lnTo>
                  <a:lnTo>
                    <a:pt x="427868" y="250003"/>
                  </a:lnTo>
                  <a:lnTo>
                    <a:pt x="431221" y="252026"/>
                  </a:lnTo>
                  <a:lnTo>
                    <a:pt x="433505" y="252852"/>
                  </a:lnTo>
                  <a:lnTo>
                    <a:pt x="435865" y="254066"/>
                  </a:lnTo>
                  <a:lnTo>
                    <a:pt x="436739" y="255701"/>
                  </a:lnTo>
                  <a:lnTo>
                    <a:pt x="439828" y="256903"/>
                  </a:lnTo>
                  <a:lnTo>
                    <a:pt x="443018" y="259119"/>
                  </a:lnTo>
                  <a:lnTo>
                    <a:pt x="443591" y="259517"/>
                  </a:lnTo>
                  <a:lnTo>
                    <a:pt x="447456" y="261168"/>
                  </a:lnTo>
                  <a:lnTo>
                    <a:pt x="450249" y="261712"/>
                  </a:lnTo>
                  <a:lnTo>
                    <a:pt x="451916" y="265247"/>
                  </a:lnTo>
                  <a:lnTo>
                    <a:pt x="457485" y="270408"/>
                  </a:lnTo>
                  <a:lnTo>
                    <a:pt x="458519" y="272347"/>
                  </a:lnTo>
                  <a:lnTo>
                    <a:pt x="463359" y="275598"/>
                  </a:lnTo>
                  <a:lnTo>
                    <a:pt x="465792" y="278240"/>
                  </a:lnTo>
                  <a:lnTo>
                    <a:pt x="467302" y="277229"/>
                  </a:lnTo>
                  <a:lnTo>
                    <a:pt x="470996" y="270759"/>
                  </a:lnTo>
                  <a:lnTo>
                    <a:pt x="473208" y="263355"/>
                  </a:lnTo>
                  <a:lnTo>
                    <a:pt x="474528" y="259435"/>
                  </a:lnTo>
                  <a:lnTo>
                    <a:pt x="472074" y="259271"/>
                  </a:lnTo>
                  <a:lnTo>
                    <a:pt x="470240" y="260418"/>
                  </a:lnTo>
                  <a:lnTo>
                    <a:pt x="469066" y="260122"/>
                  </a:lnTo>
                  <a:lnTo>
                    <a:pt x="467740" y="258949"/>
                  </a:lnTo>
                  <a:lnTo>
                    <a:pt x="465609" y="255980"/>
                  </a:lnTo>
                  <a:lnTo>
                    <a:pt x="462910" y="250996"/>
                  </a:lnTo>
                  <a:lnTo>
                    <a:pt x="462406" y="245542"/>
                  </a:lnTo>
                  <a:lnTo>
                    <a:pt x="461643" y="243792"/>
                  </a:lnTo>
                  <a:lnTo>
                    <a:pt x="459014" y="242316"/>
                  </a:lnTo>
                  <a:lnTo>
                    <a:pt x="457308" y="240707"/>
                  </a:lnTo>
                  <a:lnTo>
                    <a:pt x="450953" y="237478"/>
                  </a:lnTo>
                  <a:lnTo>
                    <a:pt x="449813" y="238605"/>
                  </a:lnTo>
                  <a:lnTo>
                    <a:pt x="449474" y="240345"/>
                  </a:lnTo>
                  <a:lnTo>
                    <a:pt x="449048" y="241612"/>
                  </a:lnTo>
                  <a:lnTo>
                    <a:pt x="448407" y="239976"/>
                  </a:lnTo>
                  <a:lnTo>
                    <a:pt x="447996" y="238497"/>
                  </a:lnTo>
                  <a:lnTo>
                    <a:pt x="447983" y="236106"/>
                  </a:lnTo>
                  <a:lnTo>
                    <a:pt x="448316" y="233091"/>
                  </a:lnTo>
                  <a:lnTo>
                    <a:pt x="449385" y="228006"/>
                  </a:lnTo>
                  <a:lnTo>
                    <a:pt x="451005" y="228262"/>
                  </a:lnTo>
                  <a:lnTo>
                    <a:pt x="451861" y="227523"/>
                  </a:lnTo>
                  <a:lnTo>
                    <a:pt x="452938" y="225235"/>
                  </a:lnTo>
                  <a:lnTo>
                    <a:pt x="452464" y="223356"/>
                  </a:lnTo>
                  <a:lnTo>
                    <a:pt x="451885" y="221929"/>
                  </a:lnTo>
                  <a:lnTo>
                    <a:pt x="452002" y="219707"/>
                  </a:lnTo>
                  <a:lnTo>
                    <a:pt x="453025" y="213650"/>
                  </a:lnTo>
                  <a:lnTo>
                    <a:pt x="453455" y="206599"/>
                  </a:lnTo>
                  <a:lnTo>
                    <a:pt x="452623" y="204835"/>
                  </a:lnTo>
                  <a:lnTo>
                    <a:pt x="451849" y="203679"/>
                  </a:lnTo>
                  <a:lnTo>
                    <a:pt x="448205" y="204866"/>
                  </a:lnTo>
                  <a:lnTo>
                    <a:pt x="446840" y="204241"/>
                  </a:lnTo>
                  <a:lnTo>
                    <a:pt x="446533" y="202877"/>
                  </a:lnTo>
                  <a:lnTo>
                    <a:pt x="446430" y="201816"/>
                  </a:lnTo>
                  <a:lnTo>
                    <a:pt x="447482" y="199991"/>
                  </a:lnTo>
                  <a:lnTo>
                    <a:pt x="448485" y="196996"/>
                  </a:lnTo>
                  <a:lnTo>
                    <a:pt x="446730" y="197646"/>
                  </a:lnTo>
                  <a:lnTo>
                    <a:pt x="446129" y="196473"/>
                  </a:lnTo>
                  <a:lnTo>
                    <a:pt x="447587" y="194745"/>
                  </a:lnTo>
                  <a:lnTo>
                    <a:pt x="449285" y="190535"/>
                  </a:lnTo>
                  <a:lnTo>
                    <a:pt x="453335" y="188600"/>
                  </a:lnTo>
                  <a:lnTo>
                    <a:pt x="456374" y="186704"/>
                  </a:lnTo>
                  <a:lnTo>
                    <a:pt x="461115" y="182674"/>
                  </a:lnTo>
                  <a:lnTo>
                    <a:pt x="464634" y="178702"/>
                  </a:lnTo>
                  <a:lnTo>
                    <a:pt x="466907" y="173684"/>
                  </a:lnTo>
                  <a:lnTo>
                    <a:pt x="468474" y="168953"/>
                  </a:lnTo>
                  <a:lnTo>
                    <a:pt x="470998" y="157759"/>
                  </a:lnTo>
                  <a:lnTo>
                    <a:pt x="473376" y="149534"/>
                  </a:lnTo>
                  <a:lnTo>
                    <a:pt x="477377" y="141095"/>
                  </a:lnTo>
                  <a:lnTo>
                    <a:pt x="479880" y="140314"/>
                  </a:lnTo>
                  <a:lnTo>
                    <a:pt x="480817" y="140444"/>
                  </a:lnTo>
                  <a:lnTo>
                    <a:pt x="480983" y="141069"/>
                  </a:lnTo>
                  <a:lnTo>
                    <a:pt x="480413" y="141794"/>
                  </a:lnTo>
                  <a:lnTo>
                    <a:pt x="480258" y="142807"/>
                  </a:lnTo>
                  <a:lnTo>
                    <a:pt x="481316" y="143180"/>
                  </a:lnTo>
                  <a:lnTo>
                    <a:pt x="483010" y="143250"/>
                  </a:lnTo>
                  <a:lnTo>
                    <a:pt x="486243" y="142701"/>
                  </a:lnTo>
                  <a:lnTo>
                    <a:pt x="491730" y="143019"/>
                  </a:lnTo>
                  <a:lnTo>
                    <a:pt x="501323" y="142331"/>
                  </a:lnTo>
                  <a:lnTo>
                    <a:pt x="502649" y="142673"/>
                  </a:lnTo>
                  <a:lnTo>
                    <a:pt x="506199" y="145109"/>
                  </a:lnTo>
                  <a:lnTo>
                    <a:pt x="508145" y="144833"/>
                  </a:lnTo>
                  <a:lnTo>
                    <a:pt x="512067" y="145976"/>
                  </a:lnTo>
                  <a:lnTo>
                    <a:pt x="514195" y="147331"/>
                  </a:lnTo>
                  <a:lnTo>
                    <a:pt x="516220" y="148899"/>
                  </a:lnTo>
                  <a:lnTo>
                    <a:pt x="515940" y="155058"/>
                  </a:lnTo>
                  <a:lnTo>
                    <a:pt x="515548" y="159189"/>
                  </a:lnTo>
                  <a:lnTo>
                    <a:pt x="514089" y="166982"/>
                  </a:lnTo>
                  <a:lnTo>
                    <a:pt x="513518" y="168959"/>
                  </a:lnTo>
                  <a:lnTo>
                    <a:pt x="511257" y="174600"/>
                  </a:lnTo>
                  <a:lnTo>
                    <a:pt x="510172" y="178327"/>
                  </a:lnTo>
                  <a:lnTo>
                    <a:pt x="508471" y="180878"/>
                  </a:lnTo>
                  <a:lnTo>
                    <a:pt x="505999" y="182687"/>
                  </a:lnTo>
                  <a:lnTo>
                    <a:pt x="505686" y="183768"/>
                  </a:lnTo>
                  <a:lnTo>
                    <a:pt x="505491" y="185363"/>
                  </a:lnTo>
                  <a:lnTo>
                    <a:pt x="507899" y="189816"/>
                  </a:lnTo>
                  <a:lnTo>
                    <a:pt x="513600" y="194413"/>
                  </a:lnTo>
                  <a:lnTo>
                    <a:pt x="514998" y="199965"/>
                  </a:lnTo>
                  <a:lnTo>
                    <a:pt x="515307" y="204113"/>
                  </a:lnTo>
                  <a:lnTo>
                    <a:pt x="514947" y="214914"/>
                  </a:lnTo>
                  <a:lnTo>
                    <a:pt x="514417" y="216507"/>
                  </a:lnTo>
                  <a:lnTo>
                    <a:pt x="513379" y="218217"/>
                  </a:lnTo>
                  <a:lnTo>
                    <a:pt x="512329" y="220303"/>
                  </a:lnTo>
                  <a:lnTo>
                    <a:pt x="513013" y="223330"/>
                  </a:lnTo>
                  <a:lnTo>
                    <a:pt x="513805" y="234538"/>
                  </a:lnTo>
                  <a:lnTo>
                    <a:pt x="513989" y="243674"/>
                  </a:lnTo>
                  <a:lnTo>
                    <a:pt x="513327" y="246795"/>
                  </a:lnTo>
                  <a:lnTo>
                    <a:pt x="512983" y="253419"/>
                  </a:lnTo>
                  <a:lnTo>
                    <a:pt x="512987" y="255597"/>
                  </a:lnTo>
                  <a:lnTo>
                    <a:pt x="513548" y="258901"/>
                  </a:lnTo>
                  <a:lnTo>
                    <a:pt x="514701" y="261674"/>
                  </a:lnTo>
                  <a:lnTo>
                    <a:pt x="516218" y="263436"/>
                  </a:lnTo>
                  <a:lnTo>
                    <a:pt x="520520" y="266641"/>
                  </a:lnTo>
                  <a:lnTo>
                    <a:pt x="524577" y="270549"/>
                  </a:lnTo>
                  <a:lnTo>
                    <a:pt x="524866" y="271787"/>
                  </a:lnTo>
                  <a:lnTo>
                    <a:pt x="525073" y="273286"/>
                  </a:lnTo>
                  <a:lnTo>
                    <a:pt x="523637" y="274797"/>
                  </a:lnTo>
                  <a:lnTo>
                    <a:pt x="521379" y="278824"/>
                  </a:lnTo>
                  <a:lnTo>
                    <a:pt x="519938" y="282167"/>
                  </a:lnTo>
                  <a:lnTo>
                    <a:pt x="519823" y="284839"/>
                  </a:lnTo>
                  <a:lnTo>
                    <a:pt x="520319" y="288322"/>
                  </a:lnTo>
                  <a:lnTo>
                    <a:pt x="520082" y="291514"/>
                  </a:lnTo>
                  <a:lnTo>
                    <a:pt x="519112" y="294412"/>
                  </a:lnTo>
                  <a:lnTo>
                    <a:pt x="517772" y="296502"/>
                  </a:lnTo>
                  <a:lnTo>
                    <a:pt x="513747" y="299731"/>
                  </a:lnTo>
                  <a:lnTo>
                    <a:pt x="505266" y="316849"/>
                  </a:lnTo>
                  <a:lnTo>
                    <a:pt x="503230" y="318856"/>
                  </a:lnTo>
                  <a:lnTo>
                    <a:pt x="499790" y="318212"/>
                  </a:lnTo>
                  <a:lnTo>
                    <a:pt x="500741" y="320651"/>
                  </a:lnTo>
                  <a:lnTo>
                    <a:pt x="501902" y="324153"/>
                  </a:lnTo>
                  <a:lnTo>
                    <a:pt x="501770" y="326439"/>
                  </a:lnTo>
                  <a:lnTo>
                    <a:pt x="499527" y="326332"/>
                  </a:lnTo>
                  <a:lnTo>
                    <a:pt x="496388" y="328761"/>
                  </a:lnTo>
                  <a:lnTo>
                    <a:pt x="494956" y="330427"/>
                  </a:lnTo>
                  <a:lnTo>
                    <a:pt x="492519" y="331275"/>
                  </a:lnTo>
                  <a:lnTo>
                    <a:pt x="490663" y="330411"/>
                  </a:lnTo>
                  <a:lnTo>
                    <a:pt x="488635" y="328821"/>
                  </a:lnTo>
                  <a:lnTo>
                    <a:pt x="488931" y="327488"/>
                  </a:lnTo>
                  <a:lnTo>
                    <a:pt x="489313" y="326877"/>
                  </a:lnTo>
                  <a:lnTo>
                    <a:pt x="490737" y="325913"/>
                  </a:lnTo>
                  <a:lnTo>
                    <a:pt x="492131" y="324600"/>
                  </a:lnTo>
                  <a:lnTo>
                    <a:pt x="491450" y="324338"/>
                  </a:lnTo>
                  <a:lnTo>
                    <a:pt x="490864" y="324351"/>
                  </a:lnTo>
                  <a:lnTo>
                    <a:pt x="489329" y="326019"/>
                  </a:lnTo>
                  <a:lnTo>
                    <a:pt x="487506" y="326359"/>
                  </a:lnTo>
                  <a:lnTo>
                    <a:pt x="485352" y="324333"/>
                  </a:lnTo>
                  <a:lnTo>
                    <a:pt x="483704" y="322099"/>
                  </a:lnTo>
                  <a:lnTo>
                    <a:pt x="482892" y="321641"/>
                  </a:lnTo>
                  <a:lnTo>
                    <a:pt x="481340" y="322553"/>
                  </a:lnTo>
                  <a:lnTo>
                    <a:pt x="475405" y="322139"/>
                  </a:lnTo>
                  <a:lnTo>
                    <a:pt x="473826" y="322514"/>
                  </a:lnTo>
                  <a:lnTo>
                    <a:pt x="473085" y="323329"/>
                  </a:lnTo>
                  <a:lnTo>
                    <a:pt x="473513" y="323979"/>
                  </a:lnTo>
                  <a:lnTo>
                    <a:pt x="473967" y="325242"/>
                  </a:lnTo>
                  <a:lnTo>
                    <a:pt x="474567" y="327691"/>
                  </a:lnTo>
                  <a:lnTo>
                    <a:pt x="475139" y="329525"/>
                  </a:lnTo>
                  <a:lnTo>
                    <a:pt x="477611" y="331532"/>
                  </a:lnTo>
                  <a:lnTo>
                    <a:pt x="480892" y="332305"/>
                  </a:lnTo>
                  <a:lnTo>
                    <a:pt x="484088" y="334762"/>
                  </a:lnTo>
                  <a:lnTo>
                    <a:pt x="488142" y="336507"/>
                  </a:lnTo>
                  <a:lnTo>
                    <a:pt x="497295" y="335789"/>
                  </a:lnTo>
                  <a:lnTo>
                    <a:pt x="499708" y="336003"/>
                  </a:lnTo>
                  <a:lnTo>
                    <a:pt x="502066" y="336762"/>
                  </a:lnTo>
                  <a:lnTo>
                    <a:pt x="506056" y="339333"/>
                  </a:lnTo>
                  <a:lnTo>
                    <a:pt x="507766" y="339138"/>
                  </a:lnTo>
                  <a:lnTo>
                    <a:pt x="510650" y="336810"/>
                  </a:lnTo>
                  <a:lnTo>
                    <a:pt x="511359" y="331656"/>
                  </a:lnTo>
                  <a:lnTo>
                    <a:pt x="511738" y="330053"/>
                  </a:lnTo>
                  <a:lnTo>
                    <a:pt x="522233" y="322782"/>
                  </a:lnTo>
                  <a:lnTo>
                    <a:pt x="524186" y="321179"/>
                  </a:lnTo>
                  <a:lnTo>
                    <a:pt x="527348" y="317213"/>
                  </a:lnTo>
                  <a:lnTo>
                    <a:pt x="528384" y="314564"/>
                  </a:lnTo>
                  <a:lnTo>
                    <a:pt x="529553" y="307392"/>
                  </a:lnTo>
                  <a:lnTo>
                    <a:pt x="530556" y="304838"/>
                  </a:lnTo>
                  <a:lnTo>
                    <a:pt x="537387" y="296549"/>
                  </a:lnTo>
                  <a:lnTo>
                    <a:pt x="538448" y="294429"/>
                  </a:lnTo>
                  <a:lnTo>
                    <a:pt x="538650" y="290554"/>
                  </a:lnTo>
                  <a:lnTo>
                    <a:pt x="538546" y="287941"/>
                  </a:lnTo>
                  <a:lnTo>
                    <a:pt x="538143" y="285353"/>
                  </a:lnTo>
                  <a:lnTo>
                    <a:pt x="536891" y="281075"/>
                  </a:lnTo>
                  <a:lnTo>
                    <a:pt x="535515" y="278570"/>
                  </a:lnTo>
                  <a:lnTo>
                    <a:pt x="534154" y="275097"/>
                  </a:lnTo>
                  <a:lnTo>
                    <a:pt x="535171" y="268056"/>
                  </a:lnTo>
                  <a:lnTo>
                    <a:pt x="536291" y="265328"/>
                  </a:lnTo>
                  <a:lnTo>
                    <a:pt x="542480" y="262062"/>
                  </a:lnTo>
                  <a:lnTo>
                    <a:pt x="547760" y="260897"/>
                  </a:lnTo>
                  <a:lnTo>
                    <a:pt x="553641" y="258694"/>
                  </a:lnTo>
                  <a:lnTo>
                    <a:pt x="556009" y="258228"/>
                  </a:lnTo>
                  <a:lnTo>
                    <a:pt x="557635" y="258619"/>
                  </a:lnTo>
                  <a:lnTo>
                    <a:pt x="559299" y="261002"/>
                  </a:lnTo>
                  <a:lnTo>
                    <a:pt x="560767" y="264569"/>
                  </a:lnTo>
                  <a:lnTo>
                    <a:pt x="565044" y="269909"/>
                  </a:lnTo>
                  <a:lnTo>
                    <a:pt x="566484" y="273650"/>
                  </a:lnTo>
                  <a:lnTo>
                    <a:pt x="566740" y="278201"/>
                  </a:lnTo>
                  <a:lnTo>
                    <a:pt x="566597" y="289268"/>
                  </a:lnTo>
                  <a:lnTo>
                    <a:pt x="565756" y="294070"/>
                  </a:lnTo>
                  <a:lnTo>
                    <a:pt x="567467" y="295337"/>
                  </a:lnTo>
                  <a:lnTo>
                    <a:pt x="568268" y="296429"/>
                  </a:lnTo>
                  <a:lnTo>
                    <a:pt x="570353" y="298047"/>
                  </a:lnTo>
                  <a:lnTo>
                    <a:pt x="571442" y="299653"/>
                  </a:lnTo>
                  <a:lnTo>
                    <a:pt x="572537" y="300224"/>
                  </a:lnTo>
                  <a:lnTo>
                    <a:pt x="574967" y="300552"/>
                  </a:lnTo>
                  <a:lnTo>
                    <a:pt x="581826" y="299981"/>
                  </a:lnTo>
                  <a:lnTo>
                    <a:pt x="585606" y="299667"/>
                  </a:lnTo>
                  <a:lnTo>
                    <a:pt x="585210" y="298957"/>
                  </a:lnTo>
                  <a:lnTo>
                    <a:pt x="584659" y="298423"/>
                  </a:lnTo>
                  <a:lnTo>
                    <a:pt x="581480" y="298189"/>
                  </a:lnTo>
                  <a:lnTo>
                    <a:pt x="576962" y="297029"/>
                  </a:lnTo>
                  <a:lnTo>
                    <a:pt x="570456" y="294856"/>
                  </a:lnTo>
                  <a:lnTo>
                    <a:pt x="569682" y="290196"/>
                  </a:lnTo>
                  <a:lnTo>
                    <a:pt x="569862" y="287299"/>
                  </a:lnTo>
                  <a:lnTo>
                    <a:pt x="571325" y="281900"/>
                  </a:lnTo>
                  <a:lnTo>
                    <a:pt x="572370" y="280955"/>
                  </a:lnTo>
                  <a:lnTo>
                    <a:pt x="573635" y="280590"/>
                  </a:lnTo>
                  <a:lnTo>
                    <a:pt x="575076" y="279859"/>
                  </a:lnTo>
                  <a:lnTo>
                    <a:pt x="574662" y="276384"/>
                  </a:lnTo>
                  <a:lnTo>
                    <a:pt x="574073" y="273275"/>
                  </a:lnTo>
                  <a:lnTo>
                    <a:pt x="572693" y="268896"/>
                  </a:lnTo>
                  <a:lnTo>
                    <a:pt x="571165" y="260842"/>
                  </a:lnTo>
                  <a:lnTo>
                    <a:pt x="569071" y="260780"/>
                  </a:lnTo>
                  <a:lnTo>
                    <a:pt x="567504" y="259199"/>
                  </a:lnTo>
                  <a:lnTo>
                    <a:pt x="559744" y="254508"/>
                  </a:lnTo>
                  <a:lnTo>
                    <a:pt x="552431" y="251031"/>
                  </a:lnTo>
                  <a:lnTo>
                    <a:pt x="547437" y="250536"/>
                  </a:lnTo>
                  <a:lnTo>
                    <a:pt x="545834" y="250925"/>
                  </a:lnTo>
                  <a:lnTo>
                    <a:pt x="541673" y="254540"/>
                  </a:lnTo>
                  <a:lnTo>
                    <a:pt x="538962" y="255300"/>
                  </a:lnTo>
                  <a:lnTo>
                    <a:pt x="533827" y="253704"/>
                  </a:lnTo>
                  <a:lnTo>
                    <a:pt x="529453" y="254589"/>
                  </a:lnTo>
                  <a:lnTo>
                    <a:pt x="527847" y="253745"/>
                  </a:lnTo>
                  <a:lnTo>
                    <a:pt x="527162" y="252119"/>
                  </a:lnTo>
                  <a:lnTo>
                    <a:pt x="528471" y="245626"/>
                  </a:lnTo>
                  <a:lnTo>
                    <a:pt x="527810" y="243087"/>
                  </a:lnTo>
                  <a:lnTo>
                    <a:pt x="525886" y="239742"/>
                  </a:lnTo>
                  <a:lnTo>
                    <a:pt x="524715" y="237079"/>
                  </a:lnTo>
                  <a:lnTo>
                    <a:pt x="524919" y="234249"/>
                  </a:lnTo>
                  <a:lnTo>
                    <a:pt x="527781" y="223236"/>
                  </a:lnTo>
                  <a:lnTo>
                    <a:pt x="528999" y="220365"/>
                  </a:lnTo>
                  <a:lnTo>
                    <a:pt x="532057" y="215265"/>
                  </a:lnTo>
                  <a:lnTo>
                    <a:pt x="533608" y="211327"/>
                  </a:lnTo>
                  <a:lnTo>
                    <a:pt x="533240" y="209114"/>
                  </a:lnTo>
                  <a:lnTo>
                    <a:pt x="526661" y="196849"/>
                  </a:lnTo>
                  <a:lnTo>
                    <a:pt x="524901" y="192481"/>
                  </a:lnTo>
                  <a:lnTo>
                    <a:pt x="524114" y="191091"/>
                  </a:lnTo>
                  <a:lnTo>
                    <a:pt x="522501" y="189429"/>
                  </a:lnTo>
                  <a:lnTo>
                    <a:pt x="520063" y="187496"/>
                  </a:lnTo>
                  <a:lnTo>
                    <a:pt x="519333" y="185732"/>
                  </a:lnTo>
                  <a:lnTo>
                    <a:pt x="525982" y="173908"/>
                  </a:lnTo>
                  <a:lnTo>
                    <a:pt x="529022" y="171848"/>
                  </a:lnTo>
                  <a:lnTo>
                    <a:pt x="533244" y="170576"/>
                  </a:lnTo>
                  <a:lnTo>
                    <a:pt x="535263" y="169417"/>
                  </a:lnTo>
                  <a:lnTo>
                    <a:pt x="538840" y="167043"/>
                  </a:lnTo>
                  <a:lnTo>
                    <a:pt x="540976" y="165050"/>
                  </a:lnTo>
                  <a:lnTo>
                    <a:pt x="541669" y="163443"/>
                  </a:lnTo>
                  <a:lnTo>
                    <a:pt x="542086" y="161554"/>
                  </a:lnTo>
                  <a:lnTo>
                    <a:pt x="542167" y="156899"/>
                  </a:lnTo>
                  <a:lnTo>
                    <a:pt x="541750" y="153113"/>
                  </a:lnTo>
                  <a:lnTo>
                    <a:pt x="541156" y="151026"/>
                  </a:lnTo>
                  <a:lnTo>
                    <a:pt x="539894" y="148346"/>
                  </a:lnTo>
                  <a:lnTo>
                    <a:pt x="538644" y="145339"/>
                  </a:lnTo>
                  <a:lnTo>
                    <a:pt x="539531" y="144555"/>
                  </a:lnTo>
                  <a:lnTo>
                    <a:pt x="540408" y="144100"/>
                  </a:lnTo>
                  <a:lnTo>
                    <a:pt x="542796" y="144132"/>
                  </a:lnTo>
                  <a:lnTo>
                    <a:pt x="545259" y="145790"/>
                  </a:lnTo>
                  <a:lnTo>
                    <a:pt x="546458" y="149088"/>
                  </a:lnTo>
                  <a:lnTo>
                    <a:pt x="547918" y="152160"/>
                  </a:lnTo>
                  <a:lnTo>
                    <a:pt x="547914" y="154196"/>
                  </a:lnTo>
                  <a:lnTo>
                    <a:pt x="547781" y="155819"/>
                  </a:lnTo>
                  <a:lnTo>
                    <a:pt x="548382" y="158034"/>
                  </a:lnTo>
                  <a:lnTo>
                    <a:pt x="548913" y="158987"/>
                  </a:lnTo>
                  <a:lnTo>
                    <a:pt x="549484" y="160576"/>
                  </a:lnTo>
                  <a:lnTo>
                    <a:pt x="548950" y="161838"/>
                  </a:lnTo>
                  <a:lnTo>
                    <a:pt x="548382" y="162464"/>
                  </a:lnTo>
                  <a:lnTo>
                    <a:pt x="547313" y="164282"/>
                  </a:lnTo>
                  <a:lnTo>
                    <a:pt x="545545" y="169826"/>
                  </a:lnTo>
                  <a:lnTo>
                    <a:pt x="544174" y="170543"/>
                  </a:lnTo>
                  <a:lnTo>
                    <a:pt x="543875" y="174844"/>
                  </a:lnTo>
                  <a:lnTo>
                    <a:pt x="546779" y="179534"/>
                  </a:lnTo>
                  <a:lnTo>
                    <a:pt x="546386" y="183088"/>
                  </a:lnTo>
                  <a:lnTo>
                    <a:pt x="545802" y="184261"/>
                  </a:lnTo>
                  <a:lnTo>
                    <a:pt x="544248" y="186170"/>
                  </a:lnTo>
                  <a:lnTo>
                    <a:pt x="544449" y="187695"/>
                  </a:lnTo>
                  <a:lnTo>
                    <a:pt x="544835" y="188780"/>
                  </a:lnTo>
                  <a:lnTo>
                    <a:pt x="549395" y="191021"/>
                  </a:lnTo>
                  <a:lnTo>
                    <a:pt x="553675" y="192420"/>
                  </a:lnTo>
                  <a:lnTo>
                    <a:pt x="560846" y="192908"/>
                  </a:lnTo>
                  <a:lnTo>
                    <a:pt x="562970" y="195100"/>
                  </a:lnTo>
                  <a:lnTo>
                    <a:pt x="563721" y="193528"/>
                  </a:lnTo>
                  <a:lnTo>
                    <a:pt x="570472" y="193916"/>
                  </a:lnTo>
                  <a:lnTo>
                    <a:pt x="575906" y="199282"/>
                  </a:lnTo>
                  <a:lnTo>
                    <a:pt x="578772" y="200934"/>
                  </a:lnTo>
                  <a:lnTo>
                    <a:pt x="581102" y="201484"/>
                  </a:lnTo>
                  <a:lnTo>
                    <a:pt x="585830" y="200835"/>
                  </a:lnTo>
                  <a:lnTo>
                    <a:pt x="586662" y="200350"/>
                  </a:lnTo>
                  <a:lnTo>
                    <a:pt x="587439" y="198819"/>
                  </a:lnTo>
                  <a:lnTo>
                    <a:pt x="585223" y="198962"/>
                  </a:lnTo>
                  <a:lnTo>
                    <a:pt x="584255" y="199660"/>
                  </a:lnTo>
                  <a:lnTo>
                    <a:pt x="583352" y="199588"/>
                  </a:lnTo>
                  <a:lnTo>
                    <a:pt x="581805" y="199059"/>
                  </a:lnTo>
                  <a:lnTo>
                    <a:pt x="580711" y="198128"/>
                  </a:lnTo>
                  <a:lnTo>
                    <a:pt x="579520" y="196305"/>
                  </a:lnTo>
                  <a:lnTo>
                    <a:pt x="577545" y="191009"/>
                  </a:lnTo>
                  <a:lnTo>
                    <a:pt x="574091" y="189302"/>
                  </a:lnTo>
                  <a:lnTo>
                    <a:pt x="571800" y="189996"/>
                  </a:lnTo>
                  <a:lnTo>
                    <a:pt x="569238" y="189672"/>
                  </a:lnTo>
                  <a:lnTo>
                    <a:pt x="565067" y="186782"/>
                  </a:lnTo>
                  <a:lnTo>
                    <a:pt x="562313" y="185682"/>
                  </a:lnTo>
                  <a:lnTo>
                    <a:pt x="557342" y="182553"/>
                  </a:lnTo>
                  <a:lnTo>
                    <a:pt x="555964" y="181283"/>
                  </a:lnTo>
                  <a:lnTo>
                    <a:pt x="554870" y="178701"/>
                  </a:lnTo>
                  <a:lnTo>
                    <a:pt x="553597" y="174382"/>
                  </a:lnTo>
                  <a:lnTo>
                    <a:pt x="552789" y="171977"/>
                  </a:lnTo>
                  <a:lnTo>
                    <a:pt x="553829" y="171498"/>
                  </a:lnTo>
                  <a:lnTo>
                    <a:pt x="557209" y="169152"/>
                  </a:lnTo>
                  <a:lnTo>
                    <a:pt x="562315" y="168354"/>
                  </a:lnTo>
                  <a:lnTo>
                    <a:pt x="564472" y="169205"/>
                  </a:lnTo>
                  <a:lnTo>
                    <a:pt x="570030" y="173996"/>
                  </a:lnTo>
                  <a:lnTo>
                    <a:pt x="572605" y="174163"/>
                  </a:lnTo>
                  <a:lnTo>
                    <a:pt x="577254" y="172075"/>
                  </a:lnTo>
                  <a:lnTo>
                    <a:pt x="577770" y="170739"/>
                  </a:lnTo>
                  <a:lnTo>
                    <a:pt x="576730" y="168009"/>
                  </a:lnTo>
                  <a:lnTo>
                    <a:pt x="575318" y="166610"/>
                  </a:lnTo>
                  <a:lnTo>
                    <a:pt x="572641" y="165952"/>
                  </a:lnTo>
                  <a:lnTo>
                    <a:pt x="569373" y="167210"/>
                  </a:lnTo>
                  <a:lnTo>
                    <a:pt x="568441" y="166145"/>
                  </a:lnTo>
                  <a:lnTo>
                    <a:pt x="568769" y="164704"/>
                  </a:lnTo>
                  <a:lnTo>
                    <a:pt x="569131" y="163652"/>
                  </a:lnTo>
                  <a:lnTo>
                    <a:pt x="570876" y="163378"/>
                  </a:lnTo>
                  <a:lnTo>
                    <a:pt x="572102" y="162557"/>
                  </a:lnTo>
                  <a:lnTo>
                    <a:pt x="574770" y="159616"/>
                  </a:lnTo>
                  <a:lnTo>
                    <a:pt x="577691" y="158176"/>
                  </a:lnTo>
                  <a:lnTo>
                    <a:pt x="580612" y="157658"/>
                  </a:lnTo>
                  <a:lnTo>
                    <a:pt x="591279" y="158078"/>
                  </a:lnTo>
                  <a:lnTo>
                    <a:pt x="597319" y="162739"/>
                  </a:lnTo>
                  <a:lnTo>
                    <a:pt x="603225" y="164805"/>
                  </a:lnTo>
                  <a:lnTo>
                    <a:pt x="605782" y="166425"/>
                  </a:lnTo>
                  <a:lnTo>
                    <a:pt x="606501" y="166695"/>
                  </a:lnTo>
                  <a:lnTo>
                    <a:pt x="607094" y="167725"/>
                  </a:lnTo>
                  <a:lnTo>
                    <a:pt x="607563" y="170210"/>
                  </a:lnTo>
                  <a:lnTo>
                    <a:pt x="615003" y="176830"/>
                  </a:lnTo>
                  <a:lnTo>
                    <a:pt x="616711" y="177722"/>
                  </a:lnTo>
                  <a:lnTo>
                    <a:pt x="621460" y="177992"/>
                  </a:lnTo>
                  <a:lnTo>
                    <a:pt x="626768" y="176463"/>
                  </a:lnTo>
                  <a:lnTo>
                    <a:pt x="629158" y="176300"/>
                  </a:lnTo>
                  <a:lnTo>
                    <a:pt x="631751" y="176756"/>
                  </a:lnTo>
                  <a:lnTo>
                    <a:pt x="633120" y="177588"/>
                  </a:lnTo>
                  <a:lnTo>
                    <a:pt x="634561" y="179135"/>
                  </a:lnTo>
                  <a:lnTo>
                    <a:pt x="633788" y="181084"/>
                  </a:lnTo>
                  <a:lnTo>
                    <a:pt x="633108" y="182258"/>
                  </a:lnTo>
                  <a:lnTo>
                    <a:pt x="631648" y="185541"/>
                  </a:lnTo>
                  <a:lnTo>
                    <a:pt x="630977" y="186470"/>
                  </a:lnTo>
                  <a:lnTo>
                    <a:pt x="626153" y="190224"/>
                  </a:lnTo>
                  <a:lnTo>
                    <a:pt x="624219" y="191195"/>
                  </a:lnTo>
                  <a:lnTo>
                    <a:pt x="623698" y="196117"/>
                  </a:lnTo>
                  <a:lnTo>
                    <a:pt x="623441" y="197218"/>
                  </a:lnTo>
                  <a:lnTo>
                    <a:pt x="623269" y="198946"/>
                  </a:lnTo>
                  <a:lnTo>
                    <a:pt x="624142" y="202441"/>
                  </a:lnTo>
                  <a:lnTo>
                    <a:pt x="624368" y="204570"/>
                  </a:lnTo>
                  <a:lnTo>
                    <a:pt x="623627" y="207544"/>
                  </a:lnTo>
                  <a:lnTo>
                    <a:pt x="622406" y="210753"/>
                  </a:lnTo>
                  <a:lnTo>
                    <a:pt x="622625" y="213314"/>
                  </a:lnTo>
                  <a:lnTo>
                    <a:pt x="623065" y="216735"/>
                  </a:lnTo>
                  <a:lnTo>
                    <a:pt x="623231" y="215713"/>
                  </a:lnTo>
                  <a:lnTo>
                    <a:pt x="623181" y="214158"/>
                  </a:lnTo>
                  <a:lnTo>
                    <a:pt x="623487" y="212365"/>
                  </a:lnTo>
                  <a:lnTo>
                    <a:pt x="625682" y="208036"/>
                  </a:lnTo>
                  <a:lnTo>
                    <a:pt x="627281" y="202131"/>
                  </a:lnTo>
                  <a:lnTo>
                    <a:pt x="628931" y="200590"/>
                  </a:lnTo>
                  <a:lnTo>
                    <a:pt x="630423" y="200213"/>
                  </a:lnTo>
                  <a:lnTo>
                    <a:pt x="632024" y="201969"/>
                  </a:lnTo>
                  <a:lnTo>
                    <a:pt x="632489" y="204338"/>
                  </a:lnTo>
                  <a:lnTo>
                    <a:pt x="632572" y="207899"/>
                  </a:lnTo>
                  <a:lnTo>
                    <a:pt x="632251" y="211274"/>
                  </a:lnTo>
                  <a:lnTo>
                    <a:pt x="630998" y="216389"/>
                  </a:lnTo>
                  <a:lnTo>
                    <a:pt x="628984" y="219963"/>
                  </a:lnTo>
                  <a:lnTo>
                    <a:pt x="628301" y="221994"/>
                  </a:lnTo>
                  <a:lnTo>
                    <a:pt x="629266" y="223875"/>
                  </a:lnTo>
                  <a:lnTo>
                    <a:pt x="630279" y="225338"/>
                  </a:lnTo>
                  <a:lnTo>
                    <a:pt x="631466" y="225819"/>
                  </a:lnTo>
                  <a:lnTo>
                    <a:pt x="632826" y="225679"/>
                  </a:lnTo>
                  <a:lnTo>
                    <a:pt x="633153" y="225190"/>
                  </a:lnTo>
                  <a:lnTo>
                    <a:pt x="633408" y="223783"/>
                  </a:lnTo>
                  <a:lnTo>
                    <a:pt x="632978" y="221894"/>
                  </a:lnTo>
                  <a:lnTo>
                    <a:pt x="632747" y="220251"/>
                  </a:lnTo>
                  <a:lnTo>
                    <a:pt x="635241" y="218932"/>
                  </a:lnTo>
                  <a:lnTo>
                    <a:pt x="637553" y="218225"/>
                  </a:lnTo>
                  <a:lnTo>
                    <a:pt x="639402" y="216065"/>
                  </a:lnTo>
                  <a:lnTo>
                    <a:pt x="639863" y="214646"/>
                  </a:lnTo>
                  <a:lnTo>
                    <a:pt x="640265" y="212279"/>
                  </a:lnTo>
                  <a:lnTo>
                    <a:pt x="639304" y="208564"/>
                  </a:lnTo>
                  <a:lnTo>
                    <a:pt x="638482" y="205795"/>
                  </a:lnTo>
                  <a:lnTo>
                    <a:pt x="635700" y="199217"/>
                  </a:lnTo>
                  <a:lnTo>
                    <a:pt x="633626" y="195817"/>
                  </a:lnTo>
                  <a:lnTo>
                    <a:pt x="634929" y="190726"/>
                  </a:lnTo>
                  <a:lnTo>
                    <a:pt x="637105" y="185063"/>
                  </a:lnTo>
                  <a:lnTo>
                    <a:pt x="637939" y="183683"/>
                  </a:lnTo>
                  <a:lnTo>
                    <a:pt x="638160" y="182814"/>
                  </a:lnTo>
                  <a:lnTo>
                    <a:pt x="638396" y="181315"/>
                  </a:lnTo>
                  <a:lnTo>
                    <a:pt x="638194" y="179677"/>
                  </a:lnTo>
                  <a:lnTo>
                    <a:pt x="637977" y="178669"/>
                  </a:lnTo>
                  <a:lnTo>
                    <a:pt x="635774" y="174425"/>
                  </a:lnTo>
                  <a:lnTo>
                    <a:pt x="634183" y="173032"/>
                  </a:lnTo>
                  <a:lnTo>
                    <a:pt x="629127" y="172201"/>
                  </a:lnTo>
                  <a:lnTo>
                    <a:pt x="627882" y="171538"/>
                  </a:lnTo>
                  <a:lnTo>
                    <a:pt x="624177" y="167207"/>
                  </a:lnTo>
                  <a:lnTo>
                    <a:pt x="623740" y="166223"/>
                  </a:lnTo>
                  <a:lnTo>
                    <a:pt x="622929" y="163089"/>
                  </a:lnTo>
                  <a:lnTo>
                    <a:pt x="622638" y="162310"/>
                  </a:lnTo>
                  <a:lnTo>
                    <a:pt x="621617" y="161486"/>
                  </a:lnTo>
                  <a:lnTo>
                    <a:pt x="618201" y="159678"/>
                  </a:lnTo>
                  <a:lnTo>
                    <a:pt x="615855" y="158937"/>
                  </a:lnTo>
                  <a:lnTo>
                    <a:pt x="612408" y="158726"/>
                  </a:lnTo>
                  <a:lnTo>
                    <a:pt x="610312" y="157813"/>
                  </a:lnTo>
                  <a:lnTo>
                    <a:pt x="607234" y="154901"/>
                  </a:lnTo>
                  <a:lnTo>
                    <a:pt x="606901" y="153965"/>
                  </a:lnTo>
                  <a:lnTo>
                    <a:pt x="606014" y="150184"/>
                  </a:lnTo>
                  <a:lnTo>
                    <a:pt x="605294" y="148290"/>
                  </a:lnTo>
                  <a:lnTo>
                    <a:pt x="605511" y="146896"/>
                  </a:lnTo>
                  <a:lnTo>
                    <a:pt x="606628" y="143894"/>
                  </a:lnTo>
                  <a:lnTo>
                    <a:pt x="607399" y="141282"/>
                  </a:lnTo>
                  <a:lnTo>
                    <a:pt x="606443" y="139034"/>
                  </a:lnTo>
                  <a:lnTo>
                    <a:pt x="605095" y="138328"/>
                  </a:lnTo>
                  <a:lnTo>
                    <a:pt x="603630" y="137237"/>
                  </a:lnTo>
                  <a:lnTo>
                    <a:pt x="603014" y="135194"/>
                  </a:lnTo>
                  <a:lnTo>
                    <a:pt x="602663" y="132950"/>
                  </a:lnTo>
                  <a:lnTo>
                    <a:pt x="602599" y="131221"/>
                  </a:lnTo>
                  <a:lnTo>
                    <a:pt x="602362" y="129236"/>
                  </a:lnTo>
                  <a:lnTo>
                    <a:pt x="603046" y="127555"/>
                  </a:lnTo>
                  <a:lnTo>
                    <a:pt x="604609" y="125773"/>
                  </a:lnTo>
                  <a:lnTo>
                    <a:pt x="604223" y="124563"/>
                  </a:lnTo>
                  <a:lnTo>
                    <a:pt x="604465" y="122983"/>
                  </a:lnTo>
                  <a:lnTo>
                    <a:pt x="614522" y="120856"/>
                  </a:lnTo>
                  <a:lnTo>
                    <a:pt x="618475" y="120312"/>
                  </a:lnTo>
                  <a:lnTo>
                    <a:pt x="638094" y="120086"/>
                  </a:lnTo>
                  <a:lnTo>
                    <a:pt x="639483" y="119496"/>
                  </a:lnTo>
                  <a:lnTo>
                    <a:pt x="648004" y="118445"/>
                  </a:lnTo>
                  <a:lnTo>
                    <a:pt x="651643" y="117239"/>
                  </a:lnTo>
                  <a:lnTo>
                    <a:pt x="655499" y="118519"/>
                  </a:lnTo>
                  <a:lnTo>
                    <a:pt x="656897" y="118460"/>
                  </a:lnTo>
                  <a:lnTo>
                    <a:pt x="659710" y="118073"/>
                  </a:lnTo>
                  <a:lnTo>
                    <a:pt x="661562" y="115503"/>
                  </a:lnTo>
                  <a:lnTo>
                    <a:pt x="665740" y="114459"/>
                  </a:lnTo>
                  <a:lnTo>
                    <a:pt x="672691" y="113355"/>
                  </a:lnTo>
                  <a:lnTo>
                    <a:pt x="676115" y="113567"/>
                  </a:lnTo>
                  <a:lnTo>
                    <a:pt x="676891" y="114346"/>
                  </a:lnTo>
                  <a:lnTo>
                    <a:pt x="677665" y="115427"/>
                  </a:lnTo>
                  <a:lnTo>
                    <a:pt x="673897" y="118598"/>
                  </a:lnTo>
                  <a:lnTo>
                    <a:pt x="670130" y="121467"/>
                  </a:lnTo>
                  <a:lnTo>
                    <a:pt x="667044" y="122691"/>
                  </a:lnTo>
                  <a:lnTo>
                    <a:pt x="664011" y="125219"/>
                  </a:lnTo>
                  <a:lnTo>
                    <a:pt x="663709" y="126219"/>
                  </a:lnTo>
                  <a:lnTo>
                    <a:pt x="663620" y="126828"/>
                  </a:lnTo>
                  <a:lnTo>
                    <a:pt x="663732" y="128798"/>
                  </a:lnTo>
                  <a:lnTo>
                    <a:pt x="663910" y="130119"/>
                  </a:lnTo>
                  <a:lnTo>
                    <a:pt x="667089" y="131725"/>
                  </a:lnTo>
                  <a:lnTo>
                    <a:pt x="669471" y="133996"/>
                  </a:lnTo>
                  <a:lnTo>
                    <a:pt x="671816" y="135629"/>
                  </a:lnTo>
                  <a:lnTo>
                    <a:pt x="673663" y="136625"/>
                  </a:lnTo>
                  <a:lnTo>
                    <a:pt x="674094" y="136062"/>
                  </a:lnTo>
                  <a:lnTo>
                    <a:pt x="667357" y="130716"/>
                  </a:lnTo>
                  <a:lnTo>
                    <a:pt x="665643" y="129525"/>
                  </a:lnTo>
                  <a:lnTo>
                    <a:pt x="664954" y="128244"/>
                  </a:lnTo>
                  <a:lnTo>
                    <a:pt x="665282" y="126292"/>
                  </a:lnTo>
                  <a:lnTo>
                    <a:pt x="665963" y="125424"/>
                  </a:lnTo>
                  <a:lnTo>
                    <a:pt x="667024" y="124440"/>
                  </a:lnTo>
                  <a:lnTo>
                    <a:pt x="667736" y="123981"/>
                  </a:lnTo>
                  <a:lnTo>
                    <a:pt x="670248" y="122971"/>
                  </a:lnTo>
                  <a:lnTo>
                    <a:pt x="678694" y="121606"/>
                  </a:lnTo>
                  <a:lnTo>
                    <a:pt x="680674" y="118957"/>
                  </a:lnTo>
                  <a:lnTo>
                    <a:pt x="681527" y="117444"/>
                  </a:lnTo>
                  <a:lnTo>
                    <a:pt x="683817" y="115824"/>
                  </a:lnTo>
                  <a:lnTo>
                    <a:pt x="683045" y="115182"/>
                  </a:lnTo>
                  <a:lnTo>
                    <a:pt x="681163" y="114780"/>
                  </a:lnTo>
                  <a:lnTo>
                    <a:pt x="679711" y="113817"/>
                  </a:lnTo>
                  <a:lnTo>
                    <a:pt x="673891" y="104460"/>
                  </a:lnTo>
                  <a:lnTo>
                    <a:pt x="672460" y="103029"/>
                  </a:lnTo>
                  <a:lnTo>
                    <a:pt x="667994" y="101975"/>
                  </a:lnTo>
                  <a:lnTo>
                    <a:pt x="665990" y="100893"/>
                  </a:lnTo>
                  <a:lnTo>
                    <a:pt x="668052" y="97731"/>
                  </a:lnTo>
                  <a:lnTo>
                    <a:pt x="670469" y="96931"/>
                  </a:lnTo>
                  <a:lnTo>
                    <a:pt x="672090" y="97105"/>
                  </a:lnTo>
                  <a:lnTo>
                    <a:pt x="673523" y="97991"/>
                  </a:lnTo>
                  <a:lnTo>
                    <a:pt x="676172" y="100618"/>
                  </a:lnTo>
                  <a:lnTo>
                    <a:pt x="679939" y="99479"/>
                  </a:lnTo>
                  <a:lnTo>
                    <a:pt x="678536" y="98306"/>
                  </a:lnTo>
                  <a:lnTo>
                    <a:pt x="676129" y="96943"/>
                  </a:lnTo>
                  <a:lnTo>
                    <a:pt x="673925" y="94793"/>
                  </a:lnTo>
                  <a:lnTo>
                    <a:pt x="670809" y="92930"/>
                  </a:lnTo>
                  <a:lnTo>
                    <a:pt x="667293" y="91658"/>
                  </a:lnTo>
                  <a:lnTo>
                    <a:pt x="663602" y="91169"/>
                  </a:lnTo>
                  <a:lnTo>
                    <a:pt x="664621" y="88358"/>
                  </a:lnTo>
                  <a:lnTo>
                    <a:pt x="666644" y="88713"/>
                  </a:lnTo>
                  <a:lnTo>
                    <a:pt x="667332" y="87850"/>
                  </a:lnTo>
                  <a:lnTo>
                    <a:pt x="668260" y="86113"/>
                  </a:lnTo>
                  <a:lnTo>
                    <a:pt x="673373" y="90066"/>
                  </a:lnTo>
                  <a:lnTo>
                    <a:pt x="675773" y="89019"/>
                  </a:lnTo>
                  <a:lnTo>
                    <a:pt x="677805" y="87217"/>
                  </a:lnTo>
                  <a:lnTo>
                    <a:pt x="682092" y="82428"/>
                  </a:lnTo>
                  <a:lnTo>
                    <a:pt x="682640" y="80291"/>
                  </a:lnTo>
                  <a:lnTo>
                    <a:pt x="680594" y="79130"/>
                  </a:lnTo>
                  <a:lnTo>
                    <a:pt x="678928" y="78547"/>
                  </a:lnTo>
                  <a:lnTo>
                    <a:pt x="676638" y="78670"/>
                  </a:lnTo>
                  <a:lnTo>
                    <a:pt x="676441" y="77349"/>
                  </a:lnTo>
                  <a:lnTo>
                    <a:pt x="677398" y="75664"/>
                  </a:lnTo>
                  <a:lnTo>
                    <a:pt x="679270" y="75016"/>
                  </a:lnTo>
                  <a:lnTo>
                    <a:pt x="684954" y="76853"/>
                  </a:lnTo>
                  <a:lnTo>
                    <a:pt x="694406" y="72099"/>
                  </a:lnTo>
                  <a:lnTo>
                    <a:pt x="697011" y="69773"/>
                  </a:lnTo>
                  <a:lnTo>
                    <a:pt x="703564" y="66791"/>
                  </a:lnTo>
                  <a:lnTo>
                    <a:pt x="706799" y="67141"/>
                  </a:lnTo>
                  <a:lnTo>
                    <a:pt x="713497" y="63217"/>
                  </a:lnTo>
                  <a:lnTo>
                    <a:pt x="722805" y="61488"/>
                  </a:lnTo>
                  <a:lnTo>
                    <a:pt x="728197" y="61485"/>
                  </a:lnTo>
                  <a:lnTo>
                    <a:pt x="732352" y="59298"/>
                  </a:lnTo>
                  <a:lnTo>
                    <a:pt x="738735" y="58531"/>
                  </a:lnTo>
                  <a:lnTo>
                    <a:pt x="740950" y="57660"/>
                  </a:lnTo>
                  <a:lnTo>
                    <a:pt x="751706" y="55444"/>
                  </a:lnTo>
                  <a:lnTo>
                    <a:pt x="757672" y="53707"/>
                  </a:lnTo>
                  <a:lnTo>
                    <a:pt x="758594" y="52338"/>
                  </a:lnTo>
                  <a:lnTo>
                    <a:pt x="753264" y="53450"/>
                  </a:lnTo>
                  <a:lnTo>
                    <a:pt x="751981" y="52425"/>
                  </a:lnTo>
                  <a:lnTo>
                    <a:pt x="750862" y="53117"/>
                  </a:lnTo>
                  <a:lnTo>
                    <a:pt x="750074" y="54051"/>
                  </a:lnTo>
                  <a:lnTo>
                    <a:pt x="747486" y="52345"/>
                  </a:lnTo>
                  <a:lnTo>
                    <a:pt x="746784" y="52769"/>
                  </a:lnTo>
                  <a:lnTo>
                    <a:pt x="746243" y="53709"/>
                  </a:lnTo>
                  <a:lnTo>
                    <a:pt x="745311" y="54009"/>
                  </a:lnTo>
                  <a:lnTo>
                    <a:pt x="744219" y="53794"/>
                  </a:lnTo>
                  <a:lnTo>
                    <a:pt x="743857" y="51739"/>
                  </a:lnTo>
                  <a:lnTo>
                    <a:pt x="745140" y="48914"/>
                  </a:lnTo>
                  <a:lnTo>
                    <a:pt x="746654" y="50370"/>
                  </a:lnTo>
                  <a:lnTo>
                    <a:pt x="748407" y="48214"/>
                  </a:lnTo>
                  <a:lnTo>
                    <a:pt x="749546" y="48157"/>
                  </a:lnTo>
                  <a:lnTo>
                    <a:pt x="752826" y="49533"/>
                  </a:lnTo>
                  <a:lnTo>
                    <a:pt x="755034" y="48139"/>
                  </a:lnTo>
                  <a:lnTo>
                    <a:pt x="757981" y="47481"/>
                  </a:lnTo>
                  <a:lnTo>
                    <a:pt x="761228" y="48096"/>
                  </a:lnTo>
                  <a:lnTo>
                    <a:pt x="762573" y="47943"/>
                  </a:lnTo>
                  <a:lnTo>
                    <a:pt x="763355" y="46649"/>
                  </a:lnTo>
                  <a:lnTo>
                    <a:pt x="768611" y="47779"/>
                  </a:lnTo>
                  <a:lnTo>
                    <a:pt x="772254" y="47008"/>
                  </a:lnTo>
                  <a:lnTo>
                    <a:pt x="774746" y="47076"/>
                  </a:lnTo>
                  <a:lnTo>
                    <a:pt x="778620" y="47790"/>
                  </a:lnTo>
                  <a:lnTo>
                    <a:pt x="780387" y="48711"/>
                  </a:lnTo>
                  <a:lnTo>
                    <a:pt x="779371" y="50847"/>
                  </a:lnTo>
                  <a:lnTo>
                    <a:pt x="775593" y="54319"/>
                  </a:lnTo>
                  <a:lnTo>
                    <a:pt x="776621" y="54906"/>
                  </a:lnTo>
                  <a:lnTo>
                    <a:pt x="778789" y="53319"/>
                  </a:lnTo>
                  <a:lnTo>
                    <a:pt x="785305" y="50969"/>
                  </a:lnTo>
                  <a:lnTo>
                    <a:pt x="786349" y="51432"/>
                  </a:lnTo>
                  <a:lnTo>
                    <a:pt x="785635" y="53449"/>
                  </a:lnTo>
                  <a:lnTo>
                    <a:pt x="785174" y="54348"/>
                  </a:lnTo>
                  <a:lnTo>
                    <a:pt x="789513" y="53171"/>
                  </a:lnTo>
                  <a:lnTo>
                    <a:pt x="793218" y="50581"/>
                  </a:lnTo>
                  <a:lnTo>
                    <a:pt x="794867" y="50146"/>
                  </a:lnTo>
                  <a:lnTo>
                    <a:pt x="796554" y="51718"/>
                  </a:lnTo>
                  <a:lnTo>
                    <a:pt x="798126" y="50275"/>
                  </a:lnTo>
                  <a:lnTo>
                    <a:pt x="798491" y="48828"/>
                  </a:lnTo>
                  <a:lnTo>
                    <a:pt x="801313" y="48513"/>
                  </a:lnTo>
                  <a:lnTo>
                    <a:pt x="802468" y="47183"/>
                  </a:lnTo>
                  <a:lnTo>
                    <a:pt x="804451" y="46216"/>
                  </a:lnTo>
                  <a:lnTo>
                    <a:pt x="806124" y="45797"/>
                  </a:lnTo>
                  <a:lnTo>
                    <a:pt x="809758" y="43962"/>
                  </a:lnTo>
                  <a:lnTo>
                    <a:pt x="810999" y="44514"/>
                  </a:lnTo>
                  <a:lnTo>
                    <a:pt x="813422" y="45000"/>
                  </a:lnTo>
                  <a:lnTo>
                    <a:pt x="815723" y="45884"/>
                  </a:lnTo>
                  <a:lnTo>
                    <a:pt x="819986" y="47903"/>
                  </a:lnTo>
                  <a:lnTo>
                    <a:pt x="820587" y="48701"/>
                  </a:lnTo>
                  <a:lnTo>
                    <a:pt x="821127" y="48828"/>
                  </a:lnTo>
                  <a:lnTo>
                    <a:pt x="822344" y="50283"/>
                  </a:lnTo>
                  <a:lnTo>
                    <a:pt x="821423" y="52423"/>
                  </a:lnTo>
                  <a:lnTo>
                    <a:pt x="820436" y="55505"/>
                  </a:lnTo>
                  <a:lnTo>
                    <a:pt x="818617" y="56949"/>
                  </a:lnTo>
                  <a:lnTo>
                    <a:pt x="819736" y="57085"/>
                  </a:lnTo>
                  <a:lnTo>
                    <a:pt x="820516" y="56710"/>
                  </a:lnTo>
                  <a:lnTo>
                    <a:pt x="821971" y="54660"/>
                  </a:lnTo>
                  <a:lnTo>
                    <a:pt x="823264" y="53194"/>
                  </a:lnTo>
                  <a:lnTo>
                    <a:pt x="822969" y="47117"/>
                  </a:lnTo>
                  <a:lnTo>
                    <a:pt x="820600" y="44036"/>
                  </a:lnTo>
                  <a:lnTo>
                    <a:pt x="818827" y="43004"/>
                  </a:lnTo>
                  <a:lnTo>
                    <a:pt x="814662" y="39777"/>
                  </a:lnTo>
                  <a:lnTo>
                    <a:pt x="813250" y="38403"/>
                  </a:lnTo>
                  <a:lnTo>
                    <a:pt x="811389" y="36930"/>
                  </a:lnTo>
                  <a:lnTo>
                    <a:pt x="812113" y="36076"/>
                  </a:lnTo>
                  <a:lnTo>
                    <a:pt x="820140" y="37203"/>
                  </a:lnTo>
                  <a:lnTo>
                    <a:pt x="824222" y="36657"/>
                  </a:lnTo>
                  <a:lnTo>
                    <a:pt x="828612" y="36975"/>
                  </a:lnTo>
                  <a:lnTo>
                    <a:pt x="834532" y="35614"/>
                  </a:lnTo>
                  <a:lnTo>
                    <a:pt x="836997" y="37031"/>
                  </a:lnTo>
                  <a:lnTo>
                    <a:pt x="839835" y="36982"/>
                  </a:lnTo>
                  <a:lnTo>
                    <a:pt x="843095" y="38155"/>
                  </a:lnTo>
                  <a:lnTo>
                    <a:pt x="844072" y="36787"/>
                  </a:lnTo>
                  <a:lnTo>
                    <a:pt x="838725" y="35304"/>
                  </a:lnTo>
                  <a:lnTo>
                    <a:pt x="836337" y="35457"/>
                  </a:lnTo>
                  <a:lnTo>
                    <a:pt x="835489" y="34682"/>
                  </a:lnTo>
                  <a:lnTo>
                    <a:pt x="836378" y="32958"/>
                  </a:lnTo>
                  <a:lnTo>
                    <a:pt x="837435" y="30331"/>
                  </a:lnTo>
                  <a:lnTo>
                    <a:pt x="836400" y="28045"/>
                  </a:lnTo>
                  <a:lnTo>
                    <a:pt x="835403" y="26829"/>
                  </a:lnTo>
                  <a:lnTo>
                    <a:pt x="835238" y="24519"/>
                  </a:lnTo>
                  <a:lnTo>
                    <a:pt x="836193" y="21866"/>
                  </a:lnTo>
                  <a:lnTo>
                    <a:pt x="838416" y="20740"/>
                  </a:lnTo>
                  <a:lnTo>
                    <a:pt x="839632" y="18583"/>
                  </a:lnTo>
                  <a:lnTo>
                    <a:pt x="842185" y="15731"/>
                  </a:lnTo>
                  <a:lnTo>
                    <a:pt x="854591" y="6557"/>
                  </a:lnTo>
                  <a:lnTo>
                    <a:pt x="860510" y="3073"/>
                  </a:lnTo>
                  <a:lnTo>
                    <a:pt x="862779" y="2641"/>
                  </a:lnTo>
                  <a:lnTo>
                    <a:pt x="865385" y="2911"/>
                  </a:lnTo>
                  <a:lnTo>
                    <a:pt x="870538" y="1"/>
                  </a:lnTo>
                  <a:lnTo>
                    <a:pt x="872472" y="0"/>
                  </a:lnTo>
                  <a:lnTo>
                    <a:pt x="879619" y="2315"/>
                  </a:lnTo>
                  <a:lnTo>
                    <a:pt x="881334" y="4011"/>
                  </a:lnTo>
                  <a:lnTo>
                    <a:pt x="885237" y="5355"/>
                  </a:lnTo>
                  <a:lnTo>
                    <a:pt x="889794" y="6064"/>
                  </a:lnTo>
                  <a:lnTo>
                    <a:pt x="891886" y="7139"/>
                  </a:lnTo>
                  <a:lnTo>
                    <a:pt x="892896" y="8358"/>
                  </a:lnTo>
                  <a:lnTo>
                    <a:pt x="893761" y="10044"/>
                  </a:lnTo>
                  <a:lnTo>
                    <a:pt x="890066" y="11183"/>
                  </a:lnTo>
                  <a:lnTo>
                    <a:pt x="886096" y="14556"/>
                  </a:lnTo>
                  <a:lnTo>
                    <a:pt x="880728" y="16422"/>
                  </a:lnTo>
                  <a:lnTo>
                    <a:pt x="874048" y="17664"/>
                  </a:lnTo>
                  <a:lnTo>
                    <a:pt x="872672" y="18576"/>
                  </a:lnTo>
                  <a:lnTo>
                    <a:pt x="885365" y="18856"/>
                  </a:lnTo>
                  <a:lnTo>
                    <a:pt x="889063" y="18609"/>
                  </a:lnTo>
                  <a:lnTo>
                    <a:pt x="889814" y="21541"/>
                  </a:lnTo>
                  <a:lnTo>
                    <a:pt x="891065" y="21658"/>
                  </a:lnTo>
                  <a:lnTo>
                    <a:pt x="894735" y="20245"/>
                  </a:lnTo>
                  <a:lnTo>
                    <a:pt x="896930" y="20170"/>
                  </a:lnTo>
                  <a:lnTo>
                    <a:pt x="901091" y="21177"/>
                  </a:lnTo>
                  <a:lnTo>
                    <a:pt x="901983" y="20645"/>
                  </a:lnTo>
                  <a:lnTo>
                    <a:pt x="903776" y="20568"/>
                  </a:lnTo>
                  <a:lnTo>
                    <a:pt x="907607" y="21851"/>
                  </a:lnTo>
                  <a:lnTo>
                    <a:pt x="909320" y="23754"/>
                  </a:lnTo>
                  <a:lnTo>
                    <a:pt x="906600" y="26843"/>
                  </a:lnTo>
                  <a:lnTo>
                    <a:pt x="903769" y="29549"/>
                  </a:lnTo>
                  <a:lnTo>
                    <a:pt x="900338" y="34190"/>
                  </a:lnTo>
                  <a:lnTo>
                    <a:pt x="899279" y="33809"/>
                  </a:lnTo>
                  <a:lnTo>
                    <a:pt x="897452" y="33715"/>
                  </a:lnTo>
                  <a:lnTo>
                    <a:pt x="897780" y="35996"/>
                  </a:lnTo>
                  <a:lnTo>
                    <a:pt x="900842" y="35924"/>
                  </a:lnTo>
                  <a:lnTo>
                    <a:pt x="902457" y="36947"/>
                  </a:lnTo>
                  <a:lnTo>
                    <a:pt x="906230" y="35647"/>
                  </a:lnTo>
                  <a:lnTo>
                    <a:pt x="911528" y="36060"/>
                  </a:lnTo>
                  <a:lnTo>
                    <a:pt x="912640" y="35699"/>
                  </a:lnTo>
                  <a:lnTo>
                    <a:pt x="914685" y="34300"/>
                  </a:lnTo>
                  <a:lnTo>
                    <a:pt x="915226" y="31612"/>
                  </a:lnTo>
                  <a:lnTo>
                    <a:pt x="916112" y="29904"/>
                  </a:lnTo>
                  <a:lnTo>
                    <a:pt x="917858" y="29331"/>
                  </a:lnTo>
                  <a:lnTo>
                    <a:pt x="919793" y="29872"/>
                  </a:lnTo>
                  <a:lnTo>
                    <a:pt x="923044" y="29854"/>
                  </a:lnTo>
                  <a:lnTo>
                    <a:pt x="931344" y="28995"/>
                  </a:lnTo>
                  <a:lnTo>
                    <a:pt x="938292" y="30098"/>
                  </a:lnTo>
                  <a:lnTo>
                    <a:pt x="943860" y="28723"/>
                  </a:lnTo>
                  <a:lnTo>
                    <a:pt x="951165" y="29768"/>
                  </a:lnTo>
                  <a:lnTo>
                    <a:pt x="954318" y="30843"/>
                  </a:lnTo>
                  <a:lnTo>
                    <a:pt x="956681" y="32744"/>
                  </a:lnTo>
                  <a:lnTo>
                    <a:pt x="958788" y="33299"/>
                  </a:lnTo>
                  <a:lnTo>
                    <a:pt x="960520" y="34780"/>
                  </a:lnTo>
                  <a:lnTo>
                    <a:pt x="962284" y="36940"/>
                  </a:lnTo>
                  <a:lnTo>
                    <a:pt x="961408" y="38706"/>
                  </a:lnTo>
                  <a:lnTo>
                    <a:pt x="960566" y="39891"/>
                  </a:lnTo>
                  <a:lnTo>
                    <a:pt x="962838" y="38605"/>
                  </a:lnTo>
                  <a:lnTo>
                    <a:pt x="964590" y="38289"/>
                  </a:lnTo>
                  <a:lnTo>
                    <a:pt x="965910" y="39068"/>
                  </a:lnTo>
                  <a:lnTo>
                    <a:pt x="968252" y="39800"/>
                  </a:lnTo>
                  <a:lnTo>
                    <a:pt x="968986" y="44666"/>
                  </a:lnTo>
                  <a:lnTo>
                    <a:pt x="969649" y="45610"/>
                  </a:lnTo>
                  <a:lnTo>
                    <a:pt x="970283" y="47303"/>
                  </a:lnTo>
                  <a:lnTo>
                    <a:pt x="969414" y="48852"/>
                  </a:lnTo>
                  <a:lnTo>
                    <a:pt x="968669" y="49550"/>
                  </a:lnTo>
                  <a:lnTo>
                    <a:pt x="970516" y="49402"/>
                  </a:lnTo>
                  <a:lnTo>
                    <a:pt x="973102" y="47761"/>
                  </a:lnTo>
                  <a:lnTo>
                    <a:pt x="973640" y="47206"/>
                  </a:lnTo>
                  <a:lnTo>
                    <a:pt x="974280" y="45976"/>
                  </a:lnTo>
                  <a:lnTo>
                    <a:pt x="973322" y="44773"/>
                  </a:lnTo>
                  <a:lnTo>
                    <a:pt x="972436" y="44049"/>
                  </a:lnTo>
                  <a:lnTo>
                    <a:pt x="973549" y="43507"/>
                  </a:lnTo>
                  <a:lnTo>
                    <a:pt x="975668" y="43697"/>
                  </a:lnTo>
                  <a:lnTo>
                    <a:pt x="976723" y="45848"/>
                  </a:lnTo>
                  <a:lnTo>
                    <a:pt x="977429" y="47820"/>
                  </a:lnTo>
                  <a:lnTo>
                    <a:pt x="978975" y="54335"/>
                  </a:lnTo>
                  <a:lnTo>
                    <a:pt x="982306" y="53459"/>
                  </a:lnTo>
                  <a:lnTo>
                    <a:pt x="982463" y="55388"/>
                  </a:lnTo>
                  <a:lnTo>
                    <a:pt x="981074" y="59856"/>
                  </a:lnTo>
                  <a:lnTo>
                    <a:pt x="979612" y="63169"/>
                  </a:lnTo>
                  <a:lnTo>
                    <a:pt x="979017" y="63886"/>
                  </a:lnTo>
                  <a:lnTo>
                    <a:pt x="978090" y="64018"/>
                  </a:lnTo>
                  <a:lnTo>
                    <a:pt x="978445" y="62307"/>
                  </a:lnTo>
                  <a:lnTo>
                    <a:pt x="977899" y="61278"/>
                  </a:lnTo>
                  <a:lnTo>
                    <a:pt x="977019" y="60652"/>
                  </a:lnTo>
                  <a:lnTo>
                    <a:pt x="974007" y="60037"/>
                  </a:lnTo>
                  <a:lnTo>
                    <a:pt x="968362" y="55997"/>
                  </a:lnTo>
                  <a:lnTo>
                    <a:pt x="966857" y="55569"/>
                  </a:lnTo>
                  <a:lnTo>
                    <a:pt x="966510" y="55753"/>
                  </a:lnTo>
                  <a:lnTo>
                    <a:pt x="966361" y="56151"/>
                  </a:lnTo>
                  <a:lnTo>
                    <a:pt x="969502" y="58885"/>
                  </a:lnTo>
                  <a:lnTo>
                    <a:pt x="972069" y="63782"/>
                  </a:lnTo>
                  <a:lnTo>
                    <a:pt x="974406" y="62347"/>
                  </a:lnTo>
                  <a:lnTo>
                    <a:pt x="975331" y="62615"/>
                  </a:lnTo>
                  <a:lnTo>
                    <a:pt x="976618" y="64895"/>
                  </a:lnTo>
                  <a:lnTo>
                    <a:pt x="978919" y="65847"/>
                  </a:lnTo>
                  <a:lnTo>
                    <a:pt x="980818" y="67366"/>
                  </a:lnTo>
                  <a:lnTo>
                    <a:pt x="979540" y="72025"/>
                  </a:lnTo>
                  <a:lnTo>
                    <a:pt x="971720" y="80238"/>
                  </a:lnTo>
                  <a:lnTo>
                    <a:pt x="963397" y="85021"/>
                  </a:lnTo>
                  <a:lnTo>
                    <a:pt x="959721" y="88364"/>
                  </a:lnTo>
                  <a:lnTo>
                    <a:pt x="953257" y="90775"/>
                  </a:lnTo>
                  <a:lnTo>
                    <a:pt x="948644" y="94036"/>
                  </a:lnTo>
                  <a:lnTo>
                    <a:pt x="942748" y="96460"/>
                  </a:lnTo>
                  <a:lnTo>
                    <a:pt x="941071" y="99042"/>
                  </a:lnTo>
                  <a:lnTo>
                    <a:pt x="936693" y="100717"/>
                  </a:lnTo>
                  <a:lnTo>
                    <a:pt x="936989" y="101571"/>
                  </a:lnTo>
                  <a:lnTo>
                    <a:pt x="937499" y="102509"/>
                  </a:lnTo>
                  <a:lnTo>
                    <a:pt x="936960" y="104059"/>
                  </a:lnTo>
                  <a:lnTo>
                    <a:pt x="936351" y="105232"/>
                  </a:lnTo>
                  <a:lnTo>
                    <a:pt x="932951" y="107607"/>
                  </a:lnTo>
                  <a:lnTo>
                    <a:pt x="928002" y="109276"/>
                  </a:lnTo>
                  <a:lnTo>
                    <a:pt x="918061" y="119271"/>
                  </a:lnTo>
                  <a:lnTo>
                    <a:pt x="913131" y="121312"/>
                  </a:lnTo>
                  <a:lnTo>
                    <a:pt x="907518" y="121429"/>
                  </a:lnTo>
                  <a:lnTo>
                    <a:pt x="906336" y="122364"/>
                  </a:lnTo>
                  <a:lnTo>
                    <a:pt x="902103" y="128650"/>
                  </a:lnTo>
                  <a:lnTo>
                    <a:pt x="900799" y="130009"/>
                  </a:lnTo>
                  <a:lnTo>
                    <a:pt x="895226" y="130679"/>
                  </a:lnTo>
                  <a:lnTo>
                    <a:pt x="889418" y="140984"/>
                  </a:lnTo>
                  <a:lnTo>
                    <a:pt x="886189" y="144478"/>
                  </a:lnTo>
                  <a:lnTo>
                    <a:pt x="883363" y="146368"/>
                  </a:lnTo>
                  <a:lnTo>
                    <a:pt x="886302" y="145987"/>
                  </a:lnTo>
                  <a:lnTo>
                    <a:pt x="889771" y="144607"/>
                  </a:lnTo>
                  <a:lnTo>
                    <a:pt x="893841" y="141262"/>
                  </a:lnTo>
                  <a:lnTo>
                    <a:pt x="894896" y="139721"/>
                  </a:lnTo>
                  <a:lnTo>
                    <a:pt x="895455" y="137991"/>
                  </a:lnTo>
                  <a:lnTo>
                    <a:pt x="896661" y="136636"/>
                  </a:lnTo>
                  <a:lnTo>
                    <a:pt x="898511" y="135661"/>
                  </a:lnTo>
                  <a:lnTo>
                    <a:pt x="905675" y="134542"/>
                  </a:lnTo>
                  <a:lnTo>
                    <a:pt x="908627" y="134960"/>
                  </a:lnTo>
                  <a:lnTo>
                    <a:pt x="912961" y="134664"/>
                  </a:lnTo>
                  <a:lnTo>
                    <a:pt x="915809" y="132819"/>
                  </a:lnTo>
                  <a:lnTo>
                    <a:pt x="917509" y="132159"/>
                  </a:lnTo>
                  <a:lnTo>
                    <a:pt x="919035" y="131924"/>
                  </a:lnTo>
                  <a:lnTo>
                    <a:pt x="919786" y="130614"/>
                  </a:lnTo>
                  <a:lnTo>
                    <a:pt x="922329" y="130353"/>
                  </a:lnTo>
                  <a:lnTo>
                    <a:pt x="928172" y="128598"/>
                  </a:lnTo>
                  <a:lnTo>
                    <a:pt x="929031" y="127972"/>
                  </a:lnTo>
                  <a:lnTo>
                    <a:pt x="930910" y="125377"/>
                  </a:lnTo>
                  <a:lnTo>
                    <a:pt x="934385" y="126365"/>
                  </a:lnTo>
                  <a:lnTo>
                    <a:pt x="936862" y="125820"/>
                  </a:lnTo>
                  <a:lnTo>
                    <a:pt x="943374" y="121197"/>
                  </a:lnTo>
                  <a:lnTo>
                    <a:pt x="947287" y="119416"/>
                  </a:lnTo>
                  <a:lnTo>
                    <a:pt x="948364" y="118188"/>
                  </a:lnTo>
                  <a:lnTo>
                    <a:pt x="947581" y="117330"/>
                  </a:lnTo>
                  <a:lnTo>
                    <a:pt x="946709" y="116734"/>
                  </a:lnTo>
                  <a:lnTo>
                    <a:pt x="942915" y="118327"/>
                  </a:lnTo>
                  <a:lnTo>
                    <a:pt x="939542" y="118843"/>
                  </a:lnTo>
                  <a:lnTo>
                    <a:pt x="935698" y="118429"/>
                  </a:lnTo>
                  <a:lnTo>
                    <a:pt x="935176" y="117803"/>
                  </a:lnTo>
                  <a:lnTo>
                    <a:pt x="934709" y="116134"/>
                  </a:lnTo>
                  <a:lnTo>
                    <a:pt x="935941" y="113740"/>
                  </a:lnTo>
                  <a:lnTo>
                    <a:pt x="937020" y="112281"/>
                  </a:lnTo>
                  <a:lnTo>
                    <a:pt x="939458" y="110397"/>
                  </a:lnTo>
                  <a:lnTo>
                    <a:pt x="941474" y="109716"/>
                  </a:lnTo>
                  <a:lnTo>
                    <a:pt x="948954" y="111771"/>
                  </a:lnTo>
                  <a:lnTo>
                    <a:pt x="950500" y="112023"/>
                  </a:lnTo>
                  <a:lnTo>
                    <a:pt x="951347" y="108670"/>
                  </a:lnTo>
                  <a:lnTo>
                    <a:pt x="953738" y="108832"/>
                  </a:lnTo>
                  <a:lnTo>
                    <a:pt x="956114" y="109389"/>
                  </a:lnTo>
                  <a:lnTo>
                    <a:pt x="955084" y="110088"/>
                  </a:lnTo>
                  <a:lnTo>
                    <a:pt x="952452" y="111161"/>
                  </a:lnTo>
                  <a:lnTo>
                    <a:pt x="953262" y="113633"/>
                  </a:lnTo>
                  <a:lnTo>
                    <a:pt x="954408" y="115322"/>
                  </a:lnTo>
                  <a:lnTo>
                    <a:pt x="958988" y="117759"/>
                  </a:lnTo>
                  <a:lnTo>
                    <a:pt x="962889" y="118832"/>
                  </a:lnTo>
                  <a:lnTo>
                    <a:pt x="965759" y="118767"/>
                  </a:lnTo>
                  <a:lnTo>
                    <a:pt x="970249" y="117734"/>
                  </a:lnTo>
                  <a:lnTo>
                    <a:pt x="970937" y="116994"/>
                  </a:lnTo>
                  <a:lnTo>
                    <a:pt x="971887" y="115088"/>
                  </a:lnTo>
                  <a:lnTo>
                    <a:pt x="970709" y="111352"/>
                  </a:lnTo>
                  <a:lnTo>
                    <a:pt x="971834" y="111836"/>
                  </a:lnTo>
                  <a:lnTo>
                    <a:pt x="972945" y="112776"/>
                  </a:lnTo>
                  <a:lnTo>
                    <a:pt x="974634" y="115036"/>
                  </a:lnTo>
                  <a:lnTo>
                    <a:pt x="976284" y="118877"/>
                  </a:lnTo>
                  <a:lnTo>
                    <a:pt x="977299" y="120644"/>
                  </a:lnTo>
                  <a:lnTo>
                    <a:pt x="976711" y="122560"/>
                  </a:lnTo>
                  <a:lnTo>
                    <a:pt x="974354" y="126200"/>
                  </a:lnTo>
                  <a:lnTo>
                    <a:pt x="975717" y="128212"/>
                  </a:lnTo>
                  <a:lnTo>
                    <a:pt x="978147" y="129554"/>
                  </a:lnTo>
                  <a:lnTo>
                    <a:pt x="978109" y="135492"/>
                  </a:lnTo>
                  <a:lnTo>
                    <a:pt x="977962" y="138366"/>
                  </a:lnTo>
                  <a:lnTo>
                    <a:pt x="976766" y="141497"/>
                  </a:lnTo>
                  <a:lnTo>
                    <a:pt x="975381" y="142817"/>
                  </a:lnTo>
                  <a:lnTo>
                    <a:pt x="974024" y="144784"/>
                  </a:lnTo>
                  <a:lnTo>
                    <a:pt x="974369" y="146592"/>
                  </a:lnTo>
                  <a:lnTo>
                    <a:pt x="974686" y="147753"/>
                  </a:lnTo>
                  <a:lnTo>
                    <a:pt x="976118" y="149905"/>
                  </a:lnTo>
                  <a:lnTo>
                    <a:pt x="980119" y="150580"/>
                  </a:lnTo>
                  <a:lnTo>
                    <a:pt x="980656" y="150000"/>
                  </a:lnTo>
                  <a:lnTo>
                    <a:pt x="979727" y="149322"/>
                  </a:lnTo>
                  <a:lnTo>
                    <a:pt x="977017" y="148319"/>
                  </a:lnTo>
                  <a:lnTo>
                    <a:pt x="975958" y="147497"/>
                  </a:lnTo>
                  <a:lnTo>
                    <a:pt x="975020" y="145517"/>
                  </a:lnTo>
                  <a:lnTo>
                    <a:pt x="976110" y="143376"/>
                  </a:lnTo>
                  <a:lnTo>
                    <a:pt x="977313" y="141784"/>
                  </a:lnTo>
                  <a:lnTo>
                    <a:pt x="978736" y="138175"/>
                  </a:lnTo>
                  <a:lnTo>
                    <a:pt x="979175" y="135577"/>
                  </a:lnTo>
                  <a:lnTo>
                    <a:pt x="978919" y="132907"/>
                  </a:lnTo>
                  <a:lnTo>
                    <a:pt x="979830" y="131696"/>
                  </a:lnTo>
                  <a:lnTo>
                    <a:pt x="981262" y="130385"/>
                  </a:lnTo>
                  <a:lnTo>
                    <a:pt x="981989" y="130131"/>
                  </a:lnTo>
                  <a:lnTo>
                    <a:pt x="982636" y="129562"/>
                  </a:lnTo>
                  <a:lnTo>
                    <a:pt x="981601" y="128923"/>
                  </a:lnTo>
                  <a:lnTo>
                    <a:pt x="980650" y="128594"/>
                  </a:lnTo>
                  <a:lnTo>
                    <a:pt x="978698" y="126966"/>
                  </a:lnTo>
                  <a:lnTo>
                    <a:pt x="978368" y="124859"/>
                  </a:lnTo>
                  <a:lnTo>
                    <a:pt x="982303" y="124019"/>
                  </a:lnTo>
                  <a:lnTo>
                    <a:pt x="984615" y="122504"/>
                  </a:lnTo>
                  <a:lnTo>
                    <a:pt x="993194" y="121839"/>
                  </a:lnTo>
                  <a:lnTo>
                    <a:pt x="999118" y="119019"/>
                  </a:lnTo>
                  <a:lnTo>
                    <a:pt x="1012265" y="119803"/>
                  </a:lnTo>
                  <a:lnTo>
                    <a:pt x="1021498" y="122076"/>
                  </a:lnTo>
                  <a:lnTo>
                    <a:pt x="1034462" y="122352"/>
                  </a:lnTo>
                  <a:lnTo>
                    <a:pt x="1039239" y="123886"/>
                  </a:lnTo>
                  <a:lnTo>
                    <a:pt x="1039697" y="124463"/>
                  </a:lnTo>
                  <a:lnTo>
                    <a:pt x="1039983" y="125561"/>
                  </a:lnTo>
                  <a:lnTo>
                    <a:pt x="1037917" y="126055"/>
                  </a:lnTo>
                  <a:lnTo>
                    <a:pt x="1034539" y="126058"/>
                  </a:lnTo>
                  <a:lnTo>
                    <a:pt x="1033626" y="128929"/>
                  </a:lnTo>
                  <a:lnTo>
                    <a:pt x="1034236" y="132496"/>
                  </a:lnTo>
                  <a:lnTo>
                    <a:pt x="1040255" y="136315"/>
                  </a:lnTo>
                  <a:lnTo>
                    <a:pt x="1045534" y="137890"/>
                  </a:lnTo>
                  <a:lnTo>
                    <a:pt x="1049226" y="140398"/>
                  </a:lnTo>
                  <a:lnTo>
                    <a:pt x="1051171" y="140627"/>
                  </a:lnTo>
                  <a:lnTo>
                    <a:pt x="1058850" y="140339"/>
                  </a:lnTo>
                  <a:lnTo>
                    <a:pt x="1063384" y="141650"/>
                  </a:lnTo>
                  <a:lnTo>
                    <a:pt x="1067439" y="140642"/>
                  </a:lnTo>
                  <a:lnTo>
                    <a:pt x="1071908" y="140676"/>
                  </a:lnTo>
                  <a:lnTo>
                    <a:pt x="1073477" y="140936"/>
                  </a:lnTo>
                  <a:lnTo>
                    <a:pt x="1075110" y="142817"/>
                  </a:lnTo>
                  <a:lnTo>
                    <a:pt x="1077726" y="143310"/>
                  </a:lnTo>
                  <a:lnTo>
                    <a:pt x="1080875" y="143392"/>
                  </a:lnTo>
                  <a:lnTo>
                    <a:pt x="1082630" y="143006"/>
                  </a:lnTo>
                  <a:lnTo>
                    <a:pt x="1083310" y="142543"/>
                  </a:lnTo>
                  <a:lnTo>
                    <a:pt x="1083071" y="141810"/>
                  </a:lnTo>
                  <a:lnTo>
                    <a:pt x="1080471" y="140647"/>
                  </a:lnTo>
                  <a:lnTo>
                    <a:pt x="1080753" y="139287"/>
                  </a:lnTo>
                  <a:lnTo>
                    <a:pt x="1081758" y="138955"/>
                  </a:lnTo>
                  <a:lnTo>
                    <a:pt x="1086119" y="140825"/>
                  </a:lnTo>
                  <a:lnTo>
                    <a:pt x="1087948" y="141114"/>
                  </a:lnTo>
                  <a:lnTo>
                    <a:pt x="1089547" y="139727"/>
                  </a:lnTo>
                  <a:lnTo>
                    <a:pt x="1090721" y="137250"/>
                  </a:lnTo>
                  <a:lnTo>
                    <a:pt x="1091369" y="135520"/>
                  </a:lnTo>
                  <a:lnTo>
                    <a:pt x="1092053" y="134671"/>
                  </a:lnTo>
                  <a:lnTo>
                    <a:pt x="1092627" y="134540"/>
                  </a:lnTo>
                  <a:lnTo>
                    <a:pt x="1093193" y="134070"/>
                  </a:lnTo>
                  <a:lnTo>
                    <a:pt x="1091816" y="132050"/>
                  </a:lnTo>
                  <a:lnTo>
                    <a:pt x="1090486" y="129518"/>
                  </a:lnTo>
                  <a:lnTo>
                    <a:pt x="1090161" y="127887"/>
                  </a:lnTo>
                  <a:lnTo>
                    <a:pt x="1089791" y="127050"/>
                  </a:lnTo>
                  <a:lnTo>
                    <a:pt x="1089591" y="124033"/>
                  </a:lnTo>
                  <a:lnTo>
                    <a:pt x="1090853" y="120962"/>
                  </a:lnTo>
                  <a:lnTo>
                    <a:pt x="1091704" y="120090"/>
                  </a:lnTo>
                  <a:lnTo>
                    <a:pt x="1095176" y="121260"/>
                  </a:lnTo>
                  <a:lnTo>
                    <a:pt x="1096732" y="119412"/>
                  </a:lnTo>
                  <a:lnTo>
                    <a:pt x="1097698" y="118732"/>
                  </a:lnTo>
                  <a:lnTo>
                    <a:pt x="1101889" y="117476"/>
                  </a:lnTo>
                  <a:lnTo>
                    <a:pt x="1103628" y="117581"/>
                  </a:lnTo>
                  <a:lnTo>
                    <a:pt x="1106524" y="118748"/>
                  </a:lnTo>
                  <a:lnTo>
                    <a:pt x="1115845" y="124397"/>
                  </a:lnTo>
                  <a:lnTo>
                    <a:pt x="1115634" y="126560"/>
                  </a:lnTo>
                  <a:lnTo>
                    <a:pt x="1117859" y="125938"/>
                  </a:lnTo>
                  <a:lnTo>
                    <a:pt x="1118920" y="125062"/>
                  </a:lnTo>
                  <a:lnTo>
                    <a:pt x="1121413" y="124489"/>
                  </a:lnTo>
                  <a:lnTo>
                    <a:pt x="1123083" y="123582"/>
                  </a:lnTo>
                  <a:lnTo>
                    <a:pt x="1123554" y="123922"/>
                  </a:lnTo>
                  <a:lnTo>
                    <a:pt x="1124110" y="124820"/>
                  </a:lnTo>
                  <a:lnTo>
                    <a:pt x="1123701" y="126079"/>
                  </a:lnTo>
                  <a:lnTo>
                    <a:pt x="1123116" y="127377"/>
                  </a:lnTo>
                  <a:lnTo>
                    <a:pt x="1123514" y="128132"/>
                  </a:lnTo>
                  <a:lnTo>
                    <a:pt x="1124002" y="128293"/>
                  </a:lnTo>
                  <a:lnTo>
                    <a:pt x="1126468" y="129884"/>
                  </a:lnTo>
                  <a:lnTo>
                    <a:pt x="1129714" y="126951"/>
                  </a:lnTo>
                  <a:lnTo>
                    <a:pt x="1131040" y="124172"/>
                  </a:lnTo>
                  <a:lnTo>
                    <a:pt x="1131905" y="123603"/>
                  </a:lnTo>
                  <a:lnTo>
                    <a:pt x="1139955" y="125551"/>
                  </a:lnTo>
                  <a:lnTo>
                    <a:pt x="1142394" y="126615"/>
                  </a:lnTo>
                  <a:lnTo>
                    <a:pt x="1142869" y="127203"/>
                  </a:lnTo>
                  <a:lnTo>
                    <a:pt x="1143196" y="128233"/>
                  </a:lnTo>
                  <a:lnTo>
                    <a:pt x="1144513" y="129367"/>
                  </a:lnTo>
                  <a:lnTo>
                    <a:pt x="1146100" y="130012"/>
                  </a:lnTo>
                  <a:lnTo>
                    <a:pt x="1145904" y="130894"/>
                  </a:lnTo>
                  <a:lnTo>
                    <a:pt x="1145832" y="131877"/>
                  </a:lnTo>
                  <a:lnTo>
                    <a:pt x="1149570" y="132027"/>
                  </a:lnTo>
                  <a:lnTo>
                    <a:pt x="1151199" y="132884"/>
                  </a:lnTo>
                  <a:lnTo>
                    <a:pt x="1152995" y="134159"/>
                  </a:lnTo>
                  <a:lnTo>
                    <a:pt x="1152803" y="135663"/>
                  </a:lnTo>
                  <a:lnTo>
                    <a:pt x="1153276" y="136512"/>
                  </a:lnTo>
                  <a:lnTo>
                    <a:pt x="1154932" y="136603"/>
                  </a:lnTo>
                  <a:lnTo>
                    <a:pt x="1155402" y="136460"/>
                  </a:lnTo>
                  <a:lnTo>
                    <a:pt x="1154869" y="138439"/>
                  </a:lnTo>
                  <a:lnTo>
                    <a:pt x="1152596" y="140590"/>
                  </a:lnTo>
                  <a:lnTo>
                    <a:pt x="1151253" y="141457"/>
                  </a:lnTo>
                  <a:lnTo>
                    <a:pt x="1149706" y="142878"/>
                  </a:lnTo>
                  <a:lnTo>
                    <a:pt x="1150558" y="143152"/>
                  </a:lnTo>
                  <a:lnTo>
                    <a:pt x="1154456" y="143549"/>
                  </a:lnTo>
                  <a:lnTo>
                    <a:pt x="1156861" y="146407"/>
                  </a:lnTo>
                  <a:lnTo>
                    <a:pt x="1157103" y="148492"/>
                  </a:lnTo>
                  <a:lnTo>
                    <a:pt x="1155595" y="149326"/>
                  </a:lnTo>
                  <a:lnTo>
                    <a:pt x="1152163" y="152017"/>
                  </a:lnTo>
                  <a:lnTo>
                    <a:pt x="1150097" y="153073"/>
                  </a:lnTo>
                  <a:lnTo>
                    <a:pt x="1148678" y="153157"/>
                  </a:lnTo>
                  <a:lnTo>
                    <a:pt x="1147654" y="153516"/>
                  </a:lnTo>
                  <a:lnTo>
                    <a:pt x="1149143" y="154677"/>
                  </a:lnTo>
                  <a:lnTo>
                    <a:pt x="1155584" y="154976"/>
                  </a:lnTo>
                  <a:lnTo>
                    <a:pt x="1157454" y="156396"/>
                  </a:lnTo>
                  <a:lnTo>
                    <a:pt x="1158935" y="160007"/>
                  </a:lnTo>
                  <a:lnTo>
                    <a:pt x="1158923" y="164415"/>
                  </a:lnTo>
                  <a:lnTo>
                    <a:pt x="1157479" y="166610"/>
                  </a:lnTo>
                  <a:lnTo>
                    <a:pt x="1153521" y="166981"/>
                  </a:lnTo>
                  <a:lnTo>
                    <a:pt x="1148300" y="162074"/>
                  </a:lnTo>
                  <a:lnTo>
                    <a:pt x="1145141" y="160180"/>
                  </a:lnTo>
                  <a:lnTo>
                    <a:pt x="1140672" y="156504"/>
                  </a:lnTo>
                  <a:lnTo>
                    <a:pt x="1139794" y="157120"/>
                  </a:lnTo>
                  <a:lnTo>
                    <a:pt x="1141103" y="160221"/>
                  </a:lnTo>
                  <a:lnTo>
                    <a:pt x="1143206" y="161942"/>
                  </a:lnTo>
                  <a:lnTo>
                    <a:pt x="1146978" y="166719"/>
                  </a:lnTo>
                  <a:lnTo>
                    <a:pt x="1153254" y="176559"/>
                  </a:lnTo>
                  <a:lnTo>
                    <a:pt x="1154715" y="175759"/>
                  </a:lnTo>
                  <a:lnTo>
                    <a:pt x="1155584" y="174512"/>
                  </a:lnTo>
                  <a:lnTo>
                    <a:pt x="1156011" y="172915"/>
                  </a:lnTo>
                  <a:lnTo>
                    <a:pt x="1155640" y="170712"/>
                  </a:lnTo>
                  <a:lnTo>
                    <a:pt x="1156647" y="171784"/>
                  </a:lnTo>
                  <a:lnTo>
                    <a:pt x="1157573" y="173756"/>
                  </a:lnTo>
                  <a:lnTo>
                    <a:pt x="1159493" y="177033"/>
                  </a:lnTo>
                  <a:lnTo>
                    <a:pt x="1156919" y="176869"/>
                  </a:lnTo>
                  <a:lnTo>
                    <a:pt x="1153681" y="177971"/>
                  </a:lnTo>
                  <a:lnTo>
                    <a:pt x="1152480" y="179273"/>
                  </a:lnTo>
                  <a:lnTo>
                    <a:pt x="1153381" y="181097"/>
                  </a:lnTo>
                  <a:lnTo>
                    <a:pt x="1155784" y="181360"/>
                  </a:lnTo>
                  <a:lnTo>
                    <a:pt x="1156809" y="183843"/>
                  </a:lnTo>
                  <a:lnTo>
                    <a:pt x="1158686" y="186914"/>
                  </a:lnTo>
                  <a:lnTo>
                    <a:pt x="1162911" y="195346"/>
                  </a:lnTo>
                  <a:lnTo>
                    <a:pt x="1165910" y="196947"/>
                  </a:lnTo>
                  <a:lnTo>
                    <a:pt x="1168809" y="200435"/>
                  </a:lnTo>
                  <a:lnTo>
                    <a:pt x="1171714" y="202054"/>
                  </a:lnTo>
                  <a:lnTo>
                    <a:pt x="1173206" y="202178"/>
                  </a:lnTo>
                  <a:lnTo>
                    <a:pt x="1174213" y="199991"/>
                  </a:lnTo>
                  <a:lnTo>
                    <a:pt x="1175062" y="200773"/>
                  </a:lnTo>
                  <a:lnTo>
                    <a:pt x="1175813" y="204683"/>
                  </a:lnTo>
                  <a:lnTo>
                    <a:pt x="1177215" y="206381"/>
                  </a:lnTo>
                  <a:lnTo>
                    <a:pt x="1178758" y="206497"/>
                  </a:lnTo>
                  <a:lnTo>
                    <a:pt x="1180017" y="205807"/>
                  </a:lnTo>
                  <a:lnTo>
                    <a:pt x="1181880" y="203953"/>
                  </a:lnTo>
                  <a:lnTo>
                    <a:pt x="1183352" y="201803"/>
                  </a:lnTo>
                  <a:lnTo>
                    <a:pt x="1185703" y="195882"/>
                  </a:lnTo>
                  <a:lnTo>
                    <a:pt x="1187264" y="192891"/>
                  </a:lnTo>
                  <a:lnTo>
                    <a:pt x="1188727" y="191667"/>
                  </a:lnTo>
                  <a:lnTo>
                    <a:pt x="1188222" y="190214"/>
                  </a:lnTo>
                  <a:lnTo>
                    <a:pt x="1188368" y="188530"/>
                  </a:lnTo>
                  <a:lnTo>
                    <a:pt x="1189448" y="184577"/>
                  </a:lnTo>
                  <a:lnTo>
                    <a:pt x="1190911" y="179885"/>
                  </a:lnTo>
                  <a:lnTo>
                    <a:pt x="1192025" y="177419"/>
                  </a:lnTo>
                  <a:lnTo>
                    <a:pt x="1194711" y="172423"/>
                  </a:lnTo>
                  <a:lnTo>
                    <a:pt x="1195751" y="171517"/>
                  </a:lnTo>
                  <a:lnTo>
                    <a:pt x="1196454" y="173127"/>
                  </a:lnTo>
                  <a:lnTo>
                    <a:pt x="1197053" y="175277"/>
                  </a:lnTo>
                  <a:lnTo>
                    <a:pt x="1197451" y="176197"/>
                  </a:lnTo>
                  <a:lnTo>
                    <a:pt x="1197856" y="176564"/>
                  </a:lnTo>
                  <a:lnTo>
                    <a:pt x="1201167" y="180951"/>
                  </a:lnTo>
                  <a:lnTo>
                    <a:pt x="1204521" y="184371"/>
                  </a:lnTo>
                  <a:lnTo>
                    <a:pt x="1207504" y="186047"/>
                  </a:lnTo>
                  <a:lnTo>
                    <a:pt x="1212205" y="187681"/>
                  </a:lnTo>
                  <a:lnTo>
                    <a:pt x="1219017" y="187448"/>
                  </a:lnTo>
                  <a:lnTo>
                    <a:pt x="1220279" y="185268"/>
                  </a:lnTo>
                  <a:lnTo>
                    <a:pt x="1222646" y="183660"/>
                  </a:lnTo>
                  <a:lnTo>
                    <a:pt x="1226473" y="182818"/>
                  </a:lnTo>
                  <a:lnTo>
                    <a:pt x="1228742" y="180843"/>
                  </a:lnTo>
                  <a:lnTo>
                    <a:pt x="1232439" y="180246"/>
                  </a:lnTo>
                  <a:lnTo>
                    <a:pt x="1234774" y="180570"/>
                  </a:lnTo>
                  <a:lnTo>
                    <a:pt x="1238360" y="182013"/>
                  </a:lnTo>
                  <a:lnTo>
                    <a:pt x="1246418" y="186596"/>
                  </a:lnTo>
                  <a:lnTo>
                    <a:pt x="1248685" y="188258"/>
                  </a:lnTo>
                  <a:lnTo>
                    <a:pt x="1249844" y="190042"/>
                  </a:lnTo>
                  <a:lnTo>
                    <a:pt x="1252491" y="192727"/>
                  </a:lnTo>
                  <a:lnTo>
                    <a:pt x="1254163" y="194035"/>
                  </a:lnTo>
                  <a:lnTo>
                    <a:pt x="1255773" y="194937"/>
                  </a:lnTo>
                  <a:lnTo>
                    <a:pt x="1256364" y="194661"/>
                  </a:lnTo>
                  <a:lnTo>
                    <a:pt x="1256160" y="193895"/>
                  </a:lnTo>
                  <a:lnTo>
                    <a:pt x="1255345" y="193145"/>
                  </a:lnTo>
                  <a:lnTo>
                    <a:pt x="1254688" y="192177"/>
                  </a:lnTo>
                  <a:lnTo>
                    <a:pt x="1256603" y="191171"/>
                  </a:lnTo>
                  <a:lnTo>
                    <a:pt x="1256828" y="190432"/>
                  </a:lnTo>
                  <a:lnTo>
                    <a:pt x="1257488" y="189794"/>
                  </a:lnTo>
                  <a:lnTo>
                    <a:pt x="1260025" y="189259"/>
                  </a:lnTo>
                  <a:lnTo>
                    <a:pt x="1257562" y="188282"/>
                  </a:lnTo>
                  <a:lnTo>
                    <a:pt x="1256710" y="188140"/>
                  </a:lnTo>
                  <a:lnTo>
                    <a:pt x="1255532" y="187529"/>
                  </a:lnTo>
                  <a:lnTo>
                    <a:pt x="1255634" y="186179"/>
                  </a:lnTo>
                  <a:lnTo>
                    <a:pt x="1256410" y="185182"/>
                  </a:lnTo>
                  <a:lnTo>
                    <a:pt x="1257008" y="183337"/>
                  </a:lnTo>
                  <a:lnTo>
                    <a:pt x="1257804" y="182149"/>
                  </a:lnTo>
                  <a:lnTo>
                    <a:pt x="1259118" y="181257"/>
                  </a:lnTo>
                  <a:lnTo>
                    <a:pt x="1260071" y="181065"/>
                  </a:lnTo>
                  <a:lnTo>
                    <a:pt x="1262422" y="182250"/>
                  </a:lnTo>
                  <a:lnTo>
                    <a:pt x="1264067" y="180120"/>
                  </a:lnTo>
                  <a:lnTo>
                    <a:pt x="1265318" y="180292"/>
                  </a:lnTo>
                  <a:lnTo>
                    <a:pt x="1267870" y="182448"/>
                  </a:lnTo>
                  <a:lnTo>
                    <a:pt x="1270192" y="185736"/>
                  </a:lnTo>
                  <a:lnTo>
                    <a:pt x="1271450" y="185737"/>
                  </a:lnTo>
                  <a:lnTo>
                    <a:pt x="1274992" y="184421"/>
                  </a:lnTo>
                  <a:lnTo>
                    <a:pt x="1278990" y="184355"/>
                  </a:lnTo>
                  <a:lnTo>
                    <a:pt x="1278474" y="182400"/>
                  </a:lnTo>
                  <a:lnTo>
                    <a:pt x="1275707" y="178181"/>
                  </a:lnTo>
                  <a:lnTo>
                    <a:pt x="1276024" y="172729"/>
                  </a:lnTo>
                  <a:lnTo>
                    <a:pt x="1274086" y="171495"/>
                  </a:lnTo>
                  <a:lnTo>
                    <a:pt x="1271894" y="170767"/>
                  </a:lnTo>
                  <a:lnTo>
                    <a:pt x="1275084" y="169378"/>
                  </a:lnTo>
                  <a:lnTo>
                    <a:pt x="1277433" y="164939"/>
                  </a:lnTo>
                  <a:lnTo>
                    <a:pt x="1279329" y="164539"/>
                  </a:lnTo>
                  <a:lnTo>
                    <a:pt x="1281301" y="163676"/>
                  </a:lnTo>
                  <a:lnTo>
                    <a:pt x="1280695" y="163135"/>
                  </a:lnTo>
                  <a:lnTo>
                    <a:pt x="1274820" y="162661"/>
                  </a:lnTo>
                  <a:lnTo>
                    <a:pt x="1273552" y="163193"/>
                  </a:lnTo>
                  <a:lnTo>
                    <a:pt x="1272702" y="164499"/>
                  </a:lnTo>
                  <a:lnTo>
                    <a:pt x="1269817" y="164499"/>
                  </a:lnTo>
                  <a:lnTo>
                    <a:pt x="1269461" y="161516"/>
                  </a:lnTo>
                  <a:lnTo>
                    <a:pt x="1269413" y="159586"/>
                  </a:lnTo>
                  <a:lnTo>
                    <a:pt x="1273192" y="155545"/>
                  </a:lnTo>
                  <a:lnTo>
                    <a:pt x="1274641" y="154670"/>
                  </a:lnTo>
                  <a:lnTo>
                    <a:pt x="1284286" y="154758"/>
                  </a:lnTo>
                  <a:lnTo>
                    <a:pt x="1287176" y="153995"/>
                  </a:lnTo>
                  <a:lnTo>
                    <a:pt x="1291425" y="151987"/>
                  </a:lnTo>
                  <a:lnTo>
                    <a:pt x="1290334" y="150712"/>
                  </a:lnTo>
                  <a:lnTo>
                    <a:pt x="1290217" y="148143"/>
                  </a:lnTo>
                  <a:lnTo>
                    <a:pt x="1286577" y="144425"/>
                  </a:lnTo>
                  <a:lnTo>
                    <a:pt x="1286846" y="143574"/>
                  </a:lnTo>
                  <a:lnTo>
                    <a:pt x="1287210" y="143030"/>
                  </a:lnTo>
                  <a:lnTo>
                    <a:pt x="1288347" y="143002"/>
                  </a:lnTo>
                  <a:lnTo>
                    <a:pt x="1294043" y="143985"/>
                  </a:lnTo>
                  <a:lnTo>
                    <a:pt x="1296411" y="146025"/>
                  </a:lnTo>
                  <a:lnTo>
                    <a:pt x="1302578" y="148030"/>
                  </a:lnTo>
                  <a:lnTo>
                    <a:pt x="1319093" y="148697"/>
                  </a:lnTo>
                  <a:lnTo>
                    <a:pt x="1320969" y="149437"/>
                  </a:lnTo>
                  <a:lnTo>
                    <a:pt x="1328042" y="150329"/>
                  </a:lnTo>
                  <a:lnTo>
                    <a:pt x="1331049" y="151307"/>
                  </a:lnTo>
                  <a:lnTo>
                    <a:pt x="1338210" y="152480"/>
                  </a:lnTo>
                  <a:lnTo>
                    <a:pt x="1341463" y="153311"/>
                  </a:lnTo>
                  <a:lnTo>
                    <a:pt x="1344056" y="154633"/>
                  </a:lnTo>
                  <a:lnTo>
                    <a:pt x="1348248" y="155400"/>
                  </a:lnTo>
                  <a:lnTo>
                    <a:pt x="1350174" y="156262"/>
                  </a:lnTo>
                  <a:lnTo>
                    <a:pt x="1349968" y="158996"/>
                  </a:lnTo>
                  <a:lnTo>
                    <a:pt x="1341251" y="158631"/>
                  </a:lnTo>
                  <a:lnTo>
                    <a:pt x="1338364" y="157726"/>
                  </a:lnTo>
                  <a:lnTo>
                    <a:pt x="1334783" y="157621"/>
                  </a:lnTo>
                  <a:lnTo>
                    <a:pt x="1333407" y="158034"/>
                  </a:lnTo>
                  <a:lnTo>
                    <a:pt x="1331264" y="160302"/>
                  </a:lnTo>
                  <a:lnTo>
                    <a:pt x="1328690" y="161489"/>
                  </a:lnTo>
                  <a:lnTo>
                    <a:pt x="1326513" y="161682"/>
                  </a:lnTo>
                  <a:lnTo>
                    <a:pt x="1327940" y="163637"/>
                  </a:lnTo>
                  <a:lnTo>
                    <a:pt x="1329936" y="164165"/>
                  </a:lnTo>
                  <a:lnTo>
                    <a:pt x="1336392" y="161651"/>
                  </a:lnTo>
                  <a:lnTo>
                    <a:pt x="1354049" y="160392"/>
                  </a:lnTo>
                  <a:lnTo>
                    <a:pt x="1356748" y="160600"/>
                  </a:lnTo>
                  <a:lnTo>
                    <a:pt x="1356467" y="162339"/>
                  </a:lnTo>
                  <a:lnTo>
                    <a:pt x="1354107" y="165679"/>
                  </a:lnTo>
                  <a:lnTo>
                    <a:pt x="1351863" y="168280"/>
                  </a:lnTo>
                  <a:lnTo>
                    <a:pt x="1348589" y="170955"/>
                  </a:lnTo>
                  <a:lnTo>
                    <a:pt x="1347369" y="170941"/>
                  </a:lnTo>
                  <a:lnTo>
                    <a:pt x="1349917" y="165266"/>
                  </a:lnTo>
                  <a:lnTo>
                    <a:pt x="1348862" y="165001"/>
                  </a:lnTo>
                  <a:lnTo>
                    <a:pt x="1347887" y="165125"/>
                  </a:lnTo>
                  <a:lnTo>
                    <a:pt x="1345025" y="162773"/>
                  </a:lnTo>
                  <a:lnTo>
                    <a:pt x="1344561" y="162655"/>
                  </a:lnTo>
                  <a:lnTo>
                    <a:pt x="1344006" y="163232"/>
                  </a:lnTo>
                  <a:lnTo>
                    <a:pt x="1344011" y="164082"/>
                  </a:lnTo>
                  <a:lnTo>
                    <a:pt x="1343488" y="167350"/>
                  </a:lnTo>
                  <a:lnTo>
                    <a:pt x="1344540" y="168719"/>
                  </a:lnTo>
                  <a:lnTo>
                    <a:pt x="1344540" y="171064"/>
                  </a:lnTo>
                  <a:lnTo>
                    <a:pt x="1340571" y="172576"/>
                  </a:lnTo>
                  <a:lnTo>
                    <a:pt x="1339026" y="172443"/>
                  </a:lnTo>
                  <a:lnTo>
                    <a:pt x="1337375" y="171482"/>
                  </a:lnTo>
                  <a:lnTo>
                    <a:pt x="1336673" y="171514"/>
                  </a:lnTo>
                  <a:lnTo>
                    <a:pt x="1336479" y="172254"/>
                  </a:lnTo>
                  <a:lnTo>
                    <a:pt x="1336830" y="173624"/>
                  </a:lnTo>
                  <a:lnTo>
                    <a:pt x="1336784" y="174327"/>
                  </a:lnTo>
                  <a:lnTo>
                    <a:pt x="1336150" y="175425"/>
                  </a:lnTo>
                  <a:lnTo>
                    <a:pt x="1335829" y="176617"/>
                  </a:lnTo>
                  <a:lnTo>
                    <a:pt x="1336805" y="177976"/>
                  </a:lnTo>
                  <a:lnTo>
                    <a:pt x="1338088" y="178318"/>
                  </a:lnTo>
                  <a:lnTo>
                    <a:pt x="1345086" y="176821"/>
                  </a:lnTo>
                  <a:lnTo>
                    <a:pt x="1348134" y="174992"/>
                  </a:lnTo>
                  <a:lnTo>
                    <a:pt x="1351481" y="171632"/>
                  </a:lnTo>
                  <a:lnTo>
                    <a:pt x="1357462" y="163493"/>
                  </a:lnTo>
                  <a:lnTo>
                    <a:pt x="1360101" y="160700"/>
                  </a:lnTo>
                  <a:lnTo>
                    <a:pt x="1361631" y="159641"/>
                  </a:lnTo>
                  <a:lnTo>
                    <a:pt x="1363586" y="159256"/>
                  </a:lnTo>
                  <a:lnTo>
                    <a:pt x="1374579" y="160111"/>
                  </a:lnTo>
                  <a:lnTo>
                    <a:pt x="1380970" y="161873"/>
                  </a:lnTo>
                  <a:lnTo>
                    <a:pt x="1387064" y="164474"/>
                  </a:lnTo>
                  <a:lnTo>
                    <a:pt x="1390070" y="166633"/>
                  </a:lnTo>
                  <a:lnTo>
                    <a:pt x="1392305" y="169560"/>
                  </a:lnTo>
                  <a:lnTo>
                    <a:pt x="1392703" y="170792"/>
                  </a:lnTo>
                  <a:lnTo>
                    <a:pt x="1392916" y="172413"/>
                  </a:lnTo>
                  <a:lnTo>
                    <a:pt x="1391374" y="173968"/>
                  </a:lnTo>
                  <a:lnTo>
                    <a:pt x="1384545" y="174485"/>
                  </a:lnTo>
                  <a:lnTo>
                    <a:pt x="1381922" y="175365"/>
                  </a:lnTo>
                  <a:lnTo>
                    <a:pt x="1380975" y="176339"/>
                  </a:lnTo>
                  <a:lnTo>
                    <a:pt x="1380856" y="176890"/>
                  </a:lnTo>
                  <a:lnTo>
                    <a:pt x="1380498" y="177761"/>
                  </a:lnTo>
                  <a:lnTo>
                    <a:pt x="1381007" y="178476"/>
                  </a:lnTo>
                  <a:lnTo>
                    <a:pt x="1384070" y="178551"/>
                  </a:lnTo>
                  <a:lnTo>
                    <a:pt x="1387024" y="179258"/>
                  </a:lnTo>
                  <a:lnTo>
                    <a:pt x="1391102" y="181106"/>
                  </a:lnTo>
                  <a:lnTo>
                    <a:pt x="1391733" y="181719"/>
                  </a:lnTo>
                  <a:lnTo>
                    <a:pt x="1393025" y="183474"/>
                  </a:lnTo>
                  <a:lnTo>
                    <a:pt x="1393415" y="183784"/>
                  </a:lnTo>
                  <a:lnTo>
                    <a:pt x="1399535" y="183509"/>
                  </a:lnTo>
                  <a:lnTo>
                    <a:pt x="1399933" y="184137"/>
                  </a:lnTo>
                  <a:lnTo>
                    <a:pt x="1400307" y="185427"/>
                  </a:lnTo>
                  <a:lnTo>
                    <a:pt x="1398687" y="187477"/>
                  </a:lnTo>
                  <a:lnTo>
                    <a:pt x="1397093" y="188867"/>
                  </a:lnTo>
                  <a:lnTo>
                    <a:pt x="1393833" y="192184"/>
                  </a:lnTo>
                  <a:lnTo>
                    <a:pt x="1395483" y="190983"/>
                  </a:lnTo>
                  <a:lnTo>
                    <a:pt x="1402055" y="188155"/>
                  </a:lnTo>
                  <a:lnTo>
                    <a:pt x="1403714" y="187636"/>
                  </a:lnTo>
                  <a:lnTo>
                    <a:pt x="1405730" y="187835"/>
                  </a:lnTo>
                  <a:lnTo>
                    <a:pt x="1410693" y="190399"/>
                  </a:lnTo>
                  <a:lnTo>
                    <a:pt x="1412707" y="192442"/>
                  </a:lnTo>
                  <a:lnTo>
                    <a:pt x="1416489" y="198190"/>
                  </a:lnTo>
                  <a:lnTo>
                    <a:pt x="1415433" y="198805"/>
                  </a:lnTo>
                  <a:lnTo>
                    <a:pt x="1412733" y="199396"/>
                  </a:lnTo>
                  <a:lnTo>
                    <a:pt x="1421213" y="203770"/>
                  </a:lnTo>
                  <a:lnTo>
                    <a:pt x="1424501" y="203735"/>
                  </a:lnTo>
                  <a:lnTo>
                    <a:pt x="1432021" y="202465"/>
                  </a:lnTo>
                  <a:lnTo>
                    <a:pt x="1435808" y="202425"/>
                  </a:lnTo>
                  <a:lnTo>
                    <a:pt x="1442847" y="199633"/>
                  </a:lnTo>
                  <a:lnTo>
                    <a:pt x="1449836" y="197867"/>
                  </a:lnTo>
                  <a:lnTo>
                    <a:pt x="1456268" y="197737"/>
                  </a:lnTo>
                  <a:lnTo>
                    <a:pt x="1459667" y="196056"/>
                  </a:lnTo>
                  <a:lnTo>
                    <a:pt x="1468631" y="196108"/>
                  </a:lnTo>
                  <a:lnTo>
                    <a:pt x="1477292" y="196677"/>
                  </a:lnTo>
                  <a:lnTo>
                    <a:pt x="1483988" y="197718"/>
                  </a:lnTo>
                  <a:lnTo>
                    <a:pt x="1491541" y="200799"/>
                  </a:lnTo>
                  <a:lnTo>
                    <a:pt x="1498905" y="205062"/>
                  </a:lnTo>
                  <a:lnTo>
                    <a:pt x="1503189" y="209231"/>
                  </a:lnTo>
                  <a:lnTo>
                    <a:pt x="1504061" y="210552"/>
                  </a:lnTo>
                  <a:lnTo>
                    <a:pt x="1505277" y="213473"/>
                  </a:lnTo>
                  <a:lnTo>
                    <a:pt x="1505809" y="215909"/>
                  </a:lnTo>
                  <a:lnTo>
                    <a:pt x="1506352" y="219277"/>
                  </a:lnTo>
                  <a:lnTo>
                    <a:pt x="1506090" y="221886"/>
                  </a:lnTo>
                  <a:lnTo>
                    <a:pt x="1505026" y="223735"/>
                  </a:lnTo>
                  <a:lnTo>
                    <a:pt x="1504365" y="226021"/>
                  </a:lnTo>
                  <a:lnTo>
                    <a:pt x="1504452" y="228723"/>
                  </a:lnTo>
                  <a:lnTo>
                    <a:pt x="1503206" y="232263"/>
                  </a:lnTo>
                  <a:lnTo>
                    <a:pt x="1504377" y="234782"/>
                  </a:lnTo>
                  <a:lnTo>
                    <a:pt x="1507632" y="236412"/>
                  </a:lnTo>
                  <a:lnTo>
                    <a:pt x="1514676" y="238617"/>
                  </a:lnTo>
                  <a:lnTo>
                    <a:pt x="1516621" y="240060"/>
                  </a:lnTo>
                  <a:lnTo>
                    <a:pt x="1516827" y="244427"/>
                  </a:lnTo>
                  <a:lnTo>
                    <a:pt x="1517430" y="248093"/>
                  </a:lnTo>
                  <a:lnTo>
                    <a:pt x="1518038" y="255075"/>
                  </a:lnTo>
                  <a:lnTo>
                    <a:pt x="1519233" y="256828"/>
                  </a:lnTo>
                  <a:lnTo>
                    <a:pt x="1521153" y="258500"/>
                  </a:lnTo>
                  <a:lnTo>
                    <a:pt x="1521502" y="260779"/>
                  </a:lnTo>
                  <a:lnTo>
                    <a:pt x="1519099" y="268205"/>
                  </a:lnTo>
                  <a:lnTo>
                    <a:pt x="1517597" y="269574"/>
                  </a:lnTo>
                  <a:lnTo>
                    <a:pt x="1516000" y="271618"/>
                  </a:lnTo>
                  <a:lnTo>
                    <a:pt x="1518821" y="270904"/>
                  </a:lnTo>
                  <a:lnTo>
                    <a:pt x="1520248" y="268203"/>
                  </a:lnTo>
                  <a:lnTo>
                    <a:pt x="1521780" y="263207"/>
                  </a:lnTo>
                  <a:lnTo>
                    <a:pt x="1523259" y="262413"/>
                  </a:lnTo>
                  <a:lnTo>
                    <a:pt x="1524057" y="260779"/>
                  </a:lnTo>
                  <a:lnTo>
                    <a:pt x="1524057" y="256086"/>
                  </a:lnTo>
                  <a:lnTo>
                    <a:pt x="1523086" y="252016"/>
                  </a:lnTo>
                  <a:lnTo>
                    <a:pt x="1523086" y="249109"/>
                  </a:lnTo>
                  <a:lnTo>
                    <a:pt x="1523731" y="246761"/>
                  </a:lnTo>
                  <a:lnTo>
                    <a:pt x="1528366" y="241869"/>
                  </a:lnTo>
                  <a:lnTo>
                    <a:pt x="1530875" y="239905"/>
                  </a:lnTo>
                  <a:lnTo>
                    <a:pt x="1533256" y="238797"/>
                  </a:lnTo>
                  <a:lnTo>
                    <a:pt x="1539716" y="237802"/>
                  </a:lnTo>
                  <a:lnTo>
                    <a:pt x="1542632" y="236856"/>
                  </a:lnTo>
                  <a:lnTo>
                    <a:pt x="1546001" y="237491"/>
                  </a:lnTo>
                  <a:lnTo>
                    <a:pt x="1548354" y="237239"/>
                  </a:lnTo>
                  <a:lnTo>
                    <a:pt x="1551087" y="236253"/>
                  </a:lnTo>
                  <a:lnTo>
                    <a:pt x="1553512" y="236722"/>
                  </a:lnTo>
                  <a:lnTo>
                    <a:pt x="1557529" y="239977"/>
                  </a:lnTo>
                  <a:lnTo>
                    <a:pt x="1571695" y="240707"/>
                  </a:lnTo>
                  <a:lnTo>
                    <a:pt x="1574190" y="241843"/>
                  </a:lnTo>
                  <a:lnTo>
                    <a:pt x="1583727" y="243215"/>
                  </a:lnTo>
                  <a:lnTo>
                    <a:pt x="1584454" y="243205"/>
                  </a:lnTo>
                  <a:lnTo>
                    <a:pt x="1586598" y="241593"/>
                  </a:lnTo>
                  <a:lnTo>
                    <a:pt x="1592900" y="236101"/>
                  </a:lnTo>
                  <a:lnTo>
                    <a:pt x="1595497" y="236458"/>
                  </a:lnTo>
                  <a:lnTo>
                    <a:pt x="1596556" y="237317"/>
                  </a:lnTo>
                  <a:lnTo>
                    <a:pt x="1597664" y="239490"/>
                  </a:lnTo>
                  <a:lnTo>
                    <a:pt x="1598826" y="240915"/>
                  </a:lnTo>
                  <a:lnTo>
                    <a:pt x="1599734" y="244767"/>
                  </a:lnTo>
                  <a:lnTo>
                    <a:pt x="1600564" y="249954"/>
                  </a:lnTo>
                  <a:lnTo>
                    <a:pt x="1601926" y="250899"/>
                  </a:lnTo>
                  <a:lnTo>
                    <a:pt x="1603795" y="251228"/>
                  </a:lnTo>
                  <a:lnTo>
                    <a:pt x="1607867" y="253150"/>
                  </a:lnTo>
                  <a:lnTo>
                    <a:pt x="1612005" y="255626"/>
                  </a:lnTo>
                  <a:lnTo>
                    <a:pt x="1613186" y="260352"/>
                  </a:lnTo>
                  <a:lnTo>
                    <a:pt x="1615403" y="264299"/>
                  </a:lnTo>
                  <a:lnTo>
                    <a:pt x="1620579" y="263925"/>
                  </a:lnTo>
                  <a:lnTo>
                    <a:pt x="1625938" y="263136"/>
                  </a:lnTo>
                  <a:lnTo>
                    <a:pt x="1631137" y="256638"/>
                  </a:lnTo>
                  <a:lnTo>
                    <a:pt x="1631151" y="253996"/>
                  </a:lnTo>
                  <a:lnTo>
                    <a:pt x="1629869" y="250187"/>
                  </a:lnTo>
                  <a:lnTo>
                    <a:pt x="1627943" y="246504"/>
                  </a:lnTo>
                  <a:lnTo>
                    <a:pt x="1626445" y="240739"/>
                  </a:lnTo>
                  <a:lnTo>
                    <a:pt x="1621661" y="239462"/>
                  </a:lnTo>
                  <a:lnTo>
                    <a:pt x="1622118" y="237788"/>
                  </a:lnTo>
                  <a:lnTo>
                    <a:pt x="1623916" y="235786"/>
                  </a:lnTo>
                  <a:lnTo>
                    <a:pt x="1625546" y="232666"/>
                  </a:lnTo>
                  <a:lnTo>
                    <a:pt x="1625799" y="230263"/>
                  </a:lnTo>
                  <a:lnTo>
                    <a:pt x="1625361" y="225249"/>
                  </a:lnTo>
                  <a:lnTo>
                    <a:pt x="1629690" y="225589"/>
                  </a:lnTo>
                  <a:lnTo>
                    <a:pt x="1633990" y="226178"/>
                  </a:lnTo>
                  <a:lnTo>
                    <a:pt x="1642209" y="228417"/>
                  </a:lnTo>
                  <a:lnTo>
                    <a:pt x="1648898" y="229362"/>
                  </a:lnTo>
                  <a:lnTo>
                    <a:pt x="1652415" y="230798"/>
                  </a:lnTo>
                  <a:lnTo>
                    <a:pt x="1654540" y="232418"/>
                  </a:lnTo>
                  <a:lnTo>
                    <a:pt x="1657050" y="233633"/>
                  </a:lnTo>
                  <a:lnTo>
                    <a:pt x="1657912" y="230673"/>
                  </a:lnTo>
                  <a:lnTo>
                    <a:pt x="1658881" y="229999"/>
                  </a:lnTo>
                  <a:lnTo>
                    <a:pt x="1662228" y="231645"/>
                  </a:lnTo>
                  <a:lnTo>
                    <a:pt x="1664665" y="232147"/>
                  </a:lnTo>
                  <a:lnTo>
                    <a:pt x="1668882" y="231925"/>
                  </a:lnTo>
                  <a:lnTo>
                    <a:pt x="1674175" y="232692"/>
                  </a:lnTo>
                  <a:lnTo>
                    <a:pt x="1679967" y="232563"/>
                  </a:lnTo>
                  <a:lnTo>
                    <a:pt x="1685141" y="231260"/>
                  </a:lnTo>
                  <a:lnTo>
                    <a:pt x="1687074" y="231521"/>
                  </a:lnTo>
                  <a:lnTo>
                    <a:pt x="1689187" y="232556"/>
                  </a:lnTo>
                  <a:lnTo>
                    <a:pt x="1692627" y="235268"/>
                  </a:lnTo>
                  <a:lnTo>
                    <a:pt x="1698463" y="238888"/>
                  </a:lnTo>
                  <a:lnTo>
                    <a:pt x="1703802" y="239904"/>
                  </a:lnTo>
                  <a:lnTo>
                    <a:pt x="1709924" y="243332"/>
                  </a:lnTo>
                  <a:lnTo>
                    <a:pt x="1715705" y="244591"/>
                  </a:lnTo>
                  <a:lnTo>
                    <a:pt x="1720310" y="246535"/>
                  </a:lnTo>
                  <a:lnTo>
                    <a:pt x="1720976" y="247277"/>
                  </a:lnTo>
                  <a:lnTo>
                    <a:pt x="1721181" y="248344"/>
                  </a:lnTo>
                  <a:lnTo>
                    <a:pt x="1721472" y="249236"/>
                  </a:lnTo>
                  <a:lnTo>
                    <a:pt x="1725129" y="250304"/>
                  </a:lnTo>
                  <a:lnTo>
                    <a:pt x="1731892" y="257601"/>
                  </a:lnTo>
                  <a:lnTo>
                    <a:pt x="1733388" y="258465"/>
                  </a:lnTo>
                  <a:lnTo>
                    <a:pt x="1735676" y="259737"/>
                  </a:lnTo>
                  <a:lnTo>
                    <a:pt x="1737982" y="260740"/>
                  </a:lnTo>
                  <a:lnTo>
                    <a:pt x="1738901" y="260425"/>
                  </a:lnTo>
                  <a:lnTo>
                    <a:pt x="1739397" y="260565"/>
                  </a:lnTo>
                  <a:lnTo>
                    <a:pt x="1740701" y="262321"/>
                  </a:lnTo>
                  <a:lnTo>
                    <a:pt x="1741572" y="263142"/>
                  </a:lnTo>
                  <a:lnTo>
                    <a:pt x="1746176" y="265242"/>
                  </a:lnTo>
                  <a:lnTo>
                    <a:pt x="1748271" y="267576"/>
                  </a:lnTo>
                  <a:lnTo>
                    <a:pt x="1749984" y="270220"/>
                  </a:lnTo>
                  <a:lnTo>
                    <a:pt x="1749130" y="269705"/>
                  </a:lnTo>
                  <a:lnTo>
                    <a:pt x="1747566" y="268010"/>
                  </a:lnTo>
                  <a:lnTo>
                    <a:pt x="1747735" y="270002"/>
                  </a:lnTo>
                  <a:lnTo>
                    <a:pt x="1748234" y="271392"/>
                  </a:lnTo>
                  <a:lnTo>
                    <a:pt x="1750717" y="272699"/>
                  </a:lnTo>
                  <a:lnTo>
                    <a:pt x="1753323" y="273736"/>
                  </a:lnTo>
                  <a:lnTo>
                    <a:pt x="1754992" y="274973"/>
                  </a:lnTo>
                  <a:lnTo>
                    <a:pt x="1755546" y="276048"/>
                  </a:lnTo>
                  <a:lnTo>
                    <a:pt x="1755886" y="277988"/>
                  </a:lnTo>
                  <a:lnTo>
                    <a:pt x="1755465" y="279698"/>
                  </a:lnTo>
                  <a:lnTo>
                    <a:pt x="1756980" y="279059"/>
                  </a:lnTo>
                  <a:lnTo>
                    <a:pt x="1758406" y="277538"/>
                  </a:lnTo>
                  <a:lnTo>
                    <a:pt x="1757668" y="276349"/>
                  </a:lnTo>
                  <a:lnTo>
                    <a:pt x="1752868" y="272203"/>
                  </a:lnTo>
                  <a:lnTo>
                    <a:pt x="1751863" y="270810"/>
                  </a:lnTo>
                  <a:lnTo>
                    <a:pt x="1753262" y="271528"/>
                  </a:lnTo>
                  <a:lnTo>
                    <a:pt x="1759696" y="276805"/>
                  </a:lnTo>
                  <a:lnTo>
                    <a:pt x="1761467" y="278827"/>
                  </a:lnTo>
                  <a:lnTo>
                    <a:pt x="1760718" y="279218"/>
                  </a:lnTo>
                  <a:lnTo>
                    <a:pt x="1760194" y="280398"/>
                  </a:lnTo>
                  <a:lnTo>
                    <a:pt x="1760763" y="280900"/>
                  </a:lnTo>
                  <a:lnTo>
                    <a:pt x="1761539" y="280526"/>
                  </a:lnTo>
                  <a:lnTo>
                    <a:pt x="1762827" y="280281"/>
                  </a:lnTo>
                  <a:lnTo>
                    <a:pt x="1764077" y="280951"/>
                  </a:lnTo>
                  <a:lnTo>
                    <a:pt x="1765503" y="282365"/>
                  </a:lnTo>
                  <a:lnTo>
                    <a:pt x="1768507" y="284005"/>
                  </a:lnTo>
                  <a:lnTo>
                    <a:pt x="1786245" y="297038"/>
                  </a:lnTo>
                  <a:lnTo>
                    <a:pt x="1786646" y="299285"/>
                  </a:lnTo>
                  <a:lnTo>
                    <a:pt x="1787145" y="300335"/>
                  </a:lnTo>
                  <a:lnTo>
                    <a:pt x="1787445" y="301677"/>
                  </a:lnTo>
                  <a:lnTo>
                    <a:pt x="1787525" y="303876"/>
                  </a:lnTo>
                  <a:lnTo>
                    <a:pt x="1785910" y="306515"/>
                  </a:lnTo>
                  <a:lnTo>
                    <a:pt x="1788404" y="306278"/>
                  </a:lnTo>
                  <a:lnTo>
                    <a:pt x="1788771" y="305936"/>
                  </a:lnTo>
                  <a:lnTo>
                    <a:pt x="1789420" y="304858"/>
                  </a:lnTo>
                  <a:lnTo>
                    <a:pt x="1790135" y="304147"/>
                  </a:lnTo>
                  <a:lnTo>
                    <a:pt x="1791096" y="305031"/>
                  </a:lnTo>
                  <a:lnTo>
                    <a:pt x="1791870" y="306766"/>
                  </a:lnTo>
                  <a:lnTo>
                    <a:pt x="1791642" y="309141"/>
                  </a:lnTo>
                  <a:lnTo>
                    <a:pt x="1790955" y="311062"/>
                  </a:lnTo>
                  <a:lnTo>
                    <a:pt x="1790868" y="314326"/>
                  </a:lnTo>
                  <a:lnTo>
                    <a:pt x="1791470" y="317067"/>
                  </a:lnTo>
                  <a:lnTo>
                    <a:pt x="1792110" y="318216"/>
                  </a:lnTo>
                  <a:lnTo>
                    <a:pt x="1792622" y="319533"/>
                  </a:lnTo>
                  <a:lnTo>
                    <a:pt x="1792764" y="323448"/>
                  </a:lnTo>
                  <a:lnTo>
                    <a:pt x="1791640" y="325203"/>
                  </a:lnTo>
                  <a:lnTo>
                    <a:pt x="1791018" y="328210"/>
                  </a:lnTo>
                  <a:lnTo>
                    <a:pt x="1791707" y="328506"/>
                  </a:lnTo>
                  <a:lnTo>
                    <a:pt x="1793860" y="328793"/>
                  </a:lnTo>
                  <a:lnTo>
                    <a:pt x="1794566" y="329326"/>
                  </a:lnTo>
                  <a:lnTo>
                    <a:pt x="1795800" y="330728"/>
                  </a:lnTo>
                  <a:lnTo>
                    <a:pt x="1796096" y="332080"/>
                  </a:lnTo>
                  <a:lnTo>
                    <a:pt x="1796368" y="333921"/>
                  </a:lnTo>
                  <a:lnTo>
                    <a:pt x="1796766" y="335632"/>
                  </a:lnTo>
                  <a:lnTo>
                    <a:pt x="1797046" y="336452"/>
                  </a:lnTo>
                  <a:lnTo>
                    <a:pt x="1797364" y="336330"/>
                  </a:lnTo>
                  <a:lnTo>
                    <a:pt x="1798603" y="333963"/>
                  </a:lnTo>
                  <a:lnTo>
                    <a:pt x="1799182" y="333257"/>
                  </a:lnTo>
                  <a:lnTo>
                    <a:pt x="1800558" y="332644"/>
                  </a:lnTo>
                  <a:lnTo>
                    <a:pt x="1801319" y="335320"/>
                  </a:lnTo>
                  <a:lnTo>
                    <a:pt x="1800782" y="339839"/>
                  </a:lnTo>
                  <a:lnTo>
                    <a:pt x="1801232" y="339837"/>
                  </a:lnTo>
                  <a:lnTo>
                    <a:pt x="1801583" y="339361"/>
                  </a:lnTo>
                  <a:lnTo>
                    <a:pt x="1802026" y="338150"/>
                  </a:lnTo>
                  <a:lnTo>
                    <a:pt x="1802657" y="337449"/>
                  </a:lnTo>
                  <a:lnTo>
                    <a:pt x="1803428" y="335807"/>
                  </a:lnTo>
                  <a:lnTo>
                    <a:pt x="1804087" y="333780"/>
                  </a:lnTo>
                  <a:lnTo>
                    <a:pt x="1803309" y="332195"/>
                  </a:lnTo>
                  <a:lnTo>
                    <a:pt x="1802418" y="331205"/>
                  </a:lnTo>
                  <a:lnTo>
                    <a:pt x="1800364" y="330649"/>
                  </a:lnTo>
                  <a:lnTo>
                    <a:pt x="1799291" y="329464"/>
                  </a:lnTo>
                  <a:lnTo>
                    <a:pt x="1798891" y="327952"/>
                  </a:lnTo>
                  <a:lnTo>
                    <a:pt x="1799935" y="327339"/>
                  </a:lnTo>
                  <a:lnTo>
                    <a:pt x="1800833" y="326241"/>
                  </a:lnTo>
                  <a:lnTo>
                    <a:pt x="1801458" y="323616"/>
                  </a:lnTo>
                  <a:lnTo>
                    <a:pt x="1801306" y="322175"/>
                  </a:lnTo>
                  <a:lnTo>
                    <a:pt x="1801055" y="320754"/>
                  </a:lnTo>
                  <a:lnTo>
                    <a:pt x="1800539" y="318763"/>
                  </a:lnTo>
                  <a:lnTo>
                    <a:pt x="1799768" y="317606"/>
                  </a:lnTo>
                  <a:lnTo>
                    <a:pt x="1798301" y="317028"/>
                  </a:lnTo>
                  <a:lnTo>
                    <a:pt x="1797639" y="315900"/>
                  </a:lnTo>
                  <a:lnTo>
                    <a:pt x="1796627" y="315962"/>
                  </a:lnTo>
                  <a:lnTo>
                    <a:pt x="1795628" y="315625"/>
                  </a:lnTo>
                  <a:lnTo>
                    <a:pt x="1795224" y="315212"/>
                  </a:lnTo>
                  <a:lnTo>
                    <a:pt x="1795274" y="314397"/>
                  </a:lnTo>
                  <a:lnTo>
                    <a:pt x="1796438" y="314027"/>
                  </a:lnTo>
                  <a:lnTo>
                    <a:pt x="1802838" y="313929"/>
                  </a:lnTo>
                  <a:lnTo>
                    <a:pt x="1805158" y="312797"/>
                  </a:lnTo>
                  <a:lnTo>
                    <a:pt x="1806215" y="313152"/>
                  </a:lnTo>
                  <a:lnTo>
                    <a:pt x="1807267" y="313967"/>
                  </a:lnTo>
                  <a:lnTo>
                    <a:pt x="1811084" y="315033"/>
                  </a:lnTo>
                  <a:lnTo>
                    <a:pt x="1810973" y="315531"/>
                  </a:lnTo>
                  <a:lnTo>
                    <a:pt x="1810331" y="316037"/>
                  </a:lnTo>
                  <a:lnTo>
                    <a:pt x="1809202" y="318409"/>
                  </a:lnTo>
                  <a:lnTo>
                    <a:pt x="1808980" y="319757"/>
                  </a:lnTo>
                  <a:lnTo>
                    <a:pt x="1808932" y="321467"/>
                  </a:lnTo>
                  <a:lnTo>
                    <a:pt x="1809936" y="321800"/>
                  </a:lnTo>
                  <a:lnTo>
                    <a:pt x="1810884" y="321076"/>
                  </a:lnTo>
                  <a:lnTo>
                    <a:pt x="1810422" y="319698"/>
                  </a:lnTo>
                  <a:lnTo>
                    <a:pt x="1810284" y="318004"/>
                  </a:lnTo>
                  <a:lnTo>
                    <a:pt x="1810684" y="317264"/>
                  </a:lnTo>
                  <a:lnTo>
                    <a:pt x="1811209" y="317105"/>
                  </a:lnTo>
                  <a:lnTo>
                    <a:pt x="1812212" y="318379"/>
                  </a:lnTo>
                  <a:lnTo>
                    <a:pt x="1813301" y="318784"/>
                  </a:lnTo>
                  <a:lnTo>
                    <a:pt x="1816958" y="319291"/>
                  </a:lnTo>
                  <a:lnTo>
                    <a:pt x="1817993" y="319128"/>
                  </a:lnTo>
                  <a:lnTo>
                    <a:pt x="1818325" y="318478"/>
                  </a:lnTo>
                  <a:lnTo>
                    <a:pt x="1817612" y="317730"/>
                  </a:lnTo>
                  <a:lnTo>
                    <a:pt x="1812854" y="316070"/>
                  </a:lnTo>
                  <a:lnTo>
                    <a:pt x="1812791" y="315157"/>
                  </a:lnTo>
                  <a:lnTo>
                    <a:pt x="1817179" y="316283"/>
                  </a:lnTo>
                  <a:lnTo>
                    <a:pt x="1819152" y="317319"/>
                  </a:lnTo>
                  <a:lnTo>
                    <a:pt x="1821121" y="318092"/>
                  </a:lnTo>
                  <a:lnTo>
                    <a:pt x="1823874" y="317864"/>
                  </a:lnTo>
                  <a:lnTo>
                    <a:pt x="1826553" y="319092"/>
                  </a:lnTo>
                  <a:lnTo>
                    <a:pt x="1829119" y="322432"/>
                  </a:lnTo>
                  <a:lnTo>
                    <a:pt x="1831493" y="326626"/>
                  </a:lnTo>
                  <a:lnTo>
                    <a:pt x="1833892" y="329109"/>
                  </a:lnTo>
                  <a:lnTo>
                    <a:pt x="1836420" y="330970"/>
                  </a:lnTo>
                  <a:lnTo>
                    <a:pt x="1840633" y="336068"/>
                  </a:lnTo>
                  <a:lnTo>
                    <a:pt x="1841157" y="336469"/>
                  </a:lnTo>
                  <a:lnTo>
                    <a:pt x="1841570" y="337160"/>
                  </a:lnTo>
                  <a:lnTo>
                    <a:pt x="1840779" y="338023"/>
                  </a:lnTo>
                  <a:lnTo>
                    <a:pt x="1840079" y="339268"/>
                  </a:lnTo>
                  <a:lnTo>
                    <a:pt x="1841454" y="338407"/>
                  </a:lnTo>
                  <a:lnTo>
                    <a:pt x="1842842" y="337821"/>
                  </a:lnTo>
                  <a:lnTo>
                    <a:pt x="1843522" y="337935"/>
                  </a:lnTo>
                  <a:lnTo>
                    <a:pt x="1844138" y="338590"/>
                  </a:lnTo>
                  <a:lnTo>
                    <a:pt x="1844539" y="339637"/>
                  </a:lnTo>
                  <a:lnTo>
                    <a:pt x="1844763" y="340677"/>
                  </a:lnTo>
                  <a:lnTo>
                    <a:pt x="1844172" y="341621"/>
                  </a:lnTo>
                  <a:lnTo>
                    <a:pt x="1848205" y="341793"/>
                  </a:lnTo>
                  <a:lnTo>
                    <a:pt x="1849465" y="342395"/>
                  </a:lnTo>
                  <a:lnTo>
                    <a:pt x="1850018" y="344907"/>
                  </a:lnTo>
                  <a:lnTo>
                    <a:pt x="1848854" y="346655"/>
                  </a:lnTo>
                  <a:lnTo>
                    <a:pt x="1848172" y="346443"/>
                  </a:lnTo>
                  <a:lnTo>
                    <a:pt x="1847518" y="345707"/>
                  </a:lnTo>
                  <a:lnTo>
                    <a:pt x="1846899" y="345634"/>
                  </a:lnTo>
                  <a:lnTo>
                    <a:pt x="1845132" y="346386"/>
                  </a:lnTo>
                  <a:lnTo>
                    <a:pt x="1842389" y="348736"/>
                  </a:lnTo>
                  <a:lnTo>
                    <a:pt x="1840803" y="350600"/>
                  </a:lnTo>
                  <a:lnTo>
                    <a:pt x="1840549" y="351837"/>
                  </a:lnTo>
                  <a:lnTo>
                    <a:pt x="1840795" y="355185"/>
                  </a:lnTo>
                  <a:lnTo>
                    <a:pt x="1840572" y="356781"/>
                  </a:lnTo>
                  <a:lnTo>
                    <a:pt x="1839376" y="357807"/>
                  </a:lnTo>
                  <a:lnTo>
                    <a:pt x="1836758" y="357184"/>
                  </a:lnTo>
                  <a:lnTo>
                    <a:pt x="1835570" y="356526"/>
                  </a:lnTo>
                  <a:lnTo>
                    <a:pt x="1834236" y="355635"/>
                  </a:lnTo>
                  <a:lnTo>
                    <a:pt x="1832952" y="354399"/>
                  </a:lnTo>
                  <a:lnTo>
                    <a:pt x="1831308" y="352417"/>
                  </a:lnTo>
                  <a:lnTo>
                    <a:pt x="1830800" y="352227"/>
                  </a:lnTo>
                  <a:lnTo>
                    <a:pt x="1830464" y="352704"/>
                  </a:lnTo>
                  <a:lnTo>
                    <a:pt x="1831025" y="353959"/>
                  </a:lnTo>
                  <a:lnTo>
                    <a:pt x="1832144" y="355533"/>
                  </a:lnTo>
                  <a:lnTo>
                    <a:pt x="1834061" y="357614"/>
                  </a:lnTo>
                  <a:lnTo>
                    <a:pt x="1834971" y="359922"/>
                  </a:lnTo>
                  <a:lnTo>
                    <a:pt x="1834385" y="361072"/>
                  </a:lnTo>
                  <a:lnTo>
                    <a:pt x="1833657" y="361336"/>
                  </a:lnTo>
                  <a:lnTo>
                    <a:pt x="1833134" y="361316"/>
                  </a:lnTo>
                  <a:lnTo>
                    <a:pt x="1831456" y="360594"/>
                  </a:lnTo>
                  <a:lnTo>
                    <a:pt x="1830292" y="360420"/>
                  </a:lnTo>
                  <a:lnTo>
                    <a:pt x="1826612" y="361090"/>
                  </a:lnTo>
                  <a:lnTo>
                    <a:pt x="1825286" y="361518"/>
                  </a:lnTo>
                  <a:lnTo>
                    <a:pt x="1824832" y="361163"/>
                  </a:lnTo>
                  <a:lnTo>
                    <a:pt x="1824718" y="360154"/>
                  </a:lnTo>
                  <a:lnTo>
                    <a:pt x="1822738" y="359420"/>
                  </a:lnTo>
                  <a:lnTo>
                    <a:pt x="1821576" y="359316"/>
                  </a:lnTo>
                  <a:lnTo>
                    <a:pt x="1821026" y="358966"/>
                  </a:lnTo>
                  <a:lnTo>
                    <a:pt x="1820572" y="357925"/>
                  </a:lnTo>
                  <a:lnTo>
                    <a:pt x="1819284" y="356386"/>
                  </a:lnTo>
                  <a:lnTo>
                    <a:pt x="1817331" y="355783"/>
                  </a:lnTo>
                  <a:lnTo>
                    <a:pt x="1816065" y="355712"/>
                  </a:lnTo>
                  <a:lnTo>
                    <a:pt x="1815337" y="356048"/>
                  </a:lnTo>
                  <a:lnTo>
                    <a:pt x="1817912" y="358088"/>
                  </a:lnTo>
                  <a:lnTo>
                    <a:pt x="1820212" y="361517"/>
                  </a:lnTo>
                  <a:lnTo>
                    <a:pt x="1819780" y="362150"/>
                  </a:lnTo>
                  <a:lnTo>
                    <a:pt x="1819488" y="362889"/>
                  </a:lnTo>
                  <a:lnTo>
                    <a:pt x="1820760" y="362941"/>
                  </a:lnTo>
                  <a:lnTo>
                    <a:pt x="1821588" y="362707"/>
                  </a:lnTo>
                  <a:lnTo>
                    <a:pt x="1821829" y="363609"/>
                  </a:lnTo>
                  <a:lnTo>
                    <a:pt x="1821167" y="367227"/>
                  </a:lnTo>
                  <a:lnTo>
                    <a:pt x="1820720" y="368028"/>
                  </a:lnTo>
                  <a:lnTo>
                    <a:pt x="1816715" y="368829"/>
                  </a:lnTo>
                  <a:lnTo>
                    <a:pt x="1817723" y="369429"/>
                  </a:lnTo>
                  <a:lnTo>
                    <a:pt x="1818757" y="369617"/>
                  </a:lnTo>
                  <a:lnTo>
                    <a:pt x="1819931" y="369474"/>
                  </a:lnTo>
                  <a:lnTo>
                    <a:pt x="1820983" y="370094"/>
                  </a:lnTo>
                  <a:lnTo>
                    <a:pt x="1821691" y="372370"/>
                  </a:lnTo>
                  <a:lnTo>
                    <a:pt x="1821811" y="374750"/>
                  </a:lnTo>
                  <a:lnTo>
                    <a:pt x="1820776" y="376109"/>
                  </a:lnTo>
                  <a:lnTo>
                    <a:pt x="1819704" y="377214"/>
                  </a:lnTo>
                  <a:lnTo>
                    <a:pt x="1817500" y="378892"/>
                  </a:lnTo>
                  <a:lnTo>
                    <a:pt x="1815233" y="379633"/>
                  </a:lnTo>
                  <a:lnTo>
                    <a:pt x="1814042" y="379447"/>
                  </a:lnTo>
                  <a:lnTo>
                    <a:pt x="1812886" y="379819"/>
                  </a:lnTo>
                  <a:lnTo>
                    <a:pt x="1812124" y="380689"/>
                  </a:lnTo>
                  <a:lnTo>
                    <a:pt x="1811902" y="381570"/>
                  </a:lnTo>
                  <a:lnTo>
                    <a:pt x="1812898" y="380986"/>
                  </a:lnTo>
                  <a:lnTo>
                    <a:pt x="1814047" y="381312"/>
                  </a:lnTo>
                  <a:lnTo>
                    <a:pt x="1815135" y="382362"/>
                  </a:lnTo>
                  <a:lnTo>
                    <a:pt x="1815016" y="383229"/>
                  </a:lnTo>
                  <a:lnTo>
                    <a:pt x="1813982" y="384175"/>
                  </a:lnTo>
                  <a:lnTo>
                    <a:pt x="1813739" y="384892"/>
                  </a:lnTo>
                  <a:lnTo>
                    <a:pt x="1814136" y="386101"/>
                  </a:lnTo>
                  <a:lnTo>
                    <a:pt x="1814002" y="387140"/>
                  </a:lnTo>
                  <a:lnTo>
                    <a:pt x="1814532" y="387699"/>
                  </a:lnTo>
                  <a:lnTo>
                    <a:pt x="1815750" y="387896"/>
                  </a:lnTo>
                  <a:lnTo>
                    <a:pt x="1817235" y="388646"/>
                  </a:lnTo>
                  <a:lnTo>
                    <a:pt x="1818697" y="389641"/>
                  </a:lnTo>
                  <a:lnTo>
                    <a:pt x="1819273" y="390494"/>
                  </a:lnTo>
                  <a:lnTo>
                    <a:pt x="1819759" y="391696"/>
                  </a:lnTo>
                  <a:lnTo>
                    <a:pt x="1819931" y="392970"/>
                  </a:lnTo>
                  <a:lnTo>
                    <a:pt x="1819673" y="393491"/>
                  </a:lnTo>
                  <a:lnTo>
                    <a:pt x="1816343" y="393693"/>
                  </a:lnTo>
                  <a:lnTo>
                    <a:pt x="1815838" y="393540"/>
                  </a:lnTo>
                  <a:lnTo>
                    <a:pt x="1815647" y="392130"/>
                  </a:lnTo>
                  <a:lnTo>
                    <a:pt x="1815244" y="390979"/>
                  </a:lnTo>
                  <a:lnTo>
                    <a:pt x="1813976" y="390177"/>
                  </a:lnTo>
                  <a:lnTo>
                    <a:pt x="1813455" y="390729"/>
                  </a:lnTo>
                  <a:lnTo>
                    <a:pt x="1813831" y="394805"/>
                  </a:lnTo>
                  <a:lnTo>
                    <a:pt x="1813330" y="396039"/>
                  </a:lnTo>
                  <a:lnTo>
                    <a:pt x="1812772" y="396932"/>
                  </a:lnTo>
                  <a:lnTo>
                    <a:pt x="1811089" y="397456"/>
                  </a:lnTo>
                  <a:lnTo>
                    <a:pt x="1809748" y="397163"/>
                  </a:lnTo>
                  <a:lnTo>
                    <a:pt x="1808610" y="395235"/>
                  </a:lnTo>
                  <a:lnTo>
                    <a:pt x="1808612" y="393595"/>
                  </a:lnTo>
                  <a:lnTo>
                    <a:pt x="1809365" y="392641"/>
                  </a:lnTo>
                  <a:lnTo>
                    <a:pt x="1809364" y="391318"/>
                  </a:lnTo>
                  <a:lnTo>
                    <a:pt x="1809157" y="389779"/>
                  </a:lnTo>
                  <a:lnTo>
                    <a:pt x="1808383" y="391568"/>
                  </a:lnTo>
                  <a:lnTo>
                    <a:pt x="1807483" y="393057"/>
                  </a:lnTo>
                  <a:lnTo>
                    <a:pt x="1806022" y="394922"/>
                  </a:lnTo>
                  <a:lnTo>
                    <a:pt x="1805314" y="395163"/>
                  </a:lnTo>
                  <a:lnTo>
                    <a:pt x="1804590" y="394951"/>
                  </a:lnTo>
                  <a:lnTo>
                    <a:pt x="1802681" y="393615"/>
                  </a:lnTo>
                  <a:lnTo>
                    <a:pt x="1801505" y="392455"/>
                  </a:lnTo>
                  <a:lnTo>
                    <a:pt x="1799195" y="388649"/>
                  </a:lnTo>
                  <a:lnTo>
                    <a:pt x="1797910" y="386880"/>
                  </a:lnTo>
                  <a:lnTo>
                    <a:pt x="1795042" y="384512"/>
                  </a:lnTo>
                  <a:lnTo>
                    <a:pt x="1792090" y="382792"/>
                  </a:lnTo>
                  <a:lnTo>
                    <a:pt x="1789756" y="381678"/>
                  </a:lnTo>
                  <a:lnTo>
                    <a:pt x="1788509" y="381809"/>
                  </a:lnTo>
                  <a:lnTo>
                    <a:pt x="1787259" y="382260"/>
                  </a:lnTo>
                  <a:lnTo>
                    <a:pt x="1785678" y="382012"/>
                  </a:lnTo>
                  <a:lnTo>
                    <a:pt x="1785145" y="381589"/>
                  </a:lnTo>
                  <a:lnTo>
                    <a:pt x="1784678" y="380647"/>
                  </a:lnTo>
                  <a:lnTo>
                    <a:pt x="1784253" y="380100"/>
                  </a:lnTo>
                  <a:lnTo>
                    <a:pt x="1782036" y="377765"/>
                  </a:lnTo>
                  <a:lnTo>
                    <a:pt x="1780469" y="375852"/>
                  </a:lnTo>
                  <a:lnTo>
                    <a:pt x="1780406" y="374571"/>
                  </a:lnTo>
                  <a:lnTo>
                    <a:pt x="1780738" y="373055"/>
                  </a:lnTo>
                  <a:lnTo>
                    <a:pt x="1780443" y="369293"/>
                  </a:lnTo>
                  <a:lnTo>
                    <a:pt x="1779685" y="365757"/>
                  </a:lnTo>
                  <a:lnTo>
                    <a:pt x="1777751" y="362254"/>
                  </a:lnTo>
                  <a:lnTo>
                    <a:pt x="1772593" y="359993"/>
                  </a:lnTo>
                  <a:lnTo>
                    <a:pt x="1768339" y="358403"/>
                  </a:lnTo>
                  <a:lnTo>
                    <a:pt x="1766815" y="358041"/>
                  </a:lnTo>
                  <a:lnTo>
                    <a:pt x="1765464" y="358394"/>
                  </a:lnTo>
                  <a:lnTo>
                    <a:pt x="1761904" y="361288"/>
                  </a:lnTo>
                  <a:lnTo>
                    <a:pt x="1759521" y="361703"/>
                  </a:lnTo>
                  <a:lnTo>
                    <a:pt x="1752576" y="361845"/>
                  </a:lnTo>
                  <a:lnTo>
                    <a:pt x="1751415" y="361529"/>
                  </a:lnTo>
                  <a:lnTo>
                    <a:pt x="1750368" y="360299"/>
                  </a:lnTo>
                  <a:lnTo>
                    <a:pt x="1750127" y="358650"/>
                  </a:lnTo>
                  <a:lnTo>
                    <a:pt x="1750429" y="355588"/>
                  </a:lnTo>
                  <a:lnTo>
                    <a:pt x="1750395" y="354294"/>
                  </a:lnTo>
                  <a:lnTo>
                    <a:pt x="1750123" y="353857"/>
                  </a:lnTo>
                  <a:lnTo>
                    <a:pt x="1749756" y="353893"/>
                  </a:lnTo>
                  <a:lnTo>
                    <a:pt x="1748387" y="352670"/>
                  </a:lnTo>
                  <a:lnTo>
                    <a:pt x="1747116" y="350620"/>
                  </a:lnTo>
                  <a:lnTo>
                    <a:pt x="1746113" y="348501"/>
                  </a:lnTo>
                  <a:lnTo>
                    <a:pt x="1745435" y="345655"/>
                  </a:lnTo>
                  <a:lnTo>
                    <a:pt x="1746353" y="345514"/>
                  </a:lnTo>
                  <a:lnTo>
                    <a:pt x="1747619" y="346220"/>
                  </a:lnTo>
                  <a:lnTo>
                    <a:pt x="1747803" y="345523"/>
                  </a:lnTo>
                  <a:lnTo>
                    <a:pt x="1748220" y="342953"/>
                  </a:lnTo>
                  <a:lnTo>
                    <a:pt x="1749101" y="341718"/>
                  </a:lnTo>
                  <a:lnTo>
                    <a:pt x="1749438" y="340760"/>
                  </a:lnTo>
                  <a:lnTo>
                    <a:pt x="1750033" y="337270"/>
                  </a:lnTo>
                  <a:lnTo>
                    <a:pt x="1750119" y="334758"/>
                  </a:lnTo>
                  <a:lnTo>
                    <a:pt x="1749106" y="336128"/>
                  </a:lnTo>
                  <a:lnTo>
                    <a:pt x="1747551" y="339613"/>
                  </a:lnTo>
                  <a:lnTo>
                    <a:pt x="1746778" y="340634"/>
                  </a:lnTo>
                  <a:lnTo>
                    <a:pt x="1746241" y="341096"/>
                  </a:lnTo>
                  <a:lnTo>
                    <a:pt x="1745703" y="341307"/>
                  </a:lnTo>
                  <a:lnTo>
                    <a:pt x="1744447" y="340610"/>
                  </a:lnTo>
                  <a:lnTo>
                    <a:pt x="1743550" y="339770"/>
                  </a:lnTo>
                  <a:lnTo>
                    <a:pt x="1743530" y="336397"/>
                  </a:lnTo>
                  <a:lnTo>
                    <a:pt x="1743115" y="335541"/>
                  </a:lnTo>
                  <a:lnTo>
                    <a:pt x="1742718" y="336183"/>
                  </a:lnTo>
                  <a:lnTo>
                    <a:pt x="1742555" y="337388"/>
                  </a:lnTo>
                  <a:lnTo>
                    <a:pt x="1741414" y="337609"/>
                  </a:lnTo>
                  <a:lnTo>
                    <a:pt x="1740881" y="338128"/>
                  </a:lnTo>
                  <a:lnTo>
                    <a:pt x="1741153" y="340128"/>
                  </a:lnTo>
                  <a:lnTo>
                    <a:pt x="1741028" y="341819"/>
                  </a:lnTo>
                  <a:lnTo>
                    <a:pt x="1739944" y="342455"/>
                  </a:lnTo>
                  <a:lnTo>
                    <a:pt x="1737747" y="342845"/>
                  </a:lnTo>
                  <a:lnTo>
                    <a:pt x="1736984" y="341183"/>
                  </a:lnTo>
                  <a:lnTo>
                    <a:pt x="1736330" y="343499"/>
                  </a:lnTo>
                  <a:lnTo>
                    <a:pt x="1735845" y="346093"/>
                  </a:lnTo>
                  <a:lnTo>
                    <a:pt x="1735776" y="349553"/>
                  </a:lnTo>
                  <a:lnTo>
                    <a:pt x="1736473" y="352421"/>
                  </a:lnTo>
                  <a:lnTo>
                    <a:pt x="1737469" y="353787"/>
                  </a:lnTo>
                  <a:lnTo>
                    <a:pt x="1739644" y="355848"/>
                  </a:lnTo>
                  <a:lnTo>
                    <a:pt x="1740588" y="357302"/>
                  </a:lnTo>
                  <a:lnTo>
                    <a:pt x="1740833" y="359175"/>
                  </a:lnTo>
                  <a:lnTo>
                    <a:pt x="1740745" y="360903"/>
                  </a:lnTo>
                  <a:lnTo>
                    <a:pt x="1739615" y="363014"/>
                  </a:lnTo>
                  <a:lnTo>
                    <a:pt x="1738846" y="364758"/>
                  </a:lnTo>
                  <a:lnTo>
                    <a:pt x="1737531" y="368959"/>
                  </a:lnTo>
                  <a:lnTo>
                    <a:pt x="1736742" y="370641"/>
                  </a:lnTo>
                  <a:lnTo>
                    <a:pt x="1733388" y="374186"/>
                  </a:lnTo>
                  <a:lnTo>
                    <a:pt x="1731427" y="375163"/>
                  </a:lnTo>
                  <a:lnTo>
                    <a:pt x="1729429" y="378508"/>
                  </a:lnTo>
                  <a:lnTo>
                    <a:pt x="1727122" y="381432"/>
                  </a:lnTo>
                  <a:lnTo>
                    <a:pt x="1723736" y="382626"/>
                  </a:lnTo>
                  <a:lnTo>
                    <a:pt x="1718608" y="387073"/>
                  </a:lnTo>
                  <a:lnTo>
                    <a:pt x="1716577" y="387904"/>
                  </a:lnTo>
                  <a:lnTo>
                    <a:pt x="1713917" y="385857"/>
                  </a:lnTo>
                  <a:lnTo>
                    <a:pt x="1707823" y="384534"/>
                  </a:lnTo>
                  <a:lnTo>
                    <a:pt x="1705926" y="382736"/>
                  </a:lnTo>
                  <a:lnTo>
                    <a:pt x="1703148" y="378201"/>
                  </a:lnTo>
                  <a:lnTo>
                    <a:pt x="1702181" y="377543"/>
                  </a:lnTo>
                  <a:lnTo>
                    <a:pt x="1701356" y="375756"/>
                  </a:lnTo>
                  <a:lnTo>
                    <a:pt x="1697969" y="373752"/>
                  </a:lnTo>
                  <a:lnTo>
                    <a:pt x="1695061" y="375062"/>
                  </a:lnTo>
                  <a:lnTo>
                    <a:pt x="1692657" y="374068"/>
                  </a:lnTo>
                  <a:lnTo>
                    <a:pt x="1691839" y="374775"/>
                  </a:lnTo>
                  <a:lnTo>
                    <a:pt x="1693100" y="375427"/>
                  </a:lnTo>
                  <a:lnTo>
                    <a:pt x="1695296" y="375961"/>
                  </a:lnTo>
                  <a:lnTo>
                    <a:pt x="1698641" y="375699"/>
                  </a:lnTo>
                  <a:lnTo>
                    <a:pt x="1699745" y="376183"/>
                  </a:lnTo>
                  <a:lnTo>
                    <a:pt x="1700723" y="377738"/>
                  </a:lnTo>
                  <a:lnTo>
                    <a:pt x="1701852" y="380260"/>
                  </a:lnTo>
                  <a:lnTo>
                    <a:pt x="1701005" y="381940"/>
                  </a:lnTo>
                  <a:lnTo>
                    <a:pt x="1700102" y="382476"/>
                  </a:lnTo>
                  <a:lnTo>
                    <a:pt x="1697403" y="380628"/>
                  </a:lnTo>
                  <a:lnTo>
                    <a:pt x="1694287" y="380901"/>
                  </a:lnTo>
                  <a:lnTo>
                    <a:pt x="1692843" y="380452"/>
                  </a:lnTo>
                  <a:lnTo>
                    <a:pt x="1688660" y="377328"/>
                  </a:lnTo>
                  <a:lnTo>
                    <a:pt x="1685481" y="380781"/>
                  </a:lnTo>
                  <a:lnTo>
                    <a:pt x="1681113" y="382564"/>
                  </a:lnTo>
                  <a:lnTo>
                    <a:pt x="1677721" y="382766"/>
                  </a:lnTo>
                  <a:lnTo>
                    <a:pt x="1671487" y="385514"/>
                  </a:lnTo>
                  <a:lnTo>
                    <a:pt x="1673188" y="385586"/>
                  </a:lnTo>
                  <a:lnTo>
                    <a:pt x="1677713" y="383660"/>
                  </a:lnTo>
                  <a:lnTo>
                    <a:pt x="1680366" y="383660"/>
                  </a:lnTo>
                  <a:lnTo>
                    <a:pt x="1684309" y="382600"/>
                  </a:lnTo>
                  <a:lnTo>
                    <a:pt x="1686360" y="381335"/>
                  </a:lnTo>
                  <a:lnTo>
                    <a:pt x="1687352" y="380156"/>
                  </a:lnTo>
                  <a:lnTo>
                    <a:pt x="1688608" y="378988"/>
                  </a:lnTo>
                  <a:lnTo>
                    <a:pt x="1689888" y="379578"/>
                  </a:lnTo>
                  <a:lnTo>
                    <a:pt x="1690770" y="380811"/>
                  </a:lnTo>
                  <a:lnTo>
                    <a:pt x="1691383" y="382560"/>
                  </a:lnTo>
                  <a:lnTo>
                    <a:pt x="1691952" y="384886"/>
                  </a:lnTo>
                  <a:lnTo>
                    <a:pt x="1691182" y="386107"/>
                  </a:lnTo>
                  <a:lnTo>
                    <a:pt x="1690458" y="386753"/>
                  </a:lnTo>
                  <a:lnTo>
                    <a:pt x="1689566" y="388411"/>
                  </a:lnTo>
                  <a:lnTo>
                    <a:pt x="1693730" y="385557"/>
                  </a:lnTo>
                  <a:lnTo>
                    <a:pt x="1696266" y="387258"/>
                  </a:lnTo>
                  <a:lnTo>
                    <a:pt x="1697537" y="386994"/>
                  </a:lnTo>
                  <a:lnTo>
                    <a:pt x="1699887" y="384469"/>
                  </a:lnTo>
                  <a:lnTo>
                    <a:pt x="1703722" y="382850"/>
                  </a:lnTo>
                  <a:lnTo>
                    <a:pt x="1704175" y="383165"/>
                  </a:lnTo>
                  <a:lnTo>
                    <a:pt x="1704627" y="383950"/>
                  </a:lnTo>
                  <a:lnTo>
                    <a:pt x="1703976" y="388796"/>
                  </a:lnTo>
                  <a:lnTo>
                    <a:pt x="1704237" y="392588"/>
                  </a:lnTo>
                  <a:lnTo>
                    <a:pt x="1707128" y="396717"/>
                  </a:lnTo>
                  <a:lnTo>
                    <a:pt x="1710147" y="399154"/>
                  </a:lnTo>
                  <a:lnTo>
                    <a:pt x="1711185" y="399233"/>
                  </a:lnTo>
                  <a:lnTo>
                    <a:pt x="1712160" y="398770"/>
                  </a:lnTo>
                  <a:lnTo>
                    <a:pt x="1712539" y="396589"/>
                  </a:lnTo>
                  <a:lnTo>
                    <a:pt x="1713283" y="394954"/>
                  </a:lnTo>
                  <a:lnTo>
                    <a:pt x="1714231" y="396431"/>
                  </a:lnTo>
                  <a:lnTo>
                    <a:pt x="1715008" y="398013"/>
                  </a:lnTo>
                  <a:lnTo>
                    <a:pt x="1716095" y="401943"/>
                  </a:lnTo>
                  <a:lnTo>
                    <a:pt x="1716069" y="403092"/>
                  </a:lnTo>
                  <a:lnTo>
                    <a:pt x="1715803" y="405386"/>
                  </a:lnTo>
                  <a:lnTo>
                    <a:pt x="1716764" y="406442"/>
                  </a:lnTo>
                  <a:lnTo>
                    <a:pt x="1718061" y="406748"/>
                  </a:lnTo>
                  <a:lnTo>
                    <a:pt x="1718540" y="410381"/>
                  </a:lnTo>
                  <a:lnTo>
                    <a:pt x="1718983" y="415559"/>
                  </a:lnTo>
                  <a:lnTo>
                    <a:pt x="1718414" y="416042"/>
                  </a:lnTo>
                  <a:lnTo>
                    <a:pt x="1717785" y="416042"/>
                  </a:lnTo>
                  <a:lnTo>
                    <a:pt x="1715678" y="417377"/>
                  </a:lnTo>
                  <a:lnTo>
                    <a:pt x="1715970" y="418308"/>
                  </a:lnTo>
                  <a:lnTo>
                    <a:pt x="1718100" y="418823"/>
                  </a:lnTo>
                  <a:lnTo>
                    <a:pt x="1718699" y="419860"/>
                  </a:lnTo>
                  <a:lnTo>
                    <a:pt x="1718272" y="422271"/>
                  </a:lnTo>
                  <a:lnTo>
                    <a:pt x="1718384" y="423383"/>
                  </a:lnTo>
                  <a:lnTo>
                    <a:pt x="1719126" y="423606"/>
                  </a:lnTo>
                  <a:lnTo>
                    <a:pt x="1719610" y="422197"/>
                  </a:lnTo>
                  <a:lnTo>
                    <a:pt x="1719482" y="420193"/>
                  </a:lnTo>
                  <a:lnTo>
                    <a:pt x="1719682" y="419304"/>
                  </a:lnTo>
                  <a:lnTo>
                    <a:pt x="1721108" y="423444"/>
                  </a:lnTo>
                  <a:lnTo>
                    <a:pt x="1721141" y="425076"/>
                  </a:lnTo>
                  <a:lnTo>
                    <a:pt x="1722352" y="426926"/>
                  </a:lnTo>
                  <a:lnTo>
                    <a:pt x="1725806" y="429651"/>
                  </a:lnTo>
                  <a:lnTo>
                    <a:pt x="1726445" y="430921"/>
                  </a:lnTo>
                  <a:lnTo>
                    <a:pt x="1726632" y="432974"/>
                  </a:lnTo>
                  <a:lnTo>
                    <a:pt x="1725769" y="433560"/>
                  </a:lnTo>
                  <a:lnTo>
                    <a:pt x="1724980" y="435025"/>
                  </a:lnTo>
                  <a:lnTo>
                    <a:pt x="1725464" y="437048"/>
                  </a:lnTo>
                  <a:lnTo>
                    <a:pt x="1726360" y="438708"/>
                  </a:lnTo>
                  <a:lnTo>
                    <a:pt x="1727834" y="439325"/>
                  </a:lnTo>
                  <a:lnTo>
                    <a:pt x="1728511" y="441964"/>
                  </a:lnTo>
                  <a:lnTo>
                    <a:pt x="1728511" y="444505"/>
                  </a:lnTo>
                  <a:lnTo>
                    <a:pt x="1727452" y="446704"/>
                  </a:lnTo>
                  <a:lnTo>
                    <a:pt x="1725310" y="449740"/>
                  </a:lnTo>
                  <a:lnTo>
                    <a:pt x="1724042" y="450956"/>
                  </a:lnTo>
                  <a:lnTo>
                    <a:pt x="1723553" y="453106"/>
                  </a:lnTo>
                  <a:lnTo>
                    <a:pt x="1723403" y="455353"/>
                  </a:lnTo>
                  <a:lnTo>
                    <a:pt x="1722539" y="455255"/>
                  </a:lnTo>
                  <a:lnTo>
                    <a:pt x="1721622" y="454322"/>
                  </a:lnTo>
                  <a:lnTo>
                    <a:pt x="1710895" y="448657"/>
                  </a:lnTo>
                  <a:lnTo>
                    <a:pt x="1706851" y="447598"/>
                  </a:lnTo>
                  <a:lnTo>
                    <a:pt x="1703310" y="447461"/>
                  </a:lnTo>
                  <a:lnTo>
                    <a:pt x="1702644" y="447119"/>
                  </a:lnTo>
                  <a:lnTo>
                    <a:pt x="1702682" y="445776"/>
                  </a:lnTo>
                  <a:lnTo>
                    <a:pt x="1702908" y="444571"/>
                  </a:lnTo>
                  <a:lnTo>
                    <a:pt x="1703406" y="443043"/>
                  </a:lnTo>
                  <a:lnTo>
                    <a:pt x="1703171" y="441732"/>
                  </a:lnTo>
                  <a:lnTo>
                    <a:pt x="1702709" y="441647"/>
                  </a:lnTo>
                  <a:lnTo>
                    <a:pt x="1702259" y="442645"/>
                  </a:lnTo>
                  <a:lnTo>
                    <a:pt x="1701282" y="442648"/>
                  </a:lnTo>
                  <a:lnTo>
                    <a:pt x="1700357" y="441489"/>
                  </a:lnTo>
                  <a:lnTo>
                    <a:pt x="1699589" y="441853"/>
                  </a:lnTo>
                  <a:lnTo>
                    <a:pt x="1699208" y="443479"/>
                  </a:lnTo>
                  <a:lnTo>
                    <a:pt x="1698907" y="444335"/>
                  </a:lnTo>
                  <a:lnTo>
                    <a:pt x="1698921" y="445357"/>
                  </a:lnTo>
                  <a:lnTo>
                    <a:pt x="1699413" y="446305"/>
                  </a:lnTo>
                  <a:lnTo>
                    <a:pt x="1701475" y="447339"/>
                  </a:lnTo>
                  <a:lnTo>
                    <a:pt x="1701132" y="448243"/>
                  </a:lnTo>
                  <a:lnTo>
                    <a:pt x="1698270" y="448979"/>
                  </a:lnTo>
                  <a:lnTo>
                    <a:pt x="1695944" y="449875"/>
                  </a:lnTo>
                  <a:lnTo>
                    <a:pt x="1692923" y="452680"/>
                  </a:lnTo>
                  <a:lnTo>
                    <a:pt x="1691696" y="454595"/>
                  </a:lnTo>
                  <a:lnTo>
                    <a:pt x="1683581" y="459372"/>
                  </a:lnTo>
                  <a:lnTo>
                    <a:pt x="1681630" y="461040"/>
                  </a:lnTo>
                  <a:lnTo>
                    <a:pt x="1680765" y="461235"/>
                  </a:lnTo>
                  <a:lnTo>
                    <a:pt x="1679652" y="461794"/>
                  </a:lnTo>
                  <a:lnTo>
                    <a:pt x="1678795" y="463803"/>
                  </a:lnTo>
                  <a:lnTo>
                    <a:pt x="1674312" y="466626"/>
                  </a:lnTo>
                  <a:lnTo>
                    <a:pt x="1673375" y="466359"/>
                  </a:lnTo>
                  <a:lnTo>
                    <a:pt x="1672188" y="468731"/>
                  </a:lnTo>
                  <a:lnTo>
                    <a:pt x="1671096" y="470031"/>
                  </a:lnTo>
                  <a:lnTo>
                    <a:pt x="1668491" y="470212"/>
                  </a:lnTo>
                  <a:lnTo>
                    <a:pt x="1666832" y="470872"/>
                  </a:lnTo>
                  <a:lnTo>
                    <a:pt x="1663238" y="474293"/>
                  </a:lnTo>
                  <a:lnTo>
                    <a:pt x="1660979" y="473210"/>
                  </a:lnTo>
                  <a:lnTo>
                    <a:pt x="1658336" y="477918"/>
                  </a:lnTo>
                  <a:lnTo>
                    <a:pt x="1655397" y="482353"/>
                  </a:lnTo>
                  <a:lnTo>
                    <a:pt x="1654520" y="482366"/>
                  </a:lnTo>
                  <a:lnTo>
                    <a:pt x="1652271" y="480505"/>
                  </a:lnTo>
                  <a:lnTo>
                    <a:pt x="1651706" y="481482"/>
                  </a:lnTo>
                  <a:lnTo>
                    <a:pt x="1652059" y="483271"/>
                  </a:lnTo>
                  <a:lnTo>
                    <a:pt x="1652855" y="485161"/>
                  </a:lnTo>
                  <a:lnTo>
                    <a:pt x="1652398" y="485709"/>
                  </a:lnTo>
                  <a:lnTo>
                    <a:pt x="1651504" y="485188"/>
                  </a:lnTo>
                  <a:lnTo>
                    <a:pt x="1650841" y="485079"/>
                  </a:lnTo>
                  <a:lnTo>
                    <a:pt x="1650380" y="485647"/>
                  </a:lnTo>
                  <a:lnTo>
                    <a:pt x="1650459" y="487002"/>
                  </a:lnTo>
                  <a:lnTo>
                    <a:pt x="1649184" y="488742"/>
                  </a:lnTo>
                  <a:lnTo>
                    <a:pt x="1648189" y="488876"/>
                  </a:lnTo>
                  <a:lnTo>
                    <a:pt x="1647042" y="489423"/>
                  </a:lnTo>
                  <a:lnTo>
                    <a:pt x="1646660" y="490923"/>
                  </a:lnTo>
                  <a:lnTo>
                    <a:pt x="1647004" y="492544"/>
                  </a:lnTo>
                  <a:lnTo>
                    <a:pt x="1644966" y="494432"/>
                  </a:lnTo>
                  <a:lnTo>
                    <a:pt x="1643308" y="496861"/>
                  </a:lnTo>
                  <a:lnTo>
                    <a:pt x="1642518" y="497304"/>
                  </a:lnTo>
                  <a:lnTo>
                    <a:pt x="1641613" y="498384"/>
                  </a:lnTo>
                  <a:lnTo>
                    <a:pt x="1640620" y="499175"/>
                  </a:lnTo>
                  <a:lnTo>
                    <a:pt x="1639473" y="499005"/>
                  </a:lnTo>
                  <a:lnTo>
                    <a:pt x="1636750" y="502473"/>
                  </a:lnTo>
                  <a:lnTo>
                    <a:pt x="1630613" y="508465"/>
                  </a:lnTo>
                  <a:lnTo>
                    <a:pt x="1628910" y="509247"/>
                  </a:lnTo>
                  <a:lnTo>
                    <a:pt x="1626740" y="511067"/>
                  </a:lnTo>
                  <a:lnTo>
                    <a:pt x="1626530" y="512284"/>
                  </a:lnTo>
                  <a:lnTo>
                    <a:pt x="1626517" y="513786"/>
                  </a:lnTo>
                  <a:lnTo>
                    <a:pt x="1625651" y="516249"/>
                  </a:lnTo>
                  <a:lnTo>
                    <a:pt x="1624642" y="522505"/>
                  </a:lnTo>
                  <a:lnTo>
                    <a:pt x="1624336" y="523629"/>
                  </a:lnTo>
                  <a:lnTo>
                    <a:pt x="1623819" y="524936"/>
                  </a:lnTo>
                  <a:lnTo>
                    <a:pt x="1621583" y="524329"/>
                  </a:lnTo>
                  <a:lnTo>
                    <a:pt x="1619636" y="521936"/>
                  </a:lnTo>
                  <a:lnTo>
                    <a:pt x="1619007" y="520837"/>
                  </a:lnTo>
                  <a:lnTo>
                    <a:pt x="1618670" y="519549"/>
                  </a:lnTo>
                  <a:lnTo>
                    <a:pt x="1618550" y="517479"/>
                  </a:lnTo>
                  <a:lnTo>
                    <a:pt x="1618179" y="516523"/>
                  </a:lnTo>
                  <a:lnTo>
                    <a:pt x="1617730" y="516076"/>
                  </a:lnTo>
                  <a:lnTo>
                    <a:pt x="1615500" y="510974"/>
                  </a:lnTo>
                  <a:lnTo>
                    <a:pt x="1611608" y="507470"/>
                  </a:lnTo>
                  <a:lnTo>
                    <a:pt x="1611053" y="506308"/>
                  </a:lnTo>
                  <a:lnTo>
                    <a:pt x="1606074" y="507258"/>
                  </a:lnTo>
                  <a:lnTo>
                    <a:pt x="1604734" y="507285"/>
                  </a:lnTo>
                  <a:lnTo>
                    <a:pt x="1602378" y="506418"/>
                  </a:lnTo>
                  <a:lnTo>
                    <a:pt x="1598684" y="506959"/>
                  </a:lnTo>
                  <a:lnTo>
                    <a:pt x="1594238" y="508868"/>
                  </a:lnTo>
                  <a:lnTo>
                    <a:pt x="1592876" y="510061"/>
                  </a:lnTo>
                  <a:lnTo>
                    <a:pt x="1588342" y="511912"/>
                  </a:lnTo>
                  <a:lnTo>
                    <a:pt x="1585359" y="514845"/>
                  </a:lnTo>
                  <a:lnTo>
                    <a:pt x="1579550" y="525483"/>
                  </a:lnTo>
                  <a:lnTo>
                    <a:pt x="1578180" y="527688"/>
                  </a:lnTo>
                  <a:lnTo>
                    <a:pt x="1577512" y="528166"/>
                  </a:lnTo>
                  <a:lnTo>
                    <a:pt x="1576530" y="528366"/>
                  </a:lnTo>
                  <a:lnTo>
                    <a:pt x="1576103" y="526221"/>
                  </a:lnTo>
                  <a:lnTo>
                    <a:pt x="1575956" y="524528"/>
                  </a:lnTo>
                  <a:lnTo>
                    <a:pt x="1576323" y="521293"/>
                  </a:lnTo>
                  <a:lnTo>
                    <a:pt x="1577021" y="518649"/>
                  </a:lnTo>
                  <a:lnTo>
                    <a:pt x="1577733" y="513691"/>
                  </a:lnTo>
                  <a:lnTo>
                    <a:pt x="1577910" y="511677"/>
                  </a:lnTo>
                  <a:lnTo>
                    <a:pt x="1578410" y="509592"/>
                  </a:lnTo>
                  <a:lnTo>
                    <a:pt x="1576457" y="509723"/>
                  </a:lnTo>
                  <a:lnTo>
                    <a:pt x="1573753" y="513372"/>
                  </a:lnTo>
                  <a:lnTo>
                    <a:pt x="1569676" y="516930"/>
                  </a:lnTo>
                  <a:lnTo>
                    <a:pt x="1567778" y="517855"/>
                  </a:lnTo>
                  <a:lnTo>
                    <a:pt x="1566295" y="519931"/>
                  </a:lnTo>
                  <a:lnTo>
                    <a:pt x="1565243" y="520232"/>
                  </a:lnTo>
                  <a:lnTo>
                    <a:pt x="1564016" y="521005"/>
                  </a:lnTo>
                  <a:lnTo>
                    <a:pt x="1563892" y="525525"/>
                  </a:lnTo>
                  <a:lnTo>
                    <a:pt x="1563271" y="528033"/>
                  </a:lnTo>
                  <a:lnTo>
                    <a:pt x="1562531" y="528539"/>
                  </a:lnTo>
                  <a:lnTo>
                    <a:pt x="1561401" y="528617"/>
                  </a:lnTo>
                  <a:lnTo>
                    <a:pt x="1560551" y="527635"/>
                  </a:lnTo>
                  <a:lnTo>
                    <a:pt x="1559306" y="523993"/>
                  </a:lnTo>
                  <a:lnTo>
                    <a:pt x="1557666" y="522107"/>
                  </a:lnTo>
                  <a:lnTo>
                    <a:pt x="1556698" y="521770"/>
                  </a:lnTo>
                  <a:lnTo>
                    <a:pt x="1555980" y="522202"/>
                  </a:lnTo>
                  <a:lnTo>
                    <a:pt x="1554557" y="524693"/>
                  </a:lnTo>
                  <a:lnTo>
                    <a:pt x="1552987" y="526945"/>
                  </a:lnTo>
                  <a:lnTo>
                    <a:pt x="1553234" y="524380"/>
                  </a:lnTo>
                  <a:lnTo>
                    <a:pt x="1551900" y="523406"/>
                  </a:lnTo>
                  <a:lnTo>
                    <a:pt x="1550711" y="522823"/>
                  </a:lnTo>
                  <a:lnTo>
                    <a:pt x="1549203" y="522703"/>
                  </a:lnTo>
                  <a:lnTo>
                    <a:pt x="1548792" y="523090"/>
                  </a:lnTo>
                  <a:lnTo>
                    <a:pt x="1548181" y="524556"/>
                  </a:lnTo>
                  <a:lnTo>
                    <a:pt x="1546867" y="526457"/>
                  </a:lnTo>
                  <a:lnTo>
                    <a:pt x="1545952" y="527264"/>
                  </a:lnTo>
                  <a:lnTo>
                    <a:pt x="1545001" y="528795"/>
                  </a:lnTo>
                  <a:lnTo>
                    <a:pt x="1544488" y="530376"/>
                  </a:lnTo>
                  <a:lnTo>
                    <a:pt x="1543992" y="532622"/>
                  </a:lnTo>
                  <a:lnTo>
                    <a:pt x="1543400" y="538101"/>
                  </a:lnTo>
                  <a:lnTo>
                    <a:pt x="1543444" y="544526"/>
                  </a:lnTo>
                  <a:lnTo>
                    <a:pt x="1541309" y="549584"/>
                  </a:lnTo>
                  <a:lnTo>
                    <a:pt x="1540461" y="549085"/>
                  </a:lnTo>
                  <a:lnTo>
                    <a:pt x="1540060" y="549417"/>
                  </a:lnTo>
                  <a:lnTo>
                    <a:pt x="1539664" y="550089"/>
                  </a:lnTo>
                  <a:lnTo>
                    <a:pt x="1540394" y="552871"/>
                  </a:lnTo>
                  <a:lnTo>
                    <a:pt x="1540003" y="553867"/>
                  </a:lnTo>
                  <a:lnTo>
                    <a:pt x="1539602" y="554532"/>
                  </a:lnTo>
                  <a:lnTo>
                    <a:pt x="1538611" y="555262"/>
                  </a:lnTo>
                  <a:lnTo>
                    <a:pt x="1536295" y="559380"/>
                  </a:lnTo>
                  <a:lnTo>
                    <a:pt x="1534134" y="562078"/>
                  </a:lnTo>
                  <a:lnTo>
                    <a:pt x="1530598" y="569795"/>
                  </a:lnTo>
                  <a:lnTo>
                    <a:pt x="1529548" y="574954"/>
                  </a:lnTo>
                  <a:lnTo>
                    <a:pt x="1528536" y="580743"/>
                  </a:lnTo>
                  <a:lnTo>
                    <a:pt x="1529012" y="583579"/>
                  </a:lnTo>
                  <a:lnTo>
                    <a:pt x="1529440" y="585431"/>
                  </a:lnTo>
                  <a:lnTo>
                    <a:pt x="1530102" y="586720"/>
                  </a:lnTo>
                  <a:lnTo>
                    <a:pt x="1531232" y="588065"/>
                  </a:lnTo>
                  <a:lnTo>
                    <a:pt x="1533662" y="589565"/>
                  </a:lnTo>
                  <a:lnTo>
                    <a:pt x="1533443" y="590550"/>
                  </a:lnTo>
                  <a:lnTo>
                    <a:pt x="1533434" y="591371"/>
                  </a:lnTo>
                  <a:lnTo>
                    <a:pt x="1534293" y="589924"/>
                  </a:lnTo>
                  <a:lnTo>
                    <a:pt x="1534917" y="585850"/>
                  </a:lnTo>
                  <a:lnTo>
                    <a:pt x="1536420" y="584546"/>
                  </a:lnTo>
                  <a:lnTo>
                    <a:pt x="1537147" y="584609"/>
                  </a:lnTo>
                  <a:lnTo>
                    <a:pt x="1541992" y="587824"/>
                  </a:lnTo>
                  <a:lnTo>
                    <a:pt x="1542909" y="589210"/>
                  </a:lnTo>
                  <a:lnTo>
                    <a:pt x="1542774" y="592270"/>
                  </a:lnTo>
                  <a:lnTo>
                    <a:pt x="1542479" y="593730"/>
                  </a:lnTo>
                  <a:lnTo>
                    <a:pt x="1541580" y="595875"/>
                  </a:lnTo>
                  <a:lnTo>
                    <a:pt x="1539857" y="598456"/>
                  </a:lnTo>
                  <a:lnTo>
                    <a:pt x="1537839" y="601998"/>
                  </a:lnTo>
                  <a:lnTo>
                    <a:pt x="1537646" y="604171"/>
                  </a:lnTo>
                  <a:lnTo>
                    <a:pt x="1537637" y="605357"/>
                  </a:lnTo>
                  <a:lnTo>
                    <a:pt x="1538166" y="609528"/>
                  </a:lnTo>
                  <a:lnTo>
                    <a:pt x="1538242" y="611874"/>
                  </a:lnTo>
                  <a:lnTo>
                    <a:pt x="1537973" y="616247"/>
                  </a:lnTo>
                  <a:lnTo>
                    <a:pt x="1538104" y="618136"/>
                  </a:lnTo>
                  <a:lnTo>
                    <a:pt x="1538641" y="619750"/>
                  </a:lnTo>
                  <a:lnTo>
                    <a:pt x="1539460" y="620760"/>
                  </a:lnTo>
                  <a:lnTo>
                    <a:pt x="1540872" y="620209"/>
                  </a:lnTo>
                  <a:lnTo>
                    <a:pt x="1542224" y="620677"/>
                  </a:lnTo>
                  <a:lnTo>
                    <a:pt x="1543258" y="621783"/>
                  </a:lnTo>
                  <a:lnTo>
                    <a:pt x="1543107" y="625432"/>
                  </a:lnTo>
                  <a:lnTo>
                    <a:pt x="1543684" y="628885"/>
                  </a:lnTo>
                  <a:lnTo>
                    <a:pt x="1544155" y="635243"/>
                  </a:lnTo>
                  <a:lnTo>
                    <a:pt x="1543313" y="636981"/>
                  </a:lnTo>
                  <a:lnTo>
                    <a:pt x="1542494" y="638066"/>
                  </a:lnTo>
                  <a:lnTo>
                    <a:pt x="1540883" y="640794"/>
                  </a:lnTo>
                  <a:lnTo>
                    <a:pt x="1540024" y="641116"/>
                  </a:lnTo>
                  <a:lnTo>
                    <a:pt x="1538532" y="640175"/>
                  </a:lnTo>
                  <a:lnTo>
                    <a:pt x="1536122" y="635251"/>
                  </a:lnTo>
                  <a:lnTo>
                    <a:pt x="1537088" y="632338"/>
                  </a:lnTo>
                  <a:lnTo>
                    <a:pt x="1539133" y="630310"/>
                  </a:lnTo>
                  <a:lnTo>
                    <a:pt x="1540064" y="628846"/>
                  </a:lnTo>
                  <a:lnTo>
                    <a:pt x="1540781" y="626693"/>
                  </a:lnTo>
                  <a:lnTo>
                    <a:pt x="1539711" y="627102"/>
                  </a:lnTo>
                  <a:lnTo>
                    <a:pt x="1538956" y="628038"/>
                  </a:lnTo>
                  <a:lnTo>
                    <a:pt x="1536615" y="627633"/>
                  </a:lnTo>
                  <a:lnTo>
                    <a:pt x="1535679" y="628671"/>
                  </a:lnTo>
                  <a:lnTo>
                    <a:pt x="1534539" y="630320"/>
                  </a:lnTo>
                  <a:lnTo>
                    <a:pt x="1534988" y="634411"/>
                  </a:lnTo>
                  <a:lnTo>
                    <a:pt x="1534226" y="635155"/>
                  </a:lnTo>
                  <a:lnTo>
                    <a:pt x="1532783" y="636566"/>
                  </a:lnTo>
                  <a:lnTo>
                    <a:pt x="1530649" y="638324"/>
                  </a:lnTo>
                  <a:lnTo>
                    <a:pt x="1529954" y="639465"/>
                  </a:lnTo>
                  <a:lnTo>
                    <a:pt x="1528127" y="646831"/>
                  </a:lnTo>
                  <a:lnTo>
                    <a:pt x="1526441" y="652313"/>
                  </a:lnTo>
                  <a:lnTo>
                    <a:pt x="1525855" y="657003"/>
                  </a:lnTo>
                  <a:lnTo>
                    <a:pt x="1525917" y="661084"/>
                  </a:lnTo>
                  <a:lnTo>
                    <a:pt x="1526548" y="665596"/>
                  </a:lnTo>
                  <a:lnTo>
                    <a:pt x="1526994" y="667558"/>
                  </a:lnTo>
                  <a:lnTo>
                    <a:pt x="1528945" y="671722"/>
                  </a:lnTo>
                  <a:lnTo>
                    <a:pt x="1529901" y="675028"/>
                  </a:lnTo>
                  <a:lnTo>
                    <a:pt x="1530188" y="678987"/>
                  </a:lnTo>
                  <a:lnTo>
                    <a:pt x="1528614" y="680863"/>
                  </a:lnTo>
                  <a:lnTo>
                    <a:pt x="1525875" y="685464"/>
                  </a:lnTo>
                  <a:lnTo>
                    <a:pt x="1524729" y="685957"/>
                  </a:lnTo>
                  <a:lnTo>
                    <a:pt x="1520973" y="685830"/>
                  </a:lnTo>
                  <a:lnTo>
                    <a:pt x="1519109" y="683535"/>
                  </a:lnTo>
                  <a:lnTo>
                    <a:pt x="1516902" y="684122"/>
                  </a:lnTo>
                  <a:lnTo>
                    <a:pt x="1515053" y="685216"/>
                  </a:lnTo>
                  <a:lnTo>
                    <a:pt x="1512152" y="688481"/>
                  </a:lnTo>
                  <a:lnTo>
                    <a:pt x="1509559" y="692695"/>
                  </a:lnTo>
                  <a:lnTo>
                    <a:pt x="1507124" y="695623"/>
                  </a:lnTo>
                  <a:lnTo>
                    <a:pt x="1506394" y="697345"/>
                  </a:lnTo>
                  <a:lnTo>
                    <a:pt x="1505391" y="700964"/>
                  </a:lnTo>
                  <a:lnTo>
                    <a:pt x="1504504" y="707605"/>
                  </a:lnTo>
                  <a:lnTo>
                    <a:pt x="1504813" y="710885"/>
                  </a:lnTo>
                  <a:lnTo>
                    <a:pt x="1505305" y="712416"/>
                  </a:lnTo>
                  <a:lnTo>
                    <a:pt x="1505777" y="714444"/>
                  </a:lnTo>
                  <a:lnTo>
                    <a:pt x="1505133" y="717532"/>
                  </a:lnTo>
                  <a:lnTo>
                    <a:pt x="1505117" y="719510"/>
                  </a:lnTo>
                  <a:lnTo>
                    <a:pt x="1506303" y="722638"/>
                  </a:lnTo>
                  <a:lnTo>
                    <a:pt x="1506564" y="726932"/>
                  </a:lnTo>
                  <a:lnTo>
                    <a:pt x="1505682" y="727065"/>
                  </a:lnTo>
                  <a:lnTo>
                    <a:pt x="1503685" y="723974"/>
                  </a:lnTo>
                  <a:lnTo>
                    <a:pt x="1501577" y="723738"/>
                  </a:lnTo>
                  <a:lnTo>
                    <a:pt x="1496469" y="727300"/>
                  </a:lnTo>
                  <a:lnTo>
                    <a:pt x="1494379" y="729356"/>
                  </a:lnTo>
                  <a:lnTo>
                    <a:pt x="1492032" y="733452"/>
                  </a:lnTo>
                  <a:lnTo>
                    <a:pt x="1491332" y="732670"/>
                  </a:lnTo>
                  <a:lnTo>
                    <a:pt x="1490830" y="730324"/>
                  </a:lnTo>
                  <a:lnTo>
                    <a:pt x="1489980" y="729284"/>
                  </a:lnTo>
                  <a:lnTo>
                    <a:pt x="1488928" y="729805"/>
                  </a:lnTo>
                  <a:lnTo>
                    <a:pt x="1488477" y="732019"/>
                  </a:lnTo>
                  <a:lnTo>
                    <a:pt x="1489929" y="733061"/>
                  </a:lnTo>
                  <a:lnTo>
                    <a:pt x="1490481" y="734495"/>
                  </a:lnTo>
                  <a:lnTo>
                    <a:pt x="1489628" y="739968"/>
                  </a:lnTo>
                  <a:lnTo>
                    <a:pt x="1489027" y="741793"/>
                  </a:lnTo>
                  <a:lnTo>
                    <a:pt x="1489250" y="746709"/>
                  </a:lnTo>
                  <a:lnTo>
                    <a:pt x="1489168" y="748988"/>
                  </a:lnTo>
                  <a:lnTo>
                    <a:pt x="1488831" y="751298"/>
                  </a:lnTo>
                  <a:lnTo>
                    <a:pt x="1487334" y="757625"/>
                  </a:lnTo>
                  <a:lnTo>
                    <a:pt x="1484743" y="765936"/>
                  </a:lnTo>
                  <a:lnTo>
                    <a:pt x="1481561" y="771973"/>
                  </a:lnTo>
                  <a:lnTo>
                    <a:pt x="1479354" y="774063"/>
                  </a:lnTo>
                  <a:lnTo>
                    <a:pt x="1478242" y="775679"/>
                  </a:lnTo>
                  <a:lnTo>
                    <a:pt x="1477775" y="777776"/>
                  </a:lnTo>
                  <a:lnTo>
                    <a:pt x="1474509" y="783573"/>
                  </a:lnTo>
                  <a:lnTo>
                    <a:pt x="1470480" y="789665"/>
                  </a:lnTo>
                  <a:lnTo>
                    <a:pt x="1469348" y="790767"/>
                  </a:lnTo>
                  <a:lnTo>
                    <a:pt x="1469082" y="788468"/>
                  </a:lnTo>
                  <a:lnTo>
                    <a:pt x="1468959" y="786192"/>
                  </a:lnTo>
                  <a:lnTo>
                    <a:pt x="1468474" y="783156"/>
                  </a:lnTo>
                  <a:lnTo>
                    <a:pt x="1467028" y="780651"/>
                  </a:lnTo>
                  <a:lnTo>
                    <a:pt x="1466775" y="778623"/>
                  </a:lnTo>
                  <a:lnTo>
                    <a:pt x="1466539" y="775821"/>
                  </a:lnTo>
                  <a:lnTo>
                    <a:pt x="1466419" y="762880"/>
                  </a:lnTo>
                  <a:lnTo>
                    <a:pt x="1465142" y="749479"/>
                  </a:lnTo>
                  <a:lnTo>
                    <a:pt x="1464999" y="745259"/>
                  </a:lnTo>
                  <a:lnTo>
                    <a:pt x="1463453" y="741805"/>
                  </a:lnTo>
                  <a:lnTo>
                    <a:pt x="1462610" y="738229"/>
                  </a:lnTo>
                  <a:lnTo>
                    <a:pt x="1462110" y="734716"/>
                  </a:lnTo>
                  <a:lnTo>
                    <a:pt x="1461979" y="730569"/>
                  </a:lnTo>
                  <a:lnTo>
                    <a:pt x="1460291" y="708768"/>
                  </a:lnTo>
                  <a:lnTo>
                    <a:pt x="1459777" y="703336"/>
                  </a:lnTo>
                  <a:lnTo>
                    <a:pt x="1457523" y="685803"/>
                  </a:lnTo>
                  <a:lnTo>
                    <a:pt x="1456545" y="675666"/>
                  </a:lnTo>
                  <a:lnTo>
                    <a:pt x="1455905" y="665779"/>
                  </a:lnTo>
                  <a:lnTo>
                    <a:pt x="1455802" y="661366"/>
                  </a:lnTo>
                  <a:lnTo>
                    <a:pt x="1456808" y="648214"/>
                  </a:lnTo>
                  <a:lnTo>
                    <a:pt x="1457639" y="639980"/>
                  </a:lnTo>
                  <a:lnTo>
                    <a:pt x="1460658" y="621571"/>
                  </a:lnTo>
                  <a:lnTo>
                    <a:pt x="1461145" y="619893"/>
                  </a:lnTo>
                  <a:lnTo>
                    <a:pt x="1461623" y="619019"/>
                  </a:lnTo>
                  <a:lnTo>
                    <a:pt x="1466867" y="611939"/>
                  </a:lnTo>
                  <a:lnTo>
                    <a:pt x="1469129" y="608066"/>
                  </a:lnTo>
                  <a:lnTo>
                    <a:pt x="1470496" y="603990"/>
                  </a:lnTo>
                  <a:lnTo>
                    <a:pt x="1471948" y="598786"/>
                  </a:lnTo>
                  <a:lnTo>
                    <a:pt x="1471799" y="595990"/>
                  </a:lnTo>
                  <a:lnTo>
                    <a:pt x="1471625" y="594370"/>
                  </a:lnTo>
                  <a:lnTo>
                    <a:pt x="1471076" y="592563"/>
                  </a:lnTo>
                  <a:lnTo>
                    <a:pt x="1469846" y="590464"/>
                  </a:lnTo>
                  <a:lnTo>
                    <a:pt x="1470281" y="589528"/>
                  </a:lnTo>
                  <a:lnTo>
                    <a:pt x="1470759" y="588818"/>
                  </a:lnTo>
                  <a:lnTo>
                    <a:pt x="1472050" y="588034"/>
                  </a:lnTo>
                  <a:lnTo>
                    <a:pt x="1474674" y="589611"/>
                  </a:lnTo>
                  <a:lnTo>
                    <a:pt x="1477327" y="588947"/>
                  </a:lnTo>
                  <a:lnTo>
                    <a:pt x="1479780" y="582432"/>
                  </a:lnTo>
                  <a:lnTo>
                    <a:pt x="1483280" y="583432"/>
                  </a:lnTo>
                  <a:lnTo>
                    <a:pt x="1485958" y="582269"/>
                  </a:lnTo>
                  <a:lnTo>
                    <a:pt x="1486693" y="582751"/>
                  </a:lnTo>
                  <a:lnTo>
                    <a:pt x="1487214" y="580550"/>
                  </a:lnTo>
                  <a:lnTo>
                    <a:pt x="1488671" y="578204"/>
                  </a:lnTo>
                  <a:lnTo>
                    <a:pt x="1491369" y="574702"/>
                  </a:lnTo>
                  <a:lnTo>
                    <a:pt x="1495342" y="570489"/>
                  </a:lnTo>
                  <a:lnTo>
                    <a:pt x="1497315" y="567667"/>
                  </a:lnTo>
                  <a:lnTo>
                    <a:pt x="1498425" y="564975"/>
                  </a:lnTo>
                  <a:lnTo>
                    <a:pt x="1500063" y="562451"/>
                  </a:lnTo>
                  <a:lnTo>
                    <a:pt x="1501640" y="559269"/>
                  </a:lnTo>
                  <a:lnTo>
                    <a:pt x="1504546" y="549710"/>
                  </a:lnTo>
                  <a:lnTo>
                    <a:pt x="1510258" y="541823"/>
                  </a:lnTo>
                  <a:lnTo>
                    <a:pt x="1512495" y="537293"/>
                  </a:lnTo>
                  <a:lnTo>
                    <a:pt x="1514357" y="535689"/>
                  </a:lnTo>
                  <a:lnTo>
                    <a:pt x="1515991" y="534944"/>
                  </a:lnTo>
                  <a:lnTo>
                    <a:pt x="1520120" y="528480"/>
                  </a:lnTo>
                  <a:lnTo>
                    <a:pt x="1522737" y="523110"/>
                  </a:lnTo>
                  <a:lnTo>
                    <a:pt x="1526191" y="519418"/>
                  </a:lnTo>
                  <a:lnTo>
                    <a:pt x="1527241" y="517056"/>
                  </a:lnTo>
                  <a:lnTo>
                    <a:pt x="1529031" y="511502"/>
                  </a:lnTo>
                  <a:lnTo>
                    <a:pt x="1529764" y="510136"/>
                  </a:lnTo>
                  <a:lnTo>
                    <a:pt x="1532014" y="508058"/>
                  </a:lnTo>
                  <a:lnTo>
                    <a:pt x="1537088" y="504431"/>
                  </a:lnTo>
                  <a:lnTo>
                    <a:pt x="1540040" y="500784"/>
                  </a:lnTo>
                  <a:lnTo>
                    <a:pt x="1544346" y="500266"/>
                  </a:lnTo>
                  <a:lnTo>
                    <a:pt x="1545641" y="498808"/>
                  </a:lnTo>
                  <a:lnTo>
                    <a:pt x="1546990" y="497999"/>
                  </a:lnTo>
                  <a:lnTo>
                    <a:pt x="1548407" y="496827"/>
                  </a:lnTo>
                  <a:lnTo>
                    <a:pt x="1546631" y="493611"/>
                  </a:lnTo>
                  <a:lnTo>
                    <a:pt x="1547036" y="491876"/>
                  </a:lnTo>
                  <a:lnTo>
                    <a:pt x="1547381" y="491079"/>
                  </a:lnTo>
                  <a:lnTo>
                    <a:pt x="1550490" y="487263"/>
                  </a:lnTo>
                  <a:lnTo>
                    <a:pt x="1551763" y="484210"/>
                  </a:lnTo>
                  <a:lnTo>
                    <a:pt x="1551611" y="482897"/>
                  </a:lnTo>
                  <a:lnTo>
                    <a:pt x="1551391" y="481962"/>
                  </a:lnTo>
                  <a:lnTo>
                    <a:pt x="1549479" y="480736"/>
                  </a:lnTo>
                  <a:lnTo>
                    <a:pt x="1549851" y="477873"/>
                  </a:lnTo>
                  <a:lnTo>
                    <a:pt x="1550369" y="475453"/>
                  </a:lnTo>
                  <a:lnTo>
                    <a:pt x="1551922" y="473369"/>
                  </a:lnTo>
                  <a:lnTo>
                    <a:pt x="1552473" y="468547"/>
                  </a:lnTo>
                  <a:lnTo>
                    <a:pt x="1552543" y="463490"/>
                  </a:lnTo>
                  <a:lnTo>
                    <a:pt x="1554054" y="456185"/>
                  </a:lnTo>
                  <a:lnTo>
                    <a:pt x="1554965" y="454577"/>
                  </a:lnTo>
                  <a:lnTo>
                    <a:pt x="1558495" y="450915"/>
                  </a:lnTo>
                  <a:lnTo>
                    <a:pt x="1559317" y="450820"/>
                  </a:lnTo>
                  <a:lnTo>
                    <a:pt x="1561781" y="452058"/>
                  </a:lnTo>
                  <a:lnTo>
                    <a:pt x="1564466" y="452660"/>
                  </a:lnTo>
                  <a:lnTo>
                    <a:pt x="1565419" y="453769"/>
                  </a:lnTo>
                  <a:lnTo>
                    <a:pt x="1565619" y="452830"/>
                  </a:lnTo>
                  <a:lnTo>
                    <a:pt x="1565485" y="451576"/>
                  </a:lnTo>
                  <a:lnTo>
                    <a:pt x="1566240" y="451139"/>
                  </a:lnTo>
                  <a:lnTo>
                    <a:pt x="1567796" y="451609"/>
                  </a:lnTo>
                  <a:lnTo>
                    <a:pt x="1567559" y="450226"/>
                  </a:lnTo>
                  <a:lnTo>
                    <a:pt x="1563556" y="449543"/>
                  </a:lnTo>
                  <a:lnTo>
                    <a:pt x="1560699" y="447944"/>
                  </a:lnTo>
                  <a:lnTo>
                    <a:pt x="1558139" y="444860"/>
                  </a:lnTo>
                  <a:lnTo>
                    <a:pt x="1556451" y="443998"/>
                  </a:lnTo>
                  <a:lnTo>
                    <a:pt x="1554604" y="444237"/>
                  </a:lnTo>
                  <a:lnTo>
                    <a:pt x="1544112" y="448540"/>
                  </a:lnTo>
                  <a:lnTo>
                    <a:pt x="1543605" y="449708"/>
                  </a:lnTo>
                  <a:lnTo>
                    <a:pt x="1543119" y="451364"/>
                  </a:lnTo>
                  <a:lnTo>
                    <a:pt x="1543776" y="453798"/>
                  </a:lnTo>
                  <a:lnTo>
                    <a:pt x="1543275" y="454864"/>
                  </a:lnTo>
                  <a:lnTo>
                    <a:pt x="1542767" y="455558"/>
                  </a:lnTo>
                  <a:lnTo>
                    <a:pt x="1542202" y="457150"/>
                  </a:lnTo>
                  <a:lnTo>
                    <a:pt x="1541690" y="460301"/>
                  </a:lnTo>
                  <a:lnTo>
                    <a:pt x="1541833" y="463345"/>
                  </a:lnTo>
                  <a:lnTo>
                    <a:pt x="1540546" y="468039"/>
                  </a:lnTo>
                  <a:lnTo>
                    <a:pt x="1540450" y="470981"/>
                  </a:lnTo>
                  <a:lnTo>
                    <a:pt x="1542703" y="472604"/>
                  </a:lnTo>
                  <a:lnTo>
                    <a:pt x="1543273" y="473700"/>
                  </a:lnTo>
                  <a:lnTo>
                    <a:pt x="1542592" y="475316"/>
                  </a:lnTo>
                  <a:lnTo>
                    <a:pt x="1541922" y="476302"/>
                  </a:lnTo>
                  <a:lnTo>
                    <a:pt x="1541313" y="477509"/>
                  </a:lnTo>
                  <a:lnTo>
                    <a:pt x="1540882" y="477997"/>
                  </a:lnTo>
                  <a:lnTo>
                    <a:pt x="1540276" y="478289"/>
                  </a:lnTo>
                  <a:lnTo>
                    <a:pt x="1539456" y="476707"/>
                  </a:lnTo>
                  <a:lnTo>
                    <a:pt x="1538709" y="473536"/>
                  </a:lnTo>
                  <a:lnTo>
                    <a:pt x="1537533" y="473351"/>
                  </a:lnTo>
                  <a:lnTo>
                    <a:pt x="1537141" y="473829"/>
                  </a:lnTo>
                  <a:lnTo>
                    <a:pt x="1536927" y="475086"/>
                  </a:lnTo>
                  <a:lnTo>
                    <a:pt x="1535889" y="475160"/>
                  </a:lnTo>
                  <a:lnTo>
                    <a:pt x="1534741" y="474567"/>
                  </a:lnTo>
                  <a:lnTo>
                    <a:pt x="1533448" y="474804"/>
                  </a:lnTo>
                  <a:lnTo>
                    <a:pt x="1531129" y="478393"/>
                  </a:lnTo>
                  <a:lnTo>
                    <a:pt x="1518056" y="495466"/>
                  </a:lnTo>
                  <a:lnTo>
                    <a:pt x="1516669" y="497540"/>
                  </a:lnTo>
                  <a:lnTo>
                    <a:pt x="1514984" y="501658"/>
                  </a:lnTo>
                  <a:lnTo>
                    <a:pt x="1511752" y="502056"/>
                  </a:lnTo>
                  <a:lnTo>
                    <a:pt x="1510459" y="502981"/>
                  </a:lnTo>
                  <a:lnTo>
                    <a:pt x="1509541" y="504208"/>
                  </a:lnTo>
                  <a:lnTo>
                    <a:pt x="1508250" y="505053"/>
                  </a:lnTo>
                  <a:lnTo>
                    <a:pt x="1508293" y="503508"/>
                  </a:lnTo>
                  <a:lnTo>
                    <a:pt x="1508562" y="502358"/>
                  </a:lnTo>
                  <a:lnTo>
                    <a:pt x="1508843" y="499347"/>
                  </a:lnTo>
                  <a:lnTo>
                    <a:pt x="1510581" y="493616"/>
                  </a:lnTo>
                  <a:lnTo>
                    <a:pt x="1509472" y="493046"/>
                  </a:lnTo>
                  <a:lnTo>
                    <a:pt x="1508371" y="492961"/>
                  </a:lnTo>
                  <a:lnTo>
                    <a:pt x="1506324" y="494150"/>
                  </a:lnTo>
                  <a:lnTo>
                    <a:pt x="1504951" y="496041"/>
                  </a:lnTo>
                  <a:lnTo>
                    <a:pt x="1503899" y="495650"/>
                  </a:lnTo>
                  <a:lnTo>
                    <a:pt x="1504400" y="493956"/>
                  </a:lnTo>
                  <a:lnTo>
                    <a:pt x="1505702" y="490568"/>
                  </a:lnTo>
                  <a:lnTo>
                    <a:pt x="1505302" y="487441"/>
                  </a:lnTo>
                  <a:lnTo>
                    <a:pt x="1504951" y="485747"/>
                  </a:lnTo>
                  <a:lnTo>
                    <a:pt x="1505494" y="484797"/>
                  </a:lnTo>
                  <a:lnTo>
                    <a:pt x="1508126" y="478486"/>
                  </a:lnTo>
                  <a:lnTo>
                    <a:pt x="1509082" y="475233"/>
                  </a:lnTo>
                  <a:lnTo>
                    <a:pt x="1509883" y="470926"/>
                  </a:lnTo>
                  <a:lnTo>
                    <a:pt x="1509929" y="469590"/>
                  </a:lnTo>
                  <a:lnTo>
                    <a:pt x="1509792" y="467941"/>
                  </a:lnTo>
                  <a:lnTo>
                    <a:pt x="1508979" y="467661"/>
                  </a:lnTo>
                  <a:lnTo>
                    <a:pt x="1508351" y="467691"/>
                  </a:lnTo>
                  <a:lnTo>
                    <a:pt x="1503124" y="471959"/>
                  </a:lnTo>
                  <a:lnTo>
                    <a:pt x="1501195" y="473109"/>
                  </a:lnTo>
                  <a:lnTo>
                    <a:pt x="1500559" y="471278"/>
                  </a:lnTo>
                  <a:lnTo>
                    <a:pt x="1499727" y="470492"/>
                  </a:lnTo>
                  <a:lnTo>
                    <a:pt x="1498273" y="467356"/>
                  </a:lnTo>
                  <a:lnTo>
                    <a:pt x="1497072" y="466906"/>
                  </a:lnTo>
                  <a:lnTo>
                    <a:pt x="1495794" y="467117"/>
                  </a:lnTo>
                  <a:lnTo>
                    <a:pt x="1492928" y="469245"/>
                  </a:lnTo>
                  <a:lnTo>
                    <a:pt x="1489781" y="470408"/>
                  </a:lnTo>
                  <a:lnTo>
                    <a:pt x="1487357" y="469971"/>
                  </a:lnTo>
                  <a:lnTo>
                    <a:pt x="1485289" y="471768"/>
                  </a:lnTo>
                  <a:lnTo>
                    <a:pt x="1484364" y="472100"/>
                  </a:lnTo>
                  <a:lnTo>
                    <a:pt x="1481289" y="470870"/>
                  </a:lnTo>
                  <a:lnTo>
                    <a:pt x="1477542" y="470761"/>
                  </a:lnTo>
                  <a:lnTo>
                    <a:pt x="1476422" y="472294"/>
                  </a:lnTo>
                  <a:lnTo>
                    <a:pt x="1473168" y="474403"/>
                  </a:lnTo>
                  <a:lnTo>
                    <a:pt x="1470984" y="477668"/>
                  </a:lnTo>
                  <a:lnTo>
                    <a:pt x="1469835" y="478719"/>
                  </a:lnTo>
                  <a:lnTo>
                    <a:pt x="1468582" y="480167"/>
                  </a:lnTo>
                  <a:lnTo>
                    <a:pt x="1468007" y="486318"/>
                  </a:lnTo>
                  <a:lnTo>
                    <a:pt x="1466337" y="488282"/>
                  </a:lnTo>
                  <a:lnTo>
                    <a:pt x="1464765" y="489787"/>
                  </a:lnTo>
                  <a:lnTo>
                    <a:pt x="1461492" y="494499"/>
                  </a:lnTo>
                  <a:lnTo>
                    <a:pt x="1459191" y="500954"/>
                  </a:lnTo>
                  <a:lnTo>
                    <a:pt x="1457633" y="503754"/>
                  </a:lnTo>
                  <a:lnTo>
                    <a:pt x="1454360" y="507670"/>
                  </a:lnTo>
                  <a:lnTo>
                    <a:pt x="1449170" y="512788"/>
                  </a:lnTo>
                  <a:lnTo>
                    <a:pt x="1444712" y="521110"/>
                  </a:lnTo>
                  <a:lnTo>
                    <a:pt x="1443151" y="527352"/>
                  </a:lnTo>
                  <a:lnTo>
                    <a:pt x="1442573" y="527560"/>
                  </a:lnTo>
                  <a:lnTo>
                    <a:pt x="1441474" y="528842"/>
                  </a:lnTo>
                  <a:lnTo>
                    <a:pt x="1441173" y="531885"/>
                  </a:lnTo>
                  <a:lnTo>
                    <a:pt x="1441199" y="534012"/>
                  </a:lnTo>
                  <a:lnTo>
                    <a:pt x="1440521" y="535727"/>
                  </a:lnTo>
                  <a:lnTo>
                    <a:pt x="1439847" y="537850"/>
                  </a:lnTo>
                  <a:lnTo>
                    <a:pt x="1440563" y="539183"/>
                  </a:lnTo>
                  <a:lnTo>
                    <a:pt x="1441237" y="539427"/>
                  </a:lnTo>
                  <a:lnTo>
                    <a:pt x="1442207" y="539241"/>
                  </a:lnTo>
                  <a:lnTo>
                    <a:pt x="1444761" y="537508"/>
                  </a:lnTo>
                  <a:lnTo>
                    <a:pt x="1449175" y="540181"/>
                  </a:lnTo>
                  <a:lnTo>
                    <a:pt x="1451394" y="542825"/>
                  </a:lnTo>
                  <a:lnTo>
                    <a:pt x="1451239" y="545482"/>
                  </a:lnTo>
                  <a:lnTo>
                    <a:pt x="1451323" y="547849"/>
                  </a:lnTo>
                  <a:lnTo>
                    <a:pt x="1449691" y="547687"/>
                  </a:lnTo>
                  <a:lnTo>
                    <a:pt x="1447500" y="547925"/>
                  </a:lnTo>
                  <a:lnTo>
                    <a:pt x="1446135" y="549291"/>
                  </a:lnTo>
                  <a:lnTo>
                    <a:pt x="1443347" y="547068"/>
                  </a:lnTo>
                  <a:lnTo>
                    <a:pt x="1442415" y="547916"/>
                  </a:lnTo>
                  <a:lnTo>
                    <a:pt x="1440947" y="550258"/>
                  </a:lnTo>
                  <a:lnTo>
                    <a:pt x="1438270" y="551235"/>
                  </a:lnTo>
                  <a:lnTo>
                    <a:pt x="1436916" y="550094"/>
                  </a:lnTo>
                  <a:lnTo>
                    <a:pt x="1434685" y="546826"/>
                  </a:lnTo>
                  <a:lnTo>
                    <a:pt x="1430891" y="547120"/>
                  </a:lnTo>
                  <a:lnTo>
                    <a:pt x="1429890" y="550769"/>
                  </a:lnTo>
                  <a:lnTo>
                    <a:pt x="1429017" y="550677"/>
                  </a:lnTo>
                  <a:lnTo>
                    <a:pt x="1427673" y="551047"/>
                  </a:lnTo>
                  <a:lnTo>
                    <a:pt x="1425453" y="555268"/>
                  </a:lnTo>
                  <a:lnTo>
                    <a:pt x="1424722" y="555646"/>
                  </a:lnTo>
                  <a:lnTo>
                    <a:pt x="1421971" y="554823"/>
                  </a:lnTo>
                  <a:lnTo>
                    <a:pt x="1419985" y="552686"/>
                  </a:lnTo>
                  <a:lnTo>
                    <a:pt x="1419065" y="552558"/>
                  </a:lnTo>
                  <a:lnTo>
                    <a:pt x="1417311" y="553555"/>
                  </a:lnTo>
                  <a:lnTo>
                    <a:pt x="1416433" y="556113"/>
                  </a:lnTo>
                  <a:lnTo>
                    <a:pt x="1412081" y="557406"/>
                  </a:lnTo>
                  <a:lnTo>
                    <a:pt x="1407790" y="557158"/>
                  </a:lnTo>
                  <a:lnTo>
                    <a:pt x="1405455" y="551028"/>
                  </a:lnTo>
                  <a:lnTo>
                    <a:pt x="1409814" y="548621"/>
                  </a:lnTo>
                  <a:lnTo>
                    <a:pt x="1412409" y="549133"/>
                  </a:lnTo>
                  <a:lnTo>
                    <a:pt x="1415322" y="548737"/>
                  </a:lnTo>
                  <a:lnTo>
                    <a:pt x="1418395" y="546860"/>
                  </a:lnTo>
                  <a:lnTo>
                    <a:pt x="1417360" y="545254"/>
                  </a:lnTo>
                  <a:lnTo>
                    <a:pt x="1416622" y="544881"/>
                  </a:lnTo>
                  <a:lnTo>
                    <a:pt x="1414781" y="545073"/>
                  </a:lnTo>
                  <a:lnTo>
                    <a:pt x="1413142" y="543916"/>
                  </a:lnTo>
                  <a:lnTo>
                    <a:pt x="1409596" y="537980"/>
                  </a:lnTo>
                  <a:lnTo>
                    <a:pt x="1408034" y="536886"/>
                  </a:lnTo>
                  <a:lnTo>
                    <a:pt x="1406014" y="536232"/>
                  </a:lnTo>
                  <a:lnTo>
                    <a:pt x="1404461" y="536162"/>
                  </a:lnTo>
                  <a:lnTo>
                    <a:pt x="1403881" y="536584"/>
                  </a:lnTo>
                  <a:lnTo>
                    <a:pt x="1403079" y="538011"/>
                  </a:lnTo>
                  <a:lnTo>
                    <a:pt x="1402527" y="539418"/>
                  </a:lnTo>
                  <a:lnTo>
                    <a:pt x="1402075" y="539852"/>
                  </a:lnTo>
                  <a:lnTo>
                    <a:pt x="1401008" y="539604"/>
                  </a:lnTo>
                  <a:lnTo>
                    <a:pt x="1399710" y="538499"/>
                  </a:lnTo>
                  <a:lnTo>
                    <a:pt x="1398215" y="538858"/>
                  </a:lnTo>
                  <a:lnTo>
                    <a:pt x="1398854" y="537955"/>
                  </a:lnTo>
                  <a:lnTo>
                    <a:pt x="1400301" y="537027"/>
                  </a:lnTo>
                  <a:lnTo>
                    <a:pt x="1397916" y="536012"/>
                  </a:lnTo>
                  <a:lnTo>
                    <a:pt x="1396421" y="534589"/>
                  </a:lnTo>
                  <a:lnTo>
                    <a:pt x="1395024" y="534223"/>
                  </a:lnTo>
                  <a:lnTo>
                    <a:pt x="1388665" y="530702"/>
                  </a:lnTo>
                  <a:lnTo>
                    <a:pt x="1386189" y="530981"/>
                  </a:lnTo>
                  <a:lnTo>
                    <a:pt x="1384667" y="531941"/>
                  </a:lnTo>
                  <a:lnTo>
                    <a:pt x="1382109" y="534836"/>
                  </a:lnTo>
                  <a:lnTo>
                    <a:pt x="1382819" y="536955"/>
                  </a:lnTo>
                  <a:lnTo>
                    <a:pt x="1383360" y="537902"/>
                  </a:lnTo>
                  <a:lnTo>
                    <a:pt x="1383696" y="539042"/>
                  </a:lnTo>
                  <a:lnTo>
                    <a:pt x="1382879" y="539268"/>
                  </a:lnTo>
                  <a:lnTo>
                    <a:pt x="1380517" y="539431"/>
                  </a:lnTo>
                  <a:lnTo>
                    <a:pt x="1379064" y="537737"/>
                  </a:lnTo>
                  <a:lnTo>
                    <a:pt x="1378063" y="540213"/>
                  </a:lnTo>
                  <a:lnTo>
                    <a:pt x="1378463" y="542429"/>
                  </a:lnTo>
                  <a:lnTo>
                    <a:pt x="1380116" y="541647"/>
                  </a:lnTo>
                  <a:lnTo>
                    <a:pt x="1380967" y="542559"/>
                  </a:lnTo>
                  <a:lnTo>
                    <a:pt x="1380393" y="545113"/>
                  </a:lnTo>
                  <a:lnTo>
                    <a:pt x="1378265" y="545846"/>
                  </a:lnTo>
                  <a:lnTo>
                    <a:pt x="1375591" y="545716"/>
                  </a:lnTo>
                  <a:lnTo>
                    <a:pt x="1372937" y="541227"/>
                  </a:lnTo>
                  <a:lnTo>
                    <a:pt x="1368589" y="542001"/>
                  </a:lnTo>
                  <a:lnTo>
                    <a:pt x="1366469" y="544878"/>
                  </a:lnTo>
                  <a:lnTo>
                    <a:pt x="1364500" y="545531"/>
                  </a:lnTo>
                  <a:lnTo>
                    <a:pt x="1359112" y="542660"/>
                  </a:lnTo>
                  <a:lnTo>
                    <a:pt x="1356429" y="542447"/>
                  </a:lnTo>
                  <a:lnTo>
                    <a:pt x="1353403" y="539964"/>
                  </a:lnTo>
                  <a:lnTo>
                    <a:pt x="1352348" y="540747"/>
                  </a:lnTo>
                  <a:lnTo>
                    <a:pt x="1350407" y="546922"/>
                  </a:lnTo>
                  <a:lnTo>
                    <a:pt x="1347865" y="548427"/>
                  </a:lnTo>
                  <a:lnTo>
                    <a:pt x="1346526" y="547605"/>
                  </a:lnTo>
                  <a:lnTo>
                    <a:pt x="1345362" y="543706"/>
                  </a:lnTo>
                  <a:lnTo>
                    <a:pt x="1344537" y="542424"/>
                  </a:lnTo>
                  <a:lnTo>
                    <a:pt x="1342245" y="541248"/>
                  </a:lnTo>
                  <a:lnTo>
                    <a:pt x="1330081" y="542349"/>
                  </a:lnTo>
                  <a:lnTo>
                    <a:pt x="1325993" y="541402"/>
                  </a:lnTo>
                  <a:lnTo>
                    <a:pt x="1323101" y="541311"/>
                  </a:lnTo>
                  <a:lnTo>
                    <a:pt x="1319184" y="543312"/>
                  </a:lnTo>
                  <a:lnTo>
                    <a:pt x="1315418" y="542530"/>
                  </a:lnTo>
                  <a:lnTo>
                    <a:pt x="1308470" y="546371"/>
                  </a:lnTo>
                  <a:lnTo>
                    <a:pt x="1305632" y="548957"/>
                  </a:lnTo>
                  <a:lnTo>
                    <a:pt x="1302169" y="553477"/>
                  </a:lnTo>
                  <a:lnTo>
                    <a:pt x="1299095" y="560994"/>
                  </a:lnTo>
                  <a:lnTo>
                    <a:pt x="1297372" y="563838"/>
                  </a:lnTo>
                  <a:lnTo>
                    <a:pt x="1294466" y="567412"/>
                  </a:lnTo>
                  <a:lnTo>
                    <a:pt x="1290385" y="570699"/>
                  </a:lnTo>
                  <a:lnTo>
                    <a:pt x="1288143" y="574049"/>
                  </a:lnTo>
                  <a:lnTo>
                    <a:pt x="1286948" y="576747"/>
                  </a:lnTo>
                  <a:lnTo>
                    <a:pt x="1284792" y="586992"/>
                  </a:lnTo>
                  <a:lnTo>
                    <a:pt x="1284244" y="588522"/>
                  </a:lnTo>
                  <a:lnTo>
                    <a:pt x="1279196" y="592250"/>
                  </a:lnTo>
                  <a:lnTo>
                    <a:pt x="1277597" y="596333"/>
                  </a:lnTo>
                  <a:lnTo>
                    <a:pt x="1276936" y="597372"/>
                  </a:lnTo>
                  <a:lnTo>
                    <a:pt x="1274846" y="599099"/>
                  </a:lnTo>
                  <a:lnTo>
                    <a:pt x="1273567" y="601978"/>
                  </a:lnTo>
                  <a:lnTo>
                    <a:pt x="1272854" y="602823"/>
                  </a:lnTo>
                  <a:lnTo>
                    <a:pt x="1269877" y="604837"/>
                  </a:lnTo>
                  <a:lnTo>
                    <a:pt x="1267425" y="609961"/>
                  </a:lnTo>
                  <a:lnTo>
                    <a:pt x="1263977" y="613584"/>
                  </a:lnTo>
                  <a:lnTo>
                    <a:pt x="1258932" y="623528"/>
                  </a:lnTo>
                  <a:lnTo>
                    <a:pt x="1258504" y="624724"/>
                  </a:lnTo>
                  <a:lnTo>
                    <a:pt x="1258056" y="627378"/>
                  </a:lnTo>
                  <a:lnTo>
                    <a:pt x="1257297" y="629316"/>
                  </a:lnTo>
                  <a:lnTo>
                    <a:pt x="1252956" y="637996"/>
                  </a:lnTo>
                  <a:lnTo>
                    <a:pt x="1251609" y="638801"/>
                  </a:lnTo>
                  <a:lnTo>
                    <a:pt x="1249465" y="642860"/>
                  </a:lnTo>
                  <a:lnTo>
                    <a:pt x="1247259" y="645297"/>
                  </a:lnTo>
                  <a:lnTo>
                    <a:pt x="1245241" y="648164"/>
                  </a:lnTo>
                  <a:lnTo>
                    <a:pt x="1242759" y="651151"/>
                  </a:lnTo>
                  <a:lnTo>
                    <a:pt x="1238974" y="654622"/>
                  </a:lnTo>
                  <a:lnTo>
                    <a:pt x="1237736" y="656593"/>
                  </a:lnTo>
                  <a:lnTo>
                    <a:pt x="1235737" y="661255"/>
                  </a:lnTo>
                  <a:lnTo>
                    <a:pt x="1230918" y="666916"/>
                  </a:lnTo>
                  <a:lnTo>
                    <a:pt x="1228531" y="668301"/>
                  </a:lnTo>
                  <a:lnTo>
                    <a:pt x="1225373" y="673338"/>
                  </a:lnTo>
                  <a:lnTo>
                    <a:pt x="1225058" y="674523"/>
                  </a:lnTo>
                  <a:lnTo>
                    <a:pt x="1224794" y="676367"/>
                  </a:lnTo>
                  <a:lnTo>
                    <a:pt x="1225319" y="679597"/>
                  </a:lnTo>
                  <a:lnTo>
                    <a:pt x="1226087" y="680309"/>
                  </a:lnTo>
                  <a:lnTo>
                    <a:pt x="1227364" y="680750"/>
                  </a:lnTo>
                  <a:lnTo>
                    <a:pt x="1232062" y="683957"/>
                  </a:lnTo>
                  <a:lnTo>
                    <a:pt x="1236450" y="683067"/>
                  </a:lnTo>
                  <a:lnTo>
                    <a:pt x="1240337" y="683080"/>
                  </a:lnTo>
                  <a:lnTo>
                    <a:pt x="1241862" y="682764"/>
                  </a:lnTo>
                  <a:lnTo>
                    <a:pt x="1242801" y="682862"/>
                  </a:lnTo>
                  <a:lnTo>
                    <a:pt x="1243102" y="684621"/>
                  </a:lnTo>
                  <a:lnTo>
                    <a:pt x="1243064" y="687846"/>
                  </a:lnTo>
                  <a:lnTo>
                    <a:pt x="1242496" y="690772"/>
                  </a:lnTo>
                  <a:lnTo>
                    <a:pt x="1242030" y="699420"/>
                  </a:lnTo>
                  <a:lnTo>
                    <a:pt x="1241504" y="703242"/>
                  </a:lnTo>
                  <a:lnTo>
                    <a:pt x="1241911" y="707001"/>
                  </a:lnTo>
                  <a:lnTo>
                    <a:pt x="1242862" y="707654"/>
                  </a:lnTo>
                  <a:lnTo>
                    <a:pt x="1243814" y="705959"/>
                  </a:lnTo>
                  <a:lnTo>
                    <a:pt x="1245316" y="705699"/>
                  </a:lnTo>
                  <a:lnTo>
                    <a:pt x="1246868" y="706481"/>
                  </a:lnTo>
                  <a:lnTo>
                    <a:pt x="1248033" y="700466"/>
                  </a:lnTo>
                  <a:lnTo>
                    <a:pt x="1247062" y="699531"/>
                  </a:lnTo>
                  <a:lnTo>
                    <a:pt x="1246196" y="697413"/>
                  </a:lnTo>
                  <a:lnTo>
                    <a:pt x="1246711" y="695828"/>
                  </a:lnTo>
                  <a:lnTo>
                    <a:pt x="1249393" y="692870"/>
                  </a:lnTo>
                  <a:lnTo>
                    <a:pt x="1251066" y="692607"/>
                  </a:lnTo>
                  <a:lnTo>
                    <a:pt x="1252666" y="692841"/>
                  </a:lnTo>
                  <a:lnTo>
                    <a:pt x="1250931" y="696591"/>
                  </a:lnTo>
                  <a:lnTo>
                    <a:pt x="1250228" y="697357"/>
                  </a:lnTo>
                  <a:lnTo>
                    <a:pt x="1249684" y="697562"/>
                  </a:lnTo>
                  <a:lnTo>
                    <a:pt x="1248956" y="698241"/>
                  </a:lnTo>
                  <a:lnTo>
                    <a:pt x="1250514" y="700397"/>
                  </a:lnTo>
                  <a:lnTo>
                    <a:pt x="1252175" y="702085"/>
                  </a:lnTo>
                  <a:lnTo>
                    <a:pt x="1254582" y="702786"/>
                  </a:lnTo>
                  <a:lnTo>
                    <a:pt x="1254030" y="704069"/>
                  </a:lnTo>
                  <a:lnTo>
                    <a:pt x="1252425" y="705177"/>
                  </a:lnTo>
                  <a:lnTo>
                    <a:pt x="1250974" y="709868"/>
                  </a:lnTo>
                  <a:lnTo>
                    <a:pt x="1248665" y="712098"/>
                  </a:lnTo>
                  <a:lnTo>
                    <a:pt x="1247618" y="713646"/>
                  </a:lnTo>
                  <a:lnTo>
                    <a:pt x="1247984" y="714623"/>
                  </a:lnTo>
                  <a:lnTo>
                    <a:pt x="1248832" y="714835"/>
                  </a:lnTo>
                  <a:lnTo>
                    <a:pt x="1253486" y="714205"/>
                  </a:lnTo>
                  <a:lnTo>
                    <a:pt x="1255896" y="712926"/>
                  </a:lnTo>
                  <a:lnTo>
                    <a:pt x="1259331" y="709296"/>
                  </a:lnTo>
                  <a:lnTo>
                    <a:pt x="1260761" y="703893"/>
                  </a:lnTo>
                  <a:lnTo>
                    <a:pt x="1262063" y="702404"/>
                  </a:lnTo>
                  <a:lnTo>
                    <a:pt x="1262454" y="702398"/>
                  </a:lnTo>
                  <a:lnTo>
                    <a:pt x="1262910" y="702773"/>
                  </a:lnTo>
                  <a:lnTo>
                    <a:pt x="1262922" y="706566"/>
                  </a:lnTo>
                  <a:lnTo>
                    <a:pt x="1261081" y="710840"/>
                  </a:lnTo>
                  <a:lnTo>
                    <a:pt x="1259777" y="713255"/>
                  </a:lnTo>
                  <a:lnTo>
                    <a:pt x="1259294" y="715277"/>
                  </a:lnTo>
                  <a:lnTo>
                    <a:pt x="1260096" y="715310"/>
                  </a:lnTo>
                  <a:lnTo>
                    <a:pt x="1261576" y="714893"/>
                  </a:lnTo>
                  <a:lnTo>
                    <a:pt x="1262261" y="713918"/>
                  </a:lnTo>
                  <a:lnTo>
                    <a:pt x="1263962" y="708754"/>
                  </a:lnTo>
                  <a:lnTo>
                    <a:pt x="1264401" y="705062"/>
                  </a:lnTo>
                  <a:lnTo>
                    <a:pt x="1264654" y="699919"/>
                  </a:lnTo>
                  <a:lnTo>
                    <a:pt x="1264461" y="696849"/>
                  </a:lnTo>
                  <a:lnTo>
                    <a:pt x="1264588" y="694633"/>
                  </a:lnTo>
                  <a:lnTo>
                    <a:pt x="1263922" y="692397"/>
                  </a:lnTo>
                  <a:lnTo>
                    <a:pt x="1264359" y="691756"/>
                  </a:lnTo>
                  <a:lnTo>
                    <a:pt x="1269007" y="694776"/>
                  </a:lnTo>
                  <a:lnTo>
                    <a:pt x="1271445" y="695510"/>
                  </a:lnTo>
                  <a:lnTo>
                    <a:pt x="1275847" y="693023"/>
                  </a:lnTo>
                  <a:lnTo>
                    <a:pt x="1276847" y="693635"/>
                  </a:lnTo>
                  <a:lnTo>
                    <a:pt x="1277562" y="695145"/>
                  </a:lnTo>
                  <a:lnTo>
                    <a:pt x="1281199" y="699689"/>
                  </a:lnTo>
                  <a:lnTo>
                    <a:pt x="1281914" y="701182"/>
                  </a:lnTo>
                  <a:lnTo>
                    <a:pt x="1283111" y="706750"/>
                  </a:lnTo>
                  <a:lnTo>
                    <a:pt x="1286978" y="713137"/>
                  </a:lnTo>
                  <a:lnTo>
                    <a:pt x="1290589" y="716147"/>
                  </a:lnTo>
                  <a:lnTo>
                    <a:pt x="1290696" y="717339"/>
                  </a:lnTo>
                  <a:lnTo>
                    <a:pt x="1292997" y="720878"/>
                  </a:lnTo>
                  <a:lnTo>
                    <a:pt x="1294769" y="722110"/>
                  </a:lnTo>
                  <a:lnTo>
                    <a:pt x="1295090" y="725325"/>
                  </a:lnTo>
                  <a:lnTo>
                    <a:pt x="1294249" y="727887"/>
                  </a:lnTo>
                  <a:lnTo>
                    <a:pt x="1292583" y="730310"/>
                  </a:lnTo>
                  <a:lnTo>
                    <a:pt x="1289245" y="728057"/>
                  </a:lnTo>
                  <a:lnTo>
                    <a:pt x="1288704" y="728164"/>
                  </a:lnTo>
                  <a:lnTo>
                    <a:pt x="1289100" y="729584"/>
                  </a:lnTo>
                  <a:lnTo>
                    <a:pt x="1291511" y="733788"/>
                  </a:lnTo>
                  <a:lnTo>
                    <a:pt x="1293430" y="735485"/>
                  </a:lnTo>
                  <a:lnTo>
                    <a:pt x="1293545" y="741027"/>
                  </a:lnTo>
                  <a:lnTo>
                    <a:pt x="1293307" y="744054"/>
                  </a:lnTo>
                  <a:lnTo>
                    <a:pt x="1292029" y="747436"/>
                  </a:lnTo>
                  <a:lnTo>
                    <a:pt x="1292453" y="749424"/>
                  </a:lnTo>
                  <a:lnTo>
                    <a:pt x="1294269" y="752298"/>
                  </a:lnTo>
                  <a:lnTo>
                    <a:pt x="1295170" y="753386"/>
                  </a:lnTo>
                  <a:lnTo>
                    <a:pt x="1296035" y="755035"/>
                  </a:lnTo>
                  <a:lnTo>
                    <a:pt x="1294903" y="758619"/>
                  </a:lnTo>
                  <a:lnTo>
                    <a:pt x="1294691" y="762655"/>
                  </a:lnTo>
                  <a:lnTo>
                    <a:pt x="1293459" y="764427"/>
                  </a:lnTo>
                  <a:lnTo>
                    <a:pt x="1291994" y="768354"/>
                  </a:lnTo>
                  <a:lnTo>
                    <a:pt x="1289760" y="771541"/>
                  </a:lnTo>
                  <a:lnTo>
                    <a:pt x="1288692" y="777621"/>
                  </a:lnTo>
                  <a:lnTo>
                    <a:pt x="1286979" y="782996"/>
                  </a:lnTo>
                  <a:lnTo>
                    <a:pt x="1286786" y="788343"/>
                  </a:lnTo>
                  <a:lnTo>
                    <a:pt x="1286501" y="790250"/>
                  </a:lnTo>
                  <a:lnTo>
                    <a:pt x="1285085" y="795763"/>
                  </a:lnTo>
                  <a:lnTo>
                    <a:pt x="1284579" y="803275"/>
                  </a:lnTo>
                  <a:lnTo>
                    <a:pt x="1285250" y="815545"/>
                  </a:lnTo>
                  <a:lnTo>
                    <a:pt x="1285575" y="816256"/>
                  </a:lnTo>
                  <a:lnTo>
                    <a:pt x="1286261" y="816973"/>
                  </a:lnTo>
                  <a:lnTo>
                    <a:pt x="1286134" y="817821"/>
                  </a:lnTo>
                  <a:lnTo>
                    <a:pt x="1285808" y="818423"/>
                  </a:lnTo>
                  <a:lnTo>
                    <a:pt x="1284424" y="822024"/>
                  </a:lnTo>
                  <a:lnTo>
                    <a:pt x="1284445" y="824562"/>
                  </a:lnTo>
                  <a:lnTo>
                    <a:pt x="1284976" y="826451"/>
                  </a:lnTo>
                  <a:lnTo>
                    <a:pt x="1285042" y="831342"/>
                  </a:lnTo>
                  <a:lnTo>
                    <a:pt x="1284064" y="839162"/>
                  </a:lnTo>
                  <a:lnTo>
                    <a:pt x="1283702" y="840394"/>
                  </a:lnTo>
                  <a:lnTo>
                    <a:pt x="1283307" y="842432"/>
                  </a:lnTo>
                  <a:lnTo>
                    <a:pt x="1283128" y="844254"/>
                  </a:lnTo>
                  <a:lnTo>
                    <a:pt x="1282867" y="845411"/>
                  </a:lnTo>
                  <a:lnTo>
                    <a:pt x="1282678" y="847365"/>
                  </a:lnTo>
                  <a:lnTo>
                    <a:pt x="1282959" y="849110"/>
                  </a:lnTo>
                  <a:lnTo>
                    <a:pt x="1283466" y="850018"/>
                  </a:lnTo>
                  <a:lnTo>
                    <a:pt x="1281716" y="855669"/>
                  </a:lnTo>
                  <a:lnTo>
                    <a:pt x="1281107" y="863032"/>
                  </a:lnTo>
                  <a:lnTo>
                    <a:pt x="1280456" y="866017"/>
                  </a:lnTo>
                  <a:lnTo>
                    <a:pt x="1279152" y="868939"/>
                  </a:lnTo>
                  <a:lnTo>
                    <a:pt x="1276453" y="873171"/>
                  </a:lnTo>
                  <a:lnTo>
                    <a:pt x="1275494" y="875850"/>
                  </a:lnTo>
                  <a:lnTo>
                    <a:pt x="1273725" y="879237"/>
                  </a:lnTo>
                  <a:lnTo>
                    <a:pt x="1272046" y="881835"/>
                  </a:lnTo>
                  <a:lnTo>
                    <a:pt x="1269710" y="889296"/>
                  </a:lnTo>
                  <a:lnTo>
                    <a:pt x="1267830" y="896729"/>
                  </a:lnTo>
                  <a:lnTo>
                    <a:pt x="1263122" y="906364"/>
                  </a:lnTo>
                  <a:lnTo>
                    <a:pt x="1262474" y="908758"/>
                  </a:lnTo>
                  <a:lnTo>
                    <a:pt x="1262142" y="911311"/>
                  </a:lnTo>
                  <a:lnTo>
                    <a:pt x="1260908" y="915589"/>
                  </a:lnTo>
                  <a:lnTo>
                    <a:pt x="1260285" y="921547"/>
                  </a:lnTo>
                  <a:lnTo>
                    <a:pt x="1258845" y="923925"/>
                  </a:lnTo>
                  <a:lnTo>
                    <a:pt x="1257666" y="930196"/>
                  </a:lnTo>
                  <a:lnTo>
                    <a:pt x="1253837" y="939717"/>
                  </a:lnTo>
                  <a:lnTo>
                    <a:pt x="1252887" y="942972"/>
                  </a:lnTo>
                  <a:lnTo>
                    <a:pt x="1249932" y="948242"/>
                  </a:lnTo>
                  <a:lnTo>
                    <a:pt x="1246772" y="955526"/>
                  </a:lnTo>
                  <a:lnTo>
                    <a:pt x="1242872" y="962097"/>
                  </a:lnTo>
                  <a:lnTo>
                    <a:pt x="1242119" y="964789"/>
                  </a:lnTo>
                  <a:lnTo>
                    <a:pt x="1240608" y="967799"/>
                  </a:lnTo>
                  <a:lnTo>
                    <a:pt x="1238976" y="972410"/>
                  </a:lnTo>
                  <a:lnTo>
                    <a:pt x="1236600" y="976999"/>
                  </a:lnTo>
                  <a:lnTo>
                    <a:pt x="1236118" y="980096"/>
                  </a:lnTo>
                  <a:lnTo>
                    <a:pt x="1235364" y="982250"/>
                  </a:lnTo>
                  <a:lnTo>
                    <a:pt x="1233600" y="983706"/>
                  </a:lnTo>
                  <a:lnTo>
                    <a:pt x="1232324" y="985665"/>
                  </a:lnTo>
                  <a:lnTo>
                    <a:pt x="1228447" y="997545"/>
                  </a:lnTo>
                  <a:lnTo>
                    <a:pt x="1227946" y="999692"/>
                  </a:lnTo>
                  <a:lnTo>
                    <a:pt x="1227882" y="1001578"/>
                  </a:lnTo>
                  <a:lnTo>
                    <a:pt x="1225347" y="1006022"/>
                  </a:lnTo>
                  <a:lnTo>
                    <a:pt x="1223881" y="1010717"/>
                  </a:lnTo>
                  <a:lnTo>
                    <a:pt x="1221450" y="1013647"/>
                  </a:lnTo>
                  <a:lnTo>
                    <a:pt x="1218892" y="1017665"/>
                  </a:lnTo>
                  <a:lnTo>
                    <a:pt x="1212813" y="1025007"/>
                  </a:lnTo>
                  <a:lnTo>
                    <a:pt x="1211155" y="1027804"/>
                  </a:lnTo>
                  <a:lnTo>
                    <a:pt x="1207737" y="1031277"/>
                  </a:lnTo>
                  <a:lnTo>
                    <a:pt x="1206344" y="1031328"/>
                  </a:lnTo>
                  <a:lnTo>
                    <a:pt x="1203423" y="1033229"/>
                  </a:lnTo>
                  <a:lnTo>
                    <a:pt x="1201498" y="1035206"/>
                  </a:lnTo>
                  <a:lnTo>
                    <a:pt x="1200356" y="1034443"/>
                  </a:lnTo>
                  <a:lnTo>
                    <a:pt x="1199643" y="1031925"/>
                  </a:lnTo>
                  <a:lnTo>
                    <a:pt x="1198817" y="1032006"/>
                  </a:lnTo>
                  <a:lnTo>
                    <a:pt x="1198132" y="1032346"/>
                  </a:lnTo>
                  <a:lnTo>
                    <a:pt x="1196377" y="1029921"/>
                  </a:lnTo>
                  <a:lnTo>
                    <a:pt x="1194872" y="1030046"/>
                  </a:lnTo>
                  <a:lnTo>
                    <a:pt x="1193792" y="1028918"/>
                  </a:lnTo>
                  <a:lnTo>
                    <a:pt x="1191776" y="1029700"/>
                  </a:lnTo>
                  <a:lnTo>
                    <a:pt x="1192123" y="1019199"/>
                  </a:lnTo>
                  <a:lnTo>
                    <a:pt x="1191841" y="1016987"/>
                  </a:lnTo>
                  <a:lnTo>
                    <a:pt x="1190974" y="1019010"/>
                  </a:lnTo>
                  <a:lnTo>
                    <a:pt x="1188652" y="1022737"/>
                  </a:lnTo>
                  <a:lnTo>
                    <a:pt x="1187727" y="1023432"/>
                  </a:lnTo>
                  <a:lnTo>
                    <a:pt x="1186811" y="1023440"/>
                  </a:lnTo>
                  <a:lnTo>
                    <a:pt x="1187172" y="1021206"/>
                  </a:lnTo>
                  <a:lnTo>
                    <a:pt x="1188475" y="1017977"/>
                  </a:lnTo>
                  <a:lnTo>
                    <a:pt x="1188057" y="1017504"/>
                  </a:lnTo>
                  <a:lnTo>
                    <a:pt x="1187633" y="1017329"/>
                  </a:lnTo>
                  <a:lnTo>
                    <a:pt x="1185995" y="1018709"/>
                  </a:lnTo>
                  <a:lnTo>
                    <a:pt x="1185170" y="1020264"/>
                  </a:lnTo>
                  <a:lnTo>
                    <a:pt x="1182835" y="1026357"/>
                  </a:lnTo>
                  <a:lnTo>
                    <a:pt x="1181436" y="1031502"/>
                  </a:lnTo>
                  <a:lnTo>
                    <a:pt x="1180292" y="1032985"/>
                  </a:lnTo>
                  <a:lnTo>
                    <a:pt x="1179756" y="1035193"/>
                  </a:lnTo>
                  <a:lnTo>
                    <a:pt x="1178768" y="1037302"/>
                  </a:lnTo>
                  <a:lnTo>
                    <a:pt x="1177252" y="1036737"/>
                  </a:lnTo>
                  <a:lnTo>
                    <a:pt x="1176354" y="1037069"/>
                  </a:lnTo>
                  <a:lnTo>
                    <a:pt x="1174202" y="1035906"/>
                  </a:lnTo>
                  <a:lnTo>
                    <a:pt x="1173670" y="1036405"/>
                  </a:lnTo>
                  <a:lnTo>
                    <a:pt x="1175088" y="1040348"/>
                  </a:lnTo>
                  <a:lnTo>
                    <a:pt x="1173903" y="10461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3"/>
            <p:cNvSpPr/>
            <p:nvPr/>
          </p:nvSpPr>
          <p:spPr>
            <a:xfrm>
              <a:off x="4377009" y="1323648"/>
              <a:ext cx="14534" cy="3889"/>
            </a:xfrm>
            <a:custGeom>
              <a:avLst/>
              <a:pathLst>
                <a:path w="14534" h="3889">
                  <a:moveTo>
                    <a:pt x="14534" y="1728"/>
                  </a:moveTo>
                  <a:lnTo>
                    <a:pt x="13521" y="3156"/>
                  </a:lnTo>
                  <a:lnTo>
                    <a:pt x="12106" y="3889"/>
                  </a:lnTo>
                  <a:lnTo>
                    <a:pt x="10541" y="2683"/>
                  </a:lnTo>
                  <a:lnTo>
                    <a:pt x="6655" y="2770"/>
                  </a:lnTo>
                  <a:lnTo>
                    <a:pt x="0" y="1464"/>
                  </a:lnTo>
                  <a:lnTo>
                    <a:pt x="1905" y="644"/>
                  </a:lnTo>
                  <a:lnTo>
                    <a:pt x="12408" y="0"/>
                  </a:lnTo>
                  <a:lnTo>
                    <a:pt x="13146" y="1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4"/>
            <p:cNvSpPr/>
            <p:nvPr/>
          </p:nvSpPr>
          <p:spPr>
            <a:xfrm>
              <a:off x="4372559" y="1319197"/>
              <a:ext cx="7903" cy="4178"/>
            </a:xfrm>
            <a:custGeom>
              <a:avLst/>
              <a:pathLst>
                <a:path w="7903" h="4178">
                  <a:moveTo>
                    <a:pt x="2802" y="3954"/>
                  </a:moveTo>
                  <a:lnTo>
                    <a:pt x="1447" y="4178"/>
                  </a:lnTo>
                  <a:lnTo>
                    <a:pt x="0" y="3543"/>
                  </a:lnTo>
                  <a:lnTo>
                    <a:pt x="394" y="2227"/>
                  </a:lnTo>
                  <a:lnTo>
                    <a:pt x="3712" y="1992"/>
                  </a:lnTo>
                  <a:lnTo>
                    <a:pt x="4919" y="0"/>
                  </a:lnTo>
                  <a:lnTo>
                    <a:pt x="7003" y="112"/>
                  </a:lnTo>
                  <a:lnTo>
                    <a:pt x="7580" y="690"/>
                  </a:lnTo>
                  <a:lnTo>
                    <a:pt x="7903" y="1354"/>
                  </a:lnTo>
                  <a:lnTo>
                    <a:pt x="7895" y="2217"/>
                  </a:lnTo>
                  <a:lnTo>
                    <a:pt x="7443" y="2217"/>
                  </a:lnTo>
                  <a:lnTo>
                    <a:pt x="5462" y="2315"/>
                  </a:lnTo>
                  <a:lnTo>
                    <a:pt x="5096" y="280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5"/>
            <p:cNvSpPr/>
            <p:nvPr/>
          </p:nvSpPr>
          <p:spPr>
            <a:xfrm>
              <a:off x="4296062" y="1286895"/>
              <a:ext cx="68763" cy="43625"/>
            </a:xfrm>
            <a:custGeom>
              <a:avLst/>
              <a:pathLst>
                <a:path w="68763" h="43625">
                  <a:moveTo>
                    <a:pt x="40853" y="5296"/>
                  </a:moveTo>
                  <a:lnTo>
                    <a:pt x="39746" y="7587"/>
                  </a:lnTo>
                  <a:lnTo>
                    <a:pt x="39274" y="9666"/>
                  </a:lnTo>
                  <a:lnTo>
                    <a:pt x="35891" y="16445"/>
                  </a:lnTo>
                  <a:lnTo>
                    <a:pt x="35488" y="17663"/>
                  </a:lnTo>
                  <a:lnTo>
                    <a:pt x="37475" y="16603"/>
                  </a:lnTo>
                  <a:lnTo>
                    <a:pt x="39296" y="14291"/>
                  </a:lnTo>
                  <a:lnTo>
                    <a:pt x="40399" y="12376"/>
                  </a:lnTo>
                  <a:lnTo>
                    <a:pt x="41598" y="11153"/>
                  </a:lnTo>
                  <a:lnTo>
                    <a:pt x="43020" y="11131"/>
                  </a:lnTo>
                  <a:lnTo>
                    <a:pt x="44422" y="10694"/>
                  </a:lnTo>
                  <a:lnTo>
                    <a:pt x="47083" y="9074"/>
                  </a:lnTo>
                  <a:lnTo>
                    <a:pt x="49802" y="8368"/>
                  </a:lnTo>
                  <a:lnTo>
                    <a:pt x="51254" y="8390"/>
                  </a:lnTo>
                  <a:lnTo>
                    <a:pt x="52673" y="9159"/>
                  </a:lnTo>
                  <a:lnTo>
                    <a:pt x="53562" y="10952"/>
                  </a:lnTo>
                  <a:lnTo>
                    <a:pt x="54551" y="12411"/>
                  </a:lnTo>
                  <a:lnTo>
                    <a:pt x="58106" y="13477"/>
                  </a:lnTo>
                  <a:lnTo>
                    <a:pt x="58618" y="13867"/>
                  </a:lnTo>
                  <a:lnTo>
                    <a:pt x="58933" y="15066"/>
                  </a:lnTo>
                  <a:lnTo>
                    <a:pt x="58650" y="16345"/>
                  </a:lnTo>
                  <a:lnTo>
                    <a:pt x="60707" y="17671"/>
                  </a:lnTo>
                  <a:lnTo>
                    <a:pt x="63521" y="17088"/>
                  </a:lnTo>
                  <a:lnTo>
                    <a:pt x="65038" y="17430"/>
                  </a:lnTo>
                  <a:lnTo>
                    <a:pt x="66530" y="18153"/>
                  </a:lnTo>
                  <a:lnTo>
                    <a:pt x="67195" y="19303"/>
                  </a:lnTo>
                  <a:lnTo>
                    <a:pt x="67780" y="20690"/>
                  </a:lnTo>
                  <a:lnTo>
                    <a:pt x="68394" y="22665"/>
                  </a:lnTo>
                  <a:lnTo>
                    <a:pt x="68763" y="24799"/>
                  </a:lnTo>
                  <a:lnTo>
                    <a:pt x="68422" y="27578"/>
                  </a:lnTo>
                  <a:lnTo>
                    <a:pt x="62971" y="31926"/>
                  </a:lnTo>
                  <a:lnTo>
                    <a:pt x="61940" y="32310"/>
                  </a:lnTo>
                  <a:lnTo>
                    <a:pt x="59415" y="32030"/>
                  </a:lnTo>
                  <a:lnTo>
                    <a:pt x="56894" y="32449"/>
                  </a:lnTo>
                  <a:lnTo>
                    <a:pt x="50329" y="34718"/>
                  </a:lnTo>
                  <a:lnTo>
                    <a:pt x="42197" y="34789"/>
                  </a:lnTo>
                  <a:lnTo>
                    <a:pt x="39852" y="36797"/>
                  </a:lnTo>
                  <a:lnTo>
                    <a:pt x="39145" y="36738"/>
                  </a:lnTo>
                  <a:lnTo>
                    <a:pt x="38450" y="36389"/>
                  </a:lnTo>
                  <a:lnTo>
                    <a:pt x="37814" y="35712"/>
                  </a:lnTo>
                  <a:lnTo>
                    <a:pt x="32855" y="36282"/>
                  </a:lnTo>
                  <a:lnTo>
                    <a:pt x="27312" y="36607"/>
                  </a:lnTo>
                  <a:lnTo>
                    <a:pt x="21768" y="36677"/>
                  </a:lnTo>
                  <a:lnTo>
                    <a:pt x="19904" y="38125"/>
                  </a:lnTo>
                  <a:lnTo>
                    <a:pt x="14240" y="40945"/>
                  </a:lnTo>
                  <a:lnTo>
                    <a:pt x="9028" y="43088"/>
                  </a:lnTo>
                  <a:lnTo>
                    <a:pt x="6335" y="43625"/>
                  </a:lnTo>
                  <a:lnTo>
                    <a:pt x="2420" y="43056"/>
                  </a:lnTo>
                  <a:lnTo>
                    <a:pt x="1187" y="42329"/>
                  </a:lnTo>
                  <a:lnTo>
                    <a:pt x="0" y="41224"/>
                  </a:lnTo>
                  <a:lnTo>
                    <a:pt x="1721" y="39869"/>
                  </a:lnTo>
                  <a:lnTo>
                    <a:pt x="2935" y="37073"/>
                  </a:lnTo>
                  <a:lnTo>
                    <a:pt x="4437" y="35450"/>
                  </a:lnTo>
                  <a:lnTo>
                    <a:pt x="8310" y="32335"/>
                  </a:lnTo>
                  <a:lnTo>
                    <a:pt x="8748" y="31110"/>
                  </a:lnTo>
                  <a:lnTo>
                    <a:pt x="9497" y="28448"/>
                  </a:lnTo>
                  <a:lnTo>
                    <a:pt x="9945" y="27458"/>
                  </a:lnTo>
                  <a:lnTo>
                    <a:pt x="10537" y="26517"/>
                  </a:lnTo>
                  <a:lnTo>
                    <a:pt x="11016" y="25393"/>
                  </a:lnTo>
                  <a:lnTo>
                    <a:pt x="11078" y="23689"/>
                  </a:lnTo>
                  <a:lnTo>
                    <a:pt x="11320" y="22280"/>
                  </a:lnTo>
                  <a:lnTo>
                    <a:pt x="12823" y="20094"/>
                  </a:lnTo>
                  <a:lnTo>
                    <a:pt x="13950" y="19071"/>
                  </a:lnTo>
                  <a:lnTo>
                    <a:pt x="15131" y="18786"/>
                  </a:lnTo>
                  <a:lnTo>
                    <a:pt x="18037" y="19195"/>
                  </a:lnTo>
                  <a:lnTo>
                    <a:pt x="18948" y="19050"/>
                  </a:lnTo>
                  <a:lnTo>
                    <a:pt x="18291" y="18342"/>
                  </a:lnTo>
                  <a:lnTo>
                    <a:pt x="17818" y="15821"/>
                  </a:lnTo>
                  <a:lnTo>
                    <a:pt x="17912" y="14992"/>
                  </a:lnTo>
                  <a:lnTo>
                    <a:pt x="18330" y="13389"/>
                  </a:lnTo>
                  <a:lnTo>
                    <a:pt x="19058" y="12607"/>
                  </a:lnTo>
                  <a:lnTo>
                    <a:pt x="19801" y="12112"/>
                  </a:lnTo>
                  <a:lnTo>
                    <a:pt x="20224" y="9957"/>
                  </a:lnTo>
                  <a:lnTo>
                    <a:pt x="20043" y="9159"/>
                  </a:lnTo>
                  <a:lnTo>
                    <a:pt x="21140" y="8165"/>
                  </a:lnTo>
                  <a:lnTo>
                    <a:pt x="21677" y="6759"/>
                  </a:lnTo>
                  <a:lnTo>
                    <a:pt x="22975" y="5927"/>
                  </a:lnTo>
                  <a:lnTo>
                    <a:pt x="25617" y="5282"/>
                  </a:lnTo>
                  <a:lnTo>
                    <a:pt x="25756" y="3562"/>
                  </a:lnTo>
                  <a:lnTo>
                    <a:pt x="26157" y="2445"/>
                  </a:lnTo>
                  <a:lnTo>
                    <a:pt x="26756" y="2122"/>
                  </a:lnTo>
                  <a:lnTo>
                    <a:pt x="28095" y="1809"/>
                  </a:lnTo>
                  <a:lnTo>
                    <a:pt x="28810" y="1861"/>
                  </a:lnTo>
                  <a:lnTo>
                    <a:pt x="29808" y="3592"/>
                  </a:lnTo>
                  <a:lnTo>
                    <a:pt x="30866" y="5009"/>
                  </a:lnTo>
                  <a:lnTo>
                    <a:pt x="32265" y="5340"/>
                  </a:lnTo>
                  <a:lnTo>
                    <a:pt x="33659" y="5234"/>
                  </a:lnTo>
                  <a:lnTo>
                    <a:pt x="32818" y="3563"/>
                  </a:lnTo>
                  <a:lnTo>
                    <a:pt x="32857" y="1767"/>
                  </a:lnTo>
                  <a:lnTo>
                    <a:pt x="33362" y="598"/>
                  </a:lnTo>
                  <a:lnTo>
                    <a:pt x="34013" y="92"/>
                  </a:lnTo>
                  <a:lnTo>
                    <a:pt x="35403" y="0"/>
                  </a:lnTo>
                  <a:lnTo>
                    <a:pt x="39775" y="1213"/>
                  </a:lnTo>
                  <a:lnTo>
                    <a:pt x="42633" y="3004"/>
                  </a:lnTo>
                  <a:lnTo>
                    <a:pt x="43273" y="3961"/>
                  </a:lnTo>
                  <a:lnTo>
                    <a:pt x="42757" y="4452"/>
                  </a:lnTo>
                  <a:lnTo>
                    <a:pt x="41476" y="47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6"/>
            <p:cNvSpPr/>
            <p:nvPr/>
          </p:nvSpPr>
          <p:spPr>
            <a:xfrm>
              <a:off x="4032212" y="1280061"/>
              <a:ext cx="17457" cy="5169"/>
            </a:xfrm>
            <a:custGeom>
              <a:avLst/>
              <a:pathLst>
                <a:path w="17457" h="5169">
                  <a:moveTo>
                    <a:pt x="2241" y="395"/>
                  </a:moveTo>
                  <a:lnTo>
                    <a:pt x="3645" y="1454"/>
                  </a:lnTo>
                  <a:lnTo>
                    <a:pt x="4721" y="629"/>
                  </a:lnTo>
                  <a:lnTo>
                    <a:pt x="14859" y="3180"/>
                  </a:lnTo>
                  <a:lnTo>
                    <a:pt x="17007" y="4137"/>
                  </a:lnTo>
                  <a:lnTo>
                    <a:pt x="17457" y="4803"/>
                  </a:lnTo>
                  <a:lnTo>
                    <a:pt x="8614" y="5169"/>
                  </a:lnTo>
                  <a:lnTo>
                    <a:pt x="6790" y="5054"/>
                  </a:lnTo>
                  <a:lnTo>
                    <a:pt x="6642" y="3546"/>
                  </a:lnTo>
                  <a:lnTo>
                    <a:pt x="4610" y="3516"/>
                  </a:lnTo>
                  <a:lnTo>
                    <a:pt x="1160" y="2532"/>
                  </a:lnTo>
                  <a:lnTo>
                    <a:pt x="230" y="1147"/>
                  </a:lnTo>
                  <a:lnTo>
                    <a:pt x="0" y="582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7"/>
            <p:cNvSpPr/>
            <p:nvPr/>
          </p:nvSpPr>
          <p:spPr>
            <a:xfrm>
              <a:off x="4303197" y="1278981"/>
              <a:ext cx="4370" cy="2937"/>
            </a:xfrm>
            <a:custGeom>
              <a:avLst/>
              <a:pathLst>
                <a:path w="4370" h="2937">
                  <a:moveTo>
                    <a:pt x="2503" y="2565"/>
                  </a:moveTo>
                  <a:lnTo>
                    <a:pt x="0" y="2937"/>
                  </a:lnTo>
                  <a:lnTo>
                    <a:pt x="304" y="874"/>
                  </a:lnTo>
                  <a:lnTo>
                    <a:pt x="458" y="316"/>
                  </a:lnTo>
                  <a:lnTo>
                    <a:pt x="1736" y="0"/>
                  </a:lnTo>
                  <a:lnTo>
                    <a:pt x="2567" y="512"/>
                  </a:lnTo>
                  <a:lnTo>
                    <a:pt x="4370" y="9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8"/>
            <p:cNvSpPr/>
            <p:nvPr/>
          </p:nvSpPr>
          <p:spPr>
            <a:xfrm>
              <a:off x="4202757" y="1268601"/>
              <a:ext cx="31032" cy="11134"/>
            </a:xfrm>
            <a:custGeom>
              <a:avLst/>
              <a:pathLst>
                <a:path w="31032" h="11134">
                  <a:moveTo>
                    <a:pt x="18318" y="10847"/>
                  </a:moveTo>
                  <a:lnTo>
                    <a:pt x="15560" y="11134"/>
                  </a:lnTo>
                  <a:lnTo>
                    <a:pt x="12302" y="10863"/>
                  </a:lnTo>
                  <a:lnTo>
                    <a:pt x="6964" y="7733"/>
                  </a:lnTo>
                  <a:lnTo>
                    <a:pt x="3474" y="6406"/>
                  </a:lnTo>
                  <a:lnTo>
                    <a:pt x="633" y="4354"/>
                  </a:lnTo>
                  <a:lnTo>
                    <a:pt x="0" y="2092"/>
                  </a:lnTo>
                  <a:lnTo>
                    <a:pt x="1805" y="637"/>
                  </a:lnTo>
                  <a:lnTo>
                    <a:pt x="4038" y="91"/>
                  </a:lnTo>
                  <a:lnTo>
                    <a:pt x="7740" y="0"/>
                  </a:lnTo>
                  <a:lnTo>
                    <a:pt x="12526" y="202"/>
                  </a:lnTo>
                  <a:lnTo>
                    <a:pt x="17288" y="1647"/>
                  </a:lnTo>
                  <a:lnTo>
                    <a:pt x="27380" y="3285"/>
                  </a:lnTo>
                  <a:lnTo>
                    <a:pt x="31032" y="4366"/>
                  </a:lnTo>
                  <a:lnTo>
                    <a:pt x="28765" y="6960"/>
                  </a:lnTo>
                  <a:lnTo>
                    <a:pt x="26250" y="7931"/>
                  </a:lnTo>
                  <a:lnTo>
                    <a:pt x="23673" y="9299"/>
                  </a:lnTo>
                  <a:lnTo>
                    <a:pt x="21075" y="102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19"/>
            <p:cNvSpPr/>
            <p:nvPr/>
          </p:nvSpPr>
          <p:spPr>
            <a:xfrm>
              <a:off x="3737422" y="1267362"/>
              <a:ext cx="15258" cy="5133"/>
            </a:xfrm>
            <a:custGeom>
              <a:avLst/>
              <a:pathLst>
                <a:path w="15258" h="5133">
                  <a:moveTo>
                    <a:pt x="14965" y="4432"/>
                  </a:moveTo>
                  <a:lnTo>
                    <a:pt x="15258" y="4795"/>
                  </a:lnTo>
                  <a:lnTo>
                    <a:pt x="15214" y="5133"/>
                  </a:lnTo>
                  <a:lnTo>
                    <a:pt x="11183" y="4794"/>
                  </a:lnTo>
                  <a:lnTo>
                    <a:pt x="4118" y="5018"/>
                  </a:lnTo>
                  <a:lnTo>
                    <a:pt x="0" y="3358"/>
                  </a:lnTo>
                  <a:lnTo>
                    <a:pt x="4329" y="1737"/>
                  </a:lnTo>
                  <a:lnTo>
                    <a:pt x="6635" y="1350"/>
                  </a:lnTo>
                  <a:lnTo>
                    <a:pt x="9594" y="0"/>
                  </a:lnTo>
                  <a:lnTo>
                    <a:pt x="13206" y="1347"/>
                  </a:lnTo>
                  <a:lnTo>
                    <a:pt x="13018" y="2478"/>
                  </a:lnTo>
                  <a:lnTo>
                    <a:pt x="13074" y="3042"/>
                  </a:lnTo>
                  <a:lnTo>
                    <a:pt x="14030" y="36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0"/>
            <p:cNvSpPr/>
            <p:nvPr/>
          </p:nvSpPr>
          <p:spPr>
            <a:xfrm>
              <a:off x="3837667" y="1266634"/>
              <a:ext cx="11262" cy="5785"/>
            </a:xfrm>
            <a:custGeom>
              <a:avLst/>
              <a:pathLst>
                <a:path w="11262" h="5785">
                  <a:moveTo>
                    <a:pt x="8739" y="4817"/>
                  </a:moveTo>
                  <a:lnTo>
                    <a:pt x="4671" y="5785"/>
                  </a:lnTo>
                  <a:lnTo>
                    <a:pt x="3218" y="5492"/>
                  </a:lnTo>
                  <a:lnTo>
                    <a:pt x="2838" y="5039"/>
                  </a:lnTo>
                  <a:lnTo>
                    <a:pt x="2057" y="4571"/>
                  </a:lnTo>
                  <a:lnTo>
                    <a:pt x="0" y="3966"/>
                  </a:lnTo>
                  <a:lnTo>
                    <a:pt x="304" y="2261"/>
                  </a:lnTo>
                  <a:lnTo>
                    <a:pt x="933" y="1918"/>
                  </a:lnTo>
                  <a:lnTo>
                    <a:pt x="7100" y="0"/>
                  </a:lnTo>
                  <a:lnTo>
                    <a:pt x="10020" y="1069"/>
                  </a:lnTo>
                  <a:lnTo>
                    <a:pt x="11262" y="36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1"/>
            <p:cNvSpPr/>
            <p:nvPr/>
          </p:nvSpPr>
          <p:spPr>
            <a:xfrm>
              <a:off x="4225473" y="1265174"/>
              <a:ext cx="79379" cy="40791"/>
            </a:xfrm>
            <a:custGeom>
              <a:avLst/>
              <a:pathLst>
                <a:path w="79379" h="40791">
                  <a:moveTo>
                    <a:pt x="52277" y="295"/>
                  </a:moveTo>
                  <a:lnTo>
                    <a:pt x="54878" y="2164"/>
                  </a:lnTo>
                  <a:lnTo>
                    <a:pt x="56175" y="4296"/>
                  </a:lnTo>
                  <a:lnTo>
                    <a:pt x="54914" y="4860"/>
                  </a:lnTo>
                  <a:lnTo>
                    <a:pt x="53792" y="6263"/>
                  </a:lnTo>
                  <a:lnTo>
                    <a:pt x="53247" y="8049"/>
                  </a:lnTo>
                  <a:lnTo>
                    <a:pt x="51737" y="9391"/>
                  </a:lnTo>
                  <a:lnTo>
                    <a:pt x="51332" y="11621"/>
                  </a:lnTo>
                  <a:lnTo>
                    <a:pt x="52017" y="12044"/>
                  </a:lnTo>
                  <a:lnTo>
                    <a:pt x="52844" y="11431"/>
                  </a:lnTo>
                  <a:lnTo>
                    <a:pt x="54505" y="9326"/>
                  </a:lnTo>
                  <a:lnTo>
                    <a:pt x="56706" y="7894"/>
                  </a:lnTo>
                  <a:lnTo>
                    <a:pt x="59076" y="8691"/>
                  </a:lnTo>
                  <a:lnTo>
                    <a:pt x="59983" y="8389"/>
                  </a:lnTo>
                  <a:lnTo>
                    <a:pt x="61639" y="6356"/>
                  </a:lnTo>
                  <a:lnTo>
                    <a:pt x="61331" y="4702"/>
                  </a:lnTo>
                  <a:lnTo>
                    <a:pt x="62012" y="3683"/>
                  </a:lnTo>
                  <a:lnTo>
                    <a:pt x="62746" y="3429"/>
                  </a:lnTo>
                  <a:lnTo>
                    <a:pt x="65806" y="3630"/>
                  </a:lnTo>
                  <a:lnTo>
                    <a:pt x="70677" y="4488"/>
                  </a:lnTo>
                  <a:lnTo>
                    <a:pt x="71538" y="5374"/>
                  </a:lnTo>
                  <a:lnTo>
                    <a:pt x="72700" y="5853"/>
                  </a:lnTo>
                  <a:lnTo>
                    <a:pt x="73416" y="6706"/>
                  </a:lnTo>
                  <a:lnTo>
                    <a:pt x="75579" y="7338"/>
                  </a:lnTo>
                  <a:lnTo>
                    <a:pt x="76621" y="7980"/>
                  </a:lnTo>
                  <a:lnTo>
                    <a:pt x="78077" y="9434"/>
                  </a:lnTo>
                  <a:lnTo>
                    <a:pt x="79379" y="11558"/>
                  </a:lnTo>
                  <a:lnTo>
                    <a:pt x="77728" y="12703"/>
                  </a:lnTo>
                  <a:lnTo>
                    <a:pt x="76858" y="14754"/>
                  </a:lnTo>
                  <a:lnTo>
                    <a:pt x="76475" y="15223"/>
                  </a:lnTo>
                  <a:lnTo>
                    <a:pt x="76204" y="15956"/>
                  </a:lnTo>
                  <a:lnTo>
                    <a:pt x="76084" y="17745"/>
                  </a:lnTo>
                  <a:lnTo>
                    <a:pt x="75832" y="19297"/>
                  </a:lnTo>
                  <a:lnTo>
                    <a:pt x="75518" y="19987"/>
                  </a:lnTo>
                  <a:lnTo>
                    <a:pt x="75348" y="20825"/>
                  </a:lnTo>
                  <a:lnTo>
                    <a:pt x="75522" y="23141"/>
                  </a:lnTo>
                  <a:lnTo>
                    <a:pt x="75058" y="24966"/>
                  </a:lnTo>
                  <a:lnTo>
                    <a:pt x="73430" y="26348"/>
                  </a:lnTo>
                  <a:lnTo>
                    <a:pt x="71732" y="26402"/>
                  </a:lnTo>
                  <a:lnTo>
                    <a:pt x="69226" y="25470"/>
                  </a:lnTo>
                  <a:lnTo>
                    <a:pt x="68514" y="25497"/>
                  </a:lnTo>
                  <a:lnTo>
                    <a:pt x="67803" y="25862"/>
                  </a:lnTo>
                  <a:lnTo>
                    <a:pt x="70932" y="27807"/>
                  </a:lnTo>
                  <a:lnTo>
                    <a:pt x="73202" y="30674"/>
                  </a:lnTo>
                  <a:lnTo>
                    <a:pt x="75854" y="31339"/>
                  </a:lnTo>
                  <a:lnTo>
                    <a:pt x="76579" y="31688"/>
                  </a:lnTo>
                  <a:lnTo>
                    <a:pt x="77544" y="34332"/>
                  </a:lnTo>
                  <a:lnTo>
                    <a:pt x="77881" y="35660"/>
                  </a:lnTo>
                  <a:lnTo>
                    <a:pt x="73469" y="38872"/>
                  </a:lnTo>
                  <a:lnTo>
                    <a:pt x="72320" y="39419"/>
                  </a:lnTo>
                  <a:lnTo>
                    <a:pt x="65279" y="39891"/>
                  </a:lnTo>
                  <a:lnTo>
                    <a:pt x="60641" y="40791"/>
                  </a:lnTo>
                  <a:lnTo>
                    <a:pt x="59181" y="40577"/>
                  </a:lnTo>
                  <a:lnTo>
                    <a:pt x="56588" y="39810"/>
                  </a:lnTo>
                  <a:lnTo>
                    <a:pt x="54896" y="40129"/>
                  </a:lnTo>
                  <a:lnTo>
                    <a:pt x="52436" y="39622"/>
                  </a:lnTo>
                  <a:lnTo>
                    <a:pt x="50925" y="39645"/>
                  </a:lnTo>
                  <a:lnTo>
                    <a:pt x="47435" y="38420"/>
                  </a:lnTo>
                  <a:lnTo>
                    <a:pt x="43855" y="36473"/>
                  </a:lnTo>
                  <a:lnTo>
                    <a:pt x="43155" y="35590"/>
                  </a:lnTo>
                  <a:lnTo>
                    <a:pt x="42435" y="34965"/>
                  </a:lnTo>
                  <a:lnTo>
                    <a:pt x="38145" y="34431"/>
                  </a:lnTo>
                  <a:lnTo>
                    <a:pt x="37206" y="34052"/>
                  </a:lnTo>
                  <a:lnTo>
                    <a:pt x="30951" y="34478"/>
                  </a:lnTo>
                  <a:lnTo>
                    <a:pt x="29887" y="34166"/>
                  </a:lnTo>
                  <a:lnTo>
                    <a:pt x="27937" y="31622"/>
                  </a:lnTo>
                  <a:lnTo>
                    <a:pt x="26868" y="31586"/>
                  </a:lnTo>
                  <a:lnTo>
                    <a:pt x="23419" y="33054"/>
                  </a:lnTo>
                  <a:lnTo>
                    <a:pt x="22138" y="32964"/>
                  </a:lnTo>
                  <a:lnTo>
                    <a:pt x="19533" y="31961"/>
                  </a:lnTo>
                  <a:lnTo>
                    <a:pt x="17959" y="30753"/>
                  </a:lnTo>
                  <a:lnTo>
                    <a:pt x="17724" y="30358"/>
                  </a:lnTo>
                  <a:lnTo>
                    <a:pt x="17588" y="28836"/>
                  </a:lnTo>
                  <a:lnTo>
                    <a:pt x="16026" y="28061"/>
                  </a:lnTo>
                  <a:lnTo>
                    <a:pt x="14114" y="25434"/>
                  </a:lnTo>
                  <a:lnTo>
                    <a:pt x="13035" y="22632"/>
                  </a:lnTo>
                  <a:lnTo>
                    <a:pt x="7810" y="21182"/>
                  </a:lnTo>
                  <a:lnTo>
                    <a:pt x="4632" y="20847"/>
                  </a:lnTo>
                  <a:lnTo>
                    <a:pt x="2287" y="20975"/>
                  </a:lnTo>
                  <a:lnTo>
                    <a:pt x="0" y="19884"/>
                  </a:lnTo>
                  <a:lnTo>
                    <a:pt x="3791" y="15857"/>
                  </a:lnTo>
                  <a:lnTo>
                    <a:pt x="8817" y="13787"/>
                  </a:lnTo>
                  <a:lnTo>
                    <a:pt x="10985" y="12181"/>
                  </a:lnTo>
                  <a:lnTo>
                    <a:pt x="13471" y="10003"/>
                  </a:lnTo>
                  <a:lnTo>
                    <a:pt x="14494" y="6687"/>
                  </a:lnTo>
                  <a:lnTo>
                    <a:pt x="18720" y="4640"/>
                  </a:lnTo>
                  <a:lnTo>
                    <a:pt x="19806" y="3943"/>
                  </a:lnTo>
                  <a:lnTo>
                    <a:pt x="21302" y="2334"/>
                  </a:lnTo>
                  <a:lnTo>
                    <a:pt x="21762" y="2110"/>
                  </a:lnTo>
                  <a:lnTo>
                    <a:pt x="25101" y="4070"/>
                  </a:lnTo>
                  <a:lnTo>
                    <a:pt x="25744" y="3726"/>
                  </a:lnTo>
                  <a:lnTo>
                    <a:pt x="26343" y="2820"/>
                  </a:lnTo>
                  <a:lnTo>
                    <a:pt x="27556" y="1851"/>
                  </a:lnTo>
                  <a:lnTo>
                    <a:pt x="31647" y="1721"/>
                  </a:lnTo>
                  <a:lnTo>
                    <a:pt x="35107" y="2110"/>
                  </a:lnTo>
                  <a:lnTo>
                    <a:pt x="36411" y="1719"/>
                  </a:lnTo>
                  <a:lnTo>
                    <a:pt x="37993" y="1888"/>
                  </a:lnTo>
                  <a:lnTo>
                    <a:pt x="45986" y="449"/>
                  </a:lnTo>
                  <a:lnTo>
                    <a:pt x="5128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2"/>
            <p:cNvSpPr/>
            <p:nvPr/>
          </p:nvSpPr>
          <p:spPr>
            <a:xfrm>
              <a:off x="3731343" y="1263343"/>
              <a:ext cx="8665" cy="5007"/>
            </a:xfrm>
            <a:custGeom>
              <a:avLst/>
              <a:pathLst>
                <a:path w="8665" h="5007">
                  <a:moveTo>
                    <a:pt x="5628" y="4606"/>
                  </a:moveTo>
                  <a:lnTo>
                    <a:pt x="4710" y="5007"/>
                  </a:lnTo>
                  <a:lnTo>
                    <a:pt x="365" y="2780"/>
                  </a:lnTo>
                  <a:lnTo>
                    <a:pt x="0" y="2106"/>
                  </a:lnTo>
                  <a:lnTo>
                    <a:pt x="3720" y="0"/>
                  </a:lnTo>
                  <a:lnTo>
                    <a:pt x="7891" y="317"/>
                  </a:lnTo>
                  <a:lnTo>
                    <a:pt x="8560" y="1317"/>
                  </a:lnTo>
                  <a:lnTo>
                    <a:pt x="8665" y="1709"/>
                  </a:lnTo>
                  <a:lnTo>
                    <a:pt x="5861" y="35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3"/>
            <p:cNvSpPr/>
            <p:nvPr/>
          </p:nvSpPr>
          <p:spPr>
            <a:xfrm>
              <a:off x="3792931" y="1260531"/>
              <a:ext cx="5677" cy="2912"/>
            </a:xfrm>
            <a:custGeom>
              <a:avLst/>
              <a:pathLst>
                <a:path w="5677" h="2912">
                  <a:moveTo>
                    <a:pt x="5677" y="1523"/>
                  </a:moveTo>
                  <a:lnTo>
                    <a:pt x="2446" y="2912"/>
                  </a:lnTo>
                  <a:lnTo>
                    <a:pt x="780" y="2866"/>
                  </a:lnTo>
                  <a:lnTo>
                    <a:pt x="0" y="2037"/>
                  </a:lnTo>
                  <a:lnTo>
                    <a:pt x="1270" y="881"/>
                  </a:lnTo>
                  <a:lnTo>
                    <a:pt x="2956" y="0"/>
                  </a:lnTo>
                  <a:lnTo>
                    <a:pt x="4241" y="227"/>
                  </a:lnTo>
                  <a:lnTo>
                    <a:pt x="5167" y="68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4"/>
            <p:cNvSpPr/>
            <p:nvPr/>
          </p:nvSpPr>
          <p:spPr>
            <a:xfrm>
              <a:off x="3801383" y="1259327"/>
              <a:ext cx="15882" cy="8707"/>
            </a:xfrm>
            <a:custGeom>
              <a:avLst/>
              <a:pathLst>
                <a:path w="15882" h="8707">
                  <a:moveTo>
                    <a:pt x="15383" y="450"/>
                  </a:moveTo>
                  <a:lnTo>
                    <a:pt x="15882" y="1452"/>
                  </a:lnTo>
                  <a:lnTo>
                    <a:pt x="15840" y="5088"/>
                  </a:lnTo>
                  <a:lnTo>
                    <a:pt x="15315" y="6700"/>
                  </a:lnTo>
                  <a:lnTo>
                    <a:pt x="15399" y="8022"/>
                  </a:lnTo>
                  <a:lnTo>
                    <a:pt x="14340" y="8707"/>
                  </a:lnTo>
                  <a:lnTo>
                    <a:pt x="5411" y="8560"/>
                  </a:lnTo>
                  <a:lnTo>
                    <a:pt x="994" y="8244"/>
                  </a:lnTo>
                  <a:lnTo>
                    <a:pt x="0" y="7724"/>
                  </a:lnTo>
                  <a:lnTo>
                    <a:pt x="2478" y="5995"/>
                  </a:lnTo>
                  <a:lnTo>
                    <a:pt x="3272" y="4794"/>
                  </a:lnTo>
                  <a:lnTo>
                    <a:pt x="3018" y="1362"/>
                  </a:lnTo>
                  <a:lnTo>
                    <a:pt x="3411" y="734"/>
                  </a:lnTo>
                  <a:lnTo>
                    <a:pt x="10572" y="1059"/>
                  </a:lnTo>
                  <a:lnTo>
                    <a:pt x="11164" y="85"/>
                  </a:lnTo>
                  <a:lnTo>
                    <a:pt x="1385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5"/>
            <p:cNvSpPr/>
            <p:nvPr/>
          </p:nvSpPr>
          <p:spPr>
            <a:xfrm>
              <a:off x="3761518" y="1257953"/>
              <a:ext cx="18603" cy="7073"/>
            </a:xfrm>
            <a:custGeom>
              <a:avLst/>
              <a:pathLst>
                <a:path w="18603" h="7073">
                  <a:moveTo>
                    <a:pt x="14853" y="6720"/>
                  </a:moveTo>
                  <a:lnTo>
                    <a:pt x="7301" y="7073"/>
                  </a:lnTo>
                  <a:lnTo>
                    <a:pt x="4798" y="6907"/>
                  </a:lnTo>
                  <a:lnTo>
                    <a:pt x="4470" y="6544"/>
                  </a:lnTo>
                  <a:lnTo>
                    <a:pt x="3828" y="6228"/>
                  </a:lnTo>
                  <a:lnTo>
                    <a:pt x="1478" y="5892"/>
                  </a:lnTo>
                  <a:lnTo>
                    <a:pt x="0" y="4400"/>
                  </a:lnTo>
                  <a:lnTo>
                    <a:pt x="645" y="4028"/>
                  </a:lnTo>
                  <a:lnTo>
                    <a:pt x="4125" y="3419"/>
                  </a:lnTo>
                  <a:lnTo>
                    <a:pt x="5305" y="2781"/>
                  </a:lnTo>
                  <a:lnTo>
                    <a:pt x="5707" y="1923"/>
                  </a:lnTo>
                  <a:lnTo>
                    <a:pt x="7273" y="302"/>
                  </a:lnTo>
                  <a:lnTo>
                    <a:pt x="11040" y="0"/>
                  </a:lnTo>
                  <a:lnTo>
                    <a:pt x="12670" y="302"/>
                  </a:lnTo>
                  <a:lnTo>
                    <a:pt x="12860" y="1369"/>
                  </a:lnTo>
                  <a:lnTo>
                    <a:pt x="14452" y="2637"/>
                  </a:lnTo>
                  <a:lnTo>
                    <a:pt x="18603" y="4263"/>
                  </a:lnTo>
                  <a:lnTo>
                    <a:pt x="17766" y="5446"/>
                  </a:lnTo>
                  <a:lnTo>
                    <a:pt x="16346" y="56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6"/>
            <p:cNvSpPr/>
            <p:nvPr/>
          </p:nvSpPr>
          <p:spPr>
            <a:xfrm>
              <a:off x="3815999" y="1255551"/>
              <a:ext cx="25485" cy="11520"/>
            </a:xfrm>
            <a:custGeom>
              <a:avLst/>
              <a:pathLst>
                <a:path w="25485" h="11520">
                  <a:moveTo>
                    <a:pt x="10732" y="10953"/>
                  </a:moveTo>
                  <a:lnTo>
                    <a:pt x="8959" y="11520"/>
                  </a:lnTo>
                  <a:lnTo>
                    <a:pt x="4328" y="10483"/>
                  </a:lnTo>
                  <a:lnTo>
                    <a:pt x="3647" y="9923"/>
                  </a:lnTo>
                  <a:lnTo>
                    <a:pt x="3069" y="8866"/>
                  </a:lnTo>
                  <a:lnTo>
                    <a:pt x="2304" y="4895"/>
                  </a:lnTo>
                  <a:lnTo>
                    <a:pt x="2277" y="3707"/>
                  </a:lnTo>
                  <a:lnTo>
                    <a:pt x="1988" y="2887"/>
                  </a:lnTo>
                  <a:lnTo>
                    <a:pt x="820" y="1439"/>
                  </a:lnTo>
                  <a:lnTo>
                    <a:pt x="0" y="757"/>
                  </a:lnTo>
                  <a:lnTo>
                    <a:pt x="725" y="0"/>
                  </a:lnTo>
                  <a:lnTo>
                    <a:pt x="5800" y="548"/>
                  </a:lnTo>
                  <a:lnTo>
                    <a:pt x="16684" y="862"/>
                  </a:lnTo>
                  <a:lnTo>
                    <a:pt x="22262" y="2306"/>
                  </a:lnTo>
                  <a:lnTo>
                    <a:pt x="23900" y="3117"/>
                  </a:lnTo>
                  <a:lnTo>
                    <a:pt x="25485" y="4453"/>
                  </a:lnTo>
                  <a:lnTo>
                    <a:pt x="15747" y="5176"/>
                  </a:lnTo>
                  <a:lnTo>
                    <a:pt x="14452" y="5795"/>
                  </a:lnTo>
                  <a:lnTo>
                    <a:pt x="14473" y="7263"/>
                  </a:lnTo>
                  <a:lnTo>
                    <a:pt x="14130" y="8632"/>
                  </a:lnTo>
                  <a:lnTo>
                    <a:pt x="13082" y="87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7"/>
            <p:cNvSpPr/>
            <p:nvPr/>
          </p:nvSpPr>
          <p:spPr>
            <a:xfrm>
              <a:off x="3779671" y="1252261"/>
              <a:ext cx="7101" cy="5435"/>
            </a:xfrm>
            <a:custGeom>
              <a:avLst/>
              <a:pathLst>
                <a:path w="7101" h="5435">
                  <a:moveTo>
                    <a:pt x="6852" y="3914"/>
                  </a:moveTo>
                  <a:lnTo>
                    <a:pt x="5268" y="5435"/>
                  </a:lnTo>
                  <a:lnTo>
                    <a:pt x="0" y="3813"/>
                  </a:lnTo>
                  <a:lnTo>
                    <a:pt x="432" y="2997"/>
                  </a:lnTo>
                  <a:lnTo>
                    <a:pt x="1002" y="2654"/>
                  </a:lnTo>
                  <a:lnTo>
                    <a:pt x="1017" y="1855"/>
                  </a:lnTo>
                  <a:lnTo>
                    <a:pt x="533" y="1248"/>
                  </a:lnTo>
                  <a:lnTo>
                    <a:pt x="741" y="0"/>
                  </a:lnTo>
                  <a:lnTo>
                    <a:pt x="4142" y="913"/>
                  </a:lnTo>
                  <a:lnTo>
                    <a:pt x="4467" y="1285"/>
                  </a:lnTo>
                  <a:lnTo>
                    <a:pt x="6758" y="1924"/>
                  </a:lnTo>
                  <a:lnTo>
                    <a:pt x="7101" y="314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8"/>
            <p:cNvSpPr/>
            <p:nvPr/>
          </p:nvSpPr>
          <p:spPr>
            <a:xfrm>
              <a:off x="3678528" y="1244921"/>
              <a:ext cx="42941" cy="12024"/>
            </a:xfrm>
            <a:custGeom>
              <a:avLst/>
              <a:pathLst>
                <a:path w="42941" h="12024">
                  <a:moveTo>
                    <a:pt x="28808" y="0"/>
                  </a:moveTo>
                  <a:lnTo>
                    <a:pt x="34004" y="1210"/>
                  </a:lnTo>
                  <a:lnTo>
                    <a:pt x="37907" y="891"/>
                  </a:lnTo>
                  <a:lnTo>
                    <a:pt x="39065" y="1024"/>
                  </a:lnTo>
                  <a:lnTo>
                    <a:pt x="40206" y="1408"/>
                  </a:lnTo>
                  <a:lnTo>
                    <a:pt x="41360" y="2204"/>
                  </a:lnTo>
                  <a:lnTo>
                    <a:pt x="42941" y="4015"/>
                  </a:lnTo>
                  <a:lnTo>
                    <a:pt x="42907" y="6512"/>
                  </a:lnTo>
                  <a:lnTo>
                    <a:pt x="42248" y="6629"/>
                  </a:lnTo>
                  <a:lnTo>
                    <a:pt x="35648" y="5481"/>
                  </a:lnTo>
                  <a:lnTo>
                    <a:pt x="32617" y="2878"/>
                  </a:lnTo>
                  <a:lnTo>
                    <a:pt x="31798" y="2614"/>
                  </a:lnTo>
                  <a:lnTo>
                    <a:pt x="30604" y="3301"/>
                  </a:lnTo>
                  <a:lnTo>
                    <a:pt x="29607" y="4896"/>
                  </a:lnTo>
                  <a:lnTo>
                    <a:pt x="28492" y="5293"/>
                  </a:lnTo>
                  <a:lnTo>
                    <a:pt x="27240" y="7312"/>
                  </a:lnTo>
                  <a:lnTo>
                    <a:pt x="26041" y="7054"/>
                  </a:lnTo>
                  <a:lnTo>
                    <a:pt x="25435" y="7228"/>
                  </a:lnTo>
                  <a:lnTo>
                    <a:pt x="23915" y="8615"/>
                  </a:lnTo>
                  <a:lnTo>
                    <a:pt x="20128" y="8638"/>
                  </a:lnTo>
                  <a:lnTo>
                    <a:pt x="19519" y="9248"/>
                  </a:lnTo>
                  <a:lnTo>
                    <a:pt x="18267" y="11173"/>
                  </a:lnTo>
                  <a:lnTo>
                    <a:pt x="16728" y="11727"/>
                  </a:lnTo>
                  <a:lnTo>
                    <a:pt x="14040" y="12024"/>
                  </a:lnTo>
                  <a:lnTo>
                    <a:pt x="13114" y="10929"/>
                  </a:lnTo>
                  <a:lnTo>
                    <a:pt x="12702" y="9242"/>
                  </a:lnTo>
                  <a:lnTo>
                    <a:pt x="12082" y="8397"/>
                  </a:lnTo>
                  <a:lnTo>
                    <a:pt x="8355" y="9358"/>
                  </a:lnTo>
                  <a:lnTo>
                    <a:pt x="5499" y="8668"/>
                  </a:lnTo>
                  <a:lnTo>
                    <a:pt x="2773" y="7532"/>
                  </a:lnTo>
                  <a:lnTo>
                    <a:pt x="0" y="7162"/>
                  </a:lnTo>
                  <a:lnTo>
                    <a:pt x="2492" y="5951"/>
                  </a:lnTo>
                  <a:lnTo>
                    <a:pt x="16152" y="3501"/>
                  </a:lnTo>
                  <a:lnTo>
                    <a:pt x="21508" y="2908"/>
                  </a:lnTo>
                  <a:lnTo>
                    <a:pt x="24023" y="1160"/>
                  </a:lnTo>
                  <a:lnTo>
                    <a:pt x="27790" y="2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29"/>
            <p:cNvSpPr/>
            <p:nvPr/>
          </p:nvSpPr>
          <p:spPr>
            <a:xfrm>
              <a:off x="3841856" y="1243761"/>
              <a:ext cx="33379" cy="14015"/>
            </a:xfrm>
            <a:custGeom>
              <a:avLst/>
              <a:pathLst>
                <a:path w="33379" h="14015">
                  <a:moveTo>
                    <a:pt x="32699" y="1718"/>
                  </a:moveTo>
                  <a:lnTo>
                    <a:pt x="33379" y="2911"/>
                  </a:lnTo>
                  <a:lnTo>
                    <a:pt x="32971" y="4807"/>
                  </a:lnTo>
                  <a:lnTo>
                    <a:pt x="32094" y="6182"/>
                  </a:lnTo>
                  <a:lnTo>
                    <a:pt x="31654" y="8154"/>
                  </a:lnTo>
                  <a:lnTo>
                    <a:pt x="28172" y="8625"/>
                  </a:lnTo>
                  <a:lnTo>
                    <a:pt x="27174" y="9059"/>
                  </a:lnTo>
                  <a:lnTo>
                    <a:pt x="26222" y="10577"/>
                  </a:lnTo>
                  <a:lnTo>
                    <a:pt x="22676" y="11470"/>
                  </a:lnTo>
                  <a:lnTo>
                    <a:pt x="20020" y="14015"/>
                  </a:lnTo>
                  <a:lnTo>
                    <a:pt x="16284" y="13540"/>
                  </a:lnTo>
                  <a:lnTo>
                    <a:pt x="11243" y="11774"/>
                  </a:lnTo>
                  <a:lnTo>
                    <a:pt x="6949" y="13203"/>
                  </a:lnTo>
                  <a:lnTo>
                    <a:pt x="4106" y="13641"/>
                  </a:lnTo>
                  <a:lnTo>
                    <a:pt x="660" y="11461"/>
                  </a:lnTo>
                  <a:lnTo>
                    <a:pt x="184" y="10974"/>
                  </a:lnTo>
                  <a:lnTo>
                    <a:pt x="0" y="9463"/>
                  </a:lnTo>
                  <a:lnTo>
                    <a:pt x="205" y="8130"/>
                  </a:lnTo>
                  <a:lnTo>
                    <a:pt x="1116" y="5329"/>
                  </a:lnTo>
                  <a:lnTo>
                    <a:pt x="2349" y="3735"/>
                  </a:lnTo>
                  <a:lnTo>
                    <a:pt x="2966" y="3230"/>
                  </a:lnTo>
                  <a:lnTo>
                    <a:pt x="3453" y="2258"/>
                  </a:lnTo>
                  <a:lnTo>
                    <a:pt x="4855" y="1670"/>
                  </a:lnTo>
                  <a:lnTo>
                    <a:pt x="9156" y="1310"/>
                  </a:lnTo>
                  <a:lnTo>
                    <a:pt x="10751" y="1630"/>
                  </a:lnTo>
                  <a:lnTo>
                    <a:pt x="11240" y="2702"/>
                  </a:lnTo>
                  <a:lnTo>
                    <a:pt x="13551" y="2620"/>
                  </a:lnTo>
                  <a:lnTo>
                    <a:pt x="17396" y="1960"/>
                  </a:lnTo>
                  <a:lnTo>
                    <a:pt x="22994" y="894"/>
                  </a:lnTo>
                  <a:lnTo>
                    <a:pt x="26222" y="0"/>
                  </a:lnTo>
                  <a:lnTo>
                    <a:pt x="29097" y="206"/>
                  </a:lnTo>
                  <a:lnTo>
                    <a:pt x="31962" y="7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0"/>
            <p:cNvSpPr/>
            <p:nvPr/>
          </p:nvSpPr>
          <p:spPr>
            <a:xfrm>
              <a:off x="3698281" y="1242747"/>
              <a:ext cx="57449" cy="24985"/>
            </a:xfrm>
            <a:custGeom>
              <a:avLst/>
              <a:pathLst>
                <a:path w="57449" h="24985">
                  <a:moveTo>
                    <a:pt x="41262" y="0"/>
                  </a:moveTo>
                  <a:lnTo>
                    <a:pt x="43003" y="483"/>
                  </a:lnTo>
                  <a:lnTo>
                    <a:pt x="47200" y="386"/>
                  </a:lnTo>
                  <a:lnTo>
                    <a:pt x="48524" y="1087"/>
                  </a:lnTo>
                  <a:lnTo>
                    <a:pt x="54623" y="5394"/>
                  </a:lnTo>
                  <a:lnTo>
                    <a:pt x="56170" y="5510"/>
                  </a:lnTo>
                  <a:lnTo>
                    <a:pt x="57449" y="7079"/>
                  </a:lnTo>
                  <a:lnTo>
                    <a:pt x="51119" y="9552"/>
                  </a:lnTo>
                  <a:lnTo>
                    <a:pt x="49014" y="11428"/>
                  </a:lnTo>
                  <a:lnTo>
                    <a:pt x="41279" y="11816"/>
                  </a:lnTo>
                  <a:lnTo>
                    <a:pt x="36355" y="12693"/>
                  </a:lnTo>
                  <a:lnTo>
                    <a:pt x="35262" y="13449"/>
                  </a:lnTo>
                  <a:lnTo>
                    <a:pt x="35766" y="14830"/>
                  </a:lnTo>
                  <a:lnTo>
                    <a:pt x="33402" y="16272"/>
                  </a:lnTo>
                  <a:lnTo>
                    <a:pt x="25568" y="16490"/>
                  </a:lnTo>
                  <a:lnTo>
                    <a:pt x="24602" y="16947"/>
                  </a:lnTo>
                  <a:lnTo>
                    <a:pt x="23081" y="18533"/>
                  </a:lnTo>
                  <a:lnTo>
                    <a:pt x="23216" y="18821"/>
                  </a:lnTo>
                  <a:lnTo>
                    <a:pt x="25862" y="19220"/>
                  </a:lnTo>
                  <a:lnTo>
                    <a:pt x="26289" y="19548"/>
                  </a:lnTo>
                  <a:lnTo>
                    <a:pt x="26644" y="20237"/>
                  </a:lnTo>
                  <a:lnTo>
                    <a:pt x="26870" y="21270"/>
                  </a:lnTo>
                  <a:lnTo>
                    <a:pt x="26493" y="22594"/>
                  </a:lnTo>
                  <a:lnTo>
                    <a:pt x="25520" y="22809"/>
                  </a:lnTo>
                  <a:lnTo>
                    <a:pt x="24447" y="22637"/>
                  </a:lnTo>
                  <a:lnTo>
                    <a:pt x="21998" y="21626"/>
                  </a:lnTo>
                  <a:lnTo>
                    <a:pt x="21690" y="21983"/>
                  </a:lnTo>
                  <a:lnTo>
                    <a:pt x="21441" y="22722"/>
                  </a:lnTo>
                  <a:lnTo>
                    <a:pt x="20693" y="24145"/>
                  </a:lnTo>
                  <a:lnTo>
                    <a:pt x="19778" y="24568"/>
                  </a:lnTo>
                  <a:lnTo>
                    <a:pt x="17291" y="23476"/>
                  </a:lnTo>
                  <a:lnTo>
                    <a:pt x="16482" y="23784"/>
                  </a:lnTo>
                  <a:lnTo>
                    <a:pt x="15685" y="24460"/>
                  </a:lnTo>
                  <a:lnTo>
                    <a:pt x="14711" y="24780"/>
                  </a:lnTo>
                  <a:lnTo>
                    <a:pt x="12410" y="24985"/>
                  </a:lnTo>
                  <a:lnTo>
                    <a:pt x="11219" y="24090"/>
                  </a:lnTo>
                  <a:lnTo>
                    <a:pt x="12249" y="22926"/>
                  </a:lnTo>
                  <a:lnTo>
                    <a:pt x="15137" y="21118"/>
                  </a:lnTo>
                  <a:lnTo>
                    <a:pt x="14177" y="20329"/>
                  </a:lnTo>
                  <a:lnTo>
                    <a:pt x="11332" y="20150"/>
                  </a:lnTo>
                  <a:lnTo>
                    <a:pt x="9083" y="20599"/>
                  </a:lnTo>
                  <a:lnTo>
                    <a:pt x="7933" y="21828"/>
                  </a:lnTo>
                  <a:lnTo>
                    <a:pt x="6860" y="22073"/>
                  </a:lnTo>
                  <a:lnTo>
                    <a:pt x="3935" y="21998"/>
                  </a:lnTo>
                  <a:lnTo>
                    <a:pt x="2287" y="20389"/>
                  </a:lnTo>
                  <a:lnTo>
                    <a:pt x="1064" y="19785"/>
                  </a:lnTo>
                  <a:lnTo>
                    <a:pt x="0" y="18524"/>
                  </a:lnTo>
                  <a:lnTo>
                    <a:pt x="8613" y="14256"/>
                  </a:lnTo>
                  <a:lnTo>
                    <a:pt x="11487" y="12608"/>
                  </a:lnTo>
                  <a:lnTo>
                    <a:pt x="14209" y="11766"/>
                  </a:lnTo>
                  <a:lnTo>
                    <a:pt x="17757" y="11327"/>
                  </a:lnTo>
                  <a:lnTo>
                    <a:pt x="18869" y="10805"/>
                  </a:lnTo>
                  <a:lnTo>
                    <a:pt x="19965" y="10591"/>
                  </a:lnTo>
                  <a:lnTo>
                    <a:pt x="20670" y="10909"/>
                  </a:lnTo>
                  <a:lnTo>
                    <a:pt x="22491" y="12379"/>
                  </a:lnTo>
                  <a:lnTo>
                    <a:pt x="27745" y="12158"/>
                  </a:lnTo>
                  <a:lnTo>
                    <a:pt x="28852" y="10891"/>
                  </a:lnTo>
                  <a:lnTo>
                    <a:pt x="28936" y="8014"/>
                  </a:lnTo>
                  <a:lnTo>
                    <a:pt x="28422" y="6357"/>
                  </a:lnTo>
                  <a:lnTo>
                    <a:pt x="29523" y="3127"/>
                  </a:lnTo>
                  <a:lnTo>
                    <a:pt x="32514" y="1829"/>
                  </a:lnTo>
                  <a:lnTo>
                    <a:pt x="39515" y="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1"/>
            <p:cNvSpPr/>
            <p:nvPr/>
          </p:nvSpPr>
          <p:spPr>
            <a:xfrm>
              <a:off x="4065439" y="1241325"/>
              <a:ext cx="16468" cy="4826"/>
            </a:xfrm>
            <a:custGeom>
              <a:avLst/>
              <a:pathLst>
                <a:path w="16468" h="4826">
                  <a:moveTo>
                    <a:pt x="11912" y="3759"/>
                  </a:moveTo>
                  <a:lnTo>
                    <a:pt x="1372" y="4826"/>
                  </a:lnTo>
                  <a:lnTo>
                    <a:pt x="331" y="4153"/>
                  </a:lnTo>
                  <a:lnTo>
                    <a:pt x="0" y="3757"/>
                  </a:lnTo>
                  <a:lnTo>
                    <a:pt x="1501" y="1530"/>
                  </a:lnTo>
                  <a:lnTo>
                    <a:pt x="2722" y="444"/>
                  </a:lnTo>
                  <a:lnTo>
                    <a:pt x="9413" y="0"/>
                  </a:lnTo>
                  <a:lnTo>
                    <a:pt x="14784" y="755"/>
                  </a:lnTo>
                  <a:lnTo>
                    <a:pt x="16468" y="1409"/>
                  </a:lnTo>
                  <a:lnTo>
                    <a:pt x="15848" y="2741"/>
                  </a:lnTo>
                  <a:lnTo>
                    <a:pt x="15525" y="31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2"/>
            <p:cNvSpPr/>
            <p:nvPr/>
          </p:nvSpPr>
          <p:spPr>
            <a:xfrm>
              <a:off x="3850600" y="1237525"/>
              <a:ext cx="17137" cy="5149"/>
            </a:xfrm>
            <a:custGeom>
              <a:avLst/>
              <a:pathLst>
                <a:path w="17137" h="5149">
                  <a:moveTo>
                    <a:pt x="12293" y="4539"/>
                  </a:moveTo>
                  <a:lnTo>
                    <a:pt x="8727" y="5149"/>
                  </a:lnTo>
                  <a:lnTo>
                    <a:pt x="2985" y="4386"/>
                  </a:lnTo>
                  <a:lnTo>
                    <a:pt x="0" y="3526"/>
                  </a:lnTo>
                  <a:lnTo>
                    <a:pt x="228" y="3096"/>
                  </a:lnTo>
                  <a:lnTo>
                    <a:pt x="1014" y="2579"/>
                  </a:lnTo>
                  <a:lnTo>
                    <a:pt x="6000" y="480"/>
                  </a:lnTo>
                  <a:lnTo>
                    <a:pt x="15888" y="0"/>
                  </a:lnTo>
                  <a:lnTo>
                    <a:pt x="17137" y="1585"/>
                  </a:lnTo>
                  <a:lnTo>
                    <a:pt x="16054" y="27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3"/>
            <p:cNvSpPr/>
            <p:nvPr/>
          </p:nvSpPr>
          <p:spPr>
            <a:xfrm>
              <a:off x="3782322" y="1237171"/>
              <a:ext cx="41433" cy="14406"/>
            </a:xfrm>
            <a:custGeom>
              <a:avLst/>
              <a:pathLst>
                <a:path w="41433" h="14406">
                  <a:moveTo>
                    <a:pt x="7648" y="0"/>
                  </a:moveTo>
                  <a:lnTo>
                    <a:pt x="16184" y="2839"/>
                  </a:lnTo>
                  <a:lnTo>
                    <a:pt x="24127" y="2565"/>
                  </a:lnTo>
                  <a:lnTo>
                    <a:pt x="27558" y="3478"/>
                  </a:lnTo>
                  <a:lnTo>
                    <a:pt x="32524" y="6000"/>
                  </a:lnTo>
                  <a:lnTo>
                    <a:pt x="39998" y="8753"/>
                  </a:lnTo>
                  <a:lnTo>
                    <a:pt x="41433" y="9564"/>
                  </a:lnTo>
                  <a:lnTo>
                    <a:pt x="40141" y="10652"/>
                  </a:lnTo>
                  <a:lnTo>
                    <a:pt x="31447" y="13366"/>
                  </a:lnTo>
                  <a:lnTo>
                    <a:pt x="25778" y="14275"/>
                  </a:lnTo>
                  <a:lnTo>
                    <a:pt x="20871" y="14406"/>
                  </a:lnTo>
                  <a:lnTo>
                    <a:pt x="18930" y="14144"/>
                  </a:lnTo>
                  <a:lnTo>
                    <a:pt x="16978" y="12193"/>
                  </a:lnTo>
                  <a:lnTo>
                    <a:pt x="12170" y="10757"/>
                  </a:lnTo>
                  <a:lnTo>
                    <a:pt x="7071" y="11148"/>
                  </a:lnTo>
                  <a:lnTo>
                    <a:pt x="6562" y="10363"/>
                  </a:lnTo>
                  <a:lnTo>
                    <a:pt x="5534" y="9838"/>
                  </a:lnTo>
                  <a:lnTo>
                    <a:pt x="3754" y="9721"/>
                  </a:lnTo>
                  <a:lnTo>
                    <a:pt x="240" y="8934"/>
                  </a:lnTo>
                  <a:lnTo>
                    <a:pt x="0" y="7209"/>
                  </a:lnTo>
                  <a:lnTo>
                    <a:pt x="2215" y="6326"/>
                  </a:lnTo>
                  <a:lnTo>
                    <a:pt x="3655" y="6269"/>
                  </a:lnTo>
                  <a:lnTo>
                    <a:pt x="4217" y="3824"/>
                  </a:lnTo>
                  <a:lnTo>
                    <a:pt x="6683" y="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4"/>
            <p:cNvSpPr/>
            <p:nvPr/>
          </p:nvSpPr>
          <p:spPr>
            <a:xfrm>
              <a:off x="3818268" y="1237097"/>
              <a:ext cx="19527" cy="10447"/>
            </a:xfrm>
            <a:custGeom>
              <a:avLst/>
              <a:pathLst>
                <a:path w="19527" h="10447">
                  <a:moveTo>
                    <a:pt x="16027" y="2269"/>
                  </a:moveTo>
                  <a:lnTo>
                    <a:pt x="17607" y="3767"/>
                  </a:lnTo>
                  <a:lnTo>
                    <a:pt x="18218" y="5462"/>
                  </a:lnTo>
                  <a:lnTo>
                    <a:pt x="19208" y="6524"/>
                  </a:lnTo>
                  <a:lnTo>
                    <a:pt x="19527" y="8473"/>
                  </a:lnTo>
                  <a:lnTo>
                    <a:pt x="18725" y="10018"/>
                  </a:lnTo>
                  <a:lnTo>
                    <a:pt x="16249" y="10356"/>
                  </a:lnTo>
                  <a:lnTo>
                    <a:pt x="12203" y="10447"/>
                  </a:lnTo>
                  <a:lnTo>
                    <a:pt x="8254" y="9606"/>
                  </a:lnTo>
                  <a:lnTo>
                    <a:pt x="6119" y="6778"/>
                  </a:lnTo>
                  <a:lnTo>
                    <a:pt x="2205" y="6008"/>
                  </a:lnTo>
                  <a:lnTo>
                    <a:pt x="0" y="2995"/>
                  </a:lnTo>
                  <a:lnTo>
                    <a:pt x="2263" y="2118"/>
                  </a:lnTo>
                  <a:lnTo>
                    <a:pt x="5056" y="2568"/>
                  </a:lnTo>
                  <a:lnTo>
                    <a:pt x="9522" y="0"/>
                  </a:lnTo>
                  <a:lnTo>
                    <a:pt x="10122" y="123"/>
                  </a:lnTo>
                  <a:lnTo>
                    <a:pt x="11117" y="705"/>
                  </a:lnTo>
                  <a:lnTo>
                    <a:pt x="14724" y="16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5"/>
            <p:cNvSpPr/>
            <p:nvPr/>
          </p:nvSpPr>
          <p:spPr>
            <a:xfrm>
              <a:off x="3740568" y="1235555"/>
              <a:ext cx="6560" cy="3823"/>
            </a:xfrm>
            <a:custGeom>
              <a:avLst/>
              <a:pathLst>
                <a:path w="6560" h="3823">
                  <a:moveTo>
                    <a:pt x="4374" y="3641"/>
                  </a:moveTo>
                  <a:lnTo>
                    <a:pt x="2811" y="3823"/>
                  </a:lnTo>
                  <a:lnTo>
                    <a:pt x="1699" y="3696"/>
                  </a:lnTo>
                  <a:lnTo>
                    <a:pt x="493" y="2549"/>
                  </a:lnTo>
                  <a:lnTo>
                    <a:pt x="102" y="2007"/>
                  </a:lnTo>
                  <a:lnTo>
                    <a:pt x="0" y="1422"/>
                  </a:lnTo>
                  <a:lnTo>
                    <a:pt x="1095" y="1312"/>
                  </a:lnTo>
                  <a:lnTo>
                    <a:pt x="1561" y="780"/>
                  </a:lnTo>
                  <a:lnTo>
                    <a:pt x="1738" y="367"/>
                  </a:lnTo>
                  <a:lnTo>
                    <a:pt x="2536" y="36"/>
                  </a:lnTo>
                  <a:lnTo>
                    <a:pt x="3945" y="0"/>
                  </a:lnTo>
                  <a:lnTo>
                    <a:pt x="5793" y="584"/>
                  </a:lnTo>
                  <a:lnTo>
                    <a:pt x="6560" y="1846"/>
                  </a:lnTo>
                  <a:lnTo>
                    <a:pt x="4772" y="29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6"/>
            <p:cNvSpPr/>
            <p:nvPr/>
          </p:nvSpPr>
          <p:spPr>
            <a:xfrm>
              <a:off x="3878558" y="1234732"/>
              <a:ext cx="33124" cy="14800"/>
            </a:xfrm>
            <a:custGeom>
              <a:avLst/>
              <a:pathLst>
                <a:path w="33124" h="14800">
                  <a:moveTo>
                    <a:pt x="9692" y="14726"/>
                  </a:moveTo>
                  <a:lnTo>
                    <a:pt x="7577" y="14800"/>
                  </a:lnTo>
                  <a:lnTo>
                    <a:pt x="5471" y="14350"/>
                  </a:lnTo>
                  <a:lnTo>
                    <a:pt x="2726" y="12877"/>
                  </a:lnTo>
                  <a:lnTo>
                    <a:pt x="0" y="11128"/>
                  </a:lnTo>
                  <a:lnTo>
                    <a:pt x="820" y="10207"/>
                  </a:lnTo>
                  <a:lnTo>
                    <a:pt x="3395" y="9003"/>
                  </a:lnTo>
                  <a:lnTo>
                    <a:pt x="6762" y="6846"/>
                  </a:lnTo>
                  <a:lnTo>
                    <a:pt x="12427" y="6429"/>
                  </a:lnTo>
                  <a:lnTo>
                    <a:pt x="15166" y="6421"/>
                  </a:lnTo>
                  <a:lnTo>
                    <a:pt x="17889" y="5914"/>
                  </a:lnTo>
                  <a:lnTo>
                    <a:pt x="18686" y="4808"/>
                  </a:lnTo>
                  <a:lnTo>
                    <a:pt x="19192" y="2722"/>
                  </a:lnTo>
                  <a:lnTo>
                    <a:pt x="19707" y="1597"/>
                  </a:lnTo>
                  <a:lnTo>
                    <a:pt x="20324" y="688"/>
                  </a:lnTo>
                  <a:lnTo>
                    <a:pt x="23336" y="0"/>
                  </a:lnTo>
                  <a:lnTo>
                    <a:pt x="25910" y="36"/>
                  </a:lnTo>
                  <a:lnTo>
                    <a:pt x="28472" y="857"/>
                  </a:lnTo>
                  <a:lnTo>
                    <a:pt x="30110" y="1608"/>
                  </a:lnTo>
                  <a:lnTo>
                    <a:pt x="31675" y="3015"/>
                  </a:lnTo>
                  <a:lnTo>
                    <a:pt x="32496" y="4188"/>
                  </a:lnTo>
                  <a:lnTo>
                    <a:pt x="32246" y="5622"/>
                  </a:lnTo>
                  <a:lnTo>
                    <a:pt x="32383" y="6810"/>
                  </a:lnTo>
                  <a:lnTo>
                    <a:pt x="33124" y="7912"/>
                  </a:lnTo>
                  <a:lnTo>
                    <a:pt x="28129" y="11216"/>
                  </a:lnTo>
                  <a:lnTo>
                    <a:pt x="23029" y="1309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7"/>
            <p:cNvSpPr/>
            <p:nvPr/>
          </p:nvSpPr>
          <p:spPr>
            <a:xfrm>
              <a:off x="4189481" y="1234282"/>
              <a:ext cx="18918" cy="4429"/>
            </a:xfrm>
            <a:custGeom>
              <a:avLst/>
              <a:pathLst>
                <a:path w="18918" h="4429">
                  <a:moveTo>
                    <a:pt x="18918" y="2142"/>
                  </a:moveTo>
                  <a:lnTo>
                    <a:pt x="15008" y="4429"/>
                  </a:lnTo>
                  <a:lnTo>
                    <a:pt x="847" y="2972"/>
                  </a:lnTo>
                  <a:lnTo>
                    <a:pt x="207" y="1920"/>
                  </a:lnTo>
                  <a:lnTo>
                    <a:pt x="0" y="1271"/>
                  </a:lnTo>
                  <a:lnTo>
                    <a:pt x="1916" y="0"/>
                  </a:lnTo>
                  <a:lnTo>
                    <a:pt x="13715" y="431"/>
                  </a:lnTo>
                  <a:lnTo>
                    <a:pt x="17903" y="88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8"/>
            <p:cNvSpPr/>
            <p:nvPr/>
          </p:nvSpPr>
          <p:spPr>
            <a:xfrm>
              <a:off x="4207907" y="1232310"/>
              <a:ext cx="72062" cy="37552"/>
            </a:xfrm>
            <a:custGeom>
              <a:avLst/>
              <a:pathLst>
                <a:path w="72062" h="37552">
                  <a:moveTo>
                    <a:pt x="56808" y="6053"/>
                  </a:moveTo>
                  <a:lnTo>
                    <a:pt x="57223" y="7398"/>
                  </a:lnTo>
                  <a:lnTo>
                    <a:pt x="58701" y="8459"/>
                  </a:lnTo>
                  <a:lnTo>
                    <a:pt x="59402" y="9532"/>
                  </a:lnTo>
                  <a:lnTo>
                    <a:pt x="66881" y="12960"/>
                  </a:lnTo>
                  <a:lnTo>
                    <a:pt x="70167" y="13407"/>
                  </a:lnTo>
                  <a:lnTo>
                    <a:pt x="71630" y="14247"/>
                  </a:lnTo>
                  <a:lnTo>
                    <a:pt x="72062" y="15282"/>
                  </a:lnTo>
                  <a:lnTo>
                    <a:pt x="71909" y="17208"/>
                  </a:lnTo>
                  <a:lnTo>
                    <a:pt x="70668" y="17191"/>
                  </a:lnTo>
                  <a:lnTo>
                    <a:pt x="69740" y="17799"/>
                  </a:lnTo>
                  <a:lnTo>
                    <a:pt x="64698" y="18557"/>
                  </a:lnTo>
                  <a:lnTo>
                    <a:pt x="63468" y="19691"/>
                  </a:lnTo>
                  <a:lnTo>
                    <a:pt x="62472" y="22011"/>
                  </a:lnTo>
                  <a:lnTo>
                    <a:pt x="63008" y="22474"/>
                  </a:lnTo>
                  <a:lnTo>
                    <a:pt x="63490" y="23162"/>
                  </a:lnTo>
                  <a:lnTo>
                    <a:pt x="65025" y="27110"/>
                  </a:lnTo>
                  <a:lnTo>
                    <a:pt x="65441" y="27715"/>
                  </a:lnTo>
                  <a:lnTo>
                    <a:pt x="66919" y="28287"/>
                  </a:lnTo>
                  <a:lnTo>
                    <a:pt x="65573" y="29776"/>
                  </a:lnTo>
                  <a:lnTo>
                    <a:pt x="64173" y="30714"/>
                  </a:lnTo>
                  <a:lnTo>
                    <a:pt x="49191" y="32607"/>
                  </a:lnTo>
                  <a:lnTo>
                    <a:pt x="39034" y="33392"/>
                  </a:lnTo>
                  <a:lnTo>
                    <a:pt x="35626" y="34207"/>
                  </a:lnTo>
                  <a:lnTo>
                    <a:pt x="34534" y="34111"/>
                  </a:lnTo>
                  <a:lnTo>
                    <a:pt x="31847" y="35589"/>
                  </a:lnTo>
                  <a:lnTo>
                    <a:pt x="26668" y="37537"/>
                  </a:lnTo>
                  <a:lnTo>
                    <a:pt x="24196" y="37552"/>
                  </a:lnTo>
                  <a:lnTo>
                    <a:pt x="16789" y="34819"/>
                  </a:lnTo>
                  <a:lnTo>
                    <a:pt x="7695" y="32538"/>
                  </a:lnTo>
                  <a:lnTo>
                    <a:pt x="6453" y="31237"/>
                  </a:lnTo>
                  <a:lnTo>
                    <a:pt x="4176" y="30470"/>
                  </a:lnTo>
                  <a:lnTo>
                    <a:pt x="1289" y="29860"/>
                  </a:lnTo>
                  <a:lnTo>
                    <a:pt x="0" y="27241"/>
                  </a:lnTo>
                  <a:lnTo>
                    <a:pt x="1861" y="25470"/>
                  </a:lnTo>
                  <a:lnTo>
                    <a:pt x="4233" y="23725"/>
                  </a:lnTo>
                  <a:lnTo>
                    <a:pt x="8208" y="23087"/>
                  </a:lnTo>
                  <a:lnTo>
                    <a:pt x="11969" y="22079"/>
                  </a:lnTo>
                  <a:lnTo>
                    <a:pt x="14795" y="19558"/>
                  </a:lnTo>
                  <a:lnTo>
                    <a:pt x="16547" y="17064"/>
                  </a:lnTo>
                  <a:lnTo>
                    <a:pt x="19743" y="14455"/>
                  </a:lnTo>
                  <a:lnTo>
                    <a:pt x="14184" y="15123"/>
                  </a:lnTo>
                  <a:lnTo>
                    <a:pt x="12136" y="14762"/>
                  </a:lnTo>
                  <a:lnTo>
                    <a:pt x="12335" y="13901"/>
                  </a:lnTo>
                  <a:lnTo>
                    <a:pt x="13473" y="12064"/>
                  </a:lnTo>
                  <a:lnTo>
                    <a:pt x="14090" y="11447"/>
                  </a:lnTo>
                  <a:lnTo>
                    <a:pt x="16066" y="10479"/>
                  </a:lnTo>
                  <a:lnTo>
                    <a:pt x="17502" y="8627"/>
                  </a:lnTo>
                  <a:lnTo>
                    <a:pt x="20835" y="7350"/>
                  </a:lnTo>
                  <a:lnTo>
                    <a:pt x="22410" y="7128"/>
                  </a:lnTo>
                  <a:lnTo>
                    <a:pt x="23992" y="7160"/>
                  </a:lnTo>
                  <a:lnTo>
                    <a:pt x="26856" y="6561"/>
                  </a:lnTo>
                  <a:lnTo>
                    <a:pt x="29709" y="5644"/>
                  </a:lnTo>
                  <a:lnTo>
                    <a:pt x="32381" y="5114"/>
                  </a:lnTo>
                  <a:lnTo>
                    <a:pt x="35063" y="4899"/>
                  </a:lnTo>
                  <a:lnTo>
                    <a:pt x="37632" y="4168"/>
                  </a:lnTo>
                  <a:lnTo>
                    <a:pt x="40165" y="2729"/>
                  </a:lnTo>
                  <a:lnTo>
                    <a:pt x="41285" y="279"/>
                  </a:lnTo>
                  <a:lnTo>
                    <a:pt x="48565" y="0"/>
                  </a:lnTo>
                  <a:lnTo>
                    <a:pt x="49715" y="587"/>
                  </a:lnTo>
                  <a:lnTo>
                    <a:pt x="50647" y="2040"/>
                  </a:lnTo>
                  <a:lnTo>
                    <a:pt x="51682" y="2591"/>
                  </a:lnTo>
                  <a:lnTo>
                    <a:pt x="52951" y="2852"/>
                  </a:lnTo>
                  <a:lnTo>
                    <a:pt x="56178" y="5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39"/>
            <p:cNvSpPr/>
            <p:nvPr/>
          </p:nvSpPr>
          <p:spPr>
            <a:xfrm>
              <a:off x="3834157" y="1228845"/>
              <a:ext cx="8680" cy="3115"/>
            </a:xfrm>
            <a:custGeom>
              <a:avLst/>
              <a:pathLst>
                <a:path w="8680" h="3115">
                  <a:moveTo>
                    <a:pt x="7982" y="2732"/>
                  </a:moveTo>
                  <a:lnTo>
                    <a:pt x="5528" y="3115"/>
                  </a:lnTo>
                  <a:lnTo>
                    <a:pt x="1236" y="2487"/>
                  </a:lnTo>
                  <a:lnTo>
                    <a:pt x="0" y="1786"/>
                  </a:lnTo>
                  <a:lnTo>
                    <a:pt x="276" y="1103"/>
                  </a:lnTo>
                  <a:lnTo>
                    <a:pt x="3070" y="173"/>
                  </a:lnTo>
                  <a:lnTo>
                    <a:pt x="5278" y="0"/>
                  </a:lnTo>
                  <a:lnTo>
                    <a:pt x="7616" y="933"/>
                  </a:lnTo>
                  <a:lnTo>
                    <a:pt x="8680" y="21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0"/>
            <p:cNvSpPr/>
            <p:nvPr/>
          </p:nvSpPr>
          <p:spPr>
            <a:xfrm>
              <a:off x="3798454" y="1223912"/>
              <a:ext cx="35177" cy="12679"/>
            </a:xfrm>
            <a:custGeom>
              <a:avLst/>
              <a:pathLst>
                <a:path w="35177" h="12679">
                  <a:moveTo>
                    <a:pt x="26619" y="549"/>
                  </a:moveTo>
                  <a:lnTo>
                    <a:pt x="27215" y="1719"/>
                  </a:lnTo>
                  <a:lnTo>
                    <a:pt x="28963" y="2389"/>
                  </a:lnTo>
                  <a:lnTo>
                    <a:pt x="33725" y="2969"/>
                  </a:lnTo>
                  <a:lnTo>
                    <a:pt x="35177" y="4321"/>
                  </a:lnTo>
                  <a:lnTo>
                    <a:pt x="32997" y="5250"/>
                  </a:lnTo>
                  <a:lnTo>
                    <a:pt x="27169" y="5808"/>
                  </a:lnTo>
                  <a:lnTo>
                    <a:pt x="27774" y="7723"/>
                  </a:lnTo>
                  <a:lnTo>
                    <a:pt x="28948" y="9154"/>
                  </a:lnTo>
                  <a:lnTo>
                    <a:pt x="27785" y="10848"/>
                  </a:lnTo>
                  <a:lnTo>
                    <a:pt x="26159" y="11669"/>
                  </a:lnTo>
                  <a:lnTo>
                    <a:pt x="22540" y="12679"/>
                  </a:lnTo>
                  <a:lnTo>
                    <a:pt x="19229" y="11411"/>
                  </a:lnTo>
                  <a:lnTo>
                    <a:pt x="15396" y="9653"/>
                  </a:lnTo>
                  <a:lnTo>
                    <a:pt x="13663" y="10825"/>
                  </a:lnTo>
                  <a:lnTo>
                    <a:pt x="11883" y="11506"/>
                  </a:lnTo>
                  <a:lnTo>
                    <a:pt x="10196" y="11407"/>
                  </a:lnTo>
                  <a:lnTo>
                    <a:pt x="8243" y="10066"/>
                  </a:lnTo>
                  <a:lnTo>
                    <a:pt x="2846" y="11115"/>
                  </a:lnTo>
                  <a:lnTo>
                    <a:pt x="1210" y="9945"/>
                  </a:lnTo>
                  <a:lnTo>
                    <a:pt x="0" y="7489"/>
                  </a:lnTo>
                  <a:lnTo>
                    <a:pt x="3587" y="6950"/>
                  </a:lnTo>
                  <a:lnTo>
                    <a:pt x="7844" y="7729"/>
                  </a:lnTo>
                  <a:lnTo>
                    <a:pt x="10659" y="5249"/>
                  </a:lnTo>
                  <a:lnTo>
                    <a:pt x="14225" y="4174"/>
                  </a:lnTo>
                  <a:lnTo>
                    <a:pt x="17113" y="1598"/>
                  </a:lnTo>
                  <a:lnTo>
                    <a:pt x="18458" y="692"/>
                  </a:lnTo>
                  <a:lnTo>
                    <a:pt x="21564" y="868"/>
                  </a:lnTo>
                  <a:lnTo>
                    <a:pt x="22602" y="643"/>
                  </a:lnTo>
                  <a:lnTo>
                    <a:pt x="2555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1"/>
            <p:cNvSpPr/>
            <p:nvPr/>
          </p:nvSpPr>
          <p:spPr>
            <a:xfrm>
              <a:off x="3873859" y="1219353"/>
              <a:ext cx="19031" cy="3615"/>
            </a:xfrm>
            <a:custGeom>
              <a:avLst/>
              <a:pathLst>
                <a:path w="19031" h="3615">
                  <a:moveTo>
                    <a:pt x="17538" y="3239"/>
                  </a:moveTo>
                  <a:lnTo>
                    <a:pt x="16148" y="3615"/>
                  </a:lnTo>
                  <a:lnTo>
                    <a:pt x="8840" y="3252"/>
                  </a:lnTo>
                  <a:lnTo>
                    <a:pt x="5298" y="2538"/>
                  </a:lnTo>
                  <a:lnTo>
                    <a:pt x="4823" y="2125"/>
                  </a:lnTo>
                  <a:lnTo>
                    <a:pt x="4641" y="1767"/>
                  </a:lnTo>
                  <a:lnTo>
                    <a:pt x="0" y="1170"/>
                  </a:lnTo>
                  <a:lnTo>
                    <a:pt x="2016" y="366"/>
                  </a:lnTo>
                  <a:lnTo>
                    <a:pt x="7817" y="0"/>
                  </a:lnTo>
                  <a:lnTo>
                    <a:pt x="18204" y="934"/>
                  </a:lnTo>
                  <a:lnTo>
                    <a:pt x="18860" y="1618"/>
                  </a:lnTo>
                  <a:lnTo>
                    <a:pt x="19031" y="20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2"/>
            <p:cNvSpPr/>
            <p:nvPr/>
          </p:nvSpPr>
          <p:spPr>
            <a:xfrm>
              <a:off x="3826198" y="1215357"/>
              <a:ext cx="17024" cy="4684"/>
            </a:xfrm>
            <a:custGeom>
              <a:avLst/>
              <a:pathLst>
                <a:path w="17024" h="4684">
                  <a:moveTo>
                    <a:pt x="4384" y="4107"/>
                  </a:moveTo>
                  <a:lnTo>
                    <a:pt x="630" y="4684"/>
                  </a:lnTo>
                  <a:lnTo>
                    <a:pt x="128" y="4246"/>
                  </a:lnTo>
                  <a:lnTo>
                    <a:pt x="0" y="3908"/>
                  </a:lnTo>
                  <a:lnTo>
                    <a:pt x="406" y="3142"/>
                  </a:lnTo>
                  <a:lnTo>
                    <a:pt x="859" y="1689"/>
                  </a:lnTo>
                  <a:lnTo>
                    <a:pt x="2558" y="774"/>
                  </a:lnTo>
                  <a:lnTo>
                    <a:pt x="15358" y="0"/>
                  </a:lnTo>
                  <a:lnTo>
                    <a:pt x="17024" y="849"/>
                  </a:lnTo>
                  <a:lnTo>
                    <a:pt x="16437" y="2164"/>
                  </a:lnTo>
                  <a:lnTo>
                    <a:pt x="16433" y="28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3"/>
            <p:cNvSpPr/>
            <p:nvPr/>
          </p:nvSpPr>
          <p:spPr>
            <a:xfrm>
              <a:off x="3496303" y="3665483"/>
              <a:ext cx="22926" cy="51578"/>
            </a:xfrm>
            <a:custGeom>
              <a:avLst/>
              <a:pathLst>
                <a:path w="22926" h="51578">
                  <a:moveTo>
                    <a:pt x="18763" y="124"/>
                  </a:moveTo>
                  <a:lnTo>
                    <a:pt x="18389" y="588"/>
                  </a:lnTo>
                  <a:lnTo>
                    <a:pt x="18311" y="2011"/>
                  </a:lnTo>
                  <a:lnTo>
                    <a:pt x="18742" y="4288"/>
                  </a:lnTo>
                  <a:lnTo>
                    <a:pt x="20148" y="8994"/>
                  </a:lnTo>
                  <a:lnTo>
                    <a:pt x="21043" y="9860"/>
                  </a:lnTo>
                  <a:lnTo>
                    <a:pt x="21627" y="11689"/>
                  </a:lnTo>
                  <a:lnTo>
                    <a:pt x="22199" y="14774"/>
                  </a:lnTo>
                  <a:lnTo>
                    <a:pt x="22369" y="18632"/>
                  </a:lnTo>
                  <a:lnTo>
                    <a:pt x="22133" y="23272"/>
                  </a:lnTo>
                  <a:lnTo>
                    <a:pt x="22273" y="26723"/>
                  </a:lnTo>
                  <a:lnTo>
                    <a:pt x="22790" y="28986"/>
                  </a:lnTo>
                  <a:lnTo>
                    <a:pt x="22926" y="31921"/>
                  </a:lnTo>
                  <a:lnTo>
                    <a:pt x="22680" y="35528"/>
                  </a:lnTo>
                  <a:lnTo>
                    <a:pt x="22382" y="37686"/>
                  </a:lnTo>
                  <a:lnTo>
                    <a:pt x="22030" y="38402"/>
                  </a:lnTo>
                  <a:lnTo>
                    <a:pt x="21630" y="38667"/>
                  </a:lnTo>
                  <a:lnTo>
                    <a:pt x="21089" y="38425"/>
                  </a:lnTo>
                  <a:lnTo>
                    <a:pt x="20428" y="38731"/>
                  </a:lnTo>
                  <a:lnTo>
                    <a:pt x="19710" y="39409"/>
                  </a:lnTo>
                  <a:lnTo>
                    <a:pt x="19258" y="39507"/>
                  </a:lnTo>
                  <a:lnTo>
                    <a:pt x="18978" y="39374"/>
                  </a:lnTo>
                  <a:lnTo>
                    <a:pt x="18448" y="38797"/>
                  </a:lnTo>
                  <a:lnTo>
                    <a:pt x="17610" y="36933"/>
                  </a:lnTo>
                  <a:lnTo>
                    <a:pt x="16049" y="37963"/>
                  </a:lnTo>
                  <a:lnTo>
                    <a:pt x="15627" y="37940"/>
                  </a:lnTo>
                  <a:lnTo>
                    <a:pt x="15053" y="38826"/>
                  </a:lnTo>
                  <a:lnTo>
                    <a:pt x="14587" y="39917"/>
                  </a:lnTo>
                  <a:lnTo>
                    <a:pt x="14304" y="39995"/>
                  </a:lnTo>
                  <a:lnTo>
                    <a:pt x="14015" y="39845"/>
                  </a:lnTo>
                  <a:lnTo>
                    <a:pt x="12670" y="37646"/>
                  </a:lnTo>
                  <a:lnTo>
                    <a:pt x="12179" y="37718"/>
                  </a:lnTo>
                  <a:lnTo>
                    <a:pt x="11977" y="43896"/>
                  </a:lnTo>
                  <a:lnTo>
                    <a:pt x="11752" y="47324"/>
                  </a:lnTo>
                  <a:lnTo>
                    <a:pt x="11475" y="48854"/>
                  </a:lnTo>
                  <a:lnTo>
                    <a:pt x="10512" y="50331"/>
                  </a:lnTo>
                  <a:lnTo>
                    <a:pt x="9543" y="51168"/>
                  </a:lnTo>
                  <a:lnTo>
                    <a:pt x="9013" y="51110"/>
                  </a:lnTo>
                  <a:lnTo>
                    <a:pt x="6882" y="51572"/>
                  </a:lnTo>
                  <a:lnTo>
                    <a:pt x="6048" y="51578"/>
                  </a:lnTo>
                  <a:lnTo>
                    <a:pt x="5588" y="51073"/>
                  </a:lnTo>
                  <a:lnTo>
                    <a:pt x="4990" y="47572"/>
                  </a:lnTo>
                  <a:lnTo>
                    <a:pt x="3860" y="46014"/>
                  </a:lnTo>
                  <a:lnTo>
                    <a:pt x="2775" y="45287"/>
                  </a:lnTo>
                  <a:lnTo>
                    <a:pt x="2334" y="45489"/>
                  </a:lnTo>
                  <a:lnTo>
                    <a:pt x="1941" y="47321"/>
                  </a:lnTo>
                  <a:lnTo>
                    <a:pt x="1779" y="48966"/>
                  </a:lnTo>
                  <a:lnTo>
                    <a:pt x="728" y="47838"/>
                  </a:lnTo>
                  <a:lnTo>
                    <a:pt x="412" y="46450"/>
                  </a:lnTo>
                  <a:lnTo>
                    <a:pt x="383" y="44101"/>
                  </a:lnTo>
                  <a:lnTo>
                    <a:pt x="0" y="40883"/>
                  </a:lnTo>
                  <a:lnTo>
                    <a:pt x="212" y="39513"/>
                  </a:lnTo>
                  <a:lnTo>
                    <a:pt x="625" y="38627"/>
                  </a:lnTo>
                  <a:lnTo>
                    <a:pt x="1498" y="36927"/>
                  </a:lnTo>
                  <a:lnTo>
                    <a:pt x="2825" y="34575"/>
                  </a:lnTo>
                  <a:lnTo>
                    <a:pt x="3110" y="33450"/>
                  </a:lnTo>
                  <a:lnTo>
                    <a:pt x="3297" y="31580"/>
                  </a:lnTo>
                  <a:lnTo>
                    <a:pt x="3213" y="27228"/>
                  </a:lnTo>
                  <a:lnTo>
                    <a:pt x="3086" y="23555"/>
                  </a:lnTo>
                  <a:lnTo>
                    <a:pt x="3243" y="22248"/>
                  </a:lnTo>
                  <a:lnTo>
                    <a:pt x="3849" y="19408"/>
                  </a:lnTo>
                  <a:lnTo>
                    <a:pt x="4661" y="16503"/>
                  </a:lnTo>
                  <a:lnTo>
                    <a:pt x="5610" y="13429"/>
                  </a:lnTo>
                  <a:lnTo>
                    <a:pt x="6181" y="13129"/>
                  </a:lnTo>
                  <a:lnTo>
                    <a:pt x="6930" y="11966"/>
                  </a:lnTo>
                  <a:lnTo>
                    <a:pt x="7723" y="10244"/>
                  </a:lnTo>
                  <a:lnTo>
                    <a:pt x="8168" y="9597"/>
                  </a:lnTo>
                  <a:lnTo>
                    <a:pt x="8539" y="9574"/>
                  </a:lnTo>
                  <a:lnTo>
                    <a:pt x="10989" y="8050"/>
                  </a:lnTo>
                  <a:lnTo>
                    <a:pt x="11233" y="8527"/>
                  </a:lnTo>
                  <a:lnTo>
                    <a:pt x="11628" y="11484"/>
                  </a:lnTo>
                  <a:lnTo>
                    <a:pt x="11836" y="11914"/>
                  </a:lnTo>
                  <a:lnTo>
                    <a:pt x="12178" y="12021"/>
                  </a:lnTo>
                  <a:lnTo>
                    <a:pt x="12864" y="11343"/>
                  </a:lnTo>
                  <a:lnTo>
                    <a:pt x="14125" y="9029"/>
                  </a:lnTo>
                  <a:lnTo>
                    <a:pt x="14675" y="7623"/>
                  </a:lnTo>
                  <a:lnTo>
                    <a:pt x="15323" y="5647"/>
                  </a:lnTo>
                  <a:lnTo>
                    <a:pt x="16150" y="3419"/>
                  </a:lnTo>
                  <a:lnTo>
                    <a:pt x="16611" y="1477"/>
                  </a:lnTo>
                  <a:lnTo>
                    <a:pt x="17063" y="340"/>
                  </a:lnTo>
                  <a:lnTo>
                    <a:pt x="17654" y="0"/>
                  </a:lnTo>
                  <a:lnTo>
                    <a:pt x="18308" y="8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4"/>
            <p:cNvSpPr/>
            <p:nvPr/>
          </p:nvSpPr>
          <p:spPr>
            <a:xfrm>
              <a:off x="2974447" y="2816848"/>
              <a:ext cx="95574" cy="202419"/>
            </a:xfrm>
            <a:custGeom>
              <a:avLst/>
              <a:pathLst>
                <a:path w="95574" h="202419">
                  <a:moveTo>
                    <a:pt x="95561" y="10948"/>
                  </a:moveTo>
                  <a:lnTo>
                    <a:pt x="95563" y="15872"/>
                  </a:lnTo>
                  <a:lnTo>
                    <a:pt x="95566" y="21721"/>
                  </a:lnTo>
                  <a:lnTo>
                    <a:pt x="95569" y="27578"/>
                  </a:lnTo>
                  <a:lnTo>
                    <a:pt x="95572" y="34239"/>
                  </a:lnTo>
                  <a:lnTo>
                    <a:pt x="95574" y="40873"/>
                  </a:lnTo>
                  <a:lnTo>
                    <a:pt x="95574" y="45711"/>
                  </a:lnTo>
                  <a:lnTo>
                    <a:pt x="95573" y="49079"/>
                  </a:lnTo>
                  <a:lnTo>
                    <a:pt x="93263" y="49079"/>
                  </a:lnTo>
                  <a:lnTo>
                    <a:pt x="91148" y="49079"/>
                  </a:lnTo>
                  <a:lnTo>
                    <a:pt x="89033" y="49079"/>
                  </a:lnTo>
                  <a:lnTo>
                    <a:pt x="86917" y="49079"/>
                  </a:lnTo>
                  <a:lnTo>
                    <a:pt x="84801" y="49079"/>
                  </a:lnTo>
                  <a:lnTo>
                    <a:pt x="82685" y="49080"/>
                  </a:lnTo>
                  <a:lnTo>
                    <a:pt x="80569" y="49080"/>
                  </a:lnTo>
                  <a:lnTo>
                    <a:pt x="78454" y="49080"/>
                  </a:lnTo>
                  <a:lnTo>
                    <a:pt x="76338" y="49080"/>
                  </a:lnTo>
                  <a:lnTo>
                    <a:pt x="74222" y="49080"/>
                  </a:lnTo>
                  <a:lnTo>
                    <a:pt x="72107" y="49080"/>
                  </a:lnTo>
                  <a:lnTo>
                    <a:pt x="69991" y="49080"/>
                  </a:lnTo>
                  <a:lnTo>
                    <a:pt x="67876" y="49080"/>
                  </a:lnTo>
                  <a:lnTo>
                    <a:pt x="65760" y="49082"/>
                  </a:lnTo>
                  <a:lnTo>
                    <a:pt x="63644" y="49082"/>
                  </a:lnTo>
                  <a:lnTo>
                    <a:pt x="61528" y="49082"/>
                  </a:lnTo>
                  <a:lnTo>
                    <a:pt x="59413" y="49082"/>
                  </a:lnTo>
                  <a:lnTo>
                    <a:pt x="57713" y="49082"/>
                  </a:lnTo>
                  <a:lnTo>
                    <a:pt x="57713" y="52601"/>
                  </a:lnTo>
                  <a:lnTo>
                    <a:pt x="57713" y="56625"/>
                  </a:lnTo>
                  <a:lnTo>
                    <a:pt x="57713" y="60647"/>
                  </a:lnTo>
                  <a:lnTo>
                    <a:pt x="57713" y="64670"/>
                  </a:lnTo>
                  <a:lnTo>
                    <a:pt x="57713" y="68694"/>
                  </a:lnTo>
                  <a:lnTo>
                    <a:pt x="57713" y="72716"/>
                  </a:lnTo>
                  <a:lnTo>
                    <a:pt x="57713" y="76740"/>
                  </a:lnTo>
                  <a:lnTo>
                    <a:pt x="57713" y="80763"/>
                  </a:lnTo>
                  <a:lnTo>
                    <a:pt x="57713" y="84786"/>
                  </a:lnTo>
                  <a:lnTo>
                    <a:pt x="57713" y="88808"/>
                  </a:lnTo>
                  <a:lnTo>
                    <a:pt x="57713" y="92832"/>
                  </a:lnTo>
                  <a:lnTo>
                    <a:pt x="57713" y="96855"/>
                  </a:lnTo>
                  <a:lnTo>
                    <a:pt x="57713" y="100879"/>
                  </a:lnTo>
                  <a:lnTo>
                    <a:pt x="57713" y="104901"/>
                  </a:lnTo>
                  <a:lnTo>
                    <a:pt x="57713" y="108924"/>
                  </a:lnTo>
                  <a:lnTo>
                    <a:pt x="57713" y="112948"/>
                  </a:lnTo>
                  <a:lnTo>
                    <a:pt x="57713" y="116971"/>
                  </a:lnTo>
                  <a:lnTo>
                    <a:pt x="57713" y="120559"/>
                  </a:lnTo>
                  <a:lnTo>
                    <a:pt x="57632" y="123776"/>
                  </a:lnTo>
                  <a:lnTo>
                    <a:pt x="56952" y="124726"/>
                  </a:lnTo>
                  <a:lnTo>
                    <a:pt x="55330" y="126438"/>
                  </a:lnTo>
                  <a:lnTo>
                    <a:pt x="53664" y="128196"/>
                  </a:lnTo>
                  <a:lnTo>
                    <a:pt x="51547" y="129000"/>
                  </a:lnTo>
                  <a:lnTo>
                    <a:pt x="50853" y="129575"/>
                  </a:lnTo>
                  <a:lnTo>
                    <a:pt x="49500" y="131898"/>
                  </a:lnTo>
                  <a:lnTo>
                    <a:pt x="47724" y="134947"/>
                  </a:lnTo>
                  <a:lnTo>
                    <a:pt x="46185" y="137586"/>
                  </a:lnTo>
                  <a:lnTo>
                    <a:pt x="45170" y="141018"/>
                  </a:lnTo>
                  <a:lnTo>
                    <a:pt x="44803" y="142897"/>
                  </a:lnTo>
                  <a:lnTo>
                    <a:pt x="44652" y="144885"/>
                  </a:lnTo>
                  <a:lnTo>
                    <a:pt x="44772" y="146774"/>
                  </a:lnTo>
                  <a:lnTo>
                    <a:pt x="45324" y="150573"/>
                  </a:lnTo>
                  <a:lnTo>
                    <a:pt x="45472" y="152486"/>
                  </a:lnTo>
                  <a:lnTo>
                    <a:pt x="45558" y="155817"/>
                  </a:lnTo>
                  <a:lnTo>
                    <a:pt x="45652" y="159446"/>
                  </a:lnTo>
                  <a:lnTo>
                    <a:pt x="45753" y="163355"/>
                  </a:lnTo>
                  <a:lnTo>
                    <a:pt x="45854" y="167268"/>
                  </a:lnTo>
                  <a:lnTo>
                    <a:pt x="45961" y="171433"/>
                  </a:lnTo>
                  <a:lnTo>
                    <a:pt x="46069" y="175598"/>
                  </a:lnTo>
                  <a:lnTo>
                    <a:pt x="46177" y="179787"/>
                  </a:lnTo>
                  <a:lnTo>
                    <a:pt x="46258" y="182898"/>
                  </a:lnTo>
                  <a:lnTo>
                    <a:pt x="46359" y="186824"/>
                  </a:lnTo>
                  <a:lnTo>
                    <a:pt x="44642" y="186828"/>
                  </a:lnTo>
                  <a:lnTo>
                    <a:pt x="42038" y="186835"/>
                  </a:lnTo>
                  <a:lnTo>
                    <a:pt x="39434" y="186844"/>
                  </a:lnTo>
                  <a:lnTo>
                    <a:pt x="36830" y="186852"/>
                  </a:lnTo>
                  <a:lnTo>
                    <a:pt x="34226" y="186860"/>
                  </a:lnTo>
                  <a:lnTo>
                    <a:pt x="31622" y="186868"/>
                  </a:lnTo>
                  <a:lnTo>
                    <a:pt x="29019" y="186877"/>
                  </a:lnTo>
                  <a:lnTo>
                    <a:pt x="26414" y="186884"/>
                  </a:lnTo>
                  <a:lnTo>
                    <a:pt x="23810" y="186893"/>
                  </a:lnTo>
                  <a:lnTo>
                    <a:pt x="21207" y="186902"/>
                  </a:lnTo>
                  <a:lnTo>
                    <a:pt x="18602" y="186909"/>
                  </a:lnTo>
                  <a:lnTo>
                    <a:pt x="15999" y="186917"/>
                  </a:lnTo>
                  <a:lnTo>
                    <a:pt x="13395" y="186926"/>
                  </a:lnTo>
                  <a:lnTo>
                    <a:pt x="10791" y="186933"/>
                  </a:lnTo>
                  <a:lnTo>
                    <a:pt x="8187" y="186942"/>
                  </a:lnTo>
                  <a:lnTo>
                    <a:pt x="5584" y="186951"/>
                  </a:lnTo>
                  <a:lnTo>
                    <a:pt x="2980" y="186958"/>
                  </a:lnTo>
                  <a:lnTo>
                    <a:pt x="1524" y="186962"/>
                  </a:lnTo>
                  <a:lnTo>
                    <a:pt x="1054" y="192482"/>
                  </a:lnTo>
                  <a:lnTo>
                    <a:pt x="640" y="196454"/>
                  </a:lnTo>
                  <a:lnTo>
                    <a:pt x="395" y="199681"/>
                  </a:lnTo>
                  <a:lnTo>
                    <a:pt x="576" y="202419"/>
                  </a:lnTo>
                  <a:lnTo>
                    <a:pt x="0" y="200920"/>
                  </a:lnTo>
                  <a:lnTo>
                    <a:pt x="1012" y="185548"/>
                  </a:lnTo>
                  <a:lnTo>
                    <a:pt x="1087" y="184258"/>
                  </a:lnTo>
                  <a:lnTo>
                    <a:pt x="1676" y="183977"/>
                  </a:lnTo>
                  <a:lnTo>
                    <a:pt x="4176" y="182794"/>
                  </a:lnTo>
                  <a:lnTo>
                    <a:pt x="5879" y="182476"/>
                  </a:lnTo>
                  <a:lnTo>
                    <a:pt x="10309" y="182476"/>
                  </a:lnTo>
                  <a:lnTo>
                    <a:pt x="12011" y="181899"/>
                  </a:lnTo>
                  <a:lnTo>
                    <a:pt x="13375" y="181899"/>
                  </a:lnTo>
                  <a:lnTo>
                    <a:pt x="15305" y="182188"/>
                  </a:lnTo>
                  <a:lnTo>
                    <a:pt x="16896" y="182794"/>
                  </a:lnTo>
                  <a:lnTo>
                    <a:pt x="18598" y="183371"/>
                  </a:lnTo>
                  <a:lnTo>
                    <a:pt x="20528" y="183371"/>
                  </a:lnTo>
                  <a:lnTo>
                    <a:pt x="22119" y="183660"/>
                  </a:lnTo>
                  <a:lnTo>
                    <a:pt x="24160" y="183660"/>
                  </a:lnTo>
                  <a:lnTo>
                    <a:pt x="25640" y="183371"/>
                  </a:lnTo>
                  <a:lnTo>
                    <a:pt x="26660" y="181899"/>
                  </a:lnTo>
                  <a:lnTo>
                    <a:pt x="27570" y="178956"/>
                  </a:lnTo>
                  <a:lnTo>
                    <a:pt x="27907" y="176590"/>
                  </a:lnTo>
                  <a:lnTo>
                    <a:pt x="28252" y="174512"/>
                  </a:lnTo>
                  <a:lnTo>
                    <a:pt x="28135" y="172434"/>
                  </a:lnTo>
                  <a:lnTo>
                    <a:pt x="28024" y="171251"/>
                  </a:lnTo>
                  <a:lnTo>
                    <a:pt x="28590" y="169780"/>
                  </a:lnTo>
                  <a:lnTo>
                    <a:pt x="29271" y="167412"/>
                  </a:lnTo>
                  <a:lnTo>
                    <a:pt x="29954" y="165942"/>
                  </a:lnTo>
                  <a:lnTo>
                    <a:pt x="30181" y="164759"/>
                  </a:lnTo>
                  <a:lnTo>
                    <a:pt x="30863" y="163575"/>
                  </a:lnTo>
                  <a:lnTo>
                    <a:pt x="31656" y="161498"/>
                  </a:lnTo>
                  <a:lnTo>
                    <a:pt x="32110" y="160026"/>
                  </a:lnTo>
                  <a:lnTo>
                    <a:pt x="32676" y="157977"/>
                  </a:lnTo>
                  <a:lnTo>
                    <a:pt x="32792" y="156188"/>
                  </a:lnTo>
                  <a:lnTo>
                    <a:pt x="33020" y="153822"/>
                  </a:lnTo>
                  <a:lnTo>
                    <a:pt x="33020" y="149695"/>
                  </a:lnTo>
                  <a:lnTo>
                    <a:pt x="33247" y="144674"/>
                  </a:lnTo>
                  <a:lnTo>
                    <a:pt x="33586" y="141414"/>
                  </a:lnTo>
                  <a:lnTo>
                    <a:pt x="33812" y="138759"/>
                  </a:lnTo>
                  <a:lnTo>
                    <a:pt x="34040" y="134632"/>
                  </a:lnTo>
                  <a:lnTo>
                    <a:pt x="34722" y="127534"/>
                  </a:lnTo>
                  <a:lnTo>
                    <a:pt x="34949" y="125456"/>
                  </a:lnTo>
                  <a:lnTo>
                    <a:pt x="35404" y="122224"/>
                  </a:lnTo>
                  <a:lnTo>
                    <a:pt x="35970" y="119252"/>
                  </a:lnTo>
                  <a:lnTo>
                    <a:pt x="36424" y="117174"/>
                  </a:lnTo>
                  <a:lnTo>
                    <a:pt x="36996" y="115414"/>
                  </a:lnTo>
                  <a:lnTo>
                    <a:pt x="37789" y="114231"/>
                  </a:lnTo>
                  <a:lnTo>
                    <a:pt x="39036" y="113048"/>
                  </a:lnTo>
                  <a:lnTo>
                    <a:pt x="39945" y="111865"/>
                  </a:lnTo>
                  <a:lnTo>
                    <a:pt x="41082" y="110681"/>
                  </a:lnTo>
                  <a:lnTo>
                    <a:pt x="42102" y="109787"/>
                  </a:lnTo>
                  <a:lnTo>
                    <a:pt x="43012" y="108604"/>
                  </a:lnTo>
                  <a:lnTo>
                    <a:pt x="43355" y="107450"/>
                  </a:lnTo>
                  <a:lnTo>
                    <a:pt x="43920" y="105372"/>
                  </a:lnTo>
                  <a:lnTo>
                    <a:pt x="44713" y="101534"/>
                  </a:lnTo>
                  <a:lnTo>
                    <a:pt x="45168" y="99168"/>
                  </a:lnTo>
                  <a:lnTo>
                    <a:pt x="45850" y="96195"/>
                  </a:lnTo>
                  <a:lnTo>
                    <a:pt x="46643" y="94147"/>
                  </a:lnTo>
                  <a:lnTo>
                    <a:pt x="47135" y="93350"/>
                  </a:lnTo>
                  <a:lnTo>
                    <a:pt x="47552" y="92675"/>
                  </a:lnTo>
                  <a:lnTo>
                    <a:pt x="48578" y="91174"/>
                  </a:lnTo>
                  <a:lnTo>
                    <a:pt x="49825" y="89414"/>
                  </a:lnTo>
                  <a:lnTo>
                    <a:pt x="50735" y="87943"/>
                  </a:lnTo>
                  <a:lnTo>
                    <a:pt x="51528" y="86442"/>
                  </a:lnTo>
                  <a:lnTo>
                    <a:pt x="52210" y="85288"/>
                  </a:lnTo>
                  <a:lnTo>
                    <a:pt x="53003" y="83499"/>
                  </a:lnTo>
                  <a:lnTo>
                    <a:pt x="53346" y="82027"/>
                  </a:lnTo>
                  <a:lnTo>
                    <a:pt x="53801" y="79372"/>
                  </a:lnTo>
                  <a:lnTo>
                    <a:pt x="54367" y="75217"/>
                  </a:lnTo>
                  <a:lnTo>
                    <a:pt x="54822" y="70803"/>
                  </a:lnTo>
                  <a:lnTo>
                    <a:pt x="55276" y="66069"/>
                  </a:lnTo>
                  <a:lnTo>
                    <a:pt x="55615" y="63126"/>
                  </a:lnTo>
                  <a:lnTo>
                    <a:pt x="55958" y="59577"/>
                  </a:lnTo>
                  <a:lnTo>
                    <a:pt x="56412" y="56893"/>
                  </a:lnTo>
                  <a:lnTo>
                    <a:pt x="56751" y="53950"/>
                  </a:lnTo>
                  <a:lnTo>
                    <a:pt x="56978" y="52766"/>
                  </a:lnTo>
                  <a:lnTo>
                    <a:pt x="56978" y="51295"/>
                  </a:lnTo>
                  <a:lnTo>
                    <a:pt x="57206" y="49217"/>
                  </a:lnTo>
                  <a:lnTo>
                    <a:pt x="57254" y="49054"/>
                  </a:lnTo>
                  <a:lnTo>
                    <a:pt x="57549" y="48034"/>
                  </a:lnTo>
                  <a:lnTo>
                    <a:pt x="58343" y="47457"/>
                  </a:lnTo>
                  <a:lnTo>
                    <a:pt x="59251" y="46851"/>
                  </a:lnTo>
                  <a:lnTo>
                    <a:pt x="60682" y="46389"/>
                  </a:lnTo>
                  <a:lnTo>
                    <a:pt x="61098" y="45870"/>
                  </a:lnTo>
                  <a:lnTo>
                    <a:pt x="61314" y="44138"/>
                  </a:lnTo>
                  <a:lnTo>
                    <a:pt x="61481" y="42638"/>
                  </a:lnTo>
                  <a:lnTo>
                    <a:pt x="62018" y="40214"/>
                  </a:lnTo>
                  <a:lnTo>
                    <a:pt x="62623" y="38281"/>
                  </a:lnTo>
                  <a:lnTo>
                    <a:pt x="62972" y="37097"/>
                  </a:lnTo>
                  <a:lnTo>
                    <a:pt x="63444" y="35049"/>
                  </a:lnTo>
                  <a:lnTo>
                    <a:pt x="63909" y="33577"/>
                  </a:lnTo>
                  <a:lnTo>
                    <a:pt x="64713" y="31701"/>
                  </a:lnTo>
                  <a:lnTo>
                    <a:pt x="65417" y="30230"/>
                  </a:lnTo>
                  <a:lnTo>
                    <a:pt x="65656" y="28729"/>
                  </a:lnTo>
                  <a:lnTo>
                    <a:pt x="65656" y="26940"/>
                  </a:lnTo>
                  <a:lnTo>
                    <a:pt x="65151" y="25497"/>
                  </a:lnTo>
                  <a:lnTo>
                    <a:pt x="64796" y="22842"/>
                  </a:lnTo>
                  <a:lnTo>
                    <a:pt x="66260" y="22034"/>
                  </a:lnTo>
                  <a:lnTo>
                    <a:pt x="67547" y="21140"/>
                  </a:lnTo>
                  <a:lnTo>
                    <a:pt x="68722" y="20274"/>
                  </a:lnTo>
                  <a:lnTo>
                    <a:pt x="70131" y="19091"/>
                  </a:lnTo>
                  <a:lnTo>
                    <a:pt x="71183" y="19091"/>
                  </a:lnTo>
                  <a:lnTo>
                    <a:pt x="72005" y="18802"/>
                  </a:lnTo>
                  <a:lnTo>
                    <a:pt x="73180" y="19380"/>
                  </a:lnTo>
                  <a:lnTo>
                    <a:pt x="74349" y="19668"/>
                  </a:lnTo>
                  <a:lnTo>
                    <a:pt x="75171" y="20563"/>
                  </a:lnTo>
                  <a:lnTo>
                    <a:pt x="76579" y="22323"/>
                  </a:lnTo>
                  <a:lnTo>
                    <a:pt x="77754" y="23506"/>
                  </a:lnTo>
                  <a:lnTo>
                    <a:pt x="78458" y="23506"/>
                  </a:lnTo>
                  <a:lnTo>
                    <a:pt x="79212" y="22929"/>
                  </a:lnTo>
                  <a:lnTo>
                    <a:pt x="79850" y="22092"/>
                  </a:lnTo>
                  <a:lnTo>
                    <a:pt x="80238" y="22034"/>
                  </a:lnTo>
                  <a:lnTo>
                    <a:pt x="80826" y="22640"/>
                  </a:lnTo>
                  <a:lnTo>
                    <a:pt x="81741" y="23823"/>
                  </a:lnTo>
                  <a:lnTo>
                    <a:pt x="82678" y="23823"/>
                  </a:lnTo>
                  <a:lnTo>
                    <a:pt x="83615" y="23506"/>
                  </a:lnTo>
                  <a:lnTo>
                    <a:pt x="84319" y="22034"/>
                  </a:lnTo>
                  <a:lnTo>
                    <a:pt x="85494" y="19668"/>
                  </a:lnTo>
                  <a:lnTo>
                    <a:pt x="86431" y="17908"/>
                  </a:lnTo>
                  <a:lnTo>
                    <a:pt x="87275" y="16782"/>
                  </a:lnTo>
                  <a:lnTo>
                    <a:pt x="87957" y="16494"/>
                  </a:lnTo>
                  <a:lnTo>
                    <a:pt x="88722" y="16494"/>
                  </a:lnTo>
                  <a:lnTo>
                    <a:pt x="89598" y="16436"/>
                  </a:lnTo>
                  <a:lnTo>
                    <a:pt x="91006" y="16725"/>
                  </a:lnTo>
                  <a:lnTo>
                    <a:pt x="91943" y="16725"/>
                  </a:lnTo>
                  <a:lnTo>
                    <a:pt x="93225" y="16321"/>
                  </a:lnTo>
                  <a:lnTo>
                    <a:pt x="94294" y="15830"/>
                  </a:lnTo>
                  <a:lnTo>
                    <a:pt x="94760" y="14936"/>
                  </a:lnTo>
                  <a:lnTo>
                    <a:pt x="94760" y="13752"/>
                  </a:lnTo>
                  <a:lnTo>
                    <a:pt x="94527" y="11992"/>
                  </a:lnTo>
                  <a:lnTo>
                    <a:pt x="94272" y="10290"/>
                  </a:lnTo>
                  <a:lnTo>
                    <a:pt x="94205" y="8731"/>
                  </a:lnTo>
                  <a:lnTo>
                    <a:pt x="94361" y="7088"/>
                  </a:lnTo>
                  <a:lnTo>
                    <a:pt x="94527" y="5788"/>
                  </a:lnTo>
                  <a:lnTo>
                    <a:pt x="94411" y="3710"/>
                  </a:lnTo>
                  <a:lnTo>
                    <a:pt x="94078" y="1258"/>
                  </a:lnTo>
                  <a:lnTo>
                    <a:pt x="94034" y="0"/>
                  </a:lnTo>
                  <a:lnTo>
                    <a:pt x="95561" y="0"/>
                  </a:lnTo>
                  <a:lnTo>
                    <a:pt x="95561" y="491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5"/>
            <p:cNvSpPr/>
            <p:nvPr/>
          </p:nvSpPr>
          <p:spPr>
            <a:xfrm>
              <a:off x="3642998" y="3131661"/>
              <a:ext cx="4477" cy="12760"/>
            </a:xfrm>
            <a:custGeom>
              <a:avLst/>
              <a:pathLst>
                <a:path w="4477" h="12760">
                  <a:moveTo>
                    <a:pt x="2403" y="8478"/>
                  </a:moveTo>
                  <a:lnTo>
                    <a:pt x="3281" y="8642"/>
                  </a:lnTo>
                  <a:lnTo>
                    <a:pt x="2919" y="7700"/>
                  </a:lnTo>
                  <a:lnTo>
                    <a:pt x="2842" y="7235"/>
                  </a:lnTo>
                  <a:lnTo>
                    <a:pt x="3223" y="5880"/>
                  </a:lnTo>
                  <a:lnTo>
                    <a:pt x="4477" y="8684"/>
                  </a:lnTo>
                  <a:lnTo>
                    <a:pt x="4441" y="12001"/>
                  </a:lnTo>
                  <a:lnTo>
                    <a:pt x="4334" y="12760"/>
                  </a:lnTo>
                  <a:lnTo>
                    <a:pt x="3993" y="12047"/>
                  </a:lnTo>
                  <a:lnTo>
                    <a:pt x="3773" y="11349"/>
                  </a:lnTo>
                  <a:lnTo>
                    <a:pt x="3704" y="10596"/>
                  </a:lnTo>
                  <a:lnTo>
                    <a:pt x="3357" y="9782"/>
                  </a:lnTo>
                  <a:lnTo>
                    <a:pt x="2135" y="10314"/>
                  </a:lnTo>
                  <a:lnTo>
                    <a:pt x="1376" y="9404"/>
                  </a:lnTo>
                  <a:lnTo>
                    <a:pt x="289" y="6612"/>
                  </a:lnTo>
                  <a:lnTo>
                    <a:pt x="0" y="4599"/>
                  </a:lnTo>
                  <a:lnTo>
                    <a:pt x="454" y="4207"/>
                  </a:lnTo>
                  <a:lnTo>
                    <a:pt x="932" y="3239"/>
                  </a:lnTo>
                  <a:lnTo>
                    <a:pt x="1236" y="1646"/>
                  </a:lnTo>
                  <a:lnTo>
                    <a:pt x="958" y="0"/>
                  </a:lnTo>
                  <a:lnTo>
                    <a:pt x="1603" y="262"/>
                  </a:lnTo>
                  <a:lnTo>
                    <a:pt x="1951" y="1953"/>
                  </a:lnTo>
                  <a:lnTo>
                    <a:pt x="2019" y="5800"/>
                  </a:lnTo>
                  <a:lnTo>
                    <a:pt x="2116" y="6615"/>
                  </a:lnTo>
                  <a:lnTo>
                    <a:pt x="1937" y="749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6"/>
            <p:cNvSpPr/>
            <p:nvPr/>
          </p:nvSpPr>
          <p:spPr>
            <a:xfrm>
              <a:off x="3583135" y="2874993"/>
              <a:ext cx="5115" cy="9032"/>
            </a:xfrm>
            <a:custGeom>
              <a:avLst/>
              <a:pathLst>
                <a:path w="5115" h="9032">
                  <a:moveTo>
                    <a:pt x="4512" y="9032"/>
                  </a:moveTo>
                  <a:lnTo>
                    <a:pt x="4211" y="9032"/>
                  </a:lnTo>
                  <a:lnTo>
                    <a:pt x="3415" y="7032"/>
                  </a:lnTo>
                  <a:lnTo>
                    <a:pt x="2947" y="5559"/>
                  </a:lnTo>
                  <a:lnTo>
                    <a:pt x="2472" y="4570"/>
                  </a:lnTo>
                  <a:lnTo>
                    <a:pt x="294" y="2575"/>
                  </a:lnTo>
                  <a:lnTo>
                    <a:pt x="0" y="1288"/>
                  </a:lnTo>
                  <a:lnTo>
                    <a:pt x="332" y="0"/>
                  </a:lnTo>
                  <a:lnTo>
                    <a:pt x="565" y="1281"/>
                  </a:lnTo>
                  <a:lnTo>
                    <a:pt x="959" y="2035"/>
                  </a:lnTo>
                  <a:lnTo>
                    <a:pt x="2762" y="3840"/>
                  </a:lnTo>
                  <a:lnTo>
                    <a:pt x="4770" y="7776"/>
                  </a:lnTo>
                  <a:lnTo>
                    <a:pt x="5115" y="809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7"/>
            <p:cNvSpPr/>
            <p:nvPr/>
          </p:nvSpPr>
          <p:spPr>
            <a:xfrm>
              <a:off x="3583585" y="2870064"/>
              <a:ext cx="586" cy="4618"/>
            </a:xfrm>
            <a:custGeom>
              <a:avLst/>
              <a:pathLst>
                <a:path w="586" h="4618">
                  <a:moveTo>
                    <a:pt x="585" y="4217"/>
                  </a:moveTo>
                  <a:lnTo>
                    <a:pt x="479" y="4618"/>
                  </a:lnTo>
                  <a:lnTo>
                    <a:pt x="0" y="3582"/>
                  </a:lnTo>
                  <a:lnTo>
                    <a:pt x="28" y="1297"/>
                  </a:lnTo>
                  <a:lnTo>
                    <a:pt x="440" y="0"/>
                  </a:lnTo>
                  <a:lnTo>
                    <a:pt x="408" y="1776"/>
                  </a:lnTo>
                  <a:lnTo>
                    <a:pt x="586" y="356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8"/>
            <p:cNvSpPr/>
            <p:nvPr/>
          </p:nvSpPr>
          <p:spPr>
            <a:xfrm>
              <a:off x="3561695" y="2684821"/>
              <a:ext cx="238746" cy="465478"/>
            </a:xfrm>
            <a:custGeom>
              <a:avLst/>
              <a:pathLst>
                <a:path w="238746" h="465478">
                  <a:moveTo>
                    <a:pt x="135302" y="89482"/>
                  </a:moveTo>
                  <a:lnTo>
                    <a:pt x="137498" y="90121"/>
                  </a:lnTo>
                  <a:lnTo>
                    <a:pt x="140421" y="90977"/>
                  </a:lnTo>
                  <a:lnTo>
                    <a:pt x="142199" y="91552"/>
                  </a:lnTo>
                  <a:lnTo>
                    <a:pt x="145542" y="92635"/>
                  </a:lnTo>
                  <a:lnTo>
                    <a:pt x="146543" y="97117"/>
                  </a:lnTo>
                  <a:lnTo>
                    <a:pt x="146905" y="100258"/>
                  </a:lnTo>
                  <a:lnTo>
                    <a:pt x="147245" y="103319"/>
                  </a:lnTo>
                  <a:lnTo>
                    <a:pt x="148246" y="106121"/>
                  </a:lnTo>
                  <a:lnTo>
                    <a:pt x="150525" y="106053"/>
                  </a:lnTo>
                  <a:lnTo>
                    <a:pt x="152542" y="105992"/>
                  </a:lnTo>
                  <a:lnTo>
                    <a:pt x="155030" y="105903"/>
                  </a:lnTo>
                  <a:lnTo>
                    <a:pt x="157003" y="105832"/>
                  </a:lnTo>
                  <a:lnTo>
                    <a:pt x="157640" y="108611"/>
                  </a:lnTo>
                  <a:lnTo>
                    <a:pt x="157918" y="111384"/>
                  </a:lnTo>
                  <a:lnTo>
                    <a:pt x="159091" y="117958"/>
                  </a:lnTo>
                  <a:lnTo>
                    <a:pt x="160765" y="123084"/>
                  </a:lnTo>
                  <a:lnTo>
                    <a:pt x="161165" y="124951"/>
                  </a:lnTo>
                  <a:lnTo>
                    <a:pt x="161436" y="127764"/>
                  </a:lnTo>
                  <a:lnTo>
                    <a:pt x="161145" y="128811"/>
                  </a:lnTo>
                  <a:lnTo>
                    <a:pt x="161031" y="130021"/>
                  </a:lnTo>
                  <a:lnTo>
                    <a:pt x="162272" y="132836"/>
                  </a:lnTo>
                  <a:lnTo>
                    <a:pt x="164321" y="135214"/>
                  </a:lnTo>
                  <a:lnTo>
                    <a:pt x="165123" y="135815"/>
                  </a:lnTo>
                  <a:lnTo>
                    <a:pt x="166031" y="136864"/>
                  </a:lnTo>
                  <a:lnTo>
                    <a:pt x="165322" y="138492"/>
                  </a:lnTo>
                  <a:lnTo>
                    <a:pt x="166531" y="142249"/>
                  </a:lnTo>
                  <a:lnTo>
                    <a:pt x="167936" y="146077"/>
                  </a:lnTo>
                  <a:lnTo>
                    <a:pt x="169440" y="146940"/>
                  </a:lnTo>
                  <a:lnTo>
                    <a:pt x="171470" y="152728"/>
                  </a:lnTo>
                  <a:lnTo>
                    <a:pt x="174532" y="156480"/>
                  </a:lnTo>
                  <a:lnTo>
                    <a:pt x="176391" y="161392"/>
                  </a:lnTo>
                  <a:lnTo>
                    <a:pt x="176219" y="161485"/>
                  </a:lnTo>
                  <a:lnTo>
                    <a:pt x="175673" y="160986"/>
                  </a:lnTo>
                  <a:lnTo>
                    <a:pt x="174989" y="160312"/>
                  </a:lnTo>
                  <a:lnTo>
                    <a:pt x="174781" y="160923"/>
                  </a:lnTo>
                  <a:lnTo>
                    <a:pt x="174818" y="162984"/>
                  </a:lnTo>
                  <a:lnTo>
                    <a:pt x="175000" y="165405"/>
                  </a:lnTo>
                  <a:lnTo>
                    <a:pt x="175947" y="167500"/>
                  </a:lnTo>
                  <a:lnTo>
                    <a:pt x="176790" y="169008"/>
                  </a:lnTo>
                  <a:lnTo>
                    <a:pt x="177118" y="171857"/>
                  </a:lnTo>
                  <a:lnTo>
                    <a:pt x="176455" y="178002"/>
                  </a:lnTo>
                  <a:lnTo>
                    <a:pt x="176225" y="177998"/>
                  </a:lnTo>
                  <a:lnTo>
                    <a:pt x="175780" y="177465"/>
                  </a:lnTo>
                  <a:lnTo>
                    <a:pt x="175302" y="177343"/>
                  </a:lnTo>
                  <a:lnTo>
                    <a:pt x="175049" y="177693"/>
                  </a:lnTo>
                  <a:lnTo>
                    <a:pt x="175610" y="182114"/>
                  </a:lnTo>
                  <a:lnTo>
                    <a:pt x="176169" y="185505"/>
                  </a:lnTo>
                  <a:lnTo>
                    <a:pt x="176843" y="188189"/>
                  </a:lnTo>
                  <a:lnTo>
                    <a:pt x="177403" y="192117"/>
                  </a:lnTo>
                  <a:lnTo>
                    <a:pt x="177883" y="193794"/>
                  </a:lnTo>
                  <a:lnTo>
                    <a:pt x="179858" y="197969"/>
                  </a:lnTo>
                  <a:lnTo>
                    <a:pt x="180464" y="201460"/>
                  </a:lnTo>
                  <a:lnTo>
                    <a:pt x="181025" y="207961"/>
                  </a:lnTo>
                  <a:lnTo>
                    <a:pt x="182262" y="211591"/>
                  </a:lnTo>
                  <a:lnTo>
                    <a:pt x="182929" y="214382"/>
                  </a:lnTo>
                  <a:lnTo>
                    <a:pt x="183824" y="216749"/>
                  </a:lnTo>
                  <a:lnTo>
                    <a:pt x="184406" y="219988"/>
                  </a:lnTo>
                  <a:lnTo>
                    <a:pt x="185231" y="222486"/>
                  </a:lnTo>
                  <a:lnTo>
                    <a:pt x="185659" y="223112"/>
                  </a:lnTo>
                  <a:lnTo>
                    <a:pt x="186303" y="223369"/>
                  </a:lnTo>
                  <a:lnTo>
                    <a:pt x="187105" y="223386"/>
                  </a:lnTo>
                  <a:lnTo>
                    <a:pt x="188067" y="222734"/>
                  </a:lnTo>
                  <a:lnTo>
                    <a:pt x="189088" y="222128"/>
                  </a:lnTo>
                  <a:lnTo>
                    <a:pt x="189888" y="223395"/>
                  </a:lnTo>
                  <a:lnTo>
                    <a:pt x="190715" y="223204"/>
                  </a:lnTo>
                  <a:lnTo>
                    <a:pt x="190796" y="224382"/>
                  </a:lnTo>
                  <a:lnTo>
                    <a:pt x="190246" y="225979"/>
                  </a:lnTo>
                  <a:lnTo>
                    <a:pt x="189564" y="230013"/>
                  </a:lnTo>
                  <a:lnTo>
                    <a:pt x="190533" y="230649"/>
                  </a:lnTo>
                  <a:lnTo>
                    <a:pt x="191459" y="230964"/>
                  </a:lnTo>
                  <a:lnTo>
                    <a:pt x="192117" y="231610"/>
                  </a:lnTo>
                  <a:lnTo>
                    <a:pt x="192499" y="231615"/>
                  </a:lnTo>
                  <a:lnTo>
                    <a:pt x="192499" y="232450"/>
                  </a:lnTo>
                  <a:lnTo>
                    <a:pt x="192542" y="236279"/>
                  </a:lnTo>
                  <a:lnTo>
                    <a:pt x="192774" y="237741"/>
                  </a:lnTo>
                  <a:lnTo>
                    <a:pt x="193191" y="239037"/>
                  </a:lnTo>
                  <a:lnTo>
                    <a:pt x="193816" y="240971"/>
                  </a:lnTo>
                  <a:lnTo>
                    <a:pt x="194441" y="242908"/>
                  </a:lnTo>
                  <a:lnTo>
                    <a:pt x="195065" y="244844"/>
                  </a:lnTo>
                  <a:lnTo>
                    <a:pt x="195690" y="246779"/>
                  </a:lnTo>
                  <a:lnTo>
                    <a:pt x="196315" y="248714"/>
                  </a:lnTo>
                  <a:lnTo>
                    <a:pt x="196940" y="250650"/>
                  </a:lnTo>
                  <a:lnTo>
                    <a:pt x="197564" y="252586"/>
                  </a:lnTo>
                  <a:lnTo>
                    <a:pt x="198189" y="254521"/>
                  </a:lnTo>
                  <a:lnTo>
                    <a:pt x="198814" y="256457"/>
                  </a:lnTo>
                  <a:lnTo>
                    <a:pt x="199439" y="258392"/>
                  </a:lnTo>
                  <a:lnTo>
                    <a:pt x="200064" y="260328"/>
                  </a:lnTo>
                  <a:lnTo>
                    <a:pt x="200688" y="262263"/>
                  </a:lnTo>
                  <a:lnTo>
                    <a:pt x="201313" y="264198"/>
                  </a:lnTo>
                  <a:lnTo>
                    <a:pt x="201938" y="266134"/>
                  </a:lnTo>
                  <a:lnTo>
                    <a:pt x="202562" y="268070"/>
                  </a:lnTo>
                  <a:lnTo>
                    <a:pt x="203187" y="270005"/>
                  </a:lnTo>
                  <a:lnTo>
                    <a:pt x="203704" y="271605"/>
                  </a:lnTo>
                  <a:lnTo>
                    <a:pt x="204658" y="271910"/>
                  </a:lnTo>
                  <a:lnTo>
                    <a:pt x="204962" y="272005"/>
                  </a:lnTo>
                  <a:lnTo>
                    <a:pt x="205822" y="272279"/>
                  </a:lnTo>
                  <a:lnTo>
                    <a:pt x="207158" y="272705"/>
                  </a:lnTo>
                  <a:lnTo>
                    <a:pt x="208891" y="273255"/>
                  </a:lnTo>
                  <a:lnTo>
                    <a:pt x="210940" y="273907"/>
                  </a:lnTo>
                  <a:lnTo>
                    <a:pt x="213230" y="274634"/>
                  </a:lnTo>
                  <a:lnTo>
                    <a:pt x="215678" y="275412"/>
                  </a:lnTo>
                  <a:lnTo>
                    <a:pt x="218205" y="276215"/>
                  </a:lnTo>
                  <a:lnTo>
                    <a:pt x="220731" y="277017"/>
                  </a:lnTo>
                  <a:lnTo>
                    <a:pt x="223179" y="277795"/>
                  </a:lnTo>
                  <a:lnTo>
                    <a:pt x="225467" y="278522"/>
                  </a:lnTo>
                  <a:lnTo>
                    <a:pt x="227518" y="279174"/>
                  </a:lnTo>
                  <a:lnTo>
                    <a:pt x="229251" y="279726"/>
                  </a:lnTo>
                  <a:lnTo>
                    <a:pt x="230586" y="280150"/>
                  </a:lnTo>
                  <a:lnTo>
                    <a:pt x="231447" y="280424"/>
                  </a:lnTo>
                  <a:lnTo>
                    <a:pt x="231751" y="280519"/>
                  </a:lnTo>
                  <a:lnTo>
                    <a:pt x="232651" y="280805"/>
                  </a:lnTo>
                  <a:lnTo>
                    <a:pt x="232823" y="280733"/>
                  </a:lnTo>
                  <a:lnTo>
                    <a:pt x="233577" y="278364"/>
                  </a:lnTo>
                  <a:lnTo>
                    <a:pt x="234411" y="281708"/>
                  </a:lnTo>
                  <a:lnTo>
                    <a:pt x="235102" y="284486"/>
                  </a:lnTo>
                  <a:lnTo>
                    <a:pt x="236052" y="288300"/>
                  </a:lnTo>
                  <a:lnTo>
                    <a:pt x="237062" y="292353"/>
                  </a:lnTo>
                  <a:lnTo>
                    <a:pt x="238027" y="296229"/>
                  </a:lnTo>
                  <a:lnTo>
                    <a:pt x="238746" y="299114"/>
                  </a:lnTo>
                  <a:lnTo>
                    <a:pt x="238364" y="302113"/>
                  </a:lnTo>
                  <a:lnTo>
                    <a:pt x="237948" y="305383"/>
                  </a:lnTo>
                  <a:lnTo>
                    <a:pt x="237533" y="308654"/>
                  </a:lnTo>
                  <a:lnTo>
                    <a:pt x="237117" y="311925"/>
                  </a:lnTo>
                  <a:lnTo>
                    <a:pt x="236701" y="315196"/>
                  </a:lnTo>
                  <a:lnTo>
                    <a:pt x="236285" y="318467"/>
                  </a:lnTo>
                  <a:lnTo>
                    <a:pt x="235869" y="321738"/>
                  </a:lnTo>
                  <a:lnTo>
                    <a:pt x="235453" y="325009"/>
                  </a:lnTo>
                  <a:lnTo>
                    <a:pt x="235038" y="328281"/>
                  </a:lnTo>
                  <a:lnTo>
                    <a:pt x="234623" y="331552"/>
                  </a:lnTo>
                  <a:lnTo>
                    <a:pt x="234206" y="334823"/>
                  </a:lnTo>
                  <a:lnTo>
                    <a:pt x="233790" y="338094"/>
                  </a:lnTo>
                  <a:lnTo>
                    <a:pt x="233375" y="341365"/>
                  </a:lnTo>
                  <a:lnTo>
                    <a:pt x="232959" y="344635"/>
                  </a:lnTo>
                  <a:lnTo>
                    <a:pt x="232542" y="347906"/>
                  </a:lnTo>
                  <a:lnTo>
                    <a:pt x="232128" y="351177"/>
                  </a:lnTo>
                  <a:lnTo>
                    <a:pt x="231711" y="354448"/>
                  </a:lnTo>
                  <a:lnTo>
                    <a:pt x="231209" y="358387"/>
                  </a:lnTo>
                  <a:lnTo>
                    <a:pt x="230003" y="359434"/>
                  </a:lnTo>
                  <a:lnTo>
                    <a:pt x="228049" y="361130"/>
                  </a:lnTo>
                  <a:lnTo>
                    <a:pt x="226096" y="362824"/>
                  </a:lnTo>
                  <a:lnTo>
                    <a:pt x="224142" y="364518"/>
                  </a:lnTo>
                  <a:lnTo>
                    <a:pt x="222189" y="366211"/>
                  </a:lnTo>
                  <a:lnTo>
                    <a:pt x="220235" y="367905"/>
                  </a:lnTo>
                  <a:lnTo>
                    <a:pt x="218282" y="369599"/>
                  </a:lnTo>
                  <a:lnTo>
                    <a:pt x="216329" y="371294"/>
                  </a:lnTo>
                  <a:lnTo>
                    <a:pt x="214375" y="372988"/>
                  </a:lnTo>
                  <a:lnTo>
                    <a:pt x="212422" y="374682"/>
                  </a:lnTo>
                  <a:lnTo>
                    <a:pt x="210468" y="376376"/>
                  </a:lnTo>
                  <a:lnTo>
                    <a:pt x="208514" y="378071"/>
                  </a:lnTo>
                  <a:lnTo>
                    <a:pt x="206561" y="379765"/>
                  </a:lnTo>
                  <a:lnTo>
                    <a:pt x="204607" y="381459"/>
                  </a:lnTo>
                  <a:lnTo>
                    <a:pt x="202655" y="383153"/>
                  </a:lnTo>
                  <a:lnTo>
                    <a:pt x="200701" y="384847"/>
                  </a:lnTo>
                  <a:lnTo>
                    <a:pt x="198747" y="386541"/>
                  </a:lnTo>
                  <a:lnTo>
                    <a:pt x="197146" y="387930"/>
                  </a:lnTo>
                  <a:lnTo>
                    <a:pt x="194482" y="388864"/>
                  </a:lnTo>
                  <a:lnTo>
                    <a:pt x="191892" y="389770"/>
                  </a:lnTo>
                  <a:lnTo>
                    <a:pt x="188979" y="390790"/>
                  </a:lnTo>
                  <a:lnTo>
                    <a:pt x="185477" y="392016"/>
                  </a:lnTo>
                  <a:lnTo>
                    <a:pt x="182731" y="392979"/>
                  </a:lnTo>
                  <a:lnTo>
                    <a:pt x="178724" y="394383"/>
                  </a:lnTo>
                  <a:lnTo>
                    <a:pt x="175132" y="395639"/>
                  </a:lnTo>
                  <a:lnTo>
                    <a:pt x="171761" y="396820"/>
                  </a:lnTo>
                  <a:lnTo>
                    <a:pt x="168388" y="398001"/>
                  </a:lnTo>
                  <a:lnTo>
                    <a:pt x="165519" y="399005"/>
                  </a:lnTo>
                  <a:lnTo>
                    <a:pt x="163811" y="400174"/>
                  </a:lnTo>
                  <a:lnTo>
                    <a:pt x="161799" y="402732"/>
                  </a:lnTo>
                  <a:lnTo>
                    <a:pt x="158712" y="406657"/>
                  </a:lnTo>
                  <a:lnTo>
                    <a:pt x="155565" y="410656"/>
                  </a:lnTo>
                  <a:lnTo>
                    <a:pt x="153934" y="412728"/>
                  </a:lnTo>
                  <a:lnTo>
                    <a:pt x="152225" y="418046"/>
                  </a:lnTo>
                  <a:lnTo>
                    <a:pt x="151360" y="420739"/>
                  </a:lnTo>
                  <a:lnTo>
                    <a:pt x="149796" y="425607"/>
                  </a:lnTo>
                  <a:lnTo>
                    <a:pt x="148614" y="429279"/>
                  </a:lnTo>
                  <a:lnTo>
                    <a:pt x="147205" y="433666"/>
                  </a:lnTo>
                  <a:lnTo>
                    <a:pt x="146589" y="437574"/>
                  </a:lnTo>
                  <a:lnTo>
                    <a:pt x="145640" y="443609"/>
                  </a:lnTo>
                  <a:lnTo>
                    <a:pt x="144820" y="445130"/>
                  </a:lnTo>
                  <a:lnTo>
                    <a:pt x="143476" y="447093"/>
                  </a:lnTo>
                  <a:lnTo>
                    <a:pt x="142253" y="448490"/>
                  </a:lnTo>
                  <a:lnTo>
                    <a:pt x="140347" y="448289"/>
                  </a:lnTo>
                  <a:lnTo>
                    <a:pt x="139260" y="444580"/>
                  </a:lnTo>
                  <a:lnTo>
                    <a:pt x="138108" y="440647"/>
                  </a:lnTo>
                  <a:lnTo>
                    <a:pt x="137530" y="439067"/>
                  </a:lnTo>
                  <a:lnTo>
                    <a:pt x="137012" y="438979"/>
                  </a:lnTo>
                  <a:lnTo>
                    <a:pt x="135098" y="439478"/>
                  </a:lnTo>
                  <a:lnTo>
                    <a:pt x="132792" y="440080"/>
                  </a:lnTo>
                  <a:lnTo>
                    <a:pt x="130072" y="439433"/>
                  </a:lnTo>
                  <a:lnTo>
                    <a:pt x="126933" y="438687"/>
                  </a:lnTo>
                  <a:lnTo>
                    <a:pt x="123991" y="437989"/>
                  </a:lnTo>
                  <a:lnTo>
                    <a:pt x="122529" y="437465"/>
                  </a:lnTo>
                  <a:lnTo>
                    <a:pt x="120599" y="434912"/>
                  </a:lnTo>
                  <a:lnTo>
                    <a:pt x="120101" y="434404"/>
                  </a:lnTo>
                  <a:lnTo>
                    <a:pt x="119593" y="434284"/>
                  </a:lnTo>
                  <a:lnTo>
                    <a:pt x="117304" y="434220"/>
                  </a:lnTo>
                  <a:lnTo>
                    <a:pt x="115037" y="434158"/>
                  </a:lnTo>
                  <a:lnTo>
                    <a:pt x="112762" y="434966"/>
                  </a:lnTo>
                  <a:lnTo>
                    <a:pt x="110584" y="434671"/>
                  </a:lnTo>
                  <a:lnTo>
                    <a:pt x="108328" y="435138"/>
                  </a:lnTo>
                  <a:lnTo>
                    <a:pt x="107533" y="436113"/>
                  </a:lnTo>
                  <a:lnTo>
                    <a:pt x="106650" y="436056"/>
                  </a:lnTo>
                  <a:lnTo>
                    <a:pt x="106099" y="436917"/>
                  </a:lnTo>
                  <a:lnTo>
                    <a:pt x="105614" y="437320"/>
                  </a:lnTo>
                  <a:lnTo>
                    <a:pt x="105040" y="436584"/>
                  </a:lnTo>
                  <a:lnTo>
                    <a:pt x="104334" y="436745"/>
                  </a:lnTo>
                  <a:lnTo>
                    <a:pt x="103298" y="436113"/>
                  </a:lnTo>
                  <a:lnTo>
                    <a:pt x="102621" y="434448"/>
                  </a:lnTo>
                  <a:lnTo>
                    <a:pt x="101983" y="432984"/>
                  </a:lnTo>
                  <a:lnTo>
                    <a:pt x="101325" y="432177"/>
                  </a:lnTo>
                  <a:lnTo>
                    <a:pt x="100586" y="431670"/>
                  </a:lnTo>
                  <a:lnTo>
                    <a:pt x="99947" y="431659"/>
                  </a:lnTo>
                  <a:lnTo>
                    <a:pt x="99131" y="432552"/>
                  </a:lnTo>
                  <a:lnTo>
                    <a:pt x="98632" y="433417"/>
                  </a:lnTo>
                  <a:lnTo>
                    <a:pt x="97369" y="436295"/>
                  </a:lnTo>
                  <a:lnTo>
                    <a:pt x="97317" y="437320"/>
                  </a:lnTo>
                  <a:lnTo>
                    <a:pt x="97892" y="439041"/>
                  </a:lnTo>
                  <a:lnTo>
                    <a:pt x="97715" y="439845"/>
                  </a:lnTo>
                  <a:lnTo>
                    <a:pt x="96972" y="440856"/>
                  </a:lnTo>
                  <a:lnTo>
                    <a:pt x="96745" y="443576"/>
                  </a:lnTo>
                  <a:lnTo>
                    <a:pt x="96634" y="445069"/>
                  </a:lnTo>
                  <a:lnTo>
                    <a:pt x="96524" y="448628"/>
                  </a:lnTo>
                  <a:lnTo>
                    <a:pt x="96855" y="451442"/>
                  </a:lnTo>
                  <a:lnTo>
                    <a:pt x="97296" y="452475"/>
                  </a:lnTo>
                  <a:lnTo>
                    <a:pt x="97317" y="453681"/>
                  </a:lnTo>
                  <a:lnTo>
                    <a:pt x="97075" y="456092"/>
                  </a:lnTo>
                  <a:lnTo>
                    <a:pt x="96391" y="456838"/>
                  </a:lnTo>
                  <a:lnTo>
                    <a:pt x="95891" y="459129"/>
                  </a:lnTo>
                  <a:lnTo>
                    <a:pt x="95583" y="460200"/>
                  </a:lnTo>
                  <a:lnTo>
                    <a:pt x="95046" y="461421"/>
                  </a:lnTo>
                  <a:lnTo>
                    <a:pt x="92922" y="465478"/>
                  </a:lnTo>
                  <a:lnTo>
                    <a:pt x="92815" y="463120"/>
                  </a:lnTo>
                  <a:lnTo>
                    <a:pt x="92143" y="459626"/>
                  </a:lnTo>
                  <a:lnTo>
                    <a:pt x="92094" y="457158"/>
                  </a:lnTo>
                  <a:lnTo>
                    <a:pt x="91781" y="454687"/>
                  </a:lnTo>
                  <a:lnTo>
                    <a:pt x="91198" y="452784"/>
                  </a:lnTo>
                  <a:lnTo>
                    <a:pt x="90125" y="450801"/>
                  </a:lnTo>
                  <a:lnTo>
                    <a:pt x="90025" y="448106"/>
                  </a:lnTo>
                  <a:lnTo>
                    <a:pt x="89240" y="445441"/>
                  </a:lnTo>
                  <a:lnTo>
                    <a:pt x="88198" y="443296"/>
                  </a:lnTo>
                  <a:lnTo>
                    <a:pt x="87621" y="439331"/>
                  </a:lnTo>
                  <a:lnTo>
                    <a:pt x="87184" y="434062"/>
                  </a:lnTo>
                  <a:lnTo>
                    <a:pt x="84439" y="427136"/>
                  </a:lnTo>
                  <a:lnTo>
                    <a:pt x="81007" y="420742"/>
                  </a:lnTo>
                  <a:lnTo>
                    <a:pt x="79962" y="417139"/>
                  </a:lnTo>
                  <a:lnTo>
                    <a:pt x="78255" y="409798"/>
                  </a:lnTo>
                  <a:lnTo>
                    <a:pt x="77393" y="403996"/>
                  </a:lnTo>
                  <a:lnTo>
                    <a:pt x="75096" y="397319"/>
                  </a:lnTo>
                  <a:lnTo>
                    <a:pt x="74998" y="394753"/>
                  </a:lnTo>
                  <a:lnTo>
                    <a:pt x="74657" y="391622"/>
                  </a:lnTo>
                  <a:lnTo>
                    <a:pt x="74127" y="388139"/>
                  </a:lnTo>
                  <a:lnTo>
                    <a:pt x="73808" y="385388"/>
                  </a:lnTo>
                  <a:lnTo>
                    <a:pt x="71506" y="373333"/>
                  </a:lnTo>
                  <a:lnTo>
                    <a:pt x="70763" y="371409"/>
                  </a:lnTo>
                  <a:lnTo>
                    <a:pt x="70124" y="368716"/>
                  </a:lnTo>
                  <a:lnTo>
                    <a:pt x="69959" y="366633"/>
                  </a:lnTo>
                  <a:lnTo>
                    <a:pt x="69756" y="365493"/>
                  </a:lnTo>
                  <a:lnTo>
                    <a:pt x="68129" y="363516"/>
                  </a:lnTo>
                  <a:lnTo>
                    <a:pt x="66611" y="358461"/>
                  </a:lnTo>
                  <a:lnTo>
                    <a:pt x="62051" y="350410"/>
                  </a:lnTo>
                  <a:lnTo>
                    <a:pt x="59819" y="349610"/>
                  </a:lnTo>
                  <a:lnTo>
                    <a:pt x="58050" y="346733"/>
                  </a:lnTo>
                  <a:lnTo>
                    <a:pt x="56748" y="342970"/>
                  </a:lnTo>
                  <a:lnTo>
                    <a:pt x="55357" y="336489"/>
                  </a:lnTo>
                  <a:lnTo>
                    <a:pt x="52914" y="329487"/>
                  </a:lnTo>
                  <a:lnTo>
                    <a:pt x="50842" y="319548"/>
                  </a:lnTo>
                  <a:lnTo>
                    <a:pt x="51490" y="315930"/>
                  </a:lnTo>
                  <a:lnTo>
                    <a:pt x="51449" y="313382"/>
                  </a:lnTo>
                  <a:lnTo>
                    <a:pt x="50813" y="309099"/>
                  </a:lnTo>
                  <a:lnTo>
                    <a:pt x="50118" y="305789"/>
                  </a:lnTo>
                  <a:lnTo>
                    <a:pt x="49642" y="302664"/>
                  </a:lnTo>
                  <a:lnTo>
                    <a:pt x="50020" y="298181"/>
                  </a:lnTo>
                  <a:lnTo>
                    <a:pt x="50165" y="293160"/>
                  </a:lnTo>
                  <a:lnTo>
                    <a:pt x="50573" y="290492"/>
                  </a:lnTo>
                  <a:lnTo>
                    <a:pt x="50868" y="287563"/>
                  </a:lnTo>
                  <a:lnTo>
                    <a:pt x="50484" y="281671"/>
                  </a:lnTo>
                  <a:lnTo>
                    <a:pt x="49795" y="278515"/>
                  </a:lnTo>
                  <a:lnTo>
                    <a:pt x="49864" y="276414"/>
                  </a:lnTo>
                  <a:lnTo>
                    <a:pt x="49084" y="275388"/>
                  </a:lnTo>
                  <a:lnTo>
                    <a:pt x="48450" y="273106"/>
                  </a:lnTo>
                  <a:lnTo>
                    <a:pt x="49111" y="273112"/>
                  </a:lnTo>
                  <a:lnTo>
                    <a:pt x="47912" y="269943"/>
                  </a:lnTo>
                  <a:lnTo>
                    <a:pt x="47473" y="268184"/>
                  </a:lnTo>
                  <a:lnTo>
                    <a:pt x="47020" y="263879"/>
                  </a:lnTo>
                  <a:lnTo>
                    <a:pt x="46442" y="260592"/>
                  </a:lnTo>
                  <a:lnTo>
                    <a:pt x="44582" y="253134"/>
                  </a:lnTo>
                  <a:lnTo>
                    <a:pt x="43695" y="248585"/>
                  </a:lnTo>
                  <a:lnTo>
                    <a:pt x="41704" y="242701"/>
                  </a:lnTo>
                  <a:lnTo>
                    <a:pt x="39544" y="238357"/>
                  </a:lnTo>
                  <a:lnTo>
                    <a:pt x="38172" y="236390"/>
                  </a:lnTo>
                  <a:lnTo>
                    <a:pt x="37512" y="234593"/>
                  </a:lnTo>
                  <a:lnTo>
                    <a:pt x="36391" y="234531"/>
                  </a:lnTo>
                  <a:lnTo>
                    <a:pt x="35169" y="231962"/>
                  </a:lnTo>
                  <a:lnTo>
                    <a:pt x="34315" y="231864"/>
                  </a:lnTo>
                  <a:lnTo>
                    <a:pt x="33235" y="231453"/>
                  </a:lnTo>
                  <a:lnTo>
                    <a:pt x="31962" y="226507"/>
                  </a:lnTo>
                  <a:lnTo>
                    <a:pt x="30912" y="221874"/>
                  </a:lnTo>
                  <a:lnTo>
                    <a:pt x="29122" y="215840"/>
                  </a:lnTo>
                  <a:lnTo>
                    <a:pt x="29571" y="214265"/>
                  </a:lnTo>
                  <a:lnTo>
                    <a:pt x="30093" y="211702"/>
                  </a:lnTo>
                  <a:lnTo>
                    <a:pt x="29833" y="208352"/>
                  </a:lnTo>
                  <a:lnTo>
                    <a:pt x="29548" y="206069"/>
                  </a:lnTo>
                  <a:lnTo>
                    <a:pt x="28759" y="201920"/>
                  </a:lnTo>
                  <a:lnTo>
                    <a:pt x="26168" y="191576"/>
                  </a:lnTo>
                  <a:lnTo>
                    <a:pt x="25481" y="190060"/>
                  </a:lnTo>
                  <a:lnTo>
                    <a:pt x="24374" y="188321"/>
                  </a:lnTo>
                  <a:lnTo>
                    <a:pt x="23691" y="183843"/>
                  </a:lnTo>
                  <a:lnTo>
                    <a:pt x="23380" y="179825"/>
                  </a:lnTo>
                  <a:lnTo>
                    <a:pt x="21604" y="177874"/>
                  </a:lnTo>
                  <a:lnTo>
                    <a:pt x="18548" y="163398"/>
                  </a:lnTo>
                  <a:lnTo>
                    <a:pt x="16778" y="158344"/>
                  </a:lnTo>
                  <a:lnTo>
                    <a:pt x="16077" y="154940"/>
                  </a:lnTo>
                  <a:lnTo>
                    <a:pt x="14029" y="149342"/>
                  </a:lnTo>
                  <a:lnTo>
                    <a:pt x="13022" y="143777"/>
                  </a:lnTo>
                  <a:lnTo>
                    <a:pt x="10959" y="138645"/>
                  </a:lnTo>
                  <a:lnTo>
                    <a:pt x="9170" y="129741"/>
                  </a:lnTo>
                  <a:lnTo>
                    <a:pt x="6407" y="120845"/>
                  </a:lnTo>
                  <a:lnTo>
                    <a:pt x="5247" y="119304"/>
                  </a:lnTo>
                  <a:lnTo>
                    <a:pt x="2399" y="118666"/>
                  </a:lnTo>
                  <a:lnTo>
                    <a:pt x="1202" y="118014"/>
                  </a:lnTo>
                  <a:lnTo>
                    <a:pt x="99" y="119969"/>
                  </a:lnTo>
                  <a:lnTo>
                    <a:pt x="0" y="117492"/>
                  </a:lnTo>
                  <a:lnTo>
                    <a:pt x="761" y="114071"/>
                  </a:lnTo>
                  <a:lnTo>
                    <a:pt x="1858" y="106884"/>
                  </a:lnTo>
                  <a:lnTo>
                    <a:pt x="2077" y="100585"/>
                  </a:lnTo>
                  <a:lnTo>
                    <a:pt x="3799" y="81880"/>
                  </a:lnTo>
                  <a:lnTo>
                    <a:pt x="6217" y="82842"/>
                  </a:lnTo>
                  <a:lnTo>
                    <a:pt x="8209" y="83636"/>
                  </a:lnTo>
                  <a:lnTo>
                    <a:pt x="11118" y="84794"/>
                  </a:lnTo>
                  <a:lnTo>
                    <a:pt x="14127" y="85995"/>
                  </a:lnTo>
                  <a:lnTo>
                    <a:pt x="15888" y="86697"/>
                  </a:lnTo>
                  <a:lnTo>
                    <a:pt x="16490" y="86400"/>
                  </a:lnTo>
                  <a:lnTo>
                    <a:pt x="18924" y="81825"/>
                  </a:lnTo>
                  <a:lnTo>
                    <a:pt x="21119" y="77696"/>
                  </a:lnTo>
                  <a:lnTo>
                    <a:pt x="22433" y="72643"/>
                  </a:lnTo>
                  <a:lnTo>
                    <a:pt x="23706" y="67752"/>
                  </a:lnTo>
                  <a:lnTo>
                    <a:pt x="24290" y="66736"/>
                  </a:lnTo>
                  <a:lnTo>
                    <a:pt x="26240" y="65818"/>
                  </a:lnTo>
                  <a:lnTo>
                    <a:pt x="29333" y="64364"/>
                  </a:lnTo>
                  <a:lnTo>
                    <a:pt x="32397" y="62922"/>
                  </a:lnTo>
                  <a:lnTo>
                    <a:pt x="32641" y="62431"/>
                  </a:lnTo>
                  <a:lnTo>
                    <a:pt x="33355" y="58505"/>
                  </a:lnTo>
                  <a:lnTo>
                    <a:pt x="34263" y="53520"/>
                  </a:lnTo>
                  <a:lnTo>
                    <a:pt x="34448" y="52997"/>
                  </a:lnTo>
                  <a:lnTo>
                    <a:pt x="34674" y="52489"/>
                  </a:lnTo>
                  <a:lnTo>
                    <a:pt x="36867" y="49698"/>
                  </a:lnTo>
                  <a:lnTo>
                    <a:pt x="38198" y="48002"/>
                  </a:lnTo>
                  <a:lnTo>
                    <a:pt x="36300" y="43000"/>
                  </a:lnTo>
                  <a:lnTo>
                    <a:pt x="34512" y="38282"/>
                  </a:lnTo>
                  <a:lnTo>
                    <a:pt x="32508" y="32998"/>
                  </a:lnTo>
                  <a:lnTo>
                    <a:pt x="30810" y="28889"/>
                  </a:lnTo>
                  <a:lnTo>
                    <a:pt x="28264" y="22733"/>
                  </a:lnTo>
                  <a:lnTo>
                    <a:pt x="26598" y="18704"/>
                  </a:lnTo>
                  <a:lnTo>
                    <a:pt x="29517" y="16795"/>
                  </a:lnTo>
                  <a:lnTo>
                    <a:pt x="32671" y="14734"/>
                  </a:lnTo>
                  <a:lnTo>
                    <a:pt x="35856" y="12652"/>
                  </a:lnTo>
                  <a:lnTo>
                    <a:pt x="39689" y="10145"/>
                  </a:lnTo>
                  <a:lnTo>
                    <a:pt x="42688" y="8186"/>
                  </a:lnTo>
                  <a:lnTo>
                    <a:pt x="47163" y="5260"/>
                  </a:lnTo>
                  <a:lnTo>
                    <a:pt x="49351" y="3829"/>
                  </a:lnTo>
                  <a:lnTo>
                    <a:pt x="49746" y="3458"/>
                  </a:lnTo>
                  <a:lnTo>
                    <a:pt x="51431" y="0"/>
                  </a:lnTo>
                  <a:lnTo>
                    <a:pt x="53966" y="968"/>
                  </a:lnTo>
                  <a:lnTo>
                    <a:pt x="57775" y="2422"/>
                  </a:lnTo>
                  <a:lnTo>
                    <a:pt x="61451" y="3826"/>
                  </a:lnTo>
                  <a:lnTo>
                    <a:pt x="65329" y="5482"/>
                  </a:lnTo>
                  <a:lnTo>
                    <a:pt x="66573" y="6830"/>
                  </a:lnTo>
                  <a:lnTo>
                    <a:pt x="70315" y="11792"/>
                  </a:lnTo>
                  <a:lnTo>
                    <a:pt x="72745" y="15015"/>
                  </a:lnTo>
                  <a:lnTo>
                    <a:pt x="75584" y="18778"/>
                  </a:lnTo>
                  <a:lnTo>
                    <a:pt x="79134" y="23484"/>
                  </a:lnTo>
                  <a:lnTo>
                    <a:pt x="81571" y="26716"/>
                  </a:lnTo>
                  <a:lnTo>
                    <a:pt x="84691" y="30853"/>
                  </a:lnTo>
                  <a:lnTo>
                    <a:pt x="87123" y="35580"/>
                  </a:lnTo>
                  <a:lnTo>
                    <a:pt x="90202" y="41567"/>
                  </a:lnTo>
                  <a:lnTo>
                    <a:pt x="93586" y="48144"/>
                  </a:lnTo>
                  <a:lnTo>
                    <a:pt x="96372" y="53256"/>
                  </a:lnTo>
                  <a:lnTo>
                    <a:pt x="100207" y="60295"/>
                  </a:lnTo>
                  <a:lnTo>
                    <a:pt x="103987" y="67232"/>
                  </a:lnTo>
                  <a:lnTo>
                    <a:pt x="107688" y="74025"/>
                  </a:lnTo>
                  <a:lnTo>
                    <a:pt x="110653" y="79465"/>
                  </a:lnTo>
                  <a:lnTo>
                    <a:pt x="114401" y="86347"/>
                  </a:lnTo>
                  <a:lnTo>
                    <a:pt x="114693" y="86605"/>
                  </a:lnTo>
                  <a:lnTo>
                    <a:pt x="118483" y="87389"/>
                  </a:lnTo>
                  <a:lnTo>
                    <a:pt x="123578" y="88439"/>
                  </a:lnTo>
                  <a:lnTo>
                    <a:pt x="128697" y="89494"/>
                  </a:lnTo>
                  <a:lnTo>
                    <a:pt x="133315" y="9044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49"/>
            <p:cNvSpPr/>
            <p:nvPr/>
          </p:nvSpPr>
          <p:spPr>
            <a:xfrm>
              <a:off x="3416448" y="2978009"/>
              <a:ext cx="190592" cy="400000"/>
            </a:xfrm>
            <a:custGeom>
              <a:avLst/>
              <a:pathLst>
                <a:path w="190592" h="400000">
                  <a:moveTo>
                    <a:pt x="170855" y="6078"/>
                  </a:moveTo>
                  <a:lnTo>
                    <a:pt x="170982" y="12813"/>
                  </a:lnTo>
                  <a:lnTo>
                    <a:pt x="171486" y="18199"/>
                  </a:lnTo>
                  <a:lnTo>
                    <a:pt x="173237" y="25897"/>
                  </a:lnTo>
                  <a:lnTo>
                    <a:pt x="174719" y="30039"/>
                  </a:lnTo>
                  <a:lnTo>
                    <a:pt x="175252" y="32323"/>
                  </a:lnTo>
                  <a:lnTo>
                    <a:pt x="175304" y="33384"/>
                  </a:lnTo>
                  <a:lnTo>
                    <a:pt x="175236" y="34366"/>
                  </a:lnTo>
                  <a:lnTo>
                    <a:pt x="174785" y="33236"/>
                  </a:lnTo>
                  <a:lnTo>
                    <a:pt x="174025" y="32465"/>
                  </a:lnTo>
                  <a:lnTo>
                    <a:pt x="173918" y="36069"/>
                  </a:lnTo>
                  <a:lnTo>
                    <a:pt x="174096" y="38635"/>
                  </a:lnTo>
                  <a:lnTo>
                    <a:pt x="174276" y="43450"/>
                  </a:lnTo>
                  <a:lnTo>
                    <a:pt x="174899" y="48628"/>
                  </a:lnTo>
                  <a:lnTo>
                    <a:pt x="174449" y="53410"/>
                  </a:lnTo>
                  <a:lnTo>
                    <a:pt x="174509" y="61513"/>
                  </a:lnTo>
                  <a:lnTo>
                    <a:pt x="175297" y="71229"/>
                  </a:lnTo>
                  <a:lnTo>
                    <a:pt x="175136" y="77434"/>
                  </a:lnTo>
                  <a:lnTo>
                    <a:pt x="176421" y="91910"/>
                  </a:lnTo>
                  <a:lnTo>
                    <a:pt x="177667" y="99944"/>
                  </a:lnTo>
                  <a:lnTo>
                    <a:pt x="178352" y="101924"/>
                  </a:lnTo>
                  <a:lnTo>
                    <a:pt x="179122" y="102978"/>
                  </a:lnTo>
                  <a:lnTo>
                    <a:pt x="180602" y="103661"/>
                  </a:lnTo>
                  <a:lnTo>
                    <a:pt x="182784" y="107751"/>
                  </a:lnTo>
                  <a:lnTo>
                    <a:pt x="184511" y="112069"/>
                  </a:lnTo>
                  <a:lnTo>
                    <a:pt x="185126" y="114329"/>
                  </a:lnTo>
                  <a:lnTo>
                    <a:pt x="185962" y="116808"/>
                  </a:lnTo>
                  <a:lnTo>
                    <a:pt x="186534" y="116365"/>
                  </a:lnTo>
                  <a:lnTo>
                    <a:pt x="186885" y="115705"/>
                  </a:lnTo>
                  <a:lnTo>
                    <a:pt x="187451" y="117705"/>
                  </a:lnTo>
                  <a:lnTo>
                    <a:pt x="190189" y="122022"/>
                  </a:lnTo>
                  <a:lnTo>
                    <a:pt x="190592" y="124028"/>
                  </a:lnTo>
                  <a:lnTo>
                    <a:pt x="189608" y="125994"/>
                  </a:lnTo>
                  <a:lnTo>
                    <a:pt x="188468" y="129381"/>
                  </a:lnTo>
                  <a:lnTo>
                    <a:pt x="188181" y="130727"/>
                  </a:lnTo>
                  <a:lnTo>
                    <a:pt x="188049" y="131527"/>
                  </a:lnTo>
                  <a:lnTo>
                    <a:pt x="187915" y="132530"/>
                  </a:lnTo>
                  <a:lnTo>
                    <a:pt x="187615" y="133527"/>
                  </a:lnTo>
                  <a:lnTo>
                    <a:pt x="186962" y="134904"/>
                  </a:lnTo>
                  <a:lnTo>
                    <a:pt x="186706" y="135504"/>
                  </a:lnTo>
                  <a:lnTo>
                    <a:pt x="186550" y="136447"/>
                  </a:lnTo>
                  <a:lnTo>
                    <a:pt x="186158" y="137062"/>
                  </a:lnTo>
                  <a:lnTo>
                    <a:pt x="185732" y="137095"/>
                  </a:lnTo>
                  <a:lnTo>
                    <a:pt x="185357" y="137518"/>
                  </a:lnTo>
                  <a:lnTo>
                    <a:pt x="184794" y="138170"/>
                  </a:lnTo>
                  <a:lnTo>
                    <a:pt x="183958" y="137835"/>
                  </a:lnTo>
                  <a:lnTo>
                    <a:pt x="183104" y="138430"/>
                  </a:lnTo>
                  <a:lnTo>
                    <a:pt x="182791" y="139179"/>
                  </a:lnTo>
                  <a:lnTo>
                    <a:pt x="182115" y="139831"/>
                  </a:lnTo>
                  <a:lnTo>
                    <a:pt x="181437" y="139971"/>
                  </a:lnTo>
                  <a:lnTo>
                    <a:pt x="181200" y="140193"/>
                  </a:lnTo>
                  <a:lnTo>
                    <a:pt x="180559" y="141301"/>
                  </a:lnTo>
                  <a:lnTo>
                    <a:pt x="179773" y="142845"/>
                  </a:lnTo>
                  <a:lnTo>
                    <a:pt x="178856" y="143827"/>
                  </a:lnTo>
                  <a:lnTo>
                    <a:pt x="178532" y="144149"/>
                  </a:lnTo>
                  <a:lnTo>
                    <a:pt x="178108" y="145213"/>
                  </a:lnTo>
                  <a:lnTo>
                    <a:pt x="177458" y="150515"/>
                  </a:lnTo>
                  <a:lnTo>
                    <a:pt x="176983" y="151903"/>
                  </a:lnTo>
                  <a:lnTo>
                    <a:pt x="176181" y="152040"/>
                  </a:lnTo>
                  <a:lnTo>
                    <a:pt x="175141" y="152046"/>
                  </a:lnTo>
                  <a:lnTo>
                    <a:pt x="174240" y="152503"/>
                  </a:lnTo>
                  <a:lnTo>
                    <a:pt x="173014" y="151916"/>
                  </a:lnTo>
                  <a:lnTo>
                    <a:pt x="172417" y="151987"/>
                  </a:lnTo>
                  <a:lnTo>
                    <a:pt x="172261" y="153119"/>
                  </a:lnTo>
                  <a:lnTo>
                    <a:pt x="172040" y="157670"/>
                  </a:lnTo>
                  <a:lnTo>
                    <a:pt x="172074" y="159619"/>
                  </a:lnTo>
                  <a:lnTo>
                    <a:pt x="171586" y="161931"/>
                  </a:lnTo>
                  <a:lnTo>
                    <a:pt x="171041" y="164818"/>
                  </a:lnTo>
                  <a:lnTo>
                    <a:pt x="171242" y="169697"/>
                  </a:lnTo>
                  <a:lnTo>
                    <a:pt x="171336" y="174524"/>
                  </a:lnTo>
                  <a:lnTo>
                    <a:pt x="170338" y="181790"/>
                  </a:lnTo>
                  <a:lnTo>
                    <a:pt x="170197" y="183455"/>
                  </a:lnTo>
                  <a:lnTo>
                    <a:pt x="169187" y="189219"/>
                  </a:lnTo>
                  <a:lnTo>
                    <a:pt x="168672" y="191361"/>
                  </a:lnTo>
                  <a:lnTo>
                    <a:pt x="167387" y="202125"/>
                  </a:lnTo>
                  <a:lnTo>
                    <a:pt x="166885" y="205433"/>
                  </a:lnTo>
                  <a:lnTo>
                    <a:pt x="165806" y="208922"/>
                  </a:lnTo>
                  <a:lnTo>
                    <a:pt x="166049" y="214595"/>
                  </a:lnTo>
                  <a:lnTo>
                    <a:pt x="166306" y="220612"/>
                  </a:lnTo>
                  <a:lnTo>
                    <a:pt x="166550" y="226289"/>
                  </a:lnTo>
                  <a:lnTo>
                    <a:pt x="166914" y="234785"/>
                  </a:lnTo>
                  <a:lnTo>
                    <a:pt x="166001" y="242716"/>
                  </a:lnTo>
                  <a:lnTo>
                    <a:pt x="166036" y="247041"/>
                  </a:lnTo>
                  <a:lnTo>
                    <a:pt x="165396" y="253423"/>
                  </a:lnTo>
                  <a:lnTo>
                    <a:pt x="164892" y="256372"/>
                  </a:lnTo>
                  <a:lnTo>
                    <a:pt x="164444" y="258128"/>
                  </a:lnTo>
                  <a:lnTo>
                    <a:pt x="164066" y="259933"/>
                  </a:lnTo>
                  <a:lnTo>
                    <a:pt x="163370" y="263912"/>
                  </a:lnTo>
                  <a:lnTo>
                    <a:pt x="162778" y="269166"/>
                  </a:lnTo>
                  <a:lnTo>
                    <a:pt x="162517" y="274549"/>
                  </a:lnTo>
                  <a:lnTo>
                    <a:pt x="162497" y="277675"/>
                  </a:lnTo>
                  <a:lnTo>
                    <a:pt x="162381" y="279102"/>
                  </a:lnTo>
                  <a:lnTo>
                    <a:pt x="162181" y="280006"/>
                  </a:lnTo>
                  <a:lnTo>
                    <a:pt x="160819" y="280601"/>
                  </a:lnTo>
                  <a:lnTo>
                    <a:pt x="158923" y="281235"/>
                  </a:lnTo>
                  <a:lnTo>
                    <a:pt x="157900" y="281939"/>
                  </a:lnTo>
                  <a:lnTo>
                    <a:pt x="157215" y="283041"/>
                  </a:lnTo>
                  <a:lnTo>
                    <a:pt x="156373" y="285595"/>
                  </a:lnTo>
                  <a:lnTo>
                    <a:pt x="154710" y="292590"/>
                  </a:lnTo>
                  <a:lnTo>
                    <a:pt x="153837" y="296875"/>
                  </a:lnTo>
                  <a:lnTo>
                    <a:pt x="152471" y="302742"/>
                  </a:lnTo>
                  <a:lnTo>
                    <a:pt x="150880" y="306893"/>
                  </a:lnTo>
                  <a:lnTo>
                    <a:pt x="150544" y="308910"/>
                  </a:lnTo>
                  <a:lnTo>
                    <a:pt x="150282" y="312670"/>
                  </a:lnTo>
                  <a:lnTo>
                    <a:pt x="149694" y="318614"/>
                  </a:lnTo>
                  <a:lnTo>
                    <a:pt x="149159" y="322843"/>
                  </a:lnTo>
                  <a:lnTo>
                    <a:pt x="149254" y="326241"/>
                  </a:lnTo>
                  <a:lnTo>
                    <a:pt x="148752" y="332141"/>
                  </a:lnTo>
                  <a:lnTo>
                    <a:pt x="148826" y="335016"/>
                  </a:lnTo>
                  <a:lnTo>
                    <a:pt x="148268" y="336619"/>
                  </a:lnTo>
                  <a:lnTo>
                    <a:pt x="147517" y="338137"/>
                  </a:lnTo>
                  <a:lnTo>
                    <a:pt x="147007" y="338521"/>
                  </a:lnTo>
                  <a:lnTo>
                    <a:pt x="145914" y="336785"/>
                  </a:lnTo>
                  <a:lnTo>
                    <a:pt x="145082" y="335023"/>
                  </a:lnTo>
                  <a:lnTo>
                    <a:pt x="144743" y="334562"/>
                  </a:lnTo>
                  <a:lnTo>
                    <a:pt x="144018" y="335664"/>
                  </a:lnTo>
                  <a:lnTo>
                    <a:pt x="143148" y="337290"/>
                  </a:lnTo>
                  <a:lnTo>
                    <a:pt x="142155" y="341108"/>
                  </a:lnTo>
                  <a:lnTo>
                    <a:pt x="141379" y="344964"/>
                  </a:lnTo>
                  <a:lnTo>
                    <a:pt x="141824" y="353137"/>
                  </a:lnTo>
                  <a:lnTo>
                    <a:pt x="141783" y="354930"/>
                  </a:lnTo>
                  <a:lnTo>
                    <a:pt x="141559" y="356884"/>
                  </a:lnTo>
                  <a:lnTo>
                    <a:pt x="140353" y="362977"/>
                  </a:lnTo>
                  <a:lnTo>
                    <a:pt x="140055" y="364901"/>
                  </a:lnTo>
                  <a:lnTo>
                    <a:pt x="139615" y="368557"/>
                  </a:lnTo>
                  <a:lnTo>
                    <a:pt x="139149" y="374946"/>
                  </a:lnTo>
                  <a:lnTo>
                    <a:pt x="139120" y="376481"/>
                  </a:lnTo>
                  <a:lnTo>
                    <a:pt x="136941" y="376337"/>
                  </a:lnTo>
                  <a:lnTo>
                    <a:pt x="136910" y="376196"/>
                  </a:lnTo>
                  <a:lnTo>
                    <a:pt x="136873" y="376002"/>
                  </a:lnTo>
                  <a:lnTo>
                    <a:pt x="136790" y="375163"/>
                  </a:lnTo>
                  <a:lnTo>
                    <a:pt x="136747" y="373857"/>
                  </a:lnTo>
                  <a:lnTo>
                    <a:pt x="136818" y="371599"/>
                  </a:lnTo>
                  <a:lnTo>
                    <a:pt x="137056" y="368914"/>
                  </a:lnTo>
                  <a:lnTo>
                    <a:pt x="137785" y="365142"/>
                  </a:lnTo>
                  <a:lnTo>
                    <a:pt x="137823" y="364831"/>
                  </a:lnTo>
                  <a:lnTo>
                    <a:pt x="137832" y="364655"/>
                  </a:lnTo>
                  <a:lnTo>
                    <a:pt x="137832" y="364450"/>
                  </a:lnTo>
                  <a:lnTo>
                    <a:pt x="137764" y="363777"/>
                  </a:lnTo>
                  <a:lnTo>
                    <a:pt x="137680" y="363196"/>
                  </a:lnTo>
                  <a:lnTo>
                    <a:pt x="137638" y="362316"/>
                  </a:lnTo>
                  <a:lnTo>
                    <a:pt x="137764" y="360358"/>
                  </a:lnTo>
                  <a:lnTo>
                    <a:pt x="137776" y="359750"/>
                  </a:lnTo>
                  <a:lnTo>
                    <a:pt x="137759" y="358968"/>
                  </a:lnTo>
                  <a:lnTo>
                    <a:pt x="137702" y="358474"/>
                  </a:lnTo>
                  <a:lnTo>
                    <a:pt x="137193" y="355208"/>
                  </a:lnTo>
                  <a:lnTo>
                    <a:pt x="137025" y="354691"/>
                  </a:lnTo>
                  <a:lnTo>
                    <a:pt x="132107" y="344294"/>
                  </a:lnTo>
                  <a:lnTo>
                    <a:pt x="131207" y="341476"/>
                  </a:lnTo>
                  <a:lnTo>
                    <a:pt x="131111" y="341282"/>
                  </a:lnTo>
                  <a:lnTo>
                    <a:pt x="130990" y="341132"/>
                  </a:lnTo>
                  <a:lnTo>
                    <a:pt x="128492" y="338766"/>
                  </a:lnTo>
                  <a:lnTo>
                    <a:pt x="128371" y="338528"/>
                  </a:lnTo>
                  <a:lnTo>
                    <a:pt x="128386" y="338180"/>
                  </a:lnTo>
                  <a:lnTo>
                    <a:pt x="128464" y="337730"/>
                  </a:lnTo>
                  <a:lnTo>
                    <a:pt x="128764" y="336364"/>
                  </a:lnTo>
                  <a:lnTo>
                    <a:pt x="128806" y="336002"/>
                  </a:lnTo>
                  <a:lnTo>
                    <a:pt x="128848" y="335449"/>
                  </a:lnTo>
                  <a:lnTo>
                    <a:pt x="127723" y="313543"/>
                  </a:lnTo>
                  <a:lnTo>
                    <a:pt x="127726" y="313111"/>
                  </a:lnTo>
                  <a:lnTo>
                    <a:pt x="127777" y="312826"/>
                  </a:lnTo>
                  <a:lnTo>
                    <a:pt x="127819" y="312649"/>
                  </a:lnTo>
                  <a:lnTo>
                    <a:pt x="127968" y="312183"/>
                  </a:lnTo>
                  <a:lnTo>
                    <a:pt x="128098" y="311700"/>
                  </a:lnTo>
                  <a:lnTo>
                    <a:pt x="128246" y="310856"/>
                  </a:lnTo>
                  <a:lnTo>
                    <a:pt x="128284" y="310539"/>
                  </a:lnTo>
                  <a:lnTo>
                    <a:pt x="128439" y="306626"/>
                  </a:lnTo>
                  <a:lnTo>
                    <a:pt x="128427" y="303198"/>
                  </a:lnTo>
                  <a:lnTo>
                    <a:pt x="129086" y="297483"/>
                  </a:lnTo>
                  <a:lnTo>
                    <a:pt x="129157" y="295051"/>
                  </a:lnTo>
                  <a:lnTo>
                    <a:pt x="123702" y="295005"/>
                  </a:lnTo>
                  <a:lnTo>
                    <a:pt x="123697" y="295155"/>
                  </a:lnTo>
                  <a:lnTo>
                    <a:pt x="123712" y="295325"/>
                  </a:lnTo>
                  <a:lnTo>
                    <a:pt x="123720" y="295509"/>
                  </a:lnTo>
                  <a:lnTo>
                    <a:pt x="123715" y="295893"/>
                  </a:lnTo>
                  <a:lnTo>
                    <a:pt x="123672" y="296601"/>
                  </a:lnTo>
                  <a:lnTo>
                    <a:pt x="123661" y="296975"/>
                  </a:lnTo>
                  <a:lnTo>
                    <a:pt x="123666" y="297357"/>
                  </a:lnTo>
                  <a:lnTo>
                    <a:pt x="123748" y="298726"/>
                  </a:lnTo>
                  <a:lnTo>
                    <a:pt x="123892" y="299756"/>
                  </a:lnTo>
                  <a:lnTo>
                    <a:pt x="123915" y="300100"/>
                  </a:lnTo>
                  <a:lnTo>
                    <a:pt x="123921" y="300475"/>
                  </a:lnTo>
                  <a:lnTo>
                    <a:pt x="123904" y="301186"/>
                  </a:lnTo>
                  <a:lnTo>
                    <a:pt x="116359" y="301273"/>
                  </a:lnTo>
                  <a:lnTo>
                    <a:pt x="119346" y="309863"/>
                  </a:lnTo>
                  <a:lnTo>
                    <a:pt x="119382" y="310038"/>
                  </a:lnTo>
                  <a:lnTo>
                    <a:pt x="119434" y="310505"/>
                  </a:lnTo>
                  <a:lnTo>
                    <a:pt x="119455" y="310847"/>
                  </a:lnTo>
                  <a:lnTo>
                    <a:pt x="119511" y="313870"/>
                  </a:lnTo>
                  <a:lnTo>
                    <a:pt x="119350" y="318653"/>
                  </a:lnTo>
                  <a:lnTo>
                    <a:pt x="119386" y="321728"/>
                  </a:lnTo>
                  <a:lnTo>
                    <a:pt x="119560" y="323725"/>
                  </a:lnTo>
                  <a:lnTo>
                    <a:pt x="120368" y="327653"/>
                  </a:lnTo>
                  <a:lnTo>
                    <a:pt x="120316" y="328388"/>
                  </a:lnTo>
                  <a:lnTo>
                    <a:pt x="120127" y="329314"/>
                  </a:lnTo>
                  <a:lnTo>
                    <a:pt x="114777" y="340994"/>
                  </a:lnTo>
                  <a:lnTo>
                    <a:pt x="114629" y="341545"/>
                  </a:lnTo>
                  <a:lnTo>
                    <a:pt x="113883" y="346414"/>
                  </a:lnTo>
                  <a:lnTo>
                    <a:pt x="113176" y="349248"/>
                  </a:lnTo>
                  <a:lnTo>
                    <a:pt x="112861" y="350059"/>
                  </a:lnTo>
                  <a:lnTo>
                    <a:pt x="111619" y="354035"/>
                  </a:lnTo>
                  <a:lnTo>
                    <a:pt x="106736" y="366501"/>
                  </a:lnTo>
                  <a:lnTo>
                    <a:pt x="105937" y="367338"/>
                  </a:lnTo>
                  <a:lnTo>
                    <a:pt x="103505" y="367680"/>
                  </a:lnTo>
                  <a:lnTo>
                    <a:pt x="102219" y="367771"/>
                  </a:lnTo>
                  <a:lnTo>
                    <a:pt x="102072" y="367865"/>
                  </a:lnTo>
                  <a:lnTo>
                    <a:pt x="101854" y="368080"/>
                  </a:lnTo>
                  <a:lnTo>
                    <a:pt x="101720" y="368402"/>
                  </a:lnTo>
                  <a:lnTo>
                    <a:pt x="101561" y="368643"/>
                  </a:lnTo>
                  <a:lnTo>
                    <a:pt x="101405" y="368513"/>
                  </a:lnTo>
                  <a:lnTo>
                    <a:pt x="101223" y="368174"/>
                  </a:lnTo>
                  <a:lnTo>
                    <a:pt x="98216" y="361192"/>
                  </a:lnTo>
                  <a:lnTo>
                    <a:pt x="92861" y="352373"/>
                  </a:lnTo>
                  <a:lnTo>
                    <a:pt x="92349" y="353176"/>
                  </a:lnTo>
                  <a:lnTo>
                    <a:pt x="89318" y="356967"/>
                  </a:lnTo>
                  <a:lnTo>
                    <a:pt x="88693" y="357951"/>
                  </a:lnTo>
                  <a:lnTo>
                    <a:pt x="88347" y="358647"/>
                  </a:lnTo>
                  <a:lnTo>
                    <a:pt x="88329" y="362893"/>
                  </a:lnTo>
                  <a:lnTo>
                    <a:pt x="87801" y="365053"/>
                  </a:lnTo>
                  <a:lnTo>
                    <a:pt x="86844" y="367408"/>
                  </a:lnTo>
                  <a:lnTo>
                    <a:pt x="84224" y="368901"/>
                  </a:lnTo>
                  <a:lnTo>
                    <a:pt x="82861" y="370184"/>
                  </a:lnTo>
                  <a:lnTo>
                    <a:pt x="81467" y="372090"/>
                  </a:lnTo>
                  <a:lnTo>
                    <a:pt x="81240" y="372561"/>
                  </a:lnTo>
                  <a:lnTo>
                    <a:pt x="80703" y="373883"/>
                  </a:lnTo>
                  <a:lnTo>
                    <a:pt x="79648" y="376554"/>
                  </a:lnTo>
                  <a:lnTo>
                    <a:pt x="79534" y="378630"/>
                  </a:lnTo>
                  <a:lnTo>
                    <a:pt x="79706" y="380484"/>
                  </a:lnTo>
                  <a:lnTo>
                    <a:pt x="70672" y="380409"/>
                  </a:lnTo>
                  <a:lnTo>
                    <a:pt x="70074" y="378926"/>
                  </a:lnTo>
                  <a:lnTo>
                    <a:pt x="68763" y="372342"/>
                  </a:lnTo>
                  <a:lnTo>
                    <a:pt x="67843" y="372747"/>
                  </a:lnTo>
                  <a:lnTo>
                    <a:pt x="59603" y="371981"/>
                  </a:lnTo>
                  <a:lnTo>
                    <a:pt x="58426" y="372667"/>
                  </a:lnTo>
                  <a:lnTo>
                    <a:pt x="56072" y="375368"/>
                  </a:lnTo>
                  <a:lnTo>
                    <a:pt x="54885" y="375813"/>
                  </a:lnTo>
                  <a:lnTo>
                    <a:pt x="53666" y="374581"/>
                  </a:lnTo>
                  <a:lnTo>
                    <a:pt x="49330" y="361577"/>
                  </a:lnTo>
                  <a:lnTo>
                    <a:pt x="48393" y="360025"/>
                  </a:lnTo>
                  <a:lnTo>
                    <a:pt x="48053" y="359188"/>
                  </a:lnTo>
                  <a:lnTo>
                    <a:pt x="47412" y="356923"/>
                  </a:lnTo>
                  <a:lnTo>
                    <a:pt x="46487" y="355566"/>
                  </a:lnTo>
                  <a:lnTo>
                    <a:pt x="46173" y="354579"/>
                  </a:lnTo>
                  <a:lnTo>
                    <a:pt x="46074" y="353194"/>
                  </a:lnTo>
                  <a:lnTo>
                    <a:pt x="46102" y="350343"/>
                  </a:lnTo>
                  <a:lnTo>
                    <a:pt x="45795" y="348559"/>
                  </a:lnTo>
                  <a:lnTo>
                    <a:pt x="45112" y="348144"/>
                  </a:lnTo>
                  <a:lnTo>
                    <a:pt x="39288" y="351158"/>
                  </a:lnTo>
                  <a:lnTo>
                    <a:pt x="38454" y="350821"/>
                  </a:lnTo>
                  <a:lnTo>
                    <a:pt x="37231" y="351356"/>
                  </a:lnTo>
                  <a:lnTo>
                    <a:pt x="36810" y="351889"/>
                  </a:lnTo>
                  <a:lnTo>
                    <a:pt x="36318" y="353603"/>
                  </a:lnTo>
                  <a:lnTo>
                    <a:pt x="36218" y="355373"/>
                  </a:lnTo>
                  <a:lnTo>
                    <a:pt x="36234" y="357165"/>
                  </a:lnTo>
                  <a:lnTo>
                    <a:pt x="36083" y="358937"/>
                  </a:lnTo>
                  <a:lnTo>
                    <a:pt x="35639" y="360899"/>
                  </a:lnTo>
                  <a:lnTo>
                    <a:pt x="33979" y="365310"/>
                  </a:lnTo>
                  <a:lnTo>
                    <a:pt x="33611" y="367229"/>
                  </a:lnTo>
                  <a:lnTo>
                    <a:pt x="33690" y="372085"/>
                  </a:lnTo>
                  <a:lnTo>
                    <a:pt x="33581" y="374537"/>
                  </a:lnTo>
                  <a:lnTo>
                    <a:pt x="33328" y="375672"/>
                  </a:lnTo>
                  <a:lnTo>
                    <a:pt x="32605" y="377541"/>
                  </a:lnTo>
                  <a:lnTo>
                    <a:pt x="32344" y="378615"/>
                  </a:lnTo>
                  <a:lnTo>
                    <a:pt x="32222" y="380128"/>
                  </a:lnTo>
                  <a:lnTo>
                    <a:pt x="32182" y="383325"/>
                  </a:lnTo>
                  <a:lnTo>
                    <a:pt x="32053" y="384827"/>
                  </a:lnTo>
                  <a:lnTo>
                    <a:pt x="31147" y="388591"/>
                  </a:lnTo>
                  <a:lnTo>
                    <a:pt x="30933" y="389919"/>
                  </a:lnTo>
                  <a:lnTo>
                    <a:pt x="30881" y="392635"/>
                  </a:lnTo>
                  <a:lnTo>
                    <a:pt x="30735" y="393461"/>
                  </a:lnTo>
                  <a:lnTo>
                    <a:pt x="28103" y="395608"/>
                  </a:lnTo>
                  <a:lnTo>
                    <a:pt x="27120" y="396980"/>
                  </a:lnTo>
                  <a:lnTo>
                    <a:pt x="26516" y="399093"/>
                  </a:lnTo>
                  <a:lnTo>
                    <a:pt x="26368" y="400000"/>
                  </a:lnTo>
                  <a:lnTo>
                    <a:pt x="25241" y="399241"/>
                  </a:lnTo>
                  <a:lnTo>
                    <a:pt x="23808" y="398697"/>
                  </a:lnTo>
                  <a:lnTo>
                    <a:pt x="21053" y="398024"/>
                  </a:lnTo>
                  <a:lnTo>
                    <a:pt x="19961" y="397039"/>
                  </a:lnTo>
                  <a:lnTo>
                    <a:pt x="19440" y="395561"/>
                  </a:lnTo>
                  <a:lnTo>
                    <a:pt x="19605" y="391797"/>
                  </a:lnTo>
                  <a:lnTo>
                    <a:pt x="19335" y="390988"/>
                  </a:lnTo>
                  <a:lnTo>
                    <a:pt x="18892" y="390317"/>
                  </a:lnTo>
                  <a:lnTo>
                    <a:pt x="18594" y="388686"/>
                  </a:lnTo>
                  <a:lnTo>
                    <a:pt x="18656" y="386728"/>
                  </a:lnTo>
                  <a:lnTo>
                    <a:pt x="20108" y="382380"/>
                  </a:lnTo>
                  <a:lnTo>
                    <a:pt x="20409" y="380054"/>
                  </a:lnTo>
                  <a:lnTo>
                    <a:pt x="20638" y="371978"/>
                  </a:lnTo>
                  <a:lnTo>
                    <a:pt x="20791" y="369129"/>
                  </a:lnTo>
                  <a:lnTo>
                    <a:pt x="20678" y="365803"/>
                  </a:lnTo>
                  <a:lnTo>
                    <a:pt x="19528" y="359681"/>
                  </a:lnTo>
                  <a:lnTo>
                    <a:pt x="18524" y="355421"/>
                  </a:lnTo>
                  <a:lnTo>
                    <a:pt x="16885" y="349107"/>
                  </a:lnTo>
                  <a:lnTo>
                    <a:pt x="16244" y="347042"/>
                  </a:lnTo>
                  <a:lnTo>
                    <a:pt x="12934" y="338355"/>
                  </a:lnTo>
                  <a:lnTo>
                    <a:pt x="12553" y="337069"/>
                  </a:lnTo>
                  <a:lnTo>
                    <a:pt x="11750" y="333394"/>
                  </a:lnTo>
                  <a:lnTo>
                    <a:pt x="12145" y="330164"/>
                  </a:lnTo>
                  <a:lnTo>
                    <a:pt x="12631" y="325346"/>
                  </a:lnTo>
                  <a:lnTo>
                    <a:pt x="12689" y="323126"/>
                  </a:lnTo>
                  <a:lnTo>
                    <a:pt x="12461" y="320830"/>
                  </a:lnTo>
                  <a:lnTo>
                    <a:pt x="11624" y="319105"/>
                  </a:lnTo>
                  <a:lnTo>
                    <a:pt x="10879" y="318907"/>
                  </a:lnTo>
                  <a:lnTo>
                    <a:pt x="10545" y="318024"/>
                  </a:lnTo>
                  <a:lnTo>
                    <a:pt x="9902" y="316759"/>
                  </a:lnTo>
                  <a:lnTo>
                    <a:pt x="9262" y="315776"/>
                  </a:lnTo>
                  <a:lnTo>
                    <a:pt x="8696" y="313886"/>
                  </a:lnTo>
                  <a:lnTo>
                    <a:pt x="8301" y="311237"/>
                  </a:lnTo>
                  <a:lnTo>
                    <a:pt x="8580" y="301763"/>
                  </a:lnTo>
                  <a:lnTo>
                    <a:pt x="8392" y="300498"/>
                  </a:lnTo>
                  <a:lnTo>
                    <a:pt x="7546" y="300150"/>
                  </a:lnTo>
                  <a:lnTo>
                    <a:pt x="7348" y="299469"/>
                  </a:lnTo>
                  <a:lnTo>
                    <a:pt x="7383" y="297653"/>
                  </a:lnTo>
                  <a:lnTo>
                    <a:pt x="6926" y="292255"/>
                  </a:lnTo>
                  <a:lnTo>
                    <a:pt x="6415" y="287791"/>
                  </a:lnTo>
                  <a:lnTo>
                    <a:pt x="6690" y="285327"/>
                  </a:lnTo>
                  <a:lnTo>
                    <a:pt x="5984" y="281956"/>
                  </a:lnTo>
                  <a:lnTo>
                    <a:pt x="4634" y="280508"/>
                  </a:lnTo>
                  <a:lnTo>
                    <a:pt x="3360" y="280948"/>
                  </a:lnTo>
                  <a:lnTo>
                    <a:pt x="1991" y="281619"/>
                  </a:lnTo>
                  <a:lnTo>
                    <a:pt x="1167" y="281434"/>
                  </a:lnTo>
                  <a:lnTo>
                    <a:pt x="599" y="280806"/>
                  </a:lnTo>
                  <a:lnTo>
                    <a:pt x="205" y="279570"/>
                  </a:lnTo>
                  <a:lnTo>
                    <a:pt x="0" y="278113"/>
                  </a:lnTo>
                  <a:lnTo>
                    <a:pt x="187" y="275919"/>
                  </a:lnTo>
                  <a:lnTo>
                    <a:pt x="935" y="271894"/>
                  </a:lnTo>
                  <a:lnTo>
                    <a:pt x="1872" y="268581"/>
                  </a:lnTo>
                  <a:lnTo>
                    <a:pt x="3778" y="265569"/>
                  </a:lnTo>
                  <a:lnTo>
                    <a:pt x="4284" y="263964"/>
                  </a:lnTo>
                  <a:lnTo>
                    <a:pt x="4574" y="262184"/>
                  </a:lnTo>
                  <a:lnTo>
                    <a:pt x="4625" y="260139"/>
                  </a:lnTo>
                  <a:lnTo>
                    <a:pt x="4497" y="257987"/>
                  </a:lnTo>
                  <a:lnTo>
                    <a:pt x="4281" y="256023"/>
                  </a:lnTo>
                  <a:lnTo>
                    <a:pt x="3720" y="253413"/>
                  </a:lnTo>
                  <a:lnTo>
                    <a:pt x="3205" y="250343"/>
                  </a:lnTo>
                  <a:lnTo>
                    <a:pt x="3192" y="248289"/>
                  </a:lnTo>
                  <a:lnTo>
                    <a:pt x="3439" y="246802"/>
                  </a:lnTo>
                  <a:lnTo>
                    <a:pt x="3950" y="245016"/>
                  </a:lnTo>
                  <a:lnTo>
                    <a:pt x="4960" y="243003"/>
                  </a:lnTo>
                  <a:lnTo>
                    <a:pt x="5203" y="242600"/>
                  </a:lnTo>
                  <a:lnTo>
                    <a:pt x="5837" y="241521"/>
                  </a:lnTo>
                  <a:lnTo>
                    <a:pt x="6391" y="240733"/>
                  </a:lnTo>
                  <a:lnTo>
                    <a:pt x="7774" y="238608"/>
                  </a:lnTo>
                  <a:lnTo>
                    <a:pt x="8099" y="237591"/>
                  </a:lnTo>
                  <a:lnTo>
                    <a:pt x="7982" y="236369"/>
                  </a:lnTo>
                  <a:lnTo>
                    <a:pt x="7642" y="235369"/>
                  </a:lnTo>
                  <a:lnTo>
                    <a:pt x="7086" y="233975"/>
                  </a:lnTo>
                  <a:lnTo>
                    <a:pt x="6972" y="232264"/>
                  </a:lnTo>
                  <a:lnTo>
                    <a:pt x="6809" y="229336"/>
                  </a:lnTo>
                  <a:lnTo>
                    <a:pt x="6522" y="227475"/>
                  </a:lnTo>
                  <a:lnTo>
                    <a:pt x="6316" y="226107"/>
                  </a:lnTo>
                  <a:lnTo>
                    <a:pt x="6710" y="225082"/>
                  </a:lnTo>
                  <a:lnTo>
                    <a:pt x="7295" y="223659"/>
                  </a:lnTo>
                  <a:lnTo>
                    <a:pt x="8025" y="222790"/>
                  </a:lnTo>
                  <a:lnTo>
                    <a:pt x="9158" y="222042"/>
                  </a:lnTo>
                  <a:lnTo>
                    <a:pt x="9602" y="221026"/>
                  </a:lnTo>
                  <a:lnTo>
                    <a:pt x="9733" y="219071"/>
                  </a:lnTo>
                  <a:lnTo>
                    <a:pt x="9696" y="217214"/>
                  </a:lnTo>
                  <a:lnTo>
                    <a:pt x="10102" y="215827"/>
                  </a:lnTo>
                  <a:lnTo>
                    <a:pt x="10651" y="212864"/>
                  </a:lnTo>
                  <a:lnTo>
                    <a:pt x="11092" y="211512"/>
                  </a:lnTo>
                  <a:lnTo>
                    <a:pt x="11831" y="209969"/>
                  </a:lnTo>
                  <a:lnTo>
                    <a:pt x="12570" y="208035"/>
                  </a:lnTo>
                  <a:lnTo>
                    <a:pt x="12900" y="205788"/>
                  </a:lnTo>
                  <a:lnTo>
                    <a:pt x="12993" y="203625"/>
                  </a:lnTo>
                  <a:lnTo>
                    <a:pt x="12588" y="197072"/>
                  </a:lnTo>
                  <a:lnTo>
                    <a:pt x="13443" y="194332"/>
                  </a:lnTo>
                  <a:lnTo>
                    <a:pt x="14533" y="192065"/>
                  </a:lnTo>
                  <a:lnTo>
                    <a:pt x="16103" y="192223"/>
                  </a:lnTo>
                  <a:lnTo>
                    <a:pt x="18540" y="191728"/>
                  </a:lnTo>
                  <a:lnTo>
                    <a:pt x="20198" y="190781"/>
                  </a:lnTo>
                  <a:lnTo>
                    <a:pt x="21381" y="190812"/>
                  </a:lnTo>
                  <a:lnTo>
                    <a:pt x="24081" y="192037"/>
                  </a:lnTo>
                  <a:lnTo>
                    <a:pt x="24300" y="191744"/>
                  </a:lnTo>
                  <a:lnTo>
                    <a:pt x="24363" y="191504"/>
                  </a:lnTo>
                  <a:lnTo>
                    <a:pt x="24506" y="189771"/>
                  </a:lnTo>
                  <a:lnTo>
                    <a:pt x="24505" y="185400"/>
                  </a:lnTo>
                  <a:lnTo>
                    <a:pt x="24500" y="172218"/>
                  </a:lnTo>
                  <a:lnTo>
                    <a:pt x="24496" y="159038"/>
                  </a:lnTo>
                  <a:lnTo>
                    <a:pt x="24492" y="145856"/>
                  </a:lnTo>
                  <a:lnTo>
                    <a:pt x="24488" y="132676"/>
                  </a:lnTo>
                  <a:lnTo>
                    <a:pt x="24484" y="119494"/>
                  </a:lnTo>
                  <a:lnTo>
                    <a:pt x="24479" y="106314"/>
                  </a:lnTo>
                  <a:lnTo>
                    <a:pt x="24475" y="93134"/>
                  </a:lnTo>
                  <a:lnTo>
                    <a:pt x="24470" y="79954"/>
                  </a:lnTo>
                  <a:lnTo>
                    <a:pt x="24470" y="76264"/>
                  </a:lnTo>
                  <a:lnTo>
                    <a:pt x="24470" y="72577"/>
                  </a:lnTo>
                  <a:lnTo>
                    <a:pt x="24470" y="68889"/>
                  </a:lnTo>
                  <a:lnTo>
                    <a:pt x="24470" y="65199"/>
                  </a:lnTo>
                  <a:lnTo>
                    <a:pt x="27271" y="65202"/>
                  </a:lnTo>
                  <a:lnTo>
                    <a:pt x="30073" y="65207"/>
                  </a:lnTo>
                  <a:lnTo>
                    <a:pt x="32875" y="65211"/>
                  </a:lnTo>
                  <a:lnTo>
                    <a:pt x="35817" y="65003"/>
                  </a:lnTo>
                  <a:lnTo>
                    <a:pt x="35819" y="50278"/>
                  </a:lnTo>
                  <a:lnTo>
                    <a:pt x="35821" y="35554"/>
                  </a:lnTo>
                  <a:lnTo>
                    <a:pt x="35824" y="20828"/>
                  </a:lnTo>
                  <a:lnTo>
                    <a:pt x="35826" y="6104"/>
                  </a:lnTo>
                  <a:lnTo>
                    <a:pt x="40164" y="6106"/>
                  </a:lnTo>
                  <a:lnTo>
                    <a:pt x="44502" y="6107"/>
                  </a:lnTo>
                  <a:lnTo>
                    <a:pt x="48840" y="6110"/>
                  </a:lnTo>
                  <a:lnTo>
                    <a:pt x="53178" y="6111"/>
                  </a:lnTo>
                  <a:lnTo>
                    <a:pt x="57516" y="6113"/>
                  </a:lnTo>
                  <a:lnTo>
                    <a:pt x="61855" y="6114"/>
                  </a:lnTo>
                  <a:lnTo>
                    <a:pt x="66193" y="6116"/>
                  </a:lnTo>
                  <a:lnTo>
                    <a:pt x="70530" y="6118"/>
                  </a:lnTo>
                  <a:lnTo>
                    <a:pt x="74869" y="6120"/>
                  </a:lnTo>
                  <a:lnTo>
                    <a:pt x="79207" y="6121"/>
                  </a:lnTo>
                  <a:lnTo>
                    <a:pt x="83544" y="6123"/>
                  </a:lnTo>
                  <a:lnTo>
                    <a:pt x="87882" y="6126"/>
                  </a:lnTo>
                  <a:lnTo>
                    <a:pt x="92222" y="6126"/>
                  </a:lnTo>
                  <a:lnTo>
                    <a:pt x="96559" y="6129"/>
                  </a:lnTo>
                  <a:lnTo>
                    <a:pt x="100897" y="6132"/>
                  </a:lnTo>
                  <a:lnTo>
                    <a:pt x="105235" y="6133"/>
                  </a:lnTo>
                  <a:lnTo>
                    <a:pt x="106558" y="6133"/>
                  </a:lnTo>
                  <a:lnTo>
                    <a:pt x="107142" y="5914"/>
                  </a:lnTo>
                  <a:lnTo>
                    <a:pt x="108253" y="408"/>
                  </a:lnTo>
                  <a:lnTo>
                    <a:pt x="108728" y="0"/>
                  </a:lnTo>
                  <a:lnTo>
                    <a:pt x="109454" y="323"/>
                  </a:lnTo>
                  <a:lnTo>
                    <a:pt x="109703" y="1614"/>
                  </a:lnTo>
                  <a:lnTo>
                    <a:pt x="109479" y="3480"/>
                  </a:lnTo>
                  <a:lnTo>
                    <a:pt x="109116" y="6104"/>
                  </a:lnTo>
                  <a:lnTo>
                    <a:pt x="111242" y="6104"/>
                  </a:lnTo>
                  <a:lnTo>
                    <a:pt x="114968" y="6103"/>
                  </a:lnTo>
                  <a:lnTo>
                    <a:pt x="118693" y="6100"/>
                  </a:lnTo>
                  <a:lnTo>
                    <a:pt x="122420" y="6100"/>
                  </a:lnTo>
                  <a:lnTo>
                    <a:pt x="126145" y="6097"/>
                  </a:lnTo>
                  <a:lnTo>
                    <a:pt x="129871" y="6095"/>
                  </a:lnTo>
                  <a:lnTo>
                    <a:pt x="133597" y="6094"/>
                  </a:lnTo>
                  <a:lnTo>
                    <a:pt x="137323" y="6093"/>
                  </a:lnTo>
                  <a:lnTo>
                    <a:pt x="141048" y="6091"/>
                  </a:lnTo>
                  <a:lnTo>
                    <a:pt x="144774" y="6090"/>
                  </a:lnTo>
                  <a:lnTo>
                    <a:pt x="148500" y="6088"/>
                  </a:lnTo>
                  <a:lnTo>
                    <a:pt x="152226" y="6087"/>
                  </a:lnTo>
                  <a:lnTo>
                    <a:pt x="155952" y="6085"/>
                  </a:lnTo>
                  <a:lnTo>
                    <a:pt x="159677" y="6084"/>
                  </a:lnTo>
                  <a:lnTo>
                    <a:pt x="163404" y="6082"/>
                  </a:lnTo>
                  <a:lnTo>
                    <a:pt x="167129" y="608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0"/>
            <p:cNvSpPr/>
            <p:nvPr/>
          </p:nvSpPr>
          <p:spPr>
            <a:xfrm>
              <a:off x="3442816" y="3272889"/>
              <a:ext cx="126283" cy="258033"/>
            </a:xfrm>
            <a:custGeom>
              <a:avLst/>
              <a:pathLst>
                <a:path w="126283" h="258033">
                  <a:moveTo>
                    <a:pt x="112768" y="81601"/>
                  </a:moveTo>
                  <a:lnTo>
                    <a:pt x="112757" y="82799"/>
                  </a:lnTo>
                  <a:lnTo>
                    <a:pt x="112841" y="88782"/>
                  </a:lnTo>
                  <a:lnTo>
                    <a:pt x="112914" y="94020"/>
                  </a:lnTo>
                  <a:lnTo>
                    <a:pt x="113034" y="102571"/>
                  </a:lnTo>
                  <a:lnTo>
                    <a:pt x="113036" y="104802"/>
                  </a:lnTo>
                  <a:lnTo>
                    <a:pt x="112954" y="107584"/>
                  </a:lnTo>
                  <a:lnTo>
                    <a:pt x="112707" y="108676"/>
                  </a:lnTo>
                  <a:lnTo>
                    <a:pt x="112105" y="110247"/>
                  </a:lnTo>
                  <a:lnTo>
                    <a:pt x="111351" y="111683"/>
                  </a:lnTo>
                  <a:lnTo>
                    <a:pt x="109440" y="112049"/>
                  </a:lnTo>
                  <a:lnTo>
                    <a:pt x="107848" y="112006"/>
                  </a:lnTo>
                  <a:lnTo>
                    <a:pt x="106718" y="111686"/>
                  </a:lnTo>
                  <a:lnTo>
                    <a:pt x="105174" y="111557"/>
                  </a:lnTo>
                  <a:lnTo>
                    <a:pt x="103717" y="111867"/>
                  </a:lnTo>
                  <a:lnTo>
                    <a:pt x="103186" y="113075"/>
                  </a:lnTo>
                  <a:lnTo>
                    <a:pt x="102402" y="117369"/>
                  </a:lnTo>
                  <a:lnTo>
                    <a:pt x="101266" y="123592"/>
                  </a:lnTo>
                  <a:lnTo>
                    <a:pt x="100668" y="126221"/>
                  </a:lnTo>
                  <a:lnTo>
                    <a:pt x="100513" y="127757"/>
                  </a:lnTo>
                  <a:lnTo>
                    <a:pt x="100692" y="128672"/>
                  </a:lnTo>
                  <a:lnTo>
                    <a:pt x="101442" y="129997"/>
                  </a:lnTo>
                  <a:lnTo>
                    <a:pt x="103091" y="131861"/>
                  </a:lnTo>
                  <a:lnTo>
                    <a:pt x="104980" y="132951"/>
                  </a:lnTo>
                  <a:lnTo>
                    <a:pt x="106388" y="133423"/>
                  </a:lnTo>
                  <a:lnTo>
                    <a:pt x="107350" y="133935"/>
                  </a:lnTo>
                  <a:lnTo>
                    <a:pt x="108089" y="134510"/>
                  </a:lnTo>
                  <a:lnTo>
                    <a:pt x="110773" y="139281"/>
                  </a:lnTo>
                  <a:lnTo>
                    <a:pt x="111630" y="141496"/>
                  </a:lnTo>
                  <a:lnTo>
                    <a:pt x="112112" y="143464"/>
                  </a:lnTo>
                  <a:lnTo>
                    <a:pt x="112223" y="145562"/>
                  </a:lnTo>
                  <a:lnTo>
                    <a:pt x="112610" y="147667"/>
                  </a:lnTo>
                  <a:lnTo>
                    <a:pt x="114156" y="151838"/>
                  </a:lnTo>
                  <a:lnTo>
                    <a:pt x="115052" y="154253"/>
                  </a:lnTo>
                  <a:lnTo>
                    <a:pt x="117381" y="157340"/>
                  </a:lnTo>
                  <a:lnTo>
                    <a:pt x="118271" y="160843"/>
                  </a:lnTo>
                  <a:lnTo>
                    <a:pt x="119134" y="162547"/>
                  </a:lnTo>
                  <a:lnTo>
                    <a:pt x="119950" y="164375"/>
                  </a:lnTo>
                  <a:lnTo>
                    <a:pt x="120388" y="167106"/>
                  </a:lnTo>
                  <a:lnTo>
                    <a:pt x="121398" y="175017"/>
                  </a:lnTo>
                  <a:lnTo>
                    <a:pt x="122076" y="179164"/>
                  </a:lnTo>
                  <a:lnTo>
                    <a:pt x="122770" y="182554"/>
                  </a:lnTo>
                  <a:lnTo>
                    <a:pt x="123050" y="188073"/>
                  </a:lnTo>
                  <a:lnTo>
                    <a:pt x="123599" y="190537"/>
                  </a:lnTo>
                  <a:lnTo>
                    <a:pt x="124167" y="193544"/>
                  </a:lnTo>
                  <a:lnTo>
                    <a:pt x="125104" y="196261"/>
                  </a:lnTo>
                  <a:lnTo>
                    <a:pt x="126103" y="198334"/>
                  </a:lnTo>
                  <a:lnTo>
                    <a:pt x="126283" y="198889"/>
                  </a:lnTo>
                  <a:lnTo>
                    <a:pt x="124195" y="204220"/>
                  </a:lnTo>
                  <a:lnTo>
                    <a:pt x="121854" y="210197"/>
                  </a:lnTo>
                  <a:lnTo>
                    <a:pt x="119146" y="217114"/>
                  </a:lnTo>
                  <a:lnTo>
                    <a:pt x="116198" y="224644"/>
                  </a:lnTo>
                  <a:lnTo>
                    <a:pt x="113889" y="230600"/>
                  </a:lnTo>
                  <a:lnTo>
                    <a:pt x="111609" y="236477"/>
                  </a:lnTo>
                  <a:lnTo>
                    <a:pt x="108946" y="243420"/>
                  </a:lnTo>
                  <a:lnTo>
                    <a:pt x="106980" y="248548"/>
                  </a:lnTo>
                  <a:lnTo>
                    <a:pt x="106652" y="249275"/>
                  </a:lnTo>
                  <a:lnTo>
                    <a:pt x="106082" y="250221"/>
                  </a:lnTo>
                  <a:lnTo>
                    <a:pt x="104208" y="250243"/>
                  </a:lnTo>
                  <a:lnTo>
                    <a:pt x="102275" y="249641"/>
                  </a:lnTo>
                  <a:lnTo>
                    <a:pt x="100494" y="246525"/>
                  </a:lnTo>
                  <a:lnTo>
                    <a:pt x="98687" y="248939"/>
                  </a:lnTo>
                  <a:lnTo>
                    <a:pt x="97540" y="249700"/>
                  </a:lnTo>
                  <a:lnTo>
                    <a:pt x="96857" y="249982"/>
                  </a:lnTo>
                  <a:lnTo>
                    <a:pt x="95242" y="250373"/>
                  </a:lnTo>
                  <a:lnTo>
                    <a:pt x="92982" y="251666"/>
                  </a:lnTo>
                  <a:lnTo>
                    <a:pt x="91958" y="253287"/>
                  </a:lnTo>
                  <a:lnTo>
                    <a:pt x="91403" y="254573"/>
                  </a:lnTo>
                  <a:lnTo>
                    <a:pt x="90944" y="256930"/>
                  </a:lnTo>
                  <a:lnTo>
                    <a:pt x="90713" y="257176"/>
                  </a:lnTo>
                  <a:lnTo>
                    <a:pt x="90299" y="256896"/>
                  </a:lnTo>
                  <a:lnTo>
                    <a:pt x="89718" y="255951"/>
                  </a:lnTo>
                  <a:lnTo>
                    <a:pt x="88509" y="254580"/>
                  </a:lnTo>
                  <a:lnTo>
                    <a:pt x="87901" y="251580"/>
                  </a:lnTo>
                  <a:lnTo>
                    <a:pt x="87338" y="249767"/>
                  </a:lnTo>
                  <a:lnTo>
                    <a:pt x="86877" y="248816"/>
                  </a:lnTo>
                  <a:lnTo>
                    <a:pt x="84956" y="251806"/>
                  </a:lnTo>
                  <a:lnTo>
                    <a:pt x="84028" y="252511"/>
                  </a:lnTo>
                  <a:lnTo>
                    <a:pt x="83265" y="252426"/>
                  </a:lnTo>
                  <a:lnTo>
                    <a:pt x="81873" y="250738"/>
                  </a:lnTo>
                  <a:lnTo>
                    <a:pt x="80335" y="249309"/>
                  </a:lnTo>
                  <a:lnTo>
                    <a:pt x="79544" y="249320"/>
                  </a:lnTo>
                  <a:lnTo>
                    <a:pt x="78360" y="251110"/>
                  </a:lnTo>
                  <a:lnTo>
                    <a:pt x="77013" y="253797"/>
                  </a:lnTo>
                  <a:lnTo>
                    <a:pt x="76317" y="256454"/>
                  </a:lnTo>
                  <a:lnTo>
                    <a:pt x="75981" y="258033"/>
                  </a:lnTo>
                  <a:lnTo>
                    <a:pt x="75735" y="256773"/>
                  </a:lnTo>
                  <a:lnTo>
                    <a:pt x="75509" y="255597"/>
                  </a:lnTo>
                  <a:lnTo>
                    <a:pt x="75058" y="254088"/>
                  </a:lnTo>
                  <a:lnTo>
                    <a:pt x="74407" y="253501"/>
                  </a:lnTo>
                  <a:lnTo>
                    <a:pt x="73813" y="253795"/>
                  </a:lnTo>
                  <a:lnTo>
                    <a:pt x="73121" y="254088"/>
                  </a:lnTo>
                  <a:lnTo>
                    <a:pt x="72811" y="253244"/>
                  </a:lnTo>
                  <a:lnTo>
                    <a:pt x="72744" y="251171"/>
                  </a:lnTo>
                  <a:lnTo>
                    <a:pt x="72556" y="249272"/>
                  </a:lnTo>
                  <a:lnTo>
                    <a:pt x="72231" y="247839"/>
                  </a:lnTo>
                  <a:lnTo>
                    <a:pt x="71236" y="246415"/>
                  </a:lnTo>
                  <a:lnTo>
                    <a:pt x="68672" y="243518"/>
                  </a:lnTo>
                  <a:lnTo>
                    <a:pt x="66702" y="237735"/>
                  </a:lnTo>
                  <a:lnTo>
                    <a:pt x="65709" y="235050"/>
                  </a:lnTo>
                  <a:lnTo>
                    <a:pt x="64985" y="233317"/>
                  </a:lnTo>
                  <a:lnTo>
                    <a:pt x="63959" y="228772"/>
                  </a:lnTo>
                  <a:lnTo>
                    <a:pt x="62789" y="225641"/>
                  </a:lnTo>
                  <a:lnTo>
                    <a:pt x="61372" y="224190"/>
                  </a:lnTo>
                  <a:lnTo>
                    <a:pt x="60436" y="224906"/>
                  </a:lnTo>
                  <a:lnTo>
                    <a:pt x="59474" y="228257"/>
                  </a:lnTo>
                  <a:lnTo>
                    <a:pt x="57657" y="231404"/>
                  </a:lnTo>
                  <a:lnTo>
                    <a:pt x="56823" y="231514"/>
                  </a:lnTo>
                  <a:lnTo>
                    <a:pt x="55755" y="229807"/>
                  </a:lnTo>
                  <a:lnTo>
                    <a:pt x="54415" y="228592"/>
                  </a:lnTo>
                  <a:lnTo>
                    <a:pt x="52004" y="228062"/>
                  </a:lnTo>
                  <a:lnTo>
                    <a:pt x="51010" y="229554"/>
                  </a:lnTo>
                  <a:lnTo>
                    <a:pt x="49707" y="231967"/>
                  </a:lnTo>
                  <a:lnTo>
                    <a:pt x="48603" y="233405"/>
                  </a:lnTo>
                  <a:lnTo>
                    <a:pt x="47918" y="233568"/>
                  </a:lnTo>
                  <a:lnTo>
                    <a:pt x="47280" y="232995"/>
                  </a:lnTo>
                  <a:lnTo>
                    <a:pt x="46556" y="232685"/>
                  </a:lnTo>
                  <a:lnTo>
                    <a:pt x="45929" y="232635"/>
                  </a:lnTo>
                  <a:lnTo>
                    <a:pt x="44641" y="230432"/>
                  </a:lnTo>
                  <a:lnTo>
                    <a:pt x="43973" y="228818"/>
                  </a:lnTo>
                  <a:lnTo>
                    <a:pt x="43528" y="227262"/>
                  </a:lnTo>
                  <a:lnTo>
                    <a:pt x="42801" y="226203"/>
                  </a:lnTo>
                  <a:lnTo>
                    <a:pt x="41949" y="225321"/>
                  </a:lnTo>
                  <a:lnTo>
                    <a:pt x="41342" y="223935"/>
                  </a:lnTo>
                  <a:lnTo>
                    <a:pt x="41039" y="222205"/>
                  </a:lnTo>
                  <a:lnTo>
                    <a:pt x="40560" y="219986"/>
                  </a:lnTo>
                  <a:lnTo>
                    <a:pt x="39934" y="217986"/>
                  </a:lnTo>
                  <a:lnTo>
                    <a:pt x="37968" y="214393"/>
                  </a:lnTo>
                  <a:lnTo>
                    <a:pt x="37380" y="212277"/>
                  </a:lnTo>
                  <a:lnTo>
                    <a:pt x="36972" y="210209"/>
                  </a:lnTo>
                  <a:lnTo>
                    <a:pt x="36167" y="207929"/>
                  </a:lnTo>
                  <a:lnTo>
                    <a:pt x="35308" y="204876"/>
                  </a:lnTo>
                  <a:lnTo>
                    <a:pt x="35033" y="200411"/>
                  </a:lnTo>
                  <a:lnTo>
                    <a:pt x="34994" y="196814"/>
                  </a:lnTo>
                  <a:lnTo>
                    <a:pt x="34816" y="195150"/>
                  </a:lnTo>
                  <a:lnTo>
                    <a:pt x="34451" y="193485"/>
                  </a:lnTo>
                  <a:lnTo>
                    <a:pt x="34027" y="192073"/>
                  </a:lnTo>
                  <a:lnTo>
                    <a:pt x="33340" y="190480"/>
                  </a:lnTo>
                  <a:lnTo>
                    <a:pt x="31737" y="188173"/>
                  </a:lnTo>
                  <a:lnTo>
                    <a:pt x="30081" y="185496"/>
                  </a:lnTo>
                  <a:lnTo>
                    <a:pt x="29285" y="183938"/>
                  </a:lnTo>
                  <a:lnTo>
                    <a:pt x="27778" y="183368"/>
                  </a:lnTo>
                  <a:lnTo>
                    <a:pt x="26877" y="181840"/>
                  </a:lnTo>
                  <a:lnTo>
                    <a:pt x="26118" y="178478"/>
                  </a:lnTo>
                  <a:lnTo>
                    <a:pt x="25812" y="175785"/>
                  </a:lnTo>
                  <a:lnTo>
                    <a:pt x="25049" y="173694"/>
                  </a:lnTo>
                  <a:lnTo>
                    <a:pt x="24723" y="172178"/>
                  </a:lnTo>
                  <a:lnTo>
                    <a:pt x="24541" y="170432"/>
                  </a:lnTo>
                  <a:lnTo>
                    <a:pt x="25146" y="165113"/>
                  </a:lnTo>
                  <a:lnTo>
                    <a:pt x="24268" y="163231"/>
                  </a:lnTo>
                  <a:lnTo>
                    <a:pt x="22960" y="160786"/>
                  </a:lnTo>
                  <a:lnTo>
                    <a:pt x="22024" y="158116"/>
                  </a:lnTo>
                  <a:lnTo>
                    <a:pt x="21452" y="155660"/>
                  </a:lnTo>
                  <a:lnTo>
                    <a:pt x="19776" y="152418"/>
                  </a:lnTo>
                  <a:lnTo>
                    <a:pt x="16116" y="147579"/>
                  </a:lnTo>
                  <a:lnTo>
                    <a:pt x="14004" y="144485"/>
                  </a:lnTo>
                  <a:lnTo>
                    <a:pt x="12849" y="141705"/>
                  </a:lnTo>
                  <a:lnTo>
                    <a:pt x="11841" y="138991"/>
                  </a:lnTo>
                  <a:lnTo>
                    <a:pt x="11741" y="137871"/>
                  </a:lnTo>
                  <a:lnTo>
                    <a:pt x="12392" y="135160"/>
                  </a:lnTo>
                  <a:lnTo>
                    <a:pt x="12491" y="132927"/>
                  </a:lnTo>
                  <a:lnTo>
                    <a:pt x="11957" y="130464"/>
                  </a:lnTo>
                  <a:lnTo>
                    <a:pt x="9764" y="125827"/>
                  </a:lnTo>
                  <a:lnTo>
                    <a:pt x="8016" y="120724"/>
                  </a:lnTo>
                  <a:lnTo>
                    <a:pt x="6692" y="119128"/>
                  </a:lnTo>
                  <a:lnTo>
                    <a:pt x="3505" y="117712"/>
                  </a:lnTo>
                  <a:lnTo>
                    <a:pt x="2590" y="117151"/>
                  </a:lnTo>
                  <a:lnTo>
                    <a:pt x="1635" y="116177"/>
                  </a:lnTo>
                  <a:lnTo>
                    <a:pt x="693" y="113880"/>
                  </a:lnTo>
                  <a:lnTo>
                    <a:pt x="370" y="111162"/>
                  </a:lnTo>
                  <a:lnTo>
                    <a:pt x="835" y="106815"/>
                  </a:lnTo>
                  <a:lnTo>
                    <a:pt x="538" y="105482"/>
                  </a:lnTo>
                  <a:lnTo>
                    <a:pt x="0" y="105119"/>
                  </a:lnTo>
                  <a:lnTo>
                    <a:pt x="148" y="104213"/>
                  </a:lnTo>
                  <a:lnTo>
                    <a:pt x="751" y="102100"/>
                  </a:lnTo>
                  <a:lnTo>
                    <a:pt x="1735" y="100727"/>
                  </a:lnTo>
                  <a:lnTo>
                    <a:pt x="4366" y="98581"/>
                  </a:lnTo>
                  <a:lnTo>
                    <a:pt x="4513" y="97755"/>
                  </a:lnTo>
                  <a:lnTo>
                    <a:pt x="4565" y="95038"/>
                  </a:lnTo>
                  <a:lnTo>
                    <a:pt x="4779" y="93711"/>
                  </a:lnTo>
                  <a:lnTo>
                    <a:pt x="5685" y="89947"/>
                  </a:lnTo>
                  <a:lnTo>
                    <a:pt x="5814" y="88445"/>
                  </a:lnTo>
                  <a:lnTo>
                    <a:pt x="5854" y="85247"/>
                  </a:lnTo>
                  <a:lnTo>
                    <a:pt x="5976" y="83735"/>
                  </a:lnTo>
                  <a:lnTo>
                    <a:pt x="6237" y="82660"/>
                  </a:lnTo>
                  <a:lnTo>
                    <a:pt x="6960" y="80792"/>
                  </a:lnTo>
                  <a:lnTo>
                    <a:pt x="7213" y="79656"/>
                  </a:lnTo>
                  <a:lnTo>
                    <a:pt x="7322" y="77205"/>
                  </a:lnTo>
                  <a:lnTo>
                    <a:pt x="7243" y="72348"/>
                  </a:lnTo>
                  <a:lnTo>
                    <a:pt x="7611" y="70430"/>
                  </a:lnTo>
                  <a:lnTo>
                    <a:pt x="9271" y="66019"/>
                  </a:lnTo>
                  <a:lnTo>
                    <a:pt x="9715" y="64057"/>
                  </a:lnTo>
                  <a:lnTo>
                    <a:pt x="9866" y="62285"/>
                  </a:lnTo>
                  <a:lnTo>
                    <a:pt x="9850" y="60493"/>
                  </a:lnTo>
                  <a:lnTo>
                    <a:pt x="9950" y="58722"/>
                  </a:lnTo>
                  <a:lnTo>
                    <a:pt x="10442" y="57008"/>
                  </a:lnTo>
                  <a:lnTo>
                    <a:pt x="10863" y="56476"/>
                  </a:lnTo>
                  <a:lnTo>
                    <a:pt x="12086" y="55941"/>
                  </a:lnTo>
                  <a:lnTo>
                    <a:pt x="12920" y="56278"/>
                  </a:lnTo>
                  <a:lnTo>
                    <a:pt x="18744" y="53264"/>
                  </a:lnTo>
                  <a:lnTo>
                    <a:pt x="19427" y="53678"/>
                  </a:lnTo>
                  <a:lnTo>
                    <a:pt x="19734" y="55463"/>
                  </a:lnTo>
                  <a:lnTo>
                    <a:pt x="19706" y="58314"/>
                  </a:lnTo>
                  <a:lnTo>
                    <a:pt x="19805" y="59699"/>
                  </a:lnTo>
                  <a:lnTo>
                    <a:pt x="20119" y="60686"/>
                  </a:lnTo>
                  <a:lnTo>
                    <a:pt x="21044" y="62042"/>
                  </a:lnTo>
                  <a:lnTo>
                    <a:pt x="21685" y="64308"/>
                  </a:lnTo>
                  <a:lnTo>
                    <a:pt x="22025" y="65144"/>
                  </a:lnTo>
                  <a:lnTo>
                    <a:pt x="22962" y="66697"/>
                  </a:lnTo>
                  <a:lnTo>
                    <a:pt x="27298" y="79701"/>
                  </a:lnTo>
                  <a:lnTo>
                    <a:pt x="28517" y="80933"/>
                  </a:lnTo>
                  <a:lnTo>
                    <a:pt x="29703" y="80487"/>
                  </a:lnTo>
                  <a:lnTo>
                    <a:pt x="32058" y="77787"/>
                  </a:lnTo>
                  <a:lnTo>
                    <a:pt x="33235" y="77101"/>
                  </a:lnTo>
                  <a:lnTo>
                    <a:pt x="41475" y="77867"/>
                  </a:lnTo>
                  <a:lnTo>
                    <a:pt x="42452" y="77520"/>
                  </a:lnTo>
                  <a:lnTo>
                    <a:pt x="43706" y="84045"/>
                  </a:lnTo>
                  <a:lnTo>
                    <a:pt x="44304" y="85529"/>
                  </a:lnTo>
                  <a:lnTo>
                    <a:pt x="53338" y="85604"/>
                  </a:lnTo>
                  <a:lnTo>
                    <a:pt x="53166" y="83750"/>
                  </a:lnTo>
                  <a:lnTo>
                    <a:pt x="53280" y="81673"/>
                  </a:lnTo>
                  <a:lnTo>
                    <a:pt x="54335" y="79003"/>
                  </a:lnTo>
                  <a:lnTo>
                    <a:pt x="54872" y="77687"/>
                  </a:lnTo>
                  <a:lnTo>
                    <a:pt x="55099" y="77209"/>
                  </a:lnTo>
                  <a:lnTo>
                    <a:pt x="56493" y="75303"/>
                  </a:lnTo>
                  <a:lnTo>
                    <a:pt x="57856" y="74021"/>
                  </a:lnTo>
                  <a:lnTo>
                    <a:pt x="60476" y="72527"/>
                  </a:lnTo>
                  <a:lnTo>
                    <a:pt x="61433" y="70173"/>
                  </a:lnTo>
                  <a:lnTo>
                    <a:pt x="61961" y="68013"/>
                  </a:lnTo>
                  <a:lnTo>
                    <a:pt x="61979" y="63767"/>
                  </a:lnTo>
                  <a:lnTo>
                    <a:pt x="62325" y="63071"/>
                  </a:lnTo>
                  <a:lnTo>
                    <a:pt x="62950" y="62087"/>
                  </a:lnTo>
                  <a:lnTo>
                    <a:pt x="65981" y="58295"/>
                  </a:lnTo>
                  <a:lnTo>
                    <a:pt x="66493" y="57493"/>
                  </a:lnTo>
                  <a:lnTo>
                    <a:pt x="71848" y="66312"/>
                  </a:lnTo>
                  <a:lnTo>
                    <a:pt x="74855" y="73294"/>
                  </a:lnTo>
                  <a:lnTo>
                    <a:pt x="75036" y="73633"/>
                  </a:lnTo>
                  <a:lnTo>
                    <a:pt x="75193" y="73762"/>
                  </a:lnTo>
                  <a:lnTo>
                    <a:pt x="75351" y="73521"/>
                  </a:lnTo>
                  <a:lnTo>
                    <a:pt x="75486" y="73200"/>
                  </a:lnTo>
                  <a:lnTo>
                    <a:pt x="75704" y="72985"/>
                  </a:lnTo>
                  <a:lnTo>
                    <a:pt x="75850" y="72891"/>
                  </a:lnTo>
                  <a:lnTo>
                    <a:pt x="77137" y="72800"/>
                  </a:lnTo>
                  <a:lnTo>
                    <a:pt x="79569" y="72458"/>
                  </a:lnTo>
                  <a:lnTo>
                    <a:pt x="80368" y="71621"/>
                  </a:lnTo>
                  <a:lnTo>
                    <a:pt x="85251" y="59155"/>
                  </a:lnTo>
                  <a:lnTo>
                    <a:pt x="86493" y="55179"/>
                  </a:lnTo>
                  <a:lnTo>
                    <a:pt x="86808" y="54368"/>
                  </a:lnTo>
                  <a:lnTo>
                    <a:pt x="87515" y="51534"/>
                  </a:lnTo>
                  <a:lnTo>
                    <a:pt x="88260" y="46665"/>
                  </a:lnTo>
                  <a:lnTo>
                    <a:pt x="88409" y="46114"/>
                  </a:lnTo>
                  <a:lnTo>
                    <a:pt x="93759" y="34434"/>
                  </a:lnTo>
                  <a:lnTo>
                    <a:pt x="93948" y="33508"/>
                  </a:lnTo>
                  <a:lnTo>
                    <a:pt x="94000" y="32773"/>
                  </a:lnTo>
                  <a:lnTo>
                    <a:pt x="93192" y="28844"/>
                  </a:lnTo>
                  <a:lnTo>
                    <a:pt x="93018" y="26848"/>
                  </a:lnTo>
                  <a:lnTo>
                    <a:pt x="92982" y="23773"/>
                  </a:lnTo>
                  <a:lnTo>
                    <a:pt x="93143" y="18990"/>
                  </a:lnTo>
                  <a:lnTo>
                    <a:pt x="93087" y="15967"/>
                  </a:lnTo>
                  <a:lnTo>
                    <a:pt x="93065" y="15625"/>
                  </a:lnTo>
                  <a:lnTo>
                    <a:pt x="93013" y="15158"/>
                  </a:lnTo>
                  <a:lnTo>
                    <a:pt x="92978" y="14983"/>
                  </a:lnTo>
                  <a:lnTo>
                    <a:pt x="89990" y="6393"/>
                  </a:lnTo>
                  <a:lnTo>
                    <a:pt x="97536" y="6306"/>
                  </a:lnTo>
                  <a:lnTo>
                    <a:pt x="97553" y="5595"/>
                  </a:lnTo>
                  <a:lnTo>
                    <a:pt x="97547" y="5220"/>
                  </a:lnTo>
                  <a:lnTo>
                    <a:pt x="97523" y="4876"/>
                  </a:lnTo>
                  <a:lnTo>
                    <a:pt x="97380" y="3846"/>
                  </a:lnTo>
                  <a:lnTo>
                    <a:pt x="97298" y="2477"/>
                  </a:lnTo>
                  <a:lnTo>
                    <a:pt x="97293" y="2094"/>
                  </a:lnTo>
                  <a:lnTo>
                    <a:pt x="97304" y="1721"/>
                  </a:lnTo>
                  <a:lnTo>
                    <a:pt x="97347" y="1012"/>
                  </a:lnTo>
                  <a:lnTo>
                    <a:pt x="97351" y="629"/>
                  </a:lnTo>
                  <a:lnTo>
                    <a:pt x="97344" y="445"/>
                  </a:lnTo>
                  <a:lnTo>
                    <a:pt x="97329" y="275"/>
                  </a:lnTo>
                  <a:lnTo>
                    <a:pt x="97367" y="0"/>
                  </a:lnTo>
                  <a:lnTo>
                    <a:pt x="102789" y="171"/>
                  </a:lnTo>
                  <a:lnTo>
                    <a:pt x="102718" y="2602"/>
                  </a:lnTo>
                  <a:lnTo>
                    <a:pt x="102059" y="8317"/>
                  </a:lnTo>
                  <a:lnTo>
                    <a:pt x="102071" y="11746"/>
                  </a:lnTo>
                  <a:lnTo>
                    <a:pt x="101916" y="15658"/>
                  </a:lnTo>
                  <a:lnTo>
                    <a:pt x="101878" y="15976"/>
                  </a:lnTo>
                  <a:lnTo>
                    <a:pt x="101730" y="16820"/>
                  </a:lnTo>
                  <a:lnTo>
                    <a:pt x="101600" y="17303"/>
                  </a:lnTo>
                  <a:lnTo>
                    <a:pt x="101451" y="17769"/>
                  </a:lnTo>
                  <a:lnTo>
                    <a:pt x="101409" y="17945"/>
                  </a:lnTo>
                  <a:lnTo>
                    <a:pt x="101358" y="18231"/>
                  </a:lnTo>
                  <a:lnTo>
                    <a:pt x="101355" y="18662"/>
                  </a:lnTo>
                  <a:lnTo>
                    <a:pt x="102480" y="40569"/>
                  </a:lnTo>
                  <a:lnTo>
                    <a:pt x="102438" y="41121"/>
                  </a:lnTo>
                  <a:lnTo>
                    <a:pt x="102396" y="41484"/>
                  </a:lnTo>
                  <a:lnTo>
                    <a:pt x="102096" y="42850"/>
                  </a:lnTo>
                  <a:lnTo>
                    <a:pt x="102018" y="43300"/>
                  </a:lnTo>
                  <a:lnTo>
                    <a:pt x="102002" y="43648"/>
                  </a:lnTo>
                  <a:lnTo>
                    <a:pt x="102124" y="43886"/>
                  </a:lnTo>
                  <a:lnTo>
                    <a:pt x="104622" y="46252"/>
                  </a:lnTo>
                  <a:lnTo>
                    <a:pt x="104743" y="46402"/>
                  </a:lnTo>
                  <a:lnTo>
                    <a:pt x="104839" y="46596"/>
                  </a:lnTo>
                  <a:lnTo>
                    <a:pt x="105738" y="49413"/>
                  </a:lnTo>
                  <a:lnTo>
                    <a:pt x="110656" y="59810"/>
                  </a:lnTo>
                  <a:lnTo>
                    <a:pt x="110825" y="60328"/>
                  </a:lnTo>
                  <a:lnTo>
                    <a:pt x="111334" y="63593"/>
                  </a:lnTo>
                  <a:lnTo>
                    <a:pt x="111391" y="64088"/>
                  </a:lnTo>
                  <a:lnTo>
                    <a:pt x="111408" y="64870"/>
                  </a:lnTo>
                  <a:lnTo>
                    <a:pt x="111396" y="65478"/>
                  </a:lnTo>
                  <a:lnTo>
                    <a:pt x="111270" y="67436"/>
                  </a:lnTo>
                  <a:lnTo>
                    <a:pt x="111312" y="68316"/>
                  </a:lnTo>
                  <a:lnTo>
                    <a:pt x="111396" y="68897"/>
                  </a:lnTo>
                  <a:lnTo>
                    <a:pt x="111464" y="69570"/>
                  </a:lnTo>
                  <a:lnTo>
                    <a:pt x="111464" y="69775"/>
                  </a:lnTo>
                  <a:lnTo>
                    <a:pt x="111455" y="69951"/>
                  </a:lnTo>
                  <a:lnTo>
                    <a:pt x="111417" y="70262"/>
                  </a:lnTo>
                  <a:lnTo>
                    <a:pt x="110688" y="74034"/>
                  </a:lnTo>
                  <a:lnTo>
                    <a:pt x="110450" y="76719"/>
                  </a:lnTo>
                  <a:lnTo>
                    <a:pt x="110379" y="78977"/>
                  </a:lnTo>
                  <a:lnTo>
                    <a:pt x="110421" y="80283"/>
                  </a:lnTo>
                  <a:lnTo>
                    <a:pt x="110504" y="81122"/>
                  </a:lnTo>
                  <a:lnTo>
                    <a:pt x="110542" y="81316"/>
                  </a:lnTo>
                  <a:lnTo>
                    <a:pt x="110642" y="8158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1"/>
            <p:cNvSpPr/>
            <p:nvPr/>
          </p:nvSpPr>
          <p:spPr>
            <a:xfrm>
              <a:off x="2969486" y="3141224"/>
              <a:ext cx="69872" cy="128564"/>
            </a:xfrm>
            <a:custGeom>
              <a:avLst/>
              <a:pathLst>
                <a:path w="69872" h="128564">
                  <a:moveTo>
                    <a:pt x="59673" y="55252"/>
                  </a:moveTo>
                  <a:lnTo>
                    <a:pt x="60741" y="60007"/>
                  </a:lnTo>
                  <a:lnTo>
                    <a:pt x="60511" y="62282"/>
                  </a:lnTo>
                  <a:lnTo>
                    <a:pt x="60265" y="65608"/>
                  </a:lnTo>
                  <a:lnTo>
                    <a:pt x="60869" y="68029"/>
                  </a:lnTo>
                  <a:lnTo>
                    <a:pt x="61577" y="69606"/>
                  </a:lnTo>
                  <a:lnTo>
                    <a:pt x="62083" y="71056"/>
                  </a:lnTo>
                  <a:lnTo>
                    <a:pt x="62641" y="73057"/>
                  </a:lnTo>
                  <a:lnTo>
                    <a:pt x="62732" y="77036"/>
                  </a:lnTo>
                  <a:lnTo>
                    <a:pt x="62631" y="79907"/>
                  </a:lnTo>
                  <a:lnTo>
                    <a:pt x="62995" y="81205"/>
                  </a:lnTo>
                  <a:lnTo>
                    <a:pt x="63303" y="82844"/>
                  </a:lnTo>
                  <a:lnTo>
                    <a:pt x="63241" y="84213"/>
                  </a:lnTo>
                  <a:lnTo>
                    <a:pt x="63039" y="85421"/>
                  </a:lnTo>
                  <a:lnTo>
                    <a:pt x="62358" y="87022"/>
                  </a:lnTo>
                  <a:lnTo>
                    <a:pt x="62244" y="90001"/>
                  </a:lnTo>
                  <a:lnTo>
                    <a:pt x="63347" y="93611"/>
                  </a:lnTo>
                  <a:lnTo>
                    <a:pt x="64056" y="95575"/>
                  </a:lnTo>
                  <a:lnTo>
                    <a:pt x="64049" y="96702"/>
                  </a:lnTo>
                  <a:lnTo>
                    <a:pt x="64247" y="97936"/>
                  </a:lnTo>
                  <a:lnTo>
                    <a:pt x="64771" y="99376"/>
                  </a:lnTo>
                  <a:lnTo>
                    <a:pt x="65092" y="99036"/>
                  </a:lnTo>
                  <a:lnTo>
                    <a:pt x="65446" y="97861"/>
                  </a:lnTo>
                  <a:lnTo>
                    <a:pt x="65604" y="97050"/>
                  </a:lnTo>
                  <a:lnTo>
                    <a:pt x="66556" y="97409"/>
                  </a:lnTo>
                  <a:lnTo>
                    <a:pt x="67004" y="97778"/>
                  </a:lnTo>
                  <a:lnTo>
                    <a:pt x="67613" y="100137"/>
                  </a:lnTo>
                  <a:lnTo>
                    <a:pt x="67837" y="101706"/>
                  </a:lnTo>
                  <a:lnTo>
                    <a:pt x="67983" y="103677"/>
                  </a:lnTo>
                  <a:lnTo>
                    <a:pt x="68619" y="106138"/>
                  </a:lnTo>
                  <a:lnTo>
                    <a:pt x="69171" y="107874"/>
                  </a:lnTo>
                  <a:lnTo>
                    <a:pt x="69287" y="108956"/>
                  </a:lnTo>
                  <a:lnTo>
                    <a:pt x="69782" y="110422"/>
                  </a:lnTo>
                  <a:lnTo>
                    <a:pt x="69475" y="113675"/>
                  </a:lnTo>
                  <a:lnTo>
                    <a:pt x="69510" y="115342"/>
                  </a:lnTo>
                  <a:lnTo>
                    <a:pt x="69172" y="119712"/>
                  </a:lnTo>
                  <a:lnTo>
                    <a:pt x="69098" y="121777"/>
                  </a:lnTo>
                  <a:lnTo>
                    <a:pt x="69119" y="122539"/>
                  </a:lnTo>
                  <a:lnTo>
                    <a:pt x="69872" y="124095"/>
                  </a:lnTo>
                  <a:lnTo>
                    <a:pt x="69793" y="126307"/>
                  </a:lnTo>
                  <a:lnTo>
                    <a:pt x="69028" y="125918"/>
                  </a:lnTo>
                  <a:lnTo>
                    <a:pt x="67700" y="125659"/>
                  </a:lnTo>
                  <a:lnTo>
                    <a:pt x="65038" y="126812"/>
                  </a:lnTo>
                  <a:lnTo>
                    <a:pt x="64125" y="126339"/>
                  </a:lnTo>
                  <a:lnTo>
                    <a:pt x="62378" y="126495"/>
                  </a:lnTo>
                  <a:lnTo>
                    <a:pt x="61134" y="127128"/>
                  </a:lnTo>
                  <a:lnTo>
                    <a:pt x="59552" y="128564"/>
                  </a:lnTo>
                  <a:lnTo>
                    <a:pt x="58328" y="128208"/>
                  </a:lnTo>
                  <a:lnTo>
                    <a:pt x="57666" y="127076"/>
                  </a:lnTo>
                  <a:lnTo>
                    <a:pt x="56793" y="127153"/>
                  </a:lnTo>
                  <a:lnTo>
                    <a:pt x="55810" y="126550"/>
                  </a:lnTo>
                  <a:lnTo>
                    <a:pt x="54762" y="125457"/>
                  </a:lnTo>
                  <a:lnTo>
                    <a:pt x="53805" y="124903"/>
                  </a:lnTo>
                  <a:lnTo>
                    <a:pt x="52774" y="122891"/>
                  </a:lnTo>
                  <a:lnTo>
                    <a:pt x="52291" y="122529"/>
                  </a:lnTo>
                  <a:lnTo>
                    <a:pt x="51952" y="123058"/>
                  </a:lnTo>
                  <a:lnTo>
                    <a:pt x="51667" y="123729"/>
                  </a:lnTo>
                  <a:lnTo>
                    <a:pt x="51369" y="124143"/>
                  </a:lnTo>
                  <a:lnTo>
                    <a:pt x="50808" y="123778"/>
                  </a:lnTo>
                  <a:lnTo>
                    <a:pt x="50597" y="122410"/>
                  </a:lnTo>
                  <a:lnTo>
                    <a:pt x="50772" y="121087"/>
                  </a:lnTo>
                  <a:lnTo>
                    <a:pt x="50825" y="120083"/>
                  </a:lnTo>
                  <a:lnTo>
                    <a:pt x="50562" y="119536"/>
                  </a:lnTo>
                  <a:lnTo>
                    <a:pt x="49931" y="119353"/>
                  </a:lnTo>
                  <a:lnTo>
                    <a:pt x="48914" y="119357"/>
                  </a:lnTo>
                  <a:lnTo>
                    <a:pt x="47273" y="118943"/>
                  </a:lnTo>
                  <a:lnTo>
                    <a:pt x="46896" y="118688"/>
                  </a:lnTo>
                  <a:lnTo>
                    <a:pt x="43223" y="118343"/>
                  </a:lnTo>
                  <a:lnTo>
                    <a:pt x="39412" y="118302"/>
                  </a:lnTo>
                  <a:lnTo>
                    <a:pt x="36183" y="118269"/>
                  </a:lnTo>
                  <a:lnTo>
                    <a:pt x="32107" y="118223"/>
                  </a:lnTo>
                  <a:lnTo>
                    <a:pt x="29240" y="118194"/>
                  </a:lnTo>
                  <a:lnTo>
                    <a:pt x="26566" y="118165"/>
                  </a:lnTo>
                  <a:lnTo>
                    <a:pt x="24501" y="120853"/>
                  </a:lnTo>
                  <a:lnTo>
                    <a:pt x="22266" y="123766"/>
                  </a:lnTo>
                  <a:lnTo>
                    <a:pt x="19259" y="125317"/>
                  </a:lnTo>
                  <a:lnTo>
                    <a:pt x="15800" y="124740"/>
                  </a:lnTo>
                  <a:lnTo>
                    <a:pt x="14695" y="125157"/>
                  </a:lnTo>
                  <a:lnTo>
                    <a:pt x="13551" y="126452"/>
                  </a:lnTo>
                  <a:lnTo>
                    <a:pt x="12710" y="127392"/>
                  </a:lnTo>
                  <a:lnTo>
                    <a:pt x="11517" y="127955"/>
                  </a:lnTo>
                  <a:lnTo>
                    <a:pt x="9978" y="127490"/>
                  </a:lnTo>
                  <a:lnTo>
                    <a:pt x="9354" y="127772"/>
                  </a:lnTo>
                  <a:lnTo>
                    <a:pt x="8968" y="126446"/>
                  </a:lnTo>
                  <a:lnTo>
                    <a:pt x="8525" y="124295"/>
                  </a:lnTo>
                  <a:lnTo>
                    <a:pt x="8804" y="122720"/>
                  </a:lnTo>
                  <a:lnTo>
                    <a:pt x="9743" y="121708"/>
                  </a:lnTo>
                  <a:lnTo>
                    <a:pt x="11155" y="120383"/>
                  </a:lnTo>
                  <a:lnTo>
                    <a:pt x="11895" y="121064"/>
                  </a:lnTo>
                  <a:lnTo>
                    <a:pt x="12328" y="121097"/>
                  </a:lnTo>
                  <a:lnTo>
                    <a:pt x="12408" y="120247"/>
                  </a:lnTo>
                  <a:lnTo>
                    <a:pt x="12270" y="119794"/>
                  </a:lnTo>
                  <a:lnTo>
                    <a:pt x="11205" y="118642"/>
                  </a:lnTo>
                  <a:lnTo>
                    <a:pt x="10651" y="117121"/>
                  </a:lnTo>
                  <a:lnTo>
                    <a:pt x="10194" y="118011"/>
                  </a:lnTo>
                  <a:lnTo>
                    <a:pt x="9800" y="119877"/>
                  </a:lnTo>
                  <a:lnTo>
                    <a:pt x="9473" y="120434"/>
                  </a:lnTo>
                  <a:lnTo>
                    <a:pt x="8990" y="120957"/>
                  </a:lnTo>
                  <a:lnTo>
                    <a:pt x="8717" y="119688"/>
                  </a:lnTo>
                  <a:lnTo>
                    <a:pt x="8598" y="118454"/>
                  </a:lnTo>
                  <a:lnTo>
                    <a:pt x="8819" y="117503"/>
                  </a:lnTo>
                  <a:lnTo>
                    <a:pt x="8706" y="112156"/>
                  </a:lnTo>
                  <a:lnTo>
                    <a:pt x="8837" y="109305"/>
                  </a:lnTo>
                  <a:lnTo>
                    <a:pt x="8769" y="106812"/>
                  </a:lnTo>
                  <a:lnTo>
                    <a:pt x="9437" y="105170"/>
                  </a:lnTo>
                  <a:lnTo>
                    <a:pt x="10070" y="104153"/>
                  </a:lnTo>
                  <a:lnTo>
                    <a:pt x="12545" y="104059"/>
                  </a:lnTo>
                  <a:lnTo>
                    <a:pt x="14845" y="103971"/>
                  </a:lnTo>
                  <a:lnTo>
                    <a:pt x="17062" y="104029"/>
                  </a:lnTo>
                  <a:lnTo>
                    <a:pt x="19319" y="104085"/>
                  </a:lnTo>
                  <a:lnTo>
                    <a:pt x="19545" y="99100"/>
                  </a:lnTo>
                  <a:lnTo>
                    <a:pt x="20259" y="98709"/>
                  </a:lnTo>
                  <a:lnTo>
                    <a:pt x="21329" y="98194"/>
                  </a:lnTo>
                  <a:lnTo>
                    <a:pt x="23321" y="97586"/>
                  </a:lnTo>
                  <a:lnTo>
                    <a:pt x="25543" y="97006"/>
                  </a:lnTo>
                  <a:lnTo>
                    <a:pt x="26016" y="96028"/>
                  </a:lnTo>
                  <a:lnTo>
                    <a:pt x="26384" y="94375"/>
                  </a:lnTo>
                  <a:lnTo>
                    <a:pt x="26617" y="92891"/>
                  </a:lnTo>
                  <a:lnTo>
                    <a:pt x="27077" y="92264"/>
                  </a:lnTo>
                  <a:lnTo>
                    <a:pt x="27698" y="92762"/>
                  </a:lnTo>
                  <a:lnTo>
                    <a:pt x="28513" y="93539"/>
                  </a:lnTo>
                  <a:lnTo>
                    <a:pt x="29357" y="94743"/>
                  </a:lnTo>
                  <a:lnTo>
                    <a:pt x="30325" y="95858"/>
                  </a:lnTo>
                  <a:lnTo>
                    <a:pt x="30970" y="96559"/>
                  </a:lnTo>
                  <a:lnTo>
                    <a:pt x="32518" y="98315"/>
                  </a:lnTo>
                  <a:lnTo>
                    <a:pt x="35168" y="100762"/>
                  </a:lnTo>
                  <a:lnTo>
                    <a:pt x="37346" y="101739"/>
                  </a:lnTo>
                  <a:lnTo>
                    <a:pt x="39979" y="99950"/>
                  </a:lnTo>
                  <a:lnTo>
                    <a:pt x="41880" y="98800"/>
                  </a:lnTo>
                  <a:lnTo>
                    <a:pt x="42116" y="96657"/>
                  </a:lnTo>
                  <a:lnTo>
                    <a:pt x="41820" y="94567"/>
                  </a:lnTo>
                  <a:lnTo>
                    <a:pt x="40405" y="92649"/>
                  </a:lnTo>
                  <a:lnTo>
                    <a:pt x="38479" y="92865"/>
                  </a:lnTo>
                  <a:lnTo>
                    <a:pt x="37888" y="93379"/>
                  </a:lnTo>
                  <a:lnTo>
                    <a:pt x="36991" y="94017"/>
                  </a:lnTo>
                  <a:lnTo>
                    <a:pt x="36452" y="94271"/>
                  </a:lnTo>
                  <a:lnTo>
                    <a:pt x="35544" y="93824"/>
                  </a:lnTo>
                  <a:lnTo>
                    <a:pt x="34391" y="92169"/>
                  </a:lnTo>
                  <a:lnTo>
                    <a:pt x="33666" y="90501"/>
                  </a:lnTo>
                  <a:lnTo>
                    <a:pt x="32652" y="89719"/>
                  </a:lnTo>
                  <a:lnTo>
                    <a:pt x="31450" y="88937"/>
                  </a:lnTo>
                  <a:lnTo>
                    <a:pt x="29522" y="85506"/>
                  </a:lnTo>
                  <a:lnTo>
                    <a:pt x="28515" y="84891"/>
                  </a:lnTo>
                  <a:lnTo>
                    <a:pt x="27563" y="84711"/>
                  </a:lnTo>
                  <a:lnTo>
                    <a:pt x="25732" y="85390"/>
                  </a:lnTo>
                  <a:lnTo>
                    <a:pt x="23946" y="87225"/>
                  </a:lnTo>
                  <a:lnTo>
                    <a:pt x="23005" y="91385"/>
                  </a:lnTo>
                  <a:lnTo>
                    <a:pt x="21217" y="91325"/>
                  </a:lnTo>
                  <a:lnTo>
                    <a:pt x="17419" y="91192"/>
                  </a:lnTo>
                  <a:lnTo>
                    <a:pt x="13932" y="91071"/>
                  </a:lnTo>
                  <a:lnTo>
                    <a:pt x="11052" y="91353"/>
                  </a:lnTo>
                  <a:lnTo>
                    <a:pt x="10763" y="88332"/>
                  </a:lnTo>
                  <a:lnTo>
                    <a:pt x="10081" y="85926"/>
                  </a:lnTo>
                  <a:lnTo>
                    <a:pt x="8973" y="83874"/>
                  </a:lnTo>
                  <a:lnTo>
                    <a:pt x="8728" y="81968"/>
                  </a:lnTo>
                  <a:lnTo>
                    <a:pt x="9104" y="80306"/>
                  </a:lnTo>
                  <a:lnTo>
                    <a:pt x="10175" y="78938"/>
                  </a:lnTo>
                  <a:lnTo>
                    <a:pt x="10418" y="77961"/>
                  </a:lnTo>
                  <a:lnTo>
                    <a:pt x="9858" y="78107"/>
                  </a:lnTo>
                  <a:lnTo>
                    <a:pt x="9010" y="78987"/>
                  </a:lnTo>
                  <a:lnTo>
                    <a:pt x="8447" y="79036"/>
                  </a:lnTo>
                  <a:lnTo>
                    <a:pt x="8379" y="76403"/>
                  </a:lnTo>
                  <a:lnTo>
                    <a:pt x="7439" y="73002"/>
                  </a:lnTo>
                  <a:lnTo>
                    <a:pt x="6379" y="67244"/>
                  </a:lnTo>
                  <a:lnTo>
                    <a:pt x="5180" y="64885"/>
                  </a:lnTo>
                  <a:lnTo>
                    <a:pt x="4174" y="60229"/>
                  </a:lnTo>
                  <a:lnTo>
                    <a:pt x="3122" y="58443"/>
                  </a:lnTo>
                  <a:lnTo>
                    <a:pt x="2155" y="57609"/>
                  </a:lnTo>
                  <a:lnTo>
                    <a:pt x="1330" y="57780"/>
                  </a:lnTo>
                  <a:lnTo>
                    <a:pt x="1029" y="59904"/>
                  </a:lnTo>
                  <a:lnTo>
                    <a:pt x="0" y="56845"/>
                  </a:lnTo>
                  <a:lnTo>
                    <a:pt x="1406" y="55750"/>
                  </a:lnTo>
                  <a:lnTo>
                    <a:pt x="4411" y="51914"/>
                  </a:lnTo>
                  <a:lnTo>
                    <a:pt x="7860" y="40922"/>
                  </a:lnTo>
                  <a:lnTo>
                    <a:pt x="10956" y="27908"/>
                  </a:lnTo>
                  <a:lnTo>
                    <a:pt x="11359" y="24836"/>
                  </a:lnTo>
                  <a:lnTo>
                    <a:pt x="11736" y="22503"/>
                  </a:lnTo>
                  <a:lnTo>
                    <a:pt x="11986" y="17188"/>
                  </a:lnTo>
                  <a:lnTo>
                    <a:pt x="12429" y="14017"/>
                  </a:lnTo>
                  <a:lnTo>
                    <a:pt x="12846" y="13415"/>
                  </a:lnTo>
                  <a:lnTo>
                    <a:pt x="13371" y="10984"/>
                  </a:lnTo>
                  <a:lnTo>
                    <a:pt x="14005" y="6725"/>
                  </a:lnTo>
                  <a:lnTo>
                    <a:pt x="14723" y="4361"/>
                  </a:lnTo>
                  <a:lnTo>
                    <a:pt x="15526" y="3895"/>
                  </a:lnTo>
                  <a:lnTo>
                    <a:pt x="16151" y="4100"/>
                  </a:lnTo>
                  <a:lnTo>
                    <a:pt x="16597" y="4977"/>
                  </a:lnTo>
                  <a:lnTo>
                    <a:pt x="17903" y="5518"/>
                  </a:lnTo>
                  <a:lnTo>
                    <a:pt x="20070" y="5726"/>
                  </a:lnTo>
                  <a:lnTo>
                    <a:pt x="21743" y="5091"/>
                  </a:lnTo>
                  <a:lnTo>
                    <a:pt x="22926" y="3614"/>
                  </a:lnTo>
                  <a:lnTo>
                    <a:pt x="24478" y="2864"/>
                  </a:lnTo>
                  <a:lnTo>
                    <a:pt x="26402" y="2845"/>
                  </a:lnTo>
                  <a:lnTo>
                    <a:pt x="27414" y="2224"/>
                  </a:lnTo>
                  <a:lnTo>
                    <a:pt x="27514" y="1004"/>
                  </a:lnTo>
                  <a:lnTo>
                    <a:pt x="27764" y="636"/>
                  </a:lnTo>
                  <a:lnTo>
                    <a:pt x="28166" y="1121"/>
                  </a:lnTo>
                  <a:lnTo>
                    <a:pt x="28544" y="929"/>
                  </a:lnTo>
                  <a:lnTo>
                    <a:pt x="28899" y="59"/>
                  </a:lnTo>
                  <a:lnTo>
                    <a:pt x="29253" y="0"/>
                  </a:lnTo>
                  <a:lnTo>
                    <a:pt x="29604" y="750"/>
                  </a:lnTo>
                  <a:lnTo>
                    <a:pt x="31215" y="975"/>
                  </a:lnTo>
                  <a:lnTo>
                    <a:pt x="34087" y="678"/>
                  </a:lnTo>
                  <a:lnTo>
                    <a:pt x="36741" y="2914"/>
                  </a:lnTo>
                  <a:lnTo>
                    <a:pt x="39176" y="7684"/>
                  </a:lnTo>
                  <a:lnTo>
                    <a:pt x="40432" y="10867"/>
                  </a:lnTo>
                  <a:lnTo>
                    <a:pt x="40510" y="12460"/>
                  </a:lnTo>
                  <a:lnTo>
                    <a:pt x="40914" y="14066"/>
                  </a:lnTo>
                  <a:lnTo>
                    <a:pt x="41642" y="15683"/>
                  </a:lnTo>
                  <a:lnTo>
                    <a:pt x="42308" y="15982"/>
                  </a:lnTo>
                  <a:lnTo>
                    <a:pt x="42912" y="14963"/>
                  </a:lnTo>
                  <a:lnTo>
                    <a:pt x="43385" y="15073"/>
                  </a:lnTo>
                  <a:lnTo>
                    <a:pt x="43729" y="16311"/>
                  </a:lnTo>
                  <a:lnTo>
                    <a:pt x="44423" y="16565"/>
                  </a:lnTo>
                  <a:lnTo>
                    <a:pt x="45196" y="15804"/>
                  </a:lnTo>
                  <a:lnTo>
                    <a:pt x="45747" y="16065"/>
                  </a:lnTo>
                  <a:lnTo>
                    <a:pt x="45847" y="16801"/>
                  </a:lnTo>
                  <a:lnTo>
                    <a:pt x="45974" y="17194"/>
                  </a:lnTo>
                  <a:lnTo>
                    <a:pt x="46347" y="17368"/>
                  </a:lnTo>
                  <a:lnTo>
                    <a:pt x="46852" y="18312"/>
                  </a:lnTo>
                  <a:lnTo>
                    <a:pt x="47557" y="20844"/>
                  </a:lnTo>
                  <a:lnTo>
                    <a:pt x="48131" y="24379"/>
                  </a:lnTo>
                  <a:lnTo>
                    <a:pt x="48574" y="28914"/>
                  </a:lnTo>
                  <a:lnTo>
                    <a:pt x="49160" y="31381"/>
                  </a:lnTo>
                  <a:lnTo>
                    <a:pt x="49887" y="31782"/>
                  </a:lnTo>
                  <a:lnTo>
                    <a:pt x="50308" y="32714"/>
                  </a:lnTo>
                  <a:lnTo>
                    <a:pt x="50392" y="33793"/>
                  </a:lnTo>
                  <a:lnTo>
                    <a:pt x="50603" y="34526"/>
                  </a:lnTo>
                  <a:lnTo>
                    <a:pt x="50953" y="34935"/>
                  </a:lnTo>
                  <a:lnTo>
                    <a:pt x="51568" y="34691"/>
                  </a:lnTo>
                  <a:lnTo>
                    <a:pt x="52289" y="36223"/>
                  </a:lnTo>
                  <a:lnTo>
                    <a:pt x="53063" y="39550"/>
                  </a:lnTo>
                  <a:lnTo>
                    <a:pt x="53186" y="41051"/>
                  </a:lnTo>
                  <a:lnTo>
                    <a:pt x="53064" y="41856"/>
                  </a:lnTo>
                  <a:lnTo>
                    <a:pt x="53111" y="42443"/>
                  </a:lnTo>
                  <a:lnTo>
                    <a:pt x="53625" y="43004"/>
                  </a:lnTo>
                  <a:lnTo>
                    <a:pt x="54112" y="44094"/>
                  </a:lnTo>
                  <a:lnTo>
                    <a:pt x="54510" y="45731"/>
                  </a:lnTo>
                  <a:lnTo>
                    <a:pt x="55369" y="47184"/>
                  </a:lnTo>
                  <a:lnTo>
                    <a:pt x="56687" y="48457"/>
                  </a:lnTo>
                  <a:lnTo>
                    <a:pt x="57637" y="50358"/>
                  </a:lnTo>
                  <a:lnTo>
                    <a:pt x="58218" y="52889"/>
                  </a:lnTo>
                  <a:lnTo>
                    <a:pt x="59424" y="55017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2"/>
            <p:cNvSpPr/>
            <p:nvPr/>
          </p:nvSpPr>
          <p:spPr>
            <a:xfrm>
              <a:off x="4345607" y="3591310"/>
              <a:ext cx="3931" cy="5368"/>
            </a:xfrm>
            <a:custGeom>
              <a:avLst/>
              <a:pathLst>
                <a:path w="3931" h="5368">
                  <a:moveTo>
                    <a:pt x="3628" y="3416"/>
                  </a:moveTo>
                  <a:lnTo>
                    <a:pt x="1927" y="5368"/>
                  </a:lnTo>
                  <a:lnTo>
                    <a:pt x="0" y="3591"/>
                  </a:lnTo>
                  <a:lnTo>
                    <a:pt x="625" y="698"/>
                  </a:lnTo>
                  <a:lnTo>
                    <a:pt x="1905" y="0"/>
                  </a:lnTo>
                  <a:lnTo>
                    <a:pt x="2938" y="919"/>
                  </a:lnTo>
                  <a:lnTo>
                    <a:pt x="3527" y="1620"/>
                  </a:lnTo>
                  <a:lnTo>
                    <a:pt x="3931" y="24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3"/>
            <p:cNvSpPr/>
            <p:nvPr/>
          </p:nvSpPr>
          <p:spPr>
            <a:xfrm>
              <a:off x="2868248" y="5359209"/>
              <a:ext cx="2170" cy="3252"/>
            </a:xfrm>
            <a:custGeom>
              <a:avLst/>
              <a:pathLst>
                <a:path w="2170" h="3252">
                  <a:moveTo>
                    <a:pt x="2122" y="1564"/>
                  </a:moveTo>
                  <a:lnTo>
                    <a:pt x="2170" y="3252"/>
                  </a:lnTo>
                  <a:lnTo>
                    <a:pt x="405" y="1702"/>
                  </a:lnTo>
                  <a:lnTo>
                    <a:pt x="0" y="978"/>
                  </a:lnTo>
                  <a:lnTo>
                    <a:pt x="565" y="28"/>
                  </a:lnTo>
                  <a:lnTo>
                    <a:pt x="1675" y="0"/>
                  </a:lnTo>
                  <a:lnTo>
                    <a:pt x="1948" y="57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4"/>
            <p:cNvSpPr/>
            <p:nvPr/>
          </p:nvSpPr>
          <p:spPr>
            <a:xfrm>
              <a:off x="2736906" y="5229248"/>
              <a:ext cx="25196" cy="26083"/>
            </a:xfrm>
            <a:custGeom>
              <a:avLst/>
              <a:pathLst>
                <a:path w="25196" h="26083">
                  <a:moveTo>
                    <a:pt x="10380" y="2409"/>
                  </a:moveTo>
                  <a:lnTo>
                    <a:pt x="11484" y="3846"/>
                  </a:lnTo>
                  <a:lnTo>
                    <a:pt x="12360" y="2868"/>
                  </a:lnTo>
                  <a:lnTo>
                    <a:pt x="13268" y="2983"/>
                  </a:lnTo>
                  <a:lnTo>
                    <a:pt x="13765" y="3468"/>
                  </a:lnTo>
                  <a:lnTo>
                    <a:pt x="14278" y="3653"/>
                  </a:lnTo>
                  <a:lnTo>
                    <a:pt x="14916" y="3664"/>
                  </a:lnTo>
                  <a:lnTo>
                    <a:pt x="16017" y="6079"/>
                  </a:lnTo>
                  <a:lnTo>
                    <a:pt x="15557" y="8221"/>
                  </a:lnTo>
                  <a:lnTo>
                    <a:pt x="16765" y="7799"/>
                  </a:lnTo>
                  <a:lnTo>
                    <a:pt x="17814" y="9583"/>
                  </a:lnTo>
                  <a:lnTo>
                    <a:pt x="18290" y="9433"/>
                  </a:lnTo>
                  <a:lnTo>
                    <a:pt x="18527" y="8711"/>
                  </a:lnTo>
                  <a:lnTo>
                    <a:pt x="19201" y="7892"/>
                  </a:lnTo>
                  <a:lnTo>
                    <a:pt x="19669" y="9000"/>
                  </a:lnTo>
                  <a:lnTo>
                    <a:pt x="20232" y="11121"/>
                  </a:lnTo>
                  <a:lnTo>
                    <a:pt x="20948" y="11764"/>
                  </a:lnTo>
                  <a:lnTo>
                    <a:pt x="21581" y="14012"/>
                  </a:lnTo>
                  <a:lnTo>
                    <a:pt x="22078" y="16843"/>
                  </a:lnTo>
                  <a:lnTo>
                    <a:pt x="22532" y="17244"/>
                  </a:lnTo>
                  <a:lnTo>
                    <a:pt x="23310" y="17256"/>
                  </a:lnTo>
                  <a:lnTo>
                    <a:pt x="24097" y="16863"/>
                  </a:lnTo>
                  <a:lnTo>
                    <a:pt x="23799" y="19307"/>
                  </a:lnTo>
                  <a:lnTo>
                    <a:pt x="23893" y="21474"/>
                  </a:lnTo>
                  <a:lnTo>
                    <a:pt x="25196" y="23030"/>
                  </a:lnTo>
                  <a:lnTo>
                    <a:pt x="24419" y="23884"/>
                  </a:lnTo>
                  <a:lnTo>
                    <a:pt x="23602" y="25122"/>
                  </a:lnTo>
                  <a:lnTo>
                    <a:pt x="21937" y="26083"/>
                  </a:lnTo>
                  <a:lnTo>
                    <a:pt x="21504" y="25673"/>
                  </a:lnTo>
                  <a:lnTo>
                    <a:pt x="20050" y="23515"/>
                  </a:lnTo>
                  <a:lnTo>
                    <a:pt x="19371" y="20969"/>
                  </a:lnTo>
                  <a:lnTo>
                    <a:pt x="17847" y="17333"/>
                  </a:lnTo>
                  <a:lnTo>
                    <a:pt x="17548" y="16263"/>
                  </a:lnTo>
                  <a:lnTo>
                    <a:pt x="17156" y="15576"/>
                  </a:lnTo>
                  <a:lnTo>
                    <a:pt x="15776" y="15129"/>
                  </a:lnTo>
                  <a:lnTo>
                    <a:pt x="14563" y="14257"/>
                  </a:lnTo>
                  <a:lnTo>
                    <a:pt x="13553" y="12416"/>
                  </a:lnTo>
                  <a:lnTo>
                    <a:pt x="13237" y="11285"/>
                  </a:lnTo>
                  <a:lnTo>
                    <a:pt x="12848" y="10500"/>
                  </a:lnTo>
                  <a:lnTo>
                    <a:pt x="11476" y="10544"/>
                  </a:lnTo>
                  <a:lnTo>
                    <a:pt x="10612" y="9675"/>
                  </a:lnTo>
                  <a:lnTo>
                    <a:pt x="9758" y="8492"/>
                  </a:lnTo>
                  <a:lnTo>
                    <a:pt x="5902" y="5075"/>
                  </a:lnTo>
                  <a:lnTo>
                    <a:pt x="4389" y="5419"/>
                  </a:lnTo>
                  <a:lnTo>
                    <a:pt x="3692" y="4452"/>
                  </a:lnTo>
                  <a:lnTo>
                    <a:pt x="3729" y="2738"/>
                  </a:lnTo>
                  <a:lnTo>
                    <a:pt x="4526" y="1713"/>
                  </a:lnTo>
                  <a:lnTo>
                    <a:pt x="1188" y="1324"/>
                  </a:lnTo>
                  <a:lnTo>
                    <a:pt x="0" y="706"/>
                  </a:lnTo>
                  <a:lnTo>
                    <a:pt x="816" y="340"/>
                  </a:lnTo>
                  <a:lnTo>
                    <a:pt x="5468" y="285"/>
                  </a:lnTo>
                  <a:lnTo>
                    <a:pt x="7213" y="0"/>
                  </a:lnTo>
                  <a:lnTo>
                    <a:pt x="7366" y="741"/>
                  </a:lnTo>
                  <a:lnTo>
                    <a:pt x="8909" y="2259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5"/>
            <p:cNvSpPr/>
            <p:nvPr/>
          </p:nvSpPr>
          <p:spPr>
            <a:xfrm>
              <a:off x="3102948" y="4104082"/>
              <a:ext cx="1394" cy="2891"/>
            </a:xfrm>
            <a:custGeom>
              <a:avLst/>
              <a:pathLst>
                <a:path w="1394" h="2891">
                  <a:moveTo>
                    <a:pt x="1026" y="2706"/>
                  </a:moveTo>
                  <a:lnTo>
                    <a:pt x="0" y="2891"/>
                  </a:lnTo>
                  <a:lnTo>
                    <a:pt x="84" y="1494"/>
                  </a:lnTo>
                  <a:lnTo>
                    <a:pt x="847" y="0"/>
                  </a:lnTo>
                  <a:lnTo>
                    <a:pt x="1362" y="196"/>
                  </a:lnTo>
                  <a:lnTo>
                    <a:pt x="1394" y="191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6"/>
            <p:cNvSpPr/>
            <p:nvPr/>
          </p:nvSpPr>
          <p:spPr>
            <a:xfrm>
              <a:off x="3004923" y="3866994"/>
              <a:ext cx="1276" cy="2752"/>
            </a:xfrm>
            <a:custGeom>
              <a:avLst/>
              <a:pathLst>
                <a:path w="1276" h="2752">
                  <a:moveTo>
                    <a:pt x="574" y="2709"/>
                  </a:moveTo>
                  <a:lnTo>
                    <a:pt x="184" y="2752"/>
                  </a:lnTo>
                  <a:lnTo>
                    <a:pt x="70" y="2507"/>
                  </a:lnTo>
                  <a:lnTo>
                    <a:pt x="0" y="1806"/>
                  </a:lnTo>
                  <a:lnTo>
                    <a:pt x="185" y="683"/>
                  </a:lnTo>
                  <a:lnTo>
                    <a:pt x="355" y="0"/>
                  </a:lnTo>
                  <a:lnTo>
                    <a:pt x="619" y="98"/>
                  </a:lnTo>
                  <a:lnTo>
                    <a:pt x="977" y="885"/>
                  </a:lnTo>
                  <a:lnTo>
                    <a:pt x="1276" y="1561"/>
                  </a:lnTo>
                  <a:lnTo>
                    <a:pt x="1114" y="217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7"/>
            <p:cNvSpPr/>
            <p:nvPr/>
          </p:nvSpPr>
          <p:spPr>
            <a:xfrm>
              <a:off x="5062105" y="3975991"/>
              <a:ext cx="2063" cy="3252"/>
            </a:xfrm>
            <a:custGeom>
              <a:avLst/>
              <a:pathLst>
                <a:path w="2063" h="3252">
                  <a:moveTo>
                    <a:pt x="2063" y="2773"/>
                  </a:moveTo>
                  <a:lnTo>
                    <a:pt x="1060" y="3252"/>
                  </a:lnTo>
                  <a:lnTo>
                    <a:pt x="664" y="3133"/>
                  </a:lnTo>
                  <a:lnTo>
                    <a:pt x="0" y="577"/>
                  </a:lnTo>
                  <a:lnTo>
                    <a:pt x="493" y="0"/>
                  </a:lnTo>
                  <a:lnTo>
                    <a:pt x="1226" y="222"/>
                  </a:lnTo>
                  <a:lnTo>
                    <a:pt x="1449" y="172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8"/>
            <p:cNvSpPr/>
            <p:nvPr/>
          </p:nvSpPr>
          <p:spPr>
            <a:xfrm>
              <a:off x="4985250" y="3973056"/>
              <a:ext cx="6779" cy="10645"/>
            </a:xfrm>
            <a:custGeom>
              <a:avLst/>
              <a:pathLst>
                <a:path w="6779" h="10645">
                  <a:moveTo>
                    <a:pt x="6779" y="9629"/>
                  </a:moveTo>
                  <a:lnTo>
                    <a:pt x="5987" y="10645"/>
                  </a:lnTo>
                  <a:lnTo>
                    <a:pt x="5266" y="10134"/>
                  </a:lnTo>
                  <a:lnTo>
                    <a:pt x="4715" y="9363"/>
                  </a:lnTo>
                  <a:lnTo>
                    <a:pt x="4267" y="7090"/>
                  </a:lnTo>
                  <a:lnTo>
                    <a:pt x="3303" y="5673"/>
                  </a:lnTo>
                  <a:lnTo>
                    <a:pt x="1932" y="5081"/>
                  </a:lnTo>
                  <a:lnTo>
                    <a:pt x="1370" y="4100"/>
                  </a:lnTo>
                  <a:lnTo>
                    <a:pt x="1224" y="3615"/>
                  </a:lnTo>
                  <a:lnTo>
                    <a:pt x="275" y="3179"/>
                  </a:lnTo>
                  <a:lnTo>
                    <a:pt x="0" y="1950"/>
                  </a:lnTo>
                  <a:lnTo>
                    <a:pt x="79" y="672"/>
                  </a:lnTo>
                  <a:lnTo>
                    <a:pt x="235" y="0"/>
                  </a:lnTo>
                  <a:lnTo>
                    <a:pt x="1113" y="617"/>
                  </a:lnTo>
                  <a:lnTo>
                    <a:pt x="5330" y="6616"/>
                  </a:lnTo>
                  <a:lnTo>
                    <a:pt x="6334" y="847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59"/>
            <p:cNvSpPr/>
            <p:nvPr/>
          </p:nvSpPr>
          <p:spPr>
            <a:xfrm>
              <a:off x="5051238" y="3949096"/>
              <a:ext cx="4220" cy="5624"/>
            </a:xfrm>
            <a:custGeom>
              <a:avLst/>
              <a:pathLst>
                <a:path w="4220" h="5624">
                  <a:moveTo>
                    <a:pt x="3892" y="2856"/>
                  </a:moveTo>
                  <a:lnTo>
                    <a:pt x="2985" y="3367"/>
                  </a:lnTo>
                  <a:lnTo>
                    <a:pt x="2696" y="3223"/>
                  </a:lnTo>
                  <a:lnTo>
                    <a:pt x="2018" y="3497"/>
                  </a:lnTo>
                  <a:lnTo>
                    <a:pt x="1289" y="5624"/>
                  </a:lnTo>
                  <a:lnTo>
                    <a:pt x="750" y="5326"/>
                  </a:lnTo>
                  <a:lnTo>
                    <a:pt x="328" y="5404"/>
                  </a:lnTo>
                  <a:lnTo>
                    <a:pt x="6" y="3653"/>
                  </a:lnTo>
                  <a:lnTo>
                    <a:pt x="0" y="2804"/>
                  </a:lnTo>
                  <a:lnTo>
                    <a:pt x="516" y="2940"/>
                  </a:lnTo>
                  <a:lnTo>
                    <a:pt x="788" y="1237"/>
                  </a:lnTo>
                  <a:lnTo>
                    <a:pt x="1348" y="389"/>
                  </a:lnTo>
                  <a:lnTo>
                    <a:pt x="2650" y="0"/>
                  </a:lnTo>
                  <a:lnTo>
                    <a:pt x="3806" y="554"/>
                  </a:lnTo>
                  <a:lnTo>
                    <a:pt x="4220" y="943"/>
                  </a:lnTo>
                  <a:lnTo>
                    <a:pt x="3854" y="248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0"/>
            <p:cNvSpPr/>
            <p:nvPr/>
          </p:nvSpPr>
          <p:spPr>
            <a:xfrm>
              <a:off x="5000083" y="3935600"/>
              <a:ext cx="12352" cy="18548"/>
            </a:xfrm>
            <a:custGeom>
              <a:avLst/>
              <a:pathLst>
                <a:path w="12352" h="18548">
                  <a:moveTo>
                    <a:pt x="4880" y="5404"/>
                  </a:moveTo>
                  <a:lnTo>
                    <a:pt x="6308" y="7141"/>
                  </a:lnTo>
                  <a:lnTo>
                    <a:pt x="7140" y="6856"/>
                  </a:lnTo>
                  <a:lnTo>
                    <a:pt x="8372" y="8050"/>
                  </a:lnTo>
                  <a:lnTo>
                    <a:pt x="9309" y="7369"/>
                  </a:lnTo>
                  <a:lnTo>
                    <a:pt x="9893" y="8913"/>
                  </a:lnTo>
                  <a:lnTo>
                    <a:pt x="11374" y="14939"/>
                  </a:lnTo>
                  <a:lnTo>
                    <a:pt x="11383" y="16895"/>
                  </a:lnTo>
                  <a:lnTo>
                    <a:pt x="12352" y="18286"/>
                  </a:lnTo>
                  <a:lnTo>
                    <a:pt x="11533" y="18548"/>
                  </a:lnTo>
                  <a:lnTo>
                    <a:pt x="10398" y="17830"/>
                  </a:lnTo>
                  <a:lnTo>
                    <a:pt x="9516" y="18320"/>
                  </a:lnTo>
                  <a:lnTo>
                    <a:pt x="8597" y="17152"/>
                  </a:lnTo>
                  <a:lnTo>
                    <a:pt x="7043" y="16546"/>
                  </a:lnTo>
                  <a:lnTo>
                    <a:pt x="5692" y="15143"/>
                  </a:lnTo>
                  <a:lnTo>
                    <a:pt x="2865" y="10697"/>
                  </a:lnTo>
                  <a:lnTo>
                    <a:pt x="2880" y="8478"/>
                  </a:lnTo>
                  <a:lnTo>
                    <a:pt x="2425" y="7393"/>
                  </a:lnTo>
                  <a:lnTo>
                    <a:pt x="2287" y="4640"/>
                  </a:lnTo>
                  <a:lnTo>
                    <a:pt x="1276" y="3768"/>
                  </a:lnTo>
                  <a:lnTo>
                    <a:pt x="95" y="3607"/>
                  </a:lnTo>
                  <a:lnTo>
                    <a:pt x="0" y="2305"/>
                  </a:lnTo>
                  <a:lnTo>
                    <a:pt x="218" y="0"/>
                  </a:lnTo>
                  <a:lnTo>
                    <a:pt x="1098" y="34"/>
                  </a:lnTo>
                  <a:lnTo>
                    <a:pt x="2158" y="992"/>
                  </a:lnTo>
                  <a:lnTo>
                    <a:pt x="4181" y="4357"/>
                  </a:lnTo>
                  <a:lnTo>
                    <a:pt x="4682" y="493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1"/>
            <p:cNvSpPr/>
            <p:nvPr/>
          </p:nvSpPr>
          <p:spPr>
            <a:xfrm>
              <a:off x="5000976" y="3910455"/>
              <a:ext cx="2211" cy="12301"/>
            </a:xfrm>
            <a:custGeom>
              <a:avLst/>
              <a:pathLst>
                <a:path w="2211" h="12301">
                  <a:moveTo>
                    <a:pt x="2085" y="8045"/>
                  </a:moveTo>
                  <a:lnTo>
                    <a:pt x="2211" y="11207"/>
                  </a:lnTo>
                  <a:lnTo>
                    <a:pt x="2153" y="12301"/>
                  </a:lnTo>
                  <a:lnTo>
                    <a:pt x="1291" y="9978"/>
                  </a:lnTo>
                  <a:lnTo>
                    <a:pt x="889" y="10800"/>
                  </a:lnTo>
                  <a:lnTo>
                    <a:pt x="517" y="9698"/>
                  </a:lnTo>
                  <a:lnTo>
                    <a:pt x="543" y="7297"/>
                  </a:lnTo>
                  <a:lnTo>
                    <a:pt x="599" y="4738"/>
                  </a:lnTo>
                  <a:lnTo>
                    <a:pt x="432" y="2799"/>
                  </a:lnTo>
                  <a:lnTo>
                    <a:pt x="0" y="0"/>
                  </a:lnTo>
                  <a:lnTo>
                    <a:pt x="484" y="44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2"/>
            <p:cNvSpPr/>
            <p:nvPr/>
          </p:nvSpPr>
          <p:spPr>
            <a:xfrm>
              <a:off x="4981027" y="3907950"/>
              <a:ext cx="13757" cy="19501"/>
            </a:xfrm>
            <a:custGeom>
              <a:avLst/>
              <a:pathLst>
                <a:path w="13757" h="19501">
                  <a:moveTo>
                    <a:pt x="1623" y="118"/>
                  </a:moveTo>
                  <a:lnTo>
                    <a:pt x="4124" y="4865"/>
                  </a:lnTo>
                  <a:lnTo>
                    <a:pt x="5199" y="4432"/>
                  </a:lnTo>
                  <a:lnTo>
                    <a:pt x="8484" y="4518"/>
                  </a:lnTo>
                  <a:lnTo>
                    <a:pt x="10421" y="7906"/>
                  </a:lnTo>
                  <a:lnTo>
                    <a:pt x="11560" y="9462"/>
                  </a:lnTo>
                  <a:lnTo>
                    <a:pt x="12200" y="12497"/>
                  </a:lnTo>
                  <a:lnTo>
                    <a:pt x="12991" y="13190"/>
                  </a:lnTo>
                  <a:lnTo>
                    <a:pt x="13477" y="14737"/>
                  </a:lnTo>
                  <a:lnTo>
                    <a:pt x="13757" y="17556"/>
                  </a:lnTo>
                  <a:lnTo>
                    <a:pt x="13561" y="18015"/>
                  </a:lnTo>
                  <a:lnTo>
                    <a:pt x="12555" y="19065"/>
                  </a:lnTo>
                  <a:lnTo>
                    <a:pt x="11830" y="19501"/>
                  </a:lnTo>
                  <a:lnTo>
                    <a:pt x="9927" y="18499"/>
                  </a:lnTo>
                  <a:lnTo>
                    <a:pt x="8104" y="16329"/>
                  </a:lnTo>
                  <a:lnTo>
                    <a:pt x="4484" y="16067"/>
                  </a:lnTo>
                  <a:lnTo>
                    <a:pt x="2796" y="15449"/>
                  </a:lnTo>
                  <a:lnTo>
                    <a:pt x="2217" y="14621"/>
                  </a:lnTo>
                  <a:lnTo>
                    <a:pt x="1681" y="13516"/>
                  </a:lnTo>
                  <a:lnTo>
                    <a:pt x="829" y="10878"/>
                  </a:lnTo>
                  <a:lnTo>
                    <a:pt x="164" y="7785"/>
                  </a:lnTo>
                  <a:lnTo>
                    <a:pt x="55" y="5970"/>
                  </a:lnTo>
                  <a:lnTo>
                    <a:pt x="0" y="2516"/>
                  </a:lnTo>
                  <a:lnTo>
                    <a:pt x="206" y="1258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3"/>
            <p:cNvSpPr/>
            <p:nvPr/>
          </p:nvSpPr>
          <p:spPr>
            <a:xfrm>
              <a:off x="4986578" y="3899879"/>
              <a:ext cx="3534" cy="5488"/>
            </a:xfrm>
            <a:custGeom>
              <a:avLst/>
              <a:pathLst>
                <a:path w="3534" h="5488">
                  <a:moveTo>
                    <a:pt x="816" y="0"/>
                  </a:moveTo>
                  <a:lnTo>
                    <a:pt x="1469" y="415"/>
                  </a:lnTo>
                  <a:lnTo>
                    <a:pt x="1785" y="349"/>
                  </a:lnTo>
                  <a:lnTo>
                    <a:pt x="2532" y="1939"/>
                  </a:lnTo>
                  <a:lnTo>
                    <a:pt x="3534" y="4279"/>
                  </a:lnTo>
                  <a:lnTo>
                    <a:pt x="3125" y="5488"/>
                  </a:lnTo>
                  <a:lnTo>
                    <a:pt x="2313" y="4870"/>
                  </a:lnTo>
                  <a:lnTo>
                    <a:pt x="2040" y="5116"/>
                  </a:lnTo>
                  <a:lnTo>
                    <a:pt x="1951" y="4954"/>
                  </a:lnTo>
                  <a:lnTo>
                    <a:pt x="1781" y="3780"/>
                  </a:lnTo>
                  <a:lnTo>
                    <a:pt x="895" y="2617"/>
                  </a:lnTo>
                  <a:lnTo>
                    <a:pt x="103" y="2519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4"/>
            <p:cNvSpPr/>
            <p:nvPr/>
          </p:nvSpPr>
          <p:spPr>
            <a:xfrm>
              <a:off x="4974542" y="3899807"/>
              <a:ext cx="2244" cy="3927"/>
            </a:xfrm>
            <a:custGeom>
              <a:avLst/>
              <a:pathLst>
                <a:path w="2244" h="3927">
                  <a:moveTo>
                    <a:pt x="1728" y="3855"/>
                  </a:moveTo>
                  <a:lnTo>
                    <a:pt x="1575" y="3927"/>
                  </a:lnTo>
                  <a:lnTo>
                    <a:pt x="1042" y="3566"/>
                  </a:lnTo>
                  <a:lnTo>
                    <a:pt x="394" y="3445"/>
                  </a:lnTo>
                  <a:lnTo>
                    <a:pt x="0" y="2421"/>
                  </a:lnTo>
                  <a:lnTo>
                    <a:pt x="469" y="955"/>
                  </a:lnTo>
                  <a:lnTo>
                    <a:pt x="1061" y="0"/>
                  </a:lnTo>
                  <a:lnTo>
                    <a:pt x="1332" y="245"/>
                  </a:lnTo>
                  <a:lnTo>
                    <a:pt x="1586" y="857"/>
                  </a:lnTo>
                  <a:lnTo>
                    <a:pt x="2181" y="1090"/>
                  </a:lnTo>
                  <a:lnTo>
                    <a:pt x="2244" y="297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5"/>
            <p:cNvSpPr/>
            <p:nvPr/>
          </p:nvSpPr>
          <p:spPr>
            <a:xfrm>
              <a:off x="4956568" y="3891060"/>
              <a:ext cx="2179" cy="2865"/>
            </a:xfrm>
            <a:custGeom>
              <a:avLst/>
              <a:pathLst>
                <a:path w="2179" h="2865">
                  <a:moveTo>
                    <a:pt x="2179" y="1826"/>
                  </a:moveTo>
                  <a:lnTo>
                    <a:pt x="2153" y="2865"/>
                  </a:lnTo>
                  <a:lnTo>
                    <a:pt x="1502" y="2542"/>
                  </a:lnTo>
                  <a:lnTo>
                    <a:pt x="49" y="978"/>
                  </a:lnTo>
                  <a:lnTo>
                    <a:pt x="0" y="262"/>
                  </a:lnTo>
                  <a:lnTo>
                    <a:pt x="827" y="0"/>
                  </a:lnTo>
                  <a:lnTo>
                    <a:pt x="1428" y="196"/>
                  </a:lnTo>
                  <a:lnTo>
                    <a:pt x="1927" y="110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6"/>
            <p:cNvSpPr/>
            <p:nvPr/>
          </p:nvSpPr>
          <p:spPr>
            <a:xfrm>
              <a:off x="4964538" y="3890500"/>
              <a:ext cx="1113" cy="4363"/>
            </a:xfrm>
            <a:custGeom>
              <a:avLst/>
              <a:pathLst>
                <a:path w="1113" h="4363">
                  <a:moveTo>
                    <a:pt x="515" y="4250"/>
                  </a:moveTo>
                  <a:lnTo>
                    <a:pt x="266" y="4363"/>
                  </a:lnTo>
                  <a:lnTo>
                    <a:pt x="0" y="3185"/>
                  </a:lnTo>
                  <a:lnTo>
                    <a:pt x="619" y="0"/>
                  </a:lnTo>
                  <a:lnTo>
                    <a:pt x="919" y="2562"/>
                  </a:lnTo>
                  <a:lnTo>
                    <a:pt x="1113" y="352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7"/>
            <p:cNvSpPr/>
            <p:nvPr/>
          </p:nvSpPr>
          <p:spPr>
            <a:xfrm>
              <a:off x="4961403" y="3885479"/>
              <a:ext cx="2872" cy="7531"/>
            </a:xfrm>
            <a:custGeom>
              <a:avLst/>
              <a:pathLst>
                <a:path w="2872" h="7531">
                  <a:moveTo>
                    <a:pt x="2595" y="5199"/>
                  </a:moveTo>
                  <a:lnTo>
                    <a:pt x="1478" y="7531"/>
                  </a:lnTo>
                  <a:lnTo>
                    <a:pt x="661" y="6743"/>
                  </a:lnTo>
                  <a:lnTo>
                    <a:pt x="0" y="4743"/>
                  </a:lnTo>
                  <a:lnTo>
                    <a:pt x="217" y="2334"/>
                  </a:lnTo>
                  <a:lnTo>
                    <a:pt x="340" y="1696"/>
                  </a:lnTo>
                  <a:lnTo>
                    <a:pt x="669" y="1558"/>
                  </a:lnTo>
                  <a:lnTo>
                    <a:pt x="995" y="1064"/>
                  </a:lnTo>
                  <a:lnTo>
                    <a:pt x="1352" y="0"/>
                  </a:lnTo>
                  <a:lnTo>
                    <a:pt x="2568" y="845"/>
                  </a:lnTo>
                  <a:lnTo>
                    <a:pt x="2872" y="1431"/>
                  </a:lnTo>
                  <a:lnTo>
                    <a:pt x="2146" y="2908"/>
                  </a:lnTo>
                  <a:lnTo>
                    <a:pt x="2388" y="3381"/>
                  </a:lnTo>
                  <a:lnTo>
                    <a:pt x="2546" y="4086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8"/>
            <p:cNvSpPr/>
            <p:nvPr/>
          </p:nvSpPr>
          <p:spPr>
            <a:xfrm>
              <a:off x="4953829" y="3882899"/>
              <a:ext cx="2255" cy="9078"/>
            </a:xfrm>
            <a:custGeom>
              <a:avLst/>
              <a:pathLst>
                <a:path w="2255" h="9078">
                  <a:moveTo>
                    <a:pt x="2005" y="8645"/>
                  </a:moveTo>
                  <a:lnTo>
                    <a:pt x="2006" y="9078"/>
                  </a:lnTo>
                  <a:lnTo>
                    <a:pt x="1380" y="8247"/>
                  </a:lnTo>
                  <a:lnTo>
                    <a:pt x="0" y="4259"/>
                  </a:lnTo>
                  <a:lnTo>
                    <a:pt x="243" y="2926"/>
                  </a:lnTo>
                  <a:lnTo>
                    <a:pt x="1507" y="340"/>
                  </a:lnTo>
                  <a:lnTo>
                    <a:pt x="1898" y="0"/>
                  </a:lnTo>
                  <a:lnTo>
                    <a:pt x="2255" y="1601"/>
                  </a:lnTo>
                  <a:lnTo>
                    <a:pt x="1943" y="3964"/>
                  </a:lnTo>
                  <a:lnTo>
                    <a:pt x="1530" y="4568"/>
                  </a:lnTo>
                  <a:lnTo>
                    <a:pt x="1361" y="678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69"/>
            <p:cNvSpPr/>
            <p:nvPr/>
          </p:nvSpPr>
          <p:spPr>
            <a:xfrm>
              <a:off x="4980244" y="3881676"/>
              <a:ext cx="1694" cy="4195"/>
            </a:xfrm>
            <a:custGeom>
              <a:avLst/>
              <a:pathLst>
                <a:path w="1694" h="4195">
                  <a:moveTo>
                    <a:pt x="1694" y="3794"/>
                  </a:moveTo>
                  <a:lnTo>
                    <a:pt x="1153" y="4195"/>
                  </a:lnTo>
                  <a:lnTo>
                    <a:pt x="349" y="3110"/>
                  </a:lnTo>
                  <a:lnTo>
                    <a:pt x="0" y="2123"/>
                  </a:lnTo>
                  <a:lnTo>
                    <a:pt x="167" y="582"/>
                  </a:lnTo>
                  <a:lnTo>
                    <a:pt x="637" y="0"/>
                  </a:lnTo>
                  <a:lnTo>
                    <a:pt x="1170" y="1033"/>
                  </a:lnTo>
                  <a:lnTo>
                    <a:pt x="1224" y="209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0"/>
            <p:cNvSpPr/>
            <p:nvPr/>
          </p:nvSpPr>
          <p:spPr>
            <a:xfrm>
              <a:off x="4992189" y="3879740"/>
              <a:ext cx="8937" cy="38332"/>
            </a:xfrm>
            <a:custGeom>
              <a:avLst/>
              <a:pathLst>
                <a:path w="8937" h="38332">
                  <a:moveTo>
                    <a:pt x="1805" y="0"/>
                  </a:moveTo>
                  <a:lnTo>
                    <a:pt x="4624" y="8806"/>
                  </a:lnTo>
                  <a:lnTo>
                    <a:pt x="4512" y="10368"/>
                  </a:lnTo>
                  <a:lnTo>
                    <a:pt x="4129" y="11375"/>
                  </a:lnTo>
                  <a:lnTo>
                    <a:pt x="4018" y="14333"/>
                  </a:lnTo>
                  <a:lnTo>
                    <a:pt x="4373" y="15469"/>
                  </a:lnTo>
                  <a:lnTo>
                    <a:pt x="5144" y="15989"/>
                  </a:lnTo>
                  <a:lnTo>
                    <a:pt x="6452" y="19143"/>
                  </a:lnTo>
                  <a:lnTo>
                    <a:pt x="6975" y="23004"/>
                  </a:lnTo>
                  <a:lnTo>
                    <a:pt x="7021" y="24190"/>
                  </a:lnTo>
                  <a:lnTo>
                    <a:pt x="7565" y="25944"/>
                  </a:lnTo>
                  <a:lnTo>
                    <a:pt x="7586" y="29635"/>
                  </a:lnTo>
                  <a:lnTo>
                    <a:pt x="8829" y="34760"/>
                  </a:lnTo>
                  <a:lnTo>
                    <a:pt x="8937" y="37224"/>
                  </a:lnTo>
                  <a:lnTo>
                    <a:pt x="8822" y="38332"/>
                  </a:lnTo>
                  <a:lnTo>
                    <a:pt x="8305" y="37692"/>
                  </a:lnTo>
                  <a:lnTo>
                    <a:pt x="6819" y="31880"/>
                  </a:lnTo>
                  <a:lnTo>
                    <a:pt x="5122" y="29373"/>
                  </a:lnTo>
                  <a:lnTo>
                    <a:pt x="4928" y="28293"/>
                  </a:lnTo>
                  <a:lnTo>
                    <a:pt x="3213" y="24906"/>
                  </a:lnTo>
                  <a:lnTo>
                    <a:pt x="2062" y="19204"/>
                  </a:lnTo>
                  <a:lnTo>
                    <a:pt x="819" y="9060"/>
                  </a:lnTo>
                  <a:lnTo>
                    <a:pt x="1404" y="6657"/>
                  </a:lnTo>
                  <a:lnTo>
                    <a:pt x="0" y="1737"/>
                  </a:lnTo>
                  <a:lnTo>
                    <a:pt x="66" y="421"/>
                  </a:lnTo>
                  <a:lnTo>
                    <a:pt x="659" y="721"/>
                  </a:lnTo>
                  <a:lnTo>
                    <a:pt x="1071" y="660"/>
                  </a:lnTo>
                  <a:lnTo>
                    <a:pt x="1268" y="7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1"/>
            <p:cNvSpPr/>
            <p:nvPr/>
          </p:nvSpPr>
          <p:spPr>
            <a:xfrm>
              <a:off x="4953889" y="3869449"/>
              <a:ext cx="7731" cy="19097"/>
            </a:xfrm>
            <a:custGeom>
              <a:avLst/>
              <a:pathLst>
                <a:path w="7731" h="19097">
                  <a:moveTo>
                    <a:pt x="6198" y="8169"/>
                  </a:moveTo>
                  <a:lnTo>
                    <a:pt x="6912" y="10587"/>
                  </a:lnTo>
                  <a:lnTo>
                    <a:pt x="7731" y="15974"/>
                  </a:lnTo>
                  <a:lnTo>
                    <a:pt x="7584" y="17830"/>
                  </a:lnTo>
                  <a:lnTo>
                    <a:pt x="6996" y="17934"/>
                  </a:lnTo>
                  <a:lnTo>
                    <a:pt x="6833" y="19097"/>
                  </a:lnTo>
                  <a:lnTo>
                    <a:pt x="6037" y="16485"/>
                  </a:lnTo>
                  <a:lnTo>
                    <a:pt x="4978" y="15778"/>
                  </a:lnTo>
                  <a:lnTo>
                    <a:pt x="4205" y="14174"/>
                  </a:lnTo>
                  <a:lnTo>
                    <a:pt x="3940" y="10994"/>
                  </a:lnTo>
                  <a:lnTo>
                    <a:pt x="3865" y="8988"/>
                  </a:lnTo>
                  <a:lnTo>
                    <a:pt x="3254" y="8645"/>
                  </a:lnTo>
                  <a:lnTo>
                    <a:pt x="1519" y="9147"/>
                  </a:lnTo>
                  <a:lnTo>
                    <a:pt x="963" y="10861"/>
                  </a:lnTo>
                  <a:lnTo>
                    <a:pt x="168" y="10316"/>
                  </a:lnTo>
                  <a:lnTo>
                    <a:pt x="0" y="8778"/>
                  </a:lnTo>
                  <a:lnTo>
                    <a:pt x="124" y="7266"/>
                  </a:lnTo>
                  <a:lnTo>
                    <a:pt x="1181" y="5777"/>
                  </a:lnTo>
                  <a:lnTo>
                    <a:pt x="1397" y="3861"/>
                  </a:lnTo>
                  <a:lnTo>
                    <a:pt x="2450" y="559"/>
                  </a:lnTo>
                  <a:lnTo>
                    <a:pt x="3100" y="0"/>
                  </a:lnTo>
                  <a:lnTo>
                    <a:pt x="4329" y="1188"/>
                  </a:lnTo>
                  <a:lnTo>
                    <a:pt x="4482" y="5883"/>
                  </a:lnTo>
                  <a:lnTo>
                    <a:pt x="4924" y="741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2"/>
            <p:cNvSpPr/>
            <p:nvPr/>
          </p:nvSpPr>
          <p:spPr>
            <a:xfrm>
              <a:off x="4946191" y="3869245"/>
              <a:ext cx="826" cy="7017"/>
            </a:xfrm>
            <a:custGeom>
              <a:avLst/>
              <a:pathLst>
                <a:path w="826" h="7017">
                  <a:moveTo>
                    <a:pt x="729" y="6287"/>
                  </a:moveTo>
                  <a:lnTo>
                    <a:pt x="591" y="7017"/>
                  </a:lnTo>
                  <a:lnTo>
                    <a:pt x="0" y="3373"/>
                  </a:lnTo>
                  <a:lnTo>
                    <a:pt x="29" y="1538"/>
                  </a:lnTo>
                  <a:lnTo>
                    <a:pt x="132" y="360"/>
                  </a:lnTo>
                  <a:lnTo>
                    <a:pt x="348" y="0"/>
                  </a:lnTo>
                  <a:lnTo>
                    <a:pt x="826" y="406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3"/>
            <p:cNvSpPr/>
            <p:nvPr/>
          </p:nvSpPr>
          <p:spPr>
            <a:xfrm>
              <a:off x="4950945" y="3866192"/>
              <a:ext cx="2751" cy="7912"/>
            </a:xfrm>
            <a:custGeom>
              <a:avLst/>
              <a:pathLst>
                <a:path w="2751" h="7912">
                  <a:moveTo>
                    <a:pt x="2425" y="7465"/>
                  </a:moveTo>
                  <a:lnTo>
                    <a:pt x="2176" y="7912"/>
                  </a:lnTo>
                  <a:lnTo>
                    <a:pt x="941" y="7742"/>
                  </a:lnTo>
                  <a:lnTo>
                    <a:pt x="0" y="4694"/>
                  </a:lnTo>
                  <a:lnTo>
                    <a:pt x="7" y="2438"/>
                  </a:lnTo>
                  <a:lnTo>
                    <a:pt x="747" y="366"/>
                  </a:lnTo>
                  <a:lnTo>
                    <a:pt x="1640" y="0"/>
                  </a:lnTo>
                  <a:lnTo>
                    <a:pt x="2128" y="802"/>
                  </a:lnTo>
                  <a:lnTo>
                    <a:pt x="2587" y="2533"/>
                  </a:lnTo>
                  <a:lnTo>
                    <a:pt x="2751" y="4741"/>
                  </a:lnTo>
                  <a:lnTo>
                    <a:pt x="2647" y="668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4"/>
            <p:cNvSpPr/>
            <p:nvPr/>
          </p:nvSpPr>
          <p:spPr>
            <a:xfrm>
              <a:off x="4945768" y="3857875"/>
              <a:ext cx="3482" cy="10720"/>
            </a:xfrm>
            <a:custGeom>
              <a:avLst/>
              <a:pathLst>
                <a:path w="3482" h="10720">
                  <a:moveTo>
                    <a:pt x="2105" y="10313"/>
                  </a:moveTo>
                  <a:lnTo>
                    <a:pt x="1888" y="10720"/>
                  </a:lnTo>
                  <a:lnTo>
                    <a:pt x="1509" y="9124"/>
                  </a:lnTo>
                  <a:lnTo>
                    <a:pt x="1233" y="8625"/>
                  </a:lnTo>
                  <a:lnTo>
                    <a:pt x="1240" y="6847"/>
                  </a:lnTo>
                  <a:lnTo>
                    <a:pt x="96" y="3953"/>
                  </a:lnTo>
                  <a:lnTo>
                    <a:pt x="0" y="1956"/>
                  </a:lnTo>
                  <a:lnTo>
                    <a:pt x="664" y="0"/>
                  </a:lnTo>
                  <a:lnTo>
                    <a:pt x="1558" y="1139"/>
                  </a:lnTo>
                  <a:lnTo>
                    <a:pt x="2444" y="3595"/>
                  </a:lnTo>
                  <a:lnTo>
                    <a:pt x="3482" y="4397"/>
                  </a:lnTo>
                  <a:lnTo>
                    <a:pt x="3268" y="6025"/>
                  </a:lnTo>
                  <a:lnTo>
                    <a:pt x="2334" y="895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5"/>
            <p:cNvSpPr/>
            <p:nvPr/>
          </p:nvSpPr>
          <p:spPr>
            <a:xfrm>
              <a:off x="4967968" y="3857009"/>
              <a:ext cx="16163" cy="29924"/>
            </a:xfrm>
            <a:custGeom>
              <a:avLst/>
              <a:pathLst>
                <a:path w="16163" h="29924">
                  <a:moveTo>
                    <a:pt x="16143" y="29240"/>
                  </a:moveTo>
                  <a:lnTo>
                    <a:pt x="16163" y="29924"/>
                  </a:lnTo>
                  <a:lnTo>
                    <a:pt x="14637" y="27454"/>
                  </a:lnTo>
                  <a:lnTo>
                    <a:pt x="13480" y="24435"/>
                  </a:lnTo>
                  <a:lnTo>
                    <a:pt x="10182" y="21148"/>
                  </a:lnTo>
                  <a:lnTo>
                    <a:pt x="9473" y="19463"/>
                  </a:lnTo>
                  <a:lnTo>
                    <a:pt x="8878" y="19253"/>
                  </a:lnTo>
                  <a:lnTo>
                    <a:pt x="7185" y="16505"/>
                  </a:lnTo>
                  <a:lnTo>
                    <a:pt x="5525" y="14656"/>
                  </a:lnTo>
                  <a:lnTo>
                    <a:pt x="4509" y="12264"/>
                  </a:lnTo>
                  <a:lnTo>
                    <a:pt x="4251" y="11285"/>
                  </a:lnTo>
                  <a:lnTo>
                    <a:pt x="3640" y="10702"/>
                  </a:lnTo>
                  <a:lnTo>
                    <a:pt x="2598" y="8076"/>
                  </a:lnTo>
                  <a:lnTo>
                    <a:pt x="1584" y="6333"/>
                  </a:lnTo>
                  <a:lnTo>
                    <a:pt x="1226" y="3151"/>
                  </a:lnTo>
                  <a:lnTo>
                    <a:pt x="242" y="958"/>
                  </a:lnTo>
                  <a:lnTo>
                    <a:pt x="0" y="0"/>
                  </a:lnTo>
                  <a:lnTo>
                    <a:pt x="3144" y="1760"/>
                  </a:lnTo>
                  <a:lnTo>
                    <a:pt x="4603" y="5249"/>
                  </a:lnTo>
                  <a:lnTo>
                    <a:pt x="5848" y="7222"/>
                  </a:lnTo>
                  <a:lnTo>
                    <a:pt x="6280" y="8648"/>
                  </a:lnTo>
                  <a:lnTo>
                    <a:pt x="7403" y="10601"/>
                  </a:lnTo>
                  <a:lnTo>
                    <a:pt x="8410" y="10780"/>
                  </a:lnTo>
                  <a:lnTo>
                    <a:pt x="9418" y="12748"/>
                  </a:lnTo>
                  <a:lnTo>
                    <a:pt x="10336" y="13279"/>
                  </a:lnTo>
                  <a:lnTo>
                    <a:pt x="11060" y="14309"/>
                  </a:lnTo>
                  <a:lnTo>
                    <a:pt x="15734" y="23114"/>
                  </a:lnTo>
                  <a:lnTo>
                    <a:pt x="15176" y="25451"/>
                  </a:lnTo>
                  <a:lnTo>
                    <a:pt x="15797" y="2714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6"/>
            <p:cNvSpPr/>
            <p:nvPr/>
          </p:nvSpPr>
          <p:spPr>
            <a:xfrm>
              <a:off x="4936401" y="3840114"/>
              <a:ext cx="2124" cy="4377"/>
            </a:xfrm>
            <a:custGeom>
              <a:avLst/>
              <a:pathLst>
                <a:path w="2124" h="4377">
                  <a:moveTo>
                    <a:pt x="1843" y="3670"/>
                  </a:moveTo>
                  <a:lnTo>
                    <a:pt x="701" y="4377"/>
                  </a:lnTo>
                  <a:lnTo>
                    <a:pt x="0" y="3428"/>
                  </a:lnTo>
                  <a:lnTo>
                    <a:pt x="311" y="1174"/>
                  </a:lnTo>
                  <a:lnTo>
                    <a:pt x="697" y="0"/>
                  </a:lnTo>
                  <a:lnTo>
                    <a:pt x="2124" y="207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7"/>
            <p:cNvSpPr/>
            <p:nvPr/>
          </p:nvSpPr>
          <p:spPr>
            <a:xfrm>
              <a:off x="4945202" y="3829356"/>
              <a:ext cx="12106" cy="24135"/>
            </a:xfrm>
            <a:custGeom>
              <a:avLst/>
              <a:pathLst>
                <a:path w="12106" h="24135">
                  <a:moveTo>
                    <a:pt x="11743" y="21319"/>
                  </a:moveTo>
                  <a:lnTo>
                    <a:pt x="12106" y="22360"/>
                  </a:lnTo>
                  <a:lnTo>
                    <a:pt x="11227" y="24135"/>
                  </a:lnTo>
                  <a:lnTo>
                    <a:pt x="10068" y="23171"/>
                  </a:lnTo>
                  <a:lnTo>
                    <a:pt x="9819" y="22176"/>
                  </a:lnTo>
                  <a:lnTo>
                    <a:pt x="9789" y="21648"/>
                  </a:lnTo>
                  <a:lnTo>
                    <a:pt x="8981" y="21988"/>
                  </a:lnTo>
                  <a:lnTo>
                    <a:pt x="7369" y="21120"/>
                  </a:lnTo>
                  <a:lnTo>
                    <a:pt x="5129" y="16889"/>
                  </a:lnTo>
                  <a:lnTo>
                    <a:pt x="2762" y="8925"/>
                  </a:lnTo>
                  <a:lnTo>
                    <a:pt x="481" y="4513"/>
                  </a:lnTo>
                  <a:lnTo>
                    <a:pt x="55" y="3142"/>
                  </a:lnTo>
                  <a:lnTo>
                    <a:pt x="0" y="868"/>
                  </a:lnTo>
                  <a:lnTo>
                    <a:pt x="304" y="0"/>
                  </a:lnTo>
                  <a:lnTo>
                    <a:pt x="1722" y="949"/>
                  </a:lnTo>
                  <a:lnTo>
                    <a:pt x="3553" y="4585"/>
                  </a:lnTo>
                  <a:lnTo>
                    <a:pt x="6560" y="8365"/>
                  </a:lnTo>
                  <a:lnTo>
                    <a:pt x="7380" y="10293"/>
                  </a:lnTo>
                  <a:lnTo>
                    <a:pt x="7902" y="14918"/>
                  </a:lnTo>
                  <a:lnTo>
                    <a:pt x="8412" y="16295"/>
                  </a:lnTo>
                  <a:lnTo>
                    <a:pt x="10033" y="19844"/>
                  </a:lnTo>
                  <a:lnTo>
                    <a:pt x="10890" y="20675"/>
                  </a:lnTo>
                  <a:lnTo>
                    <a:pt x="11344" y="2082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8"/>
            <p:cNvSpPr/>
            <p:nvPr/>
          </p:nvSpPr>
          <p:spPr>
            <a:xfrm>
              <a:off x="3021540" y="3408398"/>
              <a:ext cx="5121" cy="6706"/>
            </a:xfrm>
            <a:custGeom>
              <a:avLst/>
              <a:pathLst>
                <a:path w="5121" h="6706">
                  <a:moveTo>
                    <a:pt x="4832" y="5935"/>
                  </a:moveTo>
                  <a:lnTo>
                    <a:pt x="4666" y="6706"/>
                  </a:lnTo>
                  <a:lnTo>
                    <a:pt x="3911" y="4807"/>
                  </a:lnTo>
                  <a:lnTo>
                    <a:pt x="0" y="1960"/>
                  </a:lnTo>
                  <a:lnTo>
                    <a:pt x="1103" y="448"/>
                  </a:lnTo>
                  <a:lnTo>
                    <a:pt x="3819" y="0"/>
                  </a:lnTo>
                  <a:lnTo>
                    <a:pt x="4626" y="881"/>
                  </a:lnTo>
                  <a:lnTo>
                    <a:pt x="4986" y="1618"/>
                  </a:lnTo>
                  <a:lnTo>
                    <a:pt x="5121" y="3016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79"/>
            <p:cNvSpPr/>
            <p:nvPr/>
          </p:nvSpPr>
          <p:spPr>
            <a:xfrm>
              <a:off x="3017667" y="3338682"/>
              <a:ext cx="34173" cy="91306"/>
            </a:xfrm>
            <a:custGeom>
              <a:avLst/>
              <a:pathLst>
                <a:path w="34173" h="91306">
                  <a:moveTo>
                    <a:pt x="34173" y="44659"/>
                  </a:moveTo>
                  <a:lnTo>
                    <a:pt x="34145" y="45577"/>
                  </a:lnTo>
                  <a:lnTo>
                    <a:pt x="33816" y="49810"/>
                  </a:lnTo>
                  <a:lnTo>
                    <a:pt x="33303" y="53442"/>
                  </a:lnTo>
                  <a:lnTo>
                    <a:pt x="32966" y="54338"/>
                  </a:lnTo>
                  <a:lnTo>
                    <a:pt x="31521" y="55293"/>
                  </a:lnTo>
                  <a:lnTo>
                    <a:pt x="30907" y="56893"/>
                  </a:lnTo>
                  <a:lnTo>
                    <a:pt x="30376" y="62055"/>
                  </a:lnTo>
                  <a:lnTo>
                    <a:pt x="30037" y="66105"/>
                  </a:lnTo>
                  <a:lnTo>
                    <a:pt x="29539" y="66784"/>
                  </a:lnTo>
                  <a:lnTo>
                    <a:pt x="27418" y="72640"/>
                  </a:lnTo>
                  <a:lnTo>
                    <a:pt x="26031" y="74862"/>
                  </a:lnTo>
                  <a:lnTo>
                    <a:pt x="25064" y="76766"/>
                  </a:lnTo>
                  <a:lnTo>
                    <a:pt x="24148" y="79254"/>
                  </a:lnTo>
                  <a:lnTo>
                    <a:pt x="22994" y="81671"/>
                  </a:lnTo>
                  <a:lnTo>
                    <a:pt x="21757" y="85747"/>
                  </a:lnTo>
                  <a:lnTo>
                    <a:pt x="20872" y="89986"/>
                  </a:lnTo>
                  <a:lnTo>
                    <a:pt x="20271" y="91306"/>
                  </a:lnTo>
                  <a:lnTo>
                    <a:pt x="19817" y="90111"/>
                  </a:lnTo>
                  <a:lnTo>
                    <a:pt x="17705" y="85927"/>
                  </a:lnTo>
                  <a:lnTo>
                    <a:pt x="15482" y="83121"/>
                  </a:lnTo>
                  <a:lnTo>
                    <a:pt x="10742" y="78444"/>
                  </a:lnTo>
                  <a:lnTo>
                    <a:pt x="9164" y="77130"/>
                  </a:lnTo>
                  <a:lnTo>
                    <a:pt x="9220" y="75469"/>
                  </a:lnTo>
                  <a:lnTo>
                    <a:pt x="9765" y="72439"/>
                  </a:lnTo>
                  <a:lnTo>
                    <a:pt x="8882" y="68873"/>
                  </a:lnTo>
                  <a:lnTo>
                    <a:pt x="9225" y="66286"/>
                  </a:lnTo>
                  <a:lnTo>
                    <a:pt x="8882" y="66283"/>
                  </a:lnTo>
                  <a:lnTo>
                    <a:pt x="8203" y="67843"/>
                  </a:lnTo>
                  <a:lnTo>
                    <a:pt x="6757" y="67391"/>
                  </a:lnTo>
                  <a:lnTo>
                    <a:pt x="5799" y="65168"/>
                  </a:lnTo>
                  <a:lnTo>
                    <a:pt x="5016" y="64352"/>
                  </a:lnTo>
                  <a:lnTo>
                    <a:pt x="4675" y="63231"/>
                  </a:lnTo>
                  <a:lnTo>
                    <a:pt x="4173" y="57365"/>
                  </a:lnTo>
                  <a:lnTo>
                    <a:pt x="3812" y="54701"/>
                  </a:lnTo>
                  <a:lnTo>
                    <a:pt x="3087" y="53058"/>
                  </a:lnTo>
                  <a:lnTo>
                    <a:pt x="1631" y="52654"/>
                  </a:lnTo>
                  <a:lnTo>
                    <a:pt x="1032" y="49071"/>
                  </a:lnTo>
                  <a:lnTo>
                    <a:pt x="226" y="46297"/>
                  </a:lnTo>
                  <a:lnTo>
                    <a:pt x="357" y="44587"/>
                  </a:lnTo>
                  <a:lnTo>
                    <a:pt x="1014" y="44685"/>
                  </a:lnTo>
                  <a:lnTo>
                    <a:pt x="1529" y="45926"/>
                  </a:lnTo>
                  <a:lnTo>
                    <a:pt x="2358" y="46444"/>
                  </a:lnTo>
                  <a:lnTo>
                    <a:pt x="3388" y="43439"/>
                  </a:lnTo>
                  <a:lnTo>
                    <a:pt x="4312" y="41811"/>
                  </a:lnTo>
                  <a:lnTo>
                    <a:pt x="4526" y="40386"/>
                  </a:lnTo>
                  <a:lnTo>
                    <a:pt x="4413" y="39604"/>
                  </a:lnTo>
                  <a:lnTo>
                    <a:pt x="3852" y="40818"/>
                  </a:lnTo>
                  <a:lnTo>
                    <a:pt x="2321" y="40505"/>
                  </a:lnTo>
                  <a:lnTo>
                    <a:pt x="1942" y="41598"/>
                  </a:lnTo>
                  <a:lnTo>
                    <a:pt x="1258" y="41948"/>
                  </a:lnTo>
                  <a:lnTo>
                    <a:pt x="729" y="38432"/>
                  </a:lnTo>
                  <a:lnTo>
                    <a:pt x="755" y="36362"/>
                  </a:lnTo>
                  <a:lnTo>
                    <a:pt x="973" y="34082"/>
                  </a:lnTo>
                  <a:lnTo>
                    <a:pt x="2516" y="33691"/>
                  </a:lnTo>
                  <a:lnTo>
                    <a:pt x="2648" y="32958"/>
                  </a:lnTo>
                  <a:lnTo>
                    <a:pt x="1578" y="32469"/>
                  </a:lnTo>
                  <a:lnTo>
                    <a:pt x="238" y="29818"/>
                  </a:lnTo>
                  <a:lnTo>
                    <a:pt x="0" y="27992"/>
                  </a:lnTo>
                  <a:lnTo>
                    <a:pt x="663" y="27374"/>
                  </a:lnTo>
                  <a:lnTo>
                    <a:pt x="1298" y="27647"/>
                  </a:lnTo>
                  <a:lnTo>
                    <a:pt x="1848" y="28041"/>
                  </a:lnTo>
                  <a:lnTo>
                    <a:pt x="2445" y="27389"/>
                  </a:lnTo>
                  <a:lnTo>
                    <a:pt x="3005" y="26386"/>
                  </a:lnTo>
                  <a:lnTo>
                    <a:pt x="3338" y="25105"/>
                  </a:lnTo>
                  <a:lnTo>
                    <a:pt x="3791" y="21665"/>
                  </a:lnTo>
                  <a:lnTo>
                    <a:pt x="5241" y="20515"/>
                  </a:lnTo>
                  <a:lnTo>
                    <a:pt x="6095" y="18407"/>
                  </a:lnTo>
                  <a:lnTo>
                    <a:pt x="6906" y="15139"/>
                  </a:lnTo>
                  <a:lnTo>
                    <a:pt x="7279" y="12842"/>
                  </a:lnTo>
                  <a:lnTo>
                    <a:pt x="7613" y="11698"/>
                  </a:lnTo>
                  <a:lnTo>
                    <a:pt x="7824" y="10705"/>
                  </a:lnTo>
                  <a:lnTo>
                    <a:pt x="7980" y="9614"/>
                  </a:lnTo>
                  <a:lnTo>
                    <a:pt x="8344" y="8615"/>
                  </a:lnTo>
                  <a:lnTo>
                    <a:pt x="8724" y="6185"/>
                  </a:lnTo>
                  <a:lnTo>
                    <a:pt x="8984" y="3970"/>
                  </a:lnTo>
                  <a:lnTo>
                    <a:pt x="9819" y="2907"/>
                  </a:lnTo>
                  <a:lnTo>
                    <a:pt x="11525" y="1972"/>
                  </a:lnTo>
                  <a:lnTo>
                    <a:pt x="13062" y="3579"/>
                  </a:lnTo>
                  <a:lnTo>
                    <a:pt x="15556" y="2180"/>
                  </a:lnTo>
                  <a:lnTo>
                    <a:pt x="15688" y="103"/>
                  </a:lnTo>
                  <a:lnTo>
                    <a:pt x="17971" y="69"/>
                  </a:lnTo>
                  <a:lnTo>
                    <a:pt x="20675" y="31"/>
                  </a:lnTo>
                  <a:lnTo>
                    <a:pt x="22927" y="0"/>
                  </a:lnTo>
                  <a:lnTo>
                    <a:pt x="23698" y="555"/>
                  </a:lnTo>
                  <a:lnTo>
                    <a:pt x="23980" y="2103"/>
                  </a:lnTo>
                  <a:lnTo>
                    <a:pt x="24720" y="4531"/>
                  </a:lnTo>
                  <a:lnTo>
                    <a:pt x="25495" y="6211"/>
                  </a:lnTo>
                  <a:lnTo>
                    <a:pt x="26453" y="9896"/>
                  </a:lnTo>
                  <a:lnTo>
                    <a:pt x="27569" y="14185"/>
                  </a:lnTo>
                  <a:lnTo>
                    <a:pt x="28775" y="18059"/>
                  </a:lnTo>
                  <a:lnTo>
                    <a:pt x="29548" y="20160"/>
                  </a:lnTo>
                  <a:lnTo>
                    <a:pt x="29637" y="20896"/>
                  </a:lnTo>
                  <a:lnTo>
                    <a:pt x="29581" y="21730"/>
                  </a:lnTo>
                  <a:lnTo>
                    <a:pt x="29199" y="23699"/>
                  </a:lnTo>
                  <a:lnTo>
                    <a:pt x="28873" y="25830"/>
                  </a:lnTo>
                  <a:lnTo>
                    <a:pt x="28907" y="26631"/>
                  </a:lnTo>
                  <a:lnTo>
                    <a:pt x="29136" y="27032"/>
                  </a:lnTo>
                  <a:lnTo>
                    <a:pt x="30395" y="27697"/>
                  </a:lnTo>
                  <a:lnTo>
                    <a:pt x="30511" y="30072"/>
                  </a:lnTo>
                  <a:lnTo>
                    <a:pt x="30512" y="33359"/>
                  </a:lnTo>
                  <a:lnTo>
                    <a:pt x="31124" y="36427"/>
                  </a:lnTo>
                  <a:lnTo>
                    <a:pt x="31706" y="38679"/>
                  </a:lnTo>
                  <a:lnTo>
                    <a:pt x="31676" y="39484"/>
                  </a:lnTo>
                  <a:lnTo>
                    <a:pt x="30253" y="43335"/>
                  </a:lnTo>
                  <a:lnTo>
                    <a:pt x="29698" y="47158"/>
                  </a:lnTo>
                  <a:lnTo>
                    <a:pt x="29416" y="48233"/>
                  </a:lnTo>
                  <a:lnTo>
                    <a:pt x="29303" y="49089"/>
                  </a:lnTo>
                  <a:lnTo>
                    <a:pt x="29589" y="49490"/>
                  </a:lnTo>
                  <a:lnTo>
                    <a:pt x="29978" y="49236"/>
                  </a:lnTo>
                  <a:lnTo>
                    <a:pt x="30531" y="49555"/>
                  </a:lnTo>
                  <a:lnTo>
                    <a:pt x="31056" y="49667"/>
                  </a:lnTo>
                  <a:lnTo>
                    <a:pt x="31752" y="48295"/>
                  </a:lnTo>
                  <a:lnTo>
                    <a:pt x="32910" y="44783"/>
                  </a:lnTo>
                  <a:lnTo>
                    <a:pt x="33301" y="44353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0"/>
            <p:cNvSpPr/>
            <p:nvPr/>
          </p:nvSpPr>
          <p:spPr>
            <a:xfrm>
              <a:off x="2145418" y="3207645"/>
              <a:ext cx="27146" cy="37441"/>
            </a:xfrm>
            <a:custGeom>
              <a:avLst/>
              <a:pathLst>
                <a:path w="27146" h="37441">
                  <a:moveTo>
                    <a:pt x="8440" y="445"/>
                  </a:moveTo>
                  <a:lnTo>
                    <a:pt x="8728" y="582"/>
                  </a:lnTo>
                  <a:lnTo>
                    <a:pt x="10626" y="2092"/>
                  </a:lnTo>
                  <a:lnTo>
                    <a:pt x="11189" y="1799"/>
                  </a:lnTo>
                  <a:lnTo>
                    <a:pt x="11909" y="3012"/>
                  </a:lnTo>
                  <a:lnTo>
                    <a:pt x="12253" y="3963"/>
                  </a:lnTo>
                  <a:lnTo>
                    <a:pt x="12555" y="5270"/>
                  </a:lnTo>
                  <a:lnTo>
                    <a:pt x="14053" y="7902"/>
                  </a:lnTo>
                  <a:lnTo>
                    <a:pt x="14307" y="9052"/>
                  </a:lnTo>
                  <a:lnTo>
                    <a:pt x="15426" y="10603"/>
                  </a:lnTo>
                  <a:lnTo>
                    <a:pt x="15878" y="11790"/>
                  </a:lnTo>
                  <a:lnTo>
                    <a:pt x="16355" y="12279"/>
                  </a:lnTo>
                  <a:lnTo>
                    <a:pt x="17291" y="12734"/>
                  </a:lnTo>
                  <a:lnTo>
                    <a:pt x="18093" y="13360"/>
                  </a:lnTo>
                  <a:lnTo>
                    <a:pt x="18186" y="13796"/>
                  </a:lnTo>
                  <a:lnTo>
                    <a:pt x="18262" y="15559"/>
                  </a:lnTo>
                  <a:lnTo>
                    <a:pt x="18432" y="17045"/>
                  </a:lnTo>
                  <a:lnTo>
                    <a:pt x="18813" y="17142"/>
                  </a:lnTo>
                  <a:lnTo>
                    <a:pt x="19274" y="16420"/>
                  </a:lnTo>
                  <a:lnTo>
                    <a:pt x="20776" y="14432"/>
                  </a:lnTo>
                  <a:lnTo>
                    <a:pt x="22198" y="13112"/>
                  </a:lnTo>
                  <a:lnTo>
                    <a:pt x="22999" y="13903"/>
                  </a:lnTo>
                  <a:lnTo>
                    <a:pt x="23473" y="15556"/>
                  </a:lnTo>
                  <a:lnTo>
                    <a:pt x="24015" y="16295"/>
                  </a:lnTo>
                  <a:lnTo>
                    <a:pt x="25139" y="15842"/>
                  </a:lnTo>
                  <a:lnTo>
                    <a:pt x="26159" y="15989"/>
                  </a:lnTo>
                  <a:lnTo>
                    <a:pt x="26963" y="17435"/>
                  </a:lnTo>
                  <a:lnTo>
                    <a:pt x="27146" y="18273"/>
                  </a:lnTo>
                  <a:lnTo>
                    <a:pt x="26655" y="23082"/>
                  </a:lnTo>
                  <a:lnTo>
                    <a:pt x="26477" y="25139"/>
                  </a:lnTo>
                  <a:lnTo>
                    <a:pt x="26390" y="26881"/>
                  </a:lnTo>
                  <a:lnTo>
                    <a:pt x="26679" y="27335"/>
                  </a:lnTo>
                  <a:lnTo>
                    <a:pt x="26960" y="28012"/>
                  </a:lnTo>
                  <a:lnTo>
                    <a:pt x="26899" y="28950"/>
                  </a:lnTo>
                  <a:lnTo>
                    <a:pt x="26023" y="30492"/>
                  </a:lnTo>
                  <a:lnTo>
                    <a:pt x="25748" y="30887"/>
                  </a:lnTo>
                  <a:lnTo>
                    <a:pt x="25949" y="33861"/>
                  </a:lnTo>
                  <a:lnTo>
                    <a:pt x="25298" y="35656"/>
                  </a:lnTo>
                  <a:lnTo>
                    <a:pt x="24698" y="36949"/>
                  </a:lnTo>
                  <a:lnTo>
                    <a:pt x="23647" y="37301"/>
                  </a:lnTo>
                  <a:lnTo>
                    <a:pt x="21861" y="37441"/>
                  </a:lnTo>
                  <a:lnTo>
                    <a:pt x="19176" y="35978"/>
                  </a:lnTo>
                  <a:lnTo>
                    <a:pt x="17196" y="33982"/>
                  </a:lnTo>
                  <a:lnTo>
                    <a:pt x="16127" y="33969"/>
                  </a:lnTo>
                  <a:lnTo>
                    <a:pt x="16465" y="34629"/>
                  </a:lnTo>
                  <a:lnTo>
                    <a:pt x="17309" y="35049"/>
                  </a:lnTo>
                  <a:lnTo>
                    <a:pt x="18418" y="36461"/>
                  </a:lnTo>
                  <a:lnTo>
                    <a:pt x="18099" y="36852"/>
                  </a:lnTo>
                  <a:lnTo>
                    <a:pt x="14067" y="33917"/>
                  </a:lnTo>
                  <a:lnTo>
                    <a:pt x="9405" y="28161"/>
                  </a:lnTo>
                  <a:lnTo>
                    <a:pt x="6616" y="27243"/>
                  </a:lnTo>
                  <a:lnTo>
                    <a:pt x="3425" y="25737"/>
                  </a:lnTo>
                  <a:lnTo>
                    <a:pt x="1538" y="22101"/>
                  </a:lnTo>
                  <a:lnTo>
                    <a:pt x="121" y="20524"/>
                  </a:lnTo>
                  <a:lnTo>
                    <a:pt x="0" y="19150"/>
                  </a:lnTo>
                  <a:lnTo>
                    <a:pt x="13" y="17621"/>
                  </a:lnTo>
                  <a:lnTo>
                    <a:pt x="655" y="15573"/>
                  </a:lnTo>
                  <a:lnTo>
                    <a:pt x="1853" y="12816"/>
                  </a:lnTo>
                  <a:lnTo>
                    <a:pt x="2648" y="11391"/>
                  </a:lnTo>
                  <a:lnTo>
                    <a:pt x="3020" y="11111"/>
                  </a:lnTo>
                  <a:lnTo>
                    <a:pt x="3545" y="11258"/>
                  </a:lnTo>
                  <a:lnTo>
                    <a:pt x="4048" y="10463"/>
                  </a:lnTo>
                  <a:lnTo>
                    <a:pt x="4482" y="8563"/>
                  </a:lnTo>
                  <a:lnTo>
                    <a:pt x="4935" y="7339"/>
                  </a:lnTo>
                  <a:lnTo>
                    <a:pt x="6082" y="6100"/>
                  </a:lnTo>
                  <a:lnTo>
                    <a:pt x="6344" y="5609"/>
                  </a:lnTo>
                  <a:lnTo>
                    <a:pt x="6255" y="4546"/>
                  </a:lnTo>
                  <a:lnTo>
                    <a:pt x="6006" y="2483"/>
                  </a:lnTo>
                  <a:lnTo>
                    <a:pt x="6044" y="1211"/>
                  </a:lnTo>
                  <a:lnTo>
                    <a:pt x="6420" y="626"/>
                  </a:lnTo>
                  <a:lnTo>
                    <a:pt x="6870" y="512"/>
                  </a:lnTo>
                  <a:lnTo>
                    <a:pt x="7801" y="0"/>
                  </a:lnTo>
                  <a:lnTo>
                    <a:pt x="8206" y="1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1"/>
            <p:cNvSpPr/>
            <p:nvPr/>
          </p:nvSpPr>
          <p:spPr>
            <a:xfrm>
              <a:off x="3309384" y="2334215"/>
              <a:ext cx="1337" cy="2826"/>
            </a:xfrm>
            <a:custGeom>
              <a:avLst/>
              <a:pathLst>
                <a:path w="1337" h="2826">
                  <a:moveTo>
                    <a:pt x="0" y="1630"/>
                  </a:moveTo>
                  <a:lnTo>
                    <a:pt x="502" y="216"/>
                  </a:lnTo>
                  <a:lnTo>
                    <a:pt x="1213" y="0"/>
                  </a:lnTo>
                  <a:lnTo>
                    <a:pt x="1337" y="1086"/>
                  </a:lnTo>
                  <a:lnTo>
                    <a:pt x="1003" y="2610"/>
                  </a:lnTo>
                  <a:lnTo>
                    <a:pt x="334" y="28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2"/>
            <p:cNvSpPr/>
            <p:nvPr/>
          </p:nvSpPr>
          <p:spPr>
            <a:xfrm>
              <a:off x="3652995" y="3294262"/>
              <a:ext cx="71336" cy="103502"/>
            </a:xfrm>
            <a:custGeom>
              <a:avLst/>
              <a:pathLst>
                <a:path w="71336" h="103502">
                  <a:moveTo>
                    <a:pt x="71336" y="7131"/>
                  </a:moveTo>
                  <a:lnTo>
                    <a:pt x="71335" y="15291"/>
                  </a:lnTo>
                  <a:lnTo>
                    <a:pt x="71335" y="23213"/>
                  </a:lnTo>
                  <a:lnTo>
                    <a:pt x="71334" y="31515"/>
                  </a:lnTo>
                  <a:lnTo>
                    <a:pt x="71333" y="45101"/>
                  </a:lnTo>
                  <a:lnTo>
                    <a:pt x="71333" y="50002"/>
                  </a:lnTo>
                  <a:lnTo>
                    <a:pt x="71330" y="57197"/>
                  </a:lnTo>
                  <a:lnTo>
                    <a:pt x="71330" y="60517"/>
                  </a:lnTo>
                  <a:lnTo>
                    <a:pt x="69689" y="66990"/>
                  </a:lnTo>
                  <a:lnTo>
                    <a:pt x="67680" y="74912"/>
                  </a:lnTo>
                  <a:lnTo>
                    <a:pt x="65545" y="83334"/>
                  </a:lnTo>
                  <a:lnTo>
                    <a:pt x="63775" y="90315"/>
                  </a:lnTo>
                  <a:lnTo>
                    <a:pt x="62117" y="96851"/>
                  </a:lnTo>
                  <a:lnTo>
                    <a:pt x="60431" y="103502"/>
                  </a:lnTo>
                  <a:lnTo>
                    <a:pt x="56564" y="103502"/>
                  </a:lnTo>
                  <a:lnTo>
                    <a:pt x="52794" y="103502"/>
                  </a:lnTo>
                  <a:lnTo>
                    <a:pt x="49075" y="103502"/>
                  </a:lnTo>
                  <a:lnTo>
                    <a:pt x="48409" y="102643"/>
                  </a:lnTo>
                  <a:lnTo>
                    <a:pt x="45288" y="99924"/>
                  </a:lnTo>
                  <a:lnTo>
                    <a:pt x="41328" y="96473"/>
                  </a:lnTo>
                  <a:lnTo>
                    <a:pt x="36415" y="92190"/>
                  </a:lnTo>
                  <a:lnTo>
                    <a:pt x="32919" y="89143"/>
                  </a:lnTo>
                  <a:lnTo>
                    <a:pt x="29189" y="85957"/>
                  </a:lnTo>
                  <a:lnTo>
                    <a:pt x="25403" y="82725"/>
                  </a:lnTo>
                  <a:lnTo>
                    <a:pt x="22433" y="80187"/>
                  </a:lnTo>
                  <a:lnTo>
                    <a:pt x="18734" y="77026"/>
                  </a:lnTo>
                  <a:lnTo>
                    <a:pt x="15516" y="74279"/>
                  </a:lnTo>
                  <a:lnTo>
                    <a:pt x="15072" y="73605"/>
                  </a:lnTo>
                  <a:lnTo>
                    <a:pt x="13289" y="69411"/>
                  </a:lnTo>
                  <a:lnTo>
                    <a:pt x="10947" y="63896"/>
                  </a:lnTo>
                  <a:lnTo>
                    <a:pt x="10499" y="63798"/>
                  </a:lnTo>
                  <a:lnTo>
                    <a:pt x="9380" y="62653"/>
                  </a:lnTo>
                  <a:lnTo>
                    <a:pt x="8379" y="59675"/>
                  </a:lnTo>
                  <a:lnTo>
                    <a:pt x="7343" y="55869"/>
                  </a:lnTo>
                  <a:lnTo>
                    <a:pt x="6381" y="51109"/>
                  </a:lnTo>
                  <a:lnTo>
                    <a:pt x="5963" y="47864"/>
                  </a:lnTo>
                  <a:lnTo>
                    <a:pt x="4684" y="46497"/>
                  </a:lnTo>
                  <a:lnTo>
                    <a:pt x="4068" y="43945"/>
                  </a:lnTo>
                  <a:lnTo>
                    <a:pt x="2907" y="40156"/>
                  </a:lnTo>
                  <a:lnTo>
                    <a:pt x="2102" y="38317"/>
                  </a:lnTo>
                  <a:lnTo>
                    <a:pt x="1816" y="36712"/>
                  </a:lnTo>
                  <a:lnTo>
                    <a:pt x="1444" y="33395"/>
                  </a:lnTo>
                  <a:lnTo>
                    <a:pt x="780" y="29787"/>
                  </a:lnTo>
                  <a:lnTo>
                    <a:pt x="145" y="27546"/>
                  </a:lnTo>
                  <a:lnTo>
                    <a:pt x="0" y="26588"/>
                  </a:lnTo>
                  <a:lnTo>
                    <a:pt x="35" y="25956"/>
                  </a:lnTo>
                  <a:lnTo>
                    <a:pt x="1210" y="21065"/>
                  </a:lnTo>
                  <a:lnTo>
                    <a:pt x="1741" y="19319"/>
                  </a:lnTo>
                  <a:lnTo>
                    <a:pt x="2344" y="17628"/>
                  </a:lnTo>
                  <a:lnTo>
                    <a:pt x="2835" y="15943"/>
                  </a:lnTo>
                  <a:lnTo>
                    <a:pt x="3024" y="14788"/>
                  </a:lnTo>
                  <a:lnTo>
                    <a:pt x="4453" y="9026"/>
                  </a:lnTo>
                  <a:lnTo>
                    <a:pt x="5710" y="3962"/>
                  </a:lnTo>
                  <a:lnTo>
                    <a:pt x="6694" y="0"/>
                  </a:lnTo>
                  <a:lnTo>
                    <a:pt x="8911" y="4531"/>
                  </a:lnTo>
                  <a:lnTo>
                    <a:pt x="11068" y="13721"/>
                  </a:lnTo>
                  <a:lnTo>
                    <a:pt x="13584" y="21143"/>
                  </a:lnTo>
                  <a:lnTo>
                    <a:pt x="17053" y="28042"/>
                  </a:lnTo>
                  <a:lnTo>
                    <a:pt x="18428" y="30374"/>
                  </a:lnTo>
                  <a:lnTo>
                    <a:pt x="19645" y="31605"/>
                  </a:lnTo>
                  <a:lnTo>
                    <a:pt x="25964" y="31413"/>
                  </a:lnTo>
                  <a:lnTo>
                    <a:pt x="30446" y="25118"/>
                  </a:lnTo>
                  <a:lnTo>
                    <a:pt x="34514" y="20563"/>
                  </a:lnTo>
                  <a:lnTo>
                    <a:pt x="35886" y="19618"/>
                  </a:lnTo>
                  <a:lnTo>
                    <a:pt x="38245" y="20864"/>
                  </a:lnTo>
                  <a:lnTo>
                    <a:pt x="40850" y="21236"/>
                  </a:lnTo>
                  <a:lnTo>
                    <a:pt x="43194" y="22623"/>
                  </a:lnTo>
                  <a:lnTo>
                    <a:pt x="44383" y="22274"/>
                  </a:lnTo>
                  <a:lnTo>
                    <a:pt x="49021" y="16973"/>
                  </a:lnTo>
                  <a:lnTo>
                    <a:pt x="51935" y="11816"/>
                  </a:lnTo>
                  <a:lnTo>
                    <a:pt x="53921" y="9626"/>
                  </a:lnTo>
                  <a:lnTo>
                    <a:pt x="54703" y="9603"/>
                  </a:lnTo>
                  <a:lnTo>
                    <a:pt x="57413" y="11458"/>
                  </a:lnTo>
                  <a:lnTo>
                    <a:pt x="60896" y="10650"/>
                  </a:lnTo>
                  <a:lnTo>
                    <a:pt x="65662" y="6195"/>
                  </a:lnTo>
                  <a:lnTo>
                    <a:pt x="67180" y="5298"/>
                  </a:lnTo>
                  <a:lnTo>
                    <a:pt x="68336" y="5234"/>
                  </a:lnTo>
                  <a:lnTo>
                    <a:pt x="70933" y="723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3"/>
            <p:cNvSpPr/>
            <p:nvPr/>
          </p:nvSpPr>
          <p:spPr>
            <a:xfrm>
              <a:off x="3633782" y="3279963"/>
              <a:ext cx="118389" cy="404201"/>
            </a:xfrm>
            <a:custGeom>
              <a:avLst/>
              <a:pathLst>
                <a:path w="118389" h="404201">
                  <a:moveTo>
                    <a:pt x="6452" y="404201"/>
                  </a:moveTo>
                  <a:lnTo>
                    <a:pt x="6508" y="401774"/>
                  </a:lnTo>
                  <a:lnTo>
                    <a:pt x="6329" y="400565"/>
                  </a:lnTo>
                  <a:lnTo>
                    <a:pt x="5251" y="396938"/>
                  </a:lnTo>
                  <a:lnTo>
                    <a:pt x="3240" y="390171"/>
                  </a:lnTo>
                  <a:lnTo>
                    <a:pt x="1718" y="385058"/>
                  </a:lnTo>
                  <a:lnTo>
                    <a:pt x="161" y="379823"/>
                  </a:lnTo>
                  <a:lnTo>
                    <a:pt x="156" y="375639"/>
                  </a:lnTo>
                  <a:lnTo>
                    <a:pt x="137" y="363187"/>
                  </a:lnTo>
                  <a:lnTo>
                    <a:pt x="99" y="338286"/>
                  </a:lnTo>
                  <a:lnTo>
                    <a:pt x="63" y="313382"/>
                  </a:lnTo>
                  <a:lnTo>
                    <a:pt x="25" y="288479"/>
                  </a:lnTo>
                  <a:lnTo>
                    <a:pt x="6" y="276028"/>
                  </a:lnTo>
                  <a:lnTo>
                    <a:pt x="0" y="270936"/>
                  </a:lnTo>
                  <a:lnTo>
                    <a:pt x="161" y="270115"/>
                  </a:lnTo>
                  <a:lnTo>
                    <a:pt x="1936" y="265546"/>
                  </a:lnTo>
                  <a:lnTo>
                    <a:pt x="4284" y="259500"/>
                  </a:lnTo>
                  <a:lnTo>
                    <a:pt x="7369" y="248011"/>
                  </a:lnTo>
                  <a:lnTo>
                    <a:pt x="9044" y="241772"/>
                  </a:lnTo>
                  <a:lnTo>
                    <a:pt x="10441" y="236568"/>
                  </a:lnTo>
                  <a:lnTo>
                    <a:pt x="10797" y="234985"/>
                  </a:lnTo>
                  <a:lnTo>
                    <a:pt x="12033" y="231834"/>
                  </a:lnTo>
                  <a:lnTo>
                    <a:pt x="14352" y="229951"/>
                  </a:lnTo>
                  <a:lnTo>
                    <a:pt x="15792" y="229638"/>
                  </a:lnTo>
                  <a:lnTo>
                    <a:pt x="20748" y="227282"/>
                  </a:lnTo>
                  <a:lnTo>
                    <a:pt x="21486" y="226330"/>
                  </a:lnTo>
                  <a:lnTo>
                    <a:pt x="21919" y="225240"/>
                  </a:lnTo>
                  <a:lnTo>
                    <a:pt x="22330" y="222751"/>
                  </a:lnTo>
                  <a:lnTo>
                    <a:pt x="23296" y="219264"/>
                  </a:lnTo>
                  <a:lnTo>
                    <a:pt x="24541" y="216866"/>
                  </a:lnTo>
                  <a:lnTo>
                    <a:pt x="26907" y="213737"/>
                  </a:lnTo>
                  <a:lnTo>
                    <a:pt x="29227" y="211079"/>
                  </a:lnTo>
                  <a:lnTo>
                    <a:pt x="29740" y="210646"/>
                  </a:lnTo>
                  <a:lnTo>
                    <a:pt x="32530" y="208978"/>
                  </a:lnTo>
                  <a:lnTo>
                    <a:pt x="33214" y="208407"/>
                  </a:lnTo>
                  <a:lnTo>
                    <a:pt x="34343" y="207823"/>
                  </a:lnTo>
                  <a:lnTo>
                    <a:pt x="34789" y="207810"/>
                  </a:lnTo>
                  <a:lnTo>
                    <a:pt x="38666" y="208394"/>
                  </a:lnTo>
                  <a:lnTo>
                    <a:pt x="41699" y="208850"/>
                  </a:lnTo>
                  <a:lnTo>
                    <a:pt x="44821" y="209319"/>
                  </a:lnTo>
                  <a:lnTo>
                    <a:pt x="45150" y="208961"/>
                  </a:lnTo>
                  <a:lnTo>
                    <a:pt x="47333" y="202765"/>
                  </a:lnTo>
                  <a:lnTo>
                    <a:pt x="50804" y="192904"/>
                  </a:lnTo>
                  <a:lnTo>
                    <a:pt x="53020" y="186614"/>
                  </a:lnTo>
                  <a:lnTo>
                    <a:pt x="56442" y="176894"/>
                  </a:lnTo>
                  <a:lnTo>
                    <a:pt x="59074" y="169878"/>
                  </a:lnTo>
                  <a:lnTo>
                    <a:pt x="61983" y="162118"/>
                  </a:lnTo>
                  <a:lnTo>
                    <a:pt x="64809" y="155027"/>
                  </a:lnTo>
                  <a:lnTo>
                    <a:pt x="68209" y="146494"/>
                  </a:lnTo>
                  <a:lnTo>
                    <a:pt x="70350" y="141121"/>
                  </a:lnTo>
                  <a:lnTo>
                    <a:pt x="73678" y="132770"/>
                  </a:lnTo>
                  <a:lnTo>
                    <a:pt x="76844" y="124825"/>
                  </a:lnTo>
                  <a:lnTo>
                    <a:pt x="79644" y="117800"/>
                  </a:lnTo>
                  <a:lnTo>
                    <a:pt x="81331" y="111149"/>
                  </a:lnTo>
                  <a:lnTo>
                    <a:pt x="82989" y="104613"/>
                  </a:lnTo>
                  <a:lnTo>
                    <a:pt x="84758" y="97633"/>
                  </a:lnTo>
                  <a:lnTo>
                    <a:pt x="86893" y="89211"/>
                  </a:lnTo>
                  <a:lnTo>
                    <a:pt x="88903" y="81288"/>
                  </a:lnTo>
                  <a:lnTo>
                    <a:pt x="90544" y="74816"/>
                  </a:lnTo>
                  <a:lnTo>
                    <a:pt x="90544" y="71496"/>
                  </a:lnTo>
                  <a:lnTo>
                    <a:pt x="90546" y="64300"/>
                  </a:lnTo>
                  <a:lnTo>
                    <a:pt x="90546" y="59399"/>
                  </a:lnTo>
                  <a:lnTo>
                    <a:pt x="90547" y="45813"/>
                  </a:lnTo>
                  <a:lnTo>
                    <a:pt x="90548" y="37511"/>
                  </a:lnTo>
                  <a:lnTo>
                    <a:pt x="90548" y="29589"/>
                  </a:lnTo>
                  <a:lnTo>
                    <a:pt x="90549" y="21430"/>
                  </a:lnTo>
                  <a:lnTo>
                    <a:pt x="91952" y="21063"/>
                  </a:lnTo>
                  <a:lnTo>
                    <a:pt x="95656" y="18939"/>
                  </a:lnTo>
                  <a:lnTo>
                    <a:pt x="98538" y="15742"/>
                  </a:lnTo>
                  <a:lnTo>
                    <a:pt x="103852" y="13426"/>
                  </a:lnTo>
                  <a:lnTo>
                    <a:pt x="107896" y="7569"/>
                  </a:lnTo>
                  <a:lnTo>
                    <a:pt x="108602" y="4742"/>
                  </a:lnTo>
                  <a:lnTo>
                    <a:pt x="109824" y="1178"/>
                  </a:lnTo>
                  <a:lnTo>
                    <a:pt x="111599" y="0"/>
                  </a:lnTo>
                  <a:lnTo>
                    <a:pt x="116130" y="4187"/>
                  </a:lnTo>
                  <a:lnTo>
                    <a:pt x="116852" y="4520"/>
                  </a:lnTo>
                  <a:lnTo>
                    <a:pt x="116590" y="7052"/>
                  </a:lnTo>
                  <a:lnTo>
                    <a:pt x="116435" y="9633"/>
                  </a:lnTo>
                  <a:lnTo>
                    <a:pt x="115506" y="14141"/>
                  </a:lnTo>
                  <a:lnTo>
                    <a:pt x="114915" y="19149"/>
                  </a:lnTo>
                  <a:lnTo>
                    <a:pt x="115346" y="26799"/>
                  </a:lnTo>
                  <a:lnTo>
                    <a:pt x="115555" y="39205"/>
                  </a:lnTo>
                  <a:lnTo>
                    <a:pt x="115448" y="41007"/>
                  </a:lnTo>
                  <a:lnTo>
                    <a:pt x="115149" y="42782"/>
                  </a:lnTo>
                  <a:lnTo>
                    <a:pt x="115023" y="44180"/>
                  </a:lnTo>
                  <a:lnTo>
                    <a:pt x="114534" y="44669"/>
                  </a:lnTo>
                  <a:lnTo>
                    <a:pt x="114319" y="45473"/>
                  </a:lnTo>
                  <a:lnTo>
                    <a:pt x="114675" y="45793"/>
                  </a:lnTo>
                  <a:lnTo>
                    <a:pt x="116096" y="44440"/>
                  </a:lnTo>
                  <a:lnTo>
                    <a:pt x="116065" y="42960"/>
                  </a:lnTo>
                  <a:lnTo>
                    <a:pt x="116149" y="42227"/>
                  </a:lnTo>
                  <a:lnTo>
                    <a:pt x="117316" y="43880"/>
                  </a:lnTo>
                  <a:lnTo>
                    <a:pt x="118150" y="44573"/>
                  </a:lnTo>
                  <a:lnTo>
                    <a:pt x="118389" y="46128"/>
                  </a:lnTo>
                  <a:lnTo>
                    <a:pt x="118325" y="47194"/>
                  </a:lnTo>
                  <a:lnTo>
                    <a:pt x="117003" y="46704"/>
                  </a:lnTo>
                  <a:lnTo>
                    <a:pt x="116329" y="45878"/>
                  </a:lnTo>
                  <a:lnTo>
                    <a:pt x="114366" y="47235"/>
                  </a:lnTo>
                  <a:lnTo>
                    <a:pt x="113164" y="48701"/>
                  </a:lnTo>
                  <a:lnTo>
                    <a:pt x="112804" y="51136"/>
                  </a:lnTo>
                  <a:lnTo>
                    <a:pt x="112524" y="60856"/>
                  </a:lnTo>
                  <a:lnTo>
                    <a:pt x="112059" y="67170"/>
                  </a:lnTo>
                  <a:lnTo>
                    <a:pt x="111971" y="75513"/>
                  </a:lnTo>
                  <a:lnTo>
                    <a:pt x="110383" y="81039"/>
                  </a:lnTo>
                  <a:lnTo>
                    <a:pt x="109847" y="84936"/>
                  </a:lnTo>
                  <a:lnTo>
                    <a:pt x="107483" y="92737"/>
                  </a:lnTo>
                  <a:lnTo>
                    <a:pt x="106250" y="99406"/>
                  </a:lnTo>
                  <a:lnTo>
                    <a:pt x="105847" y="102661"/>
                  </a:lnTo>
                  <a:lnTo>
                    <a:pt x="103770" y="111810"/>
                  </a:lnTo>
                  <a:lnTo>
                    <a:pt x="100922" y="118820"/>
                  </a:lnTo>
                  <a:lnTo>
                    <a:pt x="99891" y="127775"/>
                  </a:lnTo>
                  <a:lnTo>
                    <a:pt x="98869" y="133389"/>
                  </a:lnTo>
                  <a:lnTo>
                    <a:pt x="97720" y="138488"/>
                  </a:lnTo>
                  <a:lnTo>
                    <a:pt x="95205" y="147543"/>
                  </a:lnTo>
                  <a:lnTo>
                    <a:pt x="93915" y="153842"/>
                  </a:lnTo>
                  <a:lnTo>
                    <a:pt x="92299" y="164760"/>
                  </a:lnTo>
                  <a:lnTo>
                    <a:pt x="91807" y="171681"/>
                  </a:lnTo>
                  <a:lnTo>
                    <a:pt x="87261" y="191752"/>
                  </a:lnTo>
                  <a:lnTo>
                    <a:pt x="82548" y="207759"/>
                  </a:lnTo>
                  <a:lnTo>
                    <a:pt x="79611" y="221223"/>
                  </a:lnTo>
                  <a:lnTo>
                    <a:pt x="74343" y="236848"/>
                  </a:lnTo>
                  <a:lnTo>
                    <a:pt x="67160" y="257018"/>
                  </a:lnTo>
                  <a:lnTo>
                    <a:pt x="57762" y="280968"/>
                  </a:lnTo>
                  <a:lnTo>
                    <a:pt x="55208" y="285852"/>
                  </a:lnTo>
                  <a:lnTo>
                    <a:pt x="44919" y="300618"/>
                  </a:lnTo>
                  <a:lnTo>
                    <a:pt x="38248" y="313004"/>
                  </a:lnTo>
                  <a:lnTo>
                    <a:pt x="34841" y="321428"/>
                  </a:lnTo>
                  <a:lnTo>
                    <a:pt x="31263" y="328757"/>
                  </a:lnTo>
                  <a:lnTo>
                    <a:pt x="28425" y="335738"/>
                  </a:lnTo>
                  <a:lnTo>
                    <a:pt x="19845" y="359297"/>
                  </a:lnTo>
                  <a:lnTo>
                    <a:pt x="18960" y="361516"/>
                  </a:lnTo>
                  <a:lnTo>
                    <a:pt x="18126" y="363606"/>
                  </a:lnTo>
                  <a:lnTo>
                    <a:pt x="17046" y="367597"/>
                  </a:lnTo>
                  <a:lnTo>
                    <a:pt x="16294" y="369178"/>
                  </a:lnTo>
                  <a:lnTo>
                    <a:pt x="14245" y="375913"/>
                  </a:lnTo>
                  <a:lnTo>
                    <a:pt x="12965" y="379405"/>
                  </a:lnTo>
                  <a:lnTo>
                    <a:pt x="11530" y="382859"/>
                  </a:lnTo>
                  <a:lnTo>
                    <a:pt x="10921" y="385297"/>
                  </a:lnTo>
                  <a:lnTo>
                    <a:pt x="10490" y="388105"/>
                  </a:lnTo>
                  <a:lnTo>
                    <a:pt x="10012" y="389666"/>
                  </a:lnTo>
                  <a:lnTo>
                    <a:pt x="8718" y="396364"/>
                  </a:lnTo>
                  <a:lnTo>
                    <a:pt x="7580" y="40075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4"/>
            <p:cNvSpPr/>
            <p:nvPr/>
          </p:nvSpPr>
          <p:spPr>
            <a:xfrm>
              <a:off x="2529944" y="2250847"/>
              <a:ext cx="1202" cy="1721"/>
            </a:xfrm>
            <a:custGeom>
              <a:avLst/>
              <a:pathLst>
                <a:path w="1202" h="1721">
                  <a:moveTo>
                    <a:pt x="1050" y="1438"/>
                  </a:moveTo>
                  <a:lnTo>
                    <a:pt x="812" y="1721"/>
                  </a:lnTo>
                  <a:lnTo>
                    <a:pt x="0" y="1297"/>
                  </a:lnTo>
                  <a:lnTo>
                    <a:pt x="386" y="379"/>
                  </a:lnTo>
                  <a:lnTo>
                    <a:pt x="660" y="112"/>
                  </a:lnTo>
                  <a:lnTo>
                    <a:pt x="1029" y="0"/>
                  </a:lnTo>
                  <a:lnTo>
                    <a:pt x="1202" y="281"/>
                  </a:lnTo>
                  <a:lnTo>
                    <a:pt x="1180" y="958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5"/>
            <p:cNvSpPr/>
            <p:nvPr/>
          </p:nvSpPr>
          <p:spPr>
            <a:xfrm>
              <a:off x="2528312" y="2242340"/>
              <a:ext cx="1492" cy="8972"/>
            </a:xfrm>
            <a:custGeom>
              <a:avLst/>
              <a:pathLst>
                <a:path w="1492" h="8972">
                  <a:moveTo>
                    <a:pt x="1360" y="7697"/>
                  </a:moveTo>
                  <a:lnTo>
                    <a:pt x="371" y="8972"/>
                  </a:lnTo>
                  <a:lnTo>
                    <a:pt x="24" y="8260"/>
                  </a:lnTo>
                  <a:lnTo>
                    <a:pt x="109" y="7426"/>
                  </a:lnTo>
                  <a:lnTo>
                    <a:pt x="617" y="5407"/>
                  </a:lnTo>
                  <a:lnTo>
                    <a:pt x="601" y="4826"/>
                  </a:lnTo>
                  <a:lnTo>
                    <a:pt x="0" y="916"/>
                  </a:lnTo>
                  <a:lnTo>
                    <a:pt x="102" y="278"/>
                  </a:lnTo>
                  <a:lnTo>
                    <a:pt x="252" y="0"/>
                  </a:lnTo>
                  <a:lnTo>
                    <a:pt x="1130" y="826"/>
                  </a:lnTo>
                  <a:lnTo>
                    <a:pt x="1232" y="1890"/>
                  </a:lnTo>
                  <a:lnTo>
                    <a:pt x="817" y="4288"/>
                  </a:lnTo>
                  <a:lnTo>
                    <a:pt x="1102" y="5882"/>
                  </a:lnTo>
                  <a:lnTo>
                    <a:pt x="1492" y="7032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6"/>
            <p:cNvSpPr/>
            <p:nvPr/>
          </p:nvSpPr>
          <p:spPr>
            <a:xfrm>
              <a:off x="3382538" y="2269814"/>
              <a:ext cx="46986" cy="116040"/>
            </a:xfrm>
            <a:custGeom>
              <a:avLst/>
              <a:pathLst>
                <a:path w="46986" h="116040">
                  <a:moveTo>
                    <a:pt x="15928" y="1790"/>
                  </a:moveTo>
                  <a:lnTo>
                    <a:pt x="16605" y="3501"/>
                  </a:lnTo>
                  <a:lnTo>
                    <a:pt x="17254" y="5723"/>
                  </a:lnTo>
                  <a:lnTo>
                    <a:pt x="18156" y="6749"/>
                  </a:lnTo>
                  <a:lnTo>
                    <a:pt x="19231" y="7968"/>
                  </a:lnTo>
                  <a:lnTo>
                    <a:pt x="19782" y="8856"/>
                  </a:lnTo>
                  <a:lnTo>
                    <a:pt x="20595" y="11518"/>
                  </a:lnTo>
                  <a:lnTo>
                    <a:pt x="21237" y="12822"/>
                  </a:lnTo>
                  <a:lnTo>
                    <a:pt x="21447" y="12758"/>
                  </a:lnTo>
                  <a:lnTo>
                    <a:pt x="21664" y="12416"/>
                  </a:lnTo>
                  <a:lnTo>
                    <a:pt x="21814" y="12147"/>
                  </a:lnTo>
                  <a:lnTo>
                    <a:pt x="21983" y="12392"/>
                  </a:lnTo>
                  <a:lnTo>
                    <a:pt x="21992" y="13199"/>
                  </a:lnTo>
                  <a:lnTo>
                    <a:pt x="22032" y="14986"/>
                  </a:lnTo>
                  <a:lnTo>
                    <a:pt x="21879" y="16894"/>
                  </a:lnTo>
                  <a:lnTo>
                    <a:pt x="22108" y="18696"/>
                  </a:lnTo>
                  <a:lnTo>
                    <a:pt x="22114" y="19257"/>
                  </a:lnTo>
                  <a:lnTo>
                    <a:pt x="21954" y="19770"/>
                  </a:lnTo>
                  <a:lnTo>
                    <a:pt x="21974" y="20234"/>
                  </a:lnTo>
                  <a:lnTo>
                    <a:pt x="22199" y="20723"/>
                  </a:lnTo>
                  <a:lnTo>
                    <a:pt x="23071" y="21915"/>
                  </a:lnTo>
                  <a:lnTo>
                    <a:pt x="23877" y="23753"/>
                  </a:lnTo>
                  <a:lnTo>
                    <a:pt x="24809" y="25047"/>
                  </a:lnTo>
                  <a:lnTo>
                    <a:pt x="25672" y="25874"/>
                  </a:lnTo>
                  <a:lnTo>
                    <a:pt x="26217" y="25927"/>
                  </a:lnTo>
                  <a:lnTo>
                    <a:pt x="27110" y="27417"/>
                  </a:lnTo>
                  <a:lnTo>
                    <a:pt x="28873" y="28488"/>
                  </a:lnTo>
                  <a:lnTo>
                    <a:pt x="29437" y="28859"/>
                  </a:lnTo>
                  <a:lnTo>
                    <a:pt x="29823" y="29469"/>
                  </a:lnTo>
                  <a:lnTo>
                    <a:pt x="30105" y="30178"/>
                  </a:lnTo>
                  <a:lnTo>
                    <a:pt x="30123" y="30935"/>
                  </a:lnTo>
                  <a:lnTo>
                    <a:pt x="29851" y="31302"/>
                  </a:lnTo>
                  <a:lnTo>
                    <a:pt x="29472" y="32327"/>
                  </a:lnTo>
                  <a:lnTo>
                    <a:pt x="29315" y="33574"/>
                  </a:lnTo>
                  <a:lnTo>
                    <a:pt x="29034" y="33891"/>
                  </a:lnTo>
                  <a:lnTo>
                    <a:pt x="28752" y="33916"/>
                  </a:lnTo>
                  <a:lnTo>
                    <a:pt x="28546" y="34282"/>
                  </a:lnTo>
                  <a:lnTo>
                    <a:pt x="28592" y="34821"/>
                  </a:lnTo>
                  <a:lnTo>
                    <a:pt x="28827" y="35333"/>
                  </a:lnTo>
                  <a:lnTo>
                    <a:pt x="29193" y="35797"/>
                  </a:lnTo>
                  <a:lnTo>
                    <a:pt x="29897" y="36262"/>
                  </a:lnTo>
                  <a:lnTo>
                    <a:pt x="30593" y="36946"/>
                  </a:lnTo>
                  <a:lnTo>
                    <a:pt x="30583" y="37483"/>
                  </a:lnTo>
                  <a:lnTo>
                    <a:pt x="30442" y="38070"/>
                  </a:lnTo>
                  <a:lnTo>
                    <a:pt x="29559" y="38289"/>
                  </a:lnTo>
                  <a:lnTo>
                    <a:pt x="28903" y="38387"/>
                  </a:lnTo>
                  <a:lnTo>
                    <a:pt x="28602" y="38631"/>
                  </a:lnTo>
                  <a:lnTo>
                    <a:pt x="28627" y="39670"/>
                  </a:lnTo>
                  <a:lnTo>
                    <a:pt x="30479" y="40751"/>
                  </a:lnTo>
                  <a:lnTo>
                    <a:pt x="31318" y="41775"/>
                  </a:lnTo>
                  <a:lnTo>
                    <a:pt x="31762" y="43104"/>
                  </a:lnTo>
                  <a:lnTo>
                    <a:pt x="32944" y="43984"/>
                  </a:lnTo>
                  <a:lnTo>
                    <a:pt x="34863" y="44414"/>
                  </a:lnTo>
                  <a:lnTo>
                    <a:pt x="36199" y="45780"/>
                  </a:lnTo>
                  <a:lnTo>
                    <a:pt x="36950" y="48083"/>
                  </a:lnTo>
                  <a:lnTo>
                    <a:pt x="38176" y="47529"/>
                  </a:lnTo>
                  <a:lnTo>
                    <a:pt x="39876" y="44118"/>
                  </a:lnTo>
                  <a:lnTo>
                    <a:pt x="41545" y="43228"/>
                  </a:lnTo>
                  <a:lnTo>
                    <a:pt x="43185" y="44861"/>
                  </a:lnTo>
                  <a:lnTo>
                    <a:pt x="44080" y="46204"/>
                  </a:lnTo>
                  <a:lnTo>
                    <a:pt x="44233" y="47256"/>
                  </a:lnTo>
                  <a:lnTo>
                    <a:pt x="43851" y="47682"/>
                  </a:lnTo>
                  <a:lnTo>
                    <a:pt x="42935" y="47480"/>
                  </a:lnTo>
                  <a:lnTo>
                    <a:pt x="42184" y="48131"/>
                  </a:lnTo>
                  <a:lnTo>
                    <a:pt x="41598" y="49630"/>
                  </a:lnTo>
                  <a:lnTo>
                    <a:pt x="41509" y="51230"/>
                  </a:lnTo>
                  <a:lnTo>
                    <a:pt x="41919" y="52928"/>
                  </a:lnTo>
                  <a:lnTo>
                    <a:pt x="42500" y="54100"/>
                  </a:lnTo>
                  <a:lnTo>
                    <a:pt x="43251" y="54746"/>
                  </a:lnTo>
                  <a:lnTo>
                    <a:pt x="43653" y="55632"/>
                  </a:lnTo>
                  <a:lnTo>
                    <a:pt x="43705" y="56760"/>
                  </a:lnTo>
                  <a:lnTo>
                    <a:pt x="43900" y="57070"/>
                  </a:lnTo>
                  <a:lnTo>
                    <a:pt x="43473" y="57590"/>
                  </a:lnTo>
                  <a:lnTo>
                    <a:pt x="43008" y="58362"/>
                  </a:lnTo>
                  <a:lnTo>
                    <a:pt x="42745" y="59707"/>
                  </a:lnTo>
                  <a:lnTo>
                    <a:pt x="42678" y="61872"/>
                  </a:lnTo>
                  <a:lnTo>
                    <a:pt x="41220" y="63565"/>
                  </a:lnTo>
                  <a:lnTo>
                    <a:pt x="40672" y="63878"/>
                  </a:lnTo>
                  <a:lnTo>
                    <a:pt x="40424" y="64997"/>
                  </a:lnTo>
                  <a:lnTo>
                    <a:pt x="40043" y="68171"/>
                  </a:lnTo>
                  <a:lnTo>
                    <a:pt x="40091" y="70559"/>
                  </a:lnTo>
                  <a:lnTo>
                    <a:pt x="40287" y="71776"/>
                  </a:lnTo>
                  <a:lnTo>
                    <a:pt x="40377" y="72766"/>
                  </a:lnTo>
                  <a:lnTo>
                    <a:pt x="40848" y="73982"/>
                  </a:lnTo>
                  <a:lnTo>
                    <a:pt x="41277" y="75850"/>
                  </a:lnTo>
                  <a:lnTo>
                    <a:pt x="41561" y="78315"/>
                  </a:lnTo>
                  <a:lnTo>
                    <a:pt x="42191" y="80216"/>
                  </a:lnTo>
                  <a:lnTo>
                    <a:pt x="43808" y="82090"/>
                  </a:lnTo>
                  <a:lnTo>
                    <a:pt x="44610" y="83181"/>
                  </a:lnTo>
                  <a:lnTo>
                    <a:pt x="45202" y="84760"/>
                  </a:lnTo>
                  <a:lnTo>
                    <a:pt x="45654" y="86190"/>
                  </a:lnTo>
                  <a:lnTo>
                    <a:pt x="46986" y="88091"/>
                  </a:lnTo>
                  <a:lnTo>
                    <a:pt x="46885" y="89449"/>
                  </a:lnTo>
                  <a:lnTo>
                    <a:pt x="46593" y="90778"/>
                  </a:lnTo>
                  <a:lnTo>
                    <a:pt x="46286" y="91401"/>
                  </a:lnTo>
                  <a:lnTo>
                    <a:pt x="45623" y="93106"/>
                  </a:lnTo>
                  <a:lnTo>
                    <a:pt x="44977" y="94067"/>
                  </a:lnTo>
                  <a:lnTo>
                    <a:pt x="43912" y="97076"/>
                  </a:lnTo>
                  <a:lnTo>
                    <a:pt x="42231" y="97237"/>
                  </a:lnTo>
                  <a:lnTo>
                    <a:pt x="41829" y="97478"/>
                  </a:lnTo>
                  <a:lnTo>
                    <a:pt x="41194" y="98301"/>
                  </a:lnTo>
                  <a:lnTo>
                    <a:pt x="40881" y="99802"/>
                  </a:lnTo>
                  <a:lnTo>
                    <a:pt x="41181" y="101010"/>
                  </a:lnTo>
                  <a:lnTo>
                    <a:pt x="41154" y="102231"/>
                  </a:lnTo>
                  <a:lnTo>
                    <a:pt x="40847" y="104606"/>
                  </a:lnTo>
                  <a:lnTo>
                    <a:pt x="41254" y="107141"/>
                  </a:lnTo>
                  <a:lnTo>
                    <a:pt x="41846" y="108305"/>
                  </a:lnTo>
                  <a:lnTo>
                    <a:pt x="41939" y="108976"/>
                  </a:lnTo>
                  <a:lnTo>
                    <a:pt x="41838" y="110165"/>
                  </a:lnTo>
                  <a:lnTo>
                    <a:pt x="40955" y="112583"/>
                  </a:lnTo>
                  <a:lnTo>
                    <a:pt x="40686" y="113478"/>
                  </a:lnTo>
                  <a:lnTo>
                    <a:pt x="39800" y="113918"/>
                  </a:lnTo>
                  <a:lnTo>
                    <a:pt x="39497" y="113688"/>
                  </a:lnTo>
                  <a:lnTo>
                    <a:pt x="39039" y="112857"/>
                  </a:lnTo>
                  <a:lnTo>
                    <a:pt x="38616" y="112612"/>
                  </a:lnTo>
                  <a:lnTo>
                    <a:pt x="37559" y="113592"/>
                  </a:lnTo>
                  <a:lnTo>
                    <a:pt x="36484" y="114193"/>
                  </a:lnTo>
                  <a:lnTo>
                    <a:pt x="35638" y="113737"/>
                  </a:lnTo>
                  <a:lnTo>
                    <a:pt x="34804" y="113678"/>
                  </a:lnTo>
                  <a:lnTo>
                    <a:pt x="34224" y="114082"/>
                  </a:lnTo>
                  <a:lnTo>
                    <a:pt x="33789" y="114238"/>
                  </a:lnTo>
                  <a:lnTo>
                    <a:pt x="32933" y="115284"/>
                  </a:lnTo>
                  <a:lnTo>
                    <a:pt x="31559" y="116040"/>
                  </a:lnTo>
                  <a:lnTo>
                    <a:pt x="30925" y="115881"/>
                  </a:lnTo>
                  <a:lnTo>
                    <a:pt x="30688" y="114897"/>
                  </a:lnTo>
                  <a:lnTo>
                    <a:pt x="30431" y="113491"/>
                  </a:lnTo>
                  <a:lnTo>
                    <a:pt x="30556" y="112853"/>
                  </a:lnTo>
                  <a:lnTo>
                    <a:pt x="31463" y="111746"/>
                  </a:lnTo>
                  <a:lnTo>
                    <a:pt x="31567" y="110689"/>
                  </a:lnTo>
                  <a:lnTo>
                    <a:pt x="32835" y="105600"/>
                  </a:lnTo>
                  <a:lnTo>
                    <a:pt x="33079" y="103944"/>
                  </a:lnTo>
                  <a:lnTo>
                    <a:pt x="33088" y="103402"/>
                  </a:lnTo>
                  <a:lnTo>
                    <a:pt x="32757" y="103043"/>
                  </a:lnTo>
                  <a:lnTo>
                    <a:pt x="32061" y="103058"/>
                  </a:lnTo>
                  <a:lnTo>
                    <a:pt x="28974" y="100991"/>
                  </a:lnTo>
                  <a:lnTo>
                    <a:pt x="29115" y="98624"/>
                  </a:lnTo>
                  <a:lnTo>
                    <a:pt x="28207" y="97348"/>
                  </a:lnTo>
                  <a:lnTo>
                    <a:pt x="27230" y="96210"/>
                  </a:lnTo>
                  <a:lnTo>
                    <a:pt x="27066" y="94940"/>
                  </a:lnTo>
                  <a:lnTo>
                    <a:pt x="25981" y="92375"/>
                  </a:lnTo>
                  <a:lnTo>
                    <a:pt x="25186" y="90936"/>
                  </a:lnTo>
                  <a:lnTo>
                    <a:pt x="24171" y="90218"/>
                  </a:lnTo>
                  <a:lnTo>
                    <a:pt x="23297" y="89165"/>
                  </a:lnTo>
                  <a:lnTo>
                    <a:pt x="22771" y="88521"/>
                  </a:lnTo>
                  <a:lnTo>
                    <a:pt x="22537" y="87324"/>
                  </a:lnTo>
                  <a:lnTo>
                    <a:pt x="22537" y="86615"/>
                  </a:lnTo>
                  <a:lnTo>
                    <a:pt x="22274" y="85931"/>
                  </a:lnTo>
                  <a:lnTo>
                    <a:pt x="21851" y="86005"/>
                  </a:lnTo>
                  <a:lnTo>
                    <a:pt x="21138" y="86957"/>
                  </a:lnTo>
                  <a:lnTo>
                    <a:pt x="20259" y="87777"/>
                  </a:lnTo>
                  <a:lnTo>
                    <a:pt x="20106" y="88374"/>
                  </a:lnTo>
                  <a:lnTo>
                    <a:pt x="20423" y="89794"/>
                  </a:lnTo>
                  <a:lnTo>
                    <a:pt x="20650" y="90695"/>
                  </a:lnTo>
                  <a:lnTo>
                    <a:pt x="20547" y="91550"/>
                  </a:lnTo>
                  <a:lnTo>
                    <a:pt x="20269" y="92636"/>
                  </a:lnTo>
                  <a:lnTo>
                    <a:pt x="18577" y="95034"/>
                  </a:lnTo>
                  <a:lnTo>
                    <a:pt x="18388" y="95875"/>
                  </a:lnTo>
                  <a:lnTo>
                    <a:pt x="18711" y="97220"/>
                  </a:lnTo>
                  <a:lnTo>
                    <a:pt x="18506" y="97845"/>
                  </a:lnTo>
                  <a:lnTo>
                    <a:pt x="17093" y="98731"/>
                  </a:lnTo>
                  <a:lnTo>
                    <a:pt x="17130" y="97996"/>
                  </a:lnTo>
                  <a:lnTo>
                    <a:pt x="17043" y="96812"/>
                  </a:lnTo>
                  <a:lnTo>
                    <a:pt x="16231" y="95553"/>
                  </a:lnTo>
                  <a:lnTo>
                    <a:pt x="15089" y="94577"/>
                  </a:lnTo>
                  <a:lnTo>
                    <a:pt x="12547" y="91234"/>
                  </a:lnTo>
                  <a:lnTo>
                    <a:pt x="11570" y="90794"/>
                  </a:lnTo>
                  <a:lnTo>
                    <a:pt x="10697" y="90402"/>
                  </a:lnTo>
                  <a:lnTo>
                    <a:pt x="9446" y="88801"/>
                  </a:lnTo>
                  <a:lnTo>
                    <a:pt x="8804" y="88521"/>
                  </a:lnTo>
                  <a:lnTo>
                    <a:pt x="8090" y="87374"/>
                  </a:lnTo>
                  <a:lnTo>
                    <a:pt x="6536" y="83516"/>
                  </a:lnTo>
                  <a:lnTo>
                    <a:pt x="5214" y="81414"/>
                  </a:lnTo>
                  <a:lnTo>
                    <a:pt x="4311" y="80350"/>
                  </a:lnTo>
                  <a:lnTo>
                    <a:pt x="4058" y="79314"/>
                  </a:lnTo>
                  <a:lnTo>
                    <a:pt x="4003" y="78250"/>
                  </a:lnTo>
                  <a:lnTo>
                    <a:pt x="4034" y="77888"/>
                  </a:lnTo>
                  <a:lnTo>
                    <a:pt x="4717" y="76378"/>
                  </a:lnTo>
                  <a:lnTo>
                    <a:pt x="5243" y="76159"/>
                  </a:lnTo>
                  <a:lnTo>
                    <a:pt x="5919" y="76110"/>
                  </a:lnTo>
                  <a:lnTo>
                    <a:pt x="6365" y="76875"/>
                  </a:lnTo>
                  <a:lnTo>
                    <a:pt x="6951" y="77038"/>
                  </a:lnTo>
                  <a:lnTo>
                    <a:pt x="7277" y="76059"/>
                  </a:lnTo>
                  <a:lnTo>
                    <a:pt x="7449" y="74650"/>
                  </a:lnTo>
                  <a:lnTo>
                    <a:pt x="7371" y="72856"/>
                  </a:lnTo>
                  <a:lnTo>
                    <a:pt x="5961" y="68684"/>
                  </a:lnTo>
                  <a:lnTo>
                    <a:pt x="4748" y="65772"/>
                  </a:lnTo>
                  <a:lnTo>
                    <a:pt x="4609" y="65130"/>
                  </a:lnTo>
                  <a:lnTo>
                    <a:pt x="4871" y="64586"/>
                  </a:lnTo>
                  <a:lnTo>
                    <a:pt x="5294" y="64293"/>
                  </a:lnTo>
                  <a:lnTo>
                    <a:pt x="5747" y="64537"/>
                  </a:lnTo>
                  <a:lnTo>
                    <a:pt x="6930" y="64746"/>
                  </a:lnTo>
                  <a:lnTo>
                    <a:pt x="8067" y="64478"/>
                  </a:lnTo>
                  <a:lnTo>
                    <a:pt x="8455" y="63769"/>
                  </a:lnTo>
                  <a:lnTo>
                    <a:pt x="8456" y="62813"/>
                  </a:lnTo>
                  <a:lnTo>
                    <a:pt x="8040" y="61926"/>
                  </a:lnTo>
                  <a:lnTo>
                    <a:pt x="6712" y="59532"/>
                  </a:lnTo>
                  <a:lnTo>
                    <a:pt x="5675" y="57424"/>
                  </a:lnTo>
                  <a:lnTo>
                    <a:pt x="4456" y="55806"/>
                  </a:lnTo>
                  <a:lnTo>
                    <a:pt x="3551" y="55157"/>
                  </a:lnTo>
                  <a:lnTo>
                    <a:pt x="3284" y="54338"/>
                  </a:lnTo>
                  <a:lnTo>
                    <a:pt x="3172" y="53460"/>
                  </a:lnTo>
                  <a:lnTo>
                    <a:pt x="3273" y="51847"/>
                  </a:lnTo>
                  <a:lnTo>
                    <a:pt x="3331" y="49802"/>
                  </a:lnTo>
                  <a:lnTo>
                    <a:pt x="3546" y="48514"/>
                  </a:lnTo>
                  <a:lnTo>
                    <a:pt x="4361" y="46085"/>
                  </a:lnTo>
                  <a:lnTo>
                    <a:pt x="5142" y="43508"/>
                  </a:lnTo>
                  <a:lnTo>
                    <a:pt x="5625" y="41029"/>
                  </a:lnTo>
                  <a:lnTo>
                    <a:pt x="5879" y="38728"/>
                  </a:lnTo>
                  <a:lnTo>
                    <a:pt x="5786" y="38067"/>
                  </a:lnTo>
                  <a:lnTo>
                    <a:pt x="5378" y="37578"/>
                  </a:lnTo>
                  <a:lnTo>
                    <a:pt x="4516" y="37082"/>
                  </a:lnTo>
                  <a:lnTo>
                    <a:pt x="3321" y="37514"/>
                  </a:lnTo>
                  <a:lnTo>
                    <a:pt x="2305" y="38350"/>
                  </a:lnTo>
                  <a:lnTo>
                    <a:pt x="1908" y="38413"/>
                  </a:lnTo>
                  <a:lnTo>
                    <a:pt x="1776" y="37385"/>
                  </a:lnTo>
                  <a:lnTo>
                    <a:pt x="1936" y="36930"/>
                  </a:lnTo>
                  <a:lnTo>
                    <a:pt x="2254" y="36985"/>
                  </a:lnTo>
                  <a:lnTo>
                    <a:pt x="2515" y="37178"/>
                  </a:lnTo>
                  <a:lnTo>
                    <a:pt x="2795" y="36712"/>
                  </a:lnTo>
                  <a:lnTo>
                    <a:pt x="2963" y="35323"/>
                  </a:lnTo>
                  <a:lnTo>
                    <a:pt x="2541" y="30494"/>
                  </a:lnTo>
                  <a:lnTo>
                    <a:pt x="3300" y="30065"/>
                  </a:lnTo>
                  <a:lnTo>
                    <a:pt x="3312" y="29362"/>
                  </a:lnTo>
                  <a:lnTo>
                    <a:pt x="3382" y="28749"/>
                  </a:lnTo>
                  <a:lnTo>
                    <a:pt x="4166" y="29590"/>
                  </a:lnTo>
                  <a:lnTo>
                    <a:pt x="5268" y="29605"/>
                  </a:lnTo>
                  <a:lnTo>
                    <a:pt x="6234" y="29436"/>
                  </a:lnTo>
                  <a:lnTo>
                    <a:pt x="6380" y="28961"/>
                  </a:lnTo>
                  <a:lnTo>
                    <a:pt x="6369" y="28269"/>
                  </a:lnTo>
                  <a:lnTo>
                    <a:pt x="6168" y="27733"/>
                  </a:lnTo>
                  <a:lnTo>
                    <a:pt x="5827" y="27296"/>
                  </a:lnTo>
                  <a:lnTo>
                    <a:pt x="5577" y="26627"/>
                  </a:lnTo>
                  <a:lnTo>
                    <a:pt x="4925" y="26334"/>
                  </a:lnTo>
                  <a:lnTo>
                    <a:pt x="2884" y="24592"/>
                  </a:lnTo>
                  <a:lnTo>
                    <a:pt x="1880" y="22743"/>
                  </a:lnTo>
                  <a:lnTo>
                    <a:pt x="1914" y="20783"/>
                  </a:lnTo>
                  <a:lnTo>
                    <a:pt x="2205" y="19708"/>
                  </a:lnTo>
                  <a:lnTo>
                    <a:pt x="2557" y="19330"/>
                  </a:lnTo>
                  <a:lnTo>
                    <a:pt x="2452" y="18968"/>
                  </a:lnTo>
                  <a:lnTo>
                    <a:pt x="1301" y="18059"/>
                  </a:lnTo>
                  <a:lnTo>
                    <a:pt x="894" y="16794"/>
                  </a:lnTo>
                  <a:lnTo>
                    <a:pt x="1228" y="15169"/>
                  </a:lnTo>
                  <a:lnTo>
                    <a:pt x="629" y="11881"/>
                  </a:lnTo>
                  <a:lnTo>
                    <a:pt x="0" y="9853"/>
                  </a:lnTo>
                  <a:lnTo>
                    <a:pt x="618" y="8972"/>
                  </a:lnTo>
                  <a:lnTo>
                    <a:pt x="704" y="7729"/>
                  </a:lnTo>
                  <a:lnTo>
                    <a:pt x="752" y="7016"/>
                  </a:lnTo>
                  <a:lnTo>
                    <a:pt x="1008" y="7026"/>
                  </a:lnTo>
                  <a:lnTo>
                    <a:pt x="2006" y="6189"/>
                  </a:lnTo>
                  <a:lnTo>
                    <a:pt x="2368" y="5511"/>
                  </a:lnTo>
                  <a:lnTo>
                    <a:pt x="2579" y="4718"/>
                  </a:lnTo>
                  <a:lnTo>
                    <a:pt x="2818" y="4521"/>
                  </a:lnTo>
                  <a:lnTo>
                    <a:pt x="3488" y="5383"/>
                  </a:lnTo>
                  <a:lnTo>
                    <a:pt x="4193" y="5459"/>
                  </a:lnTo>
                  <a:lnTo>
                    <a:pt x="4985" y="4914"/>
                  </a:lnTo>
                  <a:lnTo>
                    <a:pt x="5577" y="4156"/>
                  </a:lnTo>
                  <a:lnTo>
                    <a:pt x="6288" y="3527"/>
                  </a:lnTo>
                  <a:lnTo>
                    <a:pt x="6611" y="3094"/>
                  </a:lnTo>
                  <a:lnTo>
                    <a:pt x="7022" y="2418"/>
                  </a:lnTo>
                  <a:lnTo>
                    <a:pt x="7854" y="414"/>
                  </a:lnTo>
                  <a:lnTo>
                    <a:pt x="8793" y="0"/>
                  </a:lnTo>
                  <a:lnTo>
                    <a:pt x="10054" y="510"/>
                  </a:lnTo>
                  <a:lnTo>
                    <a:pt x="11416" y="688"/>
                  </a:lnTo>
                  <a:lnTo>
                    <a:pt x="12434" y="227"/>
                  </a:lnTo>
                  <a:lnTo>
                    <a:pt x="15016" y="806"/>
                  </a:lnTo>
                  <a:lnTo>
                    <a:pt x="15569" y="127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7"/>
            <p:cNvSpPr/>
            <p:nvPr/>
          </p:nvSpPr>
          <p:spPr>
            <a:xfrm>
              <a:off x="3242061" y="3622120"/>
              <a:ext cx="3200" cy="10549"/>
            </a:xfrm>
            <a:custGeom>
              <a:avLst/>
              <a:pathLst>
                <a:path w="3200" h="10549">
                  <a:moveTo>
                    <a:pt x="2177" y="8384"/>
                  </a:moveTo>
                  <a:lnTo>
                    <a:pt x="1006" y="10549"/>
                  </a:lnTo>
                  <a:lnTo>
                    <a:pt x="585" y="9990"/>
                  </a:lnTo>
                  <a:lnTo>
                    <a:pt x="327" y="8480"/>
                  </a:lnTo>
                  <a:lnTo>
                    <a:pt x="0" y="5231"/>
                  </a:lnTo>
                  <a:lnTo>
                    <a:pt x="106" y="3671"/>
                  </a:lnTo>
                  <a:lnTo>
                    <a:pt x="637" y="1894"/>
                  </a:lnTo>
                  <a:lnTo>
                    <a:pt x="1790" y="122"/>
                  </a:lnTo>
                  <a:lnTo>
                    <a:pt x="2484" y="0"/>
                  </a:lnTo>
                  <a:lnTo>
                    <a:pt x="3198" y="2327"/>
                  </a:lnTo>
                  <a:lnTo>
                    <a:pt x="3200" y="475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8"/>
            <p:cNvSpPr/>
            <p:nvPr/>
          </p:nvSpPr>
          <p:spPr>
            <a:xfrm>
              <a:off x="3251855" y="3583863"/>
              <a:ext cx="1381" cy="4656"/>
            </a:xfrm>
            <a:custGeom>
              <a:avLst/>
              <a:pathLst>
                <a:path w="1381" h="4656">
                  <a:moveTo>
                    <a:pt x="1057" y="3882"/>
                  </a:moveTo>
                  <a:lnTo>
                    <a:pt x="635" y="4656"/>
                  </a:lnTo>
                  <a:lnTo>
                    <a:pt x="133" y="4005"/>
                  </a:lnTo>
                  <a:lnTo>
                    <a:pt x="0" y="2829"/>
                  </a:lnTo>
                  <a:lnTo>
                    <a:pt x="646" y="559"/>
                  </a:lnTo>
                  <a:lnTo>
                    <a:pt x="951" y="0"/>
                  </a:lnTo>
                  <a:lnTo>
                    <a:pt x="1207" y="474"/>
                  </a:lnTo>
                  <a:lnTo>
                    <a:pt x="1359" y="1098"/>
                  </a:lnTo>
                  <a:lnTo>
                    <a:pt x="1381" y="2009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89"/>
            <p:cNvSpPr/>
            <p:nvPr/>
          </p:nvSpPr>
          <p:spPr>
            <a:xfrm>
              <a:off x="2509376" y="3456969"/>
              <a:ext cx="46148" cy="122664"/>
            </a:xfrm>
            <a:custGeom>
              <a:avLst/>
              <a:pathLst>
                <a:path w="46148" h="122664">
                  <a:moveTo>
                    <a:pt x="44269" y="18748"/>
                  </a:moveTo>
                  <a:lnTo>
                    <a:pt x="43313" y="20838"/>
                  </a:lnTo>
                  <a:lnTo>
                    <a:pt x="42274" y="23818"/>
                  </a:lnTo>
                  <a:lnTo>
                    <a:pt x="40905" y="28957"/>
                  </a:lnTo>
                  <a:lnTo>
                    <a:pt x="40966" y="30573"/>
                  </a:lnTo>
                  <a:lnTo>
                    <a:pt x="40665" y="31876"/>
                  </a:lnTo>
                  <a:lnTo>
                    <a:pt x="40593" y="34186"/>
                  </a:lnTo>
                  <a:lnTo>
                    <a:pt x="40690" y="36763"/>
                  </a:lnTo>
                  <a:lnTo>
                    <a:pt x="41041" y="38457"/>
                  </a:lnTo>
                  <a:lnTo>
                    <a:pt x="41202" y="41677"/>
                  </a:lnTo>
                  <a:lnTo>
                    <a:pt x="40935" y="44573"/>
                  </a:lnTo>
                  <a:lnTo>
                    <a:pt x="41036" y="46256"/>
                  </a:lnTo>
                  <a:lnTo>
                    <a:pt x="41316" y="48927"/>
                  </a:lnTo>
                  <a:lnTo>
                    <a:pt x="41541" y="51771"/>
                  </a:lnTo>
                  <a:lnTo>
                    <a:pt x="41516" y="52921"/>
                  </a:lnTo>
                  <a:lnTo>
                    <a:pt x="41848" y="53853"/>
                  </a:lnTo>
                  <a:lnTo>
                    <a:pt x="42155" y="54766"/>
                  </a:lnTo>
                  <a:lnTo>
                    <a:pt x="42057" y="57306"/>
                  </a:lnTo>
                  <a:lnTo>
                    <a:pt x="43139" y="61827"/>
                  </a:lnTo>
                  <a:lnTo>
                    <a:pt x="43798" y="63797"/>
                  </a:lnTo>
                  <a:lnTo>
                    <a:pt x="44759" y="65717"/>
                  </a:lnTo>
                  <a:lnTo>
                    <a:pt x="45109" y="67593"/>
                  </a:lnTo>
                  <a:lnTo>
                    <a:pt x="45651" y="69855"/>
                  </a:lnTo>
                  <a:lnTo>
                    <a:pt x="45973" y="70121"/>
                  </a:lnTo>
                  <a:lnTo>
                    <a:pt x="46148" y="71033"/>
                  </a:lnTo>
                  <a:lnTo>
                    <a:pt x="45972" y="72777"/>
                  </a:lnTo>
                  <a:lnTo>
                    <a:pt x="45931" y="75200"/>
                  </a:lnTo>
                  <a:lnTo>
                    <a:pt x="45323" y="78013"/>
                  </a:lnTo>
                  <a:lnTo>
                    <a:pt x="43905" y="83171"/>
                  </a:lnTo>
                  <a:lnTo>
                    <a:pt x="43734" y="84370"/>
                  </a:lnTo>
                  <a:lnTo>
                    <a:pt x="44102" y="88642"/>
                  </a:lnTo>
                  <a:lnTo>
                    <a:pt x="43904" y="92151"/>
                  </a:lnTo>
                  <a:lnTo>
                    <a:pt x="43820" y="93835"/>
                  </a:lnTo>
                  <a:lnTo>
                    <a:pt x="43125" y="96913"/>
                  </a:lnTo>
                  <a:lnTo>
                    <a:pt x="41475" y="104365"/>
                  </a:lnTo>
                  <a:lnTo>
                    <a:pt x="40526" y="105707"/>
                  </a:lnTo>
                  <a:lnTo>
                    <a:pt x="39954" y="107858"/>
                  </a:lnTo>
                  <a:lnTo>
                    <a:pt x="39586" y="107879"/>
                  </a:lnTo>
                  <a:lnTo>
                    <a:pt x="39173" y="108080"/>
                  </a:lnTo>
                  <a:lnTo>
                    <a:pt x="39042" y="108347"/>
                  </a:lnTo>
                  <a:lnTo>
                    <a:pt x="38524" y="108324"/>
                  </a:lnTo>
                  <a:lnTo>
                    <a:pt x="38121" y="107370"/>
                  </a:lnTo>
                  <a:lnTo>
                    <a:pt x="38058" y="106243"/>
                  </a:lnTo>
                  <a:lnTo>
                    <a:pt x="37839" y="104952"/>
                  </a:lnTo>
                  <a:lnTo>
                    <a:pt x="37332" y="104565"/>
                  </a:lnTo>
                  <a:lnTo>
                    <a:pt x="36369" y="105014"/>
                  </a:lnTo>
                  <a:lnTo>
                    <a:pt x="36092" y="104694"/>
                  </a:lnTo>
                  <a:lnTo>
                    <a:pt x="35519" y="103306"/>
                  </a:lnTo>
                  <a:lnTo>
                    <a:pt x="35043" y="101799"/>
                  </a:lnTo>
                  <a:lnTo>
                    <a:pt x="34927" y="100342"/>
                  </a:lnTo>
                  <a:lnTo>
                    <a:pt x="34619" y="100481"/>
                  </a:lnTo>
                  <a:lnTo>
                    <a:pt x="33886" y="101799"/>
                  </a:lnTo>
                  <a:lnTo>
                    <a:pt x="33389" y="102069"/>
                  </a:lnTo>
                  <a:lnTo>
                    <a:pt x="32995" y="101727"/>
                  </a:lnTo>
                  <a:lnTo>
                    <a:pt x="32553" y="101824"/>
                  </a:lnTo>
                  <a:lnTo>
                    <a:pt x="31437" y="103238"/>
                  </a:lnTo>
                  <a:lnTo>
                    <a:pt x="30778" y="103560"/>
                  </a:lnTo>
                  <a:lnTo>
                    <a:pt x="30309" y="104982"/>
                  </a:lnTo>
                  <a:lnTo>
                    <a:pt x="27202" y="105629"/>
                  </a:lnTo>
                  <a:lnTo>
                    <a:pt x="26389" y="106001"/>
                  </a:lnTo>
                  <a:lnTo>
                    <a:pt x="24536" y="103538"/>
                  </a:lnTo>
                  <a:lnTo>
                    <a:pt x="24057" y="102737"/>
                  </a:lnTo>
                  <a:lnTo>
                    <a:pt x="23812" y="102623"/>
                  </a:lnTo>
                  <a:lnTo>
                    <a:pt x="23606" y="102756"/>
                  </a:lnTo>
                  <a:lnTo>
                    <a:pt x="23403" y="103301"/>
                  </a:lnTo>
                  <a:lnTo>
                    <a:pt x="23098" y="106396"/>
                  </a:lnTo>
                  <a:lnTo>
                    <a:pt x="22817" y="107235"/>
                  </a:lnTo>
                  <a:lnTo>
                    <a:pt x="22332" y="107917"/>
                  </a:lnTo>
                  <a:lnTo>
                    <a:pt x="21860" y="109152"/>
                  </a:lnTo>
                  <a:lnTo>
                    <a:pt x="21766" y="110348"/>
                  </a:lnTo>
                  <a:lnTo>
                    <a:pt x="22493" y="111006"/>
                  </a:lnTo>
                  <a:lnTo>
                    <a:pt x="23101" y="113329"/>
                  </a:lnTo>
                  <a:lnTo>
                    <a:pt x="23761" y="115192"/>
                  </a:lnTo>
                  <a:lnTo>
                    <a:pt x="24291" y="116834"/>
                  </a:lnTo>
                  <a:lnTo>
                    <a:pt x="24219" y="118692"/>
                  </a:lnTo>
                  <a:lnTo>
                    <a:pt x="24128" y="121327"/>
                  </a:lnTo>
                  <a:lnTo>
                    <a:pt x="23746" y="122226"/>
                  </a:lnTo>
                  <a:lnTo>
                    <a:pt x="23103" y="122664"/>
                  </a:lnTo>
                  <a:lnTo>
                    <a:pt x="20750" y="121390"/>
                  </a:lnTo>
                  <a:lnTo>
                    <a:pt x="18948" y="120252"/>
                  </a:lnTo>
                  <a:lnTo>
                    <a:pt x="18187" y="120002"/>
                  </a:lnTo>
                  <a:lnTo>
                    <a:pt x="17847" y="119712"/>
                  </a:lnTo>
                  <a:lnTo>
                    <a:pt x="17398" y="118747"/>
                  </a:lnTo>
                  <a:lnTo>
                    <a:pt x="16940" y="117852"/>
                  </a:lnTo>
                  <a:lnTo>
                    <a:pt x="16207" y="117529"/>
                  </a:lnTo>
                  <a:lnTo>
                    <a:pt x="15331" y="116925"/>
                  </a:lnTo>
                  <a:lnTo>
                    <a:pt x="14686" y="114607"/>
                  </a:lnTo>
                  <a:lnTo>
                    <a:pt x="14020" y="111305"/>
                  </a:lnTo>
                  <a:lnTo>
                    <a:pt x="13785" y="109813"/>
                  </a:lnTo>
                  <a:lnTo>
                    <a:pt x="13263" y="108370"/>
                  </a:lnTo>
                  <a:lnTo>
                    <a:pt x="12752" y="106320"/>
                  </a:lnTo>
                  <a:lnTo>
                    <a:pt x="12596" y="104503"/>
                  </a:lnTo>
                  <a:lnTo>
                    <a:pt x="12209" y="102837"/>
                  </a:lnTo>
                  <a:lnTo>
                    <a:pt x="12006" y="102277"/>
                  </a:lnTo>
                  <a:lnTo>
                    <a:pt x="11707" y="100007"/>
                  </a:lnTo>
                  <a:lnTo>
                    <a:pt x="11645" y="99165"/>
                  </a:lnTo>
                  <a:lnTo>
                    <a:pt x="11497" y="99058"/>
                  </a:lnTo>
                  <a:lnTo>
                    <a:pt x="11287" y="98332"/>
                  </a:lnTo>
                  <a:lnTo>
                    <a:pt x="10874" y="95904"/>
                  </a:lnTo>
                  <a:lnTo>
                    <a:pt x="10780" y="95301"/>
                  </a:lnTo>
                  <a:lnTo>
                    <a:pt x="10598" y="95086"/>
                  </a:lnTo>
                  <a:lnTo>
                    <a:pt x="10116" y="93381"/>
                  </a:lnTo>
                  <a:lnTo>
                    <a:pt x="9733" y="92789"/>
                  </a:lnTo>
                  <a:lnTo>
                    <a:pt x="9591" y="91916"/>
                  </a:lnTo>
                  <a:lnTo>
                    <a:pt x="9624" y="89535"/>
                  </a:lnTo>
                  <a:lnTo>
                    <a:pt x="9419" y="88362"/>
                  </a:lnTo>
                  <a:lnTo>
                    <a:pt x="9356" y="86132"/>
                  </a:lnTo>
                  <a:lnTo>
                    <a:pt x="9343" y="85236"/>
                  </a:lnTo>
                  <a:lnTo>
                    <a:pt x="9146" y="84249"/>
                  </a:lnTo>
                  <a:lnTo>
                    <a:pt x="8818" y="83598"/>
                  </a:lnTo>
                  <a:lnTo>
                    <a:pt x="8761" y="81987"/>
                  </a:lnTo>
                  <a:lnTo>
                    <a:pt x="8681" y="78004"/>
                  </a:lnTo>
                  <a:lnTo>
                    <a:pt x="8525" y="77310"/>
                  </a:lnTo>
                  <a:lnTo>
                    <a:pt x="7141" y="77359"/>
                  </a:lnTo>
                  <a:lnTo>
                    <a:pt x="7001" y="77749"/>
                  </a:lnTo>
                  <a:lnTo>
                    <a:pt x="6403" y="77984"/>
                  </a:lnTo>
                  <a:lnTo>
                    <a:pt x="5733" y="78027"/>
                  </a:lnTo>
                  <a:lnTo>
                    <a:pt x="5129" y="77492"/>
                  </a:lnTo>
                  <a:lnTo>
                    <a:pt x="4630" y="76795"/>
                  </a:lnTo>
                  <a:lnTo>
                    <a:pt x="4523" y="75932"/>
                  </a:lnTo>
                  <a:lnTo>
                    <a:pt x="4599" y="73165"/>
                  </a:lnTo>
                  <a:lnTo>
                    <a:pt x="3794" y="71070"/>
                  </a:lnTo>
                  <a:lnTo>
                    <a:pt x="2518" y="68479"/>
                  </a:lnTo>
                  <a:lnTo>
                    <a:pt x="2134" y="65191"/>
                  </a:lnTo>
                  <a:lnTo>
                    <a:pt x="1666" y="63139"/>
                  </a:lnTo>
                  <a:lnTo>
                    <a:pt x="252" y="58847"/>
                  </a:lnTo>
                  <a:lnTo>
                    <a:pt x="2" y="55900"/>
                  </a:lnTo>
                  <a:lnTo>
                    <a:pt x="0" y="53824"/>
                  </a:lnTo>
                  <a:lnTo>
                    <a:pt x="496" y="51917"/>
                  </a:lnTo>
                  <a:lnTo>
                    <a:pt x="1189" y="48564"/>
                  </a:lnTo>
                  <a:lnTo>
                    <a:pt x="1473" y="45515"/>
                  </a:lnTo>
                  <a:lnTo>
                    <a:pt x="1683" y="43929"/>
                  </a:lnTo>
                  <a:lnTo>
                    <a:pt x="2041" y="41852"/>
                  </a:lnTo>
                  <a:lnTo>
                    <a:pt x="2367" y="39161"/>
                  </a:lnTo>
                  <a:lnTo>
                    <a:pt x="2119" y="37501"/>
                  </a:lnTo>
                  <a:lnTo>
                    <a:pt x="1698" y="35877"/>
                  </a:lnTo>
                  <a:lnTo>
                    <a:pt x="1560" y="34662"/>
                  </a:lnTo>
                  <a:lnTo>
                    <a:pt x="1968" y="32883"/>
                  </a:lnTo>
                  <a:lnTo>
                    <a:pt x="2379" y="31629"/>
                  </a:lnTo>
                  <a:lnTo>
                    <a:pt x="2843" y="31452"/>
                  </a:lnTo>
                  <a:lnTo>
                    <a:pt x="3434" y="30700"/>
                  </a:lnTo>
                  <a:lnTo>
                    <a:pt x="3899" y="29619"/>
                  </a:lnTo>
                  <a:lnTo>
                    <a:pt x="4606" y="29335"/>
                  </a:lnTo>
                  <a:lnTo>
                    <a:pt x="5491" y="29222"/>
                  </a:lnTo>
                  <a:lnTo>
                    <a:pt x="7293" y="29220"/>
                  </a:lnTo>
                  <a:lnTo>
                    <a:pt x="8215" y="28759"/>
                  </a:lnTo>
                  <a:lnTo>
                    <a:pt x="8502" y="27891"/>
                  </a:lnTo>
                  <a:lnTo>
                    <a:pt x="8458" y="26227"/>
                  </a:lnTo>
                  <a:lnTo>
                    <a:pt x="8916" y="24715"/>
                  </a:lnTo>
                  <a:lnTo>
                    <a:pt x="9398" y="24080"/>
                  </a:lnTo>
                  <a:lnTo>
                    <a:pt x="9591" y="23581"/>
                  </a:lnTo>
                  <a:lnTo>
                    <a:pt x="9619" y="23026"/>
                  </a:lnTo>
                  <a:lnTo>
                    <a:pt x="9493" y="22513"/>
                  </a:lnTo>
                  <a:lnTo>
                    <a:pt x="9302" y="22179"/>
                  </a:lnTo>
                  <a:lnTo>
                    <a:pt x="8798" y="22063"/>
                  </a:lnTo>
                  <a:lnTo>
                    <a:pt x="8356" y="19446"/>
                  </a:lnTo>
                  <a:lnTo>
                    <a:pt x="8659" y="18305"/>
                  </a:lnTo>
                  <a:lnTo>
                    <a:pt x="9049" y="16201"/>
                  </a:lnTo>
                  <a:lnTo>
                    <a:pt x="9159" y="15016"/>
                  </a:lnTo>
                  <a:lnTo>
                    <a:pt x="9762" y="13149"/>
                  </a:lnTo>
                  <a:lnTo>
                    <a:pt x="9906" y="13727"/>
                  </a:lnTo>
                  <a:lnTo>
                    <a:pt x="10375" y="10332"/>
                  </a:lnTo>
                  <a:lnTo>
                    <a:pt x="10429" y="7571"/>
                  </a:lnTo>
                  <a:lnTo>
                    <a:pt x="10786" y="4847"/>
                  </a:lnTo>
                  <a:lnTo>
                    <a:pt x="11331" y="1618"/>
                  </a:lnTo>
                  <a:lnTo>
                    <a:pt x="12316" y="17"/>
                  </a:lnTo>
                  <a:lnTo>
                    <a:pt x="18037" y="1646"/>
                  </a:lnTo>
                  <a:lnTo>
                    <a:pt x="20654" y="3194"/>
                  </a:lnTo>
                  <a:lnTo>
                    <a:pt x="24016" y="5850"/>
                  </a:lnTo>
                  <a:lnTo>
                    <a:pt x="24492" y="8691"/>
                  </a:lnTo>
                  <a:lnTo>
                    <a:pt x="24516" y="5850"/>
                  </a:lnTo>
                  <a:lnTo>
                    <a:pt x="24352" y="2979"/>
                  </a:lnTo>
                  <a:lnTo>
                    <a:pt x="25280" y="939"/>
                  </a:lnTo>
                  <a:lnTo>
                    <a:pt x="27322" y="223"/>
                  </a:lnTo>
                  <a:lnTo>
                    <a:pt x="30378" y="1206"/>
                  </a:lnTo>
                  <a:lnTo>
                    <a:pt x="33001" y="0"/>
                  </a:lnTo>
                  <a:lnTo>
                    <a:pt x="36573" y="151"/>
                  </a:lnTo>
                  <a:lnTo>
                    <a:pt x="41996" y="2470"/>
                  </a:lnTo>
                  <a:lnTo>
                    <a:pt x="44424" y="4051"/>
                  </a:lnTo>
                  <a:lnTo>
                    <a:pt x="45425" y="5482"/>
                  </a:lnTo>
                  <a:lnTo>
                    <a:pt x="45615" y="8065"/>
                  </a:lnTo>
                  <a:lnTo>
                    <a:pt x="45518" y="11363"/>
                  </a:lnTo>
                  <a:lnTo>
                    <a:pt x="45126" y="1451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0"/>
            <p:cNvSpPr/>
            <p:nvPr/>
          </p:nvSpPr>
          <p:spPr>
            <a:xfrm>
              <a:off x="3360095" y="2168505"/>
              <a:ext cx="64453" cy="54201"/>
            </a:xfrm>
            <a:custGeom>
              <a:avLst/>
              <a:pathLst>
                <a:path w="64453" h="54201">
                  <a:moveTo>
                    <a:pt x="64453" y="15513"/>
                  </a:moveTo>
                  <a:lnTo>
                    <a:pt x="64288" y="16733"/>
                  </a:lnTo>
                  <a:lnTo>
                    <a:pt x="63823" y="18156"/>
                  </a:lnTo>
                  <a:lnTo>
                    <a:pt x="63242" y="19625"/>
                  </a:lnTo>
                  <a:lnTo>
                    <a:pt x="62758" y="21400"/>
                  </a:lnTo>
                  <a:lnTo>
                    <a:pt x="62113" y="25194"/>
                  </a:lnTo>
                  <a:lnTo>
                    <a:pt x="61688" y="26944"/>
                  </a:lnTo>
                  <a:lnTo>
                    <a:pt x="59958" y="30411"/>
                  </a:lnTo>
                  <a:lnTo>
                    <a:pt x="59833" y="35233"/>
                  </a:lnTo>
                  <a:lnTo>
                    <a:pt x="59600" y="35587"/>
                  </a:lnTo>
                  <a:lnTo>
                    <a:pt x="55690" y="37220"/>
                  </a:lnTo>
                  <a:lnTo>
                    <a:pt x="55173" y="36969"/>
                  </a:lnTo>
                  <a:lnTo>
                    <a:pt x="54641" y="36030"/>
                  </a:lnTo>
                  <a:lnTo>
                    <a:pt x="54346" y="35347"/>
                  </a:lnTo>
                  <a:lnTo>
                    <a:pt x="54163" y="34844"/>
                  </a:lnTo>
                  <a:lnTo>
                    <a:pt x="53824" y="33509"/>
                  </a:lnTo>
                  <a:lnTo>
                    <a:pt x="53376" y="32563"/>
                  </a:lnTo>
                  <a:lnTo>
                    <a:pt x="52711" y="31789"/>
                  </a:lnTo>
                  <a:lnTo>
                    <a:pt x="52106" y="30892"/>
                  </a:lnTo>
                  <a:lnTo>
                    <a:pt x="51323" y="30856"/>
                  </a:lnTo>
                  <a:lnTo>
                    <a:pt x="49211" y="32123"/>
                  </a:lnTo>
                  <a:lnTo>
                    <a:pt x="47745" y="32261"/>
                  </a:lnTo>
                  <a:lnTo>
                    <a:pt x="46766" y="31854"/>
                  </a:lnTo>
                  <a:lnTo>
                    <a:pt x="45466" y="31087"/>
                  </a:lnTo>
                  <a:lnTo>
                    <a:pt x="42928" y="30967"/>
                  </a:lnTo>
                  <a:lnTo>
                    <a:pt x="41190" y="31641"/>
                  </a:lnTo>
                  <a:lnTo>
                    <a:pt x="41019" y="32580"/>
                  </a:lnTo>
                  <a:lnTo>
                    <a:pt x="39415" y="38477"/>
                  </a:lnTo>
                  <a:lnTo>
                    <a:pt x="37086" y="40650"/>
                  </a:lnTo>
                  <a:lnTo>
                    <a:pt x="35062" y="42877"/>
                  </a:lnTo>
                  <a:lnTo>
                    <a:pt x="34474" y="43329"/>
                  </a:lnTo>
                  <a:lnTo>
                    <a:pt x="33468" y="42629"/>
                  </a:lnTo>
                  <a:lnTo>
                    <a:pt x="32323" y="41306"/>
                  </a:lnTo>
                  <a:lnTo>
                    <a:pt x="31371" y="40618"/>
                  </a:lnTo>
                  <a:lnTo>
                    <a:pt x="30677" y="40921"/>
                  </a:lnTo>
                  <a:lnTo>
                    <a:pt x="29918" y="42420"/>
                  </a:lnTo>
                  <a:lnTo>
                    <a:pt x="29572" y="43939"/>
                  </a:lnTo>
                  <a:lnTo>
                    <a:pt x="27280" y="45052"/>
                  </a:lnTo>
                  <a:lnTo>
                    <a:pt x="23295" y="45708"/>
                  </a:lnTo>
                  <a:lnTo>
                    <a:pt x="21906" y="47202"/>
                  </a:lnTo>
                  <a:lnTo>
                    <a:pt x="21432" y="48999"/>
                  </a:lnTo>
                  <a:lnTo>
                    <a:pt x="21412" y="50382"/>
                  </a:lnTo>
                  <a:lnTo>
                    <a:pt x="21749" y="51557"/>
                  </a:lnTo>
                  <a:lnTo>
                    <a:pt x="21324" y="52928"/>
                  </a:lnTo>
                  <a:lnTo>
                    <a:pt x="21138" y="53499"/>
                  </a:lnTo>
                  <a:lnTo>
                    <a:pt x="18322" y="53799"/>
                  </a:lnTo>
                  <a:lnTo>
                    <a:pt x="14568" y="54201"/>
                  </a:lnTo>
                  <a:lnTo>
                    <a:pt x="12323" y="54098"/>
                  </a:lnTo>
                  <a:lnTo>
                    <a:pt x="10211" y="54002"/>
                  </a:lnTo>
                  <a:lnTo>
                    <a:pt x="8772" y="52827"/>
                  </a:lnTo>
                  <a:lnTo>
                    <a:pt x="7017" y="50532"/>
                  </a:lnTo>
                  <a:lnTo>
                    <a:pt x="5162" y="47479"/>
                  </a:lnTo>
                  <a:lnTo>
                    <a:pt x="4983" y="47406"/>
                  </a:lnTo>
                  <a:lnTo>
                    <a:pt x="4707" y="47082"/>
                  </a:lnTo>
                  <a:lnTo>
                    <a:pt x="3541" y="46854"/>
                  </a:lnTo>
                  <a:lnTo>
                    <a:pt x="3232" y="47034"/>
                  </a:lnTo>
                  <a:lnTo>
                    <a:pt x="2535" y="46041"/>
                  </a:lnTo>
                  <a:lnTo>
                    <a:pt x="2329" y="44750"/>
                  </a:lnTo>
                  <a:lnTo>
                    <a:pt x="1248" y="41357"/>
                  </a:lnTo>
                  <a:lnTo>
                    <a:pt x="31" y="35777"/>
                  </a:lnTo>
                  <a:lnTo>
                    <a:pt x="0" y="34167"/>
                  </a:lnTo>
                  <a:lnTo>
                    <a:pt x="474" y="32332"/>
                  </a:lnTo>
                  <a:lnTo>
                    <a:pt x="915" y="30931"/>
                  </a:lnTo>
                  <a:lnTo>
                    <a:pt x="978" y="29818"/>
                  </a:lnTo>
                  <a:lnTo>
                    <a:pt x="1026" y="29515"/>
                  </a:lnTo>
                  <a:lnTo>
                    <a:pt x="1391" y="27208"/>
                  </a:lnTo>
                  <a:lnTo>
                    <a:pt x="2277" y="24139"/>
                  </a:lnTo>
                  <a:lnTo>
                    <a:pt x="3099" y="22358"/>
                  </a:lnTo>
                  <a:lnTo>
                    <a:pt x="3699" y="21770"/>
                  </a:lnTo>
                  <a:lnTo>
                    <a:pt x="4930" y="22306"/>
                  </a:lnTo>
                  <a:lnTo>
                    <a:pt x="7039" y="22750"/>
                  </a:lnTo>
                  <a:lnTo>
                    <a:pt x="8660" y="22334"/>
                  </a:lnTo>
                  <a:lnTo>
                    <a:pt x="10172" y="20967"/>
                  </a:lnTo>
                  <a:lnTo>
                    <a:pt x="10993" y="19771"/>
                  </a:lnTo>
                  <a:lnTo>
                    <a:pt x="11695" y="18514"/>
                  </a:lnTo>
                  <a:lnTo>
                    <a:pt x="11929" y="17699"/>
                  </a:lnTo>
                  <a:lnTo>
                    <a:pt x="12241" y="17308"/>
                  </a:lnTo>
                  <a:lnTo>
                    <a:pt x="13492" y="16582"/>
                  </a:lnTo>
                  <a:lnTo>
                    <a:pt x="13890" y="15736"/>
                  </a:lnTo>
                  <a:lnTo>
                    <a:pt x="14054" y="14135"/>
                  </a:lnTo>
                  <a:lnTo>
                    <a:pt x="14163" y="12349"/>
                  </a:lnTo>
                  <a:lnTo>
                    <a:pt x="14420" y="11026"/>
                  </a:lnTo>
                  <a:lnTo>
                    <a:pt x="14742" y="10056"/>
                  </a:lnTo>
                  <a:lnTo>
                    <a:pt x="17057" y="7726"/>
                  </a:lnTo>
                  <a:lnTo>
                    <a:pt x="17264" y="6908"/>
                  </a:lnTo>
                  <a:lnTo>
                    <a:pt x="17636" y="6110"/>
                  </a:lnTo>
                  <a:lnTo>
                    <a:pt x="18320" y="5218"/>
                  </a:lnTo>
                  <a:lnTo>
                    <a:pt x="18984" y="3930"/>
                  </a:lnTo>
                  <a:lnTo>
                    <a:pt x="19687" y="3139"/>
                  </a:lnTo>
                  <a:lnTo>
                    <a:pt x="20592" y="3227"/>
                  </a:lnTo>
                  <a:lnTo>
                    <a:pt x="21427" y="3064"/>
                  </a:lnTo>
                  <a:lnTo>
                    <a:pt x="22078" y="2614"/>
                  </a:lnTo>
                  <a:lnTo>
                    <a:pt x="22364" y="2568"/>
                  </a:lnTo>
                  <a:lnTo>
                    <a:pt x="23568" y="2937"/>
                  </a:lnTo>
                  <a:lnTo>
                    <a:pt x="23784" y="4415"/>
                  </a:lnTo>
                  <a:lnTo>
                    <a:pt x="23910" y="5953"/>
                  </a:lnTo>
                  <a:lnTo>
                    <a:pt x="25966" y="5842"/>
                  </a:lnTo>
                  <a:lnTo>
                    <a:pt x="27111" y="2549"/>
                  </a:lnTo>
                  <a:lnTo>
                    <a:pt x="27703" y="2152"/>
                  </a:lnTo>
                  <a:lnTo>
                    <a:pt x="28655" y="1007"/>
                  </a:lnTo>
                  <a:lnTo>
                    <a:pt x="29284" y="0"/>
                  </a:lnTo>
                  <a:lnTo>
                    <a:pt x="29717" y="630"/>
                  </a:lnTo>
                  <a:lnTo>
                    <a:pt x="30342" y="2745"/>
                  </a:lnTo>
                  <a:lnTo>
                    <a:pt x="31004" y="4449"/>
                  </a:lnTo>
                  <a:lnTo>
                    <a:pt x="31386" y="5122"/>
                  </a:lnTo>
                  <a:lnTo>
                    <a:pt x="31427" y="5645"/>
                  </a:lnTo>
                  <a:lnTo>
                    <a:pt x="31811" y="5958"/>
                  </a:lnTo>
                  <a:lnTo>
                    <a:pt x="32560" y="6149"/>
                  </a:lnTo>
                  <a:lnTo>
                    <a:pt x="33058" y="6664"/>
                  </a:lnTo>
                  <a:lnTo>
                    <a:pt x="33206" y="8248"/>
                  </a:lnTo>
                  <a:lnTo>
                    <a:pt x="33218" y="9684"/>
                  </a:lnTo>
                  <a:lnTo>
                    <a:pt x="32984" y="10711"/>
                  </a:lnTo>
                  <a:lnTo>
                    <a:pt x="32862" y="11621"/>
                  </a:lnTo>
                  <a:lnTo>
                    <a:pt x="33379" y="11978"/>
                  </a:lnTo>
                  <a:lnTo>
                    <a:pt x="34137" y="11633"/>
                  </a:lnTo>
                  <a:lnTo>
                    <a:pt x="34672" y="11119"/>
                  </a:lnTo>
                  <a:lnTo>
                    <a:pt x="36279" y="12304"/>
                  </a:lnTo>
                  <a:lnTo>
                    <a:pt x="36847" y="9661"/>
                  </a:lnTo>
                  <a:lnTo>
                    <a:pt x="37484" y="8312"/>
                  </a:lnTo>
                  <a:lnTo>
                    <a:pt x="38311" y="7684"/>
                  </a:lnTo>
                  <a:lnTo>
                    <a:pt x="39061" y="6860"/>
                  </a:lnTo>
                  <a:lnTo>
                    <a:pt x="39747" y="6277"/>
                  </a:lnTo>
                  <a:lnTo>
                    <a:pt x="40220" y="6312"/>
                  </a:lnTo>
                  <a:lnTo>
                    <a:pt x="40424" y="6068"/>
                  </a:lnTo>
                  <a:lnTo>
                    <a:pt x="41013" y="6132"/>
                  </a:lnTo>
                  <a:lnTo>
                    <a:pt x="41695" y="6397"/>
                  </a:lnTo>
                  <a:lnTo>
                    <a:pt x="42621" y="6087"/>
                  </a:lnTo>
                  <a:lnTo>
                    <a:pt x="43903" y="6730"/>
                  </a:lnTo>
                  <a:lnTo>
                    <a:pt x="44704" y="7950"/>
                  </a:lnTo>
                  <a:lnTo>
                    <a:pt x="45487" y="8362"/>
                  </a:lnTo>
                  <a:lnTo>
                    <a:pt x="46382" y="8291"/>
                  </a:lnTo>
                  <a:lnTo>
                    <a:pt x="46994" y="7619"/>
                  </a:lnTo>
                  <a:lnTo>
                    <a:pt x="47882" y="5302"/>
                  </a:lnTo>
                  <a:lnTo>
                    <a:pt x="48526" y="5338"/>
                  </a:lnTo>
                  <a:lnTo>
                    <a:pt x="49535" y="4971"/>
                  </a:lnTo>
                  <a:lnTo>
                    <a:pt x="50960" y="4992"/>
                  </a:lnTo>
                  <a:lnTo>
                    <a:pt x="54244" y="5488"/>
                  </a:lnTo>
                  <a:lnTo>
                    <a:pt x="55067" y="6375"/>
                  </a:lnTo>
                  <a:lnTo>
                    <a:pt x="57088" y="7512"/>
                  </a:lnTo>
                  <a:lnTo>
                    <a:pt x="57969" y="8824"/>
                  </a:lnTo>
                  <a:lnTo>
                    <a:pt x="58360" y="10389"/>
                  </a:lnTo>
                  <a:lnTo>
                    <a:pt x="58564" y="11470"/>
                  </a:lnTo>
                  <a:lnTo>
                    <a:pt x="60636" y="13133"/>
                  </a:lnTo>
                  <a:lnTo>
                    <a:pt x="63708" y="152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1"/>
            <p:cNvSpPr/>
            <p:nvPr/>
          </p:nvSpPr>
          <p:spPr>
            <a:xfrm>
              <a:off x="3320527" y="2249305"/>
              <a:ext cx="35633" cy="42400"/>
            </a:xfrm>
            <a:custGeom>
              <a:avLst/>
              <a:pathLst>
                <a:path w="35633" h="42400">
                  <a:moveTo>
                    <a:pt x="35633" y="10737"/>
                  </a:moveTo>
                  <a:lnTo>
                    <a:pt x="34627" y="10013"/>
                  </a:lnTo>
                  <a:lnTo>
                    <a:pt x="33418" y="9711"/>
                  </a:lnTo>
                  <a:lnTo>
                    <a:pt x="33191" y="10102"/>
                  </a:lnTo>
                  <a:lnTo>
                    <a:pt x="32705" y="10500"/>
                  </a:lnTo>
                  <a:lnTo>
                    <a:pt x="32459" y="11212"/>
                  </a:lnTo>
                  <a:lnTo>
                    <a:pt x="32648" y="14011"/>
                  </a:lnTo>
                  <a:lnTo>
                    <a:pt x="32354" y="14491"/>
                  </a:lnTo>
                  <a:lnTo>
                    <a:pt x="30980" y="14214"/>
                  </a:lnTo>
                  <a:lnTo>
                    <a:pt x="30526" y="14536"/>
                  </a:lnTo>
                  <a:lnTo>
                    <a:pt x="29779" y="16485"/>
                  </a:lnTo>
                  <a:lnTo>
                    <a:pt x="29014" y="17305"/>
                  </a:lnTo>
                  <a:lnTo>
                    <a:pt x="28040" y="17889"/>
                  </a:lnTo>
                  <a:lnTo>
                    <a:pt x="27321" y="18595"/>
                  </a:lnTo>
                  <a:lnTo>
                    <a:pt x="26412" y="19208"/>
                  </a:lnTo>
                  <a:lnTo>
                    <a:pt x="25637" y="19577"/>
                  </a:lnTo>
                  <a:lnTo>
                    <a:pt x="25331" y="20428"/>
                  </a:lnTo>
                  <a:lnTo>
                    <a:pt x="25145" y="21372"/>
                  </a:lnTo>
                  <a:lnTo>
                    <a:pt x="25193" y="22281"/>
                  </a:lnTo>
                  <a:lnTo>
                    <a:pt x="25981" y="24076"/>
                  </a:lnTo>
                  <a:lnTo>
                    <a:pt x="26087" y="25991"/>
                  </a:lnTo>
                  <a:lnTo>
                    <a:pt x="26002" y="28332"/>
                  </a:lnTo>
                  <a:lnTo>
                    <a:pt x="25821" y="29582"/>
                  </a:lnTo>
                  <a:lnTo>
                    <a:pt x="25510" y="30413"/>
                  </a:lnTo>
                  <a:lnTo>
                    <a:pt x="23572" y="31489"/>
                  </a:lnTo>
                  <a:lnTo>
                    <a:pt x="21562" y="33410"/>
                  </a:lnTo>
                  <a:lnTo>
                    <a:pt x="21515" y="33850"/>
                  </a:lnTo>
                  <a:lnTo>
                    <a:pt x="22432" y="35558"/>
                  </a:lnTo>
                  <a:lnTo>
                    <a:pt x="22469" y="35984"/>
                  </a:lnTo>
                  <a:lnTo>
                    <a:pt x="21710" y="36955"/>
                  </a:lnTo>
                  <a:lnTo>
                    <a:pt x="21636" y="37929"/>
                  </a:lnTo>
                  <a:lnTo>
                    <a:pt x="21722" y="39055"/>
                  </a:lnTo>
                  <a:lnTo>
                    <a:pt x="22125" y="40215"/>
                  </a:lnTo>
                  <a:lnTo>
                    <a:pt x="22270" y="41257"/>
                  </a:lnTo>
                  <a:lnTo>
                    <a:pt x="21165" y="42015"/>
                  </a:lnTo>
                  <a:lnTo>
                    <a:pt x="19670" y="41738"/>
                  </a:lnTo>
                  <a:lnTo>
                    <a:pt x="17900" y="40286"/>
                  </a:lnTo>
                  <a:lnTo>
                    <a:pt x="17280" y="40500"/>
                  </a:lnTo>
                  <a:lnTo>
                    <a:pt x="16679" y="41248"/>
                  </a:lnTo>
                  <a:lnTo>
                    <a:pt x="16066" y="40927"/>
                  </a:lnTo>
                  <a:lnTo>
                    <a:pt x="15390" y="40032"/>
                  </a:lnTo>
                  <a:lnTo>
                    <a:pt x="14436" y="38171"/>
                  </a:lnTo>
                  <a:lnTo>
                    <a:pt x="13971" y="37030"/>
                  </a:lnTo>
                  <a:lnTo>
                    <a:pt x="13780" y="35813"/>
                  </a:lnTo>
                  <a:lnTo>
                    <a:pt x="13520" y="35637"/>
                  </a:lnTo>
                  <a:lnTo>
                    <a:pt x="13124" y="35991"/>
                  </a:lnTo>
                  <a:lnTo>
                    <a:pt x="12797" y="37470"/>
                  </a:lnTo>
                  <a:lnTo>
                    <a:pt x="11913" y="40113"/>
                  </a:lnTo>
                  <a:lnTo>
                    <a:pt x="11261" y="40831"/>
                  </a:lnTo>
                  <a:lnTo>
                    <a:pt x="10274" y="40678"/>
                  </a:lnTo>
                  <a:lnTo>
                    <a:pt x="8891" y="40722"/>
                  </a:lnTo>
                  <a:lnTo>
                    <a:pt x="8031" y="40938"/>
                  </a:lnTo>
                  <a:lnTo>
                    <a:pt x="6978" y="40005"/>
                  </a:lnTo>
                  <a:lnTo>
                    <a:pt x="6723" y="40184"/>
                  </a:lnTo>
                  <a:lnTo>
                    <a:pt x="6721" y="40797"/>
                  </a:lnTo>
                  <a:lnTo>
                    <a:pt x="6329" y="41766"/>
                  </a:lnTo>
                  <a:lnTo>
                    <a:pt x="5683" y="42400"/>
                  </a:lnTo>
                  <a:lnTo>
                    <a:pt x="2691" y="40970"/>
                  </a:lnTo>
                  <a:lnTo>
                    <a:pt x="2267" y="39784"/>
                  </a:lnTo>
                  <a:lnTo>
                    <a:pt x="2942" y="39221"/>
                  </a:lnTo>
                  <a:lnTo>
                    <a:pt x="3879" y="37695"/>
                  </a:lnTo>
                  <a:lnTo>
                    <a:pt x="4516" y="37861"/>
                  </a:lnTo>
                  <a:lnTo>
                    <a:pt x="5297" y="37539"/>
                  </a:lnTo>
                  <a:lnTo>
                    <a:pt x="5637" y="36890"/>
                  </a:lnTo>
                  <a:lnTo>
                    <a:pt x="5143" y="34952"/>
                  </a:lnTo>
                  <a:lnTo>
                    <a:pt x="3900" y="32563"/>
                  </a:lnTo>
                  <a:lnTo>
                    <a:pt x="3239" y="31655"/>
                  </a:lnTo>
                  <a:lnTo>
                    <a:pt x="2329" y="31053"/>
                  </a:lnTo>
                  <a:lnTo>
                    <a:pt x="2173" y="30410"/>
                  </a:lnTo>
                  <a:lnTo>
                    <a:pt x="2676" y="26641"/>
                  </a:lnTo>
                  <a:lnTo>
                    <a:pt x="2525" y="26106"/>
                  </a:lnTo>
                  <a:lnTo>
                    <a:pt x="1487" y="26283"/>
                  </a:lnTo>
                  <a:lnTo>
                    <a:pt x="1243" y="25890"/>
                  </a:lnTo>
                  <a:lnTo>
                    <a:pt x="1158" y="25236"/>
                  </a:lnTo>
                  <a:lnTo>
                    <a:pt x="1228" y="24340"/>
                  </a:lnTo>
                  <a:lnTo>
                    <a:pt x="1928" y="22875"/>
                  </a:lnTo>
                  <a:lnTo>
                    <a:pt x="2706" y="21575"/>
                  </a:lnTo>
                  <a:lnTo>
                    <a:pt x="2915" y="20847"/>
                  </a:lnTo>
                  <a:lnTo>
                    <a:pt x="2887" y="20277"/>
                  </a:lnTo>
                  <a:lnTo>
                    <a:pt x="1890" y="19700"/>
                  </a:lnTo>
                  <a:lnTo>
                    <a:pt x="1289" y="19108"/>
                  </a:lnTo>
                  <a:lnTo>
                    <a:pt x="812" y="18903"/>
                  </a:lnTo>
                  <a:lnTo>
                    <a:pt x="485" y="19235"/>
                  </a:lnTo>
                  <a:lnTo>
                    <a:pt x="242" y="18861"/>
                  </a:lnTo>
                  <a:lnTo>
                    <a:pt x="0" y="17778"/>
                  </a:lnTo>
                  <a:lnTo>
                    <a:pt x="241" y="16126"/>
                  </a:lnTo>
                  <a:lnTo>
                    <a:pt x="1138" y="14599"/>
                  </a:lnTo>
                  <a:lnTo>
                    <a:pt x="2101" y="13243"/>
                  </a:lnTo>
                  <a:lnTo>
                    <a:pt x="2939" y="12255"/>
                  </a:lnTo>
                  <a:lnTo>
                    <a:pt x="3423" y="11831"/>
                  </a:lnTo>
                  <a:lnTo>
                    <a:pt x="3653" y="10135"/>
                  </a:lnTo>
                  <a:lnTo>
                    <a:pt x="4152" y="10311"/>
                  </a:lnTo>
                  <a:lnTo>
                    <a:pt x="5145" y="10402"/>
                  </a:lnTo>
                  <a:lnTo>
                    <a:pt x="6252" y="10788"/>
                  </a:lnTo>
                  <a:lnTo>
                    <a:pt x="7283" y="11261"/>
                  </a:lnTo>
                  <a:lnTo>
                    <a:pt x="8190" y="11860"/>
                  </a:lnTo>
                  <a:lnTo>
                    <a:pt x="10095" y="12486"/>
                  </a:lnTo>
                  <a:lnTo>
                    <a:pt x="11828" y="12864"/>
                  </a:lnTo>
                  <a:lnTo>
                    <a:pt x="12351" y="13213"/>
                  </a:lnTo>
                  <a:lnTo>
                    <a:pt x="12778" y="13185"/>
                  </a:lnTo>
                  <a:lnTo>
                    <a:pt x="13303" y="13698"/>
                  </a:lnTo>
                  <a:lnTo>
                    <a:pt x="13614" y="13307"/>
                  </a:lnTo>
                  <a:lnTo>
                    <a:pt x="13839" y="12623"/>
                  </a:lnTo>
                  <a:lnTo>
                    <a:pt x="14784" y="11815"/>
                  </a:lnTo>
                  <a:lnTo>
                    <a:pt x="15653" y="10760"/>
                  </a:lnTo>
                  <a:lnTo>
                    <a:pt x="16264" y="9417"/>
                  </a:lnTo>
                  <a:lnTo>
                    <a:pt x="16606" y="8356"/>
                  </a:lnTo>
                  <a:lnTo>
                    <a:pt x="17203" y="7605"/>
                  </a:lnTo>
                  <a:lnTo>
                    <a:pt x="17841" y="7388"/>
                  </a:lnTo>
                  <a:lnTo>
                    <a:pt x="18423" y="7012"/>
                  </a:lnTo>
                  <a:lnTo>
                    <a:pt x="20880" y="6510"/>
                  </a:lnTo>
                  <a:lnTo>
                    <a:pt x="23404" y="6903"/>
                  </a:lnTo>
                  <a:lnTo>
                    <a:pt x="24608" y="6165"/>
                  </a:lnTo>
                  <a:lnTo>
                    <a:pt x="25599" y="4870"/>
                  </a:lnTo>
                  <a:lnTo>
                    <a:pt x="27124" y="4491"/>
                  </a:lnTo>
                  <a:lnTo>
                    <a:pt x="29290" y="5485"/>
                  </a:lnTo>
                  <a:lnTo>
                    <a:pt x="29456" y="4907"/>
                  </a:lnTo>
                  <a:lnTo>
                    <a:pt x="29549" y="4651"/>
                  </a:lnTo>
                  <a:lnTo>
                    <a:pt x="29508" y="1829"/>
                  </a:lnTo>
                  <a:lnTo>
                    <a:pt x="30193" y="545"/>
                  </a:lnTo>
                  <a:lnTo>
                    <a:pt x="30828" y="0"/>
                  </a:lnTo>
                  <a:lnTo>
                    <a:pt x="32991" y="177"/>
                  </a:lnTo>
                  <a:lnTo>
                    <a:pt x="33274" y="1043"/>
                  </a:lnTo>
                  <a:lnTo>
                    <a:pt x="33387" y="2386"/>
                  </a:lnTo>
                  <a:lnTo>
                    <a:pt x="33580" y="4185"/>
                  </a:lnTo>
                  <a:lnTo>
                    <a:pt x="33941" y="4683"/>
                  </a:lnTo>
                  <a:lnTo>
                    <a:pt x="34138" y="5391"/>
                  </a:lnTo>
                  <a:lnTo>
                    <a:pt x="34100" y="6636"/>
                  </a:lnTo>
                  <a:lnTo>
                    <a:pt x="34523" y="7566"/>
                  </a:lnTo>
                  <a:lnTo>
                    <a:pt x="35513" y="100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2"/>
            <p:cNvSpPr/>
            <p:nvPr/>
          </p:nvSpPr>
          <p:spPr>
            <a:xfrm>
              <a:off x="3354775" y="1939578"/>
              <a:ext cx="8216" cy="32648"/>
            </a:xfrm>
            <a:custGeom>
              <a:avLst/>
              <a:pathLst>
                <a:path w="8216" h="32648">
                  <a:moveTo>
                    <a:pt x="1525" y="31160"/>
                  </a:moveTo>
                  <a:lnTo>
                    <a:pt x="942" y="32648"/>
                  </a:lnTo>
                  <a:lnTo>
                    <a:pt x="425" y="32542"/>
                  </a:lnTo>
                  <a:lnTo>
                    <a:pt x="80" y="30558"/>
                  </a:lnTo>
                  <a:lnTo>
                    <a:pt x="0" y="25454"/>
                  </a:lnTo>
                  <a:lnTo>
                    <a:pt x="206" y="22932"/>
                  </a:lnTo>
                  <a:lnTo>
                    <a:pt x="2682" y="13835"/>
                  </a:lnTo>
                  <a:lnTo>
                    <a:pt x="3788" y="13092"/>
                  </a:lnTo>
                  <a:lnTo>
                    <a:pt x="5342" y="7517"/>
                  </a:lnTo>
                  <a:lnTo>
                    <a:pt x="5762" y="5036"/>
                  </a:lnTo>
                  <a:lnTo>
                    <a:pt x="6436" y="2803"/>
                  </a:lnTo>
                  <a:lnTo>
                    <a:pt x="6834" y="806"/>
                  </a:lnTo>
                  <a:lnTo>
                    <a:pt x="7168" y="0"/>
                  </a:lnTo>
                  <a:lnTo>
                    <a:pt x="7893" y="378"/>
                  </a:lnTo>
                  <a:lnTo>
                    <a:pt x="8216" y="745"/>
                  </a:lnTo>
                  <a:lnTo>
                    <a:pt x="7452" y="1908"/>
                  </a:lnTo>
                  <a:lnTo>
                    <a:pt x="7540" y="3422"/>
                  </a:lnTo>
                  <a:lnTo>
                    <a:pt x="7487" y="4049"/>
                  </a:lnTo>
                  <a:lnTo>
                    <a:pt x="5559" y="10633"/>
                  </a:lnTo>
                  <a:lnTo>
                    <a:pt x="5043" y="14908"/>
                  </a:lnTo>
                  <a:lnTo>
                    <a:pt x="4359" y="159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3"/>
            <p:cNvSpPr/>
            <p:nvPr/>
          </p:nvSpPr>
          <p:spPr>
            <a:xfrm>
              <a:off x="3374203" y="1922723"/>
              <a:ext cx="11030" cy="29400"/>
            </a:xfrm>
            <a:custGeom>
              <a:avLst/>
              <a:pathLst>
                <a:path w="11030" h="29400">
                  <a:moveTo>
                    <a:pt x="11030" y="2350"/>
                  </a:moveTo>
                  <a:lnTo>
                    <a:pt x="10091" y="3054"/>
                  </a:lnTo>
                  <a:lnTo>
                    <a:pt x="9539" y="5137"/>
                  </a:lnTo>
                  <a:lnTo>
                    <a:pt x="8778" y="5489"/>
                  </a:lnTo>
                  <a:lnTo>
                    <a:pt x="8048" y="6183"/>
                  </a:lnTo>
                  <a:lnTo>
                    <a:pt x="7788" y="12776"/>
                  </a:lnTo>
                  <a:lnTo>
                    <a:pt x="9116" y="15280"/>
                  </a:lnTo>
                  <a:lnTo>
                    <a:pt x="8386" y="15631"/>
                  </a:lnTo>
                  <a:lnTo>
                    <a:pt x="7719" y="16381"/>
                  </a:lnTo>
                  <a:lnTo>
                    <a:pt x="7242" y="17491"/>
                  </a:lnTo>
                  <a:lnTo>
                    <a:pt x="6754" y="19879"/>
                  </a:lnTo>
                  <a:lnTo>
                    <a:pt x="4921" y="21232"/>
                  </a:lnTo>
                  <a:lnTo>
                    <a:pt x="4227" y="22233"/>
                  </a:lnTo>
                  <a:lnTo>
                    <a:pt x="3203" y="24461"/>
                  </a:lnTo>
                  <a:lnTo>
                    <a:pt x="2670" y="27694"/>
                  </a:lnTo>
                  <a:lnTo>
                    <a:pt x="1633" y="29074"/>
                  </a:lnTo>
                  <a:lnTo>
                    <a:pt x="469" y="29400"/>
                  </a:lnTo>
                  <a:lnTo>
                    <a:pt x="1152" y="26751"/>
                  </a:lnTo>
                  <a:lnTo>
                    <a:pt x="2047" y="24592"/>
                  </a:lnTo>
                  <a:lnTo>
                    <a:pt x="1186" y="23112"/>
                  </a:lnTo>
                  <a:lnTo>
                    <a:pt x="668" y="20795"/>
                  </a:lnTo>
                  <a:lnTo>
                    <a:pt x="0" y="19017"/>
                  </a:lnTo>
                  <a:lnTo>
                    <a:pt x="532" y="17032"/>
                  </a:lnTo>
                  <a:lnTo>
                    <a:pt x="270" y="13778"/>
                  </a:lnTo>
                  <a:lnTo>
                    <a:pt x="357" y="10603"/>
                  </a:lnTo>
                  <a:lnTo>
                    <a:pt x="1133" y="9000"/>
                  </a:lnTo>
                  <a:lnTo>
                    <a:pt x="2022" y="7692"/>
                  </a:lnTo>
                  <a:lnTo>
                    <a:pt x="3407" y="4687"/>
                  </a:lnTo>
                  <a:lnTo>
                    <a:pt x="4909" y="2508"/>
                  </a:lnTo>
                  <a:lnTo>
                    <a:pt x="7004" y="1529"/>
                  </a:lnTo>
                  <a:lnTo>
                    <a:pt x="7949" y="2432"/>
                  </a:lnTo>
                  <a:lnTo>
                    <a:pt x="8358" y="451"/>
                  </a:lnTo>
                  <a:lnTo>
                    <a:pt x="9033" y="0"/>
                  </a:lnTo>
                  <a:lnTo>
                    <a:pt x="9667" y="45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4"/>
            <p:cNvSpPr/>
            <p:nvPr/>
          </p:nvSpPr>
          <p:spPr>
            <a:xfrm>
              <a:off x="3384811" y="1920777"/>
              <a:ext cx="3317" cy="3578"/>
            </a:xfrm>
            <a:custGeom>
              <a:avLst/>
              <a:pathLst>
                <a:path w="3317" h="3578">
                  <a:moveTo>
                    <a:pt x="1329" y="1735"/>
                  </a:moveTo>
                  <a:lnTo>
                    <a:pt x="1125" y="3578"/>
                  </a:lnTo>
                  <a:lnTo>
                    <a:pt x="536" y="3438"/>
                  </a:lnTo>
                  <a:lnTo>
                    <a:pt x="0" y="2077"/>
                  </a:lnTo>
                  <a:lnTo>
                    <a:pt x="1085" y="0"/>
                  </a:lnTo>
                  <a:lnTo>
                    <a:pt x="2746" y="112"/>
                  </a:lnTo>
                  <a:lnTo>
                    <a:pt x="3317" y="5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5"/>
            <p:cNvSpPr/>
            <p:nvPr/>
          </p:nvSpPr>
          <p:spPr>
            <a:xfrm>
              <a:off x="3376983" y="1887489"/>
              <a:ext cx="1540" cy="2608"/>
            </a:xfrm>
            <a:custGeom>
              <a:avLst/>
              <a:pathLst>
                <a:path w="1540" h="2608">
                  <a:moveTo>
                    <a:pt x="752" y="2327"/>
                  </a:moveTo>
                  <a:lnTo>
                    <a:pt x="249" y="2608"/>
                  </a:lnTo>
                  <a:lnTo>
                    <a:pt x="0" y="2519"/>
                  </a:lnTo>
                  <a:lnTo>
                    <a:pt x="310" y="1147"/>
                  </a:lnTo>
                  <a:lnTo>
                    <a:pt x="541" y="554"/>
                  </a:lnTo>
                  <a:lnTo>
                    <a:pt x="1306" y="0"/>
                  </a:lnTo>
                  <a:lnTo>
                    <a:pt x="1540" y="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6"/>
            <p:cNvSpPr/>
            <p:nvPr/>
          </p:nvSpPr>
          <p:spPr>
            <a:xfrm>
              <a:off x="3379200" y="1874489"/>
              <a:ext cx="1741" cy="3266"/>
            </a:xfrm>
            <a:custGeom>
              <a:avLst/>
              <a:pathLst>
                <a:path w="1741" h="3266">
                  <a:moveTo>
                    <a:pt x="571" y="2288"/>
                  </a:moveTo>
                  <a:lnTo>
                    <a:pt x="286" y="3266"/>
                  </a:lnTo>
                  <a:lnTo>
                    <a:pt x="0" y="2067"/>
                  </a:lnTo>
                  <a:lnTo>
                    <a:pt x="114" y="1832"/>
                  </a:lnTo>
                  <a:lnTo>
                    <a:pt x="309" y="649"/>
                  </a:lnTo>
                  <a:lnTo>
                    <a:pt x="860" y="0"/>
                  </a:lnTo>
                  <a:lnTo>
                    <a:pt x="1741" y="389"/>
                  </a:lnTo>
                  <a:lnTo>
                    <a:pt x="1735" y="685"/>
                  </a:lnTo>
                  <a:lnTo>
                    <a:pt x="893" y="164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7"/>
            <p:cNvSpPr/>
            <p:nvPr/>
          </p:nvSpPr>
          <p:spPr>
            <a:xfrm>
              <a:off x="3295193" y="1594097"/>
              <a:ext cx="147715" cy="404540"/>
            </a:xfrm>
            <a:custGeom>
              <a:avLst/>
              <a:pathLst>
                <a:path w="147715" h="404540">
                  <a:moveTo>
                    <a:pt x="147715" y="95490"/>
                  </a:moveTo>
                  <a:lnTo>
                    <a:pt x="144706" y="96171"/>
                  </a:lnTo>
                  <a:lnTo>
                    <a:pt x="142445" y="94803"/>
                  </a:lnTo>
                  <a:lnTo>
                    <a:pt x="141317" y="95489"/>
                  </a:lnTo>
                  <a:lnTo>
                    <a:pt x="139345" y="95517"/>
                  </a:lnTo>
                  <a:lnTo>
                    <a:pt x="137104" y="96056"/>
                  </a:lnTo>
                  <a:lnTo>
                    <a:pt x="136349" y="97126"/>
                  </a:lnTo>
                  <a:lnTo>
                    <a:pt x="135756" y="97556"/>
                  </a:lnTo>
                  <a:lnTo>
                    <a:pt x="133678" y="96045"/>
                  </a:lnTo>
                  <a:lnTo>
                    <a:pt x="131716" y="93549"/>
                  </a:lnTo>
                  <a:lnTo>
                    <a:pt x="130282" y="95452"/>
                  </a:lnTo>
                  <a:lnTo>
                    <a:pt x="129354" y="95813"/>
                  </a:lnTo>
                  <a:lnTo>
                    <a:pt x="128520" y="94091"/>
                  </a:lnTo>
                  <a:lnTo>
                    <a:pt x="127792" y="93811"/>
                  </a:lnTo>
                  <a:lnTo>
                    <a:pt x="127398" y="94385"/>
                  </a:lnTo>
                  <a:lnTo>
                    <a:pt x="127053" y="95907"/>
                  </a:lnTo>
                  <a:lnTo>
                    <a:pt x="126504" y="97105"/>
                  </a:lnTo>
                  <a:lnTo>
                    <a:pt x="126361" y="97862"/>
                  </a:lnTo>
                  <a:lnTo>
                    <a:pt x="126266" y="100919"/>
                  </a:lnTo>
                  <a:lnTo>
                    <a:pt x="126123" y="101628"/>
                  </a:lnTo>
                  <a:lnTo>
                    <a:pt x="124218" y="101232"/>
                  </a:lnTo>
                  <a:lnTo>
                    <a:pt x="124332" y="102034"/>
                  </a:lnTo>
                  <a:lnTo>
                    <a:pt x="124747" y="102439"/>
                  </a:lnTo>
                  <a:lnTo>
                    <a:pt x="124914" y="102948"/>
                  </a:lnTo>
                  <a:lnTo>
                    <a:pt x="124223" y="103618"/>
                  </a:lnTo>
                  <a:lnTo>
                    <a:pt x="122331" y="103554"/>
                  </a:lnTo>
                  <a:lnTo>
                    <a:pt x="122138" y="104264"/>
                  </a:lnTo>
                  <a:lnTo>
                    <a:pt x="122671" y="105386"/>
                  </a:lnTo>
                  <a:lnTo>
                    <a:pt x="122256" y="106369"/>
                  </a:lnTo>
                  <a:lnTo>
                    <a:pt x="121871" y="106755"/>
                  </a:lnTo>
                  <a:lnTo>
                    <a:pt x="119612" y="107366"/>
                  </a:lnTo>
                  <a:lnTo>
                    <a:pt x="118305" y="107226"/>
                  </a:lnTo>
                  <a:lnTo>
                    <a:pt x="117931" y="107862"/>
                  </a:lnTo>
                  <a:lnTo>
                    <a:pt x="117827" y="108689"/>
                  </a:lnTo>
                  <a:lnTo>
                    <a:pt x="118074" y="109500"/>
                  </a:lnTo>
                  <a:lnTo>
                    <a:pt x="118651" y="109931"/>
                  </a:lnTo>
                  <a:lnTo>
                    <a:pt x="118840" y="110446"/>
                  </a:lnTo>
                  <a:lnTo>
                    <a:pt x="118800" y="111562"/>
                  </a:lnTo>
                  <a:lnTo>
                    <a:pt x="118320" y="111764"/>
                  </a:lnTo>
                  <a:lnTo>
                    <a:pt x="116957" y="109804"/>
                  </a:lnTo>
                  <a:lnTo>
                    <a:pt x="116543" y="109905"/>
                  </a:lnTo>
                  <a:lnTo>
                    <a:pt x="116854" y="110924"/>
                  </a:lnTo>
                  <a:lnTo>
                    <a:pt x="117633" y="112035"/>
                  </a:lnTo>
                  <a:lnTo>
                    <a:pt x="118083" y="113169"/>
                  </a:lnTo>
                  <a:lnTo>
                    <a:pt x="118477" y="114534"/>
                  </a:lnTo>
                  <a:lnTo>
                    <a:pt x="118400" y="115568"/>
                  </a:lnTo>
                  <a:lnTo>
                    <a:pt x="116708" y="118910"/>
                  </a:lnTo>
                  <a:lnTo>
                    <a:pt x="115219" y="121021"/>
                  </a:lnTo>
                  <a:lnTo>
                    <a:pt x="114107" y="122922"/>
                  </a:lnTo>
                  <a:lnTo>
                    <a:pt x="113452" y="124938"/>
                  </a:lnTo>
                  <a:lnTo>
                    <a:pt x="114211" y="125954"/>
                  </a:lnTo>
                  <a:lnTo>
                    <a:pt x="115054" y="127420"/>
                  </a:lnTo>
                  <a:lnTo>
                    <a:pt x="115648" y="130237"/>
                  </a:lnTo>
                  <a:lnTo>
                    <a:pt x="116355" y="132749"/>
                  </a:lnTo>
                  <a:lnTo>
                    <a:pt x="117784" y="135150"/>
                  </a:lnTo>
                  <a:lnTo>
                    <a:pt x="117496" y="136538"/>
                  </a:lnTo>
                  <a:lnTo>
                    <a:pt x="117164" y="137618"/>
                  </a:lnTo>
                  <a:lnTo>
                    <a:pt x="114787" y="139994"/>
                  </a:lnTo>
                  <a:lnTo>
                    <a:pt x="112093" y="143575"/>
                  </a:lnTo>
                  <a:lnTo>
                    <a:pt x="109188" y="152740"/>
                  </a:lnTo>
                  <a:lnTo>
                    <a:pt x="108222" y="153968"/>
                  </a:lnTo>
                  <a:lnTo>
                    <a:pt x="105680" y="155520"/>
                  </a:lnTo>
                  <a:lnTo>
                    <a:pt x="104745" y="157022"/>
                  </a:lnTo>
                  <a:lnTo>
                    <a:pt x="102852" y="158808"/>
                  </a:lnTo>
                  <a:lnTo>
                    <a:pt x="99547" y="160342"/>
                  </a:lnTo>
                  <a:lnTo>
                    <a:pt x="98048" y="162480"/>
                  </a:lnTo>
                  <a:lnTo>
                    <a:pt x="97371" y="164692"/>
                  </a:lnTo>
                  <a:lnTo>
                    <a:pt x="96618" y="164849"/>
                  </a:lnTo>
                  <a:lnTo>
                    <a:pt x="95872" y="163985"/>
                  </a:lnTo>
                  <a:lnTo>
                    <a:pt x="94876" y="163342"/>
                  </a:lnTo>
                  <a:lnTo>
                    <a:pt x="94747" y="164785"/>
                  </a:lnTo>
                  <a:lnTo>
                    <a:pt x="94789" y="165843"/>
                  </a:lnTo>
                  <a:lnTo>
                    <a:pt x="93195" y="164274"/>
                  </a:lnTo>
                  <a:lnTo>
                    <a:pt x="92443" y="165714"/>
                  </a:lnTo>
                  <a:lnTo>
                    <a:pt x="91856" y="168119"/>
                  </a:lnTo>
                  <a:lnTo>
                    <a:pt x="89562" y="171358"/>
                  </a:lnTo>
                  <a:lnTo>
                    <a:pt x="87091" y="170775"/>
                  </a:lnTo>
                  <a:lnTo>
                    <a:pt x="86813" y="171347"/>
                  </a:lnTo>
                  <a:lnTo>
                    <a:pt x="87471" y="171760"/>
                  </a:lnTo>
                  <a:lnTo>
                    <a:pt x="87571" y="172278"/>
                  </a:lnTo>
                  <a:lnTo>
                    <a:pt x="87122" y="172554"/>
                  </a:lnTo>
                  <a:lnTo>
                    <a:pt x="86442" y="172525"/>
                  </a:lnTo>
                  <a:lnTo>
                    <a:pt x="85393" y="173166"/>
                  </a:lnTo>
                  <a:lnTo>
                    <a:pt x="84703" y="173115"/>
                  </a:lnTo>
                  <a:lnTo>
                    <a:pt x="84376" y="174648"/>
                  </a:lnTo>
                  <a:lnTo>
                    <a:pt x="83842" y="176506"/>
                  </a:lnTo>
                  <a:lnTo>
                    <a:pt x="82446" y="177275"/>
                  </a:lnTo>
                  <a:lnTo>
                    <a:pt x="81726" y="177434"/>
                  </a:lnTo>
                  <a:lnTo>
                    <a:pt x="81370" y="178490"/>
                  </a:lnTo>
                  <a:lnTo>
                    <a:pt x="83518" y="178712"/>
                  </a:lnTo>
                  <a:lnTo>
                    <a:pt x="83346" y="179607"/>
                  </a:lnTo>
                  <a:lnTo>
                    <a:pt x="83297" y="180501"/>
                  </a:lnTo>
                  <a:lnTo>
                    <a:pt x="83075" y="181461"/>
                  </a:lnTo>
                  <a:lnTo>
                    <a:pt x="80633" y="182843"/>
                  </a:lnTo>
                  <a:lnTo>
                    <a:pt x="80257" y="183932"/>
                  </a:lnTo>
                  <a:lnTo>
                    <a:pt x="79747" y="184607"/>
                  </a:lnTo>
                  <a:lnTo>
                    <a:pt x="78662" y="184569"/>
                  </a:lnTo>
                  <a:lnTo>
                    <a:pt x="78701" y="183939"/>
                  </a:lnTo>
                  <a:lnTo>
                    <a:pt x="78879" y="183228"/>
                  </a:lnTo>
                  <a:lnTo>
                    <a:pt x="77261" y="183292"/>
                  </a:lnTo>
                  <a:lnTo>
                    <a:pt x="76756" y="181729"/>
                  </a:lnTo>
                  <a:lnTo>
                    <a:pt x="76449" y="182130"/>
                  </a:lnTo>
                  <a:lnTo>
                    <a:pt x="76631" y="183391"/>
                  </a:lnTo>
                  <a:lnTo>
                    <a:pt x="77055" y="184703"/>
                  </a:lnTo>
                  <a:lnTo>
                    <a:pt x="77526" y="186626"/>
                  </a:lnTo>
                  <a:lnTo>
                    <a:pt x="77143" y="187842"/>
                  </a:lnTo>
                  <a:lnTo>
                    <a:pt x="76715" y="188445"/>
                  </a:lnTo>
                  <a:lnTo>
                    <a:pt x="77027" y="189002"/>
                  </a:lnTo>
                  <a:lnTo>
                    <a:pt x="77891" y="189426"/>
                  </a:lnTo>
                  <a:lnTo>
                    <a:pt x="78240" y="190187"/>
                  </a:lnTo>
                  <a:lnTo>
                    <a:pt x="77215" y="190839"/>
                  </a:lnTo>
                  <a:lnTo>
                    <a:pt x="75937" y="193077"/>
                  </a:lnTo>
                  <a:lnTo>
                    <a:pt x="74612" y="193132"/>
                  </a:lnTo>
                  <a:lnTo>
                    <a:pt x="73801" y="194609"/>
                  </a:lnTo>
                  <a:lnTo>
                    <a:pt x="72941" y="194605"/>
                  </a:lnTo>
                  <a:lnTo>
                    <a:pt x="72241" y="193674"/>
                  </a:lnTo>
                  <a:lnTo>
                    <a:pt x="71120" y="192910"/>
                  </a:lnTo>
                  <a:lnTo>
                    <a:pt x="70758" y="194257"/>
                  </a:lnTo>
                  <a:lnTo>
                    <a:pt x="70701" y="195329"/>
                  </a:lnTo>
                  <a:lnTo>
                    <a:pt x="71333" y="198042"/>
                  </a:lnTo>
                  <a:lnTo>
                    <a:pt x="72539" y="200141"/>
                  </a:lnTo>
                  <a:lnTo>
                    <a:pt x="73657" y="201047"/>
                  </a:lnTo>
                  <a:lnTo>
                    <a:pt x="72853" y="201659"/>
                  </a:lnTo>
                  <a:lnTo>
                    <a:pt x="72254" y="203018"/>
                  </a:lnTo>
                  <a:lnTo>
                    <a:pt x="71532" y="207263"/>
                  </a:lnTo>
                  <a:lnTo>
                    <a:pt x="71140" y="208933"/>
                  </a:lnTo>
                  <a:lnTo>
                    <a:pt x="70714" y="211883"/>
                  </a:lnTo>
                  <a:lnTo>
                    <a:pt x="70983" y="214371"/>
                  </a:lnTo>
                  <a:lnTo>
                    <a:pt x="71200" y="215595"/>
                  </a:lnTo>
                  <a:lnTo>
                    <a:pt x="71746" y="217256"/>
                  </a:lnTo>
                  <a:lnTo>
                    <a:pt x="70260" y="217042"/>
                  </a:lnTo>
                  <a:lnTo>
                    <a:pt x="68691" y="216071"/>
                  </a:lnTo>
                  <a:lnTo>
                    <a:pt x="68910" y="218087"/>
                  </a:lnTo>
                  <a:lnTo>
                    <a:pt x="67946" y="220469"/>
                  </a:lnTo>
                  <a:lnTo>
                    <a:pt x="68126" y="222570"/>
                  </a:lnTo>
                  <a:lnTo>
                    <a:pt x="68326" y="223939"/>
                  </a:lnTo>
                  <a:lnTo>
                    <a:pt x="68028" y="226203"/>
                  </a:lnTo>
                  <a:lnTo>
                    <a:pt x="68482" y="226914"/>
                  </a:lnTo>
                  <a:lnTo>
                    <a:pt x="68728" y="228263"/>
                  </a:lnTo>
                  <a:lnTo>
                    <a:pt x="68322" y="229259"/>
                  </a:lnTo>
                  <a:lnTo>
                    <a:pt x="68503" y="230115"/>
                  </a:lnTo>
                  <a:lnTo>
                    <a:pt x="68570" y="233151"/>
                  </a:lnTo>
                  <a:lnTo>
                    <a:pt x="68879" y="237900"/>
                  </a:lnTo>
                  <a:lnTo>
                    <a:pt x="68765" y="238904"/>
                  </a:lnTo>
                  <a:lnTo>
                    <a:pt x="69628" y="243032"/>
                  </a:lnTo>
                  <a:lnTo>
                    <a:pt x="69427" y="244479"/>
                  </a:lnTo>
                  <a:lnTo>
                    <a:pt x="69311" y="246323"/>
                  </a:lnTo>
                  <a:lnTo>
                    <a:pt x="70548" y="248095"/>
                  </a:lnTo>
                  <a:lnTo>
                    <a:pt x="71651" y="248066"/>
                  </a:lnTo>
                  <a:lnTo>
                    <a:pt x="72769" y="248038"/>
                  </a:lnTo>
                  <a:lnTo>
                    <a:pt x="73196" y="248483"/>
                  </a:lnTo>
                  <a:lnTo>
                    <a:pt x="73624" y="249737"/>
                  </a:lnTo>
                  <a:lnTo>
                    <a:pt x="73969" y="251217"/>
                  </a:lnTo>
                  <a:lnTo>
                    <a:pt x="74889" y="251094"/>
                  </a:lnTo>
                  <a:lnTo>
                    <a:pt x="76358" y="249890"/>
                  </a:lnTo>
                  <a:lnTo>
                    <a:pt x="77314" y="249602"/>
                  </a:lnTo>
                  <a:lnTo>
                    <a:pt x="77945" y="251918"/>
                  </a:lnTo>
                  <a:lnTo>
                    <a:pt x="79662" y="254977"/>
                  </a:lnTo>
                  <a:lnTo>
                    <a:pt x="80661" y="256348"/>
                  </a:lnTo>
                  <a:lnTo>
                    <a:pt x="82359" y="257069"/>
                  </a:lnTo>
                  <a:lnTo>
                    <a:pt x="84147" y="259538"/>
                  </a:lnTo>
                  <a:lnTo>
                    <a:pt x="83897" y="262513"/>
                  </a:lnTo>
                  <a:lnTo>
                    <a:pt x="84643" y="263507"/>
                  </a:lnTo>
                  <a:lnTo>
                    <a:pt x="86753" y="264681"/>
                  </a:lnTo>
                  <a:lnTo>
                    <a:pt x="87500" y="266265"/>
                  </a:lnTo>
                  <a:lnTo>
                    <a:pt x="87858" y="267616"/>
                  </a:lnTo>
                  <a:lnTo>
                    <a:pt x="88413" y="268736"/>
                  </a:lnTo>
                  <a:lnTo>
                    <a:pt x="89063" y="272119"/>
                  </a:lnTo>
                  <a:lnTo>
                    <a:pt x="88837" y="274204"/>
                  </a:lnTo>
                  <a:lnTo>
                    <a:pt x="87987" y="274921"/>
                  </a:lnTo>
                  <a:lnTo>
                    <a:pt x="85978" y="277155"/>
                  </a:lnTo>
                  <a:lnTo>
                    <a:pt x="85083" y="278822"/>
                  </a:lnTo>
                  <a:lnTo>
                    <a:pt x="84381" y="279861"/>
                  </a:lnTo>
                  <a:lnTo>
                    <a:pt x="82386" y="282089"/>
                  </a:lnTo>
                  <a:lnTo>
                    <a:pt x="81656" y="282489"/>
                  </a:lnTo>
                  <a:lnTo>
                    <a:pt x="80956" y="283647"/>
                  </a:lnTo>
                  <a:lnTo>
                    <a:pt x="80279" y="284154"/>
                  </a:lnTo>
                  <a:lnTo>
                    <a:pt x="79674" y="283862"/>
                  </a:lnTo>
                  <a:lnTo>
                    <a:pt x="77411" y="285960"/>
                  </a:lnTo>
                  <a:lnTo>
                    <a:pt x="77587" y="286856"/>
                  </a:lnTo>
                  <a:lnTo>
                    <a:pt x="79322" y="287236"/>
                  </a:lnTo>
                  <a:lnTo>
                    <a:pt x="80207" y="286785"/>
                  </a:lnTo>
                  <a:lnTo>
                    <a:pt x="80888" y="285731"/>
                  </a:lnTo>
                  <a:lnTo>
                    <a:pt x="81632" y="285488"/>
                  </a:lnTo>
                  <a:lnTo>
                    <a:pt x="82311" y="285687"/>
                  </a:lnTo>
                  <a:lnTo>
                    <a:pt x="83031" y="284856"/>
                  </a:lnTo>
                  <a:lnTo>
                    <a:pt x="83595" y="284524"/>
                  </a:lnTo>
                  <a:lnTo>
                    <a:pt x="84178" y="284923"/>
                  </a:lnTo>
                  <a:lnTo>
                    <a:pt x="84829" y="286915"/>
                  </a:lnTo>
                  <a:lnTo>
                    <a:pt x="83479" y="287953"/>
                  </a:lnTo>
                  <a:lnTo>
                    <a:pt x="82521" y="288000"/>
                  </a:lnTo>
                  <a:lnTo>
                    <a:pt x="82053" y="291268"/>
                  </a:lnTo>
                  <a:lnTo>
                    <a:pt x="81473" y="292672"/>
                  </a:lnTo>
                  <a:lnTo>
                    <a:pt x="81057" y="293347"/>
                  </a:lnTo>
                  <a:lnTo>
                    <a:pt x="78931" y="294738"/>
                  </a:lnTo>
                  <a:lnTo>
                    <a:pt x="77528" y="296501"/>
                  </a:lnTo>
                  <a:lnTo>
                    <a:pt x="75875" y="297921"/>
                  </a:lnTo>
                  <a:lnTo>
                    <a:pt x="75153" y="297612"/>
                  </a:lnTo>
                  <a:lnTo>
                    <a:pt x="74065" y="299055"/>
                  </a:lnTo>
                  <a:lnTo>
                    <a:pt x="71648" y="300763"/>
                  </a:lnTo>
                  <a:lnTo>
                    <a:pt x="70409" y="303065"/>
                  </a:lnTo>
                  <a:lnTo>
                    <a:pt x="67629" y="305124"/>
                  </a:lnTo>
                  <a:lnTo>
                    <a:pt x="66213" y="306799"/>
                  </a:lnTo>
                  <a:lnTo>
                    <a:pt x="62366" y="306887"/>
                  </a:lnTo>
                  <a:lnTo>
                    <a:pt x="58692" y="306519"/>
                  </a:lnTo>
                  <a:lnTo>
                    <a:pt x="57539" y="307315"/>
                  </a:lnTo>
                  <a:lnTo>
                    <a:pt x="58717" y="307562"/>
                  </a:lnTo>
                  <a:lnTo>
                    <a:pt x="59544" y="308344"/>
                  </a:lnTo>
                  <a:lnTo>
                    <a:pt x="60534" y="308018"/>
                  </a:lnTo>
                  <a:lnTo>
                    <a:pt x="62862" y="308409"/>
                  </a:lnTo>
                  <a:lnTo>
                    <a:pt x="64059" y="308835"/>
                  </a:lnTo>
                  <a:lnTo>
                    <a:pt x="65596" y="311573"/>
                  </a:lnTo>
                  <a:lnTo>
                    <a:pt x="64466" y="312547"/>
                  </a:lnTo>
                  <a:lnTo>
                    <a:pt x="62509" y="313295"/>
                  </a:lnTo>
                  <a:lnTo>
                    <a:pt x="63243" y="317179"/>
                  </a:lnTo>
                  <a:lnTo>
                    <a:pt x="63848" y="319797"/>
                  </a:lnTo>
                  <a:lnTo>
                    <a:pt x="63056" y="321377"/>
                  </a:lnTo>
                  <a:lnTo>
                    <a:pt x="62997" y="328565"/>
                  </a:lnTo>
                  <a:lnTo>
                    <a:pt x="61885" y="328702"/>
                  </a:lnTo>
                  <a:lnTo>
                    <a:pt x="61412" y="331676"/>
                  </a:lnTo>
                  <a:lnTo>
                    <a:pt x="61763" y="333192"/>
                  </a:lnTo>
                  <a:lnTo>
                    <a:pt x="61735" y="336714"/>
                  </a:lnTo>
                  <a:lnTo>
                    <a:pt x="61967" y="338884"/>
                  </a:lnTo>
                  <a:lnTo>
                    <a:pt x="62512" y="340883"/>
                  </a:lnTo>
                  <a:lnTo>
                    <a:pt x="62269" y="342966"/>
                  </a:lnTo>
                  <a:lnTo>
                    <a:pt x="60511" y="347843"/>
                  </a:lnTo>
                  <a:lnTo>
                    <a:pt x="60550" y="350131"/>
                  </a:lnTo>
                  <a:lnTo>
                    <a:pt x="60867" y="351490"/>
                  </a:lnTo>
                  <a:lnTo>
                    <a:pt x="61101" y="353663"/>
                  </a:lnTo>
                  <a:lnTo>
                    <a:pt x="60301" y="357840"/>
                  </a:lnTo>
                  <a:lnTo>
                    <a:pt x="59737" y="361330"/>
                  </a:lnTo>
                  <a:lnTo>
                    <a:pt x="59066" y="364268"/>
                  </a:lnTo>
                  <a:lnTo>
                    <a:pt x="57564" y="367793"/>
                  </a:lnTo>
                  <a:lnTo>
                    <a:pt x="56817" y="370427"/>
                  </a:lnTo>
                  <a:lnTo>
                    <a:pt x="55068" y="378649"/>
                  </a:lnTo>
                  <a:lnTo>
                    <a:pt x="54201" y="380280"/>
                  </a:lnTo>
                  <a:lnTo>
                    <a:pt x="53137" y="381534"/>
                  </a:lnTo>
                  <a:lnTo>
                    <a:pt x="51952" y="380374"/>
                  </a:lnTo>
                  <a:lnTo>
                    <a:pt x="50865" y="379742"/>
                  </a:lnTo>
                  <a:lnTo>
                    <a:pt x="49538" y="379819"/>
                  </a:lnTo>
                  <a:lnTo>
                    <a:pt x="47458" y="380769"/>
                  </a:lnTo>
                  <a:lnTo>
                    <a:pt x="44331" y="380138"/>
                  </a:lnTo>
                  <a:lnTo>
                    <a:pt x="41275" y="380442"/>
                  </a:lnTo>
                  <a:lnTo>
                    <a:pt x="40502" y="381263"/>
                  </a:lnTo>
                  <a:lnTo>
                    <a:pt x="40966" y="384247"/>
                  </a:lnTo>
                  <a:lnTo>
                    <a:pt x="39839" y="384638"/>
                  </a:lnTo>
                  <a:lnTo>
                    <a:pt x="38738" y="383789"/>
                  </a:lnTo>
                  <a:lnTo>
                    <a:pt x="37769" y="384802"/>
                  </a:lnTo>
                  <a:lnTo>
                    <a:pt x="36959" y="385913"/>
                  </a:lnTo>
                  <a:lnTo>
                    <a:pt x="35369" y="388549"/>
                  </a:lnTo>
                  <a:lnTo>
                    <a:pt x="34837" y="390172"/>
                  </a:lnTo>
                  <a:lnTo>
                    <a:pt x="34699" y="393230"/>
                  </a:lnTo>
                  <a:lnTo>
                    <a:pt x="35534" y="395971"/>
                  </a:lnTo>
                  <a:lnTo>
                    <a:pt x="36275" y="399181"/>
                  </a:lnTo>
                  <a:lnTo>
                    <a:pt x="34368" y="403055"/>
                  </a:lnTo>
                  <a:lnTo>
                    <a:pt x="33303" y="403187"/>
                  </a:lnTo>
                  <a:lnTo>
                    <a:pt x="30196" y="402112"/>
                  </a:lnTo>
                  <a:lnTo>
                    <a:pt x="24689" y="404540"/>
                  </a:lnTo>
                  <a:lnTo>
                    <a:pt x="19743" y="402620"/>
                  </a:lnTo>
                  <a:lnTo>
                    <a:pt x="20365" y="400545"/>
                  </a:lnTo>
                  <a:lnTo>
                    <a:pt x="20344" y="399020"/>
                  </a:lnTo>
                  <a:lnTo>
                    <a:pt x="20623" y="396674"/>
                  </a:lnTo>
                  <a:lnTo>
                    <a:pt x="20790" y="394274"/>
                  </a:lnTo>
                  <a:lnTo>
                    <a:pt x="20743" y="392669"/>
                  </a:lnTo>
                  <a:lnTo>
                    <a:pt x="20381" y="390957"/>
                  </a:lnTo>
                  <a:lnTo>
                    <a:pt x="19161" y="388718"/>
                  </a:lnTo>
                  <a:lnTo>
                    <a:pt x="16413" y="381161"/>
                  </a:lnTo>
                  <a:lnTo>
                    <a:pt x="15600" y="377970"/>
                  </a:lnTo>
                  <a:lnTo>
                    <a:pt x="15034" y="376642"/>
                  </a:lnTo>
                  <a:lnTo>
                    <a:pt x="15441" y="376569"/>
                  </a:lnTo>
                  <a:lnTo>
                    <a:pt x="17705" y="378282"/>
                  </a:lnTo>
                  <a:lnTo>
                    <a:pt x="18233" y="378071"/>
                  </a:lnTo>
                  <a:lnTo>
                    <a:pt x="18787" y="377428"/>
                  </a:lnTo>
                  <a:lnTo>
                    <a:pt x="18112" y="374977"/>
                  </a:lnTo>
                  <a:lnTo>
                    <a:pt x="17532" y="373867"/>
                  </a:lnTo>
                  <a:lnTo>
                    <a:pt x="17138" y="372208"/>
                  </a:lnTo>
                  <a:lnTo>
                    <a:pt x="18463" y="371759"/>
                  </a:lnTo>
                  <a:lnTo>
                    <a:pt x="19420" y="371859"/>
                  </a:lnTo>
                  <a:lnTo>
                    <a:pt x="20126" y="369992"/>
                  </a:lnTo>
                  <a:lnTo>
                    <a:pt x="19719" y="366973"/>
                  </a:lnTo>
                  <a:lnTo>
                    <a:pt x="18691" y="366044"/>
                  </a:lnTo>
                  <a:lnTo>
                    <a:pt x="17832" y="365640"/>
                  </a:lnTo>
                  <a:lnTo>
                    <a:pt x="16187" y="360899"/>
                  </a:lnTo>
                  <a:lnTo>
                    <a:pt x="14470" y="358443"/>
                  </a:lnTo>
                  <a:lnTo>
                    <a:pt x="11408" y="348971"/>
                  </a:lnTo>
                  <a:lnTo>
                    <a:pt x="10288" y="342470"/>
                  </a:lnTo>
                  <a:lnTo>
                    <a:pt x="9247" y="343087"/>
                  </a:lnTo>
                  <a:lnTo>
                    <a:pt x="8741" y="340255"/>
                  </a:lnTo>
                  <a:lnTo>
                    <a:pt x="8379" y="337573"/>
                  </a:lnTo>
                  <a:lnTo>
                    <a:pt x="8307" y="335600"/>
                  </a:lnTo>
                  <a:lnTo>
                    <a:pt x="6674" y="334471"/>
                  </a:lnTo>
                  <a:lnTo>
                    <a:pt x="6608" y="333088"/>
                  </a:lnTo>
                  <a:lnTo>
                    <a:pt x="6314" y="326921"/>
                  </a:lnTo>
                  <a:lnTo>
                    <a:pt x="4563" y="326092"/>
                  </a:lnTo>
                  <a:lnTo>
                    <a:pt x="3431" y="322631"/>
                  </a:lnTo>
                  <a:lnTo>
                    <a:pt x="3229" y="316082"/>
                  </a:lnTo>
                  <a:lnTo>
                    <a:pt x="2075" y="314890"/>
                  </a:lnTo>
                  <a:lnTo>
                    <a:pt x="1147" y="315220"/>
                  </a:lnTo>
                  <a:lnTo>
                    <a:pt x="1190" y="313597"/>
                  </a:lnTo>
                  <a:lnTo>
                    <a:pt x="1412" y="312074"/>
                  </a:lnTo>
                  <a:lnTo>
                    <a:pt x="870" y="306037"/>
                  </a:lnTo>
                  <a:lnTo>
                    <a:pt x="689" y="300527"/>
                  </a:lnTo>
                  <a:lnTo>
                    <a:pt x="249" y="298863"/>
                  </a:lnTo>
                  <a:lnTo>
                    <a:pt x="0" y="296916"/>
                  </a:lnTo>
                  <a:lnTo>
                    <a:pt x="224" y="295233"/>
                  </a:lnTo>
                  <a:lnTo>
                    <a:pt x="552" y="294266"/>
                  </a:lnTo>
                  <a:lnTo>
                    <a:pt x="1682" y="294012"/>
                  </a:lnTo>
                  <a:lnTo>
                    <a:pt x="2737" y="295500"/>
                  </a:lnTo>
                  <a:lnTo>
                    <a:pt x="3673" y="299253"/>
                  </a:lnTo>
                  <a:lnTo>
                    <a:pt x="4501" y="299740"/>
                  </a:lnTo>
                  <a:lnTo>
                    <a:pt x="5627" y="298764"/>
                  </a:lnTo>
                  <a:lnTo>
                    <a:pt x="6416" y="296028"/>
                  </a:lnTo>
                  <a:lnTo>
                    <a:pt x="6866" y="291923"/>
                  </a:lnTo>
                  <a:lnTo>
                    <a:pt x="7392" y="288013"/>
                  </a:lnTo>
                  <a:lnTo>
                    <a:pt x="6770" y="283831"/>
                  </a:lnTo>
                  <a:lnTo>
                    <a:pt x="6105" y="280157"/>
                  </a:lnTo>
                  <a:lnTo>
                    <a:pt x="6059" y="279078"/>
                  </a:lnTo>
                  <a:lnTo>
                    <a:pt x="7802" y="275979"/>
                  </a:lnTo>
                  <a:lnTo>
                    <a:pt x="8335" y="273458"/>
                  </a:lnTo>
                  <a:lnTo>
                    <a:pt x="8913" y="271059"/>
                  </a:lnTo>
                  <a:lnTo>
                    <a:pt x="9551" y="270242"/>
                  </a:lnTo>
                  <a:lnTo>
                    <a:pt x="10500" y="270056"/>
                  </a:lnTo>
                  <a:lnTo>
                    <a:pt x="11606" y="269604"/>
                  </a:lnTo>
                  <a:lnTo>
                    <a:pt x="13000" y="267998"/>
                  </a:lnTo>
                  <a:lnTo>
                    <a:pt x="14249" y="265847"/>
                  </a:lnTo>
                  <a:lnTo>
                    <a:pt x="15204" y="263875"/>
                  </a:lnTo>
                  <a:lnTo>
                    <a:pt x="15528" y="259972"/>
                  </a:lnTo>
                  <a:lnTo>
                    <a:pt x="15541" y="258011"/>
                  </a:lnTo>
                  <a:lnTo>
                    <a:pt x="15961" y="256555"/>
                  </a:lnTo>
                  <a:lnTo>
                    <a:pt x="16368" y="253712"/>
                  </a:lnTo>
                  <a:lnTo>
                    <a:pt x="15973" y="250907"/>
                  </a:lnTo>
                  <a:lnTo>
                    <a:pt x="14741" y="246652"/>
                  </a:lnTo>
                  <a:lnTo>
                    <a:pt x="13257" y="240668"/>
                  </a:lnTo>
                  <a:lnTo>
                    <a:pt x="13024" y="237402"/>
                  </a:lnTo>
                  <a:lnTo>
                    <a:pt x="13700" y="236796"/>
                  </a:lnTo>
                  <a:lnTo>
                    <a:pt x="14993" y="236255"/>
                  </a:lnTo>
                  <a:lnTo>
                    <a:pt x="17440" y="236098"/>
                  </a:lnTo>
                  <a:lnTo>
                    <a:pt x="17701" y="235712"/>
                  </a:lnTo>
                  <a:lnTo>
                    <a:pt x="17949" y="234282"/>
                  </a:lnTo>
                  <a:lnTo>
                    <a:pt x="18500" y="232340"/>
                  </a:lnTo>
                  <a:lnTo>
                    <a:pt x="19089" y="230926"/>
                  </a:lnTo>
                  <a:lnTo>
                    <a:pt x="19491" y="228903"/>
                  </a:lnTo>
                  <a:lnTo>
                    <a:pt x="19685" y="227071"/>
                  </a:lnTo>
                  <a:lnTo>
                    <a:pt x="18286" y="224311"/>
                  </a:lnTo>
                  <a:lnTo>
                    <a:pt x="16453" y="221486"/>
                  </a:lnTo>
                  <a:lnTo>
                    <a:pt x="15212" y="220550"/>
                  </a:lnTo>
                  <a:lnTo>
                    <a:pt x="13001" y="218172"/>
                  </a:lnTo>
                  <a:lnTo>
                    <a:pt x="11448" y="216184"/>
                  </a:lnTo>
                  <a:lnTo>
                    <a:pt x="12337" y="208616"/>
                  </a:lnTo>
                  <a:lnTo>
                    <a:pt x="13000" y="202985"/>
                  </a:lnTo>
                  <a:lnTo>
                    <a:pt x="13106" y="201616"/>
                  </a:lnTo>
                  <a:lnTo>
                    <a:pt x="13130" y="199493"/>
                  </a:lnTo>
                  <a:lnTo>
                    <a:pt x="10985" y="190442"/>
                  </a:lnTo>
                  <a:lnTo>
                    <a:pt x="11068" y="188429"/>
                  </a:lnTo>
                  <a:lnTo>
                    <a:pt x="11272" y="186617"/>
                  </a:lnTo>
                  <a:lnTo>
                    <a:pt x="11042" y="183527"/>
                  </a:lnTo>
                  <a:lnTo>
                    <a:pt x="10917" y="180762"/>
                  </a:lnTo>
                  <a:lnTo>
                    <a:pt x="11285" y="179924"/>
                  </a:lnTo>
                  <a:lnTo>
                    <a:pt x="12161" y="178364"/>
                  </a:lnTo>
                  <a:lnTo>
                    <a:pt x="11326" y="175945"/>
                  </a:lnTo>
                  <a:lnTo>
                    <a:pt x="11258" y="175748"/>
                  </a:lnTo>
                  <a:lnTo>
                    <a:pt x="9683" y="169764"/>
                  </a:lnTo>
                  <a:lnTo>
                    <a:pt x="12092" y="163838"/>
                  </a:lnTo>
                  <a:lnTo>
                    <a:pt x="11673" y="160773"/>
                  </a:lnTo>
                  <a:lnTo>
                    <a:pt x="13113" y="158550"/>
                  </a:lnTo>
                  <a:lnTo>
                    <a:pt x="15733" y="153457"/>
                  </a:lnTo>
                  <a:lnTo>
                    <a:pt x="17207" y="150593"/>
                  </a:lnTo>
                  <a:lnTo>
                    <a:pt x="17520" y="150092"/>
                  </a:lnTo>
                  <a:lnTo>
                    <a:pt x="18686" y="148834"/>
                  </a:lnTo>
                  <a:lnTo>
                    <a:pt x="20898" y="147342"/>
                  </a:lnTo>
                  <a:lnTo>
                    <a:pt x="23350" y="146615"/>
                  </a:lnTo>
                  <a:lnTo>
                    <a:pt x="24441" y="146624"/>
                  </a:lnTo>
                  <a:lnTo>
                    <a:pt x="28655" y="147634"/>
                  </a:lnTo>
                  <a:lnTo>
                    <a:pt x="31947" y="148420"/>
                  </a:lnTo>
                  <a:lnTo>
                    <a:pt x="32426" y="147631"/>
                  </a:lnTo>
                  <a:lnTo>
                    <a:pt x="33113" y="146012"/>
                  </a:lnTo>
                  <a:lnTo>
                    <a:pt x="33998" y="143706"/>
                  </a:lnTo>
                  <a:lnTo>
                    <a:pt x="34076" y="141142"/>
                  </a:lnTo>
                  <a:lnTo>
                    <a:pt x="33756" y="137377"/>
                  </a:lnTo>
                  <a:lnTo>
                    <a:pt x="33276" y="135123"/>
                  </a:lnTo>
                  <a:lnTo>
                    <a:pt x="30959" y="133658"/>
                  </a:lnTo>
                  <a:lnTo>
                    <a:pt x="28424" y="131650"/>
                  </a:lnTo>
                  <a:lnTo>
                    <a:pt x="31541" y="125290"/>
                  </a:lnTo>
                  <a:lnTo>
                    <a:pt x="33702" y="120876"/>
                  </a:lnTo>
                  <a:lnTo>
                    <a:pt x="36397" y="114236"/>
                  </a:lnTo>
                  <a:lnTo>
                    <a:pt x="37235" y="111473"/>
                  </a:lnTo>
                  <a:lnTo>
                    <a:pt x="37842" y="110377"/>
                  </a:lnTo>
                  <a:lnTo>
                    <a:pt x="38635" y="100185"/>
                  </a:lnTo>
                  <a:lnTo>
                    <a:pt x="39160" y="97334"/>
                  </a:lnTo>
                  <a:lnTo>
                    <a:pt x="39601" y="95845"/>
                  </a:lnTo>
                  <a:lnTo>
                    <a:pt x="39607" y="94316"/>
                  </a:lnTo>
                  <a:lnTo>
                    <a:pt x="39321" y="91737"/>
                  </a:lnTo>
                  <a:lnTo>
                    <a:pt x="38564" y="85914"/>
                  </a:lnTo>
                  <a:lnTo>
                    <a:pt x="42819" y="85194"/>
                  </a:lnTo>
                  <a:lnTo>
                    <a:pt x="44205" y="84786"/>
                  </a:lnTo>
                  <a:lnTo>
                    <a:pt x="45491" y="84090"/>
                  </a:lnTo>
                  <a:lnTo>
                    <a:pt x="48007" y="82288"/>
                  </a:lnTo>
                  <a:lnTo>
                    <a:pt x="49244" y="80695"/>
                  </a:lnTo>
                  <a:lnTo>
                    <a:pt x="48553" y="75262"/>
                  </a:lnTo>
                  <a:lnTo>
                    <a:pt x="50076" y="73422"/>
                  </a:lnTo>
                  <a:lnTo>
                    <a:pt x="53790" y="67017"/>
                  </a:lnTo>
                  <a:lnTo>
                    <a:pt x="57805" y="60884"/>
                  </a:lnTo>
                  <a:lnTo>
                    <a:pt x="59688" y="58562"/>
                  </a:lnTo>
                  <a:lnTo>
                    <a:pt x="59883" y="57428"/>
                  </a:lnTo>
                  <a:lnTo>
                    <a:pt x="60037" y="55605"/>
                  </a:lnTo>
                  <a:lnTo>
                    <a:pt x="59201" y="52740"/>
                  </a:lnTo>
                  <a:lnTo>
                    <a:pt x="58303" y="50966"/>
                  </a:lnTo>
                  <a:lnTo>
                    <a:pt x="56553" y="47604"/>
                  </a:lnTo>
                  <a:lnTo>
                    <a:pt x="57304" y="45259"/>
                  </a:lnTo>
                  <a:lnTo>
                    <a:pt x="58593" y="44803"/>
                  </a:lnTo>
                  <a:lnTo>
                    <a:pt x="60297" y="43883"/>
                  </a:lnTo>
                  <a:lnTo>
                    <a:pt x="61625" y="41879"/>
                  </a:lnTo>
                  <a:lnTo>
                    <a:pt x="61755" y="41621"/>
                  </a:lnTo>
                  <a:lnTo>
                    <a:pt x="64004" y="33740"/>
                  </a:lnTo>
                  <a:lnTo>
                    <a:pt x="68397" y="29748"/>
                  </a:lnTo>
                  <a:lnTo>
                    <a:pt x="70147" y="27570"/>
                  </a:lnTo>
                  <a:lnTo>
                    <a:pt x="72874" y="29207"/>
                  </a:lnTo>
                  <a:lnTo>
                    <a:pt x="76871" y="31675"/>
                  </a:lnTo>
                  <a:lnTo>
                    <a:pt x="78648" y="28042"/>
                  </a:lnTo>
                  <a:lnTo>
                    <a:pt x="79236" y="26695"/>
                  </a:lnTo>
                  <a:lnTo>
                    <a:pt x="79823" y="24709"/>
                  </a:lnTo>
                  <a:lnTo>
                    <a:pt x="79588" y="21276"/>
                  </a:lnTo>
                  <a:lnTo>
                    <a:pt x="79487" y="16816"/>
                  </a:lnTo>
                  <a:lnTo>
                    <a:pt x="79663" y="15024"/>
                  </a:lnTo>
                  <a:lnTo>
                    <a:pt x="81258" y="14226"/>
                  </a:lnTo>
                  <a:lnTo>
                    <a:pt x="82116" y="14019"/>
                  </a:lnTo>
                  <a:lnTo>
                    <a:pt x="86558" y="15862"/>
                  </a:lnTo>
                  <a:lnTo>
                    <a:pt x="87676" y="15830"/>
                  </a:lnTo>
                  <a:lnTo>
                    <a:pt x="89770" y="16078"/>
                  </a:lnTo>
                  <a:lnTo>
                    <a:pt x="92113" y="16888"/>
                  </a:lnTo>
                  <a:lnTo>
                    <a:pt x="97021" y="19042"/>
                  </a:lnTo>
                  <a:lnTo>
                    <a:pt x="99051" y="19933"/>
                  </a:lnTo>
                  <a:lnTo>
                    <a:pt x="100185" y="20107"/>
                  </a:lnTo>
                  <a:lnTo>
                    <a:pt x="101163" y="19102"/>
                  </a:lnTo>
                  <a:lnTo>
                    <a:pt x="103253" y="16527"/>
                  </a:lnTo>
                  <a:lnTo>
                    <a:pt x="100174" y="14621"/>
                  </a:lnTo>
                  <a:lnTo>
                    <a:pt x="102202" y="12692"/>
                  </a:lnTo>
                  <a:lnTo>
                    <a:pt x="103253" y="10747"/>
                  </a:lnTo>
                  <a:lnTo>
                    <a:pt x="104155" y="8356"/>
                  </a:lnTo>
                  <a:lnTo>
                    <a:pt x="104480" y="5559"/>
                  </a:lnTo>
                  <a:lnTo>
                    <a:pt x="104356" y="4054"/>
                  </a:lnTo>
                  <a:lnTo>
                    <a:pt x="103733" y="3029"/>
                  </a:lnTo>
                  <a:lnTo>
                    <a:pt x="101853" y="471"/>
                  </a:lnTo>
                  <a:lnTo>
                    <a:pt x="106114" y="105"/>
                  </a:lnTo>
                  <a:lnTo>
                    <a:pt x="107592" y="0"/>
                  </a:lnTo>
                  <a:lnTo>
                    <a:pt x="110692" y="1685"/>
                  </a:lnTo>
                  <a:lnTo>
                    <a:pt x="110827" y="2050"/>
                  </a:lnTo>
                  <a:lnTo>
                    <a:pt x="110849" y="2928"/>
                  </a:lnTo>
                  <a:lnTo>
                    <a:pt x="110958" y="3839"/>
                  </a:lnTo>
                  <a:lnTo>
                    <a:pt x="113965" y="6148"/>
                  </a:lnTo>
                  <a:lnTo>
                    <a:pt x="114833" y="7369"/>
                  </a:lnTo>
                  <a:lnTo>
                    <a:pt x="116679" y="9226"/>
                  </a:lnTo>
                  <a:lnTo>
                    <a:pt x="117168" y="10229"/>
                  </a:lnTo>
                  <a:lnTo>
                    <a:pt x="118878" y="11402"/>
                  </a:lnTo>
                  <a:lnTo>
                    <a:pt x="120105" y="12656"/>
                  </a:lnTo>
                  <a:lnTo>
                    <a:pt x="121537" y="13673"/>
                  </a:lnTo>
                  <a:lnTo>
                    <a:pt x="123210" y="15254"/>
                  </a:lnTo>
                  <a:lnTo>
                    <a:pt x="125454" y="16514"/>
                  </a:lnTo>
                  <a:lnTo>
                    <a:pt x="127350" y="16925"/>
                  </a:lnTo>
                  <a:lnTo>
                    <a:pt x="132123" y="19084"/>
                  </a:lnTo>
                  <a:lnTo>
                    <a:pt x="132937" y="19784"/>
                  </a:lnTo>
                  <a:lnTo>
                    <a:pt x="134314" y="21287"/>
                  </a:lnTo>
                  <a:lnTo>
                    <a:pt x="135705" y="23027"/>
                  </a:lnTo>
                  <a:lnTo>
                    <a:pt x="136666" y="26601"/>
                  </a:lnTo>
                  <a:lnTo>
                    <a:pt x="138211" y="26787"/>
                  </a:lnTo>
                  <a:lnTo>
                    <a:pt x="138630" y="28018"/>
                  </a:lnTo>
                  <a:lnTo>
                    <a:pt x="139979" y="30126"/>
                  </a:lnTo>
                  <a:lnTo>
                    <a:pt x="141848" y="31986"/>
                  </a:lnTo>
                  <a:lnTo>
                    <a:pt x="141781" y="32612"/>
                  </a:lnTo>
                  <a:lnTo>
                    <a:pt x="140293" y="34326"/>
                  </a:lnTo>
                  <a:lnTo>
                    <a:pt x="140133" y="36649"/>
                  </a:lnTo>
                  <a:lnTo>
                    <a:pt x="140274" y="39615"/>
                  </a:lnTo>
                  <a:lnTo>
                    <a:pt x="140741" y="42035"/>
                  </a:lnTo>
                  <a:lnTo>
                    <a:pt x="140692" y="42742"/>
                  </a:lnTo>
                  <a:lnTo>
                    <a:pt x="140323" y="43576"/>
                  </a:lnTo>
                  <a:lnTo>
                    <a:pt x="139879" y="44884"/>
                  </a:lnTo>
                  <a:lnTo>
                    <a:pt x="139720" y="46027"/>
                  </a:lnTo>
                  <a:lnTo>
                    <a:pt x="139759" y="46587"/>
                  </a:lnTo>
                  <a:lnTo>
                    <a:pt x="139909" y="46891"/>
                  </a:lnTo>
                  <a:lnTo>
                    <a:pt x="140693" y="46914"/>
                  </a:lnTo>
                  <a:lnTo>
                    <a:pt x="142098" y="47184"/>
                  </a:lnTo>
                  <a:lnTo>
                    <a:pt x="142924" y="47691"/>
                  </a:lnTo>
                  <a:lnTo>
                    <a:pt x="143393" y="50477"/>
                  </a:lnTo>
                  <a:lnTo>
                    <a:pt x="143235" y="51012"/>
                  </a:lnTo>
                  <a:lnTo>
                    <a:pt x="142050" y="52273"/>
                  </a:lnTo>
                  <a:lnTo>
                    <a:pt x="141703" y="53274"/>
                  </a:lnTo>
                  <a:lnTo>
                    <a:pt x="141669" y="54746"/>
                  </a:lnTo>
                  <a:lnTo>
                    <a:pt x="141878" y="56363"/>
                  </a:lnTo>
                  <a:lnTo>
                    <a:pt x="142285" y="58174"/>
                  </a:lnTo>
                  <a:lnTo>
                    <a:pt x="143212" y="60110"/>
                  </a:lnTo>
                  <a:lnTo>
                    <a:pt x="144466" y="62136"/>
                  </a:lnTo>
                  <a:lnTo>
                    <a:pt x="145288" y="63797"/>
                  </a:lnTo>
                  <a:lnTo>
                    <a:pt x="145678" y="64967"/>
                  </a:lnTo>
                  <a:lnTo>
                    <a:pt x="145820" y="65785"/>
                  </a:lnTo>
                  <a:lnTo>
                    <a:pt x="145255" y="66814"/>
                  </a:lnTo>
                  <a:lnTo>
                    <a:pt x="144747" y="68848"/>
                  </a:lnTo>
                  <a:lnTo>
                    <a:pt x="144653" y="71179"/>
                  </a:lnTo>
                  <a:lnTo>
                    <a:pt x="144422" y="72698"/>
                  </a:lnTo>
                  <a:lnTo>
                    <a:pt x="143319" y="74788"/>
                  </a:lnTo>
                  <a:lnTo>
                    <a:pt x="142556" y="75530"/>
                  </a:lnTo>
                  <a:lnTo>
                    <a:pt x="142339" y="76634"/>
                  </a:lnTo>
                  <a:lnTo>
                    <a:pt x="142245" y="78486"/>
                  </a:lnTo>
                  <a:lnTo>
                    <a:pt x="142469" y="80744"/>
                  </a:lnTo>
                  <a:lnTo>
                    <a:pt x="142546" y="82271"/>
                  </a:lnTo>
                  <a:lnTo>
                    <a:pt x="142781" y="83370"/>
                  </a:lnTo>
                  <a:lnTo>
                    <a:pt x="143127" y="84087"/>
                  </a:lnTo>
                  <a:lnTo>
                    <a:pt x="144897" y="85355"/>
                  </a:lnTo>
                  <a:lnTo>
                    <a:pt x="145888" y="87953"/>
                  </a:lnTo>
                  <a:lnTo>
                    <a:pt x="146506" y="900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8"/>
            <p:cNvSpPr/>
            <p:nvPr/>
          </p:nvSpPr>
          <p:spPr>
            <a:xfrm>
              <a:off x="3518218" y="4394750"/>
              <a:ext cx="15050" cy="46303"/>
            </a:xfrm>
            <a:custGeom>
              <a:avLst/>
              <a:pathLst>
                <a:path w="15050" h="46303">
                  <a:moveTo>
                    <a:pt x="13180" y="6342"/>
                  </a:moveTo>
                  <a:lnTo>
                    <a:pt x="13410" y="6775"/>
                  </a:lnTo>
                  <a:lnTo>
                    <a:pt x="14456" y="8137"/>
                  </a:lnTo>
                  <a:lnTo>
                    <a:pt x="14550" y="10849"/>
                  </a:lnTo>
                  <a:lnTo>
                    <a:pt x="14449" y="13949"/>
                  </a:lnTo>
                  <a:lnTo>
                    <a:pt x="14238" y="15905"/>
                  </a:lnTo>
                  <a:lnTo>
                    <a:pt x="14317" y="17853"/>
                  </a:lnTo>
                  <a:lnTo>
                    <a:pt x="14653" y="20886"/>
                  </a:lnTo>
                  <a:lnTo>
                    <a:pt x="14971" y="22961"/>
                  </a:lnTo>
                  <a:lnTo>
                    <a:pt x="15050" y="32400"/>
                  </a:lnTo>
                  <a:lnTo>
                    <a:pt x="14695" y="31967"/>
                  </a:lnTo>
                  <a:lnTo>
                    <a:pt x="14050" y="31563"/>
                  </a:lnTo>
                  <a:lnTo>
                    <a:pt x="13708" y="31750"/>
                  </a:lnTo>
                  <a:lnTo>
                    <a:pt x="13395" y="35981"/>
                  </a:lnTo>
                  <a:lnTo>
                    <a:pt x="13156" y="42274"/>
                  </a:lnTo>
                  <a:lnTo>
                    <a:pt x="13296" y="46181"/>
                  </a:lnTo>
                  <a:lnTo>
                    <a:pt x="10845" y="46303"/>
                  </a:lnTo>
                  <a:lnTo>
                    <a:pt x="7744" y="45876"/>
                  </a:lnTo>
                  <a:lnTo>
                    <a:pt x="5524" y="44187"/>
                  </a:lnTo>
                  <a:lnTo>
                    <a:pt x="3132" y="40462"/>
                  </a:lnTo>
                  <a:lnTo>
                    <a:pt x="1709" y="34656"/>
                  </a:lnTo>
                  <a:lnTo>
                    <a:pt x="1087" y="31009"/>
                  </a:lnTo>
                  <a:lnTo>
                    <a:pt x="218" y="30798"/>
                  </a:lnTo>
                  <a:lnTo>
                    <a:pt x="77" y="30178"/>
                  </a:lnTo>
                  <a:lnTo>
                    <a:pt x="0" y="25728"/>
                  </a:lnTo>
                  <a:lnTo>
                    <a:pt x="17" y="21053"/>
                  </a:lnTo>
                  <a:lnTo>
                    <a:pt x="179" y="19812"/>
                  </a:lnTo>
                  <a:lnTo>
                    <a:pt x="1790" y="14058"/>
                  </a:lnTo>
                  <a:lnTo>
                    <a:pt x="2791" y="10483"/>
                  </a:lnTo>
                  <a:lnTo>
                    <a:pt x="3413" y="7023"/>
                  </a:lnTo>
                  <a:lnTo>
                    <a:pt x="4767" y="2966"/>
                  </a:lnTo>
                  <a:lnTo>
                    <a:pt x="6218" y="372"/>
                  </a:lnTo>
                  <a:lnTo>
                    <a:pt x="6757" y="0"/>
                  </a:lnTo>
                  <a:lnTo>
                    <a:pt x="7127" y="106"/>
                  </a:lnTo>
                  <a:lnTo>
                    <a:pt x="9685" y="3673"/>
                  </a:lnTo>
                  <a:lnTo>
                    <a:pt x="12309" y="7052"/>
                  </a:lnTo>
                  <a:lnTo>
                    <a:pt x="12879" y="6671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399"/>
            <p:cNvSpPr/>
            <p:nvPr/>
          </p:nvSpPr>
          <p:spPr>
            <a:xfrm>
              <a:off x="2451802" y="3100150"/>
              <a:ext cx="1289" cy="1470"/>
            </a:xfrm>
            <a:custGeom>
              <a:avLst/>
              <a:pathLst>
                <a:path w="1289" h="1470">
                  <a:moveTo>
                    <a:pt x="18" y="0"/>
                  </a:moveTo>
                  <a:lnTo>
                    <a:pt x="1289" y="0"/>
                  </a:lnTo>
                  <a:lnTo>
                    <a:pt x="1276" y="695"/>
                  </a:lnTo>
                  <a:lnTo>
                    <a:pt x="1154" y="1470"/>
                  </a:lnTo>
                  <a:lnTo>
                    <a:pt x="389" y="813"/>
                  </a:lnTo>
                  <a:lnTo>
                    <a:pt x="0" y="13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0"/>
            <p:cNvSpPr/>
            <p:nvPr/>
          </p:nvSpPr>
          <p:spPr>
            <a:xfrm>
              <a:off x="3797515" y="3768778"/>
              <a:ext cx="1811" cy="6700"/>
            </a:xfrm>
            <a:custGeom>
              <a:avLst/>
              <a:pathLst>
                <a:path w="1811" h="6700">
                  <a:moveTo>
                    <a:pt x="1782" y="3967"/>
                  </a:moveTo>
                  <a:lnTo>
                    <a:pt x="1811" y="6700"/>
                  </a:lnTo>
                  <a:lnTo>
                    <a:pt x="1264" y="5785"/>
                  </a:lnTo>
                  <a:lnTo>
                    <a:pt x="1111" y="4019"/>
                  </a:lnTo>
                  <a:lnTo>
                    <a:pt x="379" y="2703"/>
                  </a:lnTo>
                  <a:lnTo>
                    <a:pt x="0" y="1491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1"/>
            <p:cNvSpPr/>
            <p:nvPr/>
          </p:nvSpPr>
          <p:spPr>
            <a:xfrm>
              <a:off x="3574733" y="2531971"/>
              <a:ext cx="74885" cy="147153"/>
            </a:xfrm>
            <a:custGeom>
              <a:avLst/>
              <a:pathLst>
                <a:path w="74885" h="147153">
                  <a:moveTo>
                    <a:pt x="74883" y="5574"/>
                  </a:moveTo>
                  <a:lnTo>
                    <a:pt x="74885" y="5976"/>
                  </a:lnTo>
                  <a:lnTo>
                    <a:pt x="74783" y="6993"/>
                  </a:lnTo>
                  <a:lnTo>
                    <a:pt x="73502" y="9932"/>
                  </a:lnTo>
                  <a:lnTo>
                    <a:pt x="71761" y="13924"/>
                  </a:lnTo>
                  <a:lnTo>
                    <a:pt x="70512" y="16442"/>
                  </a:lnTo>
                  <a:lnTo>
                    <a:pt x="68406" y="20687"/>
                  </a:lnTo>
                  <a:lnTo>
                    <a:pt x="66835" y="21596"/>
                  </a:lnTo>
                  <a:lnTo>
                    <a:pt x="64184" y="23125"/>
                  </a:lnTo>
                  <a:lnTo>
                    <a:pt x="63474" y="24610"/>
                  </a:lnTo>
                  <a:lnTo>
                    <a:pt x="62813" y="27005"/>
                  </a:lnTo>
                  <a:lnTo>
                    <a:pt x="62425" y="30281"/>
                  </a:lnTo>
                  <a:lnTo>
                    <a:pt x="62310" y="32333"/>
                  </a:lnTo>
                  <a:lnTo>
                    <a:pt x="62241" y="36164"/>
                  </a:lnTo>
                  <a:lnTo>
                    <a:pt x="62860" y="40136"/>
                  </a:lnTo>
                  <a:lnTo>
                    <a:pt x="63456" y="43948"/>
                  </a:lnTo>
                  <a:lnTo>
                    <a:pt x="63532" y="46470"/>
                  </a:lnTo>
                  <a:lnTo>
                    <a:pt x="63473" y="48957"/>
                  </a:lnTo>
                  <a:lnTo>
                    <a:pt x="62896" y="51611"/>
                  </a:lnTo>
                  <a:lnTo>
                    <a:pt x="62272" y="55250"/>
                  </a:lnTo>
                  <a:lnTo>
                    <a:pt x="61909" y="59366"/>
                  </a:lnTo>
                  <a:lnTo>
                    <a:pt x="61718" y="67072"/>
                  </a:lnTo>
                  <a:lnTo>
                    <a:pt x="61714" y="73634"/>
                  </a:lnTo>
                  <a:lnTo>
                    <a:pt x="61663" y="74707"/>
                  </a:lnTo>
                  <a:lnTo>
                    <a:pt x="60576" y="79337"/>
                  </a:lnTo>
                  <a:lnTo>
                    <a:pt x="59304" y="84752"/>
                  </a:lnTo>
                  <a:lnTo>
                    <a:pt x="58714" y="86008"/>
                  </a:lnTo>
                  <a:lnTo>
                    <a:pt x="55925" y="87619"/>
                  </a:lnTo>
                  <a:lnTo>
                    <a:pt x="52882" y="91587"/>
                  </a:lnTo>
                  <a:lnTo>
                    <a:pt x="49481" y="96022"/>
                  </a:lnTo>
                  <a:lnTo>
                    <a:pt x="46393" y="100049"/>
                  </a:lnTo>
                  <a:lnTo>
                    <a:pt x="43150" y="104275"/>
                  </a:lnTo>
                  <a:lnTo>
                    <a:pt x="39788" y="108659"/>
                  </a:lnTo>
                  <a:lnTo>
                    <a:pt x="37385" y="111791"/>
                  </a:lnTo>
                  <a:lnTo>
                    <a:pt x="34169" y="115981"/>
                  </a:lnTo>
                  <a:lnTo>
                    <a:pt x="31240" y="119988"/>
                  </a:lnTo>
                  <a:lnTo>
                    <a:pt x="28273" y="124048"/>
                  </a:lnTo>
                  <a:lnTo>
                    <a:pt x="26018" y="127131"/>
                  </a:lnTo>
                  <a:lnTo>
                    <a:pt x="22593" y="132008"/>
                  </a:lnTo>
                  <a:lnTo>
                    <a:pt x="20587" y="134868"/>
                  </a:lnTo>
                  <a:lnTo>
                    <a:pt x="17636" y="139072"/>
                  </a:lnTo>
                  <a:lnTo>
                    <a:pt x="15040" y="142773"/>
                  </a:lnTo>
                  <a:lnTo>
                    <a:pt x="11967" y="147153"/>
                  </a:lnTo>
                  <a:lnTo>
                    <a:pt x="8116" y="145852"/>
                  </a:lnTo>
                  <a:lnTo>
                    <a:pt x="6899" y="145096"/>
                  </a:lnTo>
                  <a:lnTo>
                    <a:pt x="5902" y="143011"/>
                  </a:lnTo>
                  <a:lnTo>
                    <a:pt x="5169" y="141898"/>
                  </a:lnTo>
                  <a:lnTo>
                    <a:pt x="3350" y="140756"/>
                  </a:lnTo>
                  <a:lnTo>
                    <a:pt x="2180" y="136828"/>
                  </a:lnTo>
                  <a:lnTo>
                    <a:pt x="1479" y="135437"/>
                  </a:lnTo>
                  <a:lnTo>
                    <a:pt x="259" y="134813"/>
                  </a:lnTo>
                  <a:lnTo>
                    <a:pt x="420" y="133412"/>
                  </a:lnTo>
                  <a:lnTo>
                    <a:pt x="1049" y="131047"/>
                  </a:lnTo>
                  <a:lnTo>
                    <a:pt x="1692" y="128469"/>
                  </a:lnTo>
                  <a:lnTo>
                    <a:pt x="1335" y="127036"/>
                  </a:lnTo>
                  <a:lnTo>
                    <a:pt x="1218" y="125817"/>
                  </a:lnTo>
                  <a:lnTo>
                    <a:pt x="1176" y="124362"/>
                  </a:lnTo>
                  <a:lnTo>
                    <a:pt x="1614" y="122970"/>
                  </a:lnTo>
                  <a:lnTo>
                    <a:pt x="1408" y="121292"/>
                  </a:lnTo>
                  <a:lnTo>
                    <a:pt x="1071" y="119605"/>
                  </a:lnTo>
                  <a:lnTo>
                    <a:pt x="823" y="118758"/>
                  </a:lnTo>
                  <a:lnTo>
                    <a:pt x="825" y="117213"/>
                  </a:lnTo>
                  <a:lnTo>
                    <a:pt x="989" y="116033"/>
                  </a:lnTo>
                  <a:lnTo>
                    <a:pt x="1188" y="114222"/>
                  </a:lnTo>
                  <a:lnTo>
                    <a:pt x="1706" y="113228"/>
                  </a:lnTo>
                  <a:lnTo>
                    <a:pt x="1840" y="112196"/>
                  </a:lnTo>
                  <a:lnTo>
                    <a:pt x="2306" y="111184"/>
                  </a:lnTo>
                  <a:lnTo>
                    <a:pt x="2927" y="110358"/>
                  </a:lnTo>
                  <a:lnTo>
                    <a:pt x="3066" y="109692"/>
                  </a:lnTo>
                  <a:lnTo>
                    <a:pt x="2977" y="109311"/>
                  </a:lnTo>
                  <a:lnTo>
                    <a:pt x="2353" y="108568"/>
                  </a:lnTo>
                  <a:lnTo>
                    <a:pt x="2020" y="107253"/>
                  </a:lnTo>
                  <a:lnTo>
                    <a:pt x="2316" y="105337"/>
                  </a:lnTo>
                  <a:lnTo>
                    <a:pt x="2517" y="104740"/>
                  </a:lnTo>
                  <a:lnTo>
                    <a:pt x="2888" y="103815"/>
                  </a:lnTo>
                  <a:lnTo>
                    <a:pt x="3721" y="102407"/>
                  </a:lnTo>
                  <a:lnTo>
                    <a:pt x="4375" y="102173"/>
                  </a:lnTo>
                  <a:lnTo>
                    <a:pt x="4939" y="102172"/>
                  </a:lnTo>
                  <a:lnTo>
                    <a:pt x="5892" y="102289"/>
                  </a:lnTo>
                  <a:lnTo>
                    <a:pt x="6632" y="102541"/>
                  </a:lnTo>
                  <a:lnTo>
                    <a:pt x="6819" y="102177"/>
                  </a:lnTo>
                  <a:lnTo>
                    <a:pt x="6794" y="101711"/>
                  </a:lnTo>
                  <a:lnTo>
                    <a:pt x="5879" y="100557"/>
                  </a:lnTo>
                  <a:lnTo>
                    <a:pt x="5829" y="99638"/>
                  </a:lnTo>
                  <a:lnTo>
                    <a:pt x="6057" y="98653"/>
                  </a:lnTo>
                  <a:lnTo>
                    <a:pt x="6704" y="97096"/>
                  </a:lnTo>
                  <a:lnTo>
                    <a:pt x="7476" y="95957"/>
                  </a:lnTo>
                  <a:lnTo>
                    <a:pt x="7870" y="95751"/>
                  </a:lnTo>
                  <a:lnTo>
                    <a:pt x="8751" y="93461"/>
                  </a:lnTo>
                  <a:lnTo>
                    <a:pt x="9317" y="90893"/>
                  </a:lnTo>
                  <a:lnTo>
                    <a:pt x="8402" y="84654"/>
                  </a:lnTo>
                  <a:lnTo>
                    <a:pt x="7847" y="83656"/>
                  </a:lnTo>
                  <a:lnTo>
                    <a:pt x="6949" y="82799"/>
                  </a:lnTo>
                  <a:lnTo>
                    <a:pt x="6420" y="82667"/>
                  </a:lnTo>
                  <a:lnTo>
                    <a:pt x="6379" y="82262"/>
                  </a:lnTo>
                  <a:lnTo>
                    <a:pt x="7088" y="80679"/>
                  </a:lnTo>
                  <a:lnTo>
                    <a:pt x="7591" y="79303"/>
                  </a:lnTo>
                  <a:lnTo>
                    <a:pt x="7034" y="77990"/>
                  </a:lnTo>
                  <a:lnTo>
                    <a:pt x="6039" y="77375"/>
                  </a:lnTo>
                  <a:lnTo>
                    <a:pt x="5667" y="78730"/>
                  </a:lnTo>
                  <a:lnTo>
                    <a:pt x="4390" y="78855"/>
                  </a:lnTo>
                  <a:lnTo>
                    <a:pt x="2405" y="78838"/>
                  </a:lnTo>
                  <a:lnTo>
                    <a:pt x="1531" y="72252"/>
                  </a:lnTo>
                  <a:lnTo>
                    <a:pt x="1401" y="69399"/>
                  </a:lnTo>
                  <a:lnTo>
                    <a:pt x="1425" y="66100"/>
                  </a:lnTo>
                  <a:lnTo>
                    <a:pt x="2028" y="61268"/>
                  </a:lnTo>
                  <a:lnTo>
                    <a:pt x="1744" y="59031"/>
                  </a:lnTo>
                  <a:lnTo>
                    <a:pt x="1721" y="57523"/>
                  </a:lnTo>
                  <a:lnTo>
                    <a:pt x="1566" y="55450"/>
                  </a:lnTo>
                  <a:lnTo>
                    <a:pt x="0" y="50992"/>
                  </a:lnTo>
                  <a:lnTo>
                    <a:pt x="853" y="42788"/>
                  </a:lnTo>
                  <a:lnTo>
                    <a:pt x="1456" y="40798"/>
                  </a:lnTo>
                  <a:lnTo>
                    <a:pt x="2306" y="40990"/>
                  </a:lnTo>
                  <a:lnTo>
                    <a:pt x="4120" y="43313"/>
                  </a:lnTo>
                  <a:lnTo>
                    <a:pt x="4419" y="43241"/>
                  </a:lnTo>
                  <a:lnTo>
                    <a:pt x="4968" y="40178"/>
                  </a:lnTo>
                  <a:lnTo>
                    <a:pt x="5500" y="39139"/>
                  </a:lnTo>
                  <a:lnTo>
                    <a:pt x="6621" y="38229"/>
                  </a:lnTo>
                  <a:lnTo>
                    <a:pt x="6937" y="33272"/>
                  </a:lnTo>
                  <a:lnTo>
                    <a:pt x="7460" y="32320"/>
                  </a:lnTo>
                  <a:lnTo>
                    <a:pt x="8091" y="31811"/>
                  </a:lnTo>
                  <a:lnTo>
                    <a:pt x="9061" y="31716"/>
                  </a:lnTo>
                  <a:lnTo>
                    <a:pt x="9905" y="31418"/>
                  </a:lnTo>
                  <a:lnTo>
                    <a:pt x="9958" y="30545"/>
                  </a:lnTo>
                  <a:lnTo>
                    <a:pt x="8778" y="24816"/>
                  </a:lnTo>
                  <a:lnTo>
                    <a:pt x="8882" y="23370"/>
                  </a:lnTo>
                  <a:lnTo>
                    <a:pt x="9452" y="17608"/>
                  </a:lnTo>
                  <a:lnTo>
                    <a:pt x="9810" y="15353"/>
                  </a:lnTo>
                  <a:lnTo>
                    <a:pt x="10153" y="14618"/>
                  </a:lnTo>
                  <a:lnTo>
                    <a:pt x="11492" y="14910"/>
                  </a:lnTo>
                  <a:lnTo>
                    <a:pt x="13369" y="15923"/>
                  </a:lnTo>
                  <a:lnTo>
                    <a:pt x="13863" y="17577"/>
                  </a:lnTo>
                  <a:lnTo>
                    <a:pt x="14782" y="19048"/>
                  </a:lnTo>
                  <a:lnTo>
                    <a:pt x="16158" y="18951"/>
                  </a:lnTo>
                  <a:lnTo>
                    <a:pt x="17744" y="19227"/>
                  </a:lnTo>
                  <a:lnTo>
                    <a:pt x="18984" y="19323"/>
                  </a:lnTo>
                  <a:lnTo>
                    <a:pt x="19975" y="18289"/>
                  </a:lnTo>
                  <a:lnTo>
                    <a:pt x="22209" y="16357"/>
                  </a:lnTo>
                  <a:lnTo>
                    <a:pt x="23318" y="15710"/>
                  </a:lnTo>
                  <a:lnTo>
                    <a:pt x="24325" y="14852"/>
                  </a:lnTo>
                  <a:lnTo>
                    <a:pt x="27562" y="11692"/>
                  </a:lnTo>
                  <a:lnTo>
                    <a:pt x="28858" y="11934"/>
                  </a:lnTo>
                  <a:lnTo>
                    <a:pt x="29746" y="12351"/>
                  </a:lnTo>
                  <a:lnTo>
                    <a:pt x="30424" y="12854"/>
                  </a:lnTo>
                  <a:lnTo>
                    <a:pt x="31949" y="15015"/>
                  </a:lnTo>
                  <a:lnTo>
                    <a:pt x="33208" y="17202"/>
                  </a:lnTo>
                  <a:lnTo>
                    <a:pt x="34090" y="17852"/>
                  </a:lnTo>
                  <a:lnTo>
                    <a:pt x="35678" y="17805"/>
                  </a:lnTo>
                  <a:lnTo>
                    <a:pt x="37972" y="18222"/>
                  </a:lnTo>
                  <a:lnTo>
                    <a:pt x="40790" y="18192"/>
                  </a:lnTo>
                  <a:lnTo>
                    <a:pt x="42435" y="17582"/>
                  </a:lnTo>
                  <a:lnTo>
                    <a:pt x="44536" y="16507"/>
                  </a:lnTo>
                  <a:lnTo>
                    <a:pt x="48282" y="13923"/>
                  </a:lnTo>
                  <a:lnTo>
                    <a:pt x="53210" y="8521"/>
                  </a:lnTo>
                  <a:lnTo>
                    <a:pt x="56109" y="5896"/>
                  </a:lnTo>
                  <a:lnTo>
                    <a:pt x="57358" y="5588"/>
                  </a:lnTo>
                  <a:lnTo>
                    <a:pt x="58985" y="5557"/>
                  </a:lnTo>
                  <a:lnTo>
                    <a:pt x="60612" y="6245"/>
                  </a:lnTo>
                  <a:lnTo>
                    <a:pt x="62457" y="6735"/>
                  </a:lnTo>
                  <a:lnTo>
                    <a:pt x="63307" y="6691"/>
                  </a:lnTo>
                  <a:lnTo>
                    <a:pt x="65306" y="6149"/>
                  </a:lnTo>
                  <a:lnTo>
                    <a:pt x="67895" y="5057"/>
                  </a:lnTo>
                  <a:lnTo>
                    <a:pt x="69522" y="4162"/>
                  </a:lnTo>
                  <a:lnTo>
                    <a:pt x="71487" y="2695"/>
                  </a:lnTo>
                  <a:lnTo>
                    <a:pt x="72713" y="255"/>
                  </a:lnTo>
                  <a:lnTo>
                    <a:pt x="73109" y="0"/>
                  </a:lnTo>
                  <a:lnTo>
                    <a:pt x="73618" y="444"/>
                  </a:lnTo>
                  <a:lnTo>
                    <a:pt x="73857" y="611"/>
                  </a:lnTo>
                  <a:lnTo>
                    <a:pt x="74360" y="199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2"/>
            <p:cNvSpPr/>
            <p:nvPr/>
          </p:nvSpPr>
          <p:spPr>
            <a:xfrm>
              <a:off x="2347131" y="2988383"/>
              <a:ext cx="2248" cy="2840"/>
            </a:xfrm>
            <a:custGeom>
              <a:avLst/>
              <a:pathLst>
                <a:path w="2248" h="2840">
                  <a:moveTo>
                    <a:pt x="108" y="0"/>
                  </a:moveTo>
                  <a:lnTo>
                    <a:pt x="1405" y="1627"/>
                  </a:lnTo>
                  <a:lnTo>
                    <a:pt x="2186" y="1385"/>
                  </a:lnTo>
                  <a:lnTo>
                    <a:pt x="2248" y="1732"/>
                  </a:lnTo>
                  <a:lnTo>
                    <a:pt x="1826" y="2107"/>
                  </a:lnTo>
                  <a:lnTo>
                    <a:pt x="1722" y="2410"/>
                  </a:lnTo>
                  <a:lnTo>
                    <a:pt x="471" y="2840"/>
                  </a:lnTo>
                  <a:lnTo>
                    <a:pt x="78" y="2758"/>
                  </a:lnTo>
                  <a:lnTo>
                    <a:pt x="0" y="1656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3"/>
            <p:cNvSpPr/>
            <p:nvPr/>
          </p:nvSpPr>
          <p:spPr>
            <a:xfrm>
              <a:off x="2352749" y="2988361"/>
              <a:ext cx="2393" cy="2966"/>
            </a:xfrm>
            <a:custGeom>
              <a:avLst/>
              <a:pathLst>
                <a:path w="2393" h="2966">
                  <a:moveTo>
                    <a:pt x="2114" y="2566"/>
                  </a:moveTo>
                  <a:lnTo>
                    <a:pt x="2069" y="2966"/>
                  </a:lnTo>
                  <a:lnTo>
                    <a:pt x="1429" y="1827"/>
                  </a:lnTo>
                  <a:lnTo>
                    <a:pt x="195" y="1816"/>
                  </a:lnTo>
                  <a:lnTo>
                    <a:pt x="0" y="255"/>
                  </a:lnTo>
                  <a:lnTo>
                    <a:pt x="471" y="0"/>
                  </a:lnTo>
                  <a:lnTo>
                    <a:pt x="2035" y="551"/>
                  </a:lnTo>
                  <a:lnTo>
                    <a:pt x="2393" y="1907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4"/>
            <p:cNvSpPr/>
            <p:nvPr/>
          </p:nvSpPr>
          <p:spPr>
            <a:xfrm>
              <a:off x="2350802" y="2985412"/>
              <a:ext cx="1579" cy="3605"/>
            </a:xfrm>
            <a:custGeom>
              <a:avLst/>
              <a:pathLst>
                <a:path w="1579" h="3605">
                  <a:moveTo>
                    <a:pt x="1579" y="3294"/>
                  </a:moveTo>
                  <a:lnTo>
                    <a:pt x="1380" y="3605"/>
                  </a:lnTo>
                  <a:lnTo>
                    <a:pt x="721" y="2585"/>
                  </a:lnTo>
                  <a:lnTo>
                    <a:pt x="627" y="1768"/>
                  </a:lnTo>
                  <a:lnTo>
                    <a:pt x="391" y="1728"/>
                  </a:lnTo>
                  <a:lnTo>
                    <a:pt x="0" y="994"/>
                  </a:lnTo>
                  <a:lnTo>
                    <a:pt x="95" y="43"/>
                  </a:lnTo>
                  <a:lnTo>
                    <a:pt x="993" y="0"/>
                  </a:lnTo>
                  <a:lnTo>
                    <a:pt x="1356" y="2641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5"/>
            <p:cNvSpPr/>
            <p:nvPr/>
          </p:nvSpPr>
          <p:spPr>
            <a:xfrm>
              <a:off x="3321323" y="2941286"/>
              <a:ext cx="119631" cy="471895"/>
            </a:xfrm>
            <a:custGeom>
              <a:avLst/>
              <a:pathLst>
                <a:path w="119631" h="471895">
                  <a:moveTo>
                    <a:pt x="119596" y="116676"/>
                  </a:moveTo>
                  <a:lnTo>
                    <a:pt x="119600" y="129857"/>
                  </a:lnTo>
                  <a:lnTo>
                    <a:pt x="119604" y="143037"/>
                  </a:lnTo>
                  <a:lnTo>
                    <a:pt x="119609" y="156217"/>
                  </a:lnTo>
                  <a:lnTo>
                    <a:pt x="119613" y="169399"/>
                  </a:lnTo>
                  <a:lnTo>
                    <a:pt x="119618" y="182579"/>
                  </a:lnTo>
                  <a:lnTo>
                    <a:pt x="119621" y="195761"/>
                  </a:lnTo>
                  <a:lnTo>
                    <a:pt x="119625" y="208941"/>
                  </a:lnTo>
                  <a:lnTo>
                    <a:pt x="119630" y="222122"/>
                  </a:lnTo>
                  <a:lnTo>
                    <a:pt x="119631" y="226494"/>
                  </a:lnTo>
                  <a:lnTo>
                    <a:pt x="119488" y="228227"/>
                  </a:lnTo>
                  <a:lnTo>
                    <a:pt x="119425" y="228466"/>
                  </a:lnTo>
                  <a:lnTo>
                    <a:pt x="119206" y="228759"/>
                  </a:lnTo>
                  <a:lnTo>
                    <a:pt x="116506" y="227534"/>
                  </a:lnTo>
                  <a:lnTo>
                    <a:pt x="115323" y="227504"/>
                  </a:lnTo>
                  <a:lnTo>
                    <a:pt x="113665" y="228451"/>
                  </a:lnTo>
                  <a:lnTo>
                    <a:pt x="111229" y="228945"/>
                  </a:lnTo>
                  <a:lnTo>
                    <a:pt x="109658" y="228788"/>
                  </a:lnTo>
                  <a:lnTo>
                    <a:pt x="108568" y="231055"/>
                  </a:lnTo>
                  <a:lnTo>
                    <a:pt x="107713" y="233795"/>
                  </a:lnTo>
                  <a:lnTo>
                    <a:pt x="108118" y="240348"/>
                  </a:lnTo>
                  <a:lnTo>
                    <a:pt x="108025" y="242511"/>
                  </a:lnTo>
                  <a:lnTo>
                    <a:pt x="107696" y="244757"/>
                  </a:lnTo>
                  <a:lnTo>
                    <a:pt x="106956" y="246692"/>
                  </a:lnTo>
                  <a:lnTo>
                    <a:pt x="106217" y="248235"/>
                  </a:lnTo>
                  <a:lnTo>
                    <a:pt x="105776" y="249586"/>
                  </a:lnTo>
                  <a:lnTo>
                    <a:pt x="105227" y="252550"/>
                  </a:lnTo>
                  <a:lnTo>
                    <a:pt x="104821" y="253937"/>
                  </a:lnTo>
                  <a:lnTo>
                    <a:pt x="104858" y="255794"/>
                  </a:lnTo>
                  <a:lnTo>
                    <a:pt x="104727" y="257749"/>
                  </a:lnTo>
                  <a:lnTo>
                    <a:pt x="104283" y="258764"/>
                  </a:lnTo>
                  <a:lnTo>
                    <a:pt x="103150" y="259513"/>
                  </a:lnTo>
                  <a:lnTo>
                    <a:pt x="102420" y="260382"/>
                  </a:lnTo>
                  <a:lnTo>
                    <a:pt x="101835" y="261804"/>
                  </a:lnTo>
                  <a:lnTo>
                    <a:pt x="101441" y="262830"/>
                  </a:lnTo>
                  <a:lnTo>
                    <a:pt x="101647" y="264198"/>
                  </a:lnTo>
                  <a:lnTo>
                    <a:pt x="101935" y="266059"/>
                  </a:lnTo>
                  <a:lnTo>
                    <a:pt x="102098" y="268987"/>
                  </a:lnTo>
                  <a:lnTo>
                    <a:pt x="102211" y="270698"/>
                  </a:lnTo>
                  <a:lnTo>
                    <a:pt x="102768" y="272092"/>
                  </a:lnTo>
                  <a:lnTo>
                    <a:pt x="103107" y="273092"/>
                  </a:lnTo>
                  <a:lnTo>
                    <a:pt x="103224" y="274314"/>
                  </a:lnTo>
                  <a:lnTo>
                    <a:pt x="102899" y="275331"/>
                  </a:lnTo>
                  <a:lnTo>
                    <a:pt x="101517" y="277456"/>
                  </a:lnTo>
                  <a:lnTo>
                    <a:pt x="100962" y="278244"/>
                  </a:lnTo>
                  <a:lnTo>
                    <a:pt x="100328" y="279323"/>
                  </a:lnTo>
                  <a:lnTo>
                    <a:pt x="100085" y="279726"/>
                  </a:lnTo>
                  <a:lnTo>
                    <a:pt x="99075" y="281738"/>
                  </a:lnTo>
                  <a:lnTo>
                    <a:pt x="98565" y="283525"/>
                  </a:lnTo>
                  <a:lnTo>
                    <a:pt x="98317" y="285012"/>
                  </a:lnTo>
                  <a:lnTo>
                    <a:pt x="98331" y="287065"/>
                  </a:lnTo>
                  <a:lnTo>
                    <a:pt x="98845" y="290136"/>
                  </a:lnTo>
                  <a:lnTo>
                    <a:pt x="99406" y="292746"/>
                  </a:lnTo>
                  <a:lnTo>
                    <a:pt x="99623" y="294709"/>
                  </a:lnTo>
                  <a:lnTo>
                    <a:pt x="99750" y="296862"/>
                  </a:lnTo>
                  <a:lnTo>
                    <a:pt x="99699" y="298907"/>
                  </a:lnTo>
                  <a:lnTo>
                    <a:pt x="99410" y="300687"/>
                  </a:lnTo>
                  <a:lnTo>
                    <a:pt x="98903" y="302291"/>
                  </a:lnTo>
                  <a:lnTo>
                    <a:pt x="96998" y="305304"/>
                  </a:lnTo>
                  <a:lnTo>
                    <a:pt x="96061" y="308617"/>
                  </a:lnTo>
                  <a:lnTo>
                    <a:pt x="95312" y="312642"/>
                  </a:lnTo>
                  <a:lnTo>
                    <a:pt x="95125" y="314835"/>
                  </a:lnTo>
                  <a:lnTo>
                    <a:pt x="95330" y="316293"/>
                  </a:lnTo>
                  <a:lnTo>
                    <a:pt x="95725" y="317529"/>
                  </a:lnTo>
                  <a:lnTo>
                    <a:pt x="96292" y="318157"/>
                  </a:lnTo>
                  <a:lnTo>
                    <a:pt x="97116" y="318341"/>
                  </a:lnTo>
                  <a:lnTo>
                    <a:pt x="98485" y="317671"/>
                  </a:lnTo>
                  <a:lnTo>
                    <a:pt x="99759" y="317230"/>
                  </a:lnTo>
                  <a:lnTo>
                    <a:pt x="101110" y="318679"/>
                  </a:lnTo>
                  <a:lnTo>
                    <a:pt x="101815" y="322049"/>
                  </a:lnTo>
                  <a:lnTo>
                    <a:pt x="101540" y="324514"/>
                  </a:lnTo>
                  <a:lnTo>
                    <a:pt x="102051" y="328978"/>
                  </a:lnTo>
                  <a:lnTo>
                    <a:pt x="102508" y="334376"/>
                  </a:lnTo>
                  <a:lnTo>
                    <a:pt x="102474" y="336192"/>
                  </a:lnTo>
                  <a:lnTo>
                    <a:pt x="102671" y="336873"/>
                  </a:lnTo>
                  <a:lnTo>
                    <a:pt x="103517" y="337221"/>
                  </a:lnTo>
                  <a:lnTo>
                    <a:pt x="103706" y="338486"/>
                  </a:lnTo>
                  <a:lnTo>
                    <a:pt x="103426" y="347960"/>
                  </a:lnTo>
                  <a:lnTo>
                    <a:pt x="103821" y="350609"/>
                  </a:lnTo>
                  <a:lnTo>
                    <a:pt x="104388" y="352499"/>
                  </a:lnTo>
                  <a:lnTo>
                    <a:pt x="105028" y="353481"/>
                  </a:lnTo>
                  <a:lnTo>
                    <a:pt x="105671" y="354747"/>
                  </a:lnTo>
                  <a:lnTo>
                    <a:pt x="106004" y="355630"/>
                  </a:lnTo>
                  <a:lnTo>
                    <a:pt x="106750" y="355827"/>
                  </a:lnTo>
                  <a:lnTo>
                    <a:pt x="107586" y="357553"/>
                  </a:lnTo>
                  <a:lnTo>
                    <a:pt x="107814" y="359849"/>
                  </a:lnTo>
                  <a:lnTo>
                    <a:pt x="107757" y="362069"/>
                  </a:lnTo>
                  <a:lnTo>
                    <a:pt x="107270" y="366887"/>
                  </a:lnTo>
                  <a:lnTo>
                    <a:pt x="106875" y="370117"/>
                  </a:lnTo>
                  <a:lnTo>
                    <a:pt x="106390" y="369895"/>
                  </a:lnTo>
                  <a:lnTo>
                    <a:pt x="105400" y="369101"/>
                  </a:lnTo>
                  <a:lnTo>
                    <a:pt x="104195" y="368413"/>
                  </a:lnTo>
                  <a:lnTo>
                    <a:pt x="102717" y="367855"/>
                  </a:lnTo>
                  <a:lnTo>
                    <a:pt x="101308" y="369176"/>
                  </a:lnTo>
                  <a:lnTo>
                    <a:pt x="99788" y="370872"/>
                  </a:lnTo>
                  <a:lnTo>
                    <a:pt x="99308" y="372136"/>
                  </a:lnTo>
                  <a:lnTo>
                    <a:pt x="98883" y="372883"/>
                  </a:lnTo>
                  <a:lnTo>
                    <a:pt x="98212" y="372765"/>
                  </a:lnTo>
                  <a:lnTo>
                    <a:pt x="97599" y="372983"/>
                  </a:lnTo>
                  <a:lnTo>
                    <a:pt x="97265" y="374184"/>
                  </a:lnTo>
                  <a:lnTo>
                    <a:pt x="96709" y="375525"/>
                  </a:lnTo>
                  <a:lnTo>
                    <a:pt x="94514" y="378298"/>
                  </a:lnTo>
                  <a:lnTo>
                    <a:pt x="94050" y="379307"/>
                  </a:lnTo>
                  <a:lnTo>
                    <a:pt x="93776" y="380308"/>
                  </a:lnTo>
                  <a:lnTo>
                    <a:pt x="93776" y="381399"/>
                  </a:lnTo>
                  <a:lnTo>
                    <a:pt x="93999" y="383652"/>
                  </a:lnTo>
                  <a:lnTo>
                    <a:pt x="93995" y="386461"/>
                  </a:lnTo>
                  <a:lnTo>
                    <a:pt x="93506" y="388728"/>
                  </a:lnTo>
                  <a:lnTo>
                    <a:pt x="92938" y="390252"/>
                  </a:lnTo>
                  <a:lnTo>
                    <a:pt x="92291" y="390835"/>
                  </a:lnTo>
                  <a:lnTo>
                    <a:pt x="91749" y="391152"/>
                  </a:lnTo>
                  <a:lnTo>
                    <a:pt x="91395" y="392102"/>
                  </a:lnTo>
                  <a:lnTo>
                    <a:pt x="90250" y="397252"/>
                  </a:lnTo>
                  <a:lnTo>
                    <a:pt x="89755" y="398205"/>
                  </a:lnTo>
                  <a:lnTo>
                    <a:pt x="88749" y="398043"/>
                  </a:lnTo>
                  <a:lnTo>
                    <a:pt x="85861" y="405766"/>
                  </a:lnTo>
                  <a:lnTo>
                    <a:pt x="85574" y="408040"/>
                  </a:lnTo>
                  <a:lnTo>
                    <a:pt x="84516" y="411265"/>
                  </a:lnTo>
                  <a:lnTo>
                    <a:pt x="83178" y="414855"/>
                  </a:lnTo>
                  <a:lnTo>
                    <a:pt x="81985" y="416585"/>
                  </a:lnTo>
                  <a:lnTo>
                    <a:pt x="81889" y="417253"/>
                  </a:lnTo>
                  <a:lnTo>
                    <a:pt x="81568" y="417937"/>
                  </a:lnTo>
                  <a:lnTo>
                    <a:pt x="80835" y="418717"/>
                  </a:lnTo>
                  <a:lnTo>
                    <a:pt x="78282" y="423086"/>
                  </a:lnTo>
                  <a:lnTo>
                    <a:pt x="75223" y="422906"/>
                  </a:lnTo>
                  <a:lnTo>
                    <a:pt x="73870" y="424621"/>
                  </a:lnTo>
                  <a:lnTo>
                    <a:pt x="72555" y="425383"/>
                  </a:lnTo>
                  <a:lnTo>
                    <a:pt x="70632" y="426224"/>
                  </a:lnTo>
                  <a:lnTo>
                    <a:pt x="70054" y="426145"/>
                  </a:lnTo>
                  <a:lnTo>
                    <a:pt x="67588" y="426498"/>
                  </a:lnTo>
                  <a:lnTo>
                    <a:pt x="64695" y="426370"/>
                  </a:lnTo>
                  <a:lnTo>
                    <a:pt x="63586" y="426989"/>
                  </a:lnTo>
                  <a:lnTo>
                    <a:pt x="62545" y="428648"/>
                  </a:lnTo>
                  <a:lnTo>
                    <a:pt x="61774" y="430100"/>
                  </a:lnTo>
                  <a:lnTo>
                    <a:pt x="61661" y="430589"/>
                  </a:lnTo>
                  <a:lnTo>
                    <a:pt x="61777" y="431201"/>
                  </a:lnTo>
                  <a:lnTo>
                    <a:pt x="61748" y="431687"/>
                  </a:lnTo>
                  <a:lnTo>
                    <a:pt x="63771" y="435251"/>
                  </a:lnTo>
                  <a:lnTo>
                    <a:pt x="64276" y="437002"/>
                  </a:lnTo>
                  <a:lnTo>
                    <a:pt x="63767" y="438696"/>
                  </a:lnTo>
                  <a:lnTo>
                    <a:pt x="63495" y="439048"/>
                  </a:lnTo>
                  <a:lnTo>
                    <a:pt x="63165" y="440399"/>
                  </a:lnTo>
                  <a:lnTo>
                    <a:pt x="61980" y="444421"/>
                  </a:lnTo>
                  <a:lnTo>
                    <a:pt x="60175" y="449187"/>
                  </a:lnTo>
                  <a:lnTo>
                    <a:pt x="59252" y="450549"/>
                  </a:lnTo>
                  <a:lnTo>
                    <a:pt x="58882" y="451435"/>
                  </a:lnTo>
                  <a:lnTo>
                    <a:pt x="58405" y="454595"/>
                  </a:lnTo>
                  <a:lnTo>
                    <a:pt x="58093" y="455035"/>
                  </a:lnTo>
                  <a:lnTo>
                    <a:pt x="56854" y="455444"/>
                  </a:lnTo>
                  <a:lnTo>
                    <a:pt x="54399" y="455789"/>
                  </a:lnTo>
                  <a:lnTo>
                    <a:pt x="51007" y="456821"/>
                  </a:lnTo>
                  <a:lnTo>
                    <a:pt x="48971" y="457164"/>
                  </a:lnTo>
                  <a:lnTo>
                    <a:pt x="47706" y="456876"/>
                  </a:lnTo>
                  <a:lnTo>
                    <a:pt x="45926" y="459056"/>
                  </a:lnTo>
                  <a:lnTo>
                    <a:pt x="45287" y="459614"/>
                  </a:lnTo>
                  <a:lnTo>
                    <a:pt x="44898" y="459802"/>
                  </a:lnTo>
                  <a:lnTo>
                    <a:pt x="43136" y="461917"/>
                  </a:lnTo>
                  <a:lnTo>
                    <a:pt x="41671" y="465199"/>
                  </a:lnTo>
                  <a:lnTo>
                    <a:pt x="41149" y="465823"/>
                  </a:lnTo>
                  <a:lnTo>
                    <a:pt x="39086" y="467215"/>
                  </a:lnTo>
                  <a:lnTo>
                    <a:pt x="38267" y="469472"/>
                  </a:lnTo>
                  <a:lnTo>
                    <a:pt x="37887" y="469659"/>
                  </a:lnTo>
                  <a:lnTo>
                    <a:pt x="36565" y="466681"/>
                  </a:lnTo>
                  <a:lnTo>
                    <a:pt x="35664" y="463974"/>
                  </a:lnTo>
                  <a:lnTo>
                    <a:pt x="35224" y="461240"/>
                  </a:lnTo>
                  <a:lnTo>
                    <a:pt x="35168" y="460366"/>
                  </a:lnTo>
                  <a:lnTo>
                    <a:pt x="34918" y="460529"/>
                  </a:lnTo>
                  <a:lnTo>
                    <a:pt x="34192" y="461739"/>
                  </a:lnTo>
                  <a:lnTo>
                    <a:pt x="33568" y="463117"/>
                  </a:lnTo>
                  <a:lnTo>
                    <a:pt x="33279" y="465742"/>
                  </a:lnTo>
                  <a:lnTo>
                    <a:pt x="31146" y="467518"/>
                  </a:lnTo>
                  <a:lnTo>
                    <a:pt x="29324" y="469034"/>
                  </a:lnTo>
                  <a:lnTo>
                    <a:pt x="28495" y="470942"/>
                  </a:lnTo>
                  <a:lnTo>
                    <a:pt x="27216" y="471895"/>
                  </a:lnTo>
                  <a:lnTo>
                    <a:pt x="25584" y="471507"/>
                  </a:lnTo>
                  <a:lnTo>
                    <a:pt x="24312" y="470721"/>
                  </a:lnTo>
                  <a:lnTo>
                    <a:pt x="23072" y="470463"/>
                  </a:lnTo>
                  <a:lnTo>
                    <a:pt x="23666" y="468081"/>
                  </a:lnTo>
                  <a:lnTo>
                    <a:pt x="23896" y="466305"/>
                  </a:lnTo>
                  <a:lnTo>
                    <a:pt x="23955" y="464132"/>
                  </a:lnTo>
                  <a:lnTo>
                    <a:pt x="23864" y="462659"/>
                  </a:lnTo>
                  <a:lnTo>
                    <a:pt x="23122" y="461924"/>
                  </a:lnTo>
                  <a:lnTo>
                    <a:pt x="22651" y="460768"/>
                  </a:lnTo>
                  <a:lnTo>
                    <a:pt x="21584" y="453914"/>
                  </a:lnTo>
                  <a:lnTo>
                    <a:pt x="20486" y="446865"/>
                  </a:lnTo>
                  <a:lnTo>
                    <a:pt x="18940" y="439922"/>
                  </a:lnTo>
                  <a:lnTo>
                    <a:pt x="17257" y="435492"/>
                  </a:lnTo>
                  <a:lnTo>
                    <a:pt x="16039" y="432792"/>
                  </a:lnTo>
                  <a:lnTo>
                    <a:pt x="15648" y="432447"/>
                  </a:lnTo>
                  <a:lnTo>
                    <a:pt x="15023" y="431594"/>
                  </a:lnTo>
                  <a:lnTo>
                    <a:pt x="14586" y="430811"/>
                  </a:lnTo>
                  <a:lnTo>
                    <a:pt x="12353" y="426096"/>
                  </a:lnTo>
                  <a:lnTo>
                    <a:pt x="10039" y="420828"/>
                  </a:lnTo>
                  <a:lnTo>
                    <a:pt x="9445" y="418419"/>
                  </a:lnTo>
                  <a:lnTo>
                    <a:pt x="8285" y="414830"/>
                  </a:lnTo>
                  <a:lnTo>
                    <a:pt x="6994" y="411129"/>
                  </a:lnTo>
                  <a:lnTo>
                    <a:pt x="6322" y="409446"/>
                  </a:lnTo>
                  <a:lnTo>
                    <a:pt x="6007" y="406407"/>
                  </a:lnTo>
                  <a:lnTo>
                    <a:pt x="6900" y="403664"/>
                  </a:lnTo>
                  <a:lnTo>
                    <a:pt x="7852" y="400194"/>
                  </a:lnTo>
                  <a:lnTo>
                    <a:pt x="9027" y="397892"/>
                  </a:lnTo>
                  <a:lnTo>
                    <a:pt x="10549" y="397734"/>
                  </a:lnTo>
                  <a:lnTo>
                    <a:pt x="13055" y="398679"/>
                  </a:lnTo>
                  <a:lnTo>
                    <a:pt x="15756" y="399016"/>
                  </a:lnTo>
                  <a:lnTo>
                    <a:pt x="18433" y="398298"/>
                  </a:lnTo>
                  <a:lnTo>
                    <a:pt x="19127" y="397799"/>
                  </a:lnTo>
                  <a:lnTo>
                    <a:pt x="19814" y="397840"/>
                  </a:lnTo>
                  <a:lnTo>
                    <a:pt x="21254" y="398643"/>
                  </a:lnTo>
                  <a:lnTo>
                    <a:pt x="23763" y="398466"/>
                  </a:lnTo>
                  <a:lnTo>
                    <a:pt x="25057" y="397062"/>
                  </a:lnTo>
                  <a:lnTo>
                    <a:pt x="23661" y="394678"/>
                  </a:lnTo>
                  <a:lnTo>
                    <a:pt x="22162" y="390884"/>
                  </a:lnTo>
                  <a:lnTo>
                    <a:pt x="20755" y="386733"/>
                  </a:lnTo>
                  <a:lnTo>
                    <a:pt x="19903" y="382976"/>
                  </a:lnTo>
                  <a:lnTo>
                    <a:pt x="19122" y="378131"/>
                  </a:lnTo>
                  <a:lnTo>
                    <a:pt x="18400" y="372144"/>
                  </a:lnTo>
                  <a:lnTo>
                    <a:pt x="17960" y="364385"/>
                  </a:lnTo>
                  <a:lnTo>
                    <a:pt x="18026" y="359987"/>
                  </a:lnTo>
                  <a:lnTo>
                    <a:pt x="18250" y="356853"/>
                  </a:lnTo>
                  <a:lnTo>
                    <a:pt x="19005" y="351750"/>
                  </a:lnTo>
                  <a:lnTo>
                    <a:pt x="18506" y="348756"/>
                  </a:lnTo>
                  <a:lnTo>
                    <a:pt x="18616" y="346339"/>
                  </a:lnTo>
                  <a:lnTo>
                    <a:pt x="18543" y="342760"/>
                  </a:lnTo>
                  <a:lnTo>
                    <a:pt x="18300" y="340939"/>
                  </a:lnTo>
                  <a:lnTo>
                    <a:pt x="17323" y="334993"/>
                  </a:lnTo>
                  <a:lnTo>
                    <a:pt x="17129" y="334342"/>
                  </a:lnTo>
                  <a:lnTo>
                    <a:pt x="16265" y="330235"/>
                  </a:lnTo>
                  <a:lnTo>
                    <a:pt x="15884" y="323358"/>
                  </a:lnTo>
                  <a:lnTo>
                    <a:pt x="14909" y="318822"/>
                  </a:lnTo>
                  <a:lnTo>
                    <a:pt x="13342" y="316626"/>
                  </a:lnTo>
                  <a:lnTo>
                    <a:pt x="12451" y="313958"/>
                  </a:lnTo>
                  <a:lnTo>
                    <a:pt x="12127" y="309244"/>
                  </a:lnTo>
                  <a:lnTo>
                    <a:pt x="11508" y="308002"/>
                  </a:lnTo>
                  <a:lnTo>
                    <a:pt x="9045" y="306360"/>
                  </a:lnTo>
                  <a:lnTo>
                    <a:pt x="6991" y="306326"/>
                  </a:lnTo>
                  <a:lnTo>
                    <a:pt x="5496" y="301007"/>
                  </a:lnTo>
                  <a:lnTo>
                    <a:pt x="3579" y="294180"/>
                  </a:lnTo>
                  <a:lnTo>
                    <a:pt x="1795" y="287826"/>
                  </a:lnTo>
                  <a:lnTo>
                    <a:pt x="653" y="275125"/>
                  </a:lnTo>
                  <a:lnTo>
                    <a:pt x="0" y="267848"/>
                  </a:lnTo>
                  <a:lnTo>
                    <a:pt x="742" y="265636"/>
                  </a:lnTo>
                  <a:lnTo>
                    <a:pt x="2204" y="260458"/>
                  </a:lnTo>
                  <a:lnTo>
                    <a:pt x="4075" y="250549"/>
                  </a:lnTo>
                  <a:lnTo>
                    <a:pt x="8289" y="235223"/>
                  </a:lnTo>
                  <a:lnTo>
                    <a:pt x="10443" y="227381"/>
                  </a:lnTo>
                  <a:lnTo>
                    <a:pt x="14744" y="215666"/>
                  </a:lnTo>
                  <a:lnTo>
                    <a:pt x="20029" y="201268"/>
                  </a:lnTo>
                  <a:lnTo>
                    <a:pt x="23006" y="193156"/>
                  </a:lnTo>
                  <a:lnTo>
                    <a:pt x="23488" y="178379"/>
                  </a:lnTo>
                  <a:lnTo>
                    <a:pt x="23997" y="162754"/>
                  </a:lnTo>
                  <a:lnTo>
                    <a:pt x="24383" y="150941"/>
                  </a:lnTo>
                  <a:lnTo>
                    <a:pt x="24861" y="136941"/>
                  </a:lnTo>
                  <a:lnTo>
                    <a:pt x="25262" y="125241"/>
                  </a:lnTo>
                  <a:lnTo>
                    <a:pt x="25554" y="116718"/>
                  </a:lnTo>
                  <a:lnTo>
                    <a:pt x="25967" y="104637"/>
                  </a:lnTo>
                  <a:lnTo>
                    <a:pt x="26321" y="102317"/>
                  </a:lnTo>
                  <a:lnTo>
                    <a:pt x="28395" y="92844"/>
                  </a:lnTo>
                  <a:lnTo>
                    <a:pt x="28558" y="91573"/>
                  </a:lnTo>
                  <a:lnTo>
                    <a:pt x="28173" y="89987"/>
                  </a:lnTo>
                  <a:lnTo>
                    <a:pt x="25211" y="81935"/>
                  </a:lnTo>
                  <a:lnTo>
                    <a:pt x="24287" y="80134"/>
                  </a:lnTo>
                  <a:lnTo>
                    <a:pt x="23756" y="75950"/>
                  </a:lnTo>
                  <a:lnTo>
                    <a:pt x="24517" y="73601"/>
                  </a:lnTo>
                  <a:lnTo>
                    <a:pt x="20955" y="60093"/>
                  </a:lnTo>
                  <a:lnTo>
                    <a:pt x="20071" y="58441"/>
                  </a:lnTo>
                  <a:lnTo>
                    <a:pt x="19685" y="56788"/>
                  </a:lnTo>
                  <a:lnTo>
                    <a:pt x="19640" y="54352"/>
                  </a:lnTo>
                  <a:lnTo>
                    <a:pt x="19577" y="45007"/>
                  </a:lnTo>
                  <a:lnTo>
                    <a:pt x="18631" y="30342"/>
                  </a:lnTo>
                  <a:lnTo>
                    <a:pt x="17382" y="13268"/>
                  </a:lnTo>
                  <a:lnTo>
                    <a:pt x="21566" y="8407"/>
                  </a:lnTo>
                  <a:lnTo>
                    <a:pt x="24742" y="4712"/>
                  </a:lnTo>
                  <a:lnTo>
                    <a:pt x="28795" y="0"/>
                  </a:lnTo>
                  <a:lnTo>
                    <a:pt x="32553" y="4827"/>
                  </a:lnTo>
                  <a:lnTo>
                    <a:pt x="37994" y="11818"/>
                  </a:lnTo>
                  <a:lnTo>
                    <a:pt x="43434" y="18808"/>
                  </a:lnTo>
                  <a:lnTo>
                    <a:pt x="48873" y="25799"/>
                  </a:lnTo>
                  <a:lnTo>
                    <a:pt x="54314" y="32789"/>
                  </a:lnTo>
                  <a:lnTo>
                    <a:pt x="59754" y="39780"/>
                  </a:lnTo>
                  <a:lnTo>
                    <a:pt x="65194" y="46770"/>
                  </a:lnTo>
                  <a:lnTo>
                    <a:pt x="70634" y="53761"/>
                  </a:lnTo>
                  <a:lnTo>
                    <a:pt x="76074" y="60751"/>
                  </a:lnTo>
                  <a:lnTo>
                    <a:pt x="81515" y="67743"/>
                  </a:lnTo>
                  <a:lnTo>
                    <a:pt x="86955" y="74732"/>
                  </a:lnTo>
                  <a:lnTo>
                    <a:pt x="92396" y="81724"/>
                  </a:lnTo>
                  <a:lnTo>
                    <a:pt x="97836" y="88714"/>
                  </a:lnTo>
                  <a:lnTo>
                    <a:pt x="103275" y="95705"/>
                  </a:lnTo>
                  <a:lnTo>
                    <a:pt x="108716" y="102695"/>
                  </a:lnTo>
                  <a:lnTo>
                    <a:pt x="114156" y="109686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6"/>
            <p:cNvSpPr/>
            <p:nvPr/>
          </p:nvSpPr>
          <p:spPr>
            <a:xfrm>
              <a:off x="3167588" y="3305614"/>
              <a:ext cx="21213" cy="148520"/>
            </a:xfrm>
            <a:custGeom>
              <a:avLst/>
              <a:pathLst>
                <a:path w="21213" h="148520">
                  <a:moveTo>
                    <a:pt x="11249" y="3615"/>
                  </a:moveTo>
                  <a:lnTo>
                    <a:pt x="10957" y="6792"/>
                  </a:lnTo>
                  <a:lnTo>
                    <a:pt x="10356" y="10727"/>
                  </a:lnTo>
                  <a:lnTo>
                    <a:pt x="9966" y="11978"/>
                  </a:lnTo>
                  <a:lnTo>
                    <a:pt x="9692" y="21539"/>
                  </a:lnTo>
                  <a:lnTo>
                    <a:pt x="9881" y="22340"/>
                  </a:lnTo>
                  <a:lnTo>
                    <a:pt x="10019" y="22577"/>
                  </a:lnTo>
                  <a:lnTo>
                    <a:pt x="11906" y="25813"/>
                  </a:lnTo>
                  <a:lnTo>
                    <a:pt x="14380" y="30058"/>
                  </a:lnTo>
                  <a:lnTo>
                    <a:pt x="16127" y="33055"/>
                  </a:lnTo>
                  <a:lnTo>
                    <a:pt x="16273" y="34060"/>
                  </a:lnTo>
                  <a:lnTo>
                    <a:pt x="16298" y="40347"/>
                  </a:lnTo>
                  <a:lnTo>
                    <a:pt x="16320" y="45744"/>
                  </a:lnTo>
                  <a:lnTo>
                    <a:pt x="16682" y="48833"/>
                  </a:lnTo>
                  <a:lnTo>
                    <a:pt x="16759" y="51827"/>
                  </a:lnTo>
                  <a:lnTo>
                    <a:pt x="17197" y="54092"/>
                  </a:lnTo>
                  <a:lnTo>
                    <a:pt x="18810" y="58458"/>
                  </a:lnTo>
                  <a:lnTo>
                    <a:pt x="19195" y="61035"/>
                  </a:lnTo>
                  <a:lnTo>
                    <a:pt x="19236" y="69281"/>
                  </a:lnTo>
                  <a:lnTo>
                    <a:pt x="19268" y="75537"/>
                  </a:lnTo>
                  <a:lnTo>
                    <a:pt x="19472" y="84056"/>
                  </a:lnTo>
                  <a:lnTo>
                    <a:pt x="19472" y="91170"/>
                  </a:lnTo>
                  <a:lnTo>
                    <a:pt x="19472" y="100163"/>
                  </a:lnTo>
                  <a:lnTo>
                    <a:pt x="19473" y="110703"/>
                  </a:lnTo>
                  <a:lnTo>
                    <a:pt x="19473" y="121692"/>
                  </a:lnTo>
                  <a:lnTo>
                    <a:pt x="18408" y="121836"/>
                  </a:lnTo>
                  <a:lnTo>
                    <a:pt x="18988" y="125247"/>
                  </a:lnTo>
                  <a:lnTo>
                    <a:pt x="19088" y="128342"/>
                  </a:lnTo>
                  <a:lnTo>
                    <a:pt x="19226" y="129352"/>
                  </a:lnTo>
                  <a:lnTo>
                    <a:pt x="18937" y="130849"/>
                  </a:lnTo>
                  <a:lnTo>
                    <a:pt x="19176" y="133130"/>
                  </a:lnTo>
                  <a:lnTo>
                    <a:pt x="19638" y="133977"/>
                  </a:lnTo>
                  <a:lnTo>
                    <a:pt x="20818" y="138565"/>
                  </a:lnTo>
                  <a:lnTo>
                    <a:pt x="21213" y="142455"/>
                  </a:lnTo>
                  <a:lnTo>
                    <a:pt x="19317" y="143750"/>
                  </a:lnTo>
                  <a:lnTo>
                    <a:pt x="19450" y="144755"/>
                  </a:lnTo>
                  <a:lnTo>
                    <a:pt x="15907" y="146821"/>
                  </a:lnTo>
                  <a:lnTo>
                    <a:pt x="14505" y="148520"/>
                  </a:lnTo>
                  <a:lnTo>
                    <a:pt x="14480" y="146876"/>
                  </a:lnTo>
                  <a:lnTo>
                    <a:pt x="13965" y="146580"/>
                  </a:lnTo>
                  <a:lnTo>
                    <a:pt x="13338" y="146026"/>
                  </a:lnTo>
                  <a:lnTo>
                    <a:pt x="12946" y="145174"/>
                  </a:lnTo>
                  <a:lnTo>
                    <a:pt x="12403" y="143226"/>
                  </a:lnTo>
                  <a:lnTo>
                    <a:pt x="12208" y="141696"/>
                  </a:lnTo>
                  <a:lnTo>
                    <a:pt x="11382" y="141453"/>
                  </a:lnTo>
                  <a:lnTo>
                    <a:pt x="10363" y="139744"/>
                  </a:lnTo>
                  <a:lnTo>
                    <a:pt x="9392" y="137788"/>
                  </a:lnTo>
                  <a:lnTo>
                    <a:pt x="9054" y="135833"/>
                  </a:lnTo>
                  <a:lnTo>
                    <a:pt x="9148" y="134930"/>
                  </a:lnTo>
                  <a:lnTo>
                    <a:pt x="8998" y="134000"/>
                  </a:lnTo>
                  <a:lnTo>
                    <a:pt x="8663" y="133653"/>
                  </a:lnTo>
                  <a:lnTo>
                    <a:pt x="7788" y="129230"/>
                  </a:lnTo>
                  <a:lnTo>
                    <a:pt x="7247" y="127448"/>
                  </a:lnTo>
                  <a:lnTo>
                    <a:pt x="6992" y="126017"/>
                  </a:lnTo>
                  <a:lnTo>
                    <a:pt x="7081" y="124912"/>
                  </a:lnTo>
                  <a:lnTo>
                    <a:pt x="6963" y="123419"/>
                  </a:lnTo>
                  <a:lnTo>
                    <a:pt x="7134" y="122212"/>
                  </a:lnTo>
                  <a:lnTo>
                    <a:pt x="7604" y="121491"/>
                  </a:lnTo>
                  <a:lnTo>
                    <a:pt x="7751" y="120608"/>
                  </a:lnTo>
                  <a:lnTo>
                    <a:pt x="7794" y="118757"/>
                  </a:lnTo>
                  <a:lnTo>
                    <a:pt x="8059" y="114918"/>
                  </a:lnTo>
                  <a:lnTo>
                    <a:pt x="8232" y="111162"/>
                  </a:lnTo>
                  <a:lnTo>
                    <a:pt x="7735" y="110123"/>
                  </a:lnTo>
                  <a:lnTo>
                    <a:pt x="7125" y="109830"/>
                  </a:lnTo>
                  <a:lnTo>
                    <a:pt x="6810" y="108755"/>
                  </a:lnTo>
                  <a:lnTo>
                    <a:pt x="6689" y="106982"/>
                  </a:lnTo>
                  <a:lnTo>
                    <a:pt x="6701" y="105453"/>
                  </a:lnTo>
                  <a:lnTo>
                    <a:pt x="7896" y="100094"/>
                  </a:lnTo>
                  <a:lnTo>
                    <a:pt x="7651" y="87755"/>
                  </a:lnTo>
                  <a:lnTo>
                    <a:pt x="7828" y="85871"/>
                  </a:lnTo>
                  <a:lnTo>
                    <a:pt x="8371" y="84574"/>
                  </a:lnTo>
                  <a:lnTo>
                    <a:pt x="8837" y="83073"/>
                  </a:lnTo>
                  <a:lnTo>
                    <a:pt x="8817" y="81577"/>
                  </a:lnTo>
                  <a:lnTo>
                    <a:pt x="8021" y="77890"/>
                  </a:lnTo>
                  <a:lnTo>
                    <a:pt x="6512" y="75064"/>
                  </a:lnTo>
                  <a:lnTo>
                    <a:pt x="5740" y="72776"/>
                  </a:lnTo>
                  <a:lnTo>
                    <a:pt x="5323" y="70728"/>
                  </a:lnTo>
                  <a:lnTo>
                    <a:pt x="5254" y="69627"/>
                  </a:lnTo>
                  <a:lnTo>
                    <a:pt x="6169" y="68017"/>
                  </a:lnTo>
                  <a:lnTo>
                    <a:pt x="6574" y="66903"/>
                  </a:lnTo>
                  <a:lnTo>
                    <a:pt x="6625" y="65619"/>
                  </a:lnTo>
                  <a:lnTo>
                    <a:pt x="6251" y="63276"/>
                  </a:lnTo>
                  <a:lnTo>
                    <a:pt x="6317" y="59106"/>
                  </a:lnTo>
                  <a:lnTo>
                    <a:pt x="6669" y="55977"/>
                  </a:lnTo>
                  <a:lnTo>
                    <a:pt x="7031" y="51927"/>
                  </a:lnTo>
                  <a:lnTo>
                    <a:pt x="6993" y="50739"/>
                  </a:lnTo>
                  <a:lnTo>
                    <a:pt x="6106" y="48323"/>
                  </a:lnTo>
                  <a:lnTo>
                    <a:pt x="5626" y="47992"/>
                  </a:lnTo>
                  <a:lnTo>
                    <a:pt x="5236" y="48167"/>
                  </a:lnTo>
                  <a:lnTo>
                    <a:pt x="4309" y="49754"/>
                  </a:lnTo>
                  <a:lnTo>
                    <a:pt x="3976" y="49926"/>
                  </a:lnTo>
                  <a:lnTo>
                    <a:pt x="3766" y="49457"/>
                  </a:lnTo>
                  <a:lnTo>
                    <a:pt x="3674" y="48817"/>
                  </a:lnTo>
                  <a:lnTo>
                    <a:pt x="3998" y="47870"/>
                  </a:lnTo>
                  <a:lnTo>
                    <a:pt x="3880" y="46686"/>
                  </a:lnTo>
                  <a:lnTo>
                    <a:pt x="4152" y="45653"/>
                  </a:lnTo>
                  <a:lnTo>
                    <a:pt x="4741" y="45182"/>
                  </a:lnTo>
                  <a:lnTo>
                    <a:pt x="4914" y="44662"/>
                  </a:lnTo>
                  <a:lnTo>
                    <a:pt x="4121" y="44166"/>
                  </a:lnTo>
                  <a:lnTo>
                    <a:pt x="4028" y="43463"/>
                  </a:lnTo>
                  <a:lnTo>
                    <a:pt x="4084" y="42778"/>
                  </a:lnTo>
                  <a:lnTo>
                    <a:pt x="4313" y="42648"/>
                  </a:lnTo>
                  <a:lnTo>
                    <a:pt x="4563" y="42687"/>
                  </a:lnTo>
                  <a:lnTo>
                    <a:pt x="4702" y="42196"/>
                  </a:lnTo>
                  <a:lnTo>
                    <a:pt x="4823" y="38758"/>
                  </a:lnTo>
                  <a:lnTo>
                    <a:pt x="4919" y="37558"/>
                  </a:lnTo>
                  <a:lnTo>
                    <a:pt x="5019" y="35184"/>
                  </a:lnTo>
                  <a:lnTo>
                    <a:pt x="5142" y="25978"/>
                  </a:lnTo>
                  <a:lnTo>
                    <a:pt x="5323" y="25030"/>
                  </a:lnTo>
                  <a:lnTo>
                    <a:pt x="5348" y="24341"/>
                  </a:lnTo>
                  <a:lnTo>
                    <a:pt x="4792" y="23896"/>
                  </a:lnTo>
                  <a:lnTo>
                    <a:pt x="3477" y="21425"/>
                  </a:lnTo>
                  <a:lnTo>
                    <a:pt x="2707" y="19527"/>
                  </a:lnTo>
                  <a:lnTo>
                    <a:pt x="2037" y="17582"/>
                  </a:lnTo>
                  <a:lnTo>
                    <a:pt x="1472" y="16303"/>
                  </a:lnTo>
                  <a:lnTo>
                    <a:pt x="1024" y="15503"/>
                  </a:lnTo>
                  <a:lnTo>
                    <a:pt x="368" y="14331"/>
                  </a:lnTo>
                  <a:lnTo>
                    <a:pt x="43" y="13077"/>
                  </a:lnTo>
                  <a:lnTo>
                    <a:pt x="0" y="11822"/>
                  </a:lnTo>
                  <a:lnTo>
                    <a:pt x="336" y="9309"/>
                  </a:lnTo>
                  <a:lnTo>
                    <a:pt x="866" y="6626"/>
                  </a:lnTo>
                  <a:lnTo>
                    <a:pt x="1024" y="4346"/>
                  </a:lnTo>
                  <a:lnTo>
                    <a:pt x="1131" y="2796"/>
                  </a:lnTo>
                  <a:lnTo>
                    <a:pt x="1024" y="2116"/>
                  </a:lnTo>
                  <a:lnTo>
                    <a:pt x="970" y="1774"/>
                  </a:lnTo>
                  <a:lnTo>
                    <a:pt x="245" y="0"/>
                  </a:lnTo>
                  <a:lnTo>
                    <a:pt x="1024" y="409"/>
                  </a:lnTo>
                  <a:lnTo>
                    <a:pt x="2832" y="1359"/>
                  </a:lnTo>
                  <a:lnTo>
                    <a:pt x="6522" y="3653"/>
                  </a:lnTo>
                  <a:lnTo>
                    <a:pt x="6596" y="4061"/>
                  </a:lnTo>
                  <a:lnTo>
                    <a:pt x="6618" y="4746"/>
                  </a:lnTo>
                  <a:lnTo>
                    <a:pt x="7259" y="4733"/>
                  </a:lnTo>
                  <a:lnTo>
                    <a:pt x="8325" y="3917"/>
                  </a:lnTo>
                  <a:close/>
                </a:path>
              </a:pathLst>
            </a:cu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7"/>
            <p:cNvSpPr/>
            <p:nvPr/>
          </p:nvSpPr>
          <p:spPr>
            <a:xfrm>
              <a:off x="4299691" y="3435674"/>
              <a:ext cx="1075" cy="5850"/>
            </a:xfrm>
            <a:custGeom>
              <a:avLst/>
              <a:pathLst>
                <a:path w="1075" h="5850">
                  <a:moveTo>
                    <a:pt x="640" y="5678"/>
                  </a:moveTo>
                  <a:lnTo>
                    <a:pt x="424" y="5850"/>
                  </a:lnTo>
                  <a:lnTo>
                    <a:pt x="0" y="3465"/>
                  </a:lnTo>
                  <a:lnTo>
                    <a:pt x="537" y="0"/>
                  </a:lnTo>
                  <a:lnTo>
                    <a:pt x="1075" y="424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8"/>
            <p:cNvSpPr/>
            <p:nvPr/>
          </p:nvSpPr>
          <p:spPr>
            <a:xfrm>
              <a:off x="4293230" y="3408418"/>
              <a:ext cx="757" cy="4882"/>
            </a:xfrm>
            <a:custGeom>
              <a:avLst/>
              <a:pathLst>
                <a:path w="757" h="4882">
                  <a:moveTo>
                    <a:pt x="462" y="1320"/>
                  </a:moveTo>
                  <a:lnTo>
                    <a:pt x="757" y="4882"/>
                  </a:lnTo>
                  <a:lnTo>
                    <a:pt x="342" y="4155"/>
                  </a:lnTo>
                  <a:lnTo>
                    <a:pt x="0" y="2601"/>
                  </a:lnTo>
                  <a:lnTo>
                    <a:pt x="4" y="318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09"/>
            <p:cNvSpPr/>
            <p:nvPr/>
          </p:nvSpPr>
          <p:spPr>
            <a:xfrm>
              <a:off x="4287458" y="3394470"/>
              <a:ext cx="850" cy="5658"/>
            </a:xfrm>
            <a:custGeom>
              <a:avLst/>
              <a:pathLst>
                <a:path w="850" h="5658">
                  <a:moveTo>
                    <a:pt x="710" y="5159"/>
                  </a:moveTo>
                  <a:lnTo>
                    <a:pt x="574" y="5658"/>
                  </a:lnTo>
                  <a:lnTo>
                    <a:pt x="0" y="0"/>
                  </a:lnTo>
                  <a:lnTo>
                    <a:pt x="850" y="151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g1410"/>
            <p:cNvSpPr/>
            <p:nvPr/>
          </p:nvSpPr>
          <p:spPr>
            <a:xfrm>
              <a:off x="4284425" y="3392763"/>
              <a:ext cx="1960" cy="11531"/>
            </a:xfrm>
            <a:custGeom>
              <a:avLst/>
              <a:pathLst>
                <a:path w="1960" h="11531">
                  <a:moveTo>
                    <a:pt x="1666" y="7808"/>
                  </a:moveTo>
                  <a:lnTo>
                    <a:pt x="1545" y="9984"/>
                  </a:lnTo>
                  <a:lnTo>
                    <a:pt x="1080" y="9954"/>
                  </a:lnTo>
                  <a:lnTo>
                    <a:pt x="605" y="11346"/>
                  </a:lnTo>
                  <a:lnTo>
                    <a:pt x="385" y="11531"/>
                  </a:lnTo>
                  <a:lnTo>
                    <a:pt x="0" y="7098"/>
                  </a:lnTo>
                  <a:lnTo>
                    <a:pt x="443" y="888"/>
                  </a:lnTo>
                  <a:lnTo>
                    <a:pt x="678" y="0"/>
                  </a:lnTo>
                  <a:lnTo>
                    <a:pt x="1006" y="1644"/>
                  </a:lnTo>
                  <a:lnTo>
                    <a:pt x="1960" y="2383"/>
                  </a:lnTo>
                  <a:lnTo>
                    <a:pt x="1550" y="596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1"/>
            <p:cNvSpPr/>
            <p:nvPr/>
          </p:nvSpPr>
          <p:spPr>
            <a:xfrm>
              <a:off x="4284294" y="3364018"/>
              <a:ext cx="700" cy="2904"/>
            </a:xfrm>
            <a:custGeom>
              <a:avLst/>
              <a:pathLst>
                <a:path w="700" h="2904">
                  <a:moveTo>
                    <a:pt x="644" y="2589"/>
                  </a:moveTo>
                  <a:lnTo>
                    <a:pt x="0" y="2904"/>
                  </a:lnTo>
                  <a:lnTo>
                    <a:pt x="86" y="1291"/>
                  </a:lnTo>
                  <a:lnTo>
                    <a:pt x="259" y="272"/>
                  </a:lnTo>
                  <a:lnTo>
                    <a:pt x="572" y="0"/>
                  </a:lnTo>
                  <a:lnTo>
                    <a:pt x="700" y="173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2"/>
            <p:cNvSpPr/>
            <p:nvPr/>
          </p:nvSpPr>
          <p:spPr>
            <a:xfrm>
              <a:off x="4303377" y="3350812"/>
              <a:ext cx="1635" cy="4858"/>
            </a:xfrm>
            <a:custGeom>
              <a:avLst/>
              <a:pathLst>
                <a:path w="1635" h="4858">
                  <a:moveTo>
                    <a:pt x="1583" y="0"/>
                  </a:moveTo>
                  <a:lnTo>
                    <a:pt x="1635" y="1672"/>
                  </a:lnTo>
                  <a:lnTo>
                    <a:pt x="1390" y="3682"/>
                  </a:lnTo>
                  <a:lnTo>
                    <a:pt x="353" y="4858"/>
                  </a:lnTo>
                  <a:lnTo>
                    <a:pt x="0" y="3249"/>
                  </a:lnTo>
                  <a:lnTo>
                    <a:pt x="94" y="770"/>
                  </a:lnTo>
                  <a:lnTo>
                    <a:pt x="253" y="148"/>
                  </a:lnTo>
                  <a:lnTo>
                    <a:pt x="1268" y="27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3"/>
            <p:cNvSpPr/>
            <p:nvPr/>
          </p:nvSpPr>
          <p:spPr>
            <a:xfrm>
              <a:off x="4303969" y="3344680"/>
              <a:ext cx="1030" cy="3356"/>
            </a:xfrm>
            <a:custGeom>
              <a:avLst/>
              <a:pathLst>
                <a:path w="1030" h="3356">
                  <a:moveTo>
                    <a:pt x="1030" y="2862"/>
                  </a:moveTo>
                  <a:lnTo>
                    <a:pt x="920" y="3356"/>
                  </a:lnTo>
                  <a:lnTo>
                    <a:pt x="480" y="2418"/>
                  </a:lnTo>
                  <a:lnTo>
                    <a:pt x="166" y="1357"/>
                  </a:lnTo>
                  <a:lnTo>
                    <a:pt x="0" y="0"/>
                  </a:lnTo>
                  <a:lnTo>
                    <a:pt x="681" y="56"/>
                  </a:lnTo>
                  <a:lnTo>
                    <a:pt x="1018" y="131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4"/>
            <p:cNvSpPr/>
            <p:nvPr/>
          </p:nvSpPr>
          <p:spPr>
            <a:xfrm>
              <a:off x="4332919" y="3288591"/>
              <a:ext cx="836" cy="3532"/>
            </a:xfrm>
            <a:custGeom>
              <a:avLst/>
              <a:pathLst>
                <a:path w="836" h="3532">
                  <a:moveTo>
                    <a:pt x="836" y="448"/>
                  </a:moveTo>
                  <a:lnTo>
                    <a:pt x="648" y="3532"/>
                  </a:lnTo>
                  <a:lnTo>
                    <a:pt x="0" y="2268"/>
                  </a:lnTo>
                  <a:lnTo>
                    <a:pt x="155" y="706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5"/>
            <p:cNvSpPr/>
            <p:nvPr/>
          </p:nvSpPr>
          <p:spPr>
            <a:xfrm>
              <a:off x="4329972" y="3274994"/>
              <a:ext cx="1778" cy="5528"/>
            </a:xfrm>
            <a:custGeom>
              <a:avLst/>
              <a:pathLst>
                <a:path w="1778" h="5528">
                  <a:moveTo>
                    <a:pt x="1742" y="4820"/>
                  </a:moveTo>
                  <a:lnTo>
                    <a:pt x="1778" y="5528"/>
                  </a:lnTo>
                  <a:lnTo>
                    <a:pt x="1189" y="4990"/>
                  </a:lnTo>
                  <a:lnTo>
                    <a:pt x="983" y="5243"/>
                  </a:lnTo>
                  <a:lnTo>
                    <a:pt x="324" y="5054"/>
                  </a:lnTo>
                  <a:lnTo>
                    <a:pt x="0" y="960"/>
                  </a:lnTo>
                  <a:lnTo>
                    <a:pt x="46" y="0"/>
                  </a:lnTo>
                  <a:lnTo>
                    <a:pt x="516" y="301"/>
                  </a:lnTo>
                  <a:lnTo>
                    <a:pt x="1189" y="2334"/>
                  </a:lnTo>
                  <a:lnTo>
                    <a:pt x="1533" y="374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6"/>
            <p:cNvSpPr/>
            <p:nvPr/>
          </p:nvSpPr>
          <p:spPr>
            <a:xfrm>
              <a:off x="4274337" y="3030548"/>
              <a:ext cx="93876" cy="436960"/>
            </a:xfrm>
            <a:custGeom>
              <a:avLst/>
              <a:pathLst>
                <a:path w="93876" h="436960">
                  <a:moveTo>
                    <a:pt x="31210" y="3184"/>
                  </a:moveTo>
                  <a:lnTo>
                    <a:pt x="31125" y="4927"/>
                  </a:lnTo>
                  <a:lnTo>
                    <a:pt x="31407" y="5289"/>
                  </a:lnTo>
                  <a:lnTo>
                    <a:pt x="31797" y="4481"/>
                  </a:lnTo>
                  <a:lnTo>
                    <a:pt x="32296" y="2506"/>
                  </a:lnTo>
                  <a:lnTo>
                    <a:pt x="32841" y="1392"/>
                  </a:lnTo>
                  <a:lnTo>
                    <a:pt x="33430" y="1138"/>
                  </a:lnTo>
                  <a:lnTo>
                    <a:pt x="34057" y="2483"/>
                  </a:lnTo>
                  <a:lnTo>
                    <a:pt x="34720" y="5427"/>
                  </a:lnTo>
                  <a:lnTo>
                    <a:pt x="35402" y="7101"/>
                  </a:lnTo>
                  <a:lnTo>
                    <a:pt x="35719" y="7283"/>
                  </a:lnTo>
                  <a:lnTo>
                    <a:pt x="35951" y="8629"/>
                  </a:lnTo>
                  <a:lnTo>
                    <a:pt x="35987" y="9920"/>
                  </a:lnTo>
                  <a:lnTo>
                    <a:pt x="35663" y="12649"/>
                  </a:lnTo>
                  <a:lnTo>
                    <a:pt x="35114" y="15823"/>
                  </a:lnTo>
                  <a:lnTo>
                    <a:pt x="34335" y="19747"/>
                  </a:lnTo>
                  <a:lnTo>
                    <a:pt x="34590" y="23046"/>
                  </a:lnTo>
                  <a:lnTo>
                    <a:pt x="35652" y="25735"/>
                  </a:lnTo>
                  <a:lnTo>
                    <a:pt x="36922" y="27319"/>
                  </a:lnTo>
                  <a:lnTo>
                    <a:pt x="38268" y="26879"/>
                  </a:lnTo>
                  <a:lnTo>
                    <a:pt x="38982" y="26076"/>
                  </a:lnTo>
                  <a:lnTo>
                    <a:pt x="39565" y="24802"/>
                  </a:lnTo>
                  <a:lnTo>
                    <a:pt x="40108" y="24201"/>
                  </a:lnTo>
                  <a:lnTo>
                    <a:pt x="40795" y="24041"/>
                  </a:lnTo>
                  <a:lnTo>
                    <a:pt x="42932" y="24975"/>
                  </a:lnTo>
                  <a:lnTo>
                    <a:pt x="43582" y="25887"/>
                  </a:lnTo>
                  <a:lnTo>
                    <a:pt x="43683" y="27710"/>
                  </a:lnTo>
                  <a:lnTo>
                    <a:pt x="43419" y="32400"/>
                  </a:lnTo>
                  <a:lnTo>
                    <a:pt x="43748" y="35839"/>
                  </a:lnTo>
                  <a:lnTo>
                    <a:pt x="44353" y="39462"/>
                  </a:lnTo>
                  <a:lnTo>
                    <a:pt x="44427" y="42765"/>
                  </a:lnTo>
                  <a:lnTo>
                    <a:pt x="43679" y="48213"/>
                  </a:lnTo>
                  <a:lnTo>
                    <a:pt x="43055" y="53368"/>
                  </a:lnTo>
                  <a:lnTo>
                    <a:pt x="42383" y="55873"/>
                  </a:lnTo>
                  <a:lnTo>
                    <a:pt x="41862" y="57485"/>
                  </a:lnTo>
                  <a:lnTo>
                    <a:pt x="41709" y="58578"/>
                  </a:lnTo>
                  <a:lnTo>
                    <a:pt x="41750" y="59611"/>
                  </a:lnTo>
                  <a:lnTo>
                    <a:pt x="42229" y="61162"/>
                  </a:lnTo>
                  <a:lnTo>
                    <a:pt x="42737" y="63162"/>
                  </a:lnTo>
                  <a:lnTo>
                    <a:pt x="42864" y="65074"/>
                  </a:lnTo>
                  <a:lnTo>
                    <a:pt x="42810" y="67424"/>
                  </a:lnTo>
                  <a:lnTo>
                    <a:pt x="42462" y="70647"/>
                  </a:lnTo>
                  <a:lnTo>
                    <a:pt x="41164" y="77632"/>
                  </a:lnTo>
                  <a:lnTo>
                    <a:pt x="40136" y="83934"/>
                  </a:lnTo>
                  <a:lnTo>
                    <a:pt x="40674" y="85198"/>
                  </a:lnTo>
                  <a:lnTo>
                    <a:pt x="41694" y="86119"/>
                  </a:lnTo>
                  <a:lnTo>
                    <a:pt x="42370" y="87018"/>
                  </a:lnTo>
                  <a:lnTo>
                    <a:pt x="43077" y="86442"/>
                  </a:lnTo>
                  <a:lnTo>
                    <a:pt x="44579" y="82720"/>
                  </a:lnTo>
                  <a:lnTo>
                    <a:pt x="45873" y="79949"/>
                  </a:lnTo>
                  <a:lnTo>
                    <a:pt x="47478" y="77183"/>
                  </a:lnTo>
                  <a:lnTo>
                    <a:pt x="47576" y="76942"/>
                  </a:lnTo>
                  <a:lnTo>
                    <a:pt x="48982" y="74907"/>
                  </a:lnTo>
                  <a:lnTo>
                    <a:pt x="49625" y="73037"/>
                  </a:lnTo>
                  <a:lnTo>
                    <a:pt x="49973" y="70652"/>
                  </a:lnTo>
                  <a:lnTo>
                    <a:pt x="50471" y="69728"/>
                  </a:lnTo>
                  <a:lnTo>
                    <a:pt x="51117" y="70266"/>
                  </a:lnTo>
                  <a:lnTo>
                    <a:pt x="51934" y="69231"/>
                  </a:lnTo>
                  <a:lnTo>
                    <a:pt x="52923" y="66620"/>
                  </a:lnTo>
                  <a:lnTo>
                    <a:pt x="53683" y="65414"/>
                  </a:lnTo>
                  <a:lnTo>
                    <a:pt x="54214" y="65615"/>
                  </a:lnTo>
                  <a:lnTo>
                    <a:pt x="55161" y="67237"/>
                  </a:lnTo>
                  <a:lnTo>
                    <a:pt x="56526" y="70281"/>
                  </a:lnTo>
                  <a:lnTo>
                    <a:pt x="57740" y="72093"/>
                  </a:lnTo>
                  <a:lnTo>
                    <a:pt x="58805" y="72670"/>
                  </a:lnTo>
                  <a:lnTo>
                    <a:pt x="59324" y="73803"/>
                  </a:lnTo>
                  <a:lnTo>
                    <a:pt x="59300" y="75491"/>
                  </a:lnTo>
                  <a:lnTo>
                    <a:pt x="59535" y="76563"/>
                  </a:lnTo>
                  <a:lnTo>
                    <a:pt x="60033" y="77017"/>
                  </a:lnTo>
                  <a:lnTo>
                    <a:pt x="60253" y="76836"/>
                  </a:lnTo>
                  <a:lnTo>
                    <a:pt x="60198" y="76019"/>
                  </a:lnTo>
                  <a:lnTo>
                    <a:pt x="60679" y="74823"/>
                  </a:lnTo>
                  <a:lnTo>
                    <a:pt x="61699" y="73247"/>
                  </a:lnTo>
                  <a:lnTo>
                    <a:pt x="62735" y="72321"/>
                  </a:lnTo>
                  <a:lnTo>
                    <a:pt x="63789" y="72045"/>
                  </a:lnTo>
                  <a:lnTo>
                    <a:pt x="64469" y="70796"/>
                  </a:lnTo>
                  <a:lnTo>
                    <a:pt x="64922" y="67554"/>
                  </a:lnTo>
                  <a:lnTo>
                    <a:pt x="65573" y="65087"/>
                  </a:lnTo>
                  <a:lnTo>
                    <a:pt x="66154" y="63971"/>
                  </a:lnTo>
                  <a:lnTo>
                    <a:pt x="66875" y="63410"/>
                  </a:lnTo>
                  <a:lnTo>
                    <a:pt x="67061" y="62627"/>
                  </a:lnTo>
                  <a:lnTo>
                    <a:pt x="66713" y="61622"/>
                  </a:lnTo>
                  <a:lnTo>
                    <a:pt x="66745" y="60602"/>
                  </a:lnTo>
                  <a:lnTo>
                    <a:pt x="67160" y="59571"/>
                  </a:lnTo>
                  <a:lnTo>
                    <a:pt x="68053" y="59129"/>
                  </a:lnTo>
                  <a:lnTo>
                    <a:pt x="69427" y="59282"/>
                  </a:lnTo>
                  <a:lnTo>
                    <a:pt x="71037" y="60334"/>
                  </a:lnTo>
                  <a:lnTo>
                    <a:pt x="72883" y="62286"/>
                  </a:lnTo>
                  <a:lnTo>
                    <a:pt x="74093" y="62912"/>
                  </a:lnTo>
                  <a:lnTo>
                    <a:pt x="74669" y="62213"/>
                  </a:lnTo>
                  <a:lnTo>
                    <a:pt x="75795" y="65235"/>
                  </a:lnTo>
                  <a:lnTo>
                    <a:pt x="77469" y="71982"/>
                  </a:lnTo>
                  <a:lnTo>
                    <a:pt x="78906" y="77081"/>
                  </a:lnTo>
                  <a:lnTo>
                    <a:pt x="80103" y="80534"/>
                  </a:lnTo>
                  <a:lnTo>
                    <a:pt x="81365" y="83184"/>
                  </a:lnTo>
                  <a:lnTo>
                    <a:pt x="82689" y="85032"/>
                  </a:lnTo>
                  <a:lnTo>
                    <a:pt x="83641" y="87546"/>
                  </a:lnTo>
                  <a:lnTo>
                    <a:pt x="84508" y="92314"/>
                  </a:lnTo>
                  <a:lnTo>
                    <a:pt x="83860" y="98908"/>
                  </a:lnTo>
                  <a:lnTo>
                    <a:pt x="83685" y="104604"/>
                  </a:lnTo>
                  <a:lnTo>
                    <a:pt x="83765" y="111602"/>
                  </a:lnTo>
                  <a:lnTo>
                    <a:pt x="84546" y="116965"/>
                  </a:lnTo>
                  <a:lnTo>
                    <a:pt x="86028" y="120692"/>
                  </a:lnTo>
                  <a:lnTo>
                    <a:pt x="86890" y="123704"/>
                  </a:lnTo>
                  <a:lnTo>
                    <a:pt x="87133" y="126001"/>
                  </a:lnTo>
                  <a:lnTo>
                    <a:pt x="88286" y="127972"/>
                  </a:lnTo>
                  <a:lnTo>
                    <a:pt x="90352" y="129617"/>
                  </a:lnTo>
                  <a:lnTo>
                    <a:pt x="91210" y="131107"/>
                  </a:lnTo>
                  <a:lnTo>
                    <a:pt x="90862" y="132445"/>
                  </a:lnTo>
                  <a:lnTo>
                    <a:pt x="90835" y="133996"/>
                  </a:lnTo>
                  <a:lnTo>
                    <a:pt x="91127" y="135763"/>
                  </a:lnTo>
                  <a:lnTo>
                    <a:pt x="91843" y="137225"/>
                  </a:lnTo>
                  <a:lnTo>
                    <a:pt x="92983" y="138382"/>
                  </a:lnTo>
                  <a:lnTo>
                    <a:pt x="93661" y="139603"/>
                  </a:lnTo>
                  <a:lnTo>
                    <a:pt x="93876" y="140886"/>
                  </a:lnTo>
                  <a:lnTo>
                    <a:pt x="93852" y="142972"/>
                  </a:lnTo>
                  <a:lnTo>
                    <a:pt x="93588" y="145858"/>
                  </a:lnTo>
                  <a:lnTo>
                    <a:pt x="93112" y="148075"/>
                  </a:lnTo>
                  <a:lnTo>
                    <a:pt x="92425" y="149622"/>
                  </a:lnTo>
                  <a:lnTo>
                    <a:pt x="92341" y="150841"/>
                  </a:lnTo>
                  <a:lnTo>
                    <a:pt x="92166" y="152704"/>
                  </a:lnTo>
                  <a:lnTo>
                    <a:pt x="92166" y="156516"/>
                  </a:lnTo>
                  <a:lnTo>
                    <a:pt x="92654" y="159056"/>
                  </a:lnTo>
                  <a:lnTo>
                    <a:pt x="92805" y="162281"/>
                  </a:lnTo>
                  <a:lnTo>
                    <a:pt x="92537" y="164916"/>
                  </a:lnTo>
                  <a:lnTo>
                    <a:pt x="92277" y="170296"/>
                  </a:lnTo>
                  <a:lnTo>
                    <a:pt x="92245" y="172381"/>
                  </a:lnTo>
                  <a:lnTo>
                    <a:pt x="91998" y="174170"/>
                  </a:lnTo>
                  <a:lnTo>
                    <a:pt x="91397" y="175899"/>
                  </a:lnTo>
                  <a:lnTo>
                    <a:pt x="90483" y="177522"/>
                  </a:lnTo>
                  <a:lnTo>
                    <a:pt x="89364" y="178965"/>
                  </a:lnTo>
                  <a:lnTo>
                    <a:pt x="88679" y="179604"/>
                  </a:lnTo>
                  <a:lnTo>
                    <a:pt x="88518" y="179904"/>
                  </a:lnTo>
                  <a:lnTo>
                    <a:pt x="88028" y="181533"/>
                  </a:lnTo>
                  <a:lnTo>
                    <a:pt x="87439" y="183114"/>
                  </a:lnTo>
                  <a:lnTo>
                    <a:pt x="86980" y="183116"/>
                  </a:lnTo>
                  <a:lnTo>
                    <a:pt x="86636" y="182316"/>
                  </a:lnTo>
                  <a:lnTo>
                    <a:pt x="86397" y="181282"/>
                  </a:lnTo>
                  <a:lnTo>
                    <a:pt x="86253" y="179017"/>
                  </a:lnTo>
                  <a:lnTo>
                    <a:pt x="85221" y="177897"/>
                  </a:lnTo>
                  <a:lnTo>
                    <a:pt x="84088" y="177193"/>
                  </a:lnTo>
                  <a:lnTo>
                    <a:pt x="81780" y="178310"/>
                  </a:lnTo>
                  <a:lnTo>
                    <a:pt x="79916" y="178914"/>
                  </a:lnTo>
                  <a:lnTo>
                    <a:pt x="77828" y="178148"/>
                  </a:lnTo>
                  <a:lnTo>
                    <a:pt x="75858" y="179116"/>
                  </a:lnTo>
                  <a:lnTo>
                    <a:pt x="75035" y="179259"/>
                  </a:lnTo>
                  <a:lnTo>
                    <a:pt x="74090" y="179115"/>
                  </a:lnTo>
                  <a:lnTo>
                    <a:pt x="73179" y="179133"/>
                  </a:lnTo>
                  <a:lnTo>
                    <a:pt x="72311" y="178778"/>
                  </a:lnTo>
                  <a:lnTo>
                    <a:pt x="70704" y="177392"/>
                  </a:lnTo>
                  <a:lnTo>
                    <a:pt x="70091" y="177500"/>
                  </a:lnTo>
                  <a:lnTo>
                    <a:pt x="68797" y="178647"/>
                  </a:lnTo>
                  <a:lnTo>
                    <a:pt x="67446" y="179454"/>
                  </a:lnTo>
                  <a:lnTo>
                    <a:pt x="66151" y="180006"/>
                  </a:lnTo>
                  <a:lnTo>
                    <a:pt x="64239" y="182373"/>
                  </a:lnTo>
                  <a:lnTo>
                    <a:pt x="62856" y="185795"/>
                  </a:lnTo>
                  <a:lnTo>
                    <a:pt x="62447" y="188213"/>
                  </a:lnTo>
                  <a:lnTo>
                    <a:pt x="61760" y="190649"/>
                  </a:lnTo>
                  <a:lnTo>
                    <a:pt x="60808" y="194507"/>
                  </a:lnTo>
                  <a:lnTo>
                    <a:pt x="59576" y="198199"/>
                  </a:lnTo>
                  <a:lnTo>
                    <a:pt x="58716" y="199883"/>
                  </a:lnTo>
                  <a:lnTo>
                    <a:pt x="58953" y="200875"/>
                  </a:lnTo>
                  <a:lnTo>
                    <a:pt x="58741" y="202077"/>
                  </a:lnTo>
                  <a:lnTo>
                    <a:pt x="57397" y="202612"/>
                  </a:lnTo>
                  <a:lnTo>
                    <a:pt x="56350" y="202827"/>
                  </a:lnTo>
                  <a:lnTo>
                    <a:pt x="56161" y="203428"/>
                  </a:lnTo>
                  <a:lnTo>
                    <a:pt x="56287" y="210867"/>
                  </a:lnTo>
                  <a:lnTo>
                    <a:pt x="56653" y="213682"/>
                  </a:lnTo>
                  <a:lnTo>
                    <a:pt x="57330" y="217080"/>
                  </a:lnTo>
                  <a:lnTo>
                    <a:pt x="57774" y="218939"/>
                  </a:lnTo>
                  <a:lnTo>
                    <a:pt x="58103" y="224457"/>
                  </a:lnTo>
                  <a:lnTo>
                    <a:pt x="58204" y="229136"/>
                  </a:lnTo>
                  <a:lnTo>
                    <a:pt x="59681" y="232092"/>
                  </a:lnTo>
                  <a:lnTo>
                    <a:pt x="60517" y="234350"/>
                  </a:lnTo>
                  <a:lnTo>
                    <a:pt x="61112" y="236337"/>
                  </a:lnTo>
                  <a:lnTo>
                    <a:pt x="60904" y="237604"/>
                  </a:lnTo>
                  <a:lnTo>
                    <a:pt x="60551" y="241378"/>
                  </a:lnTo>
                  <a:lnTo>
                    <a:pt x="60895" y="246280"/>
                  </a:lnTo>
                  <a:lnTo>
                    <a:pt x="62956" y="256850"/>
                  </a:lnTo>
                  <a:lnTo>
                    <a:pt x="63135" y="257600"/>
                  </a:lnTo>
                  <a:lnTo>
                    <a:pt x="62890" y="257684"/>
                  </a:lnTo>
                  <a:lnTo>
                    <a:pt x="62565" y="255648"/>
                  </a:lnTo>
                  <a:lnTo>
                    <a:pt x="61520" y="252224"/>
                  </a:lnTo>
                  <a:lnTo>
                    <a:pt x="61195" y="248565"/>
                  </a:lnTo>
                  <a:lnTo>
                    <a:pt x="59967" y="244535"/>
                  </a:lnTo>
                  <a:lnTo>
                    <a:pt x="59277" y="242934"/>
                  </a:lnTo>
                  <a:lnTo>
                    <a:pt x="59058" y="244270"/>
                  </a:lnTo>
                  <a:lnTo>
                    <a:pt x="58665" y="245705"/>
                  </a:lnTo>
                  <a:lnTo>
                    <a:pt x="57460" y="243636"/>
                  </a:lnTo>
                  <a:lnTo>
                    <a:pt x="56427" y="241469"/>
                  </a:lnTo>
                  <a:lnTo>
                    <a:pt x="55473" y="237281"/>
                  </a:lnTo>
                  <a:lnTo>
                    <a:pt x="55352" y="238253"/>
                  </a:lnTo>
                  <a:lnTo>
                    <a:pt x="55138" y="239133"/>
                  </a:lnTo>
                  <a:lnTo>
                    <a:pt x="54054" y="235842"/>
                  </a:lnTo>
                  <a:lnTo>
                    <a:pt x="52921" y="233216"/>
                  </a:lnTo>
                  <a:lnTo>
                    <a:pt x="51901" y="232277"/>
                  </a:lnTo>
                  <a:lnTo>
                    <a:pt x="51271" y="231403"/>
                  </a:lnTo>
                  <a:lnTo>
                    <a:pt x="50666" y="230010"/>
                  </a:lnTo>
                  <a:lnTo>
                    <a:pt x="49392" y="228563"/>
                  </a:lnTo>
                  <a:lnTo>
                    <a:pt x="46228" y="230644"/>
                  </a:lnTo>
                  <a:lnTo>
                    <a:pt x="42200" y="229028"/>
                  </a:lnTo>
                  <a:lnTo>
                    <a:pt x="40650" y="230576"/>
                  </a:lnTo>
                  <a:lnTo>
                    <a:pt x="40014" y="229613"/>
                  </a:lnTo>
                  <a:lnTo>
                    <a:pt x="39623" y="227820"/>
                  </a:lnTo>
                  <a:lnTo>
                    <a:pt x="39999" y="224757"/>
                  </a:lnTo>
                  <a:lnTo>
                    <a:pt x="40084" y="218352"/>
                  </a:lnTo>
                  <a:lnTo>
                    <a:pt x="40563" y="213851"/>
                  </a:lnTo>
                  <a:lnTo>
                    <a:pt x="40338" y="210430"/>
                  </a:lnTo>
                  <a:lnTo>
                    <a:pt x="40573" y="208818"/>
                  </a:lnTo>
                  <a:lnTo>
                    <a:pt x="40752" y="206619"/>
                  </a:lnTo>
                  <a:lnTo>
                    <a:pt x="40114" y="205720"/>
                  </a:lnTo>
                  <a:lnTo>
                    <a:pt x="37270" y="203980"/>
                  </a:lnTo>
                  <a:lnTo>
                    <a:pt x="36666" y="202595"/>
                  </a:lnTo>
                  <a:lnTo>
                    <a:pt x="35911" y="204182"/>
                  </a:lnTo>
                  <a:lnTo>
                    <a:pt x="32496" y="205068"/>
                  </a:lnTo>
                  <a:lnTo>
                    <a:pt x="31209" y="206396"/>
                  </a:lnTo>
                  <a:lnTo>
                    <a:pt x="30018" y="208948"/>
                  </a:lnTo>
                  <a:lnTo>
                    <a:pt x="29712" y="212190"/>
                  </a:lnTo>
                  <a:lnTo>
                    <a:pt x="30400" y="214324"/>
                  </a:lnTo>
                  <a:lnTo>
                    <a:pt x="30841" y="218035"/>
                  </a:lnTo>
                  <a:lnTo>
                    <a:pt x="29616" y="226136"/>
                  </a:lnTo>
                  <a:lnTo>
                    <a:pt x="29411" y="228543"/>
                  </a:lnTo>
                  <a:lnTo>
                    <a:pt x="29884" y="238451"/>
                  </a:lnTo>
                  <a:lnTo>
                    <a:pt x="29696" y="243886"/>
                  </a:lnTo>
                  <a:lnTo>
                    <a:pt x="29028" y="247530"/>
                  </a:lnTo>
                  <a:lnTo>
                    <a:pt x="27970" y="250806"/>
                  </a:lnTo>
                  <a:lnTo>
                    <a:pt x="27534" y="256356"/>
                  </a:lnTo>
                  <a:lnTo>
                    <a:pt x="26703" y="258927"/>
                  </a:lnTo>
                  <a:lnTo>
                    <a:pt x="25588" y="264804"/>
                  </a:lnTo>
                  <a:lnTo>
                    <a:pt x="24838" y="272123"/>
                  </a:lnTo>
                  <a:lnTo>
                    <a:pt x="24305" y="275510"/>
                  </a:lnTo>
                  <a:lnTo>
                    <a:pt x="23993" y="281746"/>
                  </a:lnTo>
                  <a:lnTo>
                    <a:pt x="21698" y="291213"/>
                  </a:lnTo>
                  <a:lnTo>
                    <a:pt x="21159" y="296562"/>
                  </a:lnTo>
                  <a:lnTo>
                    <a:pt x="20338" y="298580"/>
                  </a:lnTo>
                  <a:lnTo>
                    <a:pt x="20626" y="300175"/>
                  </a:lnTo>
                  <a:lnTo>
                    <a:pt x="20674" y="302847"/>
                  </a:lnTo>
                  <a:lnTo>
                    <a:pt x="20387" y="309976"/>
                  </a:lnTo>
                  <a:lnTo>
                    <a:pt x="20290" y="315890"/>
                  </a:lnTo>
                  <a:lnTo>
                    <a:pt x="20637" y="319048"/>
                  </a:lnTo>
                  <a:lnTo>
                    <a:pt x="21738" y="325329"/>
                  </a:lnTo>
                  <a:lnTo>
                    <a:pt x="21474" y="327150"/>
                  </a:lnTo>
                  <a:lnTo>
                    <a:pt x="21348" y="329743"/>
                  </a:lnTo>
                  <a:lnTo>
                    <a:pt x="22274" y="330919"/>
                  </a:lnTo>
                  <a:lnTo>
                    <a:pt x="22937" y="331265"/>
                  </a:lnTo>
                  <a:lnTo>
                    <a:pt x="26684" y="328295"/>
                  </a:lnTo>
                  <a:lnTo>
                    <a:pt x="27952" y="329059"/>
                  </a:lnTo>
                  <a:lnTo>
                    <a:pt x="28429" y="331829"/>
                  </a:lnTo>
                  <a:lnTo>
                    <a:pt x="28737" y="334244"/>
                  </a:lnTo>
                  <a:lnTo>
                    <a:pt x="29373" y="347295"/>
                  </a:lnTo>
                  <a:lnTo>
                    <a:pt x="29701" y="349719"/>
                  </a:lnTo>
                  <a:lnTo>
                    <a:pt x="30458" y="352026"/>
                  </a:lnTo>
                  <a:lnTo>
                    <a:pt x="31288" y="354480"/>
                  </a:lnTo>
                  <a:lnTo>
                    <a:pt x="31570" y="354040"/>
                  </a:lnTo>
                  <a:lnTo>
                    <a:pt x="31624" y="353129"/>
                  </a:lnTo>
                  <a:lnTo>
                    <a:pt x="31676" y="352106"/>
                  </a:lnTo>
                  <a:lnTo>
                    <a:pt x="32417" y="354579"/>
                  </a:lnTo>
                  <a:lnTo>
                    <a:pt x="32992" y="359195"/>
                  </a:lnTo>
                  <a:lnTo>
                    <a:pt x="34970" y="383609"/>
                  </a:lnTo>
                  <a:lnTo>
                    <a:pt x="35540" y="386711"/>
                  </a:lnTo>
                  <a:lnTo>
                    <a:pt x="36011" y="389973"/>
                  </a:lnTo>
                  <a:lnTo>
                    <a:pt x="34809" y="388382"/>
                  </a:lnTo>
                  <a:lnTo>
                    <a:pt x="34484" y="382958"/>
                  </a:lnTo>
                  <a:lnTo>
                    <a:pt x="34139" y="380677"/>
                  </a:lnTo>
                  <a:lnTo>
                    <a:pt x="33714" y="380341"/>
                  </a:lnTo>
                  <a:lnTo>
                    <a:pt x="33042" y="380381"/>
                  </a:lnTo>
                  <a:lnTo>
                    <a:pt x="32999" y="379412"/>
                  </a:lnTo>
                  <a:lnTo>
                    <a:pt x="33503" y="377643"/>
                  </a:lnTo>
                  <a:lnTo>
                    <a:pt x="33424" y="375522"/>
                  </a:lnTo>
                  <a:lnTo>
                    <a:pt x="32734" y="373780"/>
                  </a:lnTo>
                  <a:lnTo>
                    <a:pt x="31616" y="375163"/>
                  </a:lnTo>
                  <a:lnTo>
                    <a:pt x="31645" y="378970"/>
                  </a:lnTo>
                  <a:lnTo>
                    <a:pt x="32146" y="381888"/>
                  </a:lnTo>
                  <a:lnTo>
                    <a:pt x="34037" y="388401"/>
                  </a:lnTo>
                  <a:lnTo>
                    <a:pt x="34629" y="391128"/>
                  </a:lnTo>
                  <a:lnTo>
                    <a:pt x="35381" y="391910"/>
                  </a:lnTo>
                  <a:lnTo>
                    <a:pt x="36477" y="391478"/>
                  </a:lnTo>
                  <a:lnTo>
                    <a:pt x="37787" y="394256"/>
                  </a:lnTo>
                  <a:lnTo>
                    <a:pt x="38820" y="396835"/>
                  </a:lnTo>
                  <a:lnTo>
                    <a:pt x="41378" y="400787"/>
                  </a:lnTo>
                  <a:lnTo>
                    <a:pt x="42928" y="400367"/>
                  </a:lnTo>
                  <a:lnTo>
                    <a:pt x="44604" y="399388"/>
                  </a:lnTo>
                  <a:lnTo>
                    <a:pt x="45727" y="399646"/>
                  </a:lnTo>
                  <a:lnTo>
                    <a:pt x="46830" y="400659"/>
                  </a:lnTo>
                  <a:lnTo>
                    <a:pt x="48150" y="403949"/>
                  </a:lnTo>
                  <a:lnTo>
                    <a:pt x="50251" y="412203"/>
                  </a:lnTo>
                  <a:lnTo>
                    <a:pt x="53678" y="419069"/>
                  </a:lnTo>
                  <a:lnTo>
                    <a:pt x="53307" y="420770"/>
                  </a:lnTo>
                  <a:lnTo>
                    <a:pt x="53157" y="423370"/>
                  </a:lnTo>
                  <a:lnTo>
                    <a:pt x="51805" y="426837"/>
                  </a:lnTo>
                  <a:lnTo>
                    <a:pt x="51590" y="428846"/>
                  </a:lnTo>
                  <a:lnTo>
                    <a:pt x="51096" y="431390"/>
                  </a:lnTo>
                  <a:lnTo>
                    <a:pt x="50154" y="432747"/>
                  </a:lnTo>
                  <a:lnTo>
                    <a:pt x="49346" y="433006"/>
                  </a:lnTo>
                  <a:lnTo>
                    <a:pt x="48879" y="432763"/>
                  </a:lnTo>
                  <a:lnTo>
                    <a:pt x="48556" y="432255"/>
                  </a:lnTo>
                  <a:lnTo>
                    <a:pt x="48004" y="429857"/>
                  </a:lnTo>
                  <a:lnTo>
                    <a:pt x="47725" y="429123"/>
                  </a:lnTo>
                  <a:lnTo>
                    <a:pt x="47489" y="428953"/>
                  </a:lnTo>
                  <a:lnTo>
                    <a:pt x="45765" y="430610"/>
                  </a:lnTo>
                  <a:lnTo>
                    <a:pt x="44094" y="432452"/>
                  </a:lnTo>
                  <a:lnTo>
                    <a:pt x="43785" y="434096"/>
                  </a:lnTo>
                  <a:lnTo>
                    <a:pt x="43340" y="436015"/>
                  </a:lnTo>
                  <a:lnTo>
                    <a:pt x="42852" y="436774"/>
                  </a:lnTo>
                  <a:lnTo>
                    <a:pt x="42469" y="436960"/>
                  </a:lnTo>
                  <a:lnTo>
                    <a:pt x="42103" y="435833"/>
                  </a:lnTo>
                  <a:lnTo>
                    <a:pt x="41461" y="434368"/>
                  </a:lnTo>
                  <a:lnTo>
                    <a:pt x="40967" y="432993"/>
                  </a:lnTo>
                  <a:lnTo>
                    <a:pt x="41093" y="430772"/>
                  </a:lnTo>
                  <a:lnTo>
                    <a:pt x="42034" y="427513"/>
                  </a:lnTo>
                  <a:lnTo>
                    <a:pt x="42158" y="425232"/>
                  </a:lnTo>
                  <a:lnTo>
                    <a:pt x="42038" y="421320"/>
                  </a:lnTo>
                  <a:lnTo>
                    <a:pt x="41783" y="419059"/>
                  </a:lnTo>
                  <a:lnTo>
                    <a:pt x="41509" y="418978"/>
                  </a:lnTo>
                  <a:lnTo>
                    <a:pt x="41048" y="418613"/>
                  </a:lnTo>
                  <a:lnTo>
                    <a:pt x="39744" y="418976"/>
                  </a:lnTo>
                  <a:lnTo>
                    <a:pt x="39092" y="416427"/>
                  </a:lnTo>
                  <a:lnTo>
                    <a:pt x="38833" y="413634"/>
                  </a:lnTo>
                  <a:lnTo>
                    <a:pt x="38387" y="412633"/>
                  </a:lnTo>
                  <a:lnTo>
                    <a:pt x="37946" y="412024"/>
                  </a:lnTo>
                  <a:lnTo>
                    <a:pt x="36968" y="412989"/>
                  </a:lnTo>
                  <a:lnTo>
                    <a:pt x="36223" y="412412"/>
                  </a:lnTo>
                  <a:lnTo>
                    <a:pt x="33742" y="409978"/>
                  </a:lnTo>
                  <a:lnTo>
                    <a:pt x="32788" y="406054"/>
                  </a:lnTo>
                  <a:lnTo>
                    <a:pt x="32279" y="405938"/>
                  </a:lnTo>
                  <a:lnTo>
                    <a:pt x="31827" y="406375"/>
                  </a:lnTo>
                  <a:lnTo>
                    <a:pt x="31651" y="407268"/>
                  </a:lnTo>
                  <a:lnTo>
                    <a:pt x="31387" y="411787"/>
                  </a:lnTo>
                  <a:lnTo>
                    <a:pt x="31173" y="413167"/>
                  </a:lnTo>
                  <a:lnTo>
                    <a:pt x="28328" y="404068"/>
                  </a:lnTo>
                  <a:lnTo>
                    <a:pt x="26368" y="400323"/>
                  </a:lnTo>
                  <a:lnTo>
                    <a:pt x="26644" y="393540"/>
                  </a:lnTo>
                  <a:lnTo>
                    <a:pt x="26047" y="392220"/>
                  </a:lnTo>
                  <a:lnTo>
                    <a:pt x="25305" y="392088"/>
                  </a:lnTo>
                  <a:lnTo>
                    <a:pt x="24744" y="390213"/>
                  </a:lnTo>
                  <a:lnTo>
                    <a:pt x="25243" y="386170"/>
                  </a:lnTo>
                  <a:lnTo>
                    <a:pt x="24472" y="386942"/>
                  </a:lnTo>
                  <a:lnTo>
                    <a:pt x="23406" y="386798"/>
                  </a:lnTo>
                  <a:lnTo>
                    <a:pt x="22536" y="385679"/>
                  </a:lnTo>
                  <a:lnTo>
                    <a:pt x="21875" y="380091"/>
                  </a:lnTo>
                  <a:lnTo>
                    <a:pt x="21458" y="378386"/>
                  </a:lnTo>
                  <a:lnTo>
                    <a:pt x="20547" y="375460"/>
                  </a:lnTo>
                  <a:lnTo>
                    <a:pt x="19346" y="375460"/>
                  </a:lnTo>
                  <a:lnTo>
                    <a:pt x="18949" y="374055"/>
                  </a:lnTo>
                  <a:lnTo>
                    <a:pt x="19044" y="370443"/>
                  </a:lnTo>
                  <a:lnTo>
                    <a:pt x="18168" y="368229"/>
                  </a:lnTo>
                  <a:lnTo>
                    <a:pt x="17016" y="366422"/>
                  </a:lnTo>
                  <a:lnTo>
                    <a:pt x="16065" y="365362"/>
                  </a:lnTo>
                  <a:lnTo>
                    <a:pt x="15098" y="359543"/>
                  </a:lnTo>
                  <a:lnTo>
                    <a:pt x="14335" y="358116"/>
                  </a:lnTo>
                  <a:lnTo>
                    <a:pt x="13686" y="356956"/>
                  </a:lnTo>
                  <a:lnTo>
                    <a:pt x="12784" y="357738"/>
                  </a:lnTo>
                  <a:lnTo>
                    <a:pt x="12492" y="359833"/>
                  </a:lnTo>
                  <a:lnTo>
                    <a:pt x="11889" y="361863"/>
                  </a:lnTo>
                  <a:lnTo>
                    <a:pt x="11205" y="361604"/>
                  </a:lnTo>
                  <a:lnTo>
                    <a:pt x="10578" y="360444"/>
                  </a:lnTo>
                  <a:lnTo>
                    <a:pt x="9814" y="354627"/>
                  </a:lnTo>
                  <a:lnTo>
                    <a:pt x="9686" y="351065"/>
                  </a:lnTo>
                  <a:lnTo>
                    <a:pt x="9855" y="344439"/>
                  </a:lnTo>
                  <a:lnTo>
                    <a:pt x="10810" y="338498"/>
                  </a:lnTo>
                  <a:lnTo>
                    <a:pt x="11326" y="328995"/>
                  </a:lnTo>
                  <a:lnTo>
                    <a:pt x="12141" y="323018"/>
                  </a:lnTo>
                  <a:lnTo>
                    <a:pt x="12707" y="320990"/>
                  </a:lnTo>
                  <a:lnTo>
                    <a:pt x="13490" y="312833"/>
                  </a:lnTo>
                  <a:lnTo>
                    <a:pt x="15087" y="302405"/>
                  </a:lnTo>
                  <a:lnTo>
                    <a:pt x="15267" y="300170"/>
                  </a:lnTo>
                  <a:lnTo>
                    <a:pt x="15590" y="297664"/>
                  </a:lnTo>
                  <a:lnTo>
                    <a:pt x="15834" y="295299"/>
                  </a:lnTo>
                  <a:lnTo>
                    <a:pt x="15914" y="291571"/>
                  </a:lnTo>
                  <a:lnTo>
                    <a:pt x="15708" y="289605"/>
                  </a:lnTo>
                  <a:lnTo>
                    <a:pt x="15708" y="288501"/>
                  </a:lnTo>
                  <a:lnTo>
                    <a:pt x="16045" y="287097"/>
                  </a:lnTo>
                  <a:lnTo>
                    <a:pt x="17182" y="284737"/>
                  </a:lnTo>
                  <a:lnTo>
                    <a:pt x="18753" y="280847"/>
                  </a:lnTo>
                  <a:lnTo>
                    <a:pt x="20623" y="275371"/>
                  </a:lnTo>
                  <a:lnTo>
                    <a:pt x="22539" y="266974"/>
                  </a:lnTo>
                  <a:lnTo>
                    <a:pt x="23491" y="262100"/>
                  </a:lnTo>
                  <a:lnTo>
                    <a:pt x="23891" y="260383"/>
                  </a:lnTo>
                  <a:lnTo>
                    <a:pt x="24315" y="259846"/>
                  </a:lnTo>
                  <a:lnTo>
                    <a:pt x="24969" y="258177"/>
                  </a:lnTo>
                  <a:lnTo>
                    <a:pt x="25419" y="256330"/>
                  </a:lnTo>
                  <a:lnTo>
                    <a:pt x="25445" y="255398"/>
                  </a:lnTo>
                  <a:lnTo>
                    <a:pt x="24403" y="246284"/>
                  </a:lnTo>
                  <a:lnTo>
                    <a:pt x="23721" y="243312"/>
                  </a:lnTo>
                  <a:lnTo>
                    <a:pt x="23375" y="239801"/>
                  </a:lnTo>
                  <a:lnTo>
                    <a:pt x="23192" y="237266"/>
                  </a:lnTo>
                  <a:lnTo>
                    <a:pt x="22941" y="234937"/>
                  </a:lnTo>
                  <a:lnTo>
                    <a:pt x="23064" y="232743"/>
                  </a:lnTo>
                  <a:lnTo>
                    <a:pt x="22688" y="231374"/>
                  </a:lnTo>
                  <a:lnTo>
                    <a:pt x="21841" y="229641"/>
                  </a:lnTo>
                  <a:lnTo>
                    <a:pt x="20961" y="227074"/>
                  </a:lnTo>
                  <a:lnTo>
                    <a:pt x="20435" y="222873"/>
                  </a:lnTo>
                  <a:lnTo>
                    <a:pt x="20435" y="220527"/>
                  </a:lnTo>
                  <a:lnTo>
                    <a:pt x="19872" y="218475"/>
                  </a:lnTo>
                  <a:lnTo>
                    <a:pt x="19684" y="216325"/>
                  </a:lnTo>
                  <a:lnTo>
                    <a:pt x="20021" y="214272"/>
                  </a:lnTo>
                  <a:lnTo>
                    <a:pt x="20465" y="212497"/>
                  </a:lnTo>
                  <a:lnTo>
                    <a:pt x="20414" y="204700"/>
                  </a:lnTo>
                  <a:lnTo>
                    <a:pt x="20236" y="202370"/>
                  </a:lnTo>
                  <a:lnTo>
                    <a:pt x="20018" y="198206"/>
                  </a:lnTo>
                  <a:lnTo>
                    <a:pt x="19443" y="195072"/>
                  </a:lnTo>
                  <a:lnTo>
                    <a:pt x="18631" y="191396"/>
                  </a:lnTo>
                  <a:lnTo>
                    <a:pt x="17710" y="188362"/>
                  </a:lnTo>
                  <a:lnTo>
                    <a:pt x="15298" y="182869"/>
                  </a:lnTo>
                  <a:lnTo>
                    <a:pt x="13582" y="179200"/>
                  </a:lnTo>
                  <a:lnTo>
                    <a:pt x="12730" y="175861"/>
                  </a:lnTo>
                  <a:lnTo>
                    <a:pt x="11653" y="172017"/>
                  </a:lnTo>
                  <a:lnTo>
                    <a:pt x="10880" y="169254"/>
                  </a:lnTo>
                  <a:lnTo>
                    <a:pt x="9902" y="165760"/>
                  </a:lnTo>
                  <a:lnTo>
                    <a:pt x="9404" y="160997"/>
                  </a:lnTo>
                  <a:lnTo>
                    <a:pt x="9129" y="155930"/>
                  </a:lnTo>
                  <a:lnTo>
                    <a:pt x="9278" y="154255"/>
                  </a:lnTo>
                  <a:lnTo>
                    <a:pt x="9746" y="153154"/>
                  </a:lnTo>
                  <a:lnTo>
                    <a:pt x="10358" y="152261"/>
                  </a:lnTo>
                  <a:lnTo>
                    <a:pt x="10849" y="152054"/>
                  </a:lnTo>
                  <a:lnTo>
                    <a:pt x="12243" y="149726"/>
                  </a:lnTo>
                  <a:lnTo>
                    <a:pt x="13210" y="149923"/>
                  </a:lnTo>
                  <a:lnTo>
                    <a:pt x="13433" y="149421"/>
                  </a:lnTo>
                  <a:lnTo>
                    <a:pt x="13527" y="148361"/>
                  </a:lnTo>
                  <a:lnTo>
                    <a:pt x="13405" y="143745"/>
                  </a:lnTo>
                  <a:lnTo>
                    <a:pt x="13448" y="137574"/>
                  </a:lnTo>
                  <a:lnTo>
                    <a:pt x="13627" y="132550"/>
                  </a:lnTo>
                  <a:lnTo>
                    <a:pt x="13836" y="129239"/>
                  </a:lnTo>
                  <a:lnTo>
                    <a:pt x="16397" y="125394"/>
                  </a:lnTo>
                  <a:lnTo>
                    <a:pt x="16937" y="123732"/>
                  </a:lnTo>
                  <a:lnTo>
                    <a:pt x="17198" y="121928"/>
                  </a:lnTo>
                  <a:lnTo>
                    <a:pt x="17196" y="120338"/>
                  </a:lnTo>
                  <a:lnTo>
                    <a:pt x="16981" y="119089"/>
                  </a:lnTo>
                  <a:lnTo>
                    <a:pt x="16596" y="118398"/>
                  </a:lnTo>
                  <a:lnTo>
                    <a:pt x="14936" y="121712"/>
                  </a:lnTo>
                  <a:lnTo>
                    <a:pt x="14612" y="120973"/>
                  </a:lnTo>
                  <a:lnTo>
                    <a:pt x="13850" y="115525"/>
                  </a:lnTo>
                  <a:lnTo>
                    <a:pt x="13522" y="113866"/>
                  </a:lnTo>
                  <a:lnTo>
                    <a:pt x="13049" y="111879"/>
                  </a:lnTo>
                  <a:lnTo>
                    <a:pt x="12538" y="109100"/>
                  </a:lnTo>
                  <a:lnTo>
                    <a:pt x="12459" y="104290"/>
                  </a:lnTo>
                  <a:lnTo>
                    <a:pt x="12092" y="101906"/>
                  </a:lnTo>
                  <a:lnTo>
                    <a:pt x="10022" y="96825"/>
                  </a:lnTo>
                  <a:lnTo>
                    <a:pt x="9092" y="94099"/>
                  </a:lnTo>
                  <a:lnTo>
                    <a:pt x="7825" y="90157"/>
                  </a:lnTo>
                  <a:lnTo>
                    <a:pt x="6306" y="85429"/>
                  </a:lnTo>
                  <a:lnTo>
                    <a:pt x="4758" y="81057"/>
                  </a:lnTo>
                  <a:lnTo>
                    <a:pt x="4033" y="78263"/>
                  </a:lnTo>
                  <a:lnTo>
                    <a:pt x="3775" y="77634"/>
                  </a:lnTo>
                  <a:lnTo>
                    <a:pt x="3686" y="76557"/>
                  </a:lnTo>
                  <a:lnTo>
                    <a:pt x="4156" y="73550"/>
                  </a:lnTo>
                  <a:lnTo>
                    <a:pt x="3926" y="70533"/>
                  </a:lnTo>
                  <a:lnTo>
                    <a:pt x="3152" y="66505"/>
                  </a:lnTo>
                  <a:lnTo>
                    <a:pt x="2822" y="64015"/>
                  </a:lnTo>
                  <a:lnTo>
                    <a:pt x="2933" y="63060"/>
                  </a:lnTo>
                  <a:lnTo>
                    <a:pt x="2559" y="62686"/>
                  </a:lnTo>
                  <a:lnTo>
                    <a:pt x="1702" y="62895"/>
                  </a:lnTo>
                  <a:lnTo>
                    <a:pt x="872" y="61011"/>
                  </a:lnTo>
                  <a:lnTo>
                    <a:pt x="76" y="57033"/>
                  </a:lnTo>
                  <a:lnTo>
                    <a:pt x="0" y="56333"/>
                  </a:lnTo>
                  <a:lnTo>
                    <a:pt x="262" y="56346"/>
                  </a:lnTo>
                  <a:lnTo>
                    <a:pt x="1260" y="57034"/>
                  </a:lnTo>
                  <a:lnTo>
                    <a:pt x="1603" y="56930"/>
                  </a:lnTo>
                  <a:lnTo>
                    <a:pt x="2309" y="56016"/>
                  </a:lnTo>
                  <a:lnTo>
                    <a:pt x="3380" y="55055"/>
                  </a:lnTo>
                  <a:lnTo>
                    <a:pt x="4017" y="54736"/>
                  </a:lnTo>
                  <a:lnTo>
                    <a:pt x="4223" y="54258"/>
                  </a:lnTo>
                  <a:lnTo>
                    <a:pt x="4315" y="53295"/>
                  </a:lnTo>
                  <a:lnTo>
                    <a:pt x="3771" y="44105"/>
                  </a:lnTo>
                  <a:lnTo>
                    <a:pt x="3863" y="42193"/>
                  </a:lnTo>
                  <a:lnTo>
                    <a:pt x="4882" y="38234"/>
                  </a:lnTo>
                  <a:lnTo>
                    <a:pt x="4765" y="34233"/>
                  </a:lnTo>
                  <a:lnTo>
                    <a:pt x="5029" y="28498"/>
                  </a:lnTo>
                  <a:lnTo>
                    <a:pt x="6160" y="24571"/>
                  </a:lnTo>
                  <a:lnTo>
                    <a:pt x="7009" y="22773"/>
                  </a:lnTo>
                  <a:lnTo>
                    <a:pt x="7280" y="19942"/>
                  </a:lnTo>
                  <a:lnTo>
                    <a:pt x="7666" y="19345"/>
                  </a:lnTo>
                  <a:lnTo>
                    <a:pt x="8370" y="19568"/>
                  </a:lnTo>
                  <a:lnTo>
                    <a:pt x="9824" y="21681"/>
                  </a:lnTo>
                  <a:lnTo>
                    <a:pt x="10443" y="21782"/>
                  </a:lnTo>
                  <a:lnTo>
                    <a:pt x="11325" y="21726"/>
                  </a:lnTo>
                  <a:lnTo>
                    <a:pt x="12275" y="21570"/>
                  </a:lnTo>
                  <a:lnTo>
                    <a:pt x="12717" y="21366"/>
                  </a:lnTo>
                  <a:lnTo>
                    <a:pt x="15746" y="19304"/>
                  </a:lnTo>
                  <a:lnTo>
                    <a:pt x="16415" y="19087"/>
                  </a:lnTo>
                  <a:lnTo>
                    <a:pt x="17054" y="19349"/>
                  </a:lnTo>
                  <a:lnTo>
                    <a:pt x="17518" y="19251"/>
                  </a:lnTo>
                  <a:lnTo>
                    <a:pt x="17987" y="18305"/>
                  </a:lnTo>
                  <a:lnTo>
                    <a:pt x="18321" y="16637"/>
                  </a:lnTo>
                  <a:lnTo>
                    <a:pt x="18699" y="11305"/>
                  </a:lnTo>
                  <a:lnTo>
                    <a:pt x="18916" y="10365"/>
                  </a:lnTo>
                  <a:lnTo>
                    <a:pt x="19307" y="9604"/>
                  </a:lnTo>
                  <a:lnTo>
                    <a:pt x="19949" y="9095"/>
                  </a:lnTo>
                  <a:lnTo>
                    <a:pt x="20700" y="9138"/>
                  </a:lnTo>
                  <a:lnTo>
                    <a:pt x="21686" y="10164"/>
                  </a:lnTo>
                  <a:lnTo>
                    <a:pt x="22301" y="10209"/>
                  </a:lnTo>
                  <a:lnTo>
                    <a:pt x="22998" y="9779"/>
                  </a:lnTo>
                  <a:lnTo>
                    <a:pt x="23592" y="9045"/>
                  </a:lnTo>
                  <a:lnTo>
                    <a:pt x="23982" y="8112"/>
                  </a:lnTo>
                  <a:lnTo>
                    <a:pt x="24161" y="6993"/>
                  </a:lnTo>
                  <a:lnTo>
                    <a:pt x="24000" y="4839"/>
                  </a:lnTo>
                  <a:lnTo>
                    <a:pt x="23551" y="2138"/>
                  </a:lnTo>
                  <a:lnTo>
                    <a:pt x="23675" y="1813"/>
                  </a:lnTo>
                  <a:lnTo>
                    <a:pt x="24501" y="2410"/>
                  </a:lnTo>
                  <a:lnTo>
                    <a:pt x="25717" y="3071"/>
                  </a:lnTo>
                  <a:lnTo>
                    <a:pt x="26642" y="2924"/>
                  </a:lnTo>
                  <a:lnTo>
                    <a:pt x="27246" y="2455"/>
                  </a:lnTo>
                  <a:lnTo>
                    <a:pt x="27835" y="1180"/>
                  </a:lnTo>
                  <a:lnTo>
                    <a:pt x="28574" y="0"/>
                  </a:lnTo>
                  <a:lnTo>
                    <a:pt x="29301" y="265"/>
                  </a:lnTo>
                  <a:lnTo>
                    <a:pt x="29861" y="132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7"/>
            <p:cNvSpPr/>
            <p:nvPr/>
          </p:nvSpPr>
          <p:spPr>
            <a:xfrm>
              <a:off x="3968976" y="2455574"/>
              <a:ext cx="2485" cy="2835"/>
            </a:xfrm>
            <a:custGeom>
              <a:avLst/>
              <a:pathLst>
                <a:path w="2485" h="2835">
                  <a:moveTo>
                    <a:pt x="2485" y="1696"/>
                  </a:moveTo>
                  <a:lnTo>
                    <a:pt x="1468" y="2835"/>
                  </a:lnTo>
                  <a:lnTo>
                    <a:pt x="871" y="2712"/>
                  </a:lnTo>
                  <a:lnTo>
                    <a:pt x="407" y="1611"/>
                  </a:lnTo>
                  <a:lnTo>
                    <a:pt x="73" y="581"/>
                  </a:lnTo>
                  <a:lnTo>
                    <a:pt x="0" y="0"/>
                  </a:lnTo>
                  <a:lnTo>
                    <a:pt x="169" y="8"/>
                  </a:lnTo>
                  <a:lnTo>
                    <a:pt x="957" y="476"/>
                  </a:lnTo>
                  <a:lnTo>
                    <a:pt x="2059" y="805"/>
                  </a:lnTo>
                  <a:lnTo>
                    <a:pt x="2446" y="108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8"/>
            <p:cNvSpPr/>
            <p:nvPr/>
          </p:nvSpPr>
          <p:spPr>
            <a:xfrm>
              <a:off x="3969739" y="2421826"/>
              <a:ext cx="1164" cy="2670"/>
            </a:xfrm>
            <a:custGeom>
              <a:avLst/>
              <a:pathLst>
                <a:path w="1164" h="2670">
                  <a:moveTo>
                    <a:pt x="1164" y="2605"/>
                  </a:moveTo>
                  <a:lnTo>
                    <a:pt x="826" y="2670"/>
                  </a:lnTo>
                  <a:lnTo>
                    <a:pt x="212" y="1269"/>
                  </a:lnTo>
                  <a:lnTo>
                    <a:pt x="0" y="292"/>
                  </a:lnTo>
                  <a:lnTo>
                    <a:pt x="250" y="0"/>
                  </a:lnTo>
                  <a:lnTo>
                    <a:pt x="776" y="683"/>
                  </a:lnTo>
                  <a:lnTo>
                    <a:pt x="1126" y="189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19"/>
            <p:cNvSpPr/>
            <p:nvPr/>
          </p:nvSpPr>
          <p:spPr>
            <a:xfrm>
              <a:off x="3933397" y="2421522"/>
              <a:ext cx="88222" cy="128570"/>
            </a:xfrm>
            <a:custGeom>
              <a:avLst/>
              <a:pathLst>
                <a:path w="88222" h="128570">
                  <a:moveTo>
                    <a:pt x="40975" y="23528"/>
                  </a:moveTo>
                  <a:lnTo>
                    <a:pt x="41008" y="24066"/>
                  </a:lnTo>
                  <a:lnTo>
                    <a:pt x="40842" y="25043"/>
                  </a:lnTo>
                  <a:lnTo>
                    <a:pt x="38483" y="26710"/>
                  </a:lnTo>
                  <a:lnTo>
                    <a:pt x="37413" y="28120"/>
                  </a:lnTo>
                  <a:lnTo>
                    <a:pt x="37183" y="30616"/>
                  </a:lnTo>
                  <a:lnTo>
                    <a:pt x="36900" y="31339"/>
                  </a:lnTo>
                  <a:lnTo>
                    <a:pt x="36419" y="31931"/>
                  </a:lnTo>
                  <a:lnTo>
                    <a:pt x="35946" y="32066"/>
                  </a:lnTo>
                  <a:lnTo>
                    <a:pt x="35221" y="29132"/>
                  </a:lnTo>
                  <a:lnTo>
                    <a:pt x="34399" y="28521"/>
                  </a:lnTo>
                  <a:lnTo>
                    <a:pt x="33212" y="27488"/>
                  </a:lnTo>
                  <a:lnTo>
                    <a:pt x="30908" y="25481"/>
                  </a:lnTo>
                  <a:lnTo>
                    <a:pt x="29719" y="24610"/>
                  </a:lnTo>
                  <a:lnTo>
                    <a:pt x="27430" y="25917"/>
                  </a:lnTo>
                  <a:lnTo>
                    <a:pt x="24762" y="27710"/>
                  </a:lnTo>
                  <a:lnTo>
                    <a:pt x="24346" y="28803"/>
                  </a:lnTo>
                  <a:lnTo>
                    <a:pt x="24063" y="29973"/>
                  </a:lnTo>
                  <a:lnTo>
                    <a:pt x="24089" y="30863"/>
                  </a:lnTo>
                  <a:lnTo>
                    <a:pt x="24281" y="32050"/>
                  </a:lnTo>
                  <a:lnTo>
                    <a:pt x="24149" y="32958"/>
                  </a:lnTo>
                  <a:lnTo>
                    <a:pt x="23645" y="33252"/>
                  </a:lnTo>
                  <a:lnTo>
                    <a:pt x="22890" y="32150"/>
                  </a:lnTo>
                  <a:lnTo>
                    <a:pt x="22229" y="31515"/>
                  </a:lnTo>
                  <a:lnTo>
                    <a:pt x="21906" y="33016"/>
                  </a:lnTo>
                  <a:lnTo>
                    <a:pt x="21519" y="35695"/>
                  </a:lnTo>
                  <a:lnTo>
                    <a:pt x="21342" y="37646"/>
                  </a:lnTo>
                  <a:lnTo>
                    <a:pt x="21923" y="40459"/>
                  </a:lnTo>
                  <a:lnTo>
                    <a:pt x="22121" y="44627"/>
                  </a:lnTo>
                  <a:lnTo>
                    <a:pt x="23186" y="44401"/>
                  </a:lnTo>
                  <a:lnTo>
                    <a:pt x="24001" y="44413"/>
                  </a:lnTo>
                  <a:lnTo>
                    <a:pt x="25540" y="43180"/>
                  </a:lnTo>
                  <a:lnTo>
                    <a:pt x="26314" y="43147"/>
                  </a:lnTo>
                  <a:lnTo>
                    <a:pt x="27508" y="43684"/>
                  </a:lnTo>
                  <a:lnTo>
                    <a:pt x="29596" y="43792"/>
                  </a:lnTo>
                  <a:lnTo>
                    <a:pt x="31250" y="43570"/>
                  </a:lnTo>
                  <a:lnTo>
                    <a:pt x="31650" y="43659"/>
                  </a:lnTo>
                  <a:lnTo>
                    <a:pt x="32039" y="42873"/>
                  </a:lnTo>
                  <a:lnTo>
                    <a:pt x="32472" y="43144"/>
                  </a:lnTo>
                  <a:lnTo>
                    <a:pt x="32876" y="44101"/>
                  </a:lnTo>
                  <a:lnTo>
                    <a:pt x="34548" y="42941"/>
                  </a:lnTo>
                  <a:lnTo>
                    <a:pt x="35787" y="42779"/>
                  </a:lnTo>
                  <a:lnTo>
                    <a:pt x="36545" y="43118"/>
                  </a:lnTo>
                  <a:lnTo>
                    <a:pt x="36998" y="43457"/>
                  </a:lnTo>
                  <a:lnTo>
                    <a:pt x="37802" y="46209"/>
                  </a:lnTo>
                  <a:lnTo>
                    <a:pt x="38421" y="47923"/>
                  </a:lnTo>
                  <a:lnTo>
                    <a:pt x="39173" y="48471"/>
                  </a:lnTo>
                  <a:lnTo>
                    <a:pt x="41507" y="47965"/>
                  </a:lnTo>
                  <a:lnTo>
                    <a:pt x="42190" y="45555"/>
                  </a:lnTo>
                  <a:lnTo>
                    <a:pt x="42792" y="44959"/>
                  </a:lnTo>
                  <a:lnTo>
                    <a:pt x="43754" y="44775"/>
                  </a:lnTo>
                  <a:lnTo>
                    <a:pt x="44550" y="44317"/>
                  </a:lnTo>
                  <a:lnTo>
                    <a:pt x="45182" y="43330"/>
                  </a:lnTo>
                  <a:lnTo>
                    <a:pt x="46042" y="42469"/>
                  </a:lnTo>
                  <a:lnTo>
                    <a:pt x="46792" y="42297"/>
                  </a:lnTo>
                  <a:lnTo>
                    <a:pt x="47163" y="42932"/>
                  </a:lnTo>
                  <a:lnTo>
                    <a:pt x="47326" y="43769"/>
                  </a:lnTo>
                  <a:lnTo>
                    <a:pt x="47196" y="44855"/>
                  </a:lnTo>
                  <a:lnTo>
                    <a:pt x="47167" y="45987"/>
                  </a:lnTo>
                  <a:lnTo>
                    <a:pt x="47655" y="46747"/>
                  </a:lnTo>
                  <a:lnTo>
                    <a:pt x="49090" y="46924"/>
                  </a:lnTo>
                  <a:lnTo>
                    <a:pt x="49766" y="47636"/>
                  </a:lnTo>
                  <a:lnTo>
                    <a:pt x="49802" y="48973"/>
                  </a:lnTo>
                  <a:lnTo>
                    <a:pt x="49692" y="51075"/>
                  </a:lnTo>
                  <a:lnTo>
                    <a:pt x="50293" y="51921"/>
                  </a:lnTo>
                  <a:lnTo>
                    <a:pt x="50603" y="51992"/>
                  </a:lnTo>
                  <a:lnTo>
                    <a:pt x="52705" y="49765"/>
                  </a:lnTo>
                  <a:lnTo>
                    <a:pt x="53292" y="49729"/>
                  </a:lnTo>
                  <a:lnTo>
                    <a:pt x="53763" y="50956"/>
                  </a:lnTo>
                  <a:lnTo>
                    <a:pt x="54480" y="52430"/>
                  </a:lnTo>
                  <a:lnTo>
                    <a:pt x="55418" y="54003"/>
                  </a:lnTo>
                  <a:lnTo>
                    <a:pt x="55643" y="53762"/>
                  </a:lnTo>
                  <a:lnTo>
                    <a:pt x="56068" y="52046"/>
                  </a:lnTo>
                  <a:lnTo>
                    <a:pt x="56869" y="50181"/>
                  </a:lnTo>
                  <a:lnTo>
                    <a:pt x="58374" y="49575"/>
                  </a:lnTo>
                  <a:lnTo>
                    <a:pt x="59204" y="48989"/>
                  </a:lnTo>
                  <a:lnTo>
                    <a:pt x="60074" y="48729"/>
                  </a:lnTo>
                  <a:lnTo>
                    <a:pt x="62714" y="49485"/>
                  </a:lnTo>
                  <a:lnTo>
                    <a:pt x="63588" y="49584"/>
                  </a:lnTo>
                  <a:lnTo>
                    <a:pt x="65403" y="49441"/>
                  </a:lnTo>
                  <a:lnTo>
                    <a:pt x="66830" y="49067"/>
                  </a:lnTo>
                  <a:lnTo>
                    <a:pt x="67979" y="47950"/>
                  </a:lnTo>
                  <a:lnTo>
                    <a:pt x="68561" y="47053"/>
                  </a:lnTo>
                  <a:lnTo>
                    <a:pt x="69504" y="46525"/>
                  </a:lnTo>
                  <a:lnTo>
                    <a:pt x="70698" y="46613"/>
                  </a:lnTo>
                  <a:lnTo>
                    <a:pt x="71335" y="46871"/>
                  </a:lnTo>
                  <a:lnTo>
                    <a:pt x="71388" y="48413"/>
                  </a:lnTo>
                  <a:lnTo>
                    <a:pt x="71238" y="51334"/>
                  </a:lnTo>
                  <a:lnTo>
                    <a:pt x="71059" y="53362"/>
                  </a:lnTo>
                  <a:lnTo>
                    <a:pt x="72002" y="57046"/>
                  </a:lnTo>
                  <a:lnTo>
                    <a:pt x="72608" y="58819"/>
                  </a:lnTo>
                  <a:lnTo>
                    <a:pt x="73197" y="60071"/>
                  </a:lnTo>
                  <a:lnTo>
                    <a:pt x="73307" y="61061"/>
                  </a:lnTo>
                  <a:lnTo>
                    <a:pt x="73185" y="61869"/>
                  </a:lnTo>
                  <a:lnTo>
                    <a:pt x="72452" y="62656"/>
                  </a:lnTo>
                  <a:lnTo>
                    <a:pt x="72189" y="63497"/>
                  </a:lnTo>
                  <a:lnTo>
                    <a:pt x="72067" y="64440"/>
                  </a:lnTo>
                  <a:lnTo>
                    <a:pt x="72302" y="65536"/>
                  </a:lnTo>
                  <a:lnTo>
                    <a:pt x="72725" y="69031"/>
                  </a:lnTo>
                  <a:lnTo>
                    <a:pt x="73266" y="71751"/>
                  </a:lnTo>
                  <a:lnTo>
                    <a:pt x="74032" y="73051"/>
                  </a:lnTo>
                  <a:lnTo>
                    <a:pt x="75177" y="73914"/>
                  </a:lnTo>
                  <a:lnTo>
                    <a:pt x="75808" y="73732"/>
                  </a:lnTo>
                  <a:lnTo>
                    <a:pt x="76260" y="71704"/>
                  </a:lnTo>
                  <a:lnTo>
                    <a:pt x="77009" y="70147"/>
                  </a:lnTo>
                  <a:lnTo>
                    <a:pt x="77645" y="70255"/>
                  </a:lnTo>
                  <a:lnTo>
                    <a:pt x="78668" y="70189"/>
                  </a:lnTo>
                  <a:lnTo>
                    <a:pt x="81355" y="71955"/>
                  </a:lnTo>
                  <a:lnTo>
                    <a:pt x="83978" y="74614"/>
                  </a:lnTo>
                  <a:lnTo>
                    <a:pt x="84742" y="76082"/>
                  </a:lnTo>
                  <a:lnTo>
                    <a:pt x="85010" y="77737"/>
                  </a:lnTo>
                  <a:lnTo>
                    <a:pt x="84285" y="81565"/>
                  </a:lnTo>
                  <a:lnTo>
                    <a:pt x="84319" y="84014"/>
                  </a:lnTo>
                  <a:lnTo>
                    <a:pt x="84485" y="86622"/>
                  </a:lnTo>
                  <a:lnTo>
                    <a:pt x="85085" y="88559"/>
                  </a:lnTo>
                  <a:lnTo>
                    <a:pt x="85633" y="91877"/>
                  </a:lnTo>
                  <a:lnTo>
                    <a:pt x="85741" y="94627"/>
                  </a:lnTo>
                  <a:lnTo>
                    <a:pt x="85979" y="95447"/>
                  </a:lnTo>
                  <a:lnTo>
                    <a:pt x="86172" y="96406"/>
                  </a:lnTo>
                  <a:lnTo>
                    <a:pt x="85877" y="98924"/>
                  </a:lnTo>
                  <a:lnTo>
                    <a:pt x="85672" y="101462"/>
                  </a:lnTo>
                  <a:lnTo>
                    <a:pt x="85917" y="102307"/>
                  </a:lnTo>
                  <a:lnTo>
                    <a:pt x="86719" y="103561"/>
                  </a:lnTo>
                  <a:lnTo>
                    <a:pt x="87980" y="105898"/>
                  </a:lnTo>
                  <a:lnTo>
                    <a:pt x="88222" y="107836"/>
                  </a:lnTo>
                  <a:lnTo>
                    <a:pt x="87770" y="109067"/>
                  </a:lnTo>
                  <a:lnTo>
                    <a:pt x="86969" y="110559"/>
                  </a:lnTo>
                  <a:lnTo>
                    <a:pt x="85944" y="111846"/>
                  </a:lnTo>
                  <a:lnTo>
                    <a:pt x="85639" y="112388"/>
                  </a:lnTo>
                  <a:lnTo>
                    <a:pt x="85458" y="112082"/>
                  </a:lnTo>
                  <a:lnTo>
                    <a:pt x="84948" y="110784"/>
                  </a:lnTo>
                  <a:lnTo>
                    <a:pt x="83814" y="108683"/>
                  </a:lnTo>
                  <a:lnTo>
                    <a:pt x="83005" y="107576"/>
                  </a:lnTo>
                  <a:lnTo>
                    <a:pt x="81471" y="107934"/>
                  </a:lnTo>
                  <a:lnTo>
                    <a:pt x="80570" y="107543"/>
                  </a:lnTo>
                  <a:lnTo>
                    <a:pt x="79481" y="106859"/>
                  </a:lnTo>
                  <a:lnTo>
                    <a:pt x="78466" y="106957"/>
                  </a:lnTo>
                  <a:lnTo>
                    <a:pt x="77829" y="108227"/>
                  </a:lnTo>
                  <a:lnTo>
                    <a:pt x="77415" y="109498"/>
                  </a:lnTo>
                  <a:lnTo>
                    <a:pt x="76400" y="109889"/>
                  </a:lnTo>
                  <a:lnTo>
                    <a:pt x="74937" y="110866"/>
                  </a:lnTo>
                  <a:lnTo>
                    <a:pt x="72674" y="112384"/>
                  </a:lnTo>
                  <a:lnTo>
                    <a:pt x="71583" y="112160"/>
                  </a:lnTo>
                  <a:lnTo>
                    <a:pt x="71288" y="111504"/>
                  </a:lnTo>
                  <a:lnTo>
                    <a:pt x="71530" y="110628"/>
                  </a:lnTo>
                  <a:lnTo>
                    <a:pt x="72307" y="109498"/>
                  </a:lnTo>
                  <a:lnTo>
                    <a:pt x="72495" y="108129"/>
                  </a:lnTo>
                  <a:lnTo>
                    <a:pt x="72345" y="106859"/>
                  </a:lnTo>
                  <a:lnTo>
                    <a:pt x="71624" y="106513"/>
                  </a:lnTo>
                  <a:lnTo>
                    <a:pt x="71346" y="106314"/>
                  </a:lnTo>
                  <a:lnTo>
                    <a:pt x="71029" y="106053"/>
                  </a:lnTo>
                  <a:lnTo>
                    <a:pt x="69628" y="105295"/>
                  </a:lnTo>
                  <a:lnTo>
                    <a:pt x="68510" y="105574"/>
                  </a:lnTo>
                  <a:lnTo>
                    <a:pt x="66560" y="107162"/>
                  </a:lnTo>
                  <a:lnTo>
                    <a:pt x="62976" y="111328"/>
                  </a:lnTo>
                  <a:lnTo>
                    <a:pt x="61403" y="114130"/>
                  </a:lnTo>
                  <a:lnTo>
                    <a:pt x="60272" y="118375"/>
                  </a:lnTo>
                  <a:lnTo>
                    <a:pt x="56881" y="119738"/>
                  </a:lnTo>
                  <a:lnTo>
                    <a:pt x="54550" y="122172"/>
                  </a:lnTo>
                  <a:lnTo>
                    <a:pt x="52148" y="126134"/>
                  </a:lnTo>
                  <a:lnTo>
                    <a:pt x="50559" y="128267"/>
                  </a:lnTo>
                  <a:lnTo>
                    <a:pt x="49784" y="128570"/>
                  </a:lnTo>
                  <a:lnTo>
                    <a:pt x="49010" y="128189"/>
                  </a:lnTo>
                  <a:lnTo>
                    <a:pt x="48236" y="127125"/>
                  </a:lnTo>
                  <a:lnTo>
                    <a:pt x="47479" y="123810"/>
                  </a:lnTo>
                  <a:lnTo>
                    <a:pt x="46810" y="118787"/>
                  </a:lnTo>
                  <a:lnTo>
                    <a:pt x="46367" y="115464"/>
                  </a:lnTo>
                  <a:lnTo>
                    <a:pt x="46616" y="111201"/>
                  </a:lnTo>
                  <a:lnTo>
                    <a:pt x="46898" y="106349"/>
                  </a:lnTo>
                  <a:lnTo>
                    <a:pt x="47187" y="101417"/>
                  </a:lnTo>
                  <a:lnTo>
                    <a:pt x="47654" y="95722"/>
                  </a:lnTo>
                  <a:lnTo>
                    <a:pt x="48042" y="93695"/>
                  </a:lnTo>
                  <a:lnTo>
                    <a:pt x="48063" y="92340"/>
                  </a:lnTo>
                  <a:lnTo>
                    <a:pt x="47719" y="91659"/>
                  </a:lnTo>
                  <a:lnTo>
                    <a:pt x="46990" y="91697"/>
                  </a:lnTo>
                  <a:lnTo>
                    <a:pt x="45876" y="92453"/>
                  </a:lnTo>
                  <a:lnTo>
                    <a:pt x="45084" y="92584"/>
                  </a:lnTo>
                  <a:lnTo>
                    <a:pt x="44614" y="92095"/>
                  </a:lnTo>
                  <a:lnTo>
                    <a:pt x="44663" y="89450"/>
                  </a:lnTo>
                  <a:lnTo>
                    <a:pt x="45229" y="84653"/>
                  </a:lnTo>
                  <a:lnTo>
                    <a:pt x="44357" y="80613"/>
                  </a:lnTo>
                  <a:lnTo>
                    <a:pt x="42044" y="77336"/>
                  </a:lnTo>
                  <a:lnTo>
                    <a:pt x="40076" y="76198"/>
                  </a:lnTo>
                  <a:lnTo>
                    <a:pt x="38453" y="77198"/>
                  </a:lnTo>
                  <a:lnTo>
                    <a:pt x="37089" y="79802"/>
                  </a:lnTo>
                  <a:lnTo>
                    <a:pt x="35984" y="84011"/>
                  </a:lnTo>
                  <a:lnTo>
                    <a:pt x="34840" y="87455"/>
                  </a:lnTo>
                  <a:lnTo>
                    <a:pt x="33653" y="90133"/>
                  </a:lnTo>
                  <a:lnTo>
                    <a:pt x="32807" y="91421"/>
                  </a:lnTo>
                  <a:lnTo>
                    <a:pt x="32533" y="91918"/>
                  </a:lnTo>
                  <a:lnTo>
                    <a:pt x="32360" y="93052"/>
                  </a:lnTo>
                  <a:lnTo>
                    <a:pt x="32991" y="96617"/>
                  </a:lnTo>
                  <a:lnTo>
                    <a:pt x="32951" y="99608"/>
                  </a:lnTo>
                  <a:lnTo>
                    <a:pt x="32238" y="102022"/>
                  </a:lnTo>
                  <a:lnTo>
                    <a:pt x="31457" y="103173"/>
                  </a:lnTo>
                  <a:lnTo>
                    <a:pt x="30604" y="103063"/>
                  </a:lnTo>
                  <a:lnTo>
                    <a:pt x="29925" y="102503"/>
                  </a:lnTo>
                  <a:lnTo>
                    <a:pt x="29422" y="101495"/>
                  </a:lnTo>
                  <a:lnTo>
                    <a:pt x="28062" y="101221"/>
                  </a:lnTo>
                  <a:lnTo>
                    <a:pt x="25846" y="101680"/>
                  </a:lnTo>
                  <a:lnTo>
                    <a:pt x="24328" y="102890"/>
                  </a:lnTo>
                  <a:lnTo>
                    <a:pt x="23511" y="104851"/>
                  </a:lnTo>
                  <a:lnTo>
                    <a:pt x="23274" y="107434"/>
                  </a:lnTo>
                  <a:lnTo>
                    <a:pt x="23620" y="110638"/>
                  </a:lnTo>
                  <a:lnTo>
                    <a:pt x="23447" y="113094"/>
                  </a:lnTo>
                  <a:lnTo>
                    <a:pt x="22758" y="114799"/>
                  </a:lnTo>
                  <a:lnTo>
                    <a:pt x="22191" y="115777"/>
                  </a:lnTo>
                  <a:lnTo>
                    <a:pt x="21748" y="116030"/>
                  </a:lnTo>
                  <a:lnTo>
                    <a:pt x="20786" y="114555"/>
                  </a:lnTo>
                  <a:lnTo>
                    <a:pt x="19308" y="111358"/>
                  </a:lnTo>
                  <a:lnTo>
                    <a:pt x="18291" y="109628"/>
                  </a:lnTo>
                  <a:lnTo>
                    <a:pt x="17739" y="109365"/>
                  </a:lnTo>
                  <a:lnTo>
                    <a:pt x="17437" y="109539"/>
                  </a:lnTo>
                  <a:lnTo>
                    <a:pt x="17098" y="109871"/>
                  </a:lnTo>
                  <a:lnTo>
                    <a:pt x="16906" y="110285"/>
                  </a:lnTo>
                  <a:lnTo>
                    <a:pt x="16739" y="111234"/>
                  </a:lnTo>
                  <a:lnTo>
                    <a:pt x="16265" y="111609"/>
                  </a:lnTo>
                  <a:lnTo>
                    <a:pt x="15598" y="111313"/>
                  </a:lnTo>
                  <a:lnTo>
                    <a:pt x="14983" y="111598"/>
                  </a:lnTo>
                  <a:lnTo>
                    <a:pt x="14619" y="112600"/>
                  </a:lnTo>
                  <a:lnTo>
                    <a:pt x="13591" y="113812"/>
                  </a:lnTo>
                  <a:lnTo>
                    <a:pt x="11779" y="115170"/>
                  </a:lnTo>
                  <a:lnTo>
                    <a:pt x="10786" y="116620"/>
                  </a:lnTo>
                  <a:lnTo>
                    <a:pt x="10619" y="118160"/>
                  </a:lnTo>
                  <a:lnTo>
                    <a:pt x="10348" y="118846"/>
                  </a:lnTo>
                  <a:lnTo>
                    <a:pt x="9794" y="118597"/>
                  </a:lnTo>
                  <a:lnTo>
                    <a:pt x="8155" y="120716"/>
                  </a:lnTo>
                  <a:lnTo>
                    <a:pt x="6908" y="120060"/>
                  </a:lnTo>
                  <a:lnTo>
                    <a:pt x="5505" y="117336"/>
                  </a:lnTo>
                  <a:lnTo>
                    <a:pt x="4728" y="115092"/>
                  </a:lnTo>
                  <a:lnTo>
                    <a:pt x="4648" y="114144"/>
                  </a:lnTo>
                  <a:lnTo>
                    <a:pt x="5092" y="111994"/>
                  </a:lnTo>
                  <a:lnTo>
                    <a:pt x="5277" y="104842"/>
                  </a:lnTo>
                  <a:lnTo>
                    <a:pt x="5836" y="102369"/>
                  </a:lnTo>
                  <a:lnTo>
                    <a:pt x="7509" y="97930"/>
                  </a:lnTo>
                  <a:lnTo>
                    <a:pt x="8380" y="94546"/>
                  </a:lnTo>
                  <a:lnTo>
                    <a:pt x="9361" y="91799"/>
                  </a:lnTo>
                  <a:lnTo>
                    <a:pt x="10071" y="90876"/>
                  </a:lnTo>
                  <a:lnTo>
                    <a:pt x="10724" y="88712"/>
                  </a:lnTo>
                  <a:lnTo>
                    <a:pt x="11260" y="86233"/>
                  </a:lnTo>
                  <a:lnTo>
                    <a:pt x="11410" y="84674"/>
                  </a:lnTo>
                  <a:lnTo>
                    <a:pt x="11363" y="83448"/>
                  </a:lnTo>
                  <a:lnTo>
                    <a:pt x="11168" y="82657"/>
                  </a:lnTo>
                  <a:lnTo>
                    <a:pt x="10239" y="80981"/>
                  </a:lnTo>
                  <a:lnTo>
                    <a:pt x="9022" y="78364"/>
                  </a:lnTo>
                  <a:lnTo>
                    <a:pt x="8375" y="75692"/>
                  </a:lnTo>
                  <a:lnTo>
                    <a:pt x="8020" y="72282"/>
                  </a:lnTo>
                  <a:lnTo>
                    <a:pt x="7928" y="69907"/>
                  </a:lnTo>
                  <a:lnTo>
                    <a:pt x="9072" y="63367"/>
                  </a:lnTo>
                  <a:lnTo>
                    <a:pt x="8890" y="62273"/>
                  </a:lnTo>
                  <a:lnTo>
                    <a:pt x="8560" y="61257"/>
                  </a:lnTo>
                  <a:lnTo>
                    <a:pt x="7889" y="60620"/>
                  </a:lnTo>
                  <a:lnTo>
                    <a:pt x="6926" y="60344"/>
                  </a:lnTo>
                  <a:lnTo>
                    <a:pt x="5973" y="60637"/>
                  </a:lnTo>
                  <a:lnTo>
                    <a:pt x="4757" y="60660"/>
                  </a:lnTo>
                  <a:lnTo>
                    <a:pt x="3915" y="60294"/>
                  </a:lnTo>
                  <a:lnTo>
                    <a:pt x="3712" y="59884"/>
                  </a:lnTo>
                  <a:lnTo>
                    <a:pt x="3607" y="56909"/>
                  </a:lnTo>
                  <a:lnTo>
                    <a:pt x="3392" y="56262"/>
                  </a:lnTo>
                  <a:lnTo>
                    <a:pt x="3030" y="55694"/>
                  </a:lnTo>
                  <a:lnTo>
                    <a:pt x="576" y="54323"/>
                  </a:lnTo>
                  <a:lnTo>
                    <a:pt x="90" y="53732"/>
                  </a:lnTo>
                  <a:lnTo>
                    <a:pt x="0" y="52981"/>
                  </a:lnTo>
                  <a:lnTo>
                    <a:pt x="869" y="46378"/>
                  </a:lnTo>
                  <a:lnTo>
                    <a:pt x="1248" y="45880"/>
                  </a:lnTo>
                  <a:lnTo>
                    <a:pt x="1613" y="44806"/>
                  </a:lnTo>
                  <a:lnTo>
                    <a:pt x="2190" y="43658"/>
                  </a:lnTo>
                  <a:lnTo>
                    <a:pt x="4195" y="41774"/>
                  </a:lnTo>
                  <a:lnTo>
                    <a:pt x="6347" y="42589"/>
                  </a:lnTo>
                  <a:lnTo>
                    <a:pt x="8261" y="43465"/>
                  </a:lnTo>
                  <a:lnTo>
                    <a:pt x="10166" y="43934"/>
                  </a:lnTo>
                  <a:lnTo>
                    <a:pt x="10826" y="44247"/>
                  </a:lnTo>
                  <a:lnTo>
                    <a:pt x="11916" y="44508"/>
                  </a:lnTo>
                  <a:lnTo>
                    <a:pt x="12646" y="44275"/>
                  </a:lnTo>
                  <a:lnTo>
                    <a:pt x="13141" y="43505"/>
                  </a:lnTo>
                  <a:lnTo>
                    <a:pt x="14041" y="41372"/>
                  </a:lnTo>
                  <a:lnTo>
                    <a:pt x="14316" y="38172"/>
                  </a:lnTo>
                  <a:lnTo>
                    <a:pt x="14641" y="35347"/>
                  </a:lnTo>
                  <a:lnTo>
                    <a:pt x="15185" y="35128"/>
                  </a:lnTo>
                  <a:lnTo>
                    <a:pt x="15734" y="35425"/>
                  </a:lnTo>
                  <a:lnTo>
                    <a:pt x="15995" y="34854"/>
                  </a:lnTo>
                  <a:lnTo>
                    <a:pt x="16106" y="34078"/>
                  </a:lnTo>
                  <a:lnTo>
                    <a:pt x="16218" y="33417"/>
                  </a:lnTo>
                  <a:lnTo>
                    <a:pt x="16443" y="33271"/>
                  </a:lnTo>
                  <a:lnTo>
                    <a:pt x="16837" y="34004"/>
                  </a:lnTo>
                  <a:lnTo>
                    <a:pt x="17063" y="33808"/>
                  </a:lnTo>
                  <a:lnTo>
                    <a:pt x="17250" y="33320"/>
                  </a:lnTo>
                  <a:lnTo>
                    <a:pt x="17195" y="32733"/>
                  </a:lnTo>
                  <a:lnTo>
                    <a:pt x="16747" y="31745"/>
                  </a:lnTo>
                  <a:lnTo>
                    <a:pt x="16350" y="30192"/>
                  </a:lnTo>
                  <a:lnTo>
                    <a:pt x="16387" y="29655"/>
                  </a:lnTo>
                  <a:lnTo>
                    <a:pt x="16523" y="29098"/>
                  </a:lnTo>
                  <a:lnTo>
                    <a:pt x="17701" y="28570"/>
                  </a:lnTo>
                  <a:lnTo>
                    <a:pt x="18237" y="28478"/>
                  </a:lnTo>
                  <a:lnTo>
                    <a:pt x="18423" y="27928"/>
                  </a:lnTo>
                  <a:lnTo>
                    <a:pt x="18355" y="27052"/>
                  </a:lnTo>
                  <a:lnTo>
                    <a:pt x="17910" y="26558"/>
                  </a:lnTo>
                  <a:lnTo>
                    <a:pt x="16294" y="26830"/>
                  </a:lnTo>
                  <a:lnTo>
                    <a:pt x="14650" y="26768"/>
                  </a:lnTo>
                  <a:lnTo>
                    <a:pt x="14453" y="26234"/>
                  </a:lnTo>
                  <a:lnTo>
                    <a:pt x="14546" y="25649"/>
                  </a:lnTo>
                  <a:lnTo>
                    <a:pt x="14795" y="25188"/>
                  </a:lnTo>
                  <a:lnTo>
                    <a:pt x="18193" y="24008"/>
                  </a:lnTo>
                  <a:lnTo>
                    <a:pt x="19994" y="24418"/>
                  </a:lnTo>
                  <a:lnTo>
                    <a:pt x="21333" y="25043"/>
                  </a:lnTo>
                  <a:lnTo>
                    <a:pt x="21862" y="24732"/>
                  </a:lnTo>
                  <a:lnTo>
                    <a:pt x="21233" y="22072"/>
                  </a:lnTo>
                  <a:lnTo>
                    <a:pt x="22084" y="21822"/>
                  </a:lnTo>
                  <a:lnTo>
                    <a:pt x="22195" y="20912"/>
                  </a:lnTo>
                  <a:lnTo>
                    <a:pt x="21083" y="13845"/>
                  </a:lnTo>
                  <a:lnTo>
                    <a:pt x="21692" y="13222"/>
                  </a:lnTo>
                  <a:lnTo>
                    <a:pt x="22306" y="11829"/>
                  </a:lnTo>
                  <a:lnTo>
                    <a:pt x="22254" y="9195"/>
                  </a:lnTo>
                  <a:lnTo>
                    <a:pt x="22797" y="7910"/>
                  </a:lnTo>
                  <a:lnTo>
                    <a:pt x="23440" y="7030"/>
                  </a:lnTo>
                  <a:lnTo>
                    <a:pt x="24398" y="7919"/>
                  </a:lnTo>
                  <a:lnTo>
                    <a:pt x="25876" y="10521"/>
                  </a:lnTo>
                  <a:lnTo>
                    <a:pt x="26358" y="11025"/>
                  </a:lnTo>
                  <a:lnTo>
                    <a:pt x="26836" y="11173"/>
                  </a:lnTo>
                  <a:lnTo>
                    <a:pt x="27521" y="10366"/>
                  </a:lnTo>
                  <a:lnTo>
                    <a:pt x="30160" y="7791"/>
                  </a:lnTo>
                  <a:lnTo>
                    <a:pt x="31644" y="6344"/>
                  </a:lnTo>
                  <a:lnTo>
                    <a:pt x="33413" y="4237"/>
                  </a:lnTo>
                  <a:lnTo>
                    <a:pt x="33718" y="3423"/>
                  </a:lnTo>
                  <a:lnTo>
                    <a:pt x="34328" y="220"/>
                  </a:lnTo>
                  <a:lnTo>
                    <a:pt x="34660" y="0"/>
                  </a:lnTo>
                  <a:lnTo>
                    <a:pt x="35109" y="344"/>
                  </a:lnTo>
                  <a:lnTo>
                    <a:pt x="36662" y="3653"/>
                  </a:lnTo>
                  <a:lnTo>
                    <a:pt x="37560" y="5775"/>
                  </a:lnTo>
                  <a:lnTo>
                    <a:pt x="37560" y="6501"/>
                  </a:lnTo>
                  <a:lnTo>
                    <a:pt x="37304" y="7048"/>
                  </a:lnTo>
                  <a:lnTo>
                    <a:pt x="37354" y="7580"/>
                  </a:lnTo>
                  <a:lnTo>
                    <a:pt x="38624" y="8732"/>
                  </a:lnTo>
                  <a:lnTo>
                    <a:pt x="38625" y="9258"/>
                  </a:lnTo>
                  <a:lnTo>
                    <a:pt x="38335" y="10262"/>
                  </a:lnTo>
                  <a:lnTo>
                    <a:pt x="38181" y="10815"/>
                  </a:lnTo>
                  <a:lnTo>
                    <a:pt x="38026" y="11049"/>
                  </a:lnTo>
                  <a:lnTo>
                    <a:pt x="36328" y="13956"/>
                  </a:lnTo>
                  <a:lnTo>
                    <a:pt x="34441" y="17185"/>
                  </a:lnTo>
                  <a:lnTo>
                    <a:pt x="34379" y="17606"/>
                  </a:lnTo>
                  <a:lnTo>
                    <a:pt x="34294" y="18411"/>
                  </a:lnTo>
                  <a:lnTo>
                    <a:pt x="34315" y="19235"/>
                  </a:lnTo>
                  <a:lnTo>
                    <a:pt x="34618" y="19908"/>
                  </a:lnTo>
                  <a:lnTo>
                    <a:pt x="35432" y="20381"/>
                  </a:lnTo>
                  <a:lnTo>
                    <a:pt x="36155" y="20997"/>
                  </a:lnTo>
                  <a:lnTo>
                    <a:pt x="36521" y="22692"/>
                  </a:lnTo>
                  <a:lnTo>
                    <a:pt x="36940" y="24258"/>
                  </a:lnTo>
                  <a:lnTo>
                    <a:pt x="37512" y="24641"/>
                  </a:lnTo>
                  <a:lnTo>
                    <a:pt x="40309" y="236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0"/>
            <p:cNvSpPr/>
            <p:nvPr/>
          </p:nvSpPr>
          <p:spPr>
            <a:xfrm>
              <a:off x="3770662" y="2478803"/>
              <a:ext cx="1033" cy="10059"/>
            </a:xfrm>
            <a:custGeom>
              <a:avLst/>
              <a:pathLst>
                <a:path w="1033" h="10059">
                  <a:moveTo>
                    <a:pt x="1033" y="8672"/>
                  </a:moveTo>
                  <a:lnTo>
                    <a:pt x="927" y="10059"/>
                  </a:lnTo>
                  <a:lnTo>
                    <a:pt x="310" y="5891"/>
                  </a:lnTo>
                  <a:lnTo>
                    <a:pt x="0" y="1295"/>
                  </a:lnTo>
                  <a:lnTo>
                    <a:pt x="394" y="0"/>
                  </a:lnTo>
                  <a:lnTo>
                    <a:pt x="836" y="73"/>
                  </a:lnTo>
                  <a:lnTo>
                    <a:pt x="415" y="17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1"/>
            <p:cNvSpPr/>
            <p:nvPr/>
          </p:nvSpPr>
          <p:spPr>
            <a:xfrm>
              <a:off x="3764703" y="2370007"/>
              <a:ext cx="160514" cy="224799"/>
            </a:xfrm>
            <a:custGeom>
              <a:avLst/>
              <a:pathLst>
                <a:path w="160514" h="224799">
                  <a:moveTo>
                    <a:pt x="159299" y="160450"/>
                  </a:moveTo>
                  <a:lnTo>
                    <a:pt x="158726" y="160561"/>
                  </a:lnTo>
                  <a:lnTo>
                    <a:pt x="157346" y="159869"/>
                  </a:lnTo>
                  <a:lnTo>
                    <a:pt x="154599" y="158492"/>
                  </a:lnTo>
                  <a:lnTo>
                    <a:pt x="152240" y="155734"/>
                  </a:lnTo>
                  <a:lnTo>
                    <a:pt x="150700" y="153930"/>
                  </a:lnTo>
                  <a:lnTo>
                    <a:pt x="150459" y="154175"/>
                  </a:lnTo>
                  <a:lnTo>
                    <a:pt x="149768" y="155407"/>
                  </a:lnTo>
                  <a:lnTo>
                    <a:pt x="149294" y="156924"/>
                  </a:lnTo>
                  <a:lnTo>
                    <a:pt x="148917" y="159862"/>
                  </a:lnTo>
                  <a:lnTo>
                    <a:pt x="148315" y="163326"/>
                  </a:lnTo>
                  <a:lnTo>
                    <a:pt x="145460" y="163456"/>
                  </a:lnTo>
                  <a:lnTo>
                    <a:pt x="143031" y="163717"/>
                  </a:lnTo>
                  <a:lnTo>
                    <a:pt x="141463" y="165028"/>
                  </a:lnTo>
                  <a:lnTo>
                    <a:pt x="139927" y="166845"/>
                  </a:lnTo>
                  <a:lnTo>
                    <a:pt x="139542" y="168996"/>
                  </a:lnTo>
                  <a:lnTo>
                    <a:pt x="139209" y="171788"/>
                  </a:lnTo>
                  <a:lnTo>
                    <a:pt x="138314" y="178129"/>
                  </a:lnTo>
                  <a:lnTo>
                    <a:pt x="137499" y="183910"/>
                  </a:lnTo>
                  <a:lnTo>
                    <a:pt x="137082" y="187662"/>
                  </a:lnTo>
                  <a:lnTo>
                    <a:pt x="136460" y="190230"/>
                  </a:lnTo>
                  <a:lnTo>
                    <a:pt x="134722" y="193616"/>
                  </a:lnTo>
                  <a:lnTo>
                    <a:pt x="132751" y="195896"/>
                  </a:lnTo>
                  <a:lnTo>
                    <a:pt x="131704" y="196967"/>
                  </a:lnTo>
                  <a:lnTo>
                    <a:pt x="131240" y="198298"/>
                  </a:lnTo>
                  <a:lnTo>
                    <a:pt x="131138" y="199555"/>
                  </a:lnTo>
                  <a:lnTo>
                    <a:pt x="130767" y="199939"/>
                  </a:lnTo>
                  <a:lnTo>
                    <a:pt x="129954" y="199714"/>
                  </a:lnTo>
                  <a:lnTo>
                    <a:pt x="129096" y="199932"/>
                  </a:lnTo>
                  <a:lnTo>
                    <a:pt x="127212" y="201248"/>
                  </a:lnTo>
                  <a:lnTo>
                    <a:pt x="125172" y="202863"/>
                  </a:lnTo>
                  <a:lnTo>
                    <a:pt x="122727" y="204481"/>
                  </a:lnTo>
                  <a:lnTo>
                    <a:pt x="121333" y="204479"/>
                  </a:lnTo>
                  <a:lnTo>
                    <a:pt x="120778" y="204842"/>
                  </a:lnTo>
                  <a:lnTo>
                    <a:pt x="120535" y="205654"/>
                  </a:lnTo>
                  <a:lnTo>
                    <a:pt x="120778" y="207189"/>
                  </a:lnTo>
                  <a:lnTo>
                    <a:pt x="121014" y="208326"/>
                  </a:lnTo>
                  <a:lnTo>
                    <a:pt x="121229" y="209808"/>
                  </a:lnTo>
                  <a:lnTo>
                    <a:pt x="120657" y="211007"/>
                  </a:lnTo>
                  <a:lnTo>
                    <a:pt x="120258" y="213060"/>
                  </a:lnTo>
                  <a:lnTo>
                    <a:pt x="119945" y="216673"/>
                  </a:lnTo>
                  <a:lnTo>
                    <a:pt x="119078" y="217755"/>
                  </a:lnTo>
                  <a:lnTo>
                    <a:pt x="117689" y="219514"/>
                  </a:lnTo>
                  <a:lnTo>
                    <a:pt x="116152" y="221828"/>
                  </a:lnTo>
                  <a:lnTo>
                    <a:pt x="115760" y="222301"/>
                  </a:lnTo>
                  <a:lnTo>
                    <a:pt x="114879" y="222956"/>
                  </a:lnTo>
                  <a:lnTo>
                    <a:pt x="114000" y="222757"/>
                  </a:lnTo>
                  <a:lnTo>
                    <a:pt x="113203" y="222418"/>
                  </a:lnTo>
                  <a:lnTo>
                    <a:pt x="112336" y="223012"/>
                  </a:lnTo>
                  <a:lnTo>
                    <a:pt x="111442" y="224799"/>
                  </a:lnTo>
                  <a:lnTo>
                    <a:pt x="111026" y="224258"/>
                  </a:lnTo>
                  <a:lnTo>
                    <a:pt x="110817" y="222451"/>
                  </a:lnTo>
                  <a:lnTo>
                    <a:pt x="110366" y="221278"/>
                  </a:lnTo>
                  <a:lnTo>
                    <a:pt x="108964" y="218626"/>
                  </a:lnTo>
                  <a:lnTo>
                    <a:pt x="107763" y="216735"/>
                  </a:lnTo>
                  <a:lnTo>
                    <a:pt x="107243" y="216611"/>
                  </a:lnTo>
                  <a:lnTo>
                    <a:pt x="106141" y="217096"/>
                  </a:lnTo>
                  <a:lnTo>
                    <a:pt x="104764" y="217452"/>
                  </a:lnTo>
                  <a:lnTo>
                    <a:pt x="103642" y="217071"/>
                  </a:lnTo>
                  <a:lnTo>
                    <a:pt x="102754" y="216316"/>
                  </a:lnTo>
                  <a:lnTo>
                    <a:pt x="101380" y="213718"/>
                  </a:lnTo>
                  <a:lnTo>
                    <a:pt x="100880" y="212320"/>
                  </a:lnTo>
                  <a:lnTo>
                    <a:pt x="100505" y="211245"/>
                  </a:lnTo>
                  <a:lnTo>
                    <a:pt x="99566" y="211538"/>
                  </a:lnTo>
                  <a:lnTo>
                    <a:pt x="99303" y="210365"/>
                  </a:lnTo>
                  <a:lnTo>
                    <a:pt x="99265" y="208997"/>
                  </a:lnTo>
                  <a:lnTo>
                    <a:pt x="99528" y="207335"/>
                  </a:lnTo>
                  <a:lnTo>
                    <a:pt x="99454" y="204208"/>
                  </a:lnTo>
                  <a:lnTo>
                    <a:pt x="98928" y="201960"/>
                  </a:lnTo>
                  <a:lnTo>
                    <a:pt x="98327" y="200983"/>
                  </a:lnTo>
                  <a:lnTo>
                    <a:pt x="98402" y="200300"/>
                  </a:lnTo>
                  <a:lnTo>
                    <a:pt x="98664" y="198735"/>
                  </a:lnTo>
                  <a:lnTo>
                    <a:pt x="99003" y="197368"/>
                  </a:lnTo>
                  <a:lnTo>
                    <a:pt x="98998" y="194667"/>
                  </a:lnTo>
                  <a:lnTo>
                    <a:pt x="98579" y="191736"/>
                  </a:lnTo>
                  <a:lnTo>
                    <a:pt x="98412" y="187510"/>
                  </a:lnTo>
                  <a:lnTo>
                    <a:pt x="98520" y="183387"/>
                  </a:lnTo>
                  <a:lnTo>
                    <a:pt x="97949" y="181309"/>
                  </a:lnTo>
                  <a:lnTo>
                    <a:pt x="93274" y="181298"/>
                  </a:lnTo>
                  <a:lnTo>
                    <a:pt x="89111" y="181455"/>
                  </a:lnTo>
                  <a:lnTo>
                    <a:pt x="88877" y="180984"/>
                  </a:lnTo>
                  <a:lnTo>
                    <a:pt x="87260" y="175787"/>
                  </a:lnTo>
                  <a:lnTo>
                    <a:pt x="85948" y="171844"/>
                  </a:lnTo>
                  <a:lnTo>
                    <a:pt x="84652" y="169518"/>
                  </a:lnTo>
                  <a:lnTo>
                    <a:pt x="81683" y="166656"/>
                  </a:lnTo>
                  <a:lnTo>
                    <a:pt x="80264" y="165461"/>
                  </a:lnTo>
                  <a:lnTo>
                    <a:pt x="79046" y="163277"/>
                  </a:lnTo>
                  <a:lnTo>
                    <a:pt x="78052" y="160886"/>
                  </a:lnTo>
                  <a:lnTo>
                    <a:pt x="77794" y="157606"/>
                  </a:lnTo>
                  <a:lnTo>
                    <a:pt x="77593" y="156530"/>
                  </a:lnTo>
                  <a:lnTo>
                    <a:pt x="77306" y="155659"/>
                  </a:lnTo>
                  <a:lnTo>
                    <a:pt x="76993" y="155272"/>
                  </a:lnTo>
                  <a:lnTo>
                    <a:pt x="76614" y="155360"/>
                  </a:lnTo>
                  <a:lnTo>
                    <a:pt x="73167" y="151551"/>
                  </a:lnTo>
                  <a:lnTo>
                    <a:pt x="71784" y="150551"/>
                  </a:lnTo>
                  <a:lnTo>
                    <a:pt x="70482" y="151356"/>
                  </a:lnTo>
                  <a:lnTo>
                    <a:pt x="69908" y="151495"/>
                  </a:lnTo>
                  <a:lnTo>
                    <a:pt x="68775" y="150412"/>
                  </a:lnTo>
                  <a:lnTo>
                    <a:pt x="67472" y="151880"/>
                  </a:lnTo>
                  <a:lnTo>
                    <a:pt x="66916" y="151974"/>
                  </a:lnTo>
                  <a:lnTo>
                    <a:pt x="66137" y="151623"/>
                  </a:lnTo>
                  <a:lnTo>
                    <a:pt x="65495" y="151073"/>
                  </a:lnTo>
                  <a:lnTo>
                    <a:pt x="63760" y="147609"/>
                  </a:lnTo>
                  <a:lnTo>
                    <a:pt x="62304" y="146208"/>
                  </a:lnTo>
                  <a:lnTo>
                    <a:pt x="61255" y="145311"/>
                  </a:lnTo>
                  <a:lnTo>
                    <a:pt x="59237" y="143998"/>
                  </a:lnTo>
                  <a:lnTo>
                    <a:pt x="57085" y="143312"/>
                  </a:lnTo>
                  <a:lnTo>
                    <a:pt x="55982" y="142744"/>
                  </a:lnTo>
                  <a:lnTo>
                    <a:pt x="55185" y="141986"/>
                  </a:lnTo>
                  <a:lnTo>
                    <a:pt x="54981" y="141496"/>
                  </a:lnTo>
                  <a:lnTo>
                    <a:pt x="54992" y="140226"/>
                  </a:lnTo>
                  <a:lnTo>
                    <a:pt x="54933" y="138560"/>
                  </a:lnTo>
                  <a:lnTo>
                    <a:pt x="54668" y="137346"/>
                  </a:lnTo>
                  <a:lnTo>
                    <a:pt x="54123" y="135892"/>
                  </a:lnTo>
                  <a:lnTo>
                    <a:pt x="53367" y="134804"/>
                  </a:lnTo>
                  <a:lnTo>
                    <a:pt x="52066" y="134994"/>
                  </a:lnTo>
                  <a:lnTo>
                    <a:pt x="50109" y="134904"/>
                  </a:lnTo>
                  <a:lnTo>
                    <a:pt x="48609" y="133810"/>
                  </a:lnTo>
                  <a:lnTo>
                    <a:pt x="47421" y="133615"/>
                  </a:lnTo>
                  <a:lnTo>
                    <a:pt x="45991" y="133823"/>
                  </a:lnTo>
                  <a:lnTo>
                    <a:pt x="44817" y="133829"/>
                  </a:lnTo>
                  <a:lnTo>
                    <a:pt x="43980" y="134624"/>
                  </a:lnTo>
                  <a:lnTo>
                    <a:pt x="43494" y="135551"/>
                  </a:lnTo>
                  <a:lnTo>
                    <a:pt x="43186" y="138397"/>
                  </a:lnTo>
                  <a:lnTo>
                    <a:pt x="42903" y="138822"/>
                  </a:lnTo>
                  <a:lnTo>
                    <a:pt x="42412" y="139030"/>
                  </a:lnTo>
                  <a:lnTo>
                    <a:pt x="41757" y="138883"/>
                  </a:lnTo>
                  <a:lnTo>
                    <a:pt x="40385" y="138907"/>
                  </a:lnTo>
                  <a:lnTo>
                    <a:pt x="38011" y="138402"/>
                  </a:lnTo>
                  <a:lnTo>
                    <a:pt x="35026" y="138251"/>
                  </a:lnTo>
                  <a:lnTo>
                    <a:pt x="32783" y="139688"/>
                  </a:lnTo>
                  <a:lnTo>
                    <a:pt x="31010" y="141750"/>
                  </a:lnTo>
                  <a:lnTo>
                    <a:pt x="29316" y="144080"/>
                  </a:lnTo>
                  <a:lnTo>
                    <a:pt x="27324" y="147761"/>
                  </a:lnTo>
                  <a:lnTo>
                    <a:pt x="26739" y="149394"/>
                  </a:lnTo>
                  <a:lnTo>
                    <a:pt x="25565" y="155917"/>
                  </a:lnTo>
                  <a:lnTo>
                    <a:pt x="25045" y="156855"/>
                  </a:lnTo>
                  <a:lnTo>
                    <a:pt x="24366" y="157606"/>
                  </a:lnTo>
                  <a:lnTo>
                    <a:pt x="23676" y="157739"/>
                  </a:lnTo>
                  <a:lnTo>
                    <a:pt x="22311" y="158704"/>
                  </a:lnTo>
                  <a:lnTo>
                    <a:pt x="20507" y="160299"/>
                  </a:lnTo>
                  <a:lnTo>
                    <a:pt x="19278" y="160923"/>
                  </a:lnTo>
                  <a:lnTo>
                    <a:pt x="16128" y="160596"/>
                  </a:lnTo>
                  <a:lnTo>
                    <a:pt x="15943" y="158527"/>
                  </a:lnTo>
                  <a:lnTo>
                    <a:pt x="15375" y="150962"/>
                  </a:lnTo>
                  <a:lnTo>
                    <a:pt x="15099" y="143328"/>
                  </a:lnTo>
                  <a:lnTo>
                    <a:pt x="15118" y="139812"/>
                  </a:lnTo>
                  <a:lnTo>
                    <a:pt x="15446" y="132758"/>
                  </a:lnTo>
                  <a:lnTo>
                    <a:pt x="15420" y="129204"/>
                  </a:lnTo>
                  <a:lnTo>
                    <a:pt x="15286" y="125983"/>
                  </a:lnTo>
                  <a:lnTo>
                    <a:pt x="15417" y="122826"/>
                  </a:lnTo>
                  <a:lnTo>
                    <a:pt x="15669" y="119275"/>
                  </a:lnTo>
                  <a:lnTo>
                    <a:pt x="15801" y="115666"/>
                  </a:lnTo>
                  <a:lnTo>
                    <a:pt x="15611" y="113149"/>
                  </a:lnTo>
                  <a:lnTo>
                    <a:pt x="15001" y="111117"/>
                  </a:lnTo>
                  <a:lnTo>
                    <a:pt x="13970" y="108604"/>
                  </a:lnTo>
                  <a:lnTo>
                    <a:pt x="13807" y="107116"/>
                  </a:lnTo>
                  <a:lnTo>
                    <a:pt x="13748" y="105457"/>
                  </a:lnTo>
                  <a:lnTo>
                    <a:pt x="12760" y="105268"/>
                  </a:lnTo>
                  <a:lnTo>
                    <a:pt x="11873" y="103551"/>
                  </a:lnTo>
                  <a:lnTo>
                    <a:pt x="11141" y="102616"/>
                  </a:lnTo>
                  <a:lnTo>
                    <a:pt x="9566" y="101579"/>
                  </a:lnTo>
                  <a:lnTo>
                    <a:pt x="8777" y="101525"/>
                  </a:lnTo>
                  <a:lnTo>
                    <a:pt x="8056" y="102289"/>
                  </a:lnTo>
                  <a:lnTo>
                    <a:pt x="7526" y="103819"/>
                  </a:lnTo>
                  <a:lnTo>
                    <a:pt x="7155" y="101405"/>
                  </a:lnTo>
                  <a:lnTo>
                    <a:pt x="7164" y="98882"/>
                  </a:lnTo>
                  <a:lnTo>
                    <a:pt x="8423" y="93668"/>
                  </a:lnTo>
                  <a:lnTo>
                    <a:pt x="9210" y="95188"/>
                  </a:lnTo>
                  <a:lnTo>
                    <a:pt x="10172" y="95799"/>
                  </a:lnTo>
                  <a:lnTo>
                    <a:pt x="11395" y="95891"/>
                  </a:lnTo>
                  <a:lnTo>
                    <a:pt x="12596" y="95487"/>
                  </a:lnTo>
                  <a:lnTo>
                    <a:pt x="12361" y="93701"/>
                  </a:lnTo>
                  <a:lnTo>
                    <a:pt x="11803" y="92686"/>
                  </a:lnTo>
                  <a:lnTo>
                    <a:pt x="11110" y="91887"/>
                  </a:lnTo>
                  <a:lnTo>
                    <a:pt x="10863" y="89531"/>
                  </a:lnTo>
                  <a:lnTo>
                    <a:pt x="10951" y="87088"/>
                  </a:lnTo>
                  <a:lnTo>
                    <a:pt x="11281" y="84778"/>
                  </a:lnTo>
                  <a:lnTo>
                    <a:pt x="10906" y="83848"/>
                  </a:lnTo>
                  <a:lnTo>
                    <a:pt x="10337" y="83272"/>
                  </a:lnTo>
                  <a:lnTo>
                    <a:pt x="9024" y="83341"/>
                  </a:lnTo>
                  <a:lnTo>
                    <a:pt x="7321" y="82731"/>
                  </a:lnTo>
                  <a:lnTo>
                    <a:pt x="5605" y="82467"/>
                  </a:lnTo>
                  <a:lnTo>
                    <a:pt x="5204" y="85190"/>
                  </a:lnTo>
                  <a:lnTo>
                    <a:pt x="6151" y="88766"/>
                  </a:lnTo>
                  <a:lnTo>
                    <a:pt x="5348" y="87009"/>
                  </a:lnTo>
                  <a:lnTo>
                    <a:pt x="4592" y="84686"/>
                  </a:lnTo>
                  <a:lnTo>
                    <a:pt x="3529" y="80505"/>
                  </a:lnTo>
                  <a:lnTo>
                    <a:pt x="2845" y="75606"/>
                  </a:lnTo>
                  <a:lnTo>
                    <a:pt x="2723" y="70318"/>
                  </a:lnTo>
                  <a:lnTo>
                    <a:pt x="3303" y="65945"/>
                  </a:lnTo>
                  <a:lnTo>
                    <a:pt x="4043" y="61840"/>
                  </a:lnTo>
                  <a:lnTo>
                    <a:pt x="4490" y="56585"/>
                  </a:lnTo>
                  <a:lnTo>
                    <a:pt x="5105" y="51426"/>
                  </a:lnTo>
                  <a:lnTo>
                    <a:pt x="5720" y="53737"/>
                  </a:lnTo>
                  <a:lnTo>
                    <a:pt x="6424" y="55809"/>
                  </a:lnTo>
                  <a:lnTo>
                    <a:pt x="7396" y="57724"/>
                  </a:lnTo>
                  <a:lnTo>
                    <a:pt x="7927" y="58181"/>
                  </a:lnTo>
                  <a:lnTo>
                    <a:pt x="9527" y="58972"/>
                  </a:lnTo>
                  <a:lnTo>
                    <a:pt x="10558" y="58675"/>
                  </a:lnTo>
                  <a:lnTo>
                    <a:pt x="11655" y="57544"/>
                  </a:lnTo>
                  <a:lnTo>
                    <a:pt x="12733" y="57914"/>
                  </a:lnTo>
                  <a:lnTo>
                    <a:pt x="13625" y="60044"/>
                  </a:lnTo>
                  <a:lnTo>
                    <a:pt x="14420" y="62431"/>
                  </a:lnTo>
                  <a:lnTo>
                    <a:pt x="15627" y="62933"/>
                  </a:lnTo>
                  <a:lnTo>
                    <a:pt x="18112" y="61207"/>
                  </a:lnTo>
                  <a:lnTo>
                    <a:pt x="19294" y="60813"/>
                  </a:lnTo>
                  <a:lnTo>
                    <a:pt x="20320" y="61602"/>
                  </a:lnTo>
                  <a:lnTo>
                    <a:pt x="20848" y="61748"/>
                  </a:lnTo>
                  <a:lnTo>
                    <a:pt x="21387" y="61615"/>
                  </a:lnTo>
                  <a:lnTo>
                    <a:pt x="20921" y="59497"/>
                  </a:lnTo>
                  <a:lnTo>
                    <a:pt x="20730" y="57440"/>
                  </a:lnTo>
                  <a:lnTo>
                    <a:pt x="21354" y="56352"/>
                  </a:lnTo>
                  <a:lnTo>
                    <a:pt x="23315" y="57508"/>
                  </a:lnTo>
                  <a:lnTo>
                    <a:pt x="24563" y="56737"/>
                  </a:lnTo>
                  <a:lnTo>
                    <a:pt x="24882" y="56303"/>
                  </a:lnTo>
                  <a:lnTo>
                    <a:pt x="25166" y="55769"/>
                  </a:lnTo>
                  <a:lnTo>
                    <a:pt x="25315" y="53991"/>
                  </a:lnTo>
                  <a:lnTo>
                    <a:pt x="25255" y="52168"/>
                  </a:lnTo>
                  <a:lnTo>
                    <a:pt x="25093" y="50449"/>
                  </a:lnTo>
                  <a:lnTo>
                    <a:pt x="24728" y="48941"/>
                  </a:lnTo>
                  <a:lnTo>
                    <a:pt x="23827" y="46832"/>
                  </a:lnTo>
                  <a:lnTo>
                    <a:pt x="20334" y="41804"/>
                  </a:lnTo>
                  <a:lnTo>
                    <a:pt x="19158" y="39798"/>
                  </a:lnTo>
                  <a:lnTo>
                    <a:pt x="18179" y="37204"/>
                  </a:lnTo>
                  <a:lnTo>
                    <a:pt x="17555" y="33541"/>
                  </a:lnTo>
                  <a:lnTo>
                    <a:pt x="17048" y="29723"/>
                  </a:lnTo>
                  <a:lnTo>
                    <a:pt x="16578" y="26889"/>
                  </a:lnTo>
                  <a:lnTo>
                    <a:pt x="15359" y="20309"/>
                  </a:lnTo>
                  <a:lnTo>
                    <a:pt x="14885" y="19527"/>
                  </a:lnTo>
                  <a:lnTo>
                    <a:pt x="14290" y="19179"/>
                  </a:lnTo>
                  <a:lnTo>
                    <a:pt x="12843" y="18973"/>
                  </a:lnTo>
                  <a:lnTo>
                    <a:pt x="11378" y="19452"/>
                  </a:lnTo>
                  <a:lnTo>
                    <a:pt x="8983" y="20584"/>
                  </a:lnTo>
                  <a:lnTo>
                    <a:pt x="7611" y="20231"/>
                  </a:lnTo>
                  <a:lnTo>
                    <a:pt x="6977" y="20932"/>
                  </a:lnTo>
                  <a:lnTo>
                    <a:pt x="5407" y="23705"/>
                  </a:lnTo>
                  <a:lnTo>
                    <a:pt x="4671" y="26083"/>
                  </a:lnTo>
                  <a:lnTo>
                    <a:pt x="3645" y="31518"/>
                  </a:lnTo>
                  <a:lnTo>
                    <a:pt x="4424" y="33270"/>
                  </a:lnTo>
                  <a:lnTo>
                    <a:pt x="4410" y="34418"/>
                  </a:lnTo>
                  <a:lnTo>
                    <a:pt x="3819" y="42449"/>
                  </a:lnTo>
                  <a:lnTo>
                    <a:pt x="4178" y="46344"/>
                  </a:lnTo>
                  <a:lnTo>
                    <a:pt x="4048" y="46633"/>
                  </a:lnTo>
                  <a:lnTo>
                    <a:pt x="3766" y="45730"/>
                  </a:lnTo>
                  <a:lnTo>
                    <a:pt x="2877" y="41753"/>
                  </a:lnTo>
                  <a:lnTo>
                    <a:pt x="1311" y="36907"/>
                  </a:lnTo>
                  <a:lnTo>
                    <a:pt x="0" y="29492"/>
                  </a:lnTo>
                  <a:lnTo>
                    <a:pt x="2305" y="24646"/>
                  </a:lnTo>
                  <a:lnTo>
                    <a:pt x="4277" y="21212"/>
                  </a:lnTo>
                  <a:lnTo>
                    <a:pt x="5889" y="19140"/>
                  </a:lnTo>
                  <a:lnTo>
                    <a:pt x="6381" y="18636"/>
                  </a:lnTo>
                  <a:lnTo>
                    <a:pt x="8587" y="16919"/>
                  </a:lnTo>
                  <a:lnTo>
                    <a:pt x="11434" y="15371"/>
                  </a:lnTo>
                  <a:lnTo>
                    <a:pt x="13530" y="14230"/>
                  </a:lnTo>
                  <a:lnTo>
                    <a:pt x="16266" y="13257"/>
                  </a:lnTo>
                  <a:lnTo>
                    <a:pt x="17161" y="13077"/>
                  </a:lnTo>
                  <a:lnTo>
                    <a:pt x="18476" y="13097"/>
                  </a:lnTo>
                  <a:lnTo>
                    <a:pt x="19543" y="14014"/>
                  </a:lnTo>
                  <a:lnTo>
                    <a:pt x="20190" y="14729"/>
                  </a:lnTo>
                  <a:lnTo>
                    <a:pt x="22472" y="17678"/>
                  </a:lnTo>
                  <a:lnTo>
                    <a:pt x="24801" y="20691"/>
                  </a:lnTo>
                  <a:lnTo>
                    <a:pt x="26798" y="24031"/>
                  </a:lnTo>
                  <a:lnTo>
                    <a:pt x="27365" y="25393"/>
                  </a:lnTo>
                  <a:lnTo>
                    <a:pt x="27682" y="27021"/>
                  </a:lnTo>
                  <a:lnTo>
                    <a:pt x="27917" y="28616"/>
                  </a:lnTo>
                  <a:lnTo>
                    <a:pt x="29615" y="33678"/>
                  </a:lnTo>
                  <a:lnTo>
                    <a:pt x="30301" y="35997"/>
                  </a:lnTo>
                  <a:lnTo>
                    <a:pt x="31292" y="39015"/>
                  </a:lnTo>
                  <a:lnTo>
                    <a:pt x="32089" y="40484"/>
                  </a:lnTo>
                  <a:lnTo>
                    <a:pt x="32868" y="42300"/>
                  </a:lnTo>
                  <a:lnTo>
                    <a:pt x="33391" y="43796"/>
                  </a:lnTo>
                  <a:lnTo>
                    <a:pt x="33988" y="44506"/>
                  </a:lnTo>
                  <a:lnTo>
                    <a:pt x="34649" y="44788"/>
                  </a:lnTo>
                  <a:lnTo>
                    <a:pt x="36164" y="44313"/>
                  </a:lnTo>
                  <a:lnTo>
                    <a:pt x="37986" y="43368"/>
                  </a:lnTo>
                  <a:lnTo>
                    <a:pt x="39075" y="42974"/>
                  </a:lnTo>
                  <a:lnTo>
                    <a:pt x="39557" y="43030"/>
                  </a:lnTo>
                  <a:lnTo>
                    <a:pt x="42561" y="43367"/>
                  </a:lnTo>
                  <a:lnTo>
                    <a:pt x="45263" y="43668"/>
                  </a:lnTo>
                  <a:lnTo>
                    <a:pt x="48598" y="44042"/>
                  </a:lnTo>
                  <a:lnTo>
                    <a:pt x="49589" y="44392"/>
                  </a:lnTo>
                  <a:lnTo>
                    <a:pt x="50781" y="44717"/>
                  </a:lnTo>
                  <a:lnTo>
                    <a:pt x="51373" y="44766"/>
                  </a:lnTo>
                  <a:lnTo>
                    <a:pt x="51899" y="43472"/>
                  </a:lnTo>
                  <a:lnTo>
                    <a:pt x="52246" y="42762"/>
                  </a:lnTo>
                  <a:lnTo>
                    <a:pt x="52518" y="42201"/>
                  </a:lnTo>
                  <a:lnTo>
                    <a:pt x="52462" y="41566"/>
                  </a:lnTo>
                  <a:lnTo>
                    <a:pt x="52039" y="41028"/>
                  </a:lnTo>
                  <a:lnTo>
                    <a:pt x="51375" y="39237"/>
                  </a:lnTo>
                  <a:lnTo>
                    <a:pt x="50997" y="32773"/>
                  </a:lnTo>
                  <a:lnTo>
                    <a:pt x="50761" y="27241"/>
                  </a:lnTo>
                  <a:lnTo>
                    <a:pt x="51551" y="25519"/>
                  </a:lnTo>
                  <a:lnTo>
                    <a:pt x="52459" y="24269"/>
                  </a:lnTo>
                  <a:lnTo>
                    <a:pt x="53767" y="20506"/>
                  </a:lnTo>
                  <a:lnTo>
                    <a:pt x="54469" y="19345"/>
                  </a:lnTo>
                  <a:lnTo>
                    <a:pt x="55504" y="18384"/>
                  </a:lnTo>
                  <a:lnTo>
                    <a:pt x="58960" y="18133"/>
                  </a:lnTo>
                  <a:lnTo>
                    <a:pt x="60415" y="17393"/>
                  </a:lnTo>
                  <a:lnTo>
                    <a:pt x="60889" y="16175"/>
                  </a:lnTo>
                  <a:lnTo>
                    <a:pt x="61655" y="13097"/>
                  </a:lnTo>
                  <a:lnTo>
                    <a:pt x="61908" y="10591"/>
                  </a:lnTo>
                  <a:lnTo>
                    <a:pt x="62337" y="9446"/>
                  </a:lnTo>
                  <a:lnTo>
                    <a:pt x="62853" y="8593"/>
                  </a:lnTo>
                  <a:lnTo>
                    <a:pt x="63382" y="8626"/>
                  </a:lnTo>
                  <a:lnTo>
                    <a:pt x="64405" y="9363"/>
                  </a:lnTo>
                  <a:lnTo>
                    <a:pt x="65182" y="9773"/>
                  </a:lnTo>
                  <a:lnTo>
                    <a:pt x="65737" y="10330"/>
                  </a:lnTo>
                  <a:lnTo>
                    <a:pt x="66240" y="11215"/>
                  </a:lnTo>
                  <a:lnTo>
                    <a:pt x="66732" y="12756"/>
                  </a:lnTo>
                  <a:lnTo>
                    <a:pt x="66807" y="13770"/>
                  </a:lnTo>
                  <a:lnTo>
                    <a:pt x="67033" y="14360"/>
                  </a:lnTo>
                  <a:lnTo>
                    <a:pt x="67424" y="14371"/>
                  </a:lnTo>
                  <a:lnTo>
                    <a:pt x="67714" y="14380"/>
                  </a:lnTo>
                  <a:lnTo>
                    <a:pt x="67911" y="14156"/>
                  </a:lnTo>
                  <a:lnTo>
                    <a:pt x="68041" y="13640"/>
                  </a:lnTo>
                  <a:lnTo>
                    <a:pt x="67940" y="12952"/>
                  </a:lnTo>
                  <a:lnTo>
                    <a:pt x="67273" y="10985"/>
                  </a:lnTo>
                  <a:lnTo>
                    <a:pt x="65802" y="7421"/>
                  </a:lnTo>
                  <a:lnTo>
                    <a:pt x="64842" y="5971"/>
                  </a:lnTo>
                  <a:lnTo>
                    <a:pt x="64364" y="5185"/>
                  </a:lnTo>
                  <a:lnTo>
                    <a:pt x="64245" y="4443"/>
                  </a:lnTo>
                  <a:lnTo>
                    <a:pt x="64869" y="3314"/>
                  </a:lnTo>
                  <a:lnTo>
                    <a:pt x="65473" y="2670"/>
                  </a:lnTo>
                  <a:lnTo>
                    <a:pt x="66534" y="3153"/>
                  </a:lnTo>
                  <a:lnTo>
                    <a:pt x="67943" y="3416"/>
                  </a:lnTo>
                  <a:lnTo>
                    <a:pt x="68569" y="2852"/>
                  </a:lnTo>
                  <a:lnTo>
                    <a:pt x="69213" y="0"/>
                  </a:lnTo>
                  <a:lnTo>
                    <a:pt x="70814" y="3022"/>
                  </a:lnTo>
                  <a:lnTo>
                    <a:pt x="72483" y="6411"/>
                  </a:lnTo>
                  <a:lnTo>
                    <a:pt x="73095" y="7038"/>
                  </a:lnTo>
                  <a:lnTo>
                    <a:pt x="74287" y="7397"/>
                  </a:lnTo>
                  <a:lnTo>
                    <a:pt x="75278" y="7525"/>
                  </a:lnTo>
                  <a:lnTo>
                    <a:pt x="75692" y="7890"/>
                  </a:lnTo>
                  <a:lnTo>
                    <a:pt x="76141" y="8769"/>
                  </a:lnTo>
                  <a:lnTo>
                    <a:pt x="77020" y="12478"/>
                  </a:lnTo>
                  <a:lnTo>
                    <a:pt x="77903" y="13449"/>
                  </a:lnTo>
                  <a:lnTo>
                    <a:pt x="79002" y="14152"/>
                  </a:lnTo>
                  <a:lnTo>
                    <a:pt x="82539" y="14092"/>
                  </a:lnTo>
                  <a:lnTo>
                    <a:pt x="83626" y="14281"/>
                  </a:lnTo>
                  <a:lnTo>
                    <a:pt x="84514" y="16028"/>
                  </a:lnTo>
                  <a:lnTo>
                    <a:pt x="85067" y="16746"/>
                  </a:lnTo>
                  <a:lnTo>
                    <a:pt x="85304" y="17364"/>
                  </a:lnTo>
                  <a:lnTo>
                    <a:pt x="85244" y="18134"/>
                  </a:lnTo>
                  <a:lnTo>
                    <a:pt x="85027" y="19110"/>
                  </a:lnTo>
                  <a:lnTo>
                    <a:pt x="84999" y="20991"/>
                  </a:lnTo>
                  <a:lnTo>
                    <a:pt x="84941" y="22447"/>
                  </a:lnTo>
                  <a:lnTo>
                    <a:pt x="84660" y="23138"/>
                  </a:lnTo>
                  <a:lnTo>
                    <a:pt x="84574" y="23784"/>
                  </a:lnTo>
                  <a:lnTo>
                    <a:pt x="84811" y="24350"/>
                  </a:lnTo>
                  <a:lnTo>
                    <a:pt x="86450" y="25738"/>
                  </a:lnTo>
                  <a:lnTo>
                    <a:pt x="87002" y="27227"/>
                  </a:lnTo>
                  <a:lnTo>
                    <a:pt x="87416" y="27895"/>
                  </a:lnTo>
                  <a:lnTo>
                    <a:pt x="87515" y="28820"/>
                  </a:lnTo>
                  <a:lnTo>
                    <a:pt x="87238" y="29436"/>
                  </a:lnTo>
                  <a:lnTo>
                    <a:pt x="86468" y="29129"/>
                  </a:lnTo>
                  <a:lnTo>
                    <a:pt x="86094" y="30104"/>
                  </a:lnTo>
                  <a:lnTo>
                    <a:pt x="86094" y="31851"/>
                  </a:lnTo>
                  <a:lnTo>
                    <a:pt x="86644" y="33493"/>
                  </a:lnTo>
                  <a:lnTo>
                    <a:pt x="86802" y="34995"/>
                  </a:lnTo>
                  <a:lnTo>
                    <a:pt x="86440" y="36441"/>
                  </a:lnTo>
                  <a:lnTo>
                    <a:pt x="86016" y="38480"/>
                  </a:lnTo>
                  <a:lnTo>
                    <a:pt x="86000" y="39924"/>
                  </a:lnTo>
                  <a:lnTo>
                    <a:pt x="86253" y="40749"/>
                  </a:lnTo>
                  <a:lnTo>
                    <a:pt x="87506" y="42240"/>
                  </a:lnTo>
                  <a:lnTo>
                    <a:pt x="90402" y="46002"/>
                  </a:lnTo>
                  <a:lnTo>
                    <a:pt x="91067" y="46164"/>
                  </a:lnTo>
                  <a:lnTo>
                    <a:pt x="93807" y="45290"/>
                  </a:lnTo>
                  <a:lnTo>
                    <a:pt x="95083" y="45203"/>
                  </a:lnTo>
                  <a:lnTo>
                    <a:pt x="95832" y="45785"/>
                  </a:lnTo>
                  <a:lnTo>
                    <a:pt x="97952" y="46320"/>
                  </a:lnTo>
                  <a:lnTo>
                    <a:pt x="98627" y="46920"/>
                  </a:lnTo>
                  <a:lnTo>
                    <a:pt x="99343" y="46961"/>
                  </a:lnTo>
                  <a:lnTo>
                    <a:pt x="100326" y="46786"/>
                  </a:lnTo>
                  <a:lnTo>
                    <a:pt x="100991" y="45101"/>
                  </a:lnTo>
                  <a:lnTo>
                    <a:pt x="101330" y="44717"/>
                  </a:lnTo>
                  <a:lnTo>
                    <a:pt x="101629" y="44437"/>
                  </a:lnTo>
                  <a:lnTo>
                    <a:pt x="102234" y="44394"/>
                  </a:lnTo>
                  <a:lnTo>
                    <a:pt x="103910" y="45464"/>
                  </a:lnTo>
                  <a:lnTo>
                    <a:pt x="105674" y="47722"/>
                  </a:lnTo>
                  <a:lnTo>
                    <a:pt x="106843" y="49783"/>
                  </a:lnTo>
                  <a:lnTo>
                    <a:pt x="107418" y="51647"/>
                  </a:lnTo>
                  <a:lnTo>
                    <a:pt x="108146" y="55690"/>
                  </a:lnTo>
                  <a:lnTo>
                    <a:pt x="109025" y="61910"/>
                  </a:lnTo>
                  <a:lnTo>
                    <a:pt x="110086" y="66108"/>
                  </a:lnTo>
                  <a:lnTo>
                    <a:pt x="111331" y="68287"/>
                  </a:lnTo>
                  <a:lnTo>
                    <a:pt x="112204" y="72288"/>
                  </a:lnTo>
                  <a:lnTo>
                    <a:pt x="112961" y="81030"/>
                  </a:lnTo>
                  <a:lnTo>
                    <a:pt x="113433" y="82820"/>
                  </a:lnTo>
                  <a:lnTo>
                    <a:pt x="113913" y="83753"/>
                  </a:lnTo>
                  <a:lnTo>
                    <a:pt x="115335" y="86282"/>
                  </a:lnTo>
                  <a:lnTo>
                    <a:pt x="118244" y="90469"/>
                  </a:lnTo>
                  <a:lnTo>
                    <a:pt x="119961" y="92940"/>
                  </a:lnTo>
                  <a:lnTo>
                    <a:pt x="122616" y="96889"/>
                  </a:lnTo>
                  <a:lnTo>
                    <a:pt x="125048" y="100507"/>
                  </a:lnTo>
                  <a:lnTo>
                    <a:pt x="127487" y="106090"/>
                  </a:lnTo>
                  <a:lnTo>
                    <a:pt x="127974" y="106905"/>
                  </a:lnTo>
                  <a:lnTo>
                    <a:pt x="130118" y="109925"/>
                  </a:lnTo>
                  <a:lnTo>
                    <a:pt x="132506" y="113020"/>
                  </a:lnTo>
                  <a:lnTo>
                    <a:pt x="134177" y="112320"/>
                  </a:lnTo>
                  <a:lnTo>
                    <a:pt x="136694" y="117080"/>
                  </a:lnTo>
                  <a:lnTo>
                    <a:pt x="137719" y="118846"/>
                  </a:lnTo>
                  <a:lnTo>
                    <a:pt x="138151" y="119449"/>
                  </a:lnTo>
                  <a:lnTo>
                    <a:pt x="139977" y="121328"/>
                  </a:lnTo>
                  <a:lnTo>
                    <a:pt x="142883" y="125258"/>
                  </a:lnTo>
                  <a:lnTo>
                    <a:pt x="146550" y="130891"/>
                  </a:lnTo>
                  <a:lnTo>
                    <a:pt x="148972" y="134149"/>
                  </a:lnTo>
                  <a:lnTo>
                    <a:pt x="149631" y="134528"/>
                  </a:lnTo>
                  <a:lnTo>
                    <a:pt x="150285" y="134510"/>
                  </a:lnTo>
                  <a:lnTo>
                    <a:pt x="150986" y="133810"/>
                  </a:lnTo>
                  <a:lnTo>
                    <a:pt x="151746" y="133257"/>
                  </a:lnTo>
                  <a:lnTo>
                    <a:pt x="153041" y="133982"/>
                  </a:lnTo>
                  <a:lnTo>
                    <a:pt x="154445" y="135284"/>
                  </a:lnTo>
                  <a:lnTo>
                    <a:pt x="155334" y="136273"/>
                  </a:lnTo>
                  <a:lnTo>
                    <a:pt x="156362" y="137710"/>
                  </a:lnTo>
                  <a:lnTo>
                    <a:pt x="157176" y="139066"/>
                  </a:lnTo>
                  <a:lnTo>
                    <a:pt x="157794" y="139694"/>
                  </a:lnTo>
                  <a:lnTo>
                    <a:pt x="159892" y="140880"/>
                  </a:lnTo>
                  <a:lnTo>
                    <a:pt x="160252" y="141591"/>
                  </a:lnTo>
                  <a:lnTo>
                    <a:pt x="160481" y="142385"/>
                  </a:lnTo>
                  <a:lnTo>
                    <a:pt x="160514" y="143207"/>
                  </a:lnTo>
                  <a:lnTo>
                    <a:pt x="159336" y="147530"/>
                  </a:lnTo>
                  <a:lnTo>
                    <a:pt x="159174" y="153043"/>
                  </a:lnTo>
                  <a:lnTo>
                    <a:pt x="159167" y="15719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2"/>
            <p:cNvSpPr/>
            <p:nvPr/>
          </p:nvSpPr>
          <p:spPr>
            <a:xfrm>
              <a:off x="4577101" y="3905636"/>
              <a:ext cx="4634" cy="7020"/>
            </a:xfrm>
            <a:custGeom>
              <a:avLst/>
              <a:pathLst>
                <a:path w="4634" h="7020">
                  <a:moveTo>
                    <a:pt x="0" y="4469"/>
                  </a:moveTo>
                  <a:lnTo>
                    <a:pt x="1837" y="1944"/>
                  </a:lnTo>
                  <a:lnTo>
                    <a:pt x="4634" y="0"/>
                  </a:lnTo>
                  <a:lnTo>
                    <a:pt x="4564" y="1425"/>
                  </a:lnTo>
                  <a:lnTo>
                    <a:pt x="4277" y="3664"/>
                  </a:lnTo>
                  <a:lnTo>
                    <a:pt x="3853" y="4715"/>
                  </a:lnTo>
                  <a:lnTo>
                    <a:pt x="3213" y="6602"/>
                  </a:lnTo>
                  <a:lnTo>
                    <a:pt x="2793" y="7020"/>
                  </a:lnTo>
                  <a:lnTo>
                    <a:pt x="1115" y="6605"/>
                  </a:lnTo>
                  <a:lnTo>
                    <a:pt x="899" y="6879"/>
                  </a:lnTo>
                  <a:lnTo>
                    <a:pt x="611" y="6680"/>
                  </a:lnTo>
                  <a:lnTo>
                    <a:pt x="182" y="546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3"/>
            <p:cNvSpPr/>
            <p:nvPr/>
          </p:nvSpPr>
          <p:spPr>
            <a:xfrm>
              <a:off x="4587079" y="3879792"/>
              <a:ext cx="27038" cy="35346"/>
            </a:xfrm>
            <a:custGeom>
              <a:avLst/>
              <a:pathLst>
                <a:path w="27038" h="35346">
                  <a:moveTo>
                    <a:pt x="1738" y="35346"/>
                  </a:moveTo>
                  <a:lnTo>
                    <a:pt x="1346" y="31502"/>
                  </a:lnTo>
                  <a:lnTo>
                    <a:pt x="930" y="29852"/>
                  </a:lnTo>
                  <a:lnTo>
                    <a:pt x="604" y="28914"/>
                  </a:lnTo>
                  <a:lnTo>
                    <a:pt x="494" y="27745"/>
                  </a:lnTo>
                  <a:lnTo>
                    <a:pt x="512" y="26536"/>
                  </a:lnTo>
                  <a:lnTo>
                    <a:pt x="709" y="25979"/>
                  </a:lnTo>
                  <a:lnTo>
                    <a:pt x="2105" y="25829"/>
                  </a:lnTo>
                  <a:lnTo>
                    <a:pt x="2661" y="23852"/>
                  </a:lnTo>
                  <a:lnTo>
                    <a:pt x="2657" y="21477"/>
                  </a:lnTo>
                  <a:lnTo>
                    <a:pt x="2377" y="20675"/>
                  </a:lnTo>
                  <a:lnTo>
                    <a:pt x="2104" y="20338"/>
                  </a:lnTo>
                  <a:lnTo>
                    <a:pt x="661" y="22118"/>
                  </a:lnTo>
                  <a:lnTo>
                    <a:pt x="247" y="21798"/>
                  </a:lnTo>
                  <a:lnTo>
                    <a:pt x="0" y="21151"/>
                  </a:lnTo>
                  <a:lnTo>
                    <a:pt x="82" y="18520"/>
                  </a:lnTo>
                  <a:lnTo>
                    <a:pt x="1270" y="16055"/>
                  </a:lnTo>
                  <a:lnTo>
                    <a:pt x="2278" y="11591"/>
                  </a:lnTo>
                  <a:lnTo>
                    <a:pt x="2986" y="9814"/>
                  </a:lnTo>
                  <a:lnTo>
                    <a:pt x="4634" y="8143"/>
                  </a:lnTo>
                  <a:lnTo>
                    <a:pt x="5300" y="7672"/>
                  </a:lnTo>
                  <a:lnTo>
                    <a:pt x="10098" y="5214"/>
                  </a:lnTo>
                  <a:lnTo>
                    <a:pt x="11242" y="5047"/>
                  </a:lnTo>
                  <a:lnTo>
                    <a:pt x="14283" y="5119"/>
                  </a:lnTo>
                  <a:lnTo>
                    <a:pt x="18350" y="4582"/>
                  </a:lnTo>
                  <a:lnTo>
                    <a:pt x="19357" y="4247"/>
                  </a:lnTo>
                  <a:lnTo>
                    <a:pt x="20661" y="3162"/>
                  </a:lnTo>
                  <a:lnTo>
                    <a:pt x="21923" y="1820"/>
                  </a:lnTo>
                  <a:lnTo>
                    <a:pt x="22593" y="764"/>
                  </a:lnTo>
                  <a:lnTo>
                    <a:pt x="23294" y="0"/>
                  </a:lnTo>
                  <a:lnTo>
                    <a:pt x="24340" y="960"/>
                  </a:lnTo>
                  <a:lnTo>
                    <a:pt x="26115" y="1690"/>
                  </a:lnTo>
                  <a:lnTo>
                    <a:pt x="26594" y="2328"/>
                  </a:lnTo>
                  <a:lnTo>
                    <a:pt x="27038" y="3214"/>
                  </a:lnTo>
                  <a:lnTo>
                    <a:pt x="24976" y="7915"/>
                  </a:lnTo>
                  <a:lnTo>
                    <a:pt x="22713" y="11805"/>
                  </a:lnTo>
                  <a:lnTo>
                    <a:pt x="21319" y="12982"/>
                  </a:lnTo>
                  <a:lnTo>
                    <a:pt x="19876" y="13778"/>
                  </a:lnTo>
                  <a:lnTo>
                    <a:pt x="18776" y="15282"/>
                  </a:lnTo>
                  <a:lnTo>
                    <a:pt x="17849" y="17639"/>
                  </a:lnTo>
                  <a:lnTo>
                    <a:pt x="16663" y="18967"/>
                  </a:lnTo>
                  <a:lnTo>
                    <a:pt x="15326" y="19414"/>
                  </a:lnTo>
                  <a:lnTo>
                    <a:pt x="14185" y="20121"/>
                  </a:lnTo>
                  <a:lnTo>
                    <a:pt x="13149" y="21506"/>
                  </a:lnTo>
                  <a:lnTo>
                    <a:pt x="11708" y="23881"/>
                  </a:lnTo>
                  <a:lnTo>
                    <a:pt x="11124" y="24124"/>
                  </a:lnTo>
                  <a:lnTo>
                    <a:pt x="10507" y="24066"/>
                  </a:lnTo>
                  <a:lnTo>
                    <a:pt x="9312" y="24975"/>
                  </a:lnTo>
                  <a:lnTo>
                    <a:pt x="5598" y="28368"/>
                  </a:lnTo>
                  <a:lnTo>
                    <a:pt x="3352" y="3214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4"/>
            <p:cNvSpPr/>
            <p:nvPr/>
          </p:nvSpPr>
          <p:spPr>
            <a:xfrm>
              <a:off x="4593803" y="3874597"/>
              <a:ext cx="1577" cy="5078"/>
            </a:xfrm>
            <a:custGeom>
              <a:avLst/>
              <a:pathLst>
                <a:path w="1577" h="5078">
                  <a:moveTo>
                    <a:pt x="1577" y="0"/>
                  </a:moveTo>
                  <a:lnTo>
                    <a:pt x="821" y="5078"/>
                  </a:lnTo>
                  <a:lnTo>
                    <a:pt x="0" y="3993"/>
                  </a:lnTo>
                  <a:lnTo>
                    <a:pt x="873" y="1142"/>
                  </a:lnTo>
                  <a:lnTo>
                    <a:pt x="1294" y="29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5"/>
            <p:cNvSpPr/>
            <p:nvPr/>
          </p:nvSpPr>
          <p:spPr>
            <a:xfrm>
              <a:off x="1181714" y="4263479"/>
              <a:ext cx="679" cy="4435"/>
            </a:xfrm>
            <a:custGeom>
              <a:avLst/>
              <a:pathLst>
                <a:path w="679" h="4435">
                  <a:moveTo>
                    <a:pt x="679" y="0"/>
                  </a:moveTo>
                  <a:lnTo>
                    <a:pt x="616" y="4435"/>
                  </a:lnTo>
                  <a:lnTo>
                    <a:pt x="61" y="2400"/>
                  </a:lnTo>
                  <a:lnTo>
                    <a:pt x="0" y="145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6"/>
            <p:cNvSpPr/>
            <p:nvPr/>
          </p:nvSpPr>
          <p:spPr>
            <a:xfrm>
              <a:off x="1177292" y="4256617"/>
              <a:ext cx="3226" cy="5774"/>
            </a:xfrm>
            <a:custGeom>
              <a:avLst/>
              <a:pathLst>
                <a:path w="3226" h="5774">
                  <a:moveTo>
                    <a:pt x="2276" y="2986"/>
                  </a:moveTo>
                  <a:lnTo>
                    <a:pt x="2437" y="2989"/>
                  </a:lnTo>
                  <a:lnTo>
                    <a:pt x="2616" y="2112"/>
                  </a:lnTo>
                  <a:lnTo>
                    <a:pt x="3226" y="1794"/>
                  </a:lnTo>
                  <a:lnTo>
                    <a:pt x="3159" y="2732"/>
                  </a:lnTo>
                  <a:lnTo>
                    <a:pt x="2336" y="5774"/>
                  </a:lnTo>
                  <a:lnTo>
                    <a:pt x="1816" y="4585"/>
                  </a:lnTo>
                  <a:lnTo>
                    <a:pt x="305" y="2643"/>
                  </a:lnTo>
                  <a:lnTo>
                    <a:pt x="0" y="1139"/>
                  </a:lnTo>
                  <a:lnTo>
                    <a:pt x="503" y="0"/>
                  </a:lnTo>
                  <a:lnTo>
                    <a:pt x="451" y="917"/>
                  </a:lnTo>
                  <a:lnTo>
                    <a:pt x="702" y="1333"/>
                  </a:lnTo>
                  <a:lnTo>
                    <a:pt x="1555" y="1491"/>
                  </a:lnTo>
                  <a:lnTo>
                    <a:pt x="2320" y="2311"/>
                  </a:lnTo>
                  <a:lnTo>
                    <a:pt x="1846" y="25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7"/>
            <p:cNvSpPr/>
            <p:nvPr/>
          </p:nvSpPr>
          <p:spPr>
            <a:xfrm>
              <a:off x="1191977" y="4182658"/>
              <a:ext cx="1672" cy="3938"/>
            </a:xfrm>
            <a:custGeom>
              <a:avLst/>
              <a:pathLst>
                <a:path w="1672" h="3938">
                  <a:moveTo>
                    <a:pt x="1313" y="2187"/>
                  </a:moveTo>
                  <a:lnTo>
                    <a:pt x="884" y="3938"/>
                  </a:lnTo>
                  <a:lnTo>
                    <a:pt x="679" y="3912"/>
                  </a:lnTo>
                  <a:lnTo>
                    <a:pt x="182" y="2897"/>
                  </a:lnTo>
                  <a:lnTo>
                    <a:pt x="0" y="2213"/>
                  </a:lnTo>
                  <a:lnTo>
                    <a:pt x="757" y="158"/>
                  </a:lnTo>
                  <a:lnTo>
                    <a:pt x="1147" y="0"/>
                  </a:lnTo>
                  <a:lnTo>
                    <a:pt x="1672" y="686"/>
                  </a:lnTo>
                  <a:lnTo>
                    <a:pt x="1648" y="127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8"/>
            <p:cNvSpPr/>
            <p:nvPr/>
          </p:nvSpPr>
          <p:spPr>
            <a:xfrm>
              <a:off x="2465639" y="3313751"/>
              <a:ext cx="11224" cy="22917"/>
            </a:xfrm>
            <a:custGeom>
              <a:avLst/>
              <a:pathLst>
                <a:path w="11224" h="22917">
                  <a:moveTo>
                    <a:pt x="10151" y="20858"/>
                  </a:moveTo>
                  <a:lnTo>
                    <a:pt x="8310" y="22522"/>
                  </a:lnTo>
                  <a:lnTo>
                    <a:pt x="3513" y="22917"/>
                  </a:lnTo>
                  <a:lnTo>
                    <a:pt x="1526" y="22314"/>
                  </a:lnTo>
                  <a:lnTo>
                    <a:pt x="0" y="22785"/>
                  </a:lnTo>
                  <a:lnTo>
                    <a:pt x="2777" y="19163"/>
                  </a:lnTo>
                  <a:lnTo>
                    <a:pt x="3104" y="17635"/>
                  </a:lnTo>
                  <a:lnTo>
                    <a:pt x="4283" y="17348"/>
                  </a:lnTo>
                  <a:lnTo>
                    <a:pt x="4619" y="16892"/>
                  </a:lnTo>
                  <a:lnTo>
                    <a:pt x="5011" y="8902"/>
                  </a:lnTo>
                  <a:lnTo>
                    <a:pt x="4858" y="6999"/>
                  </a:lnTo>
                  <a:lnTo>
                    <a:pt x="4624" y="5950"/>
                  </a:lnTo>
                  <a:lnTo>
                    <a:pt x="4146" y="5194"/>
                  </a:lnTo>
                  <a:lnTo>
                    <a:pt x="3074" y="4162"/>
                  </a:lnTo>
                  <a:lnTo>
                    <a:pt x="2894" y="3609"/>
                  </a:lnTo>
                  <a:lnTo>
                    <a:pt x="3568" y="2726"/>
                  </a:lnTo>
                  <a:lnTo>
                    <a:pt x="5010" y="2239"/>
                  </a:lnTo>
                  <a:lnTo>
                    <a:pt x="6087" y="1282"/>
                  </a:lnTo>
                  <a:lnTo>
                    <a:pt x="8316" y="1090"/>
                  </a:lnTo>
                  <a:lnTo>
                    <a:pt x="9397" y="245"/>
                  </a:lnTo>
                  <a:lnTo>
                    <a:pt x="11224" y="0"/>
                  </a:lnTo>
                  <a:lnTo>
                    <a:pt x="10326" y="3666"/>
                  </a:lnTo>
                  <a:lnTo>
                    <a:pt x="9906" y="5033"/>
                  </a:lnTo>
                  <a:lnTo>
                    <a:pt x="10069" y="8336"/>
                  </a:lnTo>
                  <a:lnTo>
                    <a:pt x="9863" y="10577"/>
                  </a:lnTo>
                  <a:lnTo>
                    <a:pt x="10102" y="13411"/>
                  </a:lnTo>
                  <a:lnTo>
                    <a:pt x="10647" y="15272"/>
                  </a:lnTo>
                  <a:lnTo>
                    <a:pt x="10293" y="17101"/>
                  </a:lnTo>
                  <a:lnTo>
                    <a:pt x="10242" y="198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29"/>
            <p:cNvSpPr/>
            <p:nvPr/>
          </p:nvSpPr>
          <p:spPr>
            <a:xfrm>
              <a:off x="2478079" y="3299415"/>
              <a:ext cx="3238" cy="4632"/>
            </a:xfrm>
            <a:custGeom>
              <a:avLst/>
              <a:pathLst>
                <a:path w="3238" h="4632">
                  <a:moveTo>
                    <a:pt x="617" y="4340"/>
                  </a:moveTo>
                  <a:lnTo>
                    <a:pt x="0" y="4632"/>
                  </a:lnTo>
                  <a:lnTo>
                    <a:pt x="72" y="3457"/>
                  </a:lnTo>
                  <a:lnTo>
                    <a:pt x="1154" y="1422"/>
                  </a:lnTo>
                  <a:lnTo>
                    <a:pt x="2814" y="54"/>
                  </a:lnTo>
                  <a:lnTo>
                    <a:pt x="3238" y="0"/>
                  </a:lnTo>
                  <a:lnTo>
                    <a:pt x="2999" y="18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0"/>
            <p:cNvSpPr/>
            <p:nvPr/>
          </p:nvSpPr>
          <p:spPr>
            <a:xfrm>
              <a:off x="3290366" y="2632561"/>
              <a:ext cx="3582" cy="6085"/>
            </a:xfrm>
            <a:custGeom>
              <a:avLst/>
              <a:pathLst>
                <a:path w="3582" h="6085">
                  <a:moveTo>
                    <a:pt x="2674" y="5054"/>
                  </a:moveTo>
                  <a:lnTo>
                    <a:pt x="2376" y="5191"/>
                  </a:lnTo>
                  <a:lnTo>
                    <a:pt x="1827" y="5996"/>
                  </a:lnTo>
                  <a:lnTo>
                    <a:pt x="1536" y="6085"/>
                  </a:lnTo>
                  <a:lnTo>
                    <a:pt x="711" y="5184"/>
                  </a:lnTo>
                  <a:lnTo>
                    <a:pt x="396" y="5189"/>
                  </a:lnTo>
                  <a:lnTo>
                    <a:pt x="0" y="4556"/>
                  </a:lnTo>
                  <a:lnTo>
                    <a:pt x="134" y="1108"/>
                  </a:lnTo>
                  <a:lnTo>
                    <a:pt x="262" y="131"/>
                  </a:lnTo>
                  <a:lnTo>
                    <a:pt x="2269" y="0"/>
                  </a:lnTo>
                  <a:lnTo>
                    <a:pt x="3358" y="2061"/>
                  </a:lnTo>
                  <a:lnTo>
                    <a:pt x="3537" y="2602"/>
                  </a:lnTo>
                  <a:lnTo>
                    <a:pt x="3582" y="3192"/>
                  </a:lnTo>
                  <a:lnTo>
                    <a:pt x="3077" y="434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1"/>
            <p:cNvSpPr/>
            <p:nvPr/>
          </p:nvSpPr>
          <p:spPr>
            <a:xfrm>
              <a:off x="3294926" y="2605163"/>
              <a:ext cx="1787" cy="4096"/>
            </a:xfrm>
            <a:custGeom>
              <a:avLst/>
              <a:pathLst>
                <a:path w="1787" h="4096">
                  <a:moveTo>
                    <a:pt x="1753" y="1965"/>
                  </a:moveTo>
                  <a:lnTo>
                    <a:pt x="0" y="4096"/>
                  </a:lnTo>
                  <a:lnTo>
                    <a:pt x="333" y="2237"/>
                  </a:lnTo>
                  <a:lnTo>
                    <a:pt x="1490" y="0"/>
                  </a:lnTo>
                  <a:lnTo>
                    <a:pt x="1787" y="53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2"/>
            <p:cNvSpPr/>
            <p:nvPr/>
          </p:nvSpPr>
          <p:spPr>
            <a:xfrm>
              <a:off x="3253728" y="2530697"/>
              <a:ext cx="45879" cy="210122"/>
            </a:xfrm>
            <a:custGeom>
              <a:avLst/>
              <a:pathLst>
                <a:path w="45879" h="210122">
                  <a:moveTo>
                    <a:pt x="45523" y="122878"/>
                  </a:moveTo>
                  <a:lnTo>
                    <a:pt x="45499" y="123657"/>
                  </a:lnTo>
                  <a:lnTo>
                    <a:pt x="45099" y="129266"/>
                  </a:lnTo>
                  <a:lnTo>
                    <a:pt x="45008" y="131286"/>
                  </a:lnTo>
                  <a:lnTo>
                    <a:pt x="44948" y="134704"/>
                  </a:lnTo>
                  <a:lnTo>
                    <a:pt x="44948" y="138815"/>
                  </a:lnTo>
                  <a:lnTo>
                    <a:pt x="45855" y="142291"/>
                  </a:lnTo>
                  <a:lnTo>
                    <a:pt x="45879" y="143816"/>
                  </a:lnTo>
                  <a:lnTo>
                    <a:pt x="45528" y="145579"/>
                  </a:lnTo>
                  <a:lnTo>
                    <a:pt x="43859" y="147602"/>
                  </a:lnTo>
                  <a:lnTo>
                    <a:pt x="41704" y="150216"/>
                  </a:lnTo>
                  <a:lnTo>
                    <a:pt x="39852" y="152699"/>
                  </a:lnTo>
                  <a:lnTo>
                    <a:pt x="37822" y="155419"/>
                  </a:lnTo>
                  <a:lnTo>
                    <a:pt x="37200" y="157177"/>
                  </a:lnTo>
                  <a:lnTo>
                    <a:pt x="36194" y="158530"/>
                  </a:lnTo>
                  <a:lnTo>
                    <a:pt x="35352" y="159885"/>
                  </a:lnTo>
                  <a:lnTo>
                    <a:pt x="35200" y="161179"/>
                  </a:lnTo>
                  <a:lnTo>
                    <a:pt x="34611" y="163637"/>
                  </a:lnTo>
                  <a:lnTo>
                    <a:pt x="33841" y="165603"/>
                  </a:lnTo>
                  <a:lnTo>
                    <a:pt x="31913" y="166525"/>
                  </a:lnTo>
                  <a:lnTo>
                    <a:pt x="31556" y="167112"/>
                  </a:lnTo>
                  <a:lnTo>
                    <a:pt x="30664" y="170062"/>
                  </a:lnTo>
                  <a:lnTo>
                    <a:pt x="30253" y="171224"/>
                  </a:lnTo>
                  <a:lnTo>
                    <a:pt x="29743" y="173648"/>
                  </a:lnTo>
                  <a:lnTo>
                    <a:pt x="30399" y="179936"/>
                  </a:lnTo>
                  <a:lnTo>
                    <a:pt x="31202" y="186402"/>
                  </a:lnTo>
                  <a:lnTo>
                    <a:pt x="31357" y="189100"/>
                  </a:lnTo>
                  <a:lnTo>
                    <a:pt x="31346" y="191343"/>
                  </a:lnTo>
                  <a:lnTo>
                    <a:pt x="30895" y="193758"/>
                  </a:lnTo>
                  <a:lnTo>
                    <a:pt x="29869" y="197222"/>
                  </a:lnTo>
                  <a:lnTo>
                    <a:pt x="29117" y="199760"/>
                  </a:lnTo>
                  <a:lnTo>
                    <a:pt x="27672" y="204332"/>
                  </a:lnTo>
                  <a:lnTo>
                    <a:pt x="27246" y="205456"/>
                  </a:lnTo>
                  <a:lnTo>
                    <a:pt x="26251" y="206788"/>
                  </a:lnTo>
                  <a:lnTo>
                    <a:pt x="24327" y="208558"/>
                  </a:lnTo>
                  <a:lnTo>
                    <a:pt x="22973" y="210122"/>
                  </a:lnTo>
                  <a:lnTo>
                    <a:pt x="22283" y="203149"/>
                  </a:lnTo>
                  <a:lnTo>
                    <a:pt x="21694" y="197198"/>
                  </a:lnTo>
                  <a:lnTo>
                    <a:pt x="21208" y="192289"/>
                  </a:lnTo>
                  <a:lnTo>
                    <a:pt x="20352" y="183648"/>
                  </a:lnTo>
                  <a:lnTo>
                    <a:pt x="19626" y="176310"/>
                  </a:lnTo>
                  <a:lnTo>
                    <a:pt x="18902" y="168992"/>
                  </a:lnTo>
                  <a:lnTo>
                    <a:pt x="18245" y="162349"/>
                  </a:lnTo>
                  <a:lnTo>
                    <a:pt x="17583" y="155664"/>
                  </a:lnTo>
                  <a:lnTo>
                    <a:pt x="17298" y="154689"/>
                  </a:lnTo>
                  <a:lnTo>
                    <a:pt x="15312" y="151535"/>
                  </a:lnTo>
                  <a:lnTo>
                    <a:pt x="13482" y="148629"/>
                  </a:lnTo>
                  <a:lnTo>
                    <a:pt x="11577" y="145324"/>
                  </a:lnTo>
                  <a:lnTo>
                    <a:pt x="9513" y="141740"/>
                  </a:lnTo>
                  <a:lnTo>
                    <a:pt x="9181" y="137228"/>
                  </a:lnTo>
                  <a:lnTo>
                    <a:pt x="8122" y="130419"/>
                  </a:lnTo>
                  <a:lnTo>
                    <a:pt x="7005" y="126619"/>
                  </a:lnTo>
                  <a:lnTo>
                    <a:pt x="6585" y="125622"/>
                  </a:lnTo>
                  <a:lnTo>
                    <a:pt x="4333" y="123168"/>
                  </a:lnTo>
                  <a:lnTo>
                    <a:pt x="3032" y="121366"/>
                  </a:lnTo>
                  <a:lnTo>
                    <a:pt x="2676" y="120320"/>
                  </a:lnTo>
                  <a:lnTo>
                    <a:pt x="2425" y="117548"/>
                  </a:lnTo>
                  <a:lnTo>
                    <a:pt x="1498" y="112042"/>
                  </a:lnTo>
                  <a:lnTo>
                    <a:pt x="440" y="107040"/>
                  </a:lnTo>
                  <a:lnTo>
                    <a:pt x="52" y="103655"/>
                  </a:lnTo>
                  <a:lnTo>
                    <a:pt x="0" y="99399"/>
                  </a:lnTo>
                  <a:lnTo>
                    <a:pt x="207" y="96325"/>
                  </a:lnTo>
                  <a:lnTo>
                    <a:pt x="668" y="95011"/>
                  </a:lnTo>
                  <a:lnTo>
                    <a:pt x="2872" y="91185"/>
                  </a:lnTo>
                  <a:lnTo>
                    <a:pt x="3891" y="86581"/>
                  </a:lnTo>
                  <a:lnTo>
                    <a:pt x="5153" y="84855"/>
                  </a:lnTo>
                  <a:lnTo>
                    <a:pt x="6245" y="83555"/>
                  </a:lnTo>
                  <a:lnTo>
                    <a:pt x="7129" y="82041"/>
                  </a:lnTo>
                  <a:lnTo>
                    <a:pt x="7916" y="79607"/>
                  </a:lnTo>
                  <a:lnTo>
                    <a:pt x="8516" y="77013"/>
                  </a:lnTo>
                  <a:lnTo>
                    <a:pt x="8619" y="74210"/>
                  </a:lnTo>
                  <a:lnTo>
                    <a:pt x="8871" y="69762"/>
                  </a:lnTo>
                  <a:lnTo>
                    <a:pt x="9271" y="66655"/>
                  </a:lnTo>
                  <a:lnTo>
                    <a:pt x="10204" y="63132"/>
                  </a:lnTo>
                  <a:lnTo>
                    <a:pt x="9814" y="60302"/>
                  </a:lnTo>
                  <a:lnTo>
                    <a:pt x="9320" y="57244"/>
                  </a:lnTo>
                  <a:lnTo>
                    <a:pt x="9463" y="51951"/>
                  </a:lnTo>
                  <a:lnTo>
                    <a:pt x="9339" y="49803"/>
                  </a:lnTo>
                  <a:lnTo>
                    <a:pt x="8940" y="47901"/>
                  </a:lnTo>
                  <a:lnTo>
                    <a:pt x="8533" y="45463"/>
                  </a:lnTo>
                  <a:lnTo>
                    <a:pt x="8517" y="43431"/>
                  </a:lnTo>
                  <a:lnTo>
                    <a:pt x="8910" y="38100"/>
                  </a:lnTo>
                  <a:lnTo>
                    <a:pt x="9210" y="34029"/>
                  </a:lnTo>
                  <a:lnTo>
                    <a:pt x="9687" y="28733"/>
                  </a:lnTo>
                  <a:lnTo>
                    <a:pt x="9520" y="27250"/>
                  </a:lnTo>
                  <a:lnTo>
                    <a:pt x="9165" y="26143"/>
                  </a:lnTo>
                  <a:lnTo>
                    <a:pt x="8098" y="24976"/>
                  </a:lnTo>
                  <a:lnTo>
                    <a:pt x="8085" y="24272"/>
                  </a:lnTo>
                  <a:lnTo>
                    <a:pt x="8348" y="23494"/>
                  </a:lnTo>
                  <a:lnTo>
                    <a:pt x="9924" y="20916"/>
                  </a:lnTo>
                  <a:lnTo>
                    <a:pt x="10772" y="17127"/>
                  </a:lnTo>
                  <a:lnTo>
                    <a:pt x="11481" y="16337"/>
                  </a:lnTo>
                  <a:lnTo>
                    <a:pt x="12555" y="14965"/>
                  </a:lnTo>
                  <a:lnTo>
                    <a:pt x="12514" y="13489"/>
                  </a:lnTo>
                  <a:lnTo>
                    <a:pt x="12274" y="11913"/>
                  </a:lnTo>
                  <a:lnTo>
                    <a:pt x="15079" y="10128"/>
                  </a:lnTo>
                  <a:lnTo>
                    <a:pt x="17751" y="5452"/>
                  </a:lnTo>
                  <a:lnTo>
                    <a:pt x="18695" y="4306"/>
                  </a:lnTo>
                  <a:lnTo>
                    <a:pt x="24895" y="0"/>
                  </a:lnTo>
                  <a:lnTo>
                    <a:pt x="25700" y="298"/>
                  </a:lnTo>
                  <a:lnTo>
                    <a:pt x="26604" y="927"/>
                  </a:lnTo>
                  <a:lnTo>
                    <a:pt x="26343" y="2533"/>
                  </a:lnTo>
                  <a:lnTo>
                    <a:pt x="25985" y="3810"/>
                  </a:lnTo>
                  <a:lnTo>
                    <a:pt x="26511" y="6058"/>
                  </a:lnTo>
                  <a:lnTo>
                    <a:pt x="27261" y="4690"/>
                  </a:lnTo>
                  <a:lnTo>
                    <a:pt x="27069" y="3768"/>
                  </a:lnTo>
                  <a:lnTo>
                    <a:pt x="27025" y="2548"/>
                  </a:lnTo>
                  <a:lnTo>
                    <a:pt x="28303" y="2441"/>
                  </a:lnTo>
                  <a:lnTo>
                    <a:pt x="29431" y="2633"/>
                  </a:lnTo>
                  <a:lnTo>
                    <a:pt x="30668" y="3974"/>
                  </a:lnTo>
                  <a:lnTo>
                    <a:pt x="30582" y="9056"/>
                  </a:lnTo>
                  <a:lnTo>
                    <a:pt x="32232" y="14035"/>
                  </a:lnTo>
                  <a:lnTo>
                    <a:pt x="31768" y="16514"/>
                  </a:lnTo>
                  <a:lnTo>
                    <a:pt x="33120" y="17981"/>
                  </a:lnTo>
                  <a:lnTo>
                    <a:pt x="34322" y="16223"/>
                  </a:lnTo>
                  <a:lnTo>
                    <a:pt x="34925" y="13620"/>
                  </a:lnTo>
                  <a:lnTo>
                    <a:pt x="37139" y="12118"/>
                  </a:lnTo>
                  <a:lnTo>
                    <a:pt x="39241" y="8306"/>
                  </a:lnTo>
                  <a:lnTo>
                    <a:pt x="40406" y="7915"/>
                  </a:lnTo>
                  <a:lnTo>
                    <a:pt x="40668" y="11042"/>
                  </a:lnTo>
                  <a:lnTo>
                    <a:pt x="41232" y="13778"/>
                  </a:lnTo>
                  <a:lnTo>
                    <a:pt x="40436" y="14742"/>
                  </a:lnTo>
                  <a:lnTo>
                    <a:pt x="39421" y="17651"/>
                  </a:lnTo>
                  <a:lnTo>
                    <a:pt x="37501" y="25035"/>
                  </a:lnTo>
                  <a:lnTo>
                    <a:pt x="35733" y="27207"/>
                  </a:lnTo>
                  <a:lnTo>
                    <a:pt x="34407" y="30052"/>
                  </a:lnTo>
                  <a:lnTo>
                    <a:pt x="33979" y="32075"/>
                  </a:lnTo>
                  <a:lnTo>
                    <a:pt x="33850" y="34431"/>
                  </a:lnTo>
                  <a:lnTo>
                    <a:pt x="34181" y="38648"/>
                  </a:lnTo>
                  <a:lnTo>
                    <a:pt x="35147" y="42938"/>
                  </a:lnTo>
                  <a:lnTo>
                    <a:pt x="36262" y="45531"/>
                  </a:lnTo>
                  <a:lnTo>
                    <a:pt x="37337" y="46342"/>
                  </a:lnTo>
                  <a:lnTo>
                    <a:pt x="39842" y="50426"/>
                  </a:lnTo>
                  <a:lnTo>
                    <a:pt x="39801" y="52856"/>
                  </a:lnTo>
                  <a:lnTo>
                    <a:pt x="40152" y="55744"/>
                  </a:lnTo>
                  <a:lnTo>
                    <a:pt x="40285" y="59253"/>
                  </a:lnTo>
                  <a:lnTo>
                    <a:pt x="41157" y="62055"/>
                  </a:lnTo>
                  <a:lnTo>
                    <a:pt x="39292" y="68161"/>
                  </a:lnTo>
                  <a:lnTo>
                    <a:pt x="38274" y="72574"/>
                  </a:lnTo>
                  <a:lnTo>
                    <a:pt x="36284" y="78657"/>
                  </a:lnTo>
                  <a:lnTo>
                    <a:pt x="34512" y="82608"/>
                  </a:lnTo>
                  <a:lnTo>
                    <a:pt x="30714" y="88479"/>
                  </a:lnTo>
                  <a:lnTo>
                    <a:pt x="29782" y="90429"/>
                  </a:lnTo>
                  <a:lnTo>
                    <a:pt x="29174" y="92451"/>
                  </a:lnTo>
                  <a:lnTo>
                    <a:pt x="28893" y="94558"/>
                  </a:lnTo>
                  <a:lnTo>
                    <a:pt x="28995" y="97041"/>
                  </a:lnTo>
                  <a:lnTo>
                    <a:pt x="30243" y="103136"/>
                  </a:lnTo>
                  <a:lnTo>
                    <a:pt x="31905" y="106734"/>
                  </a:lnTo>
                  <a:lnTo>
                    <a:pt x="33597" y="108677"/>
                  </a:lnTo>
                  <a:lnTo>
                    <a:pt x="36537" y="107894"/>
                  </a:lnTo>
                  <a:lnTo>
                    <a:pt x="36436" y="110239"/>
                  </a:lnTo>
                  <a:lnTo>
                    <a:pt x="36645" y="113053"/>
                  </a:lnTo>
                  <a:lnTo>
                    <a:pt x="37842" y="112921"/>
                  </a:lnTo>
                  <a:lnTo>
                    <a:pt x="38640" y="112484"/>
                  </a:lnTo>
                  <a:lnTo>
                    <a:pt x="39317" y="109746"/>
                  </a:lnTo>
                  <a:lnTo>
                    <a:pt x="40754" y="111621"/>
                  </a:lnTo>
                  <a:lnTo>
                    <a:pt x="41500" y="117343"/>
                  </a:lnTo>
                  <a:lnTo>
                    <a:pt x="42717" y="119128"/>
                  </a:lnTo>
                  <a:lnTo>
                    <a:pt x="42859" y="119793"/>
                  </a:lnTo>
                  <a:lnTo>
                    <a:pt x="42429" y="120229"/>
                  </a:lnTo>
                  <a:lnTo>
                    <a:pt x="42095" y="120889"/>
                  </a:lnTo>
                  <a:lnTo>
                    <a:pt x="42454" y="121351"/>
                  </a:lnTo>
                  <a:lnTo>
                    <a:pt x="43633" y="122064"/>
                  </a:lnTo>
                  <a:lnTo>
                    <a:pt x="44342" y="12160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3"/>
            <p:cNvSpPr/>
            <p:nvPr/>
          </p:nvSpPr>
          <p:spPr>
            <a:xfrm>
              <a:off x="3460094" y="2445076"/>
              <a:ext cx="3498" cy="3915"/>
            </a:xfrm>
            <a:custGeom>
              <a:avLst/>
              <a:pathLst>
                <a:path w="3498" h="3915">
                  <a:moveTo>
                    <a:pt x="3418" y="3004"/>
                  </a:moveTo>
                  <a:lnTo>
                    <a:pt x="809" y="3915"/>
                  </a:lnTo>
                  <a:lnTo>
                    <a:pt x="0" y="3017"/>
                  </a:lnTo>
                  <a:lnTo>
                    <a:pt x="817" y="1232"/>
                  </a:lnTo>
                  <a:lnTo>
                    <a:pt x="2337" y="127"/>
                  </a:lnTo>
                  <a:lnTo>
                    <a:pt x="2832" y="0"/>
                  </a:lnTo>
                  <a:lnTo>
                    <a:pt x="3498" y="177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4"/>
            <p:cNvSpPr/>
            <p:nvPr/>
          </p:nvSpPr>
          <p:spPr>
            <a:xfrm>
              <a:off x="3464944" y="2391140"/>
              <a:ext cx="212587" cy="184144"/>
            </a:xfrm>
            <a:custGeom>
              <a:avLst/>
              <a:pathLst>
                <a:path w="212587" h="184144">
                  <a:moveTo>
                    <a:pt x="175033" y="16127"/>
                  </a:moveTo>
                  <a:lnTo>
                    <a:pt x="175788" y="16723"/>
                  </a:lnTo>
                  <a:lnTo>
                    <a:pt x="177210" y="17483"/>
                  </a:lnTo>
                  <a:lnTo>
                    <a:pt x="178092" y="18401"/>
                  </a:lnTo>
                  <a:lnTo>
                    <a:pt x="178593" y="18642"/>
                  </a:lnTo>
                  <a:lnTo>
                    <a:pt x="179754" y="16772"/>
                  </a:lnTo>
                  <a:lnTo>
                    <a:pt x="181479" y="16818"/>
                  </a:lnTo>
                  <a:lnTo>
                    <a:pt x="182994" y="17036"/>
                  </a:lnTo>
                  <a:lnTo>
                    <a:pt x="183776" y="17383"/>
                  </a:lnTo>
                  <a:lnTo>
                    <a:pt x="184734" y="18003"/>
                  </a:lnTo>
                  <a:lnTo>
                    <a:pt x="185893" y="18421"/>
                  </a:lnTo>
                  <a:lnTo>
                    <a:pt x="186364" y="17528"/>
                  </a:lnTo>
                  <a:lnTo>
                    <a:pt x="187040" y="14892"/>
                  </a:lnTo>
                  <a:lnTo>
                    <a:pt x="187301" y="14555"/>
                  </a:lnTo>
                  <a:lnTo>
                    <a:pt x="187488" y="14315"/>
                  </a:lnTo>
                  <a:lnTo>
                    <a:pt x="188346" y="14110"/>
                  </a:lnTo>
                  <a:lnTo>
                    <a:pt x="189160" y="14312"/>
                  </a:lnTo>
                  <a:lnTo>
                    <a:pt x="189544" y="14761"/>
                  </a:lnTo>
                  <a:lnTo>
                    <a:pt x="189927" y="16869"/>
                  </a:lnTo>
                  <a:lnTo>
                    <a:pt x="190893" y="17623"/>
                  </a:lnTo>
                  <a:lnTo>
                    <a:pt x="192601" y="20993"/>
                  </a:lnTo>
                  <a:lnTo>
                    <a:pt x="193644" y="22343"/>
                  </a:lnTo>
                  <a:lnTo>
                    <a:pt x="193897" y="22910"/>
                  </a:lnTo>
                  <a:lnTo>
                    <a:pt x="193553" y="23592"/>
                  </a:lnTo>
                  <a:lnTo>
                    <a:pt x="193688" y="24432"/>
                  </a:lnTo>
                  <a:lnTo>
                    <a:pt x="194285" y="25533"/>
                  </a:lnTo>
                  <a:lnTo>
                    <a:pt x="195124" y="25946"/>
                  </a:lnTo>
                  <a:lnTo>
                    <a:pt x="196029" y="25800"/>
                  </a:lnTo>
                  <a:lnTo>
                    <a:pt x="196521" y="26201"/>
                  </a:lnTo>
                  <a:lnTo>
                    <a:pt x="196874" y="26823"/>
                  </a:lnTo>
                  <a:lnTo>
                    <a:pt x="196967" y="27696"/>
                  </a:lnTo>
                  <a:lnTo>
                    <a:pt x="196942" y="28253"/>
                  </a:lnTo>
                  <a:lnTo>
                    <a:pt x="197122" y="29507"/>
                  </a:lnTo>
                  <a:lnTo>
                    <a:pt x="197828" y="31276"/>
                  </a:lnTo>
                  <a:lnTo>
                    <a:pt x="198671" y="32358"/>
                  </a:lnTo>
                  <a:lnTo>
                    <a:pt x="199125" y="33516"/>
                  </a:lnTo>
                  <a:lnTo>
                    <a:pt x="199861" y="37501"/>
                  </a:lnTo>
                  <a:lnTo>
                    <a:pt x="200158" y="39706"/>
                  </a:lnTo>
                  <a:lnTo>
                    <a:pt x="200047" y="41827"/>
                  </a:lnTo>
                  <a:lnTo>
                    <a:pt x="199536" y="44004"/>
                  </a:lnTo>
                  <a:lnTo>
                    <a:pt x="198417" y="46714"/>
                  </a:lnTo>
                  <a:lnTo>
                    <a:pt x="198694" y="47846"/>
                  </a:lnTo>
                  <a:lnTo>
                    <a:pt x="198945" y="49345"/>
                  </a:lnTo>
                  <a:lnTo>
                    <a:pt x="198861" y="50430"/>
                  </a:lnTo>
                  <a:lnTo>
                    <a:pt x="199653" y="53896"/>
                  </a:lnTo>
                  <a:lnTo>
                    <a:pt x="200013" y="56047"/>
                  </a:lnTo>
                  <a:lnTo>
                    <a:pt x="199711" y="56545"/>
                  </a:lnTo>
                  <a:lnTo>
                    <a:pt x="199517" y="57233"/>
                  </a:lnTo>
                  <a:lnTo>
                    <a:pt x="200942" y="58891"/>
                  </a:lnTo>
                  <a:lnTo>
                    <a:pt x="202649" y="60284"/>
                  </a:lnTo>
                  <a:lnTo>
                    <a:pt x="203369" y="60550"/>
                  </a:lnTo>
                  <a:lnTo>
                    <a:pt x="205329" y="59911"/>
                  </a:lnTo>
                  <a:lnTo>
                    <a:pt x="206592" y="59774"/>
                  </a:lnTo>
                  <a:lnTo>
                    <a:pt x="207845" y="61093"/>
                  </a:lnTo>
                  <a:lnTo>
                    <a:pt x="209672" y="64289"/>
                  </a:lnTo>
                  <a:lnTo>
                    <a:pt x="211640" y="68458"/>
                  </a:lnTo>
                  <a:lnTo>
                    <a:pt x="212032" y="69728"/>
                  </a:lnTo>
                  <a:lnTo>
                    <a:pt x="212203" y="70285"/>
                  </a:lnTo>
                  <a:lnTo>
                    <a:pt x="212587" y="71297"/>
                  </a:lnTo>
                  <a:lnTo>
                    <a:pt x="212189" y="71278"/>
                  </a:lnTo>
                  <a:lnTo>
                    <a:pt x="211540" y="70372"/>
                  </a:lnTo>
                  <a:lnTo>
                    <a:pt x="209975" y="67806"/>
                  </a:lnTo>
                  <a:lnTo>
                    <a:pt x="209175" y="68909"/>
                  </a:lnTo>
                  <a:lnTo>
                    <a:pt x="208485" y="70815"/>
                  </a:lnTo>
                  <a:lnTo>
                    <a:pt x="207729" y="78043"/>
                  </a:lnTo>
                  <a:lnTo>
                    <a:pt x="207117" y="78814"/>
                  </a:lnTo>
                  <a:lnTo>
                    <a:pt x="206038" y="78792"/>
                  </a:lnTo>
                  <a:lnTo>
                    <a:pt x="204716" y="78542"/>
                  </a:lnTo>
                  <a:lnTo>
                    <a:pt x="203807" y="78905"/>
                  </a:lnTo>
                  <a:lnTo>
                    <a:pt x="203572" y="79363"/>
                  </a:lnTo>
                  <a:lnTo>
                    <a:pt x="203691" y="80144"/>
                  </a:lnTo>
                  <a:lnTo>
                    <a:pt x="203961" y="81331"/>
                  </a:lnTo>
                  <a:lnTo>
                    <a:pt x="204152" y="82835"/>
                  </a:lnTo>
                  <a:lnTo>
                    <a:pt x="204206" y="84066"/>
                  </a:lnTo>
                  <a:lnTo>
                    <a:pt x="204685" y="85179"/>
                  </a:lnTo>
                  <a:lnTo>
                    <a:pt x="205329" y="86237"/>
                  </a:lnTo>
                  <a:lnTo>
                    <a:pt x="205358" y="87323"/>
                  </a:lnTo>
                  <a:lnTo>
                    <a:pt x="205259" y="88854"/>
                  </a:lnTo>
                  <a:lnTo>
                    <a:pt x="205111" y="90021"/>
                  </a:lnTo>
                  <a:lnTo>
                    <a:pt x="204949" y="90682"/>
                  </a:lnTo>
                  <a:lnTo>
                    <a:pt x="205247" y="92456"/>
                  </a:lnTo>
                  <a:lnTo>
                    <a:pt x="205947" y="94558"/>
                  </a:lnTo>
                  <a:lnTo>
                    <a:pt x="206393" y="95361"/>
                  </a:lnTo>
                  <a:lnTo>
                    <a:pt x="206226" y="99362"/>
                  </a:lnTo>
                  <a:lnTo>
                    <a:pt x="206489" y="101134"/>
                  </a:lnTo>
                  <a:lnTo>
                    <a:pt x="206690" y="103583"/>
                  </a:lnTo>
                  <a:lnTo>
                    <a:pt x="206610" y="107651"/>
                  </a:lnTo>
                  <a:lnTo>
                    <a:pt x="206698" y="108651"/>
                  </a:lnTo>
                  <a:lnTo>
                    <a:pt x="206937" y="108993"/>
                  </a:lnTo>
                  <a:lnTo>
                    <a:pt x="207575" y="109145"/>
                  </a:lnTo>
                  <a:lnTo>
                    <a:pt x="208200" y="109523"/>
                  </a:lnTo>
                  <a:lnTo>
                    <a:pt x="208416" y="110189"/>
                  </a:lnTo>
                  <a:lnTo>
                    <a:pt x="208413" y="110676"/>
                  </a:lnTo>
                  <a:lnTo>
                    <a:pt x="207632" y="112543"/>
                  </a:lnTo>
                  <a:lnTo>
                    <a:pt x="207540" y="113869"/>
                  </a:lnTo>
                  <a:lnTo>
                    <a:pt x="207270" y="115737"/>
                  </a:lnTo>
                  <a:lnTo>
                    <a:pt x="207048" y="116836"/>
                  </a:lnTo>
                  <a:lnTo>
                    <a:pt x="206351" y="118918"/>
                  </a:lnTo>
                  <a:lnTo>
                    <a:pt x="205907" y="121035"/>
                  </a:lnTo>
                  <a:lnTo>
                    <a:pt x="205707" y="122782"/>
                  </a:lnTo>
                  <a:lnTo>
                    <a:pt x="205839" y="123606"/>
                  </a:lnTo>
                  <a:lnTo>
                    <a:pt x="207126" y="123854"/>
                  </a:lnTo>
                  <a:lnTo>
                    <a:pt x="207824" y="125111"/>
                  </a:lnTo>
                  <a:lnTo>
                    <a:pt x="209681" y="127611"/>
                  </a:lnTo>
                  <a:lnTo>
                    <a:pt x="210007" y="128624"/>
                  </a:lnTo>
                  <a:lnTo>
                    <a:pt x="209500" y="130167"/>
                  </a:lnTo>
                  <a:lnTo>
                    <a:pt x="209509" y="130812"/>
                  </a:lnTo>
                  <a:lnTo>
                    <a:pt x="209748" y="131630"/>
                  </a:lnTo>
                  <a:lnTo>
                    <a:pt x="209861" y="133061"/>
                  </a:lnTo>
                  <a:lnTo>
                    <a:pt x="209816" y="134651"/>
                  </a:lnTo>
                  <a:lnTo>
                    <a:pt x="209826" y="136749"/>
                  </a:lnTo>
                  <a:lnTo>
                    <a:pt x="210168" y="137094"/>
                  </a:lnTo>
                  <a:lnTo>
                    <a:pt x="211428" y="139062"/>
                  </a:lnTo>
                  <a:lnTo>
                    <a:pt x="212325" y="141034"/>
                  </a:lnTo>
                  <a:lnTo>
                    <a:pt x="212355" y="141643"/>
                  </a:lnTo>
                  <a:lnTo>
                    <a:pt x="211919" y="143200"/>
                  </a:lnTo>
                  <a:lnTo>
                    <a:pt x="212014" y="144995"/>
                  </a:lnTo>
                  <a:lnTo>
                    <a:pt x="211996" y="145406"/>
                  </a:lnTo>
                  <a:lnTo>
                    <a:pt x="211608" y="144731"/>
                  </a:lnTo>
                  <a:lnTo>
                    <a:pt x="210908" y="144485"/>
                  </a:lnTo>
                  <a:lnTo>
                    <a:pt x="210189" y="144413"/>
                  </a:lnTo>
                  <a:lnTo>
                    <a:pt x="209735" y="144938"/>
                  </a:lnTo>
                  <a:lnTo>
                    <a:pt x="208940" y="146348"/>
                  </a:lnTo>
                  <a:lnTo>
                    <a:pt x="207872" y="147886"/>
                  </a:lnTo>
                  <a:lnTo>
                    <a:pt x="207005" y="149297"/>
                  </a:lnTo>
                  <a:lnTo>
                    <a:pt x="206508" y="150264"/>
                  </a:lnTo>
                  <a:lnTo>
                    <a:pt x="206098" y="150108"/>
                  </a:lnTo>
                  <a:lnTo>
                    <a:pt x="205777" y="149264"/>
                  </a:lnTo>
                  <a:lnTo>
                    <a:pt x="205598" y="148084"/>
                  </a:lnTo>
                  <a:lnTo>
                    <a:pt x="205674" y="143627"/>
                  </a:lnTo>
                  <a:lnTo>
                    <a:pt x="205486" y="142232"/>
                  </a:lnTo>
                  <a:lnTo>
                    <a:pt x="205082" y="141253"/>
                  </a:lnTo>
                  <a:lnTo>
                    <a:pt x="204607" y="140695"/>
                  </a:lnTo>
                  <a:lnTo>
                    <a:pt x="204042" y="140382"/>
                  </a:lnTo>
                  <a:lnTo>
                    <a:pt x="203457" y="140350"/>
                  </a:lnTo>
                  <a:lnTo>
                    <a:pt x="202627" y="141657"/>
                  </a:lnTo>
                  <a:lnTo>
                    <a:pt x="201450" y="143009"/>
                  </a:lnTo>
                  <a:lnTo>
                    <a:pt x="199626" y="142900"/>
                  </a:lnTo>
                  <a:lnTo>
                    <a:pt x="198402" y="142646"/>
                  </a:lnTo>
                  <a:lnTo>
                    <a:pt x="197810" y="142389"/>
                  </a:lnTo>
                  <a:lnTo>
                    <a:pt x="195435" y="140317"/>
                  </a:lnTo>
                  <a:lnTo>
                    <a:pt x="194940" y="140262"/>
                  </a:lnTo>
                  <a:lnTo>
                    <a:pt x="194055" y="139424"/>
                  </a:lnTo>
                  <a:lnTo>
                    <a:pt x="193002" y="138759"/>
                  </a:lnTo>
                  <a:lnTo>
                    <a:pt x="191233" y="140018"/>
                  </a:lnTo>
                  <a:lnTo>
                    <a:pt x="190466" y="139718"/>
                  </a:lnTo>
                  <a:lnTo>
                    <a:pt x="189393" y="138626"/>
                  </a:lnTo>
                  <a:lnTo>
                    <a:pt x="189012" y="138920"/>
                  </a:lnTo>
                  <a:lnTo>
                    <a:pt x="187813" y="142249"/>
                  </a:lnTo>
                  <a:lnTo>
                    <a:pt x="185773" y="145811"/>
                  </a:lnTo>
                  <a:lnTo>
                    <a:pt x="184673" y="146406"/>
                  </a:lnTo>
                  <a:lnTo>
                    <a:pt x="184150" y="142830"/>
                  </a:lnTo>
                  <a:lnTo>
                    <a:pt x="183646" y="141442"/>
                  </a:lnTo>
                  <a:lnTo>
                    <a:pt x="183408" y="141275"/>
                  </a:lnTo>
                  <a:lnTo>
                    <a:pt x="182899" y="140831"/>
                  </a:lnTo>
                  <a:lnTo>
                    <a:pt x="182503" y="141086"/>
                  </a:lnTo>
                  <a:lnTo>
                    <a:pt x="181277" y="143526"/>
                  </a:lnTo>
                  <a:lnTo>
                    <a:pt x="179311" y="144993"/>
                  </a:lnTo>
                  <a:lnTo>
                    <a:pt x="177685" y="145888"/>
                  </a:lnTo>
                  <a:lnTo>
                    <a:pt x="175095" y="146980"/>
                  </a:lnTo>
                  <a:lnTo>
                    <a:pt x="173097" y="147522"/>
                  </a:lnTo>
                  <a:lnTo>
                    <a:pt x="172246" y="147566"/>
                  </a:lnTo>
                  <a:lnTo>
                    <a:pt x="170401" y="147077"/>
                  </a:lnTo>
                  <a:lnTo>
                    <a:pt x="168774" y="146388"/>
                  </a:lnTo>
                  <a:lnTo>
                    <a:pt x="167148" y="146419"/>
                  </a:lnTo>
                  <a:lnTo>
                    <a:pt x="165899" y="146727"/>
                  </a:lnTo>
                  <a:lnTo>
                    <a:pt x="163000" y="149352"/>
                  </a:lnTo>
                  <a:lnTo>
                    <a:pt x="158072" y="154754"/>
                  </a:lnTo>
                  <a:lnTo>
                    <a:pt x="154326" y="157338"/>
                  </a:lnTo>
                  <a:lnTo>
                    <a:pt x="152225" y="158413"/>
                  </a:lnTo>
                  <a:lnTo>
                    <a:pt x="150580" y="159023"/>
                  </a:lnTo>
                  <a:lnTo>
                    <a:pt x="147761" y="159053"/>
                  </a:lnTo>
                  <a:lnTo>
                    <a:pt x="145468" y="158636"/>
                  </a:lnTo>
                  <a:lnTo>
                    <a:pt x="143880" y="158683"/>
                  </a:lnTo>
                  <a:lnTo>
                    <a:pt x="142997" y="158033"/>
                  </a:lnTo>
                  <a:lnTo>
                    <a:pt x="141739" y="155846"/>
                  </a:lnTo>
                  <a:lnTo>
                    <a:pt x="140214" y="153685"/>
                  </a:lnTo>
                  <a:lnTo>
                    <a:pt x="139535" y="153183"/>
                  </a:lnTo>
                  <a:lnTo>
                    <a:pt x="138648" y="152766"/>
                  </a:lnTo>
                  <a:lnTo>
                    <a:pt x="137352" y="152523"/>
                  </a:lnTo>
                  <a:lnTo>
                    <a:pt x="134115" y="155683"/>
                  </a:lnTo>
                  <a:lnTo>
                    <a:pt x="133108" y="156542"/>
                  </a:lnTo>
                  <a:lnTo>
                    <a:pt x="131999" y="157188"/>
                  </a:lnTo>
                  <a:lnTo>
                    <a:pt x="129764" y="159120"/>
                  </a:lnTo>
                  <a:lnTo>
                    <a:pt x="128774" y="160154"/>
                  </a:lnTo>
                  <a:lnTo>
                    <a:pt x="127533" y="160058"/>
                  </a:lnTo>
                  <a:lnTo>
                    <a:pt x="125947" y="159782"/>
                  </a:lnTo>
                  <a:lnTo>
                    <a:pt x="124571" y="159879"/>
                  </a:lnTo>
                  <a:lnTo>
                    <a:pt x="123653" y="158409"/>
                  </a:lnTo>
                  <a:lnTo>
                    <a:pt x="123159" y="156754"/>
                  </a:lnTo>
                  <a:lnTo>
                    <a:pt x="121282" y="155741"/>
                  </a:lnTo>
                  <a:lnTo>
                    <a:pt x="119943" y="155449"/>
                  </a:lnTo>
                  <a:lnTo>
                    <a:pt x="119600" y="156184"/>
                  </a:lnTo>
                  <a:lnTo>
                    <a:pt x="119242" y="158439"/>
                  </a:lnTo>
                  <a:lnTo>
                    <a:pt x="118672" y="164201"/>
                  </a:lnTo>
                  <a:lnTo>
                    <a:pt x="118568" y="165647"/>
                  </a:lnTo>
                  <a:lnTo>
                    <a:pt x="119747" y="171377"/>
                  </a:lnTo>
                  <a:lnTo>
                    <a:pt x="119694" y="172250"/>
                  </a:lnTo>
                  <a:lnTo>
                    <a:pt x="118850" y="172547"/>
                  </a:lnTo>
                  <a:lnTo>
                    <a:pt x="117881" y="172642"/>
                  </a:lnTo>
                  <a:lnTo>
                    <a:pt x="117250" y="173151"/>
                  </a:lnTo>
                  <a:lnTo>
                    <a:pt x="116727" y="174104"/>
                  </a:lnTo>
                  <a:lnTo>
                    <a:pt x="116411" y="179060"/>
                  </a:lnTo>
                  <a:lnTo>
                    <a:pt x="115290" y="179970"/>
                  </a:lnTo>
                  <a:lnTo>
                    <a:pt x="114757" y="181009"/>
                  </a:lnTo>
                  <a:lnTo>
                    <a:pt x="114208" y="184072"/>
                  </a:lnTo>
                  <a:lnTo>
                    <a:pt x="113910" y="184144"/>
                  </a:lnTo>
                  <a:lnTo>
                    <a:pt x="112096" y="181821"/>
                  </a:lnTo>
                  <a:lnTo>
                    <a:pt x="111245" y="181629"/>
                  </a:lnTo>
                  <a:lnTo>
                    <a:pt x="111975" y="179218"/>
                  </a:lnTo>
                  <a:lnTo>
                    <a:pt x="111182" y="174463"/>
                  </a:lnTo>
                  <a:lnTo>
                    <a:pt x="110317" y="170007"/>
                  </a:lnTo>
                  <a:lnTo>
                    <a:pt x="111133" y="167156"/>
                  </a:lnTo>
                  <a:lnTo>
                    <a:pt x="112824" y="163718"/>
                  </a:lnTo>
                  <a:lnTo>
                    <a:pt x="114604" y="159691"/>
                  </a:lnTo>
                  <a:lnTo>
                    <a:pt x="114601" y="157207"/>
                  </a:lnTo>
                  <a:lnTo>
                    <a:pt x="114509" y="155311"/>
                  </a:lnTo>
                  <a:lnTo>
                    <a:pt x="113999" y="153999"/>
                  </a:lnTo>
                  <a:lnTo>
                    <a:pt x="113020" y="152256"/>
                  </a:lnTo>
                  <a:lnTo>
                    <a:pt x="111381" y="154118"/>
                  </a:lnTo>
                  <a:lnTo>
                    <a:pt x="110211" y="156172"/>
                  </a:lnTo>
                  <a:lnTo>
                    <a:pt x="109447" y="156589"/>
                  </a:lnTo>
                  <a:lnTo>
                    <a:pt x="108616" y="157761"/>
                  </a:lnTo>
                  <a:lnTo>
                    <a:pt x="108212" y="159874"/>
                  </a:lnTo>
                  <a:lnTo>
                    <a:pt x="107211" y="161522"/>
                  </a:lnTo>
                  <a:lnTo>
                    <a:pt x="105573" y="162167"/>
                  </a:lnTo>
                  <a:lnTo>
                    <a:pt x="103109" y="160404"/>
                  </a:lnTo>
                  <a:lnTo>
                    <a:pt x="100463" y="157720"/>
                  </a:lnTo>
                  <a:lnTo>
                    <a:pt x="98965" y="155546"/>
                  </a:lnTo>
                  <a:lnTo>
                    <a:pt x="97743" y="155028"/>
                  </a:lnTo>
                  <a:lnTo>
                    <a:pt x="96582" y="155983"/>
                  </a:lnTo>
                  <a:lnTo>
                    <a:pt x="93155" y="161310"/>
                  </a:lnTo>
                  <a:lnTo>
                    <a:pt x="90019" y="169094"/>
                  </a:lnTo>
                  <a:lnTo>
                    <a:pt x="89241" y="170440"/>
                  </a:lnTo>
                  <a:lnTo>
                    <a:pt x="86287" y="173786"/>
                  </a:lnTo>
                  <a:lnTo>
                    <a:pt x="84334" y="174909"/>
                  </a:lnTo>
                  <a:lnTo>
                    <a:pt x="83414" y="174648"/>
                  </a:lnTo>
                  <a:lnTo>
                    <a:pt x="79528" y="176121"/>
                  </a:lnTo>
                  <a:lnTo>
                    <a:pt x="77597" y="176336"/>
                  </a:lnTo>
                  <a:lnTo>
                    <a:pt x="76068" y="178103"/>
                  </a:lnTo>
                  <a:lnTo>
                    <a:pt x="73104" y="176187"/>
                  </a:lnTo>
                  <a:lnTo>
                    <a:pt x="71331" y="173737"/>
                  </a:lnTo>
                  <a:lnTo>
                    <a:pt x="70265" y="171248"/>
                  </a:lnTo>
                  <a:lnTo>
                    <a:pt x="68525" y="165893"/>
                  </a:lnTo>
                  <a:lnTo>
                    <a:pt x="67292" y="163346"/>
                  </a:lnTo>
                  <a:lnTo>
                    <a:pt x="64520" y="161056"/>
                  </a:lnTo>
                  <a:lnTo>
                    <a:pt x="59690" y="155493"/>
                  </a:lnTo>
                  <a:lnTo>
                    <a:pt x="58419" y="154882"/>
                  </a:lnTo>
                  <a:lnTo>
                    <a:pt x="55122" y="154086"/>
                  </a:lnTo>
                  <a:lnTo>
                    <a:pt x="51645" y="153584"/>
                  </a:lnTo>
                  <a:lnTo>
                    <a:pt x="50940" y="155608"/>
                  </a:lnTo>
                  <a:lnTo>
                    <a:pt x="50673" y="163626"/>
                  </a:lnTo>
                  <a:lnTo>
                    <a:pt x="50078" y="165833"/>
                  </a:lnTo>
                  <a:lnTo>
                    <a:pt x="49823" y="169992"/>
                  </a:lnTo>
                  <a:lnTo>
                    <a:pt x="49397" y="171189"/>
                  </a:lnTo>
                  <a:lnTo>
                    <a:pt x="48729" y="171975"/>
                  </a:lnTo>
                  <a:lnTo>
                    <a:pt x="47686" y="170662"/>
                  </a:lnTo>
                  <a:lnTo>
                    <a:pt x="46962" y="170082"/>
                  </a:lnTo>
                  <a:lnTo>
                    <a:pt x="45276" y="171795"/>
                  </a:lnTo>
                  <a:lnTo>
                    <a:pt x="41938" y="174197"/>
                  </a:lnTo>
                  <a:lnTo>
                    <a:pt x="40800" y="174534"/>
                  </a:lnTo>
                  <a:lnTo>
                    <a:pt x="36931" y="171515"/>
                  </a:lnTo>
                  <a:lnTo>
                    <a:pt x="35515" y="169576"/>
                  </a:lnTo>
                  <a:lnTo>
                    <a:pt x="34603" y="167426"/>
                  </a:lnTo>
                  <a:lnTo>
                    <a:pt x="34294" y="163795"/>
                  </a:lnTo>
                  <a:lnTo>
                    <a:pt x="33720" y="161727"/>
                  </a:lnTo>
                  <a:lnTo>
                    <a:pt x="33636" y="160307"/>
                  </a:lnTo>
                  <a:lnTo>
                    <a:pt x="33410" y="158673"/>
                  </a:lnTo>
                  <a:lnTo>
                    <a:pt x="32631" y="158026"/>
                  </a:lnTo>
                  <a:lnTo>
                    <a:pt x="31794" y="159260"/>
                  </a:lnTo>
                  <a:lnTo>
                    <a:pt x="30897" y="159209"/>
                  </a:lnTo>
                  <a:lnTo>
                    <a:pt x="29770" y="158453"/>
                  </a:lnTo>
                  <a:lnTo>
                    <a:pt x="27112" y="155412"/>
                  </a:lnTo>
                  <a:lnTo>
                    <a:pt x="25069" y="155171"/>
                  </a:lnTo>
                  <a:lnTo>
                    <a:pt x="23842" y="158883"/>
                  </a:lnTo>
                  <a:lnTo>
                    <a:pt x="22887" y="160064"/>
                  </a:lnTo>
                  <a:lnTo>
                    <a:pt x="21841" y="160415"/>
                  </a:lnTo>
                  <a:lnTo>
                    <a:pt x="21781" y="159359"/>
                  </a:lnTo>
                  <a:lnTo>
                    <a:pt x="22574" y="156959"/>
                  </a:lnTo>
                  <a:lnTo>
                    <a:pt x="19392" y="157401"/>
                  </a:lnTo>
                  <a:lnTo>
                    <a:pt x="17712" y="159229"/>
                  </a:lnTo>
                  <a:lnTo>
                    <a:pt x="16402" y="158945"/>
                  </a:lnTo>
                  <a:lnTo>
                    <a:pt x="15419" y="158120"/>
                  </a:lnTo>
                  <a:lnTo>
                    <a:pt x="15567" y="157110"/>
                  </a:lnTo>
                  <a:lnTo>
                    <a:pt x="16564" y="156739"/>
                  </a:lnTo>
                  <a:lnTo>
                    <a:pt x="17429" y="155918"/>
                  </a:lnTo>
                  <a:lnTo>
                    <a:pt x="20876" y="155250"/>
                  </a:lnTo>
                  <a:lnTo>
                    <a:pt x="21681" y="154579"/>
                  </a:lnTo>
                  <a:lnTo>
                    <a:pt x="22563" y="151971"/>
                  </a:lnTo>
                  <a:lnTo>
                    <a:pt x="24169" y="149721"/>
                  </a:lnTo>
                  <a:lnTo>
                    <a:pt x="24373" y="148756"/>
                  </a:lnTo>
                  <a:lnTo>
                    <a:pt x="23138" y="148743"/>
                  </a:lnTo>
                  <a:lnTo>
                    <a:pt x="17854" y="149395"/>
                  </a:lnTo>
                  <a:lnTo>
                    <a:pt x="14227" y="149036"/>
                  </a:lnTo>
                  <a:lnTo>
                    <a:pt x="13797" y="150150"/>
                  </a:lnTo>
                  <a:lnTo>
                    <a:pt x="13251" y="150307"/>
                  </a:lnTo>
                  <a:lnTo>
                    <a:pt x="13100" y="147276"/>
                  </a:lnTo>
                  <a:lnTo>
                    <a:pt x="13674" y="145866"/>
                  </a:lnTo>
                  <a:lnTo>
                    <a:pt x="14446" y="145997"/>
                  </a:lnTo>
                  <a:lnTo>
                    <a:pt x="16341" y="144772"/>
                  </a:lnTo>
                  <a:lnTo>
                    <a:pt x="16171" y="142253"/>
                  </a:lnTo>
                  <a:lnTo>
                    <a:pt x="14814" y="140551"/>
                  </a:lnTo>
                  <a:lnTo>
                    <a:pt x="14538" y="139547"/>
                  </a:lnTo>
                  <a:lnTo>
                    <a:pt x="13553" y="139311"/>
                  </a:lnTo>
                  <a:lnTo>
                    <a:pt x="12754" y="138115"/>
                  </a:lnTo>
                  <a:lnTo>
                    <a:pt x="12580" y="135094"/>
                  </a:lnTo>
                  <a:lnTo>
                    <a:pt x="11945" y="131778"/>
                  </a:lnTo>
                  <a:lnTo>
                    <a:pt x="11037" y="130174"/>
                  </a:lnTo>
                  <a:lnTo>
                    <a:pt x="11149" y="129294"/>
                  </a:lnTo>
                  <a:lnTo>
                    <a:pt x="12813" y="128178"/>
                  </a:lnTo>
                  <a:lnTo>
                    <a:pt x="13158" y="123543"/>
                  </a:lnTo>
                  <a:lnTo>
                    <a:pt x="12904" y="120696"/>
                  </a:lnTo>
                  <a:lnTo>
                    <a:pt x="12067" y="120454"/>
                  </a:lnTo>
                  <a:lnTo>
                    <a:pt x="9627" y="118207"/>
                  </a:lnTo>
                  <a:lnTo>
                    <a:pt x="8886" y="118447"/>
                  </a:lnTo>
                  <a:lnTo>
                    <a:pt x="8078" y="115978"/>
                  </a:lnTo>
                  <a:lnTo>
                    <a:pt x="6663" y="114205"/>
                  </a:lnTo>
                  <a:lnTo>
                    <a:pt x="5962" y="114854"/>
                  </a:lnTo>
                  <a:lnTo>
                    <a:pt x="5523" y="115655"/>
                  </a:lnTo>
                  <a:lnTo>
                    <a:pt x="4868" y="115271"/>
                  </a:lnTo>
                  <a:lnTo>
                    <a:pt x="3769" y="113731"/>
                  </a:lnTo>
                  <a:lnTo>
                    <a:pt x="2690" y="112900"/>
                  </a:lnTo>
                  <a:lnTo>
                    <a:pt x="2211" y="111875"/>
                  </a:lnTo>
                  <a:lnTo>
                    <a:pt x="2812" y="109130"/>
                  </a:lnTo>
                  <a:lnTo>
                    <a:pt x="3638" y="109195"/>
                  </a:lnTo>
                  <a:lnTo>
                    <a:pt x="3789" y="107045"/>
                  </a:lnTo>
                  <a:lnTo>
                    <a:pt x="3137" y="103462"/>
                  </a:lnTo>
                  <a:lnTo>
                    <a:pt x="3200" y="101622"/>
                  </a:lnTo>
                  <a:lnTo>
                    <a:pt x="3921" y="101118"/>
                  </a:lnTo>
                  <a:lnTo>
                    <a:pt x="4741" y="101465"/>
                  </a:lnTo>
                  <a:lnTo>
                    <a:pt x="5570" y="103606"/>
                  </a:lnTo>
                  <a:lnTo>
                    <a:pt x="5840" y="105678"/>
                  </a:lnTo>
                  <a:lnTo>
                    <a:pt x="5666" y="107696"/>
                  </a:lnTo>
                  <a:lnTo>
                    <a:pt x="6192" y="109651"/>
                  </a:lnTo>
                  <a:lnTo>
                    <a:pt x="6565" y="110145"/>
                  </a:lnTo>
                  <a:lnTo>
                    <a:pt x="6817" y="108087"/>
                  </a:lnTo>
                  <a:lnTo>
                    <a:pt x="7169" y="107696"/>
                  </a:lnTo>
                  <a:lnTo>
                    <a:pt x="7652" y="108595"/>
                  </a:lnTo>
                  <a:lnTo>
                    <a:pt x="8691" y="109045"/>
                  </a:lnTo>
                  <a:lnTo>
                    <a:pt x="11385" y="107781"/>
                  </a:lnTo>
                  <a:lnTo>
                    <a:pt x="11903" y="106711"/>
                  </a:lnTo>
                  <a:lnTo>
                    <a:pt x="9929" y="106832"/>
                  </a:lnTo>
                  <a:lnTo>
                    <a:pt x="9207" y="105831"/>
                  </a:lnTo>
                  <a:lnTo>
                    <a:pt x="8423" y="103590"/>
                  </a:lnTo>
                  <a:lnTo>
                    <a:pt x="7941" y="101556"/>
                  </a:lnTo>
                  <a:lnTo>
                    <a:pt x="7854" y="100557"/>
                  </a:lnTo>
                  <a:lnTo>
                    <a:pt x="7581" y="99097"/>
                  </a:lnTo>
                  <a:lnTo>
                    <a:pt x="7882" y="98315"/>
                  </a:lnTo>
                  <a:lnTo>
                    <a:pt x="9234" y="97142"/>
                  </a:lnTo>
                  <a:lnTo>
                    <a:pt x="10420" y="93859"/>
                  </a:lnTo>
                  <a:lnTo>
                    <a:pt x="9926" y="92909"/>
                  </a:lnTo>
                  <a:lnTo>
                    <a:pt x="9360" y="92460"/>
                  </a:lnTo>
                  <a:lnTo>
                    <a:pt x="8746" y="92793"/>
                  </a:lnTo>
                  <a:lnTo>
                    <a:pt x="8163" y="91669"/>
                  </a:lnTo>
                  <a:lnTo>
                    <a:pt x="8088" y="90105"/>
                  </a:lnTo>
                  <a:lnTo>
                    <a:pt x="8554" y="88840"/>
                  </a:lnTo>
                  <a:lnTo>
                    <a:pt x="8603" y="87100"/>
                  </a:lnTo>
                  <a:lnTo>
                    <a:pt x="7078" y="82815"/>
                  </a:lnTo>
                  <a:lnTo>
                    <a:pt x="6652" y="81881"/>
                  </a:lnTo>
                  <a:lnTo>
                    <a:pt x="6980" y="80480"/>
                  </a:lnTo>
                  <a:lnTo>
                    <a:pt x="8145" y="78134"/>
                  </a:lnTo>
                  <a:lnTo>
                    <a:pt x="9254" y="75230"/>
                  </a:lnTo>
                  <a:lnTo>
                    <a:pt x="9120" y="74275"/>
                  </a:lnTo>
                  <a:lnTo>
                    <a:pt x="8301" y="73884"/>
                  </a:lnTo>
                  <a:lnTo>
                    <a:pt x="4406" y="75130"/>
                  </a:lnTo>
                  <a:lnTo>
                    <a:pt x="2893" y="76212"/>
                  </a:lnTo>
                  <a:lnTo>
                    <a:pt x="194" y="76706"/>
                  </a:lnTo>
                  <a:lnTo>
                    <a:pt x="0" y="75127"/>
                  </a:lnTo>
                  <a:lnTo>
                    <a:pt x="60" y="73705"/>
                  </a:lnTo>
                  <a:lnTo>
                    <a:pt x="666" y="71113"/>
                  </a:lnTo>
                  <a:lnTo>
                    <a:pt x="611" y="64724"/>
                  </a:lnTo>
                  <a:lnTo>
                    <a:pt x="969" y="61260"/>
                  </a:lnTo>
                  <a:lnTo>
                    <a:pt x="2468" y="60229"/>
                  </a:lnTo>
                  <a:lnTo>
                    <a:pt x="4308" y="55138"/>
                  </a:lnTo>
                  <a:lnTo>
                    <a:pt x="7291" y="49141"/>
                  </a:lnTo>
                  <a:lnTo>
                    <a:pt x="10402" y="49256"/>
                  </a:lnTo>
                  <a:lnTo>
                    <a:pt x="11647" y="47601"/>
                  </a:lnTo>
                  <a:lnTo>
                    <a:pt x="13496" y="47504"/>
                  </a:lnTo>
                  <a:lnTo>
                    <a:pt x="13832" y="48708"/>
                  </a:lnTo>
                  <a:lnTo>
                    <a:pt x="14042" y="49859"/>
                  </a:lnTo>
                  <a:lnTo>
                    <a:pt x="15665" y="51514"/>
                  </a:lnTo>
                  <a:lnTo>
                    <a:pt x="18532" y="51251"/>
                  </a:lnTo>
                  <a:lnTo>
                    <a:pt x="19228" y="50599"/>
                  </a:lnTo>
                  <a:lnTo>
                    <a:pt x="19900" y="49687"/>
                  </a:lnTo>
                  <a:lnTo>
                    <a:pt x="18575" y="46740"/>
                  </a:lnTo>
                  <a:lnTo>
                    <a:pt x="18999" y="45909"/>
                  </a:lnTo>
                  <a:lnTo>
                    <a:pt x="20200" y="45811"/>
                  </a:lnTo>
                  <a:lnTo>
                    <a:pt x="21502" y="46505"/>
                  </a:lnTo>
                  <a:lnTo>
                    <a:pt x="21562" y="47180"/>
                  </a:lnTo>
                  <a:lnTo>
                    <a:pt x="21216" y="48105"/>
                  </a:lnTo>
                  <a:lnTo>
                    <a:pt x="20813" y="49726"/>
                  </a:lnTo>
                  <a:lnTo>
                    <a:pt x="21196" y="50038"/>
                  </a:lnTo>
                  <a:lnTo>
                    <a:pt x="24903" y="49058"/>
                  </a:lnTo>
                  <a:lnTo>
                    <a:pt x="28777" y="49843"/>
                  </a:lnTo>
                  <a:lnTo>
                    <a:pt x="30011" y="49418"/>
                  </a:lnTo>
                  <a:lnTo>
                    <a:pt x="33057" y="49451"/>
                  </a:lnTo>
                  <a:lnTo>
                    <a:pt x="33602" y="48434"/>
                  </a:lnTo>
                  <a:lnTo>
                    <a:pt x="32681" y="47157"/>
                  </a:lnTo>
                  <a:lnTo>
                    <a:pt x="31779" y="46712"/>
                  </a:lnTo>
                  <a:lnTo>
                    <a:pt x="31173" y="46090"/>
                  </a:lnTo>
                  <a:lnTo>
                    <a:pt x="30567" y="45187"/>
                  </a:lnTo>
                  <a:lnTo>
                    <a:pt x="32499" y="42335"/>
                  </a:lnTo>
                  <a:lnTo>
                    <a:pt x="33590" y="41787"/>
                  </a:lnTo>
                  <a:lnTo>
                    <a:pt x="38740" y="40035"/>
                  </a:lnTo>
                  <a:lnTo>
                    <a:pt x="42570" y="39158"/>
                  </a:lnTo>
                  <a:lnTo>
                    <a:pt x="42619" y="38507"/>
                  </a:lnTo>
                  <a:lnTo>
                    <a:pt x="42067" y="38505"/>
                  </a:lnTo>
                  <a:lnTo>
                    <a:pt x="37118" y="37054"/>
                  </a:lnTo>
                  <a:lnTo>
                    <a:pt x="35926" y="35930"/>
                  </a:lnTo>
                  <a:lnTo>
                    <a:pt x="34269" y="33255"/>
                  </a:lnTo>
                  <a:lnTo>
                    <a:pt x="33910" y="32499"/>
                  </a:lnTo>
                  <a:lnTo>
                    <a:pt x="33493" y="31195"/>
                  </a:lnTo>
                  <a:lnTo>
                    <a:pt x="33741" y="28414"/>
                  </a:lnTo>
                  <a:lnTo>
                    <a:pt x="34047" y="26181"/>
                  </a:lnTo>
                  <a:lnTo>
                    <a:pt x="34658" y="24887"/>
                  </a:lnTo>
                  <a:lnTo>
                    <a:pt x="36635" y="24689"/>
                  </a:lnTo>
                  <a:lnTo>
                    <a:pt x="43415" y="26961"/>
                  </a:lnTo>
                  <a:lnTo>
                    <a:pt x="48248" y="25599"/>
                  </a:lnTo>
                  <a:lnTo>
                    <a:pt x="53530" y="28911"/>
                  </a:lnTo>
                  <a:lnTo>
                    <a:pt x="58581" y="28238"/>
                  </a:lnTo>
                  <a:lnTo>
                    <a:pt x="59623" y="26752"/>
                  </a:lnTo>
                  <a:lnTo>
                    <a:pt x="60888" y="21962"/>
                  </a:lnTo>
                  <a:lnTo>
                    <a:pt x="68024" y="14008"/>
                  </a:lnTo>
                  <a:lnTo>
                    <a:pt x="70522" y="9860"/>
                  </a:lnTo>
                  <a:lnTo>
                    <a:pt x="73199" y="7590"/>
                  </a:lnTo>
                  <a:lnTo>
                    <a:pt x="77792" y="5068"/>
                  </a:lnTo>
                  <a:lnTo>
                    <a:pt x="81631" y="1734"/>
                  </a:lnTo>
                  <a:lnTo>
                    <a:pt x="82728" y="1350"/>
                  </a:lnTo>
                  <a:lnTo>
                    <a:pt x="91944" y="2943"/>
                  </a:lnTo>
                  <a:lnTo>
                    <a:pt x="98275" y="3145"/>
                  </a:lnTo>
                  <a:lnTo>
                    <a:pt x="101182" y="0"/>
                  </a:lnTo>
                  <a:lnTo>
                    <a:pt x="102867" y="1055"/>
                  </a:lnTo>
                  <a:lnTo>
                    <a:pt x="102710" y="2180"/>
                  </a:lnTo>
                  <a:lnTo>
                    <a:pt x="102404" y="3140"/>
                  </a:lnTo>
                  <a:lnTo>
                    <a:pt x="102495" y="5087"/>
                  </a:lnTo>
                  <a:lnTo>
                    <a:pt x="103484" y="7945"/>
                  </a:lnTo>
                  <a:lnTo>
                    <a:pt x="104490" y="9891"/>
                  </a:lnTo>
                  <a:lnTo>
                    <a:pt x="107445" y="12683"/>
                  </a:lnTo>
                  <a:lnTo>
                    <a:pt x="111554" y="10329"/>
                  </a:lnTo>
                  <a:lnTo>
                    <a:pt x="112216" y="10591"/>
                  </a:lnTo>
                  <a:lnTo>
                    <a:pt x="113052" y="11249"/>
                  </a:lnTo>
                  <a:lnTo>
                    <a:pt x="114499" y="18814"/>
                  </a:lnTo>
                  <a:lnTo>
                    <a:pt x="115626" y="21486"/>
                  </a:lnTo>
                  <a:lnTo>
                    <a:pt x="117067" y="23304"/>
                  </a:lnTo>
                  <a:lnTo>
                    <a:pt x="118251" y="23662"/>
                  </a:lnTo>
                  <a:lnTo>
                    <a:pt x="119131" y="21766"/>
                  </a:lnTo>
                  <a:lnTo>
                    <a:pt x="119812" y="21001"/>
                  </a:lnTo>
                  <a:lnTo>
                    <a:pt x="121295" y="20678"/>
                  </a:lnTo>
                  <a:lnTo>
                    <a:pt x="123729" y="23281"/>
                  </a:lnTo>
                  <a:lnTo>
                    <a:pt x="124571" y="25969"/>
                  </a:lnTo>
                  <a:lnTo>
                    <a:pt x="128713" y="28046"/>
                  </a:lnTo>
                  <a:lnTo>
                    <a:pt x="132513" y="29087"/>
                  </a:lnTo>
                  <a:lnTo>
                    <a:pt x="134154" y="31362"/>
                  </a:lnTo>
                  <a:lnTo>
                    <a:pt x="139502" y="33649"/>
                  </a:lnTo>
                  <a:lnTo>
                    <a:pt x="141499" y="33294"/>
                  </a:lnTo>
                  <a:lnTo>
                    <a:pt x="144851" y="30896"/>
                  </a:lnTo>
                  <a:lnTo>
                    <a:pt x="151372" y="28273"/>
                  </a:lnTo>
                  <a:lnTo>
                    <a:pt x="155705" y="31935"/>
                  </a:lnTo>
                  <a:lnTo>
                    <a:pt x="156877" y="32410"/>
                  </a:lnTo>
                  <a:lnTo>
                    <a:pt x="157888" y="32094"/>
                  </a:lnTo>
                  <a:lnTo>
                    <a:pt x="159344" y="33102"/>
                  </a:lnTo>
                  <a:lnTo>
                    <a:pt x="160898" y="32561"/>
                  </a:lnTo>
                  <a:lnTo>
                    <a:pt x="165693" y="28244"/>
                  </a:lnTo>
                  <a:lnTo>
                    <a:pt x="167192" y="25797"/>
                  </a:lnTo>
                  <a:lnTo>
                    <a:pt x="168781" y="25165"/>
                  </a:lnTo>
                  <a:lnTo>
                    <a:pt x="170191" y="23701"/>
                  </a:lnTo>
                  <a:lnTo>
                    <a:pt x="173946" y="1890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5"/>
            <p:cNvSpPr/>
            <p:nvPr/>
          </p:nvSpPr>
          <p:spPr>
            <a:xfrm>
              <a:off x="3464296" y="2390254"/>
              <a:ext cx="34273" cy="59626"/>
            </a:xfrm>
            <a:custGeom>
              <a:avLst/>
              <a:pathLst>
                <a:path w="34273" h="59626">
                  <a:moveTo>
                    <a:pt x="22432" y="3670"/>
                  </a:moveTo>
                  <a:lnTo>
                    <a:pt x="22124" y="7043"/>
                  </a:lnTo>
                  <a:lnTo>
                    <a:pt x="22839" y="10759"/>
                  </a:lnTo>
                  <a:lnTo>
                    <a:pt x="24515" y="15920"/>
                  </a:lnTo>
                  <a:lnTo>
                    <a:pt x="26201" y="18524"/>
                  </a:lnTo>
                  <a:lnTo>
                    <a:pt x="33019" y="24965"/>
                  </a:lnTo>
                  <a:lnTo>
                    <a:pt x="34273" y="25516"/>
                  </a:lnTo>
                  <a:lnTo>
                    <a:pt x="33988" y="28153"/>
                  </a:lnTo>
                  <a:lnTo>
                    <a:pt x="33578" y="30498"/>
                  </a:lnTo>
                  <a:lnTo>
                    <a:pt x="33127" y="32062"/>
                  </a:lnTo>
                  <a:lnTo>
                    <a:pt x="31129" y="33068"/>
                  </a:lnTo>
                  <a:lnTo>
                    <a:pt x="25617" y="30192"/>
                  </a:lnTo>
                  <a:lnTo>
                    <a:pt x="24223" y="29919"/>
                  </a:lnTo>
                  <a:lnTo>
                    <a:pt x="23239" y="30492"/>
                  </a:lnTo>
                  <a:lnTo>
                    <a:pt x="21419" y="32583"/>
                  </a:lnTo>
                  <a:lnTo>
                    <a:pt x="19399" y="31912"/>
                  </a:lnTo>
                  <a:lnTo>
                    <a:pt x="16584" y="33098"/>
                  </a:lnTo>
                  <a:lnTo>
                    <a:pt x="15797" y="37034"/>
                  </a:lnTo>
                  <a:lnTo>
                    <a:pt x="13842" y="41543"/>
                  </a:lnTo>
                  <a:lnTo>
                    <a:pt x="10624" y="45187"/>
                  </a:lnTo>
                  <a:lnTo>
                    <a:pt x="8324" y="47137"/>
                  </a:lnTo>
                  <a:lnTo>
                    <a:pt x="4871" y="54127"/>
                  </a:lnTo>
                  <a:lnTo>
                    <a:pt x="3304" y="58207"/>
                  </a:lnTo>
                  <a:lnTo>
                    <a:pt x="2643" y="59000"/>
                  </a:lnTo>
                  <a:lnTo>
                    <a:pt x="1859" y="59626"/>
                  </a:lnTo>
                  <a:lnTo>
                    <a:pt x="2123" y="57666"/>
                  </a:lnTo>
                  <a:lnTo>
                    <a:pt x="2511" y="55873"/>
                  </a:lnTo>
                  <a:lnTo>
                    <a:pt x="2423" y="54521"/>
                  </a:lnTo>
                  <a:lnTo>
                    <a:pt x="2439" y="52554"/>
                  </a:lnTo>
                  <a:lnTo>
                    <a:pt x="3591" y="50322"/>
                  </a:lnTo>
                  <a:lnTo>
                    <a:pt x="4638" y="48704"/>
                  </a:lnTo>
                  <a:lnTo>
                    <a:pt x="7737" y="45772"/>
                  </a:lnTo>
                  <a:lnTo>
                    <a:pt x="8552" y="43338"/>
                  </a:lnTo>
                  <a:lnTo>
                    <a:pt x="6122" y="43395"/>
                  </a:lnTo>
                  <a:lnTo>
                    <a:pt x="3656" y="43936"/>
                  </a:lnTo>
                  <a:lnTo>
                    <a:pt x="2103" y="43590"/>
                  </a:lnTo>
                  <a:lnTo>
                    <a:pt x="755" y="43789"/>
                  </a:lnTo>
                  <a:lnTo>
                    <a:pt x="327" y="41660"/>
                  </a:lnTo>
                  <a:lnTo>
                    <a:pt x="0" y="40378"/>
                  </a:lnTo>
                  <a:lnTo>
                    <a:pt x="349" y="39979"/>
                  </a:lnTo>
                  <a:lnTo>
                    <a:pt x="797" y="39702"/>
                  </a:lnTo>
                  <a:lnTo>
                    <a:pt x="1589" y="37431"/>
                  </a:lnTo>
                  <a:lnTo>
                    <a:pt x="2296" y="35756"/>
                  </a:lnTo>
                  <a:lnTo>
                    <a:pt x="3316" y="33649"/>
                  </a:lnTo>
                  <a:lnTo>
                    <a:pt x="3578" y="32391"/>
                  </a:lnTo>
                  <a:lnTo>
                    <a:pt x="3578" y="31218"/>
                  </a:lnTo>
                  <a:lnTo>
                    <a:pt x="3334" y="30404"/>
                  </a:lnTo>
                  <a:lnTo>
                    <a:pt x="3286" y="29437"/>
                  </a:lnTo>
                  <a:lnTo>
                    <a:pt x="3255" y="28071"/>
                  </a:lnTo>
                  <a:lnTo>
                    <a:pt x="3312" y="25249"/>
                  </a:lnTo>
                  <a:lnTo>
                    <a:pt x="5648" y="22166"/>
                  </a:lnTo>
                  <a:lnTo>
                    <a:pt x="6397" y="21840"/>
                  </a:lnTo>
                  <a:lnTo>
                    <a:pt x="6653" y="20433"/>
                  </a:lnTo>
                  <a:lnTo>
                    <a:pt x="6481" y="17171"/>
                  </a:lnTo>
                  <a:lnTo>
                    <a:pt x="6159" y="14537"/>
                  </a:lnTo>
                  <a:lnTo>
                    <a:pt x="5740" y="14361"/>
                  </a:lnTo>
                  <a:lnTo>
                    <a:pt x="5178" y="13592"/>
                  </a:lnTo>
                  <a:lnTo>
                    <a:pt x="4809" y="12702"/>
                  </a:lnTo>
                  <a:lnTo>
                    <a:pt x="4219" y="11728"/>
                  </a:lnTo>
                  <a:lnTo>
                    <a:pt x="3201" y="11131"/>
                  </a:lnTo>
                  <a:lnTo>
                    <a:pt x="3168" y="10300"/>
                  </a:lnTo>
                  <a:lnTo>
                    <a:pt x="3273" y="9469"/>
                  </a:lnTo>
                  <a:lnTo>
                    <a:pt x="3649" y="8619"/>
                  </a:lnTo>
                  <a:lnTo>
                    <a:pt x="5365" y="7886"/>
                  </a:lnTo>
                  <a:lnTo>
                    <a:pt x="5567" y="7286"/>
                  </a:lnTo>
                  <a:lnTo>
                    <a:pt x="5799" y="5807"/>
                  </a:lnTo>
                  <a:lnTo>
                    <a:pt x="6140" y="4293"/>
                  </a:lnTo>
                  <a:lnTo>
                    <a:pt x="6544" y="3793"/>
                  </a:lnTo>
                  <a:lnTo>
                    <a:pt x="7270" y="3839"/>
                  </a:lnTo>
                  <a:lnTo>
                    <a:pt x="8646" y="3490"/>
                  </a:lnTo>
                  <a:lnTo>
                    <a:pt x="9605" y="2996"/>
                  </a:lnTo>
                  <a:lnTo>
                    <a:pt x="10558" y="1962"/>
                  </a:lnTo>
                  <a:lnTo>
                    <a:pt x="11046" y="1022"/>
                  </a:lnTo>
                  <a:lnTo>
                    <a:pt x="13108" y="477"/>
                  </a:lnTo>
                  <a:lnTo>
                    <a:pt x="13687" y="0"/>
                  </a:lnTo>
                  <a:lnTo>
                    <a:pt x="14261" y="405"/>
                  </a:lnTo>
                  <a:lnTo>
                    <a:pt x="15033" y="2015"/>
                  </a:lnTo>
                  <a:lnTo>
                    <a:pt x="16304" y="4325"/>
                  </a:lnTo>
                  <a:lnTo>
                    <a:pt x="16986" y="5095"/>
                  </a:lnTo>
                  <a:lnTo>
                    <a:pt x="17497" y="4738"/>
                  </a:lnTo>
                  <a:lnTo>
                    <a:pt x="18420" y="3898"/>
                  </a:lnTo>
                  <a:lnTo>
                    <a:pt x="19303" y="3892"/>
                  </a:lnTo>
                  <a:lnTo>
                    <a:pt x="20016" y="4039"/>
                  </a:lnTo>
                  <a:lnTo>
                    <a:pt x="20360" y="3308"/>
                  </a:lnTo>
                  <a:lnTo>
                    <a:pt x="20896" y="315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6"/>
            <p:cNvSpPr/>
            <p:nvPr/>
          </p:nvSpPr>
          <p:spPr>
            <a:xfrm>
              <a:off x="4511818" y="2909465"/>
              <a:ext cx="1860" cy="3184"/>
            </a:xfrm>
            <a:custGeom>
              <a:avLst/>
              <a:pathLst>
                <a:path w="1860" h="3184">
                  <a:moveTo>
                    <a:pt x="1363" y="0"/>
                  </a:moveTo>
                  <a:lnTo>
                    <a:pt x="1860" y="1966"/>
                  </a:lnTo>
                  <a:lnTo>
                    <a:pt x="1651" y="3184"/>
                  </a:lnTo>
                  <a:lnTo>
                    <a:pt x="88" y="2535"/>
                  </a:lnTo>
                  <a:lnTo>
                    <a:pt x="0" y="1344"/>
                  </a:lnTo>
                  <a:lnTo>
                    <a:pt x="591" y="1565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7"/>
            <p:cNvSpPr/>
            <p:nvPr/>
          </p:nvSpPr>
          <p:spPr>
            <a:xfrm>
              <a:off x="4532089" y="2887162"/>
              <a:ext cx="21081" cy="99045"/>
            </a:xfrm>
            <a:custGeom>
              <a:avLst/>
              <a:pathLst>
                <a:path w="21081" h="99045">
                  <a:moveTo>
                    <a:pt x="10632" y="78498"/>
                  </a:moveTo>
                  <a:lnTo>
                    <a:pt x="9929" y="81963"/>
                  </a:lnTo>
                  <a:lnTo>
                    <a:pt x="9367" y="85625"/>
                  </a:lnTo>
                  <a:lnTo>
                    <a:pt x="9139" y="89081"/>
                  </a:lnTo>
                  <a:lnTo>
                    <a:pt x="9152" y="92646"/>
                  </a:lnTo>
                  <a:lnTo>
                    <a:pt x="8991" y="95864"/>
                  </a:lnTo>
                  <a:lnTo>
                    <a:pt x="8714" y="99045"/>
                  </a:lnTo>
                  <a:lnTo>
                    <a:pt x="7611" y="98129"/>
                  </a:lnTo>
                  <a:lnTo>
                    <a:pt x="7014" y="95851"/>
                  </a:lnTo>
                  <a:lnTo>
                    <a:pt x="6876" y="92111"/>
                  </a:lnTo>
                  <a:lnTo>
                    <a:pt x="6077" y="87593"/>
                  </a:lnTo>
                  <a:lnTo>
                    <a:pt x="5777" y="86298"/>
                  </a:lnTo>
                  <a:lnTo>
                    <a:pt x="4625" y="83771"/>
                  </a:lnTo>
                  <a:lnTo>
                    <a:pt x="3578" y="82512"/>
                  </a:lnTo>
                  <a:lnTo>
                    <a:pt x="2767" y="80648"/>
                  </a:lnTo>
                  <a:lnTo>
                    <a:pt x="2874" y="80801"/>
                  </a:lnTo>
                  <a:lnTo>
                    <a:pt x="2275" y="78289"/>
                  </a:lnTo>
                  <a:lnTo>
                    <a:pt x="1820" y="75615"/>
                  </a:lnTo>
                  <a:lnTo>
                    <a:pt x="881" y="68022"/>
                  </a:lnTo>
                  <a:lnTo>
                    <a:pt x="557" y="66186"/>
                  </a:lnTo>
                  <a:lnTo>
                    <a:pt x="124" y="64511"/>
                  </a:lnTo>
                  <a:lnTo>
                    <a:pt x="0" y="62855"/>
                  </a:lnTo>
                  <a:lnTo>
                    <a:pt x="148" y="61014"/>
                  </a:lnTo>
                  <a:lnTo>
                    <a:pt x="553" y="58262"/>
                  </a:lnTo>
                  <a:lnTo>
                    <a:pt x="800" y="55488"/>
                  </a:lnTo>
                  <a:lnTo>
                    <a:pt x="601" y="51719"/>
                  </a:lnTo>
                  <a:lnTo>
                    <a:pt x="677" y="47986"/>
                  </a:lnTo>
                  <a:lnTo>
                    <a:pt x="982" y="46329"/>
                  </a:lnTo>
                  <a:lnTo>
                    <a:pt x="6327" y="23591"/>
                  </a:lnTo>
                  <a:lnTo>
                    <a:pt x="7778" y="18752"/>
                  </a:lnTo>
                  <a:lnTo>
                    <a:pt x="8669" y="16377"/>
                  </a:lnTo>
                  <a:lnTo>
                    <a:pt x="9414" y="13699"/>
                  </a:lnTo>
                  <a:lnTo>
                    <a:pt x="10124" y="10310"/>
                  </a:lnTo>
                  <a:lnTo>
                    <a:pt x="10994" y="7212"/>
                  </a:lnTo>
                  <a:lnTo>
                    <a:pt x="11616" y="6258"/>
                  </a:lnTo>
                  <a:lnTo>
                    <a:pt x="14682" y="3478"/>
                  </a:lnTo>
                  <a:lnTo>
                    <a:pt x="15638" y="823"/>
                  </a:lnTo>
                  <a:lnTo>
                    <a:pt x="16404" y="0"/>
                  </a:lnTo>
                  <a:lnTo>
                    <a:pt x="17273" y="46"/>
                  </a:lnTo>
                  <a:lnTo>
                    <a:pt x="17834" y="1314"/>
                  </a:lnTo>
                  <a:lnTo>
                    <a:pt x="18335" y="2816"/>
                  </a:lnTo>
                  <a:lnTo>
                    <a:pt x="18859" y="3628"/>
                  </a:lnTo>
                  <a:lnTo>
                    <a:pt x="20216" y="5096"/>
                  </a:lnTo>
                  <a:lnTo>
                    <a:pt x="20811" y="6514"/>
                  </a:lnTo>
                  <a:lnTo>
                    <a:pt x="21081" y="8958"/>
                  </a:lnTo>
                  <a:lnTo>
                    <a:pt x="20255" y="11277"/>
                  </a:lnTo>
                  <a:lnTo>
                    <a:pt x="19845" y="13367"/>
                  </a:lnTo>
                  <a:lnTo>
                    <a:pt x="19768" y="15677"/>
                  </a:lnTo>
                  <a:lnTo>
                    <a:pt x="19916" y="18804"/>
                  </a:lnTo>
                  <a:lnTo>
                    <a:pt x="19935" y="21941"/>
                  </a:lnTo>
                  <a:lnTo>
                    <a:pt x="18901" y="29302"/>
                  </a:lnTo>
                  <a:lnTo>
                    <a:pt x="17792" y="33887"/>
                  </a:lnTo>
                  <a:lnTo>
                    <a:pt x="17494" y="36173"/>
                  </a:lnTo>
                  <a:lnTo>
                    <a:pt x="17157" y="41841"/>
                  </a:lnTo>
                  <a:lnTo>
                    <a:pt x="16506" y="47533"/>
                  </a:lnTo>
                  <a:lnTo>
                    <a:pt x="15951" y="54749"/>
                  </a:lnTo>
                  <a:lnTo>
                    <a:pt x="15046" y="62182"/>
                  </a:lnTo>
                  <a:lnTo>
                    <a:pt x="14532" y="65292"/>
                  </a:lnTo>
                  <a:lnTo>
                    <a:pt x="13892" y="68267"/>
                  </a:lnTo>
                  <a:lnTo>
                    <a:pt x="12363" y="73888"/>
                  </a:lnTo>
                  <a:close/>
                </a:path>
              </a:pathLst>
            </a:cu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8"/>
            <p:cNvSpPr/>
            <p:nvPr/>
          </p:nvSpPr>
          <p:spPr>
            <a:xfrm>
              <a:off x="3618321" y="3860097"/>
              <a:ext cx="3454" cy="10085"/>
            </a:xfrm>
            <a:custGeom>
              <a:avLst/>
              <a:pathLst>
                <a:path w="3454" h="10085">
                  <a:moveTo>
                    <a:pt x="1230" y="9698"/>
                  </a:moveTo>
                  <a:lnTo>
                    <a:pt x="616" y="10085"/>
                  </a:lnTo>
                  <a:lnTo>
                    <a:pt x="377" y="9710"/>
                  </a:lnTo>
                  <a:lnTo>
                    <a:pt x="0" y="8478"/>
                  </a:lnTo>
                  <a:lnTo>
                    <a:pt x="655" y="7427"/>
                  </a:lnTo>
                  <a:lnTo>
                    <a:pt x="1290" y="5387"/>
                  </a:lnTo>
                  <a:lnTo>
                    <a:pt x="2766" y="2395"/>
                  </a:lnTo>
                  <a:lnTo>
                    <a:pt x="3270" y="421"/>
                  </a:lnTo>
                  <a:lnTo>
                    <a:pt x="3454" y="0"/>
                  </a:lnTo>
                  <a:lnTo>
                    <a:pt x="3347" y="2331"/>
                  </a:lnTo>
                  <a:lnTo>
                    <a:pt x="2515" y="7430"/>
                  </a:lnTo>
                  <a:lnTo>
                    <a:pt x="1804" y="776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39"/>
            <p:cNvSpPr/>
            <p:nvPr/>
          </p:nvSpPr>
          <p:spPr>
            <a:xfrm>
              <a:off x="3613545" y="3803149"/>
              <a:ext cx="4436" cy="21622"/>
            </a:xfrm>
            <a:custGeom>
              <a:avLst/>
              <a:pathLst>
                <a:path w="4436" h="21622">
                  <a:moveTo>
                    <a:pt x="3567" y="13374"/>
                  </a:moveTo>
                  <a:lnTo>
                    <a:pt x="4436" y="19662"/>
                  </a:lnTo>
                  <a:lnTo>
                    <a:pt x="4324" y="20840"/>
                  </a:lnTo>
                  <a:lnTo>
                    <a:pt x="3711" y="21561"/>
                  </a:lnTo>
                  <a:lnTo>
                    <a:pt x="3391" y="21622"/>
                  </a:lnTo>
                  <a:lnTo>
                    <a:pt x="3009" y="20617"/>
                  </a:lnTo>
                  <a:lnTo>
                    <a:pt x="2740" y="18494"/>
                  </a:lnTo>
                  <a:lnTo>
                    <a:pt x="2274" y="18999"/>
                  </a:lnTo>
                  <a:lnTo>
                    <a:pt x="1480" y="16462"/>
                  </a:lnTo>
                  <a:lnTo>
                    <a:pt x="694" y="16341"/>
                  </a:lnTo>
                  <a:lnTo>
                    <a:pt x="0" y="13314"/>
                  </a:lnTo>
                  <a:lnTo>
                    <a:pt x="271" y="10674"/>
                  </a:lnTo>
                  <a:lnTo>
                    <a:pt x="114" y="6178"/>
                  </a:lnTo>
                  <a:lnTo>
                    <a:pt x="961" y="3875"/>
                  </a:lnTo>
                  <a:lnTo>
                    <a:pt x="1438" y="0"/>
                  </a:lnTo>
                  <a:lnTo>
                    <a:pt x="1986" y="2646"/>
                  </a:lnTo>
                  <a:lnTo>
                    <a:pt x="2111" y="6772"/>
                  </a:lnTo>
                  <a:lnTo>
                    <a:pt x="2849" y="11626"/>
                  </a:lnTo>
                  <a:lnTo>
                    <a:pt x="3469" y="13126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0"/>
            <p:cNvSpPr/>
            <p:nvPr/>
          </p:nvSpPr>
          <p:spPr>
            <a:xfrm>
              <a:off x="3618819" y="3779042"/>
              <a:ext cx="2546" cy="15888"/>
            </a:xfrm>
            <a:custGeom>
              <a:avLst/>
              <a:pathLst>
                <a:path w="2546" h="15888">
                  <a:moveTo>
                    <a:pt x="2478" y="0"/>
                  </a:moveTo>
                  <a:lnTo>
                    <a:pt x="2546" y="1488"/>
                  </a:lnTo>
                  <a:lnTo>
                    <a:pt x="2372" y="2891"/>
                  </a:lnTo>
                  <a:lnTo>
                    <a:pt x="2409" y="7358"/>
                  </a:lnTo>
                  <a:lnTo>
                    <a:pt x="2342" y="10321"/>
                  </a:lnTo>
                  <a:lnTo>
                    <a:pt x="1693" y="14428"/>
                  </a:lnTo>
                  <a:lnTo>
                    <a:pt x="1164" y="15888"/>
                  </a:lnTo>
                  <a:lnTo>
                    <a:pt x="690" y="15464"/>
                  </a:lnTo>
                  <a:lnTo>
                    <a:pt x="302" y="14788"/>
                  </a:lnTo>
                  <a:lnTo>
                    <a:pt x="0" y="13663"/>
                  </a:lnTo>
                  <a:lnTo>
                    <a:pt x="616" y="6132"/>
                  </a:lnTo>
                  <a:lnTo>
                    <a:pt x="302" y="617"/>
                  </a:lnTo>
                  <a:lnTo>
                    <a:pt x="1521" y="1145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1"/>
            <p:cNvSpPr/>
            <p:nvPr/>
          </p:nvSpPr>
          <p:spPr>
            <a:xfrm>
              <a:off x="3501593" y="3663469"/>
              <a:ext cx="126501" cy="316803"/>
            </a:xfrm>
            <a:custGeom>
              <a:avLst/>
              <a:pathLst>
                <a:path w="126501" h="316803">
                  <a:moveTo>
                    <a:pt x="52005" y="210"/>
                  </a:moveTo>
                  <a:lnTo>
                    <a:pt x="52870" y="210"/>
                  </a:lnTo>
                  <a:lnTo>
                    <a:pt x="53690" y="1327"/>
                  </a:lnTo>
                  <a:lnTo>
                    <a:pt x="54599" y="2649"/>
                  </a:lnTo>
                  <a:lnTo>
                    <a:pt x="57019" y="6166"/>
                  </a:lnTo>
                  <a:lnTo>
                    <a:pt x="59439" y="9681"/>
                  </a:lnTo>
                  <a:lnTo>
                    <a:pt x="61860" y="13198"/>
                  </a:lnTo>
                  <a:lnTo>
                    <a:pt x="64281" y="16713"/>
                  </a:lnTo>
                  <a:lnTo>
                    <a:pt x="66702" y="20231"/>
                  </a:lnTo>
                  <a:lnTo>
                    <a:pt x="69121" y="23748"/>
                  </a:lnTo>
                  <a:lnTo>
                    <a:pt x="71542" y="27263"/>
                  </a:lnTo>
                  <a:lnTo>
                    <a:pt x="73963" y="30781"/>
                  </a:lnTo>
                  <a:lnTo>
                    <a:pt x="76383" y="34298"/>
                  </a:lnTo>
                  <a:lnTo>
                    <a:pt x="78802" y="37813"/>
                  </a:lnTo>
                  <a:lnTo>
                    <a:pt x="81224" y="41328"/>
                  </a:lnTo>
                  <a:lnTo>
                    <a:pt x="83644" y="44845"/>
                  </a:lnTo>
                  <a:lnTo>
                    <a:pt x="86065" y="48363"/>
                  </a:lnTo>
                  <a:lnTo>
                    <a:pt x="88486" y="51878"/>
                  </a:lnTo>
                  <a:lnTo>
                    <a:pt x="90906" y="55395"/>
                  </a:lnTo>
                  <a:lnTo>
                    <a:pt x="93327" y="58910"/>
                  </a:lnTo>
                  <a:lnTo>
                    <a:pt x="94482" y="60589"/>
                  </a:lnTo>
                  <a:lnTo>
                    <a:pt x="94656" y="61317"/>
                  </a:lnTo>
                  <a:lnTo>
                    <a:pt x="94856" y="64520"/>
                  </a:lnTo>
                  <a:lnTo>
                    <a:pt x="94983" y="66522"/>
                  </a:lnTo>
                  <a:lnTo>
                    <a:pt x="94913" y="68283"/>
                  </a:lnTo>
                  <a:lnTo>
                    <a:pt x="94272" y="71281"/>
                  </a:lnTo>
                  <a:lnTo>
                    <a:pt x="94082" y="72848"/>
                  </a:lnTo>
                  <a:lnTo>
                    <a:pt x="94077" y="73936"/>
                  </a:lnTo>
                  <a:lnTo>
                    <a:pt x="94234" y="74363"/>
                  </a:lnTo>
                  <a:lnTo>
                    <a:pt x="94780" y="74518"/>
                  </a:lnTo>
                  <a:lnTo>
                    <a:pt x="95245" y="75228"/>
                  </a:lnTo>
                  <a:lnTo>
                    <a:pt x="95416" y="75788"/>
                  </a:lnTo>
                  <a:lnTo>
                    <a:pt x="95771" y="78045"/>
                  </a:lnTo>
                  <a:lnTo>
                    <a:pt x="96224" y="79176"/>
                  </a:lnTo>
                  <a:lnTo>
                    <a:pt x="97246" y="81092"/>
                  </a:lnTo>
                  <a:lnTo>
                    <a:pt x="98989" y="84359"/>
                  </a:lnTo>
                  <a:lnTo>
                    <a:pt x="100733" y="87625"/>
                  </a:lnTo>
                  <a:lnTo>
                    <a:pt x="102476" y="90892"/>
                  </a:lnTo>
                  <a:lnTo>
                    <a:pt x="104219" y="94158"/>
                  </a:lnTo>
                  <a:lnTo>
                    <a:pt x="105962" y="97422"/>
                  </a:lnTo>
                  <a:lnTo>
                    <a:pt x="107706" y="100688"/>
                  </a:lnTo>
                  <a:lnTo>
                    <a:pt x="109449" y="103955"/>
                  </a:lnTo>
                  <a:lnTo>
                    <a:pt x="111192" y="107222"/>
                  </a:lnTo>
                  <a:lnTo>
                    <a:pt x="112040" y="108809"/>
                  </a:lnTo>
                  <a:lnTo>
                    <a:pt x="112400" y="109256"/>
                  </a:lnTo>
                  <a:lnTo>
                    <a:pt x="112173" y="111740"/>
                  </a:lnTo>
                  <a:lnTo>
                    <a:pt x="111281" y="117769"/>
                  </a:lnTo>
                  <a:lnTo>
                    <a:pt x="111230" y="120279"/>
                  </a:lnTo>
                  <a:lnTo>
                    <a:pt x="110880" y="123234"/>
                  </a:lnTo>
                  <a:lnTo>
                    <a:pt x="110543" y="125188"/>
                  </a:lnTo>
                  <a:lnTo>
                    <a:pt x="109634" y="133669"/>
                  </a:lnTo>
                  <a:lnTo>
                    <a:pt x="108871" y="136843"/>
                  </a:lnTo>
                  <a:lnTo>
                    <a:pt x="107829" y="144279"/>
                  </a:lnTo>
                  <a:lnTo>
                    <a:pt x="107663" y="149967"/>
                  </a:lnTo>
                  <a:lnTo>
                    <a:pt x="108238" y="153949"/>
                  </a:lnTo>
                  <a:lnTo>
                    <a:pt x="108451" y="157683"/>
                  </a:lnTo>
                  <a:lnTo>
                    <a:pt x="109671" y="161342"/>
                  </a:lnTo>
                  <a:lnTo>
                    <a:pt x="110646" y="162649"/>
                  </a:lnTo>
                  <a:lnTo>
                    <a:pt x="111306" y="164323"/>
                  </a:lnTo>
                  <a:lnTo>
                    <a:pt x="112475" y="168143"/>
                  </a:lnTo>
                  <a:lnTo>
                    <a:pt x="113144" y="171976"/>
                  </a:lnTo>
                  <a:lnTo>
                    <a:pt x="115245" y="173857"/>
                  </a:lnTo>
                  <a:lnTo>
                    <a:pt x="116082" y="178154"/>
                  </a:lnTo>
                  <a:lnTo>
                    <a:pt x="115777" y="181111"/>
                  </a:lnTo>
                  <a:lnTo>
                    <a:pt x="114803" y="183561"/>
                  </a:lnTo>
                  <a:lnTo>
                    <a:pt x="113891" y="187532"/>
                  </a:lnTo>
                  <a:lnTo>
                    <a:pt x="113157" y="192746"/>
                  </a:lnTo>
                  <a:lnTo>
                    <a:pt x="113140" y="200719"/>
                  </a:lnTo>
                  <a:lnTo>
                    <a:pt x="113634" y="199508"/>
                  </a:lnTo>
                  <a:lnTo>
                    <a:pt x="114746" y="201461"/>
                  </a:lnTo>
                  <a:lnTo>
                    <a:pt x="114889" y="207333"/>
                  </a:lnTo>
                  <a:lnTo>
                    <a:pt x="113743" y="214169"/>
                  </a:lnTo>
                  <a:lnTo>
                    <a:pt x="113390" y="217364"/>
                  </a:lnTo>
                  <a:lnTo>
                    <a:pt x="113333" y="220108"/>
                  </a:lnTo>
                  <a:lnTo>
                    <a:pt x="114166" y="228292"/>
                  </a:lnTo>
                  <a:lnTo>
                    <a:pt x="115427" y="232459"/>
                  </a:lnTo>
                  <a:lnTo>
                    <a:pt x="115333" y="233763"/>
                  </a:lnTo>
                  <a:lnTo>
                    <a:pt x="115006" y="234857"/>
                  </a:lnTo>
                  <a:lnTo>
                    <a:pt x="117164" y="242230"/>
                  </a:lnTo>
                  <a:lnTo>
                    <a:pt x="116984" y="248641"/>
                  </a:lnTo>
                  <a:lnTo>
                    <a:pt x="117792" y="253634"/>
                  </a:lnTo>
                  <a:lnTo>
                    <a:pt x="118147" y="257959"/>
                  </a:lnTo>
                  <a:lnTo>
                    <a:pt x="118680" y="261278"/>
                  </a:lnTo>
                  <a:lnTo>
                    <a:pt x="118782" y="263566"/>
                  </a:lnTo>
                  <a:lnTo>
                    <a:pt x="118116" y="266105"/>
                  </a:lnTo>
                  <a:lnTo>
                    <a:pt x="119690" y="266740"/>
                  </a:lnTo>
                  <a:lnTo>
                    <a:pt x="120615" y="268818"/>
                  </a:lnTo>
                  <a:lnTo>
                    <a:pt x="121050" y="270806"/>
                  </a:lnTo>
                  <a:lnTo>
                    <a:pt x="122187" y="270720"/>
                  </a:lnTo>
                  <a:lnTo>
                    <a:pt x="122803" y="272079"/>
                  </a:lnTo>
                  <a:lnTo>
                    <a:pt x="123690" y="273201"/>
                  </a:lnTo>
                  <a:lnTo>
                    <a:pt x="125651" y="276537"/>
                  </a:lnTo>
                  <a:lnTo>
                    <a:pt x="126183" y="278214"/>
                  </a:lnTo>
                  <a:lnTo>
                    <a:pt x="126376" y="279180"/>
                  </a:lnTo>
                  <a:lnTo>
                    <a:pt x="126501" y="279812"/>
                  </a:lnTo>
                  <a:lnTo>
                    <a:pt x="125182" y="282389"/>
                  </a:lnTo>
                  <a:lnTo>
                    <a:pt x="123124" y="286406"/>
                  </a:lnTo>
                  <a:lnTo>
                    <a:pt x="121108" y="290345"/>
                  </a:lnTo>
                  <a:lnTo>
                    <a:pt x="119160" y="293052"/>
                  </a:lnTo>
                  <a:lnTo>
                    <a:pt x="117767" y="294304"/>
                  </a:lnTo>
                  <a:lnTo>
                    <a:pt x="116280" y="295005"/>
                  </a:lnTo>
                  <a:lnTo>
                    <a:pt x="114868" y="296662"/>
                  </a:lnTo>
                  <a:lnTo>
                    <a:pt x="113533" y="299262"/>
                  </a:lnTo>
                  <a:lnTo>
                    <a:pt x="111823" y="300572"/>
                  </a:lnTo>
                  <a:lnTo>
                    <a:pt x="109739" y="300583"/>
                  </a:lnTo>
                  <a:lnTo>
                    <a:pt x="107550" y="302404"/>
                  </a:lnTo>
                  <a:lnTo>
                    <a:pt x="105377" y="305844"/>
                  </a:lnTo>
                  <a:lnTo>
                    <a:pt x="104110" y="307852"/>
                  </a:lnTo>
                  <a:lnTo>
                    <a:pt x="102104" y="304834"/>
                  </a:lnTo>
                  <a:lnTo>
                    <a:pt x="100531" y="303876"/>
                  </a:lnTo>
                  <a:lnTo>
                    <a:pt x="98722" y="303977"/>
                  </a:lnTo>
                  <a:lnTo>
                    <a:pt x="97620" y="304349"/>
                  </a:lnTo>
                  <a:lnTo>
                    <a:pt x="97224" y="304998"/>
                  </a:lnTo>
                  <a:lnTo>
                    <a:pt x="96880" y="306842"/>
                  </a:lnTo>
                  <a:lnTo>
                    <a:pt x="96587" y="309881"/>
                  </a:lnTo>
                  <a:lnTo>
                    <a:pt x="95401" y="312798"/>
                  </a:lnTo>
                  <a:lnTo>
                    <a:pt x="93322" y="315588"/>
                  </a:lnTo>
                  <a:lnTo>
                    <a:pt x="91404" y="316633"/>
                  </a:lnTo>
                  <a:lnTo>
                    <a:pt x="89650" y="315926"/>
                  </a:lnTo>
                  <a:lnTo>
                    <a:pt x="88463" y="314763"/>
                  </a:lnTo>
                  <a:lnTo>
                    <a:pt x="87842" y="313139"/>
                  </a:lnTo>
                  <a:lnTo>
                    <a:pt x="86931" y="312394"/>
                  </a:lnTo>
                  <a:lnTo>
                    <a:pt x="85724" y="312521"/>
                  </a:lnTo>
                  <a:lnTo>
                    <a:pt x="84571" y="313675"/>
                  </a:lnTo>
                  <a:lnTo>
                    <a:pt x="83467" y="315860"/>
                  </a:lnTo>
                  <a:lnTo>
                    <a:pt x="81704" y="316803"/>
                  </a:lnTo>
                  <a:lnTo>
                    <a:pt x="79286" y="316512"/>
                  </a:lnTo>
                  <a:lnTo>
                    <a:pt x="77987" y="315459"/>
                  </a:lnTo>
                  <a:lnTo>
                    <a:pt x="77808" y="313644"/>
                  </a:lnTo>
                  <a:lnTo>
                    <a:pt x="76749" y="311517"/>
                  </a:lnTo>
                  <a:lnTo>
                    <a:pt x="74808" y="309076"/>
                  </a:lnTo>
                  <a:lnTo>
                    <a:pt x="73379" y="309024"/>
                  </a:lnTo>
                  <a:lnTo>
                    <a:pt x="72462" y="311364"/>
                  </a:lnTo>
                  <a:lnTo>
                    <a:pt x="71624" y="312838"/>
                  </a:lnTo>
                  <a:lnTo>
                    <a:pt x="70868" y="313439"/>
                  </a:lnTo>
                  <a:lnTo>
                    <a:pt x="70187" y="313511"/>
                  </a:lnTo>
                  <a:lnTo>
                    <a:pt x="69585" y="313061"/>
                  </a:lnTo>
                  <a:lnTo>
                    <a:pt x="69209" y="312873"/>
                  </a:lnTo>
                  <a:lnTo>
                    <a:pt x="66533" y="312625"/>
                  </a:lnTo>
                  <a:lnTo>
                    <a:pt x="63999" y="312723"/>
                  </a:lnTo>
                  <a:lnTo>
                    <a:pt x="63922" y="311707"/>
                  </a:lnTo>
                  <a:lnTo>
                    <a:pt x="63744" y="309335"/>
                  </a:lnTo>
                  <a:lnTo>
                    <a:pt x="63217" y="307269"/>
                  </a:lnTo>
                  <a:lnTo>
                    <a:pt x="62763" y="306040"/>
                  </a:lnTo>
                  <a:lnTo>
                    <a:pt x="62198" y="305714"/>
                  </a:lnTo>
                  <a:lnTo>
                    <a:pt x="61891" y="305737"/>
                  </a:lnTo>
                  <a:lnTo>
                    <a:pt x="61645" y="304785"/>
                  </a:lnTo>
                  <a:lnTo>
                    <a:pt x="61353" y="302678"/>
                  </a:lnTo>
                  <a:lnTo>
                    <a:pt x="60922" y="300883"/>
                  </a:lnTo>
                  <a:lnTo>
                    <a:pt x="60350" y="299397"/>
                  </a:lnTo>
                  <a:lnTo>
                    <a:pt x="60007" y="298018"/>
                  </a:lnTo>
                  <a:lnTo>
                    <a:pt x="59891" y="296748"/>
                  </a:lnTo>
                  <a:lnTo>
                    <a:pt x="59982" y="295351"/>
                  </a:lnTo>
                  <a:lnTo>
                    <a:pt x="60512" y="291883"/>
                  </a:lnTo>
                  <a:lnTo>
                    <a:pt x="60679" y="289508"/>
                  </a:lnTo>
                  <a:lnTo>
                    <a:pt x="60619" y="287073"/>
                  </a:lnTo>
                  <a:lnTo>
                    <a:pt x="60332" y="284576"/>
                  </a:lnTo>
                  <a:lnTo>
                    <a:pt x="59731" y="281607"/>
                  </a:lnTo>
                  <a:lnTo>
                    <a:pt x="59799" y="280753"/>
                  </a:lnTo>
                  <a:lnTo>
                    <a:pt x="59595" y="278727"/>
                  </a:lnTo>
                  <a:lnTo>
                    <a:pt x="59574" y="277310"/>
                  </a:lnTo>
                  <a:lnTo>
                    <a:pt x="59690" y="275541"/>
                  </a:lnTo>
                  <a:lnTo>
                    <a:pt x="59576" y="273216"/>
                  </a:lnTo>
                  <a:lnTo>
                    <a:pt x="59057" y="268252"/>
                  </a:lnTo>
                  <a:lnTo>
                    <a:pt x="59057" y="266983"/>
                  </a:lnTo>
                  <a:lnTo>
                    <a:pt x="58509" y="264579"/>
                  </a:lnTo>
                  <a:lnTo>
                    <a:pt x="56827" y="258897"/>
                  </a:lnTo>
                  <a:lnTo>
                    <a:pt x="56748" y="258158"/>
                  </a:lnTo>
                  <a:lnTo>
                    <a:pt x="54110" y="252433"/>
                  </a:lnTo>
                  <a:lnTo>
                    <a:pt x="53054" y="251181"/>
                  </a:lnTo>
                  <a:lnTo>
                    <a:pt x="52674" y="252254"/>
                  </a:lnTo>
                  <a:lnTo>
                    <a:pt x="52532" y="253247"/>
                  </a:lnTo>
                  <a:lnTo>
                    <a:pt x="52643" y="255079"/>
                  </a:lnTo>
                  <a:lnTo>
                    <a:pt x="52578" y="255991"/>
                  </a:lnTo>
                  <a:lnTo>
                    <a:pt x="52468" y="256404"/>
                  </a:lnTo>
                  <a:lnTo>
                    <a:pt x="51842" y="256343"/>
                  </a:lnTo>
                  <a:lnTo>
                    <a:pt x="51448" y="256133"/>
                  </a:lnTo>
                  <a:lnTo>
                    <a:pt x="50449" y="254595"/>
                  </a:lnTo>
                  <a:lnTo>
                    <a:pt x="49671" y="254217"/>
                  </a:lnTo>
                  <a:lnTo>
                    <a:pt x="47739" y="254494"/>
                  </a:lnTo>
                  <a:lnTo>
                    <a:pt x="47060" y="254854"/>
                  </a:lnTo>
                  <a:lnTo>
                    <a:pt x="46528" y="254508"/>
                  </a:lnTo>
                  <a:lnTo>
                    <a:pt x="45506" y="251882"/>
                  </a:lnTo>
                  <a:lnTo>
                    <a:pt x="44307" y="251331"/>
                  </a:lnTo>
                  <a:lnTo>
                    <a:pt x="43230" y="251195"/>
                  </a:lnTo>
                  <a:lnTo>
                    <a:pt x="41454" y="248214"/>
                  </a:lnTo>
                  <a:lnTo>
                    <a:pt x="41037" y="248353"/>
                  </a:lnTo>
                  <a:lnTo>
                    <a:pt x="40839" y="248581"/>
                  </a:lnTo>
                  <a:lnTo>
                    <a:pt x="40196" y="247796"/>
                  </a:lnTo>
                  <a:lnTo>
                    <a:pt x="38985" y="246065"/>
                  </a:lnTo>
                  <a:lnTo>
                    <a:pt x="37302" y="244535"/>
                  </a:lnTo>
                  <a:lnTo>
                    <a:pt x="35924" y="242827"/>
                  </a:lnTo>
                  <a:lnTo>
                    <a:pt x="35312" y="241162"/>
                  </a:lnTo>
                  <a:lnTo>
                    <a:pt x="34019" y="240527"/>
                  </a:lnTo>
                  <a:lnTo>
                    <a:pt x="32901" y="240253"/>
                  </a:lnTo>
                  <a:lnTo>
                    <a:pt x="31867" y="238709"/>
                  </a:lnTo>
                  <a:lnTo>
                    <a:pt x="30795" y="238533"/>
                  </a:lnTo>
                  <a:lnTo>
                    <a:pt x="29741" y="238138"/>
                  </a:lnTo>
                  <a:lnTo>
                    <a:pt x="29506" y="237116"/>
                  </a:lnTo>
                  <a:lnTo>
                    <a:pt x="29469" y="234834"/>
                  </a:lnTo>
                  <a:lnTo>
                    <a:pt x="29100" y="234236"/>
                  </a:lnTo>
                  <a:lnTo>
                    <a:pt x="28327" y="233653"/>
                  </a:lnTo>
                  <a:lnTo>
                    <a:pt x="27494" y="233682"/>
                  </a:lnTo>
                  <a:lnTo>
                    <a:pt x="26986" y="234011"/>
                  </a:lnTo>
                  <a:lnTo>
                    <a:pt x="26687" y="233847"/>
                  </a:lnTo>
                  <a:lnTo>
                    <a:pt x="25996" y="232502"/>
                  </a:lnTo>
                  <a:lnTo>
                    <a:pt x="25354" y="230794"/>
                  </a:lnTo>
                  <a:lnTo>
                    <a:pt x="25111" y="228070"/>
                  </a:lnTo>
                  <a:lnTo>
                    <a:pt x="24139" y="226315"/>
                  </a:lnTo>
                  <a:lnTo>
                    <a:pt x="23019" y="224930"/>
                  </a:lnTo>
                  <a:lnTo>
                    <a:pt x="19905" y="225074"/>
                  </a:lnTo>
                  <a:lnTo>
                    <a:pt x="19417" y="224653"/>
                  </a:lnTo>
                  <a:lnTo>
                    <a:pt x="18678" y="223274"/>
                  </a:lnTo>
                  <a:lnTo>
                    <a:pt x="17811" y="220991"/>
                  </a:lnTo>
                  <a:lnTo>
                    <a:pt x="17115" y="218385"/>
                  </a:lnTo>
                  <a:lnTo>
                    <a:pt x="16503" y="214848"/>
                  </a:lnTo>
                  <a:lnTo>
                    <a:pt x="16212" y="212715"/>
                  </a:lnTo>
                  <a:lnTo>
                    <a:pt x="15868" y="210078"/>
                  </a:lnTo>
                  <a:lnTo>
                    <a:pt x="15106" y="206133"/>
                  </a:lnTo>
                  <a:lnTo>
                    <a:pt x="14029" y="200549"/>
                  </a:lnTo>
                  <a:lnTo>
                    <a:pt x="13197" y="195975"/>
                  </a:lnTo>
                  <a:lnTo>
                    <a:pt x="12301" y="191055"/>
                  </a:lnTo>
                  <a:lnTo>
                    <a:pt x="11935" y="187451"/>
                  </a:lnTo>
                  <a:lnTo>
                    <a:pt x="11239" y="183463"/>
                  </a:lnTo>
                  <a:lnTo>
                    <a:pt x="10097" y="178563"/>
                  </a:lnTo>
                  <a:lnTo>
                    <a:pt x="9520" y="176647"/>
                  </a:lnTo>
                  <a:lnTo>
                    <a:pt x="8889" y="174933"/>
                  </a:lnTo>
                  <a:lnTo>
                    <a:pt x="7249" y="171626"/>
                  </a:lnTo>
                  <a:lnTo>
                    <a:pt x="5390" y="168340"/>
                  </a:lnTo>
                  <a:lnTo>
                    <a:pt x="4385" y="166123"/>
                  </a:lnTo>
                  <a:lnTo>
                    <a:pt x="3034" y="159550"/>
                  </a:lnTo>
                  <a:lnTo>
                    <a:pt x="2468" y="157169"/>
                  </a:lnTo>
                  <a:lnTo>
                    <a:pt x="2075" y="152979"/>
                  </a:lnTo>
                  <a:lnTo>
                    <a:pt x="1778" y="148634"/>
                  </a:lnTo>
                  <a:lnTo>
                    <a:pt x="1900" y="146873"/>
                  </a:lnTo>
                  <a:lnTo>
                    <a:pt x="3099" y="141275"/>
                  </a:lnTo>
                  <a:lnTo>
                    <a:pt x="3220" y="139700"/>
                  </a:lnTo>
                  <a:lnTo>
                    <a:pt x="3073" y="137576"/>
                  </a:lnTo>
                  <a:lnTo>
                    <a:pt x="2486" y="133114"/>
                  </a:lnTo>
                  <a:lnTo>
                    <a:pt x="2047" y="130194"/>
                  </a:lnTo>
                  <a:lnTo>
                    <a:pt x="1737" y="127701"/>
                  </a:lnTo>
                  <a:lnTo>
                    <a:pt x="1097" y="123551"/>
                  </a:lnTo>
                  <a:lnTo>
                    <a:pt x="219" y="117847"/>
                  </a:lnTo>
                  <a:lnTo>
                    <a:pt x="0" y="115356"/>
                  </a:lnTo>
                  <a:lnTo>
                    <a:pt x="25" y="113489"/>
                  </a:lnTo>
                  <a:lnTo>
                    <a:pt x="501" y="108561"/>
                  </a:lnTo>
                  <a:lnTo>
                    <a:pt x="917" y="103473"/>
                  </a:lnTo>
                  <a:lnTo>
                    <a:pt x="906" y="102074"/>
                  </a:lnTo>
                  <a:lnTo>
                    <a:pt x="4477" y="102267"/>
                  </a:lnTo>
                  <a:lnTo>
                    <a:pt x="5065" y="101150"/>
                  </a:lnTo>
                  <a:lnTo>
                    <a:pt x="7083" y="97878"/>
                  </a:lnTo>
                  <a:lnTo>
                    <a:pt x="9353" y="91319"/>
                  </a:lnTo>
                  <a:lnTo>
                    <a:pt x="9807" y="88586"/>
                  </a:lnTo>
                  <a:lnTo>
                    <a:pt x="10732" y="84379"/>
                  </a:lnTo>
                  <a:lnTo>
                    <a:pt x="11639" y="82290"/>
                  </a:lnTo>
                  <a:lnTo>
                    <a:pt x="11987" y="80841"/>
                  </a:lnTo>
                  <a:lnTo>
                    <a:pt x="12224" y="78570"/>
                  </a:lnTo>
                  <a:lnTo>
                    <a:pt x="12508" y="76648"/>
                  </a:lnTo>
                  <a:lnTo>
                    <a:pt x="13699" y="73800"/>
                  </a:lnTo>
                  <a:lnTo>
                    <a:pt x="14858" y="71618"/>
                  </a:lnTo>
                  <a:lnTo>
                    <a:pt x="14775" y="70733"/>
                  </a:lnTo>
                  <a:lnTo>
                    <a:pt x="14620" y="70075"/>
                  </a:lnTo>
                  <a:lnTo>
                    <a:pt x="14792" y="69512"/>
                  </a:lnTo>
                  <a:lnTo>
                    <a:pt x="15425" y="68389"/>
                  </a:lnTo>
                  <a:lnTo>
                    <a:pt x="16656" y="67362"/>
                  </a:lnTo>
                  <a:lnTo>
                    <a:pt x="16896" y="65175"/>
                  </a:lnTo>
                  <a:lnTo>
                    <a:pt x="16893" y="62687"/>
                  </a:lnTo>
                  <a:lnTo>
                    <a:pt x="16693" y="61296"/>
                  </a:lnTo>
                  <a:lnTo>
                    <a:pt x="16731" y="59695"/>
                  </a:lnTo>
                  <a:lnTo>
                    <a:pt x="16543" y="58800"/>
                  </a:lnTo>
                  <a:lnTo>
                    <a:pt x="15739" y="58575"/>
                  </a:lnTo>
                  <a:lnTo>
                    <a:pt x="14544" y="57334"/>
                  </a:lnTo>
                  <a:lnTo>
                    <a:pt x="13531" y="56812"/>
                  </a:lnTo>
                  <a:lnTo>
                    <a:pt x="12855" y="56091"/>
                  </a:lnTo>
                  <a:lnTo>
                    <a:pt x="12605" y="55540"/>
                  </a:lnTo>
                  <a:lnTo>
                    <a:pt x="12497" y="54048"/>
                  </a:lnTo>
                  <a:lnTo>
                    <a:pt x="12693" y="52423"/>
                  </a:lnTo>
                  <a:lnTo>
                    <a:pt x="12798" y="51956"/>
                  </a:lnTo>
                  <a:lnTo>
                    <a:pt x="13057" y="50216"/>
                  </a:lnTo>
                  <a:lnTo>
                    <a:pt x="12615" y="49168"/>
                  </a:lnTo>
                  <a:lnTo>
                    <a:pt x="12499" y="48657"/>
                  </a:lnTo>
                  <a:lnTo>
                    <a:pt x="12701" y="47826"/>
                  </a:lnTo>
                  <a:lnTo>
                    <a:pt x="13742" y="42294"/>
                  </a:lnTo>
                  <a:lnTo>
                    <a:pt x="13969" y="41521"/>
                  </a:lnTo>
                  <a:lnTo>
                    <a:pt x="14420" y="41423"/>
                  </a:lnTo>
                  <a:lnTo>
                    <a:pt x="15139" y="40745"/>
                  </a:lnTo>
                  <a:lnTo>
                    <a:pt x="15800" y="40439"/>
                  </a:lnTo>
                  <a:lnTo>
                    <a:pt x="16341" y="40681"/>
                  </a:lnTo>
                  <a:lnTo>
                    <a:pt x="16740" y="40416"/>
                  </a:lnTo>
                  <a:lnTo>
                    <a:pt x="17093" y="39700"/>
                  </a:lnTo>
                  <a:lnTo>
                    <a:pt x="17391" y="37542"/>
                  </a:lnTo>
                  <a:lnTo>
                    <a:pt x="17636" y="33935"/>
                  </a:lnTo>
                  <a:lnTo>
                    <a:pt x="17501" y="31000"/>
                  </a:lnTo>
                  <a:lnTo>
                    <a:pt x="16984" y="28738"/>
                  </a:lnTo>
                  <a:lnTo>
                    <a:pt x="16843" y="25286"/>
                  </a:lnTo>
                  <a:lnTo>
                    <a:pt x="17079" y="20646"/>
                  </a:lnTo>
                  <a:lnTo>
                    <a:pt x="16910" y="16788"/>
                  </a:lnTo>
                  <a:lnTo>
                    <a:pt x="16337" y="13703"/>
                  </a:lnTo>
                  <a:lnTo>
                    <a:pt x="15753" y="11874"/>
                  </a:lnTo>
                  <a:lnTo>
                    <a:pt x="14858" y="11008"/>
                  </a:lnTo>
                  <a:lnTo>
                    <a:pt x="13452" y="6302"/>
                  </a:lnTo>
                  <a:lnTo>
                    <a:pt x="13022" y="4025"/>
                  </a:lnTo>
                  <a:lnTo>
                    <a:pt x="13099" y="2602"/>
                  </a:lnTo>
                  <a:lnTo>
                    <a:pt x="13473" y="2138"/>
                  </a:lnTo>
                  <a:lnTo>
                    <a:pt x="13586" y="1996"/>
                  </a:lnTo>
                  <a:lnTo>
                    <a:pt x="14481" y="2210"/>
                  </a:lnTo>
                  <a:lnTo>
                    <a:pt x="15322" y="1667"/>
                  </a:lnTo>
                  <a:lnTo>
                    <a:pt x="16108" y="372"/>
                  </a:lnTo>
                  <a:lnTo>
                    <a:pt x="16871" y="0"/>
                  </a:lnTo>
                  <a:lnTo>
                    <a:pt x="17035" y="121"/>
                  </a:lnTo>
                  <a:lnTo>
                    <a:pt x="17274" y="210"/>
                  </a:lnTo>
                  <a:lnTo>
                    <a:pt x="18467" y="210"/>
                  </a:lnTo>
                  <a:lnTo>
                    <a:pt x="20486" y="210"/>
                  </a:lnTo>
                  <a:lnTo>
                    <a:pt x="22504" y="210"/>
                  </a:lnTo>
                  <a:lnTo>
                    <a:pt x="24524" y="210"/>
                  </a:lnTo>
                  <a:lnTo>
                    <a:pt x="26542" y="210"/>
                  </a:lnTo>
                  <a:lnTo>
                    <a:pt x="28560" y="210"/>
                  </a:lnTo>
                  <a:lnTo>
                    <a:pt x="30579" y="210"/>
                  </a:lnTo>
                  <a:lnTo>
                    <a:pt x="32598" y="210"/>
                  </a:lnTo>
                  <a:lnTo>
                    <a:pt x="34616" y="210"/>
                  </a:lnTo>
                  <a:lnTo>
                    <a:pt x="36635" y="210"/>
                  </a:lnTo>
                  <a:lnTo>
                    <a:pt x="38654" y="210"/>
                  </a:lnTo>
                  <a:lnTo>
                    <a:pt x="40672" y="210"/>
                  </a:lnTo>
                  <a:lnTo>
                    <a:pt x="42691" y="210"/>
                  </a:lnTo>
                  <a:lnTo>
                    <a:pt x="44709" y="210"/>
                  </a:lnTo>
                  <a:lnTo>
                    <a:pt x="46728" y="210"/>
                  </a:lnTo>
                  <a:lnTo>
                    <a:pt x="48747" y="210"/>
                  </a:lnTo>
                  <a:lnTo>
                    <a:pt x="50765" y="21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2"/>
            <p:cNvSpPr/>
            <p:nvPr/>
          </p:nvSpPr>
          <p:spPr>
            <a:xfrm>
              <a:off x="3504301" y="3509367"/>
              <a:ext cx="61504" cy="168138"/>
            </a:xfrm>
            <a:custGeom>
              <a:avLst/>
              <a:pathLst>
                <a:path w="61504" h="168138">
                  <a:moveTo>
                    <a:pt x="49297" y="154312"/>
                  </a:moveTo>
                  <a:lnTo>
                    <a:pt x="48057" y="154312"/>
                  </a:lnTo>
                  <a:lnTo>
                    <a:pt x="46039" y="154312"/>
                  </a:lnTo>
                  <a:lnTo>
                    <a:pt x="44020" y="154312"/>
                  </a:lnTo>
                  <a:lnTo>
                    <a:pt x="42001" y="154312"/>
                  </a:lnTo>
                  <a:lnTo>
                    <a:pt x="39983" y="154312"/>
                  </a:lnTo>
                  <a:lnTo>
                    <a:pt x="37964" y="154312"/>
                  </a:lnTo>
                  <a:lnTo>
                    <a:pt x="35946" y="154312"/>
                  </a:lnTo>
                  <a:lnTo>
                    <a:pt x="33927" y="154312"/>
                  </a:lnTo>
                  <a:lnTo>
                    <a:pt x="31908" y="154312"/>
                  </a:lnTo>
                  <a:lnTo>
                    <a:pt x="29890" y="154312"/>
                  </a:lnTo>
                  <a:lnTo>
                    <a:pt x="27871" y="154312"/>
                  </a:lnTo>
                  <a:lnTo>
                    <a:pt x="25852" y="154312"/>
                  </a:lnTo>
                  <a:lnTo>
                    <a:pt x="23834" y="154312"/>
                  </a:lnTo>
                  <a:lnTo>
                    <a:pt x="21816" y="154312"/>
                  </a:lnTo>
                  <a:lnTo>
                    <a:pt x="19796" y="154312"/>
                  </a:lnTo>
                  <a:lnTo>
                    <a:pt x="17778" y="154312"/>
                  </a:lnTo>
                  <a:lnTo>
                    <a:pt x="15759" y="154312"/>
                  </a:lnTo>
                  <a:lnTo>
                    <a:pt x="14566" y="154312"/>
                  </a:lnTo>
                  <a:lnTo>
                    <a:pt x="14327" y="154223"/>
                  </a:lnTo>
                  <a:lnTo>
                    <a:pt x="14163" y="154102"/>
                  </a:lnTo>
                  <a:lnTo>
                    <a:pt x="13400" y="154474"/>
                  </a:lnTo>
                  <a:lnTo>
                    <a:pt x="12614" y="155770"/>
                  </a:lnTo>
                  <a:lnTo>
                    <a:pt x="11773" y="156312"/>
                  </a:lnTo>
                  <a:lnTo>
                    <a:pt x="10878" y="156099"/>
                  </a:lnTo>
                  <a:lnTo>
                    <a:pt x="10765" y="156240"/>
                  </a:lnTo>
                  <a:lnTo>
                    <a:pt x="10310" y="156203"/>
                  </a:lnTo>
                  <a:lnTo>
                    <a:pt x="9656" y="156116"/>
                  </a:lnTo>
                  <a:lnTo>
                    <a:pt x="9065" y="156456"/>
                  </a:lnTo>
                  <a:lnTo>
                    <a:pt x="8614" y="157593"/>
                  </a:lnTo>
                  <a:lnTo>
                    <a:pt x="8152" y="159535"/>
                  </a:lnTo>
                  <a:lnTo>
                    <a:pt x="7325" y="161763"/>
                  </a:lnTo>
                  <a:lnTo>
                    <a:pt x="6677" y="163740"/>
                  </a:lnTo>
                  <a:lnTo>
                    <a:pt x="6127" y="165145"/>
                  </a:lnTo>
                  <a:lnTo>
                    <a:pt x="4867" y="167459"/>
                  </a:lnTo>
                  <a:lnTo>
                    <a:pt x="4180" y="168138"/>
                  </a:lnTo>
                  <a:lnTo>
                    <a:pt x="3839" y="168031"/>
                  </a:lnTo>
                  <a:lnTo>
                    <a:pt x="3630" y="167601"/>
                  </a:lnTo>
                  <a:lnTo>
                    <a:pt x="3235" y="164643"/>
                  </a:lnTo>
                  <a:lnTo>
                    <a:pt x="2991" y="164167"/>
                  </a:lnTo>
                  <a:lnTo>
                    <a:pt x="542" y="165691"/>
                  </a:lnTo>
                  <a:lnTo>
                    <a:pt x="170" y="165714"/>
                  </a:lnTo>
                  <a:lnTo>
                    <a:pt x="205" y="164793"/>
                  </a:lnTo>
                  <a:lnTo>
                    <a:pt x="24" y="157839"/>
                  </a:lnTo>
                  <a:lnTo>
                    <a:pt x="0" y="153582"/>
                  </a:lnTo>
                  <a:lnTo>
                    <a:pt x="319" y="150916"/>
                  </a:lnTo>
                  <a:lnTo>
                    <a:pt x="505" y="147843"/>
                  </a:lnTo>
                  <a:lnTo>
                    <a:pt x="525" y="145130"/>
                  </a:lnTo>
                  <a:lnTo>
                    <a:pt x="975" y="140519"/>
                  </a:lnTo>
                  <a:lnTo>
                    <a:pt x="809" y="137755"/>
                  </a:lnTo>
                  <a:lnTo>
                    <a:pt x="1390" y="128059"/>
                  </a:lnTo>
                  <a:lnTo>
                    <a:pt x="1543" y="126482"/>
                  </a:lnTo>
                  <a:lnTo>
                    <a:pt x="1768" y="121797"/>
                  </a:lnTo>
                  <a:lnTo>
                    <a:pt x="2132" y="120353"/>
                  </a:lnTo>
                  <a:lnTo>
                    <a:pt x="2451" y="119787"/>
                  </a:lnTo>
                  <a:lnTo>
                    <a:pt x="2869" y="116913"/>
                  </a:lnTo>
                  <a:lnTo>
                    <a:pt x="3673" y="112323"/>
                  </a:lnTo>
                  <a:lnTo>
                    <a:pt x="4230" y="109957"/>
                  </a:lnTo>
                  <a:lnTo>
                    <a:pt x="4109" y="104789"/>
                  </a:lnTo>
                  <a:lnTo>
                    <a:pt x="4198" y="101274"/>
                  </a:lnTo>
                  <a:lnTo>
                    <a:pt x="4325" y="100495"/>
                  </a:lnTo>
                  <a:lnTo>
                    <a:pt x="5512" y="99186"/>
                  </a:lnTo>
                  <a:lnTo>
                    <a:pt x="7051" y="95937"/>
                  </a:lnTo>
                  <a:lnTo>
                    <a:pt x="7701" y="92117"/>
                  </a:lnTo>
                  <a:lnTo>
                    <a:pt x="8620" y="89678"/>
                  </a:lnTo>
                  <a:lnTo>
                    <a:pt x="10404" y="88090"/>
                  </a:lnTo>
                  <a:lnTo>
                    <a:pt x="15678" y="74977"/>
                  </a:lnTo>
                  <a:lnTo>
                    <a:pt x="18133" y="67909"/>
                  </a:lnTo>
                  <a:lnTo>
                    <a:pt x="19200" y="64287"/>
                  </a:lnTo>
                  <a:lnTo>
                    <a:pt x="19237" y="62990"/>
                  </a:lnTo>
                  <a:lnTo>
                    <a:pt x="19441" y="61282"/>
                  </a:lnTo>
                  <a:lnTo>
                    <a:pt x="19013" y="59950"/>
                  </a:lnTo>
                  <a:lnTo>
                    <a:pt x="18503" y="58741"/>
                  </a:lnTo>
                  <a:lnTo>
                    <a:pt x="18332" y="57624"/>
                  </a:lnTo>
                  <a:lnTo>
                    <a:pt x="17892" y="57069"/>
                  </a:lnTo>
                  <a:lnTo>
                    <a:pt x="17262" y="57092"/>
                  </a:lnTo>
                  <a:lnTo>
                    <a:pt x="16844" y="56281"/>
                  </a:lnTo>
                  <a:lnTo>
                    <a:pt x="16371" y="54690"/>
                  </a:lnTo>
                  <a:lnTo>
                    <a:pt x="15897" y="53688"/>
                  </a:lnTo>
                  <a:lnTo>
                    <a:pt x="14400" y="53772"/>
                  </a:lnTo>
                  <a:lnTo>
                    <a:pt x="13248" y="52149"/>
                  </a:lnTo>
                  <a:lnTo>
                    <a:pt x="13262" y="49936"/>
                  </a:lnTo>
                  <a:lnTo>
                    <a:pt x="13713" y="45571"/>
                  </a:lnTo>
                  <a:lnTo>
                    <a:pt x="14589" y="40576"/>
                  </a:lnTo>
                  <a:lnTo>
                    <a:pt x="14635" y="39198"/>
                  </a:lnTo>
                  <a:lnTo>
                    <a:pt x="14512" y="38021"/>
                  </a:lnTo>
                  <a:lnTo>
                    <a:pt x="14301" y="37014"/>
                  </a:lnTo>
                  <a:lnTo>
                    <a:pt x="13906" y="36015"/>
                  </a:lnTo>
                  <a:lnTo>
                    <a:pt x="13536" y="34821"/>
                  </a:lnTo>
                  <a:lnTo>
                    <a:pt x="13823" y="31228"/>
                  </a:lnTo>
                  <a:lnTo>
                    <a:pt x="14375" y="27705"/>
                  </a:lnTo>
                  <a:lnTo>
                    <a:pt x="14826" y="25946"/>
                  </a:lnTo>
                  <a:lnTo>
                    <a:pt x="15267" y="23972"/>
                  </a:lnTo>
                  <a:lnTo>
                    <a:pt x="15141" y="22355"/>
                  </a:lnTo>
                  <a:lnTo>
                    <a:pt x="14497" y="21555"/>
                  </a:lnTo>
                  <a:lnTo>
                    <a:pt x="14833" y="19977"/>
                  </a:lnTo>
                  <a:lnTo>
                    <a:pt x="15528" y="17319"/>
                  </a:lnTo>
                  <a:lnTo>
                    <a:pt x="16875" y="14633"/>
                  </a:lnTo>
                  <a:lnTo>
                    <a:pt x="18060" y="12842"/>
                  </a:lnTo>
                  <a:lnTo>
                    <a:pt x="18850" y="12832"/>
                  </a:lnTo>
                  <a:lnTo>
                    <a:pt x="20388" y="14260"/>
                  </a:lnTo>
                  <a:lnTo>
                    <a:pt x="21780" y="15948"/>
                  </a:lnTo>
                  <a:lnTo>
                    <a:pt x="22543" y="16034"/>
                  </a:lnTo>
                  <a:lnTo>
                    <a:pt x="23471" y="15328"/>
                  </a:lnTo>
                  <a:lnTo>
                    <a:pt x="25392" y="12339"/>
                  </a:lnTo>
                  <a:lnTo>
                    <a:pt x="25853" y="13289"/>
                  </a:lnTo>
                  <a:lnTo>
                    <a:pt x="26416" y="15103"/>
                  </a:lnTo>
                  <a:lnTo>
                    <a:pt x="27024" y="18103"/>
                  </a:lnTo>
                  <a:lnTo>
                    <a:pt x="28233" y="19473"/>
                  </a:lnTo>
                  <a:lnTo>
                    <a:pt x="28814" y="20418"/>
                  </a:lnTo>
                  <a:lnTo>
                    <a:pt x="29229" y="20698"/>
                  </a:lnTo>
                  <a:lnTo>
                    <a:pt x="29459" y="20453"/>
                  </a:lnTo>
                  <a:lnTo>
                    <a:pt x="29918" y="18095"/>
                  </a:lnTo>
                  <a:lnTo>
                    <a:pt x="30473" y="16810"/>
                  </a:lnTo>
                  <a:lnTo>
                    <a:pt x="31498" y="15188"/>
                  </a:lnTo>
                  <a:lnTo>
                    <a:pt x="33758" y="13895"/>
                  </a:lnTo>
                  <a:lnTo>
                    <a:pt x="35372" y="13504"/>
                  </a:lnTo>
                  <a:lnTo>
                    <a:pt x="36055" y="13223"/>
                  </a:lnTo>
                  <a:lnTo>
                    <a:pt x="37202" y="12461"/>
                  </a:lnTo>
                  <a:lnTo>
                    <a:pt x="39009" y="10047"/>
                  </a:lnTo>
                  <a:lnTo>
                    <a:pt x="40790" y="13164"/>
                  </a:lnTo>
                  <a:lnTo>
                    <a:pt x="42723" y="13765"/>
                  </a:lnTo>
                  <a:lnTo>
                    <a:pt x="44597" y="13744"/>
                  </a:lnTo>
                  <a:lnTo>
                    <a:pt x="45167" y="12797"/>
                  </a:lnTo>
                  <a:lnTo>
                    <a:pt x="45496" y="12070"/>
                  </a:lnTo>
                  <a:lnTo>
                    <a:pt x="47462" y="6942"/>
                  </a:lnTo>
                  <a:lnTo>
                    <a:pt x="50124" y="0"/>
                  </a:lnTo>
                  <a:lnTo>
                    <a:pt x="51895" y="9782"/>
                  </a:lnTo>
                  <a:lnTo>
                    <a:pt x="52505" y="10355"/>
                  </a:lnTo>
                  <a:lnTo>
                    <a:pt x="52420" y="11209"/>
                  </a:lnTo>
                  <a:lnTo>
                    <a:pt x="52270" y="12033"/>
                  </a:lnTo>
                  <a:lnTo>
                    <a:pt x="53429" y="14392"/>
                  </a:lnTo>
                  <a:lnTo>
                    <a:pt x="54857" y="15622"/>
                  </a:lnTo>
                  <a:lnTo>
                    <a:pt x="55366" y="16831"/>
                  </a:lnTo>
                  <a:lnTo>
                    <a:pt x="55413" y="18142"/>
                  </a:lnTo>
                  <a:lnTo>
                    <a:pt x="54932" y="23861"/>
                  </a:lnTo>
                  <a:lnTo>
                    <a:pt x="55020" y="25491"/>
                  </a:lnTo>
                  <a:lnTo>
                    <a:pt x="55482" y="31225"/>
                  </a:lnTo>
                  <a:lnTo>
                    <a:pt x="56330" y="32511"/>
                  </a:lnTo>
                  <a:lnTo>
                    <a:pt x="57086" y="38279"/>
                  </a:lnTo>
                  <a:lnTo>
                    <a:pt x="58609" y="40726"/>
                  </a:lnTo>
                  <a:lnTo>
                    <a:pt x="58827" y="41430"/>
                  </a:lnTo>
                  <a:lnTo>
                    <a:pt x="59179" y="44228"/>
                  </a:lnTo>
                  <a:lnTo>
                    <a:pt x="59645" y="47290"/>
                  </a:lnTo>
                  <a:lnTo>
                    <a:pt x="60010" y="48001"/>
                  </a:lnTo>
                  <a:lnTo>
                    <a:pt x="60232" y="48180"/>
                  </a:lnTo>
                  <a:lnTo>
                    <a:pt x="60681" y="51430"/>
                  </a:lnTo>
                  <a:lnTo>
                    <a:pt x="60423" y="53256"/>
                  </a:lnTo>
                  <a:lnTo>
                    <a:pt x="60774" y="58803"/>
                  </a:lnTo>
                  <a:lnTo>
                    <a:pt x="61343" y="63761"/>
                  </a:lnTo>
                  <a:lnTo>
                    <a:pt x="61496" y="69685"/>
                  </a:lnTo>
                  <a:lnTo>
                    <a:pt x="61504" y="72294"/>
                  </a:lnTo>
                  <a:lnTo>
                    <a:pt x="61484" y="73889"/>
                  </a:lnTo>
                  <a:lnTo>
                    <a:pt x="61357" y="76143"/>
                  </a:lnTo>
                  <a:lnTo>
                    <a:pt x="61084" y="77446"/>
                  </a:lnTo>
                  <a:lnTo>
                    <a:pt x="60597" y="78710"/>
                  </a:lnTo>
                  <a:lnTo>
                    <a:pt x="60059" y="80704"/>
                  </a:lnTo>
                  <a:lnTo>
                    <a:pt x="59589" y="82841"/>
                  </a:lnTo>
                  <a:lnTo>
                    <a:pt x="59294" y="83891"/>
                  </a:lnTo>
                  <a:lnTo>
                    <a:pt x="59524" y="87091"/>
                  </a:lnTo>
                  <a:lnTo>
                    <a:pt x="59465" y="87928"/>
                  </a:lnTo>
                  <a:lnTo>
                    <a:pt x="59340" y="88336"/>
                  </a:lnTo>
                  <a:lnTo>
                    <a:pt x="58649" y="88823"/>
                  </a:lnTo>
                  <a:lnTo>
                    <a:pt x="57767" y="89678"/>
                  </a:lnTo>
                  <a:lnTo>
                    <a:pt x="57231" y="90531"/>
                  </a:lnTo>
                  <a:lnTo>
                    <a:pt x="56474" y="92153"/>
                  </a:lnTo>
                  <a:lnTo>
                    <a:pt x="55866" y="93909"/>
                  </a:lnTo>
                  <a:lnTo>
                    <a:pt x="55061" y="99075"/>
                  </a:lnTo>
                  <a:lnTo>
                    <a:pt x="53718" y="103095"/>
                  </a:lnTo>
                  <a:lnTo>
                    <a:pt x="53491" y="104420"/>
                  </a:lnTo>
                  <a:lnTo>
                    <a:pt x="52224" y="106820"/>
                  </a:lnTo>
                  <a:lnTo>
                    <a:pt x="51665" y="109777"/>
                  </a:lnTo>
                  <a:lnTo>
                    <a:pt x="51311" y="113401"/>
                  </a:lnTo>
                  <a:lnTo>
                    <a:pt x="50818" y="116000"/>
                  </a:lnTo>
                  <a:lnTo>
                    <a:pt x="49751" y="119568"/>
                  </a:lnTo>
                  <a:lnTo>
                    <a:pt x="49504" y="125205"/>
                  </a:lnTo>
                  <a:lnTo>
                    <a:pt x="49538" y="136459"/>
                  </a:lnTo>
                  <a:lnTo>
                    <a:pt x="49260" y="14927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3"/>
            <p:cNvSpPr/>
            <p:nvPr/>
          </p:nvSpPr>
          <p:spPr>
            <a:xfrm>
              <a:off x="3526408" y="2263788"/>
              <a:ext cx="7282" cy="6455"/>
            </a:xfrm>
            <a:custGeom>
              <a:avLst/>
              <a:pathLst>
                <a:path w="7282" h="6455">
                  <a:moveTo>
                    <a:pt x="5716" y="5000"/>
                  </a:moveTo>
                  <a:lnTo>
                    <a:pt x="7282" y="6455"/>
                  </a:lnTo>
                  <a:lnTo>
                    <a:pt x="5684" y="6067"/>
                  </a:lnTo>
                  <a:lnTo>
                    <a:pt x="2173" y="4700"/>
                  </a:lnTo>
                  <a:lnTo>
                    <a:pt x="625" y="3409"/>
                  </a:lnTo>
                  <a:lnTo>
                    <a:pt x="226" y="1966"/>
                  </a:lnTo>
                  <a:lnTo>
                    <a:pt x="0" y="0"/>
                  </a:lnTo>
                  <a:lnTo>
                    <a:pt x="863" y="2067"/>
                  </a:lnTo>
                  <a:lnTo>
                    <a:pt x="1472" y="29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4"/>
            <p:cNvSpPr/>
            <p:nvPr/>
          </p:nvSpPr>
          <p:spPr>
            <a:xfrm>
              <a:off x="3419929" y="2087072"/>
              <a:ext cx="204358" cy="235386"/>
            </a:xfrm>
            <a:custGeom>
              <a:avLst/>
              <a:pathLst>
                <a:path w="204358" h="235386">
                  <a:moveTo>
                    <a:pt x="182624" y="155490"/>
                  </a:moveTo>
                  <a:lnTo>
                    <a:pt x="182215" y="155822"/>
                  </a:lnTo>
                  <a:lnTo>
                    <a:pt x="178245" y="155360"/>
                  </a:lnTo>
                  <a:lnTo>
                    <a:pt x="175004" y="155989"/>
                  </a:lnTo>
                  <a:lnTo>
                    <a:pt x="172693" y="160648"/>
                  </a:lnTo>
                  <a:lnTo>
                    <a:pt x="171316" y="160635"/>
                  </a:lnTo>
                  <a:lnTo>
                    <a:pt x="169374" y="161850"/>
                  </a:lnTo>
                  <a:lnTo>
                    <a:pt x="168062" y="163359"/>
                  </a:lnTo>
                  <a:lnTo>
                    <a:pt x="166504" y="166631"/>
                  </a:lnTo>
                  <a:lnTo>
                    <a:pt x="165299" y="165162"/>
                  </a:lnTo>
                  <a:lnTo>
                    <a:pt x="163824" y="165204"/>
                  </a:lnTo>
                  <a:lnTo>
                    <a:pt x="162385" y="166095"/>
                  </a:lnTo>
                  <a:lnTo>
                    <a:pt x="160653" y="168281"/>
                  </a:lnTo>
                  <a:lnTo>
                    <a:pt x="159689" y="168667"/>
                  </a:lnTo>
                  <a:lnTo>
                    <a:pt x="157762" y="168038"/>
                  </a:lnTo>
                  <a:lnTo>
                    <a:pt x="155516" y="169293"/>
                  </a:lnTo>
                  <a:lnTo>
                    <a:pt x="150668" y="176471"/>
                  </a:lnTo>
                  <a:lnTo>
                    <a:pt x="149038" y="181716"/>
                  </a:lnTo>
                  <a:lnTo>
                    <a:pt x="148444" y="182742"/>
                  </a:lnTo>
                  <a:lnTo>
                    <a:pt x="147626" y="184022"/>
                  </a:lnTo>
                  <a:lnTo>
                    <a:pt x="146751" y="184668"/>
                  </a:lnTo>
                  <a:lnTo>
                    <a:pt x="146289" y="184609"/>
                  </a:lnTo>
                  <a:lnTo>
                    <a:pt x="148596" y="180881"/>
                  </a:lnTo>
                  <a:lnTo>
                    <a:pt x="149305" y="179483"/>
                  </a:lnTo>
                  <a:lnTo>
                    <a:pt x="149427" y="178451"/>
                  </a:lnTo>
                  <a:lnTo>
                    <a:pt x="149439" y="176787"/>
                  </a:lnTo>
                  <a:lnTo>
                    <a:pt x="148739" y="174721"/>
                  </a:lnTo>
                  <a:lnTo>
                    <a:pt x="146851" y="179845"/>
                  </a:lnTo>
                  <a:lnTo>
                    <a:pt x="145777" y="180588"/>
                  </a:lnTo>
                  <a:lnTo>
                    <a:pt x="144416" y="182130"/>
                  </a:lnTo>
                  <a:lnTo>
                    <a:pt x="144349" y="185567"/>
                  </a:lnTo>
                  <a:lnTo>
                    <a:pt x="144503" y="188115"/>
                  </a:lnTo>
                  <a:lnTo>
                    <a:pt x="145063" y="191322"/>
                  </a:lnTo>
                  <a:lnTo>
                    <a:pt x="146383" y="196577"/>
                  </a:lnTo>
                  <a:lnTo>
                    <a:pt x="149078" y="204084"/>
                  </a:lnTo>
                  <a:lnTo>
                    <a:pt x="150369" y="206841"/>
                  </a:lnTo>
                  <a:lnTo>
                    <a:pt x="151319" y="207944"/>
                  </a:lnTo>
                  <a:lnTo>
                    <a:pt x="152460" y="208104"/>
                  </a:lnTo>
                  <a:lnTo>
                    <a:pt x="154651" y="205785"/>
                  </a:lnTo>
                  <a:lnTo>
                    <a:pt x="155588" y="205423"/>
                  </a:lnTo>
                  <a:lnTo>
                    <a:pt x="157625" y="206308"/>
                  </a:lnTo>
                  <a:lnTo>
                    <a:pt x="158355" y="204758"/>
                  </a:lnTo>
                  <a:lnTo>
                    <a:pt x="159415" y="203902"/>
                  </a:lnTo>
                  <a:lnTo>
                    <a:pt x="160776" y="203794"/>
                  </a:lnTo>
                  <a:lnTo>
                    <a:pt x="162328" y="204488"/>
                  </a:lnTo>
                  <a:lnTo>
                    <a:pt x="164008" y="205661"/>
                  </a:lnTo>
                  <a:lnTo>
                    <a:pt x="163318" y="208314"/>
                  </a:lnTo>
                  <a:lnTo>
                    <a:pt x="162598" y="210425"/>
                  </a:lnTo>
                  <a:lnTo>
                    <a:pt x="162344" y="212761"/>
                  </a:lnTo>
                  <a:lnTo>
                    <a:pt x="161946" y="215358"/>
                  </a:lnTo>
                  <a:lnTo>
                    <a:pt x="160089" y="216523"/>
                  </a:lnTo>
                  <a:lnTo>
                    <a:pt x="158101" y="216380"/>
                  </a:lnTo>
                  <a:lnTo>
                    <a:pt x="156004" y="217133"/>
                  </a:lnTo>
                  <a:lnTo>
                    <a:pt x="155249" y="216120"/>
                  </a:lnTo>
                  <a:lnTo>
                    <a:pt x="154748" y="215197"/>
                  </a:lnTo>
                  <a:lnTo>
                    <a:pt x="153817" y="214276"/>
                  </a:lnTo>
                  <a:lnTo>
                    <a:pt x="152591" y="213764"/>
                  </a:lnTo>
                  <a:lnTo>
                    <a:pt x="151490" y="214380"/>
                  </a:lnTo>
                  <a:lnTo>
                    <a:pt x="150187" y="217928"/>
                  </a:lnTo>
                  <a:lnTo>
                    <a:pt x="147881" y="220353"/>
                  </a:lnTo>
                  <a:lnTo>
                    <a:pt x="147119" y="223122"/>
                  </a:lnTo>
                  <a:lnTo>
                    <a:pt x="144849" y="222503"/>
                  </a:lnTo>
                  <a:lnTo>
                    <a:pt x="142909" y="222989"/>
                  </a:lnTo>
                  <a:lnTo>
                    <a:pt x="140104" y="225514"/>
                  </a:lnTo>
                  <a:lnTo>
                    <a:pt x="137967" y="230929"/>
                  </a:lnTo>
                  <a:lnTo>
                    <a:pt x="135613" y="234316"/>
                  </a:lnTo>
                  <a:lnTo>
                    <a:pt x="133745" y="235386"/>
                  </a:lnTo>
                  <a:lnTo>
                    <a:pt x="131993" y="235052"/>
                  </a:lnTo>
                  <a:lnTo>
                    <a:pt x="130860" y="234039"/>
                  </a:lnTo>
                  <a:lnTo>
                    <a:pt x="128530" y="230479"/>
                  </a:lnTo>
                  <a:lnTo>
                    <a:pt x="128667" y="229204"/>
                  </a:lnTo>
                  <a:lnTo>
                    <a:pt x="128992" y="228560"/>
                  </a:lnTo>
                  <a:lnTo>
                    <a:pt x="129432" y="226731"/>
                  </a:lnTo>
                  <a:lnTo>
                    <a:pt x="130364" y="220014"/>
                  </a:lnTo>
                  <a:lnTo>
                    <a:pt x="130239" y="217837"/>
                  </a:lnTo>
                  <a:lnTo>
                    <a:pt x="129717" y="214405"/>
                  </a:lnTo>
                  <a:lnTo>
                    <a:pt x="127869" y="211740"/>
                  </a:lnTo>
                  <a:lnTo>
                    <a:pt x="126382" y="212245"/>
                  </a:lnTo>
                  <a:lnTo>
                    <a:pt x="125535" y="211535"/>
                  </a:lnTo>
                  <a:lnTo>
                    <a:pt x="122489" y="207003"/>
                  </a:lnTo>
                  <a:lnTo>
                    <a:pt x="120831" y="206683"/>
                  </a:lnTo>
                  <a:lnTo>
                    <a:pt x="118999" y="207596"/>
                  </a:lnTo>
                  <a:lnTo>
                    <a:pt x="118324" y="206937"/>
                  </a:lnTo>
                  <a:lnTo>
                    <a:pt x="117826" y="205358"/>
                  </a:lnTo>
                  <a:lnTo>
                    <a:pt x="121460" y="199767"/>
                  </a:lnTo>
                  <a:lnTo>
                    <a:pt x="125028" y="195152"/>
                  </a:lnTo>
                  <a:lnTo>
                    <a:pt x="126593" y="194678"/>
                  </a:lnTo>
                  <a:lnTo>
                    <a:pt x="128707" y="192530"/>
                  </a:lnTo>
                  <a:lnTo>
                    <a:pt x="130962" y="189305"/>
                  </a:lnTo>
                  <a:lnTo>
                    <a:pt x="130643" y="186770"/>
                  </a:lnTo>
                  <a:lnTo>
                    <a:pt x="130159" y="184897"/>
                  </a:lnTo>
                  <a:lnTo>
                    <a:pt x="129077" y="185411"/>
                  </a:lnTo>
                  <a:lnTo>
                    <a:pt x="128294" y="186039"/>
                  </a:lnTo>
                  <a:lnTo>
                    <a:pt x="126404" y="184027"/>
                  </a:lnTo>
                  <a:lnTo>
                    <a:pt x="125709" y="182549"/>
                  </a:lnTo>
                  <a:lnTo>
                    <a:pt x="122752" y="184084"/>
                  </a:lnTo>
                  <a:lnTo>
                    <a:pt x="121106" y="183856"/>
                  </a:lnTo>
                  <a:lnTo>
                    <a:pt x="117471" y="185268"/>
                  </a:lnTo>
                  <a:lnTo>
                    <a:pt x="115803" y="183889"/>
                  </a:lnTo>
                  <a:lnTo>
                    <a:pt x="112463" y="180029"/>
                  </a:lnTo>
                  <a:lnTo>
                    <a:pt x="111208" y="179253"/>
                  </a:lnTo>
                  <a:lnTo>
                    <a:pt x="110141" y="179418"/>
                  </a:lnTo>
                  <a:lnTo>
                    <a:pt x="109559" y="178148"/>
                  </a:lnTo>
                  <a:lnTo>
                    <a:pt x="110273" y="177513"/>
                  </a:lnTo>
                  <a:lnTo>
                    <a:pt x="111102" y="177438"/>
                  </a:lnTo>
                  <a:lnTo>
                    <a:pt x="111963" y="176974"/>
                  </a:lnTo>
                  <a:lnTo>
                    <a:pt x="112206" y="176301"/>
                  </a:lnTo>
                  <a:lnTo>
                    <a:pt x="112153" y="175036"/>
                  </a:lnTo>
                  <a:lnTo>
                    <a:pt x="110419" y="174076"/>
                  </a:lnTo>
                  <a:lnTo>
                    <a:pt x="108806" y="173801"/>
                  </a:lnTo>
                  <a:lnTo>
                    <a:pt x="107783" y="172664"/>
                  </a:lnTo>
                  <a:lnTo>
                    <a:pt x="107003" y="171362"/>
                  </a:lnTo>
                  <a:lnTo>
                    <a:pt x="108832" y="171342"/>
                  </a:lnTo>
                  <a:lnTo>
                    <a:pt x="110671" y="172326"/>
                  </a:lnTo>
                  <a:lnTo>
                    <a:pt x="113550" y="172690"/>
                  </a:lnTo>
                  <a:lnTo>
                    <a:pt x="116160" y="173707"/>
                  </a:lnTo>
                  <a:lnTo>
                    <a:pt x="116814" y="172441"/>
                  </a:lnTo>
                  <a:lnTo>
                    <a:pt x="118331" y="170249"/>
                  </a:lnTo>
                  <a:lnTo>
                    <a:pt x="118621" y="169550"/>
                  </a:lnTo>
                  <a:lnTo>
                    <a:pt x="116078" y="171051"/>
                  </a:lnTo>
                  <a:lnTo>
                    <a:pt x="113502" y="170094"/>
                  </a:lnTo>
                  <a:lnTo>
                    <a:pt x="112560" y="168757"/>
                  </a:lnTo>
                  <a:lnTo>
                    <a:pt x="111765" y="166797"/>
                  </a:lnTo>
                  <a:lnTo>
                    <a:pt x="111432" y="164564"/>
                  </a:lnTo>
                  <a:lnTo>
                    <a:pt x="111649" y="162482"/>
                  </a:lnTo>
                  <a:lnTo>
                    <a:pt x="111371" y="158725"/>
                  </a:lnTo>
                  <a:lnTo>
                    <a:pt x="110521" y="155382"/>
                  </a:lnTo>
                  <a:lnTo>
                    <a:pt x="110220" y="153546"/>
                  </a:lnTo>
                  <a:lnTo>
                    <a:pt x="109322" y="151903"/>
                  </a:lnTo>
                  <a:lnTo>
                    <a:pt x="110205" y="155621"/>
                  </a:lnTo>
                  <a:lnTo>
                    <a:pt x="110534" y="158096"/>
                  </a:lnTo>
                  <a:lnTo>
                    <a:pt x="111066" y="160375"/>
                  </a:lnTo>
                  <a:lnTo>
                    <a:pt x="110940" y="166418"/>
                  </a:lnTo>
                  <a:lnTo>
                    <a:pt x="110613" y="168542"/>
                  </a:lnTo>
                  <a:lnTo>
                    <a:pt x="109554" y="169077"/>
                  </a:lnTo>
                  <a:lnTo>
                    <a:pt x="108162" y="168758"/>
                  </a:lnTo>
                  <a:lnTo>
                    <a:pt x="106744" y="168099"/>
                  </a:lnTo>
                  <a:lnTo>
                    <a:pt x="107099" y="164773"/>
                  </a:lnTo>
                  <a:lnTo>
                    <a:pt x="106344" y="165923"/>
                  </a:lnTo>
                  <a:lnTo>
                    <a:pt x="105277" y="169161"/>
                  </a:lnTo>
                  <a:lnTo>
                    <a:pt x="104339" y="169643"/>
                  </a:lnTo>
                  <a:lnTo>
                    <a:pt x="102255" y="169289"/>
                  </a:lnTo>
                  <a:lnTo>
                    <a:pt x="98388" y="171430"/>
                  </a:lnTo>
                  <a:lnTo>
                    <a:pt x="98122" y="173763"/>
                  </a:lnTo>
                  <a:lnTo>
                    <a:pt x="97541" y="176920"/>
                  </a:lnTo>
                  <a:lnTo>
                    <a:pt x="96980" y="178758"/>
                  </a:lnTo>
                  <a:lnTo>
                    <a:pt x="96804" y="179866"/>
                  </a:lnTo>
                  <a:lnTo>
                    <a:pt x="95155" y="184628"/>
                  </a:lnTo>
                  <a:lnTo>
                    <a:pt x="94944" y="185078"/>
                  </a:lnTo>
                  <a:lnTo>
                    <a:pt x="91833" y="191679"/>
                  </a:lnTo>
                  <a:lnTo>
                    <a:pt x="91438" y="192175"/>
                  </a:lnTo>
                  <a:lnTo>
                    <a:pt x="89421" y="193712"/>
                  </a:lnTo>
                  <a:lnTo>
                    <a:pt x="88229" y="195058"/>
                  </a:lnTo>
                  <a:lnTo>
                    <a:pt x="87316" y="195658"/>
                  </a:lnTo>
                  <a:lnTo>
                    <a:pt x="85770" y="194990"/>
                  </a:lnTo>
                  <a:lnTo>
                    <a:pt x="85127" y="195942"/>
                  </a:lnTo>
                  <a:lnTo>
                    <a:pt x="84823" y="197123"/>
                  </a:lnTo>
                  <a:lnTo>
                    <a:pt x="84817" y="199561"/>
                  </a:lnTo>
                  <a:lnTo>
                    <a:pt x="85602" y="201314"/>
                  </a:lnTo>
                  <a:lnTo>
                    <a:pt x="86246" y="207146"/>
                  </a:lnTo>
                  <a:lnTo>
                    <a:pt x="86006" y="209610"/>
                  </a:lnTo>
                  <a:lnTo>
                    <a:pt x="85394" y="208014"/>
                  </a:lnTo>
                  <a:lnTo>
                    <a:pt x="84437" y="206333"/>
                  </a:lnTo>
                  <a:lnTo>
                    <a:pt x="82575" y="204889"/>
                  </a:lnTo>
                  <a:lnTo>
                    <a:pt x="80529" y="205384"/>
                  </a:lnTo>
                  <a:lnTo>
                    <a:pt x="78302" y="207818"/>
                  </a:lnTo>
                  <a:lnTo>
                    <a:pt x="76791" y="208723"/>
                  </a:lnTo>
                  <a:lnTo>
                    <a:pt x="75996" y="208098"/>
                  </a:lnTo>
                  <a:lnTo>
                    <a:pt x="75512" y="208134"/>
                  </a:lnTo>
                  <a:lnTo>
                    <a:pt x="75340" y="208832"/>
                  </a:lnTo>
                  <a:lnTo>
                    <a:pt x="75377" y="209404"/>
                  </a:lnTo>
                  <a:lnTo>
                    <a:pt x="75622" y="209847"/>
                  </a:lnTo>
                  <a:lnTo>
                    <a:pt x="75586" y="210170"/>
                  </a:lnTo>
                  <a:lnTo>
                    <a:pt x="75274" y="210372"/>
                  </a:lnTo>
                  <a:lnTo>
                    <a:pt x="71760" y="208656"/>
                  </a:lnTo>
                  <a:lnTo>
                    <a:pt x="70243" y="207033"/>
                  </a:lnTo>
                  <a:lnTo>
                    <a:pt x="69048" y="203980"/>
                  </a:lnTo>
                  <a:lnTo>
                    <a:pt x="69643" y="202992"/>
                  </a:lnTo>
                  <a:lnTo>
                    <a:pt x="70159" y="202558"/>
                  </a:lnTo>
                  <a:lnTo>
                    <a:pt x="71988" y="202304"/>
                  </a:lnTo>
                  <a:lnTo>
                    <a:pt x="72302" y="201992"/>
                  </a:lnTo>
                  <a:lnTo>
                    <a:pt x="72333" y="201288"/>
                  </a:lnTo>
                  <a:lnTo>
                    <a:pt x="72469" y="200376"/>
                  </a:lnTo>
                  <a:lnTo>
                    <a:pt x="72420" y="199034"/>
                  </a:lnTo>
                  <a:lnTo>
                    <a:pt x="72218" y="197617"/>
                  </a:lnTo>
                  <a:lnTo>
                    <a:pt x="73020" y="195548"/>
                  </a:lnTo>
                  <a:lnTo>
                    <a:pt x="74216" y="193833"/>
                  </a:lnTo>
                  <a:lnTo>
                    <a:pt x="74917" y="192115"/>
                  </a:lnTo>
                  <a:lnTo>
                    <a:pt x="75024" y="189598"/>
                  </a:lnTo>
                  <a:lnTo>
                    <a:pt x="76282" y="188372"/>
                  </a:lnTo>
                  <a:lnTo>
                    <a:pt x="77397" y="186265"/>
                  </a:lnTo>
                  <a:lnTo>
                    <a:pt x="77671" y="183970"/>
                  </a:lnTo>
                  <a:lnTo>
                    <a:pt x="78062" y="182527"/>
                  </a:lnTo>
                  <a:lnTo>
                    <a:pt x="77352" y="179218"/>
                  </a:lnTo>
                  <a:lnTo>
                    <a:pt x="77202" y="177037"/>
                  </a:lnTo>
                  <a:lnTo>
                    <a:pt x="77167" y="175209"/>
                  </a:lnTo>
                  <a:lnTo>
                    <a:pt x="77518" y="174193"/>
                  </a:lnTo>
                  <a:lnTo>
                    <a:pt x="78557" y="173055"/>
                  </a:lnTo>
                  <a:lnTo>
                    <a:pt x="79652" y="172172"/>
                  </a:lnTo>
                  <a:lnTo>
                    <a:pt x="80105" y="172258"/>
                  </a:lnTo>
                  <a:lnTo>
                    <a:pt x="80271" y="172820"/>
                  </a:lnTo>
                  <a:lnTo>
                    <a:pt x="80314" y="176532"/>
                  </a:lnTo>
                  <a:lnTo>
                    <a:pt x="80532" y="176603"/>
                  </a:lnTo>
                  <a:lnTo>
                    <a:pt x="80882" y="176140"/>
                  </a:lnTo>
                  <a:lnTo>
                    <a:pt x="81453" y="173954"/>
                  </a:lnTo>
                  <a:lnTo>
                    <a:pt x="81846" y="174590"/>
                  </a:lnTo>
                  <a:lnTo>
                    <a:pt x="82452" y="174831"/>
                  </a:lnTo>
                  <a:lnTo>
                    <a:pt x="82905" y="174268"/>
                  </a:lnTo>
                  <a:lnTo>
                    <a:pt x="83200" y="174333"/>
                  </a:lnTo>
                  <a:lnTo>
                    <a:pt x="83566" y="174897"/>
                  </a:lnTo>
                  <a:lnTo>
                    <a:pt x="84294" y="175692"/>
                  </a:lnTo>
                  <a:lnTo>
                    <a:pt x="84974" y="175956"/>
                  </a:lnTo>
                  <a:lnTo>
                    <a:pt x="85537" y="175427"/>
                  </a:lnTo>
                  <a:lnTo>
                    <a:pt x="86017" y="174482"/>
                  </a:lnTo>
                  <a:lnTo>
                    <a:pt x="86529" y="174805"/>
                  </a:lnTo>
                  <a:lnTo>
                    <a:pt x="87505" y="177383"/>
                  </a:lnTo>
                  <a:lnTo>
                    <a:pt x="87961" y="177098"/>
                  </a:lnTo>
                  <a:lnTo>
                    <a:pt x="90206" y="176577"/>
                  </a:lnTo>
                  <a:lnTo>
                    <a:pt x="90567" y="175876"/>
                  </a:lnTo>
                  <a:lnTo>
                    <a:pt x="90834" y="175239"/>
                  </a:lnTo>
                  <a:lnTo>
                    <a:pt x="88487" y="171818"/>
                  </a:lnTo>
                  <a:lnTo>
                    <a:pt x="88605" y="169273"/>
                  </a:lnTo>
                  <a:lnTo>
                    <a:pt x="88693" y="166354"/>
                  </a:lnTo>
                  <a:lnTo>
                    <a:pt x="88416" y="164621"/>
                  </a:lnTo>
                  <a:lnTo>
                    <a:pt x="87959" y="163248"/>
                  </a:lnTo>
                  <a:lnTo>
                    <a:pt x="86163" y="161652"/>
                  </a:lnTo>
                  <a:lnTo>
                    <a:pt x="84778" y="160000"/>
                  </a:lnTo>
                  <a:lnTo>
                    <a:pt x="84486" y="159256"/>
                  </a:lnTo>
                  <a:lnTo>
                    <a:pt x="84448" y="158289"/>
                  </a:lnTo>
                  <a:lnTo>
                    <a:pt x="84389" y="156788"/>
                  </a:lnTo>
                  <a:lnTo>
                    <a:pt x="83839" y="155500"/>
                  </a:lnTo>
                  <a:lnTo>
                    <a:pt x="83793" y="154409"/>
                  </a:lnTo>
                  <a:lnTo>
                    <a:pt x="84143" y="152710"/>
                  </a:lnTo>
                  <a:lnTo>
                    <a:pt x="84228" y="150899"/>
                  </a:lnTo>
                  <a:lnTo>
                    <a:pt x="84113" y="150185"/>
                  </a:lnTo>
                  <a:lnTo>
                    <a:pt x="83789" y="149602"/>
                  </a:lnTo>
                  <a:lnTo>
                    <a:pt x="83165" y="149545"/>
                  </a:lnTo>
                  <a:lnTo>
                    <a:pt x="82344" y="148499"/>
                  </a:lnTo>
                  <a:lnTo>
                    <a:pt x="81781" y="147090"/>
                  </a:lnTo>
                  <a:lnTo>
                    <a:pt x="80268" y="145058"/>
                  </a:lnTo>
                  <a:lnTo>
                    <a:pt x="79805" y="144728"/>
                  </a:lnTo>
                  <a:lnTo>
                    <a:pt x="79522" y="143722"/>
                  </a:lnTo>
                  <a:lnTo>
                    <a:pt x="79387" y="142520"/>
                  </a:lnTo>
                  <a:lnTo>
                    <a:pt x="79704" y="141028"/>
                  </a:lnTo>
                  <a:lnTo>
                    <a:pt x="80103" y="138731"/>
                  </a:lnTo>
                  <a:lnTo>
                    <a:pt x="80384" y="136576"/>
                  </a:lnTo>
                  <a:lnTo>
                    <a:pt x="80388" y="135292"/>
                  </a:lnTo>
                  <a:lnTo>
                    <a:pt x="80203" y="132117"/>
                  </a:lnTo>
                  <a:lnTo>
                    <a:pt x="79415" y="129691"/>
                  </a:lnTo>
                  <a:lnTo>
                    <a:pt x="79046" y="129369"/>
                  </a:lnTo>
                  <a:lnTo>
                    <a:pt x="78410" y="130051"/>
                  </a:lnTo>
                  <a:lnTo>
                    <a:pt x="77688" y="130623"/>
                  </a:lnTo>
                  <a:lnTo>
                    <a:pt x="77118" y="130087"/>
                  </a:lnTo>
                  <a:lnTo>
                    <a:pt x="76467" y="128772"/>
                  </a:lnTo>
                  <a:lnTo>
                    <a:pt x="75422" y="125110"/>
                  </a:lnTo>
                  <a:lnTo>
                    <a:pt x="73467" y="124377"/>
                  </a:lnTo>
                  <a:lnTo>
                    <a:pt x="72659" y="124202"/>
                  </a:lnTo>
                  <a:lnTo>
                    <a:pt x="71894" y="125968"/>
                  </a:lnTo>
                  <a:lnTo>
                    <a:pt x="71654" y="125432"/>
                  </a:lnTo>
                  <a:lnTo>
                    <a:pt x="71439" y="124303"/>
                  </a:lnTo>
                  <a:lnTo>
                    <a:pt x="71035" y="123853"/>
                  </a:lnTo>
                  <a:lnTo>
                    <a:pt x="70502" y="124375"/>
                  </a:lnTo>
                  <a:lnTo>
                    <a:pt x="70348" y="123873"/>
                  </a:lnTo>
                  <a:lnTo>
                    <a:pt x="70577" y="122348"/>
                  </a:lnTo>
                  <a:lnTo>
                    <a:pt x="69940" y="121594"/>
                  </a:lnTo>
                  <a:lnTo>
                    <a:pt x="68438" y="121611"/>
                  </a:lnTo>
                  <a:lnTo>
                    <a:pt x="67640" y="121048"/>
                  </a:lnTo>
                  <a:lnTo>
                    <a:pt x="67545" y="119903"/>
                  </a:lnTo>
                  <a:lnTo>
                    <a:pt x="67072" y="119149"/>
                  </a:lnTo>
                  <a:lnTo>
                    <a:pt x="66219" y="118787"/>
                  </a:lnTo>
                  <a:lnTo>
                    <a:pt x="65393" y="117851"/>
                  </a:lnTo>
                  <a:lnTo>
                    <a:pt x="64591" y="116343"/>
                  </a:lnTo>
                  <a:lnTo>
                    <a:pt x="63393" y="115361"/>
                  </a:lnTo>
                  <a:lnTo>
                    <a:pt x="61795" y="114906"/>
                  </a:lnTo>
                  <a:lnTo>
                    <a:pt x="61664" y="114743"/>
                  </a:lnTo>
                  <a:lnTo>
                    <a:pt x="61516" y="114527"/>
                  </a:lnTo>
                  <a:lnTo>
                    <a:pt x="60485" y="115551"/>
                  </a:lnTo>
                  <a:lnTo>
                    <a:pt x="59865" y="116362"/>
                  </a:lnTo>
                  <a:lnTo>
                    <a:pt x="59106" y="115857"/>
                  </a:lnTo>
                  <a:lnTo>
                    <a:pt x="57875" y="117668"/>
                  </a:lnTo>
                  <a:lnTo>
                    <a:pt x="55376" y="117761"/>
                  </a:lnTo>
                  <a:lnTo>
                    <a:pt x="54151" y="117653"/>
                  </a:lnTo>
                  <a:lnTo>
                    <a:pt x="53543" y="117203"/>
                  </a:lnTo>
                  <a:lnTo>
                    <a:pt x="51197" y="119952"/>
                  </a:lnTo>
                  <a:lnTo>
                    <a:pt x="50953" y="120965"/>
                  </a:lnTo>
                  <a:lnTo>
                    <a:pt x="50425" y="121301"/>
                  </a:lnTo>
                  <a:lnTo>
                    <a:pt x="48948" y="121847"/>
                  </a:lnTo>
                  <a:lnTo>
                    <a:pt x="47395" y="122622"/>
                  </a:lnTo>
                  <a:lnTo>
                    <a:pt x="47069" y="125297"/>
                  </a:lnTo>
                  <a:lnTo>
                    <a:pt x="46607" y="126742"/>
                  </a:lnTo>
                  <a:lnTo>
                    <a:pt x="45772" y="128864"/>
                  </a:lnTo>
                  <a:lnTo>
                    <a:pt x="42887" y="129601"/>
                  </a:lnTo>
                  <a:lnTo>
                    <a:pt x="40396" y="130639"/>
                  </a:lnTo>
                  <a:lnTo>
                    <a:pt x="37841" y="131279"/>
                  </a:lnTo>
                  <a:lnTo>
                    <a:pt x="34495" y="133871"/>
                  </a:lnTo>
                  <a:lnTo>
                    <a:pt x="33407" y="136157"/>
                  </a:lnTo>
                  <a:lnTo>
                    <a:pt x="32331" y="136795"/>
                  </a:lnTo>
                  <a:lnTo>
                    <a:pt x="31358" y="136983"/>
                  </a:lnTo>
                  <a:lnTo>
                    <a:pt x="30728" y="135710"/>
                  </a:lnTo>
                  <a:lnTo>
                    <a:pt x="28605" y="132292"/>
                  </a:lnTo>
                  <a:lnTo>
                    <a:pt x="27787" y="130681"/>
                  </a:lnTo>
                  <a:lnTo>
                    <a:pt x="26710" y="130206"/>
                  </a:lnTo>
                  <a:lnTo>
                    <a:pt x="25539" y="130474"/>
                  </a:lnTo>
                  <a:lnTo>
                    <a:pt x="24415" y="131268"/>
                  </a:lnTo>
                  <a:lnTo>
                    <a:pt x="23232" y="131419"/>
                  </a:lnTo>
                  <a:lnTo>
                    <a:pt x="21892" y="130275"/>
                  </a:lnTo>
                  <a:lnTo>
                    <a:pt x="21751" y="130386"/>
                  </a:lnTo>
                  <a:lnTo>
                    <a:pt x="21234" y="130541"/>
                  </a:lnTo>
                  <a:lnTo>
                    <a:pt x="17909" y="129157"/>
                  </a:lnTo>
                  <a:lnTo>
                    <a:pt x="17603" y="128927"/>
                  </a:lnTo>
                  <a:lnTo>
                    <a:pt x="17455" y="128870"/>
                  </a:lnTo>
                  <a:lnTo>
                    <a:pt x="16997" y="128766"/>
                  </a:lnTo>
                  <a:lnTo>
                    <a:pt x="14493" y="128939"/>
                  </a:lnTo>
                  <a:lnTo>
                    <a:pt x="12159" y="126146"/>
                  </a:lnTo>
                  <a:lnTo>
                    <a:pt x="11441" y="126061"/>
                  </a:lnTo>
                  <a:lnTo>
                    <a:pt x="10889" y="127192"/>
                  </a:lnTo>
                  <a:lnTo>
                    <a:pt x="10480" y="128450"/>
                  </a:lnTo>
                  <a:lnTo>
                    <a:pt x="8869" y="129699"/>
                  </a:lnTo>
                  <a:lnTo>
                    <a:pt x="8457" y="130201"/>
                  </a:lnTo>
                  <a:lnTo>
                    <a:pt x="8223" y="129816"/>
                  </a:lnTo>
                  <a:lnTo>
                    <a:pt x="8115" y="128730"/>
                  </a:lnTo>
                  <a:lnTo>
                    <a:pt x="8237" y="127770"/>
                  </a:lnTo>
                  <a:lnTo>
                    <a:pt x="7998" y="126861"/>
                  </a:lnTo>
                  <a:lnTo>
                    <a:pt x="7385" y="125830"/>
                  </a:lnTo>
                  <a:lnTo>
                    <a:pt x="7236" y="125404"/>
                  </a:lnTo>
                  <a:lnTo>
                    <a:pt x="6469" y="125481"/>
                  </a:lnTo>
                  <a:lnTo>
                    <a:pt x="6183" y="125558"/>
                  </a:lnTo>
                  <a:lnTo>
                    <a:pt x="5116" y="124683"/>
                  </a:lnTo>
                  <a:lnTo>
                    <a:pt x="4409" y="122575"/>
                  </a:lnTo>
                  <a:lnTo>
                    <a:pt x="3315" y="121454"/>
                  </a:lnTo>
                  <a:lnTo>
                    <a:pt x="2479" y="121077"/>
                  </a:lnTo>
                  <a:lnTo>
                    <a:pt x="2099" y="120174"/>
                  </a:lnTo>
                  <a:lnTo>
                    <a:pt x="1854" y="118972"/>
                  </a:lnTo>
                  <a:lnTo>
                    <a:pt x="1562" y="117979"/>
                  </a:lnTo>
                  <a:lnTo>
                    <a:pt x="1383" y="116606"/>
                  </a:lnTo>
                  <a:lnTo>
                    <a:pt x="1082" y="116427"/>
                  </a:lnTo>
                  <a:lnTo>
                    <a:pt x="0" y="116666"/>
                  </a:lnTo>
                  <a:lnTo>
                    <a:pt x="125" y="111844"/>
                  </a:lnTo>
                  <a:lnTo>
                    <a:pt x="1855" y="108377"/>
                  </a:lnTo>
                  <a:lnTo>
                    <a:pt x="2279" y="106627"/>
                  </a:lnTo>
                  <a:lnTo>
                    <a:pt x="2925" y="102833"/>
                  </a:lnTo>
                  <a:lnTo>
                    <a:pt x="3408" y="101058"/>
                  </a:lnTo>
                  <a:lnTo>
                    <a:pt x="3989" y="99589"/>
                  </a:lnTo>
                  <a:lnTo>
                    <a:pt x="4454" y="98166"/>
                  </a:lnTo>
                  <a:lnTo>
                    <a:pt x="4619" y="96946"/>
                  </a:lnTo>
                  <a:lnTo>
                    <a:pt x="5088" y="96813"/>
                  </a:lnTo>
                  <a:lnTo>
                    <a:pt x="6466" y="97914"/>
                  </a:lnTo>
                  <a:lnTo>
                    <a:pt x="7698" y="98481"/>
                  </a:lnTo>
                  <a:lnTo>
                    <a:pt x="8038" y="97944"/>
                  </a:lnTo>
                  <a:lnTo>
                    <a:pt x="8178" y="97240"/>
                  </a:lnTo>
                  <a:lnTo>
                    <a:pt x="8121" y="96693"/>
                  </a:lnTo>
                  <a:lnTo>
                    <a:pt x="7134" y="95069"/>
                  </a:lnTo>
                  <a:lnTo>
                    <a:pt x="6516" y="94036"/>
                  </a:lnTo>
                  <a:lnTo>
                    <a:pt x="6478" y="93399"/>
                  </a:lnTo>
                  <a:lnTo>
                    <a:pt x="6701" y="91974"/>
                  </a:lnTo>
                  <a:lnTo>
                    <a:pt x="6819" y="90372"/>
                  </a:lnTo>
                  <a:lnTo>
                    <a:pt x="6677" y="88639"/>
                  </a:lnTo>
                  <a:lnTo>
                    <a:pt x="6004" y="84802"/>
                  </a:lnTo>
                  <a:lnTo>
                    <a:pt x="5877" y="83167"/>
                  </a:lnTo>
                  <a:lnTo>
                    <a:pt x="6521" y="81181"/>
                  </a:lnTo>
                  <a:lnTo>
                    <a:pt x="8617" y="76452"/>
                  </a:lnTo>
                  <a:lnTo>
                    <a:pt x="9316" y="74676"/>
                  </a:lnTo>
                  <a:lnTo>
                    <a:pt x="10270" y="72527"/>
                  </a:lnTo>
                  <a:lnTo>
                    <a:pt x="12861" y="67392"/>
                  </a:lnTo>
                  <a:lnTo>
                    <a:pt x="14498" y="64406"/>
                  </a:lnTo>
                  <a:lnTo>
                    <a:pt x="15606" y="62754"/>
                  </a:lnTo>
                  <a:lnTo>
                    <a:pt x="17228" y="59881"/>
                  </a:lnTo>
                  <a:lnTo>
                    <a:pt x="17940" y="58395"/>
                  </a:lnTo>
                  <a:lnTo>
                    <a:pt x="20903" y="57428"/>
                  </a:lnTo>
                  <a:lnTo>
                    <a:pt x="21270" y="56040"/>
                  </a:lnTo>
                  <a:lnTo>
                    <a:pt x="21811" y="54521"/>
                  </a:lnTo>
                  <a:lnTo>
                    <a:pt x="22235" y="53870"/>
                  </a:lnTo>
                  <a:lnTo>
                    <a:pt x="22289" y="51312"/>
                  </a:lnTo>
                  <a:lnTo>
                    <a:pt x="21739" y="48187"/>
                  </a:lnTo>
                  <a:lnTo>
                    <a:pt x="21297" y="47083"/>
                  </a:lnTo>
                  <a:lnTo>
                    <a:pt x="20968" y="46332"/>
                  </a:lnTo>
                  <a:lnTo>
                    <a:pt x="21180" y="45629"/>
                  </a:lnTo>
                  <a:lnTo>
                    <a:pt x="21508" y="45428"/>
                  </a:lnTo>
                  <a:lnTo>
                    <a:pt x="21913" y="45329"/>
                  </a:lnTo>
                  <a:lnTo>
                    <a:pt x="22414" y="44577"/>
                  </a:lnTo>
                  <a:lnTo>
                    <a:pt x="22301" y="43756"/>
                  </a:lnTo>
                  <a:lnTo>
                    <a:pt x="21051" y="41756"/>
                  </a:lnTo>
                  <a:lnTo>
                    <a:pt x="20510" y="40217"/>
                  </a:lnTo>
                  <a:lnTo>
                    <a:pt x="19663" y="36266"/>
                  </a:lnTo>
                  <a:lnTo>
                    <a:pt x="17945" y="32162"/>
                  </a:lnTo>
                  <a:lnTo>
                    <a:pt x="17403" y="30834"/>
                  </a:lnTo>
                  <a:lnTo>
                    <a:pt x="17325" y="29580"/>
                  </a:lnTo>
                  <a:lnTo>
                    <a:pt x="17576" y="28326"/>
                  </a:lnTo>
                  <a:lnTo>
                    <a:pt x="17340" y="26729"/>
                  </a:lnTo>
                  <a:lnTo>
                    <a:pt x="16731" y="24692"/>
                  </a:lnTo>
                  <a:lnTo>
                    <a:pt x="16828" y="24471"/>
                  </a:lnTo>
                  <a:lnTo>
                    <a:pt x="16769" y="21956"/>
                  </a:lnTo>
                  <a:lnTo>
                    <a:pt x="17201" y="21414"/>
                  </a:lnTo>
                  <a:lnTo>
                    <a:pt x="17884" y="21046"/>
                  </a:lnTo>
                  <a:lnTo>
                    <a:pt x="18848" y="21170"/>
                  </a:lnTo>
                  <a:lnTo>
                    <a:pt x="19672" y="21558"/>
                  </a:lnTo>
                  <a:lnTo>
                    <a:pt x="20659" y="22708"/>
                  </a:lnTo>
                  <a:lnTo>
                    <a:pt x="20967" y="22523"/>
                  </a:lnTo>
                  <a:lnTo>
                    <a:pt x="22654" y="20356"/>
                  </a:lnTo>
                  <a:lnTo>
                    <a:pt x="24394" y="17104"/>
                  </a:lnTo>
                  <a:lnTo>
                    <a:pt x="24889" y="15221"/>
                  </a:lnTo>
                  <a:lnTo>
                    <a:pt x="25323" y="14361"/>
                  </a:lnTo>
                  <a:lnTo>
                    <a:pt x="26837" y="13903"/>
                  </a:lnTo>
                  <a:lnTo>
                    <a:pt x="28155" y="13712"/>
                  </a:lnTo>
                  <a:lnTo>
                    <a:pt x="28994" y="13748"/>
                  </a:lnTo>
                  <a:lnTo>
                    <a:pt x="31052" y="13428"/>
                  </a:lnTo>
                  <a:lnTo>
                    <a:pt x="32272" y="13073"/>
                  </a:lnTo>
                  <a:lnTo>
                    <a:pt x="33326" y="12500"/>
                  </a:lnTo>
                  <a:lnTo>
                    <a:pt x="35603" y="12287"/>
                  </a:lnTo>
                  <a:lnTo>
                    <a:pt x="39158" y="12670"/>
                  </a:lnTo>
                  <a:lnTo>
                    <a:pt x="41491" y="12698"/>
                  </a:lnTo>
                  <a:lnTo>
                    <a:pt x="43076" y="13002"/>
                  </a:lnTo>
                  <a:lnTo>
                    <a:pt x="46957" y="14731"/>
                  </a:lnTo>
                  <a:lnTo>
                    <a:pt x="48402" y="15044"/>
                  </a:lnTo>
                  <a:lnTo>
                    <a:pt x="49073" y="15960"/>
                  </a:lnTo>
                  <a:lnTo>
                    <a:pt x="50362" y="16301"/>
                  </a:lnTo>
                  <a:lnTo>
                    <a:pt x="52707" y="17223"/>
                  </a:lnTo>
                  <a:lnTo>
                    <a:pt x="54744" y="17716"/>
                  </a:lnTo>
                  <a:lnTo>
                    <a:pt x="56121" y="17514"/>
                  </a:lnTo>
                  <a:lnTo>
                    <a:pt x="56892" y="17774"/>
                  </a:lnTo>
                  <a:lnTo>
                    <a:pt x="58347" y="21866"/>
                  </a:lnTo>
                  <a:lnTo>
                    <a:pt x="58644" y="22343"/>
                  </a:lnTo>
                  <a:lnTo>
                    <a:pt x="59228" y="22440"/>
                  </a:lnTo>
                  <a:lnTo>
                    <a:pt x="60416" y="22086"/>
                  </a:lnTo>
                  <a:lnTo>
                    <a:pt x="62109" y="22219"/>
                  </a:lnTo>
                  <a:lnTo>
                    <a:pt x="63112" y="23082"/>
                  </a:lnTo>
                  <a:lnTo>
                    <a:pt x="62965" y="25519"/>
                  </a:lnTo>
                  <a:lnTo>
                    <a:pt x="63229" y="25872"/>
                  </a:lnTo>
                  <a:lnTo>
                    <a:pt x="63698" y="25737"/>
                  </a:lnTo>
                  <a:lnTo>
                    <a:pt x="64238" y="24360"/>
                  </a:lnTo>
                  <a:lnTo>
                    <a:pt x="64691" y="22933"/>
                  </a:lnTo>
                  <a:lnTo>
                    <a:pt x="65029" y="22492"/>
                  </a:lnTo>
                  <a:lnTo>
                    <a:pt x="66757" y="23456"/>
                  </a:lnTo>
                  <a:lnTo>
                    <a:pt x="67547" y="23300"/>
                  </a:lnTo>
                  <a:lnTo>
                    <a:pt x="68275" y="22218"/>
                  </a:lnTo>
                  <a:lnTo>
                    <a:pt x="68722" y="22034"/>
                  </a:lnTo>
                  <a:lnTo>
                    <a:pt x="69946" y="22803"/>
                  </a:lnTo>
                  <a:lnTo>
                    <a:pt x="71457" y="23342"/>
                  </a:lnTo>
                  <a:lnTo>
                    <a:pt x="72677" y="23376"/>
                  </a:lnTo>
                  <a:lnTo>
                    <a:pt x="73437" y="23962"/>
                  </a:lnTo>
                  <a:lnTo>
                    <a:pt x="73991" y="26506"/>
                  </a:lnTo>
                  <a:lnTo>
                    <a:pt x="74473" y="27028"/>
                  </a:lnTo>
                  <a:lnTo>
                    <a:pt x="74939" y="27190"/>
                  </a:lnTo>
                  <a:lnTo>
                    <a:pt x="75643" y="24916"/>
                  </a:lnTo>
                  <a:lnTo>
                    <a:pt x="76282" y="24034"/>
                  </a:lnTo>
                  <a:lnTo>
                    <a:pt x="77168" y="23385"/>
                  </a:lnTo>
                  <a:lnTo>
                    <a:pt x="77738" y="23101"/>
                  </a:lnTo>
                  <a:lnTo>
                    <a:pt x="78139" y="22298"/>
                  </a:lnTo>
                  <a:lnTo>
                    <a:pt x="78680" y="21515"/>
                  </a:lnTo>
                  <a:lnTo>
                    <a:pt x="79149" y="21453"/>
                  </a:lnTo>
                  <a:lnTo>
                    <a:pt x="79531" y="21756"/>
                  </a:lnTo>
                  <a:lnTo>
                    <a:pt x="79969" y="22839"/>
                  </a:lnTo>
                  <a:lnTo>
                    <a:pt x="80608" y="25310"/>
                  </a:lnTo>
                  <a:lnTo>
                    <a:pt x="81384" y="27791"/>
                  </a:lnTo>
                  <a:lnTo>
                    <a:pt x="81925" y="28692"/>
                  </a:lnTo>
                  <a:lnTo>
                    <a:pt x="83324" y="27930"/>
                  </a:lnTo>
                  <a:lnTo>
                    <a:pt x="84272" y="27155"/>
                  </a:lnTo>
                  <a:lnTo>
                    <a:pt x="86008" y="27008"/>
                  </a:lnTo>
                  <a:lnTo>
                    <a:pt x="88310" y="26462"/>
                  </a:lnTo>
                  <a:lnTo>
                    <a:pt x="90070" y="25752"/>
                  </a:lnTo>
                  <a:lnTo>
                    <a:pt x="91171" y="25875"/>
                  </a:lnTo>
                  <a:lnTo>
                    <a:pt x="91839" y="26663"/>
                  </a:lnTo>
                  <a:lnTo>
                    <a:pt x="92855" y="28188"/>
                  </a:lnTo>
                  <a:lnTo>
                    <a:pt x="93132" y="30377"/>
                  </a:lnTo>
                  <a:lnTo>
                    <a:pt x="94451" y="31890"/>
                  </a:lnTo>
                  <a:lnTo>
                    <a:pt x="95530" y="32164"/>
                  </a:lnTo>
                  <a:lnTo>
                    <a:pt x="95898" y="30589"/>
                  </a:lnTo>
                  <a:lnTo>
                    <a:pt x="96529" y="29494"/>
                  </a:lnTo>
                  <a:lnTo>
                    <a:pt x="96292" y="27989"/>
                  </a:lnTo>
                  <a:lnTo>
                    <a:pt x="96186" y="26071"/>
                  </a:lnTo>
                  <a:lnTo>
                    <a:pt x="95714" y="24291"/>
                  </a:lnTo>
                  <a:lnTo>
                    <a:pt x="95399" y="22375"/>
                  </a:lnTo>
                  <a:lnTo>
                    <a:pt x="95976" y="19638"/>
                  </a:lnTo>
                  <a:lnTo>
                    <a:pt x="96607" y="17241"/>
                  </a:lnTo>
                  <a:lnTo>
                    <a:pt x="96923" y="15940"/>
                  </a:lnTo>
                  <a:lnTo>
                    <a:pt x="97923" y="13545"/>
                  </a:lnTo>
                  <a:lnTo>
                    <a:pt x="98949" y="11834"/>
                  </a:lnTo>
                  <a:lnTo>
                    <a:pt x="100482" y="9082"/>
                  </a:lnTo>
                  <a:lnTo>
                    <a:pt x="101602" y="8173"/>
                  </a:lnTo>
                  <a:lnTo>
                    <a:pt x="102614" y="8587"/>
                  </a:lnTo>
                  <a:lnTo>
                    <a:pt x="103177" y="8962"/>
                  </a:lnTo>
                  <a:lnTo>
                    <a:pt x="104630" y="7333"/>
                  </a:lnTo>
                  <a:lnTo>
                    <a:pt x="107217" y="7253"/>
                  </a:lnTo>
                  <a:lnTo>
                    <a:pt x="109370" y="7460"/>
                  </a:lnTo>
                  <a:lnTo>
                    <a:pt x="109586" y="7510"/>
                  </a:lnTo>
                  <a:lnTo>
                    <a:pt x="110644" y="8352"/>
                  </a:lnTo>
                  <a:lnTo>
                    <a:pt x="111760" y="9069"/>
                  </a:lnTo>
                  <a:lnTo>
                    <a:pt x="112529" y="9117"/>
                  </a:lnTo>
                  <a:lnTo>
                    <a:pt x="113445" y="8952"/>
                  </a:lnTo>
                  <a:lnTo>
                    <a:pt x="114519" y="7996"/>
                  </a:lnTo>
                  <a:lnTo>
                    <a:pt x="115269" y="7078"/>
                  </a:lnTo>
                  <a:lnTo>
                    <a:pt x="116179" y="2406"/>
                  </a:lnTo>
                  <a:lnTo>
                    <a:pt x="116500" y="1735"/>
                  </a:lnTo>
                  <a:lnTo>
                    <a:pt x="117002" y="1369"/>
                  </a:lnTo>
                  <a:lnTo>
                    <a:pt x="117825" y="1330"/>
                  </a:lnTo>
                  <a:lnTo>
                    <a:pt x="119386" y="2200"/>
                  </a:lnTo>
                  <a:lnTo>
                    <a:pt x="121215" y="2982"/>
                  </a:lnTo>
                  <a:lnTo>
                    <a:pt x="122274" y="2872"/>
                  </a:lnTo>
                  <a:lnTo>
                    <a:pt x="125098" y="388"/>
                  </a:lnTo>
                  <a:lnTo>
                    <a:pt x="126673" y="0"/>
                  </a:lnTo>
                  <a:lnTo>
                    <a:pt x="128543" y="584"/>
                  </a:lnTo>
                  <a:lnTo>
                    <a:pt x="130378" y="619"/>
                  </a:lnTo>
                  <a:lnTo>
                    <a:pt x="131762" y="259"/>
                  </a:lnTo>
                  <a:lnTo>
                    <a:pt x="132711" y="1121"/>
                  </a:lnTo>
                  <a:lnTo>
                    <a:pt x="133883" y="3016"/>
                  </a:lnTo>
                  <a:lnTo>
                    <a:pt x="134942" y="5839"/>
                  </a:lnTo>
                  <a:lnTo>
                    <a:pt x="136052" y="11049"/>
                  </a:lnTo>
                  <a:lnTo>
                    <a:pt x="139286" y="16935"/>
                  </a:lnTo>
                  <a:lnTo>
                    <a:pt x="139341" y="18085"/>
                  </a:lnTo>
                  <a:lnTo>
                    <a:pt x="139075" y="18824"/>
                  </a:lnTo>
                  <a:lnTo>
                    <a:pt x="137484" y="19541"/>
                  </a:lnTo>
                  <a:lnTo>
                    <a:pt x="136143" y="19928"/>
                  </a:lnTo>
                  <a:lnTo>
                    <a:pt x="136079" y="20938"/>
                  </a:lnTo>
                  <a:lnTo>
                    <a:pt x="136435" y="22031"/>
                  </a:lnTo>
                  <a:lnTo>
                    <a:pt x="137049" y="23632"/>
                  </a:lnTo>
                  <a:lnTo>
                    <a:pt x="137144" y="25692"/>
                  </a:lnTo>
                  <a:lnTo>
                    <a:pt x="137113" y="27588"/>
                  </a:lnTo>
                  <a:lnTo>
                    <a:pt x="137378" y="29263"/>
                  </a:lnTo>
                  <a:lnTo>
                    <a:pt x="137891" y="29944"/>
                  </a:lnTo>
                  <a:lnTo>
                    <a:pt x="137955" y="30787"/>
                  </a:lnTo>
                  <a:lnTo>
                    <a:pt x="137362" y="31815"/>
                  </a:lnTo>
                  <a:lnTo>
                    <a:pt x="137196" y="32450"/>
                  </a:lnTo>
                  <a:lnTo>
                    <a:pt x="137427" y="32792"/>
                  </a:lnTo>
                  <a:lnTo>
                    <a:pt x="140344" y="32991"/>
                  </a:lnTo>
                  <a:lnTo>
                    <a:pt x="141772" y="33994"/>
                  </a:lnTo>
                  <a:lnTo>
                    <a:pt x="142857" y="34907"/>
                  </a:lnTo>
                  <a:lnTo>
                    <a:pt x="143402" y="34992"/>
                  </a:lnTo>
                  <a:lnTo>
                    <a:pt x="144631" y="34405"/>
                  </a:lnTo>
                  <a:lnTo>
                    <a:pt x="146012" y="34034"/>
                  </a:lnTo>
                  <a:lnTo>
                    <a:pt x="146851" y="33985"/>
                  </a:lnTo>
                  <a:lnTo>
                    <a:pt x="147175" y="34658"/>
                  </a:lnTo>
                  <a:lnTo>
                    <a:pt x="147433" y="36425"/>
                  </a:lnTo>
                  <a:lnTo>
                    <a:pt x="147919" y="38194"/>
                  </a:lnTo>
                  <a:lnTo>
                    <a:pt x="148372" y="38699"/>
                  </a:lnTo>
                  <a:lnTo>
                    <a:pt x="149180" y="38614"/>
                  </a:lnTo>
                  <a:lnTo>
                    <a:pt x="149665" y="38699"/>
                  </a:lnTo>
                  <a:lnTo>
                    <a:pt x="149925" y="39371"/>
                  </a:lnTo>
                  <a:lnTo>
                    <a:pt x="149633" y="40383"/>
                  </a:lnTo>
                  <a:lnTo>
                    <a:pt x="149697" y="41476"/>
                  </a:lnTo>
                  <a:lnTo>
                    <a:pt x="150053" y="42824"/>
                  </a:lnTo>
                  <a:lnTo>
                    <a:pt x="150475" y="45938"/>
                  </a:lnTo>
                  <a:lnTo>
                    <a:pt x="150863" y="46864"/>
                  </a:lnTo>
                  <a:lnTo>
                    <a:pt x="151121" y="48043"/>
                  </a:lnTo>
                  <a:lnTo>
                    <a:pt x="151121" y="49390"/>
                  </a:lnTo>
                  <a:lnTo>
                    <a:pt x="150798" y="50568"/>
                  </a:lnTo>
                  <a:lnTo>
                    <a:pt x="150571" y="51493"/>
                  </a:lnTo>
                  <a:lnTo>
                    <a:pt x="150798" y="53597"/>
                  </a:lnTo>
                  <a:lnTo>
                    <a:pt x="151670" y="55955"/>
                  </a:lnTo>
                  <a:lnTo>
                    <a:pt x="152318" y="56544"/>
                  </a:lnTo>
                  <a:lnTo>
                    <a:pt x="152836" y="58649"/>
                  </a:lnTo>
                  <a:lnTo>
                    <a:pt x="153774" y="59321"/>
                  </a:lnTo>
                  <a:lnTo>
                    <a:pt x="155165" y="57555"/>
                  </a:lnTo>
                  <a:lnTo>
                    <a:pt x="156232" y="56629"/>
                  </a:lnTo>
                  <a:lnTo>
                    <a:pt x="157568" y="57144"/>
                  </a:lnTo>
                  <a:lnTo>
                    <a:pt x="158801" y="57473"/>
                  </a:lnTo>
                  <a:lnTo>
                    <a:pt x="159630" y="58676"/>
                  </a:lnTo>
                  <a:lnTo>
                    <a:pt x="160242" y="60333"/>
                  </a:lnTo>
                  <a:lnTo>
                    <a:pt x="160954" y="61258"/>
                  </a:lnTo>
                  <a:lnTo>
                    <a:pt x="161667" y="60774"/>
                  </a:lnTo>
                  <a:lnTo>
                    <a:pt x="163154" y="61258"/>
                  </a:lnTo>
                  <a:lnTo>
                    <a:pt x="163834" y="62605"/>
                  </a:lnTo>
                  <a:lnTo>
                    <a:pt x="164513" y="63363"/>
                  </a:lnTo>
                  <a:lnTo>
                    <a:pt x="165387" y="62269"/>
                  </a:lnTo>
                  <a:lnTo>
                    <a:pt x="166099" y="60921"/>
                  </a:lnTo>
                  <a:lnTo>
                    <a:pt x="168703" y="59512"/>
                  </a:lnTo>
                  <a:lnTo>
                    <a:pt x="170325" y="59158"/>
                  </a:lnTo>
                  <a:lnTo>
                    <a:pt x="170777" y="58881"/>
                  </a:lnTo>
                  <a:lnTo>
                    <a:pt x="171729" y="57874"/>
                  </a:lnTo>
                  <a:lnTo>
                    <a:pt x="172731" y="57205"/>
                  </a:lnTo>
                  <a:lnTo>
                    <a:pt x="173636" y="57386"/>
                  </a:lnTo>
                  <a:lnTo>
                    <a:pt x="174528" y="59477"/>
                  </a:lnTo>
                  <a:lnTo>
                    <a:pt x="175447" y="60921"/>
                  </a:lnTo>
                  <a:lnTo>
                    <a:pt x="175705" y="63194"/>
                  </a:lnTo>
                  <a:lnTo>
                    <a:pt x="176831" y="66322"/>
                  </a:lnTo>
                  <a:lnTo>
                    <a:pt x="179625" y="70603"/>
                  </a:lnTo>
                  <a:lnTo>
                    <a:pt x="180722" y="71909"/>
                  </a:lnTo>
                  <a:lnTo>
                    <a:pt x="181467" y="71678"/>
                  </a:lnTo>
                  <a:lnTo>
                    <a:pt x="181856" y="71336"/>
                  </a:lnTo>
                  <a:lnTo>
                    <a:pt x="182037" y="70888"/>
                  </a:lnTo>
                  <a:lnTo>
                    <a:pt x="182206" y="68795"/>
                  </a:lnTo>
                  <a:lnTo>
                    <a:pt x="182560" y="68024"/>
                  </a:lnTo>
                  <a:lnTo>
                    <a:pt x="183126" y="67998"/>
                  </a:lnTo>
                  <a:lnTo>
                    <a:pt x="185313" y="70607"/>
                  </a:lnTo>
                  <a:lnTo>
                    <a:pt x="186457" y="70887"/>
                  </a:lnTo>
                  <a:lnTo>
                    <a:pt x="187545" y="70937"/>
                  </a:lnTo>
                  <a:lnTo>
                    <a:pt x="189009" y="72963"/>
                  </a:lnTo>
                  <a:lnTo>
                    <a:pt x="190618" y="74725"/>
                  </a:lnTo>
                  <a:lnTo>
                    <a:pt x="191860" y="74911"/>
                  </a:lnTo>
                  <a:lnTo>
                    <a:pt x="192850" y="74221"/>
                  </a:lnTo>
                  <a:lnTo>
                    <a:pt x="193530" y="73801"/>
                  </a:lnTo>
                  <a:lnTo>
                    <a:pt x="193950" y="74474"/>
                  </a:lnTo>
                  <a:lnTo>
                    <a:pt x="194339" y="75989"/>
                  </a:lnTo>
                  <a:lnTo>
                    <a:pt x="194985" y="77168"/>
                  </a:lnTo>
                  <a:lnTo>
                    <a:pt x="195729" y="77504"/>
                  </a:lnTo>
                  <a:lnTo>
                    <a:pt x="196800" y="77582"/>
                  </a:lnTo>
                  <a:lnTo>
                    <a:pt x="198660" y="79867"/>
                  </a:lnTo>
                  <a:lnTo>
                    <a:pt x="200409" y="82191"/>
                  </a:lnTo>
                  <a:lnTo>
                    <a:pt x="201502" y="82320"/>
                  </a:lnTo>
                  <a:lnTo>
                    <a:pt x="202429" y="81637"/>
                  </a:lnTo>
                  <a:lnTo>
                    <a:pt x="203249" y="81461"/>
                  </a:lnTo>
                  <a:lnTo>
                    <a:pt x="203817" y="82049"/>
                  </a:lnTo>
                  <a:lnTo>
                    <a:pt x="203979" y="83059"/>
                  </a:lnTo>
                  <a:lnTo>
                    <a:pt x="203557" y="84406"/>
                  </a:lnTo>
                  <a:lnTo>
                    <a:pt x="203557" y="86342"/>
                  </a:lnTo>
                  <a:lnTo>
                    <a:pt x="204333" y="88195"/>
                  </a:lnTo>
                  <a:lnTo>
                    <a:pt x="204358" y="90016"/>
                  </a:lnTo>
                  <a:lnTo>
                    <a:pt x="204136" y="91661"/>
                  </a:lnTo>
                  <a:lnTo>
                    <a:pt x="203696" y="93176"/>
                  </a:lnTo>
                  <a:lnTo>
                    <a:pt x="202632" y="95258"/>
                  </a:lnTo>
                  <a:lnTo>
                    <a:pt x="201649" y="97201"/>
                  </a:lnTo>
                  <a:lnTo>
                    <a:pt x="200169" y="98013"/>
                  </a:lnTo>
                  <a:lnTo>
                    <a:pt x="199341" y="98860"/>
                  </a:lnTo>
                  <a:lnTo>
                    <a:pt x="199558" y="100289"/>
                  </a:lnTo>
                  <a:lnTo>
                    <a:pt x="200100" y="101622"/>
                  </a:lnTo>
                  <a:lnTo>
                    <a:pt x="201354" y="102700"/>
                  </a:lnTo>
                  <a:lnTo>
                    <a:pt x="202778" y="103485"/>
                  </a:lnTo>
                  <a:lnTo>
                    <a:pt x="202942" y="104352"/>
                  </a:lnTo>
                  <a:lnTo>
                    <a:pt x="202724" y="104786"/>
                  </a:lnTo>
                  <a:lnTo>
                    <a:pt x="201812" y="105189"/>
                  </a:lnTo>
                  <a:lnTo>
                    <a:pt x="200549" y="104776"/>
                  </a:lnTo>
                  <a:lnTo>
                    <a:pt x="200128" y="105534"/>
                  </a:lnTo>
                  <a:lnTo>
                    <a:pt x="199546" y="106796"/>
                  </a:lnTo>
                  <a:lnTo>
                    <a:pt x="199158" y="109068"/>
                  </a:lnTo>
                  <a:lnTo>
                    <a:pt x="198866" y="111173"/>
                  </a:lnTo>
                  <a:lnTo>
                    <a:pt x="200237" y="111745"/>
                  </a:lnTo>
                  <a:lnTo>
                    <a:pt x="201034" y="112605"/>
                  </a:lnTo>
                  <a:lnTo>
                    <a:pt x="201283" y="114335"/>
                  </a:lnTo>
                  <a:lnTo>
                    <a:pt x="201568" y="116259"/>
                  </a:lnTo>
                  <a:lnTo>
                    <a:pt x="201650" y="117992"/>
                  </a:lnTo>
                  <a:lnTo>
                    <a:pt x="201196" y="118835"/>
                  </a:lnTo>
                  <a:lnTo>
                    <a:pt x="201169" y="119696"/>
                  </a:lnTo>
                  <a:lnTo>
                    <a:pt x="201383" y="120120"/>
                  </a:lnTo>
                  <a:lnTo>
                    <a:pt x="201971" y="120312"/>
                  </a:lnTo>
                  <a:lnTo>
                    <a:pt x="202423" y="120698"/>
                  </a:lnTo>
                  <a:lnTo>
                    <a:pt x="202458" y="121612"/>
                  </a:lnTo>
                  <a:lnTo>
                    <a:pt x="201595" y="123668"/>
                  </a:lnTo>
                  <a:lnTo>
                    <a:pt x="200788" y="127600"/>
                  </a:lnTo>
                  <a:lnTo>
                    <a:pt x="200355" y="129694"/>
                  </a:lnTo>
                  <a:lnTo>
                    <a:pt x="200388" y="131966"/>
                  </a:lnTo>
                  <a:lnTo>
                    <a:pt x="199902" y="133229"/>
                  </a:lnTo>
                  <a:lnTo>
                    <a:pt x="199023" y="133335"/>
                  </a:lnTo>
                  <a:lnTo>
                    <a:pt x="195985" y="133556"/>
                  </a:lnTo>
                  <a:lnTo>
                    <a:pt x="193345" y="133448"/>
                  </a:lnTo>
                  <a:lnTo>
                    <a:pt x="192202" y="133120"/>
                  </a:lnTo>
                  <a:lnTo>
                    <a:pt x="190413" y="132924"/>
                  </a:lnTo>
                  <a:lnTo>
                    <a:pt x="189527" y="133459"/>
                  </a:lnTo>
                  <a:lnTo>
                    <a:pt x="188354" y="137091"/>
                  </a:lnTo>
                  <a:lnTo>
                    <a:pt x="187464" y="138515"/>
                  </a:lnTo>
                  <a:lnTo>
                    <a:pt x="185992" y="139801"/>
                  </a:lnTo>
                  <a:lnTo>
                    <a:pt x="184378" y="140169"/>
                  </a:lnTo>
                  <a:lnTo>
                    <a:pt x="183453" y="141669"/>
                  </a:lnTo>
                  <a:lnTo>
                    <a:pt x="183128" y="144022"/>
                  </a:lnTo>
                  <a:lnTo>
                    <a:pt x="183103" y="146109"/>
                  </a:lnTo>
                  <a:lnTo>
                    <a:pt x="182952" y="147150"/>
                  </a:lnTo>
                  <a:lnTo>
                    <a:pt x="182602" y="148064"/>
                  </a:lnTo>
                  <a:lnTo>
                    <a:pt x="182476" y="148713"/>
                  </a:lnTo>
                  <a:lnTo>
                    <a:pt x="182552" y="149430"/>
                  </a:lnTo>
                  <a:lnTo>
                    <a:pt x="182927" y="149691"/>
                  </a:lnTo>
                  <a:lnTo>
                    <a:pt x="183378" y="150017"/>
                  </a:lnTo>
                  <a:lnTo>
                    <a:pt x="183378" y="150538"/>
                  </a:lnTo>
                  <a:lnTo>
                    <a:pt x="183203" y="151190"/>
                  </a:lnTo>
                  <a:lnTo>
                    <a:pt x="182701" y="151906"/>
                  </a:lnTo>
                  <a:lnTo>
                    <a:pt x="182476" y="153014"/>
                  </a:lnTo>
                  <a:lnTo>
                    <a:pt x="182527" y="1541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5"/>
            <p:cNvSpPr/>
            <p:nvPr/>
          </p:nvSpPr>
          <p:spPr>
            <a:xfrm>
              <a:off x="2505020" y="4523528"/>
              <a:ext cx="60326" cy="142773"/>
            </a:xfrm>
            <a:custGeom>
              <a:avLst/>
              <a:pathLst>
                <a:path w="60326" h="142773">
                  <a:moveTo>
                    <a:pt x="57544" y="107591"/>
                  </a:moveTo>
                  <a:lnTo>
                    <a:pt x="56988" y="108685"/>
                  </a:lnTo>
                  <a:lnTo>
                    <a:pt x="56387" y="110757"/>
                  </a:lnTo>
                  <a:lnTo>
                    <a:pt x="55682" y="115726"/>
                  </a:lnTo>
                  <a:lnTo>
                    <a:pt x="53316" y="122582"/>
                  </a:lnTo>
                  <a:lnTo>
                    <a:pt x="52835" y="126449"/>
                  </a:lnTo>
                  <a:lnTo>
                    <a:pt x="50280" y="130486"/>
                  </a:lnTo>
                  <a:lnTo>
                    <a:pt x="48483" y="135028"/>
                  </a:lnTo>
                  <a:lnTo>
                    <a:pt x="47307" y="134915"/>
                  </a:lnTo>
                  <a:lnTo>
                    <a:pt x="46248" y="136860"/>
                  </a:lnTo>
                  <a:lnTo>
                    <a:pt x="40151" y="142773"/>
                  </a:lnTo>
                  <a:lnTo>
                    <a:pt x="37961" y="141659"/>
                  </a:lnTo>
                  <a:lnTo>
                    <a:pt x="36340" y="141679"/>
                  </a:lnTo>
                  <a:lnTo>
                    <a:pt x="34833" y="139073"/>
                  </a:lnTo>
                  <a:lnTo>
                    <a:pt x="31397" y="138130"/>
                  </a:lnTo>
                  <a:lnTo>
                    <a:pt x="29242" y="139171"/>
                  </a:lnTo>
                  <a:lnTo>
                    <a:pt x="26347" y="142037"/>
                  </a:lnTo>
                  <a:lnTo>
                    <a:pt x="25476" y="141994"/>
                  </a:lnTo>
                  <a:lnTo>
                    <a:pt x="24847" y="141841"/>
                  </a:lnTo>
                  <a:lnTo>
                    <a:pt x="23282" y="140652"/>
                  </a:lnTo>
                  <a:lnTo>
                    <a:pt x="22427" y="138121"/>
                  </a:lnTo>
                  <a:lnTo>
                    <a:pt x="17975" y="135204"/>
                  </a:lnTo>
                  <a:lnTo>
                    <a:pt x="14392" y="128575"/>
                  </a:lnTo>
                  <a:lnTo>
                    <a:pt x="10159" y="128448"/>
                  </a:lnTo>
                  <a:lnTo>
                    <a:pt x="6915" y="129314"/>
                  </a:lnTo>
                  <a:lnTo>
                    <a:pt x="6414" y="128437"/>
                  </a:lnTo>
                  <a:lnTo>
                    <a:pt x="6086" y="126737"/>
                  </a:lnTo>
                  <a:lnTo>
                    <a:pt x="5415" y="124279"/>
                  </a:lnTo>
                  <a:lnTo>
                    <a:pt x="2624" y="118432"/>
                  </a:lnTo>
                  <a:lnTo>
                    <a:pt x="430" y="112621"/>
                  </a:lnTo>
                  <a:lnTo>
                    <a:pt x="0" y="106910"/>
                  </a:lnTo>
                  <a:lnTo>
                    <a:pt x="304" y="100697"/>
                  </a:lnTo>
                  <a:lnTo>
                    <a:pt x="962" y="93344"/>
                  </a:lnTo>
                  <a:lnTo>
                    <a:pt x="847" y="91047"/>
                  </a:lnTo>
                  <a:lnTo>
                    <a:pt x="1657" y="89737"/>
                  </a:lnTo>
                  <a:lnTo>
                    <a:pt x="2459" y="89475"/>
                  </a:lnTo>
                  <a:lnTo>
                    <a:pt x="3231" y="87570"/>
                  </a:lnTo>
                  <a:lnTo>
                    <a:pt x="3922" y="84696"/>
                  </a:lnTo>
                  <a:lnTo>
                    <a:pt x="4040" y="82517"/>
                  </a:lnTo>
                  <a:lnTo>
                    <a:pt x="3503" y="78486"/>
                  </a:lnTo>
                  <a:lnTo>
                    <a:pt x="3133" y="72851"/>
                  </a:lnTo>
                  <a:lnTo>
                    <a:pt x="2690" y="70049"/>
                  </a:lnTo>
                  <a:lnTo>
                    <a:pt x="3577" y="65622"/>
                  </a:lnTo>
                  <a:lnTo>
                    <a:pt x="3615" y="63466"/>
                  </a:lnTo>
                  <a:lnTo>
                    <a:pt x="3103" y="61573"/>
                  </a:lnTo>
                  <a:lnTo>
                    <a:pt x="2965" y="59629"/>
                  </a:lnTo>
                  <a:lnTo>
                    <a:pt x="3199" y="57635"/>
                  </a:lnTo>
                  <a:lnTo>
                    <a:pt x="3153" y="55713"/>
                  </a:lnTo>
                  <a:lnTo>
                    <a:pt x="2828" y="53872"/>
                  </a:lnTo>
                  <a:lnTo>
                    <a:pt x="3073" y="52348"/>
                  </a:lnTo>
                  <a:lnTo>
                    <a:pt x="3886" y="51142"/>
                  </a:lnTo>
                  <a:lnTo>
                    <a:pt x="4494" y="49292"/>
                  </a:lnTo>
                  <a:lnTo>
                    <a:pt x="4895" y="46802"/>
                  </a:lnTo>
                  <a:lnTo>
                    <a:pt x="5101" y="44900"/>
                  </a:lnTo>
                  <a:lnTo>
                    <a:pt x="5111" y="43587"/>
                  </a:lnTo>
                  <a:lnTo>
                    <a:pt x="4865" y="42352"/>
                  </a:lnTo>
                  <a:lnTo>
                    <a:pt x="4363" y="41186"/>
                  </a:lnTo>
                  <a:lnTo>
                    <a:pt x="4596" y="38872"/>
                  </a:lnTo>
                  <a:lnTo>
                    <a:pt x="5561" y="35409"/>
                  </a:lnTo>
                  <a:lnTo>
                    <a:pt x="6186" y="32333"/>
                  </a:lnTo>
                  <a:lnTo>
                    <a:pt x="6469" y="29647"/>
                  </a:lnTo>
                  <a:lnTo>
                    <a:pt x="6450" y="27480"/>
                  </a:lnTo>
                  <a:lnTo>
                    <a:pt x="6130" y="25829"/>
                  </a:lnTo>
                  <a:lnTo>
                    <a:pt x="6266" y="24712"/>
                  </a:lnTo>
                  <a:lnTo>
                    <a:pt x="6859" y="24124"/>
                  </a:lnTo>
                  <a:lnTo>
                    <a:pt x="7126" y="22383"/>
                  </a:lnTo>
                  <a:lnTo>
                    <a:pt x="7035" y="18052"/>
                  </a:lnTo>
                  <a:lnTo>
                    <a:pt x="6423" y="14477"/>
                  </a:lnTo>
                  <a:lnTo>
                    <a:pt x="6892" y="11646"/>
                  </a:lnTo>
                  <a:lnTo>
                    <a:pt x="8237" y="8374"/>
                  </a:lnTo>
                  <a:lnTo>
                    <a:pt x="8939" y="5730"/>
                  </a:lnTo>
                  <a:lnTo>
                    <a:pt x="8997" y="3719"/>
                  </a:lnTo>
                  <a:lnTo>
                    <a:pt x="9416" y="2562"/>
                  </a:lnTo>
                  <a:lnTo>
                    <a:pt x="10059" y="4732"/>
                  </a:lnTo>
                  <a:lnTo>
                    <a:pt x="11971" y="5306"/>
                  </a:lnTo>
                  <a:lnTo>
                    <a:pt x="13895" y="5387"/>
                  </a:lnTo>
                  <a:lnTo>
                    <a:pt x="14208" y="4839"/>
                  </a:lnTo>
                  <a:lnTo>
                    <a:pt x="14962" y="1281"/>
                  </a:lnTo>
                  <a:lnTo>
                    <a:pt x="15959" y="262"/>
                  </a:lnTo>
                  <a:lnTo>
                    <a:pt x="17043" y="0"/>
                  </a:lnTo>
                  <a:lnTo>
                    <a:pt x="18230" y="181"/>
                  </a:lnTo>
                  <a:lnTo>
                    <a:pt x="19491" y="2536"/>
                  </a:lnTo>
                  <a:lnTo>
                    <a:pt x="23061" y="10235"/>
                  </a:lnTo>
                  <a:lnTo>
                    <a:pt x="25685" y="15582"/>
                  </a:lnTo>
                  <a:lnTo>
                    <a:pt x="26484" y="18104"/>
                  </a:lnTo>
                  <a:lnTo>
                    <a:pt x="27177" y="19991"/>
                  </a:lnTo>
                  <a:lnTo>
                    <a:pt x="27697" y="21752"/>
                  </a:lnTo>
                  <a:lnTo>
                    <a:pt x="27476" y="26322"/>
                  </a:lnTo>
                  <a:lnTo>
                    <a:pt x="27509" y="28325"/>
                  </a:lnTo>
                  <a:lnTo>
                    <a:pt x="27632" y="28902"/>
                  </a:lnTo>
                  <a:lnTo>
                    <a:pt x="28231" y="28951"/>
                  </a:lnTo>
                  <a:lnTo>
                    <a:pt x="29120" y="28619"/>
                  </a:lnTo>
                  <a:lnTo>
                    <a:pt x="29869" y="27647"/>
                  </a:lnTo>
                  <a:lnTo>
                    <a:pt x="30452" y="26181"/>
                  </a:lnTo>
                  <a:lnTo>
                    <a:pt x="31025" y="24983"/>
                  </a:lnTo>
                  <a:lnTo>
                    <a:pt x="31487" y="24343"/>
                  </a:lnTo>
                  <a:lnTo>
                    <a:pt x="31655" y="23373"/>
                  </a:lnTo>
                  <a:lnTo>
                    <a:pt x="31920" y="22369"/>
                  </a:lnTo>
                  <a:lnTo>
                    <a:pt x="32193" y="22153"/>
                  </a:lnTo>
                  <a:lnTo>
                    <a:pt x="32712" y="22897"/>
                  </a:lnTo>
                  <a:lnTo>
                    <a:pt x="33936" y="25512"/>
                  </a:lnTo>
                  <a:lnTo>
                    <a:pt x="34884" y="27927"/>
                  </a:lnTo>
                  <a:lnTo>
                    <a:pt x="35118" y="29309"/>
                  </a:lnTo>
                  <a:lnTo>
                    <a:pt x="35484" y="30749"/>
                  </a:lnTo>
                  <a:lnTo>
                    <a:pt x="35873" y="32004"/>
                  </a:lnTo>
                  <a:lnTo>
                    <a:pt x="36150" y="33228"/>
                  </a:lnTo>
                  <a:lnTo>
                    <a:pt x="37071" y="34823"/>
                  </a:lnTo>
                  <a:lnTo>
                    <a:pt x="38006" y="35839"/>
                  </a:lnTo>
                  <a:lnTo>
                    <a:pt x="38632" y="34806"/>
                  </a:lnTo>
                  <a:lnTo>
                    <a:pt x="40222" y="38122"/>
                  </a:lnTo>
                  <a:lnTo>
                    <a:pt x="43724" y="40898"/>
                  </a:lnTo>
                  <a:lnTo>
                    <a:pt x="44368" y="42577"/>
                  </a:lnTo>
                  <a:lnTo>
                    <a:pt x="44972" y="44964"/>
                  </a:lnTo>
                  <a:lnTo>
                    <a:pt x="46196" y="48576"/>
                  </a:lnTo>
                  <a:lnTo>
                    <a:pt x="47892" y="51832"/>
                  </a:lnTo>
                  <a:lnTo>
                    <a:pt x="49256" y="53202"/>
                  </a:lnTo>
                  <a:lnTo>
                    <a:pt x="50565" y="53987"/>
                  </a:lnTo>
                  <a:lnTo>
                    <a:pt x="51298" y="54703"/>
                  </a:lnTo>
                  <a:lnTo>
                    <a:pt x="51799" y="55949"/>
                  </a:lnTo>
                  <a:lnTo>
                    <a:pt x="52598" y="57291"/>
                  </a:lnTo>
                  <a:lnTo>
                    <a:pt x="53102" y="57790"/>
                  </a:lnTo>
                  <a:lnTo>
                    <a:pt x="53274" y="58991"/>
                  </a:lnTo>
                  <a:lnTo>
                    <a:pt x="53790" y="61617"/>
                  </a:lnTo>
                  <a:lnTo>
                    <a:pt x="54330" y="64938"/>
                  </a:lnTo>
                  <a:lnTo>
                    <a:pt x="54919" y="68020"/>
                  </a:lnTo>
                  <a:lnTo>
                    <a:pt x="56195" y="70981"/>
                  </a:lnTo>
                  <a:lnTo>
                    <a:pt x="57633" y="73283"/>
                  </a:lnTo>
                  <a:lnTo>
                    <a:pt x="59126" y="74591"/>
                  </a:lnTo>
                  <a:lnTo>
                    <a:pt x="59966" y="76207"/>
                  </a:lnTo>
                  <a:lnTo>
                    <a:pt x="60326" y="77880"/>
                  </a:lnTo>
                  <a:lnTo>
                    <a:pt x="59321" y="80374"/>
                  </a:lnTo>
                  <a:lnTo>
                    <a:pt x="58231" y="83504"/>
                  </a:lnTo>
                  <a:lnTo>
                    <a:pt x="57264" y="85966"/>
                  </a:lnTo>
                  <a:lnTo>
                    <a:pt x="56269" y="87686"/>
                  </a:lnTo>
                  <a:lnTo>
                    <a:pt x="55940" y="88872"/>
                  </a:lnTo>
                  <a:lnTo>
                    <a:pt x="55718" y="90710"/>
                  </a:lnTo>
                  <a:lnTo>
                    <a:pt x="55729" y="100443"/>
                  </a:lnTo>
                  <a:lnTo>
                    <a:pt x="55647" y="104065"/>
                  </a:lnTo>
                  <a:lnTo>
                    <a:pt x="55718" y="105029"/>
                  </a:lnTo>
                  <a:lnTo>
                    <a:pt x="55860" y="105672"/>
                  </a:lnTo>
                  <a:lnTo>
                    <a:pt x="56488" y="106636"/>
                  </a:lnTo>
                  <a:lnTo>
                    <a:pt x="57238" y="1074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6"/>
            <p:cNvSpPr/>
            <p:nvPr/>
          </p:nvSpPr>
          <p:spPr>
            <a:xfrm>
              <a:off x="1396607" y="3034939"/>
              <a:ext cx="14131" cy="38765"/>
            </a:xfrm>
            <a:custGeom>
              <a:avLst/>
              <a:pathLst>
                <a:path w="14131" h="38765">
                  <a:moveTo>
                    <a:pt x="5306" y="37344"/>
                  </a:moveTo>
                  <a:lnTo>
                    <a:pt x="4803" y="38765"/>
                  </a:lnTo>
                  <a:lnTo>
                    <a:pt x="4177" y="38654"/>
                  </a:lnTo>
                  <a:lnTo>
                    <a:pt x="1900" y="35616"/>
                  </a:lnTo>
                  <a:lnTo>
                    <a:pt x="1624" y="33981"/>
                  </a:lnTo>
                  <a:lnTo>
                    <a:pt x="1793" y="26396"/>
                  </a:lnTo>
                  <a:lnTo>
                    <a:pt x="940" y="20241"/>
                  </a:lnTo>
                  <a:lnTo>
                    <a:pt x="0" y="15539"/>
                  </a:lnTo>
                  <a:lnTo>
                    <a:pt x="684" y="13126"/>
                  </a:lnTo>
                  <a:lnTo>
                    <a:pt x="1587" y="11261"/>
                  </a:lnTo>
                  <a:lnTo>
                    <a:pt x="2593" y="7732"/>
                  </a:lnTo>
                  <a:lnTo>
                    <a:pt x="1770" y="3204"/>
                  </a:lnTo>
                  <a:lnTo>
                    <a:pt x="1980" y="473"/>
                  </a:lnTo>
                  <a:lnTo>
                    <a:pt x="2464" y="0"/>
                  </a:lnTo>
                  <a:lnTo>
                    <a:pt x="4844" y="3321"/>
                  </a:lnTo>
                  <a:lnTo>
                    <a:pt x="9650" y="8316"/>
                  </a:lnTo>
                  <a:lnTo>
                    <a:pt x="10930" y="11825"/>
                  </a:lnTo>
                  <a:lnTo>
                    <a:pt x="11159" y="15591"/>
                  </a:lnTo>
                  <a:lnTo>
                    <a:pt x="12032" y="16070"/>
                  </a:lnTo>
                  <a:lnTo>
                    <a:pt x="12446" y="18651"/>
                  </a:lnTo>
                  <a:lnTo>
                    <a:pt x="13709" y="20910"/>
                  </a:lnTo>
                  <a:lnTo>
                    <a:pt x="14131" y="22202"/>
                  </a:lnTo>
                  <a:lnTo>
                    <a:pt x="13608" y="24281"/>
                  </a:lnTo>
                  <a:lnTo>
                    <a:pt x="11301" y="28267"/>
                  </a:lnTo>
                  <a:lnTo>
                    <a:pt x="8392" y="30012"/>
                  </a:lnTo>
                  <a:lnTo>
                    <a:pt x="5830" y="3447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7"/>
            <p:cNvSpPr/>
            <p:nvPr/>
          </p:nvSpPr>
          <p:spPr>
            <a:xfrm>
              <a:off x="1385230" y="3015608"/>
              <a:ext cx="2739" cy="5482"/>
            </a:xfrm>
            <a:custGeom>
              <a:avLst/>
              <a:pathLst>
                <a:path w="2739" h="5482">
                  <a:moveTo>
                    <a:pt x="2282" y="4650"/>
                  </a:moveTo>
                  <a:lnTo>
                    <a:pt x="1608" y="5482"/>
                  </a:lnTo>
                  <a:lnTo>
                    <a:pt x="876" y="5097"/>
                  </a:lnTo>
                  <a:lnTo>
                    <a:pt x="705" y="3083"/>
                  </a:lnTo>
                  <a:lnTo>
                    <a:pt x="0" y="519"/>
                  </a:lnTo>
                  <a:lnTo>
                    <a:pt x="1235" y="0"/>
                  </a:lnTo>
                  <a:lnTo>
                    <a:pt x="1930" y="744"/>
                  </a:lnTo>
                  <a:lnTo>
                    <a:pt x="2297" y="1543"/>
                  </a:lnTo>
                  <a:lnTo>
                    <a:pt x="2739" y="292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8"/>
            <p:cNvSpPr/>
            <p:nvPr/>
          </p:nvSpPr>
          <p:spPr>
            <a:xfrm>
              <a:off x="1389237" y="3012526"/>
              <a:ext cx="8038" cy="12869"/>
            </a:xfrm>
            <a:custGeom>
              <a:avLst/>
              <a:pathLst>
                <a:path w="8038" h="12869">
                  <a:moveTo>
                    <a:pt x="2395" y="3006"/>
                  </a:moveTo>
                  <a:lnTo>
                    <a:pt x="2690" y="3533"/>
                  </a:lnTo>
                  <a:lnTo>
                    <a:pt x="3898" y="2744"/>
                  </a:lnTo>
                  <a:lnTo>
                    <a:pt x="4771" y="2454"/>
                  </a:lnTo>
                  <a:lnTo>
                    <a:pt x="6238" y="4397"/>
                  </a:lnTo>
                  <a:lnTo>
                    <a:pt x="6747" y="5732"/>
                  </a:lnTo>
                  <a:lnTo>
                    <a:pt x="7711" y="7157"/>
                  </a:lnTo>
                  <a:lnTo>
                    <a:pt x="8038" y="8190"/>
                  </a:lnTo>
                  <a:lnTo>
                    <a:pt x="7769" y="9441"/>
                  </a:lnTo>
                  <a:lnTo>
                    <a:pt x="6706" y="11510"/>
                  </a:lnTo>
                  <a:lnTo>
                    <a:pt x="5257" y="11988"/>
                  </a:lnTo>
                  <a:lnTo>
                    <a:pt x="4403" y="12869"/>
                  </a:lnTo>
                  <a:lnTo>
                    <a:pt x="3281" y="12680"/>
                  </a:lnTo>
                  <a:lnTo>
                    <a:pt x="2946" y="12305"/>
                  </a:lnTo>
                  <a:lnTo>
                    <a:pt x="2826" y="9694"/>
                  </a:lnTo>
                  <a:lnTo>
                    <a:pt x="2471" y="6888"/>
                  </a:lnTo>
                  <a:lnTo>
                    <a:pt x="1747" y="7219"/>
                  </a:lnTo>
                  <a:lnTo>
                    <a:pt x="934" y="6279"/>
                  </a:lnTo>
                  <a:lnTo>
                    <a:pt x="91" y="3927"/>
                  </a:lnTo>
                  <a:lnTo>
                    <a:pt x="0" y="2519"/>
                  </a:lnTo>
                  <a:lnTo>
                    <a:pt x="464" y="290"/>
                  </a:lnTo>
                  <a:lnTo>
                    <a:pt x="1275" y="0"/>
                  </a:lnTo>
                  <a:lnTo>
                    <a:pt x="1878" y="12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49"/>
            <p:cNvSpPr/>
            <p:nvPr/>
          </p:nvSpPr>
          <p:spPr>
            <a:xfrm>
              <a:off x="1382508" y="3006750"/>
              <a:ext cx="6565" cy="5124"/>
            </a:xfrm>
            <a:custGeom>
              <a:avLst/>
              <a:pathLst>
                <a:path w="6565" h="5124">
                  <a:moveTo>
                    <a:pt x="871" y="425"/>
                  </a:moveTo>
                  <a:lnTo>
                    <a:pt x="3270" y="1236"/>
                  </a:lnTo>
                  <a:lnTo>
                    <a:pt x="3838" y="888"/>
                  </a:lnTo>
                  <a:lnTo>
                    <a:pt x="4237" y="1551"/>
                  </a:lnTo>
                  <a:lnTo>
                    <a:pt x="6224" y="1957"/>
                  </a:lnTo>
                  <a:lnTo>
                    <a:pt x="6565" y="2207"/>
                  </a:lnTo>
                  <a:lnTo>
                    <a:pt x="6159" y="3729"/>
                  </a:lnTo>
                  <a:lnTo>
                    <a:pt x="4888" y="5124"/>
                  </a:lnTo>
                  <a:lnTo>
                    <a:pt x="3059" y="3900"/>
                  </a:lnTo>
                  <a:lnTo>
                    <a:pt x="0" y="3462"/>
                  </a:lnTo>
                  <a:lnTo>
                    <a:pt x="123" y="2288"/>
                  </a:lnTo>
                  <a:lnTo>
                    <a:pt x="414" y="145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0"/>
            <p:cNvSpPr/>
            <p:nvPr/>
          </p:nvSpPr>
          <p:spPr>
            <a:xfrm>
              <a:off x="1371348" y="2992815"/>
              <a:ext cx="7242" cy="12787"/>
            </a:xfrm>
            <a:custGeom>
              <a:avLst/>
              <a:pathLst>
                <a:path w="7242" h="12787">
                  <a:moveTo>
                    <a:pt x="5380" y="7231"/>
                  </a:moveTo>
                  <a:lnTo>
                    <a:pt x="5770" y="7400"/>
                  </a:lnTo>
                  <a:lnTo>
                    <a:pt x="6271" y="7199"/>
                  </a:lnTo>
                  <a:lnTo>
                    <a:pt x="6445" y="9552"/>
                  </a:lnTo>
                  <a:lnTo>
                    <a:pt x="7028" y="10857"/>
                  </a:lnTo>
                  <a:lnTo>
                    <a:pt x="7242" y="11634"/>
                  </a:lnTo>
                  <a:lnTo>
                    <a:pt x="6612" y="12458"/>
                  </a:lnTo>
                  <a:lnTo>
                    <a:pt x="5386" y="12787"/>
                  </a:lnTo>
                  <a:lnTo>
                    <a:pt x="4812" y="12131"/>
                  </a:lnTo>
                  <a:lnTo>
                    <a:pt x="4217" y="10661"/>
                  </a:lnTo>
                  <a:lnTo>
                    <a:pt x="3573" y="11064"/>
                  </a:lnTo>
                  <a:lnTo>
                    <a:pt x="3461" y="9883"/>
                  </a:lnTo>
                  <a:lnTo>
                    <a:pt x="3346" y="9539"/>
                  </a:lnTo>
                  <a:lnTo>
                    <a:pt x="2905" y="9858"/>
                  </a:lnTo>
                  <a:lnTo>
                    <a:pt x="3317" y="11383"/>
                  </a:lnTo>
                  <a:lnTo>
                    <a:pt x="2202" y="11497"/>
                  </a:lnTo>
                  <a:lnTo>
                    <a:pt x="1848" y="11310"/>
                  </a:lnTo>
                  <a:lnTo>
                    <a:pt x="1536" y="9580"/>
                  </a:lnTo>
                  <a:lnTo>
                    <a:pt x="386" y="6264"/>
                  </a:lnTo>
                  <a:lnTo>
                    <a:pt x="391" y="4973"/>
                  </a:lnTo>
                  <a:lnTo>
                    <a:pt x="0" y="3430"/>
                  </a:lnTo>
                  <a:lnTo>
                    <a:pt x="1703" y="2988"/>
                  </a:lnTo>
                  <a:lnTo>
                    <a:pt x="2870" y="282"/>
                  </a:lnTo>
                  <a:lnTo>
                    <a:pt x="3527" y="0"/>
                  </a:lnTo>
                  <a:lnTo>
                    <a:pt x="4787" y="4373"/>
                  </a:lnTo>
                  <a:lnTo>
                    <a:pt x="4755" y="5598"/>
                  </a:lnTo>
                  <a:lnTo>
                    <a:pt x="5036" y="679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1"/>
            <p:cNvSpPr/>
            <p:nvPr/>
          </p:nvSpPr>
          <p:spPr>
            <a:xfrm>
              <a:off x="1348974" y="2983541"/>
              <a:ext cx="2211" cy="6452"/>
            </a:xfrm>
            <a:custGeom>
              <a:avLst/>
              <a:pathLst>
                <a:path w="2211" h="6452">
                  <a:moveTo>
                    <a:pt x="720" y="5146"/>
                  </a:moveTo>
                  <a:lnTo>
                    <a:pt x="490" y="6452"/>
                  </a:lnTo>
                  <a:lnTo>
                    <a:pt x="99" y="6251"/>
                  </a:lnTo>
                  <a:lnTo>
                    <a:pt x="0" y="5087"/>
                  </a:lnTo>
                  <a:lnTo>
                    <a:pt x="256" y="3485"/>
                  </a:lnTo>
                  <a:lnTo>
                    <a:pt x="903" y="2103"/>
                  </a:lnTo>
                  <a:lnTo>
                    <a:pt x="1621" y="0"/>
                  </a:lnTo>
                  <a:lnTo>
                    <a:pt x="2211" y="313"/>
                  </a:lnTo>
                  <a:lnTo>
                    <a:pt x="1893" y="1688"/>
                  </a:lnTo>
                  <a:lnTo>
                    <a:pt x="1855" y="3185"/>
                  </a:lnTo>
                  <a:lnTo>
                    <a:pt x="1022" y="40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2"/>
            <p:cNvSpPr/>
            <p:nvPr/>
          </p:nvSpPr>
          <p:spPr>
            <a:xfrm>
              <a:off x="1354133" y="2977397"/>
              <a:ext cx="5546" cy="10254"/>
            </a:xfrm>
            <a:custGeom>
              <a:avLst/>
              <a:pathLst>
                <a:path w="5546" h="10254">
                  <a:moveTo>
                    <a:pt x="4728" y="8592"/>
                  </a:moveTo>
                  <a:lnTo>
                    <a:pt x="3729" y="10254"/>
                  </a:lnTo>
                  <a:lnTo>
                    <a:pt x="3148" y="9537"/>
                  </a:lnTo>
                  <a:lnTo>
                    <a:pt x="2047" y="9267"/>
                  </a:lnTo>
                  <a:lnTo>
                    <a:pt x="1621" y="8019"/>
                  </a:lnTo>
                  <a:lnTo>
                    <a:pt x="467" y="6893"/>
                  </a:lnTo>
                  <a:lnTo>
                    <a:pt x="0" y="5358"/>
                  </a:lnTo>
                  <a:lnTo>
                    <a:pt x="710" y="2451"/>
                  </a:lnTo>
                  <a:lnTo>
                    <a:pt x="2384" y="0"/>
                  </a:lnTo>
                  <a:lnTo>
                    <a:pt x="4963" y="105"/>
                  </a:lnTo>
                  <a:lnTo>
                    <a:pt x="5500" y="2041"/>
                  </a:lnTo>
                  <a:lnTo>
                    <a:pt x="5546" y="3482"/>
                  </a:lnTo>
                  <a:lnTo>
                    <a:pt x="5211" y="5096"/>
                  </a:lnTo>
                  <a:lnTo>
                    <a:pt x="5057" y="73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3"/>
            <p:cNvSpPr/>
            <p:nvPr/>
          </p:nvSpPr>
          <p:spPr>
            <a:xfrm>
              <a:off x="2239605" y="2907852"/>
              <a:ext cx="826" cy="1015"/>
            </a:xfrm>
            <a:custGeom>
              <a:avLst/>
              <a:pathLst>
                <a:path w="826" h="1015">
                  <a:moveTo>
                    <a:pt x="313" y="949"/>
                  </a:moveTo>
                  <a:lnTo>
                    <a:pt x="24" y="1015"/>
                  </a:lnTo>
                  <a:lnTo>
                    <a:pt x="0" y="558"/>
                  </a:lnTo>
                  <a:lnTo>
                    <a:pt x="496" y="0"/>
                  </a:lnTo>
                  <a:lnTo>
                    <a:pt x="826" y="37"/>
                  </a:lnTo>
                  <a:lnTo>
                    <a:pt x="813" y="6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4"/>
            <p:cNvSpPr/>
            <p:nvPr/>
          </p:nvSpPr>
          <p:spPr>
            <a:xfrm>
              <a:off x="2241649" y="2904529"/>
              <a:ext cx="1133" cy="2928"/>
            </a:xfrm>
            <a:custGeom>
              <a:avLst/>
              <a:pathLst>
                <a:path w="1133" h="2928">
                  <a:moveTo>
                    <a:pt x="735" y="2637"/>
                  </a:moveTo>
                  <a:lnTo>
                    <a:pt x="0" y="2928"/>
                  </a:lnTo>
                  <a:lnTo>
                    <a:pt x="593" y="1765"/>
                  </a:lnTo>
                  <a:lnTo>
                    <a:pt x="785" y="0"/>
                  </a:lnTo>
                  <a:lnTo>
                    <a:pt x="1133" y="1379"/>
                  </a:lnTo>
                  <a:lnTo>
                    <a:pt x="1127" y="221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5"/>
            <p:cNvSpPr/>
            <p:nvPr/>
          </p:nvSpPr>
          <p:spPr>
            <a:xfrm>
              <a:off x="2244031" y="2902731"/>
              <a:ext cx="1156" cy="3547"/>
            </a:xfrm>
            <a:custGeom>
              <a:avLst/>
              <a:pathLst>
                <a:path w="1156" h="3547">
                  <a:moveTo>
                    <a:pt x="986" y="2940"/>
                  </a:moveTo>
                  <a:lnTo>
                    <a:pt x="646" y="3547"/>
                  </a:lnTo>
                  <a:lnTo>
                    <a:pt x="484" y="3360"/>
                  </a:lnTo>
                  <a:lnTo>
                    <a:pt x="484" y="2474"/>
                  </a:lnTo>
                  <a:lnTo>
                    <a:pt x="0" y="513"/>
                  </a:lnTo>
                  <a:lnTo>
                    <a:pt x="18" y="0"/>
                  </a:lnTo>
                  <a:lnTo>
                    <a:pt x="1128" y="1918"/>
                  </a:lnTo>
                  <a:lnTo>
                    <a:pt x="1156" y="243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6"/>
            <p:cNvSpPr/>
            <p:nvPr/>
          </p:nvSpPr>
          <p:spPr>
            <a:xfrm>
              <a:off x="2247260" y="2902451"/>
              <a:ext cx="2349" cy="1960"/>
            </a:xfrm>
            <a:custGeom>
              <a:avLst/>
              <a:pathLst>
                <a:path w="2349" h="1960">
                  <a:moveTo>
                    <a:pt x="1057" y="1261"/>
                  </a:moveTo>
                  <a:lnTo>
                    <a:pt x="537" y="1960"/>
                  </a:lnTo>
                  <a:lnTo>
                    <a:pt x="0" y="1447"/>
                  </a:lnTo>
                  <a:lnTo>
                    <a:pt x="591" y="747"/>
                  </a:lnTo>
                  <a:lnTo>
                    <a:pt x="2349" y="0"/>
                  </a:lnTo>
                  <a:lnTo>
                    <a:pt x="1685" y="93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7"/>
            <p:cNvSpPr/>
            <p:nvPr/>
          </p:nvSpPr>
          <p:spPr>
            <a:xfrm>
              <a:off x="2250542" y="2899886"/>
              <a:ext cx="716" cy="1259"/>
            </a:xfrm>
            <a:custGeom>
              <a:avLst/>
              <a:pathLst>
                <a:path w="716" h="1259">
                  <a:moveTo>
                    <a:pt x="215" y="1259"/>
                  </a:moveTo>
                  <a:lnTo>
                    <a:pt x="0" y="1259"/>
                  </a:lnTo>
                  <a:lnTo>
                    <a:pt x="107" y="839"/>
                  </a:lnTo>
                  <a:lnTo>
                    <a:pt x="555" y="0"/>
                  </a:lnTo>
                  <a:lnTo>
                    <a:pt x="716" y="326"/>
                  </a:lnTo>
                  <a:lnTo>
                    <a:pt x="699" y="74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8"/>
            <p:cNvSpPr/>
            <p:nvPr/>
          </p:nvSpPr>
          <p:spPr>
            <a:xfrm>
              <a:off x="2252622" y="2897178"/>
              <a:ext cx="573" cy="1167"/>
            </a:xfrm>
            <a:custGeom>
              <a:avLst/>
              <a:pathLst>
                <a:path w="573" h="1167">
                  <a:moveTo>
                    <a:pt x="305" y="1027"/>
                  </a:moveTo>
                  <a:lnTo>
                    <a:pt x="0" y="1167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59"/>
            <p:cNvSpPr/>
            <p:nvPr/>
          </p:nvSpPr>
          <p:spPr>
            <a:xfrm>
              <a:off x="2253582" y="2885072"/>
              <a:ext cx="3673" cy="11623"/>
            </a:xfrm>
            <a:custGeom>
              <a:avLst/>
              <a:pathLst>
                <a:path w="3673" h="11623">
                  <a:moveTo>
                    <a:pt x="2256" y="6067"/>
                  </a:moveTo>
                  <a:lnTo>
                    <a:pt x="0" y="11623"/>
                  </a:lnTo>
                  <a:lnTo>
                    <a:pt x="250" y="10232"/>
                  </a:lnTo>
                  <a:lnTo>
                    <a:pt x="1129" y="7258"/>
                  </a:lnTo>
                  <a:lnTo>
                    <a:pt x="1414" y="5859"/>
                  </a:lnTo>
                  <a:lnTo>
                    <a:pt x="2008" y="4971"/>
                  </a:lnTo>
                  <a:lnTo>
                    <a:pt x="2562" y="3367"/>
                  </a:lnTo>
                  <a:lnTo>
                    <a:pt x="2603" y="1496"/>
                  </a:lnTo>
                  <a:lnTo>
                    <a:pt x="3407" y="187"/>
                  </a:lnTo>
                  <a:lnTo>
                    <a:pt x="367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0"/>
            <p:cNvSpPr/>
            <p:nvPr/>
          </p:nvSpPr>
          <p:spPr>
            <a:xfrm>
              <a:off x="2235177" y="2849600"/>
              <a:ext cx="1864" cy="3560"/>
            </a:xfrm>
            <a:custGeom>
              <a:avLst/>
              <a:pathLst>
                <a:path w="1864" h="3560">
                  <a:moveTo>
                    <a:pt x="1864" y="2790"/>
                  </a:moveTo>
                  <a:lnTo>
                    <a:pt x="1459" y="3560"/>
                  </a:lnTo>
                  <a:lnTo>
                    <a:pt x="640" y="2995"/>
                  </a:lnTo>
                  <a:lnTo>
                    <a:pt x="193" y="1982"/>
                  </a:lnTo>
                  <a:lnTo>
                    <a:pt x="0" y="0"/>
                  </a:lnTo>
                  <a:lnTo>
                    <a:pt x="713" y="2099"/>
                  </a:lnTo>
                  <a:lnTo>
                    <a:pt x="968" y="257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1"/>
            <p:cNvSpPr/>
            <p:nvPr/>
          </p:nvSpPr>
          <p:spPr>
            <a:xfrm>
              <a:off x="2235543" y="2845089"/>
              <a:ext cx="969" cy="6120"/>
            </a:xfrm>
            <a:custGeom>
              <a:avLst/>
              <a:pathLst>
                <a:path w="969" h="6120">
                  <a:moveTo>
                    <a:pt x="969" y="4384"/>
                  </a:moveTo>
                  <a:lnTo>
                    <a:pt x="953" y="6120"/>
                  </a:lnTo>
                  <a:lnTo>
                    <a:pt x="381" y="3213"/>
                  </a:lnTo>
                  <a:lnTo>
                    <a:pt x="0" y="0"/>
                  </a:lnTo>
                  <a:lnTo>
                    <a:pt x="545" y="104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2"/>
            <p:cNvSpPr/>
            <p:nvPr/>
          </p:nvSpPr>
          <p:spPr>
            <a:xfrm>
              <a:off x="2062508" y="2830440"/>
              <a:ext cx="2685" cy="32017"/>
            </a:xfrm>
            <a:custGeom>
              <a:avLst/>
              <a:pathLst>
                <a:path w="2685" h="32017">
                  <a:moveTo>
                    <a:pt x="2685" y="30645"/>
                  </a:moveTo>
                  <a:lnTo>
                    <a:pt x="2528" y="32017"/>
                  </a:lnTo>
                  <a:lnTo>
                    <a:pt x="1588" y="25610"/>
                  </a:lnTo>
                  <a:lnTo>
                    <a:pt x="57" y="11109"/>
                  </a:lnTo>
                  <a:lnTo>
                    <a:pt x="0" y="2845"/>
                  </a:lnTo>
                  <a:lnTo>
                    <a:pt x="240" y="0"/>
                  </a:lnTo>
                  <a:lnTo>
                    <a:pt x="635" y="11672"/>
                  </a:lnTo>
                  <a:lnTo>
                    <a:pt x="2327" y="2649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3"/>
            <p:cNvSpPr/>
            <p:nvPr/>
          </p:nvSpPr>
          <p:spPr>
            <a:xfrm>
              <a:off x="2062762" y="2811956"/>
              <a:ext cx="3682" cy="17123"/>
            </a:xfrm>
            <a:custGeom>
              <a:avLst/>
              <a:pathLst>
                <a:path w="3682" h="17123">
                  <a:moveTo>
                    <a:pt x="354" y="15423"/>
                  </a:moveTo>
                  <a:lnTo>
                    <a:pt x="0" y="17123"/>
                  </a:lnTo>
                  <a:lnTo>
                    <a:pt x="97" y="14589"/>
                  </a:lnTo>
                  <a:lnTo>
                    <a:pt x="1019" y="8832"/>
                  </a:lnTo>
                  <a:lnTo>
                    <a:pt x="2893" y="1266"/>
                  </a:lnTo>
                  <a:lnTo>
                    <a:pt x="3682" y="0"/>
                  </a:lnTo>
                  <a:lnTo>
                    <a:pt x="1520" y="829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4"/>
            <p:cNvSpPr/>
            <p:nvPr/>
          </p:nvSpPr>
          <p:spPr>
            <a:xfrm>
              <a:off x="2255214" y="2811113"/>
              <a:ext cx="3025" cy="19081"/>
            </a:xfrm>
            <a:custGeom>
              <a:avLst/>
              <a:pathLst>
                <a:path w="3025" h="19081">
                  <a:moveTo>
                    <a:pt x="2840" y="16905"/>
                  </a:moveTo>
                  <a:lnTo>
                    <a:pt x="3025" y="19081"/>
                  </a:lnTo>
                  <a:lnTo>
                    <a:pt x="1981" y="14034"/>
                  </a:lnTo>
                  <a:lnTo>
                    <a:pt x="690" y="6120"/>
                  </a:lnTo>
                  <a:lnTo>
                    <a:pt x="0" y="0"/>
                  </a:lnTo>
                  <a:lnTo>
                    <a:pt x="467" y="1654"/>
                  </a:lnTo>
                  <a:lnTo>
                    <a:pt x="924" y="50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5"/>
            <p:cNvSpPr/>
            <p:nvPr/>
          </p:nvSpPr>
          <p:spPr>
            <a:xfrm>
              <a:off x="2066723" y="2802769"/>
              <a:ext cx="2228" cy="6906"/>
            </a:xfrm>
            <a:custGeom>
              <a:avLst/>
              <a:pathLst>
                <a:path w="2228" h="6906">
                  <a:moveTo>
                    <a:pt x="246" y="6834"/>
                  </a:moveTo>
                  <a:lnTo>
                    <a:pt x="0" y="6906"/>
                  </a:lnTo>
                  <a:lnTo>
                    <a:pt x="549" y="4487"/>
                  </a:lnTo>
                  <a:lnTo>
                    <a:pt x="651" y="3517"/>
                  </a:lnTo>
                  <a:lnTo>
                    <a:pt x="1552" y="455"/>
                  </a:lnTo>
                  <a:lnTo>
                    <a:pt x="2028" y="0"/>
                  </a:lnTo>
                  <a:lnTo>
                    <a:pt x="2228" y="1302"/>
                  </a:lnTo>
                  <a:lnTo>
                    <a:pt x="1302" y="345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6"/>
            <p:cNvSpPr/>
            <p:nvPr/>
          </p:nvSpPr>
          <p:spPr>
            <a:xfrm>
              <a:off x="2069391" y="2795421"/>
              <a:ext cx="4514" cy="6889"/>
            </a:xfrm>
            <a:custGeom>
              <a:avLst/>
              <a:pathLst>
                <a:path w="4514" h="6889">
                  <a:moveTo>
                    <a:pt x="416" y="6766"/>
                  </a:moveTo>
                  <a:lnTo>
                    <a:pt x="0" y="6889"/>
                  </a:lnTo>
                  <a:lnTo>
                    <a:pt x="516" y="5293"/>
                  </a:lnTo>
                  <a:lnTo>
                    <a:pt x="1356" y="4488"/>
                  </a:lnTo>
                  <a:lnTo>
                    <a:pt x="3199" y="1422"/>
                  </a:lnTo>
                  <a:lnTo>
                    <a:pt x="3951" y="1211"/>
                  </a:lnTo>
                  <a:lnTo>
                    <a:pt x="4343" y="155"/>
                  </a:lnTo>
                  <a:lnTo>
                    <a:pt x="4514" y="0"/>
                  </a:lnTo>
                  <a:lnTo>
                    <a:pt x="4403" y="1294"/>
                  </a:lnTo>
                  <a:lnTo>
                    <a:pt x="2920" y="31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7"/>
            <p:cNvSpPr/>
            <p:nvPr/>
          </p:nvSpPr>
          <p:spPr>
            <a:xfrm>
              <a:off x="2088825" y="2767062"/>
              <a:ext cx="3656" cy="6056"/>
            </a:xfrm>
            <a:custGeom>
              <a:avLst/>
              <a:pathLst>
                <a:path w="3656" h="6056">
                  <a:moveTo>
                    <a:pt x="567" y="5774"/>
                  </a:moveTo>
                  <a:lnTo>
                    <a:pt x="0" y="6056"/>
                  </a:lnTo>
                  <a:lnTo>
                    <a:pt x="2475" y="1512"/>
                  </a:lnTo>
                  <a:lnTo>
                    <a:pt x="2994" y="0"/>
                  </a:lnTo>
                  <a:lnTo>
                    <a:pt x="3656" y="66"/>
                  </a:lnTo>
                  <a:lnTo>
                    <a:pt x="2551" y="26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8"/>
            <p:cNvSpPr/>
            <p:nvPr/>
          </p:nvSpPr>
          <p:spPr>
            <a:xfrm>
              <a:off x="2123834" y="2758120"/>
              <a:ext cx="2865" cy="4653"/>
            </a:xfrm>
            <a:custGeom>
              <a:avLst/>
              <a:pathLst>
                <a:path w="2865" h="4653">
                  <a:moveTo>
                    <a:pt x="2418" y="4231"/>
                  </a:moveTo>
                  <a:lnTo>
                    <a:pt x="1996" y="4653"/>
                  </a:lnTo>
                  <a:lnTo>
                    <a:pt x="118" y="2093"/>
                  </a:lnTo>
                  <a:lnTo>
                    <a:pt x="0" y="994"/>
                  </a:lnTo>
                  <a:lnTo>
                    <a:pt x="926" y="0"/>
                  </a:lnTo>
                  <a:lnTo>
                    <a:pt x="1492" y="88"/>
                  </a:lnTo>
                  <a:lnTo>
                    <a:pt x="2386" y="1388"/>
                  </a:lnTo>
                  <a:lnTo>
                    <a:pt x="2713" y="1750"/>
                  </a:lnTo>
                  <a:lnTo>
                    <a:pt x="2865" y="2276"/>
                  </a:lnTo>
                  <a:lnTo>
                    <a:pt x="2779" y="310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69"/>
            <p:cNvSpPr/>
            <p:nvPr/>
          </p:nvSpPr>
          <p:spPr>
            <a:xfrm>
              <a:off x="2202072" y="2755505"/>
              <a:ext cx="4310" cy="3716"/>
            </a:xfrm>
            <a:custGeom>
              <a:avLst/>
              <a:pathLst>
                <a:path w="4310" h="3716">
                  <a:moveTo>
                    <a:pt x="2371" y="2653"/>
                  </a:moveTo>
                  <a:lnTo>
                    <a:pt x="1231" y="3716"/>
                  </a:lnTo>
                  <a:lnTo>
                    <a:pt x="0" y="2943"/>
                  </a:lnTo>
                  <a:lnTo>
                    <a:pt x="765" y="2796"/>
                  </a:lnTo>
                  <a:lnTo>
                    <a:pt x="1319" y="3109"/>
                  </a:lnTo>
                  <a:lnTo>
                    <a:pt x="2722" y="1588"/>
                  </a:lnTo>
                  <a:lnTo>
                    <a:pt x="3458" y="437"/>
                  </a:lnTo>
                  <a:lnTo>
                    <a:pt x="431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0"/>
            <p:cNvSpPr/>
            <p:nvPr/>
          </p:nvSpPr>
          <p:spPr>
            <a:xfrm>
              <a:off x="2158616" y="2754898"/>
              <a:ext cx="805" cy="2739"/>
            </a:xfrm>
            <a:custGeom>
              <a:avLst/>
              <a:pathLst>
                <a:path w="805" h="2739">
                  <a:moveTo>
                    <a:pt x="616" y="1193"/>
                  </a:moveTo>
                  <a:lnTo>
                    <a:pt x="0" y="2739"/>
                  </a:lnTo>
                  <a:lnTo>
                    <a:pt x="28" y="2149"/>
                  </a:lnTo>
                  <a:lnTo>
                    <a:pt x="481" y="601"/>
                  </a:lnTo>
                  <a:lnTo>
                    <a:pt x="805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1"/>
            <p:cNvSpPr/>
            <p:nvPr/>
          </p:nvSpPr>
          <p:spPr>
            <a:xfrm>
              <a:off x="2159487" y="2745922"/>
              <a:ext cx="616" cy="8299"/>
            </a:xfrm>
            <a:custGeom>
              <a:avLst/>
              <a:pathLst>
                <a:path w="616" h="8299">
                  <a:moveTo>
                    <a:pt x="447" y="7358"/>
                  </a:moveTo>
                  <a:lnTo>
                    <a:pt x="127" y="8299"/>
                  </a:lnTo>
                  <a:lnTo>
                    <a:pt x="442" y="3793"/>
                  </a:lnTo>
                  <a:lnTo>
                    <a:pt x="0" y="0"/>
                  </a:lnTo>
                  <a:lnTo>
                    <a:pt x="465" y="1665"/>
                  </a:lnTo>
                  <a:lnTo>
                    <a:pt x="616" y="364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2"/>
            <p:cNvSpPr/>
            <p:nvPr/>
          </p:nvSpPr>
          <p:spPr>
            <a:xfrm>
              <a:off x="2154092" y="2742615"/>
              <a:ext cx="1786" cy="3872"/>
            </a:xfrm>
            <a:custGeom>
              <a:avLst/>
              <a:pathLst>
                <a:path w="1786" h="3872">
                  <a:moveTo>
                    <a:pt x="1340" y="2499"/>
                  </a:moveTo>
                  <a:lnTo>
                    <a:pt x="1380" y="3872"/>
                  </a:lnTo>
                  <a:lnTo>
                    <a:pt x="823" y="3188"/>
                  </a:lnTo>
                  <a:lnTo>
                    <a:pt x="0" y="3126"/>
                  </a:lnTo>
                  <a:lnTo>
                    <a:pt x="362" y="2657"/>
                  </a:lnTo>
                  <a:lnTo>
                    <a:pt x="617" y="2200"/>
                  </a:lnTo>
                  <a:lnTo>
                    <a:pt x="744" y="1708"/>
                  </a:lnTo>
                  <a:lnTo>
                    <a:pt x="1786" y="0"/>
                  </a:lnTo>
                  <a:lnTo>
                    <a:pt x="1490" y="125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3"/>
            <p:cNvSpPr/>
            <p:nvPr/>
          </p:nvSpPr>
          <p:spPr>
            <a:xfrm>
              <a:off x="2161123" y="2739790"/>
              <a:ext cx="1870" cy="1757"/>
            </a:xfrm>
            <a:custGeom>
              <a:avLst/>
              <a:pathLst>
                <a:path w="1870" h="1757">
                  <a:moveTo>
                    <a:pt x="1870" y="1428"/>
                  </a:moveTo>
                  <a:lnTo>
                    <a:pt x="1728" y="1757"/>
                  </a:lnTo>
                  <a:lnTo>
                    <a:pt x="722" y="1142"/>
                  </a:lnTo>
                  <a:lnTo>
                    <a:pt x="110" y="571"/>
                  </a:lnTo>
                  <a:lnTo>
                    <a:pt x="0" y="0"/>
                  </a:lnTo>
                  <a:lnTo>
                    <a:pt x="1690" y="103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4"/>
            <p:cNvSpPr/>
            <p:nvPr/>
          </p:nvSpPr>
          <p:spPr>
            <a:xfrm>
              <a:off x="2165740" y="2739510"/>
              <a:ext cx="2781" cy="1265"/>
            </a:xfrm>
            <a:custGeom>
              <a:avLst/>
              <a:pathLst>
                <a:path w="2781" h="1265">
                  <a:moveTo>
                    <a:pt x="2781" y="632"/>
                  </a:moveTo>
                  <a:lnTo>
                    <a:pt x="1782" y="1265"/>
                  </a:lnTo>
                  <a:lnTo>
                    <a:pt x="301" y="1206"/>
                  </a:lnTo>
                  <a:lnTo>
                    <a:pt x="0" y="983"/>
                  </a:lnTo>
                  <a:lnTo>
                    <a:pt x="594" y="561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5"/>
            <p:cNvSpPr/>
            <p:nvPr/>
          </p:nvSpPr>
          <p:spPr>
            <a:xfrm>
              <a:off x="2243316" y="2718894"/>
              <a:ext cx="745" cy="7199"/>
            </a:xfrm>
            <a:custGeom>
              <a:avLst/>
              <a:pathLst>
                <a:path w="745" h="7199">
                  <a:moveTo>
                    <a:pt x="745" y="0"/>
                  </a:moveTo>
                  <a:lnTo>
                    <a:pt x="240" y="7199"/>
                  </a:lnTo>
                  <a:lnTo>
                    <a:pt x="21" y="4650"/>
                  </a:lnTo>
                  <a:lnTo>
                    <a:pt x="0" y="2174"/>
                  </a:lnTo>
                  <a:lnTo>
                    <a:pt x="382" y="7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6"/>
            <p:cNvSpPr/>
            <p:nvPr/>
          </p:nvSpPr>
          <p:spPr>
            <a:xfrm>
              <a:off x="1821966" y="2657986"/>
              <a:ext cx="2723" cy="6328"/>
            </a:xfrm>
            <a:custGeom>
              <a:avLst/>
              <a:pathLst>
                <a:path w="2723" h="6328">
                  <a:moveTo>
                    <a:pt x="2723" y="6059"/>
                  </a:moveTo>
                  <a:lnTo>
                    <a:pt x="2062" y="6328"/>
                  </a:lnTo>
                  <a:lnTo>
                    <a:pt x="1328" y="5725"/>
                  </a:lnTo>
                  <a:lnTo>
                    <a:pt x="695" y="2868"/>
                  </a:lnTo>
                  <a:lnTo>
                    <a:pt x="0" y="634"/>
                  </a:lnTo>
                  <a:lnTo>
                    <a:pt x="375" y="0"/>
                  </a:lnTo>
                  <a:lnTo>
                    <a:pt x="939" y="2149"/>
                  </a:lnTo>
                  <a:lnTo>
                    <a:pt x="2350" y="541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7"/>
            <p:cNvSpPr/>
            <p:nvPr/>
          </p:nvSpPr>
          <p:spPr>
            <a:xfrm>
              <a:off x="1810781" y="2650618"/>
              <a:ext cx="1557" cy="1970"/>
            </a:xfrm>
            <a:custGeom>
              <a:avLst/>
              <a:pathLst>
                <a:path w="1557" h="1970">
                  <a:moveTo>
                    <a:pt x="1557" y="1916"/>
                  </a:moveTo>
                  <a:lnTo>
                    <a:pt x="1052" y="1970"/>
                  </a:lnTo>
                  <a:lnTo>
                    <a:pt x="358" y="1696"/>
                  </a:lnTo>
                  <a:lnTo>
                    <a:pt x="0" y="109"/>
                  </a:lnTo>
                  <a:lnTo>
                    <a:pt x="568" y="0"/>
                  </a:lnTo>
                  <a:lnTo>
                    <a:pt x="1094" y="219"/>
                  </a:lnTo>
                  <a:lnTo>
                    <a:pt x="1511" y="146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8"/>
            <p:cNvSpPr/>
            <p:nvPr/>
          </p:nvSpPr>
          <p:spPr>
            <a:xfrm>
              <a:off x="1822201" y="2644854"/>
              <a:ext cx="3088" cy="4875"/>
            </a:xfrm>
            <a:custGeom>
              <a:avLst/>
              <a:pathLst>
                <a:path w="3088" h="4875">
                  <a:moveTo>
                    <a:pt x="2515" y="2699"/>
                  </a:moveTo>
                  <a:lnTo>
                    <a:pt x="3088" y="4875"/>
                  </a:lnTo>
                  <a:lnTo>
                    <a:pt x="2262" y="4605"/>
                  </a:lnTo>
                  <a:lnTo>
                    <a:pt x="1398" y="4728"/>
                  </a:lnTo>
                  <a:lnTo>
                    <a:pt x="1136" y="3545"/>
                  </a:lnTo>
                  <a:lnTo>
                    <a:pt x="878" y="1900"/>
                  </a:lnTo>
                  <a:lnTo>
                    <a:pt x="705" y="1480"/>
                  </a:lnTo>
                  <a:lnTo>
                    <a:pt x="113" y="1333"/>
                  </a:lnTo>
                  <a:lnTo>
                    <a:pt x="69" y="1183"/>
                  </a:lnTo>
                  <a:lnTo>
                    <a:pt x="0" y="382"/>
                  </a:lnTo>
                  <a:lnTo>
                    <a:pt x="165" y="0"/>
                  </a:lnTo>
                  <a:lnTo>
                    <a:pt x="2018" y="18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79"/>
            <p:cNvSpPr/>
            <p:nvPr/>
          </p:nvSpPr>
          <p:spPr>
            <a:xfrm>
              <a:off x="1803096" y="2628619"/>
              <a:ext cx="3042" cy="3594"/>
            </a:xfrm>
            <a:custGeom>
              <a:avLst/>
              <a:pathLst>
                <a:path w="3042" h="3594">
                  <a:moveTo>
                    <a:pt x="2365" y="3181"/>
                  </a:moveTo>
                  <a:lnTo>
                    <a:pt x="1566" y="3594"/>
                  </a:lnTo>
                  <a:lnTo>
                    <a:pt x="962" y="3204"/>
                  </a:lnTo>
                  <a:lnTo>
                    <a:pt x="0" y="373"/>
                  </a:lnTo>
                  <a:lnTo>
                    <a:pt x="2044" y="0"/>
                  </a:lnTo>
                  <a:lnTo>
                    <a:pt x="2924" y="1229"/>
                  </a:lnTo>
                  <a:lnTo>
                    <a:pt x="3042" y="157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0"/>
            <p:cNvSpPr/>
            <p:nvPr/>
          </p:nvSpPr>
          <p:spPr>
            <a:xfrm>
              <a:off x="1800943" y="2627237"/>
              <a:ext cx="1532" cy="1507"/>
            </a:xfrm>
            <a:custGeom>
              <a:avLst/>
              <a:pathLst>
                <a:path w="1532" h="1507">
                  <a:moveTo>
                    <a:pt x="1532" y="1431"/>
                  </a:moveTo>
                  <a:lnTo>
                    <a:pt x="929" y="1507"/>
                  </a:lnTo>
                  <a:lnTo>
                    <a:pt x="0" y="1193"/>
                  </a:lnTo>
                  <a:lnTo>
                    <a:pt x="324" y="502"/>
                  </a:lnTo>
                  <a:lnTo>
                    <a:pt x="838" y="0"/>
                  </a:lnTo>
                  <a:lnTo>
                    <a:pt x="1001" y="37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1"/>
            <p:cNvSpPr/>
            <p:nvPr/>
          </p:nvSpPr>
          <p:spPr>
            <a:xfrm>
              <a:off x="1806887" y="2627048"/>
              <a:ext cx="4187" cy="3306"/>
            </a:xfrm>
            <a:custGeom>
              <a:avLst/>
              <a:pathLst>
                <a:path w="4187" h="3306">
                  <a:moveTo>
                    <a:pt x="405" y="0"/>
                  </a:moveTo>
                  <a:lnTo>
                    <a:pt x="2716" y="1513"/>
                  </a:lnTo>
                  <a:lnTo>
                    <a:pt x="3962" y="789"/>
                  </a:lnTo>
                  <a:lnTo>
                    <a:pt x="4187" y="1522"/>
                  </a:lnTo>
                  <a:lnTo>
                    <a:pt x="4041" y="2159"/>
                  </a:lnTo>
                  <a:lnTo>
                    <a:pt x="1232" y="3306"/>
                  </a:lnTo>
                  <a:lnTo>
                    <a:pt x="369" y="2504"/>
                  </a:lnTo>
                  <a:lnTo>
                    <a:pt x="291" y="1403"/>
                  </a:lnTo>
                  <a:lnTo>
                    <a:pt x="0" y="35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2"/>
            <p:cNvSpPr/>
            <p:nvPr/>
          </p:nvSpPr>
          <p:spPr>
            <a:xfrm>
              <a:off x="2297944" y="2608714"/>
              <a:ext cx="1450" cy="1406"/>
            </a:xfrm>
            <a:custGeom>
              <a:avLst/>
              <a:pathLst>
                <a:path w="1450" h="1406">
                  <a:moveTo>
                    <a:pt x="1450" y="1337"/>
                  </a:moveTo>
                  <a:lnTo>
                    <a:pt x="1197" y="1406"/>
                  </a:lnTo>
                  <a:lnTo>
                    <a:pt x="750" y="1080"/>
                  </a:lnTo>
                  <a:lnTo>
                    <a:pt x="135" y="457"/>
                  </a:lnTo>
                  <a:lnTo>
                    <a:pt x="0" y="0"/>
                  </a:lnTo>
                  <a:lnTo>
                    <a:pt x="586" y="16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3"/>
            <p:cNvSpPr/>
            <p:nvPr/>
          </p:nvSpPr>
          <p:spPr>
            <a:xfrm>
              <a:off x="2299595" y="2601658"/>
              <a:ext cx="3647" cy="9084"/>
            </a:xfrm>
            <a:custGeom>
              <a:avLst/>
              <a:pathLst>
                <a:path w="3647" h="9084">
                  <a:moveTo>
                    <a:pt x="282" y="8745"/>
                  </a:moveTo>
                  <a:lnTo>
                    <a:pt x="0" y="9084"/>
                  </a:lnTo>
                  <a:lnTo>
                    <a:pt x="1039" y="5394"/>
                  </a:lnTo>
                  <a:lnTo>
                    <a:pt x="3092" y="715"/>
                  </a:lnTo>
                  <a:lnTo>
                    <a:pt x="3647" y="0"/>
                  </a:lnTo>
                  <a:lnTo>
                    <a:pt x="1940" y="399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4"/>
            <p:cNvSpPr/>
            <p:nvPr/>
          </p:nvSpPr>
          <p:spPr>
            <a:xfrm>
              <a:off x="2305776" y="2594234"/>
              <a:ext cx="2296" cy="2107"/>
            </a:xfrm>
            <a:custGeom>
              <a:avLst/>
              <a:pathLst>
                <a:path w="2296" h="2107">
                  <a:moveTo>
                    <a:pt x="2296" y="0"/>
                  </a:moveTo>
                  <a:lnTo>
                    <a:pt x="232" y="2107"/>
                  </a:lnTo>
                  <a:lnTo>
                    <a:pt x="0" y="1982"/>
                  </a:lnTo>
                  <a:lnTo>
                    <a:pt x="1354" y="47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5"/>
            <p:cNvSpPr/>
            <p:nvPr/>
          </p:nvSpPr>
          <p:spPr>
            <a:xfrm>
              <a:off x="2309116" y="2577126"/>
              <a:ext cx="2653" cy="16438"/>
            </a:xfrm>
            <a:custGeom>
              <a:avLst/>
              <a:pathLst>
                <a:path w="2653" h="16438">
                  <a:moveTo>
                    <a:pt x="1657" y="15633"/>
                  </a:moveTo>
                  <a:lnTo>
                    <a:pt x="134" y="16438"/>
                  </a:lnTo>
                  <a:lnTo>
                    <a:pt x="0" y="16179"/>
                  </a:lnTo>
                  <a:lnTo>
                    <a:pt x="1745" y="14494"/>
                  </a:lnTo>
                  <a:lnTo>
                    <a:pt x="2296" y="8558"/>
                  </a:lnTo>
                  <a:lnTo>
                    <a:pt x="2371" y="5821"/>
                  </a:lnTo>
                  <a:lnTo>
                    <a:pt x="2109" y="997"/>
                  </a:lnTo>
                  <a:lnTo>
                    <a:pt x="2118" y="0"/>
                  </a:lnTo>
                  <a:lnTo>
                    <a:pt x="2402" y="1555"/>
                  </a:lnTo>
                  <a:lnTo>
                    <a:pt x="2653" y="6057"/>
                  </a:lnTo>
                  <a:lnTo>
                    <a:pt x="2558" y="9470"/>
                  </a:lnTo>
                  <a:lnTo>
                    <a:pt x="2052" y="1444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6"/>
            <p:cNvSpPr/>
            <p:nvPr/>
          </p:nvSpPr>
          <p:spPr>
            <a:xfrm>
              <a:off x="2308808" y="2571896"/>
              <a:ext cx="925" cy="3266"/>
            </a:xfrm>
            <a:custGeom>
              <a:avLst/>
              <a:pathLst>
                <a:path w="925" h="3266">
                  <a:moveTo>
                    <a:pt x="925" y="2666"/>
                  </a:moveTo>
                  <a:lnTo>
                    <a:pt x="754" y="3266"/>
                  </a:lnTo>
                  <a:lnTo>
                    <a:pt x="0" y="0"/>
                  </a:lnTo>
                  <a:lnTo>
                    <a:pt x="775" y="1056"/>
                  </a:lnTo>
                  <a:lnTo>
                    <a:pt x="914" y="193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2312654" y="2502398"/>
              <a:ext cx="3186" cy="12588"/>
            </a:xfrm>
            <a:custGeom>
              <a:avLst/>
              <a:pathLst>
                <a:path w="3186" h="12588">
                  <a:moveTo>
                    <a:pt x="516" y="12109"/>
                  </a:moveTo>
                  <a:lnTo>
                    <a:pt x="0" y="12588"/>
                  </a:lnTo>
                  <a:lnTo>
                    <a:pt x="1732" y="6671"/>
                  </a:lnTo>
                  <a:lnTo>
                    <a:pt x="2737" y="1714"/>
                  </a:lnTo>
                  <a:lnTo>
                    <a:pt x="3186" y="0"/>
                  </a:lnTo>
                  <a:lnTo>
                    <a:pt x="2751" y="3474"/>
                  </a:lnTo>
                  <a:lnTo>
                    <a:pt x="1990" y="666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8"/>
            <p:cNvSpPr/>
            <p:nvPr/>
          </p:nvSpPr>
          <p:spPr>
            <a:xfrm>
              <a:off x="2325433" y="2459601"/>
              <a:ext cx="1662" cy="6413"/>
            </a:xfrm>
            <a:custGeom>
              <a:avLst/>
              <a:pathLst>
                <a:path w="1662" h="6413">
                  <a:moveTo>
                    <a:pt x="1362" y="1940"/>
                  </a:moveTo>
                  <a:lnTo>
                    <a:pt x="30" y="6413"/>
                  </a:lnTo>
                  <a:lnTo>
                    <a:pt x="0" y="5553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89"/>
            <p:cNvSpPr/>
            <p:nvPr/>
          </p:nvSpPr>
          <p:spPr>
            <a:xfrm>
              <a:off x="2325629" y="2432652"/>
              <a:ext cx="1913" cy="4129"/>
            </a:xfrm>
            <a:custGeom>
              <a:avLst/>
              <a:pathLst>
                <a:path w="1913" h="4129">
                  <a:moveTo>
                    <a:pt x="542" y="4006"/>
                  </a:moveTo>
                  <a:lnTo>
                    <a:pt x="0" y="4129"/>
                  </a:lnTo>
                  <a:lnTo>
                    <a:pt x="541" y="1295"/>
                  </a:lnTo>
                  <a:lnTo>
                    <a:pt x="1537" y="0"/>
                  </a:lnTo>
                  <a:lnTo>
                    <a:pt x="1898" y="269"/>
                  </a:lnTo>
                  <a:lnTo>
                    <a:pt x="1913" y="1271"/>
                  </a:lnTo>
                  <a:lnTo>
                    <a:pt x="1773" y="2126"/>
                  </a:lnTo>
                  <a:lnTo>
                    <a:pt x="1105" y="344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0"/>
            <p:cNvSpPr/>
            <p:nvPr/>
          </p:nvSpPr>
          <p:spPr>
            <a:xfrm>
              <a:off x="2327944" y="2418037"/>
              <a:ext cx="24173" cy="17212"/>
            </a:xfrm>
            <a:custGeom>
              <a:avLst/>
              <a:pathLst>
                <a:path w="24173" h="17212">
                  <a:moveTo>
                    <a:pt x="17285" y="4934"/>
                  </a:moveTo>
                  <a:lnTo>
                    <a:pt x="16478" y="6846"/>
                  </a:lnTo>
                  <a:lnTo>
                    <a:pt x="17208" y="7039"/>
                  </a:lnTo>
                  <a:lnTo>
                    <a:pt x="17836" y="6478"/>
                  </a:lnTo>
                  <a:lnTo>
                    <a:pt x="18430" y="5344"/>
                  </a:lnTo>
                  <a:lnTo>
                    <a:pt x="19810" y="3810"/>
                  </a:lnTo>
                  <a:lnTo>
                    <a:pt x="20986" y="3139"/>
                  </a:lnTo>
                  <a:lnTo>
                    <a:pt x="21356" y="3001"/>
                  </a:lnTo>
                  <a:lnTo>
                    <a:pt x="21917" y="4077"/>
                  </a:lnTo>
                  <a:lnTo>
                    <a:pt x="23029" y="3213"/>
                  </a:lnTo>
                  <a:lnTo>
                    <a:pt x="24173" y="2728"/>
                  </a:lnTo>
                  <a:lnTo>
                    <a:pt x="19225" y="7649"/>
                  </a:lnTo>
                  <a:lnTo>
                    <a:pt x="18213" y="8203"/>
                  </a:lnTo>
                  <a:lnTo>
                    <a:pt x="16765" y="9669"/>
                  </a:lnTo>
                  <a:lnTo>
                    <a:pt x="15397" y="10708"/>
                  </a:lnTo>
                  <a:lnTo>
                    <a:pt x="14412" y="11086"/>
                  </a:lnTo>
                  <a:lnTo>
                    <a:pt x="9512" y="14739"/>
                  </a:lnTo>
                  <a:lnTo>
                    <a:pt x="9124" y="14819"/>
                  </a:lnTo>
                  <a:lnTo>
                    <a:pt x="8703" y="14462"/>
                  </a:lnTo>
                  <a:lnTo>
                    <a:pt x="4668" y="16344"/>
                  </a:lnTo>
                  <a:lnTo>
                    <a:pt x="3012" y="16556"/>
                  </a:lnTo>
                  <a:lnTo>
                    <a:pt x="1504" y="17212"/>
                  </a:lnTo>
                  <a:lnTo>
                    <a:pt x="2619" y="15697"/>
                  </a:lnTo>
                  <a:lnTo>
                    <a:pt x="2644" y="15130"/>
                  </a:lnTo>
                  <a:lnTo>
                    <a:pt x="2377" y="14687"/>
                  </a:lnTo>
                  <a:lnTo>
                    <a:pt x="1780" y="14816"/>
                  </a:lnTo>
                  <a:lnTo>
                    <a:pt x="1169" y="16376"/>
                  </a:lnTo>
                  <a:lnTo>
                    <a:pt x="194" y="16896"/>
                  </a:lnTo>
                  <a:lnTo>
                    <a:pt x="0" y="15198"/>
                  </a:lnTo>
                  <a:lnTo>
                    <a:pt x="325" y="13884"/>
                  </a:lnTo>
                  <a:lnTo>
                    <a:pt x="766" y="12637"/>
                  </a:lnTo>
                  <a:lnTo>
                    <a:pt x="1734" y="10678"/>
                  </a:lnTo>
                  <a:lnTo>
                    <a:pt x="3120" y="9436"/>
                  </a:lnTo>
                  <a:lnTo>
                    <a:pt x="3824" y="8362"/>
                  </a:lnTo>
                  <a:lnTo>
                    <a:pt x="4312" y="9307"/>
                  </a:lnTo>
                  <a:lnTo>
                    <a:pt x="4419" y="8030"/>
                  </a:lnTo>
                  <a:lnTo>
                    <a:pt x="4794" y="7293"/>
                  </a:lnTo>
                  <a:lnTo>
                    <a:pt x="5203" y="6896"/>
                  </a:lnTo>
                  <a:lnTo>
                    <a:pt x="6184" y="6886"/>
                  </a:lnTo>
                  <a:lnTo>
                    <a:pt x="6712" y="6686"/>
                  </a:lnTo>
                  <a:lnTo>
                    <a:pt x="7094" y="6261"/>
                  </a:lnTo>
                  <a:lnTo>
                    <a:pt x="7486" y="6182"/>
                  </a:lnTo>
                  <a:lnTo>
                    <a:pt x="8560" y="6761"/>
                  </a:lnTo>
                  <a:lnTo>
                    <a:pt x="9608" y="6595"/>
                  </a:lnTo>
                  <a:lnTo>
                    <a:pt x="10455" y="5795"/>
                  </a:lnTo>
                  <a:lnTo>
                    <a:pt x="11335" y="5527"/>
                  </a:lnTo>
                  <a:lnTo>
                    <a:pt x="13663" y="5347"/>
                  </a:lnTo>
                  <a:lnTo>
                    <a:pt x="15976" y="4762"/>
                  </a:lnTo>
                  <a:lnTo>
                    <a:pt x="16901" y="3723"/>
                  </a:lnTo>
                  <a:lnTo>
                    <a:pt x="18844" y="812"/>
                  </a:lnTo>
                  <a:lnTo>
                    <a:pt x="19961" y="0"/>
                  </a:lnTo>
                  <a:lnTo>
                    <a:pt x="18221" y="338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1"/>
            <p:cNvSpPr/>
            <p:nvPr/>
          </p:nvSpPr>
          <p:spPr>
            <a:xfrm>
              <a:off x="2371083" y="2410815"/>
              <a:ext cx="2897" cy="4373"/>
            </a:xfrm>
            <a:custGeom>
              <a:avLst/>
              <a:pathLst>
                <a:path w="2897" h="4373">
                  <a:moveTo>
                    <a:pt x="2897" y="3897"/>
                  </a:moveTo>
                  <a:lnTo>
                    <a:pt x="2021" y="4373"/>
                  </a:lnTo>
                  <a:lnTo>
                    <a:pt x="0" y="3283"/>
                  </a:lnTo>
                  <a:lnTo>
                    <a:pt x="1662" y="2360"/>
                  </a:lnTo>
                  <a:lnTo>
                    <a:pt x="1934" y="2038"/>
                  </a:lnTo>
                  <a:lnTo>
                    <a:pt x="2151" y="681"/>
                  </a:lnTo>
                  <a:lnTo>
                    <a:pt x="2178" y="0"/>
                  </a:lnTo>
                  <a:lnTo>
                    <a:pt x="2810" y="29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2"/>
            <p:cNvSpPr/>
            <p:nvPr/>
          </p:nvSpPr>
          <p:spPr>
            <a:xfrm>
              <a:off x="2364314" y="2409049"/>
              <a:ext cx="3625" cy="3834"/>
            </a:xfrm>
            <a:custGeom>
              <a:avLst/>
              <a:pathLst>
                <a:path w="3625" h="3834">
                  <a:moveTo>
                    <a:pt x="3625" y="2390"/>
                  </a:moveTo>
                  <a:lnTo>
                    <a:pt x="498" y="3834"/>
                  </a:lnTo>
                  <a:lnTo>
                    <a:pt x="0" y="2902"/>
                  </a:lnTo>
                  <a:lnTo>
                    <a:pt x="780" y="2471"/>
                  </a:lnTo>
                  <a:lnTo>
                    <a:pt x="1765" y="256"/>
                  </a:lnTo>
                  <a:lnTo>
                    <a:pt x="2420" y="0"/>
                  </a:lnTo>
                  <a:lnTo>
                    <a:pt x="3450" y="125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3"/>
            <p:cNvSpPr/>
            <p:nvPr/>
          </p:nvSpPr>
          <p:spPr>
            <a:xfrm>
              <a:off x="2357793" y="2405662"/>
              <a:ext cx="555" cy="3105"/>
            </a:xfrm>
            <a:custGeom>
              <a:avLst/>
              <a:pathLst>
                <a:path w="555" h="3105">
                  <a:moveTo>
                    <a:pt x="432" y="2558"/>
                  </a:moveTo>
                  <a:lnTo>
                    <a:pt x="117" y="3105"/>
                  </a:lnTo>
                  <a:lnTo>
                    <a:pt x="0" y="1677"/>
                  </a:lnTo>
                  <a:lnTo>
                    <a:pt x="220" y="37"/>
                  </a:lnTo>
                  <a:lnTo>
                    <a:pt x="444" y="0"/>
                  </a:lnTo>
                  <a:lnTo>
                    <a:pt x="555" y="8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4"/>
            <p:cNvSpPr/>
            <p:nvPr/>
          </p:nvSpPr>
          <p:spPr>
            <a:xfrm>
              <a:off x="2358442" y="2403225"/>
              <a:ext cx="1296" cy="5605"/>
            </a:xfrm>
            <a:custGeom>
              <a:avLst/>
              <a:pathLst>
                <a:path w="1296" h="5605">
                  <a:moveTo>
                    <a:pt x="1190" y="4797"/>
                  </a:moveTo>
                  <a:lnTo>
                    <a:pt x="628" y="5605"/>
                  </a:lnTo>
                  <a:lnTo>
                    <a:pt x="0" y="5464"/>
                  </a:lnTo>
                  <a:lnTo>
                    <a:pt x="318" y="4373"/>
                  </a:lnTo>
                  <a:lnTo>
                    <a:pt x="440" y="2771"/>
                  </a:lnTo>
                  <a:lnTo>
                    <a:pt x="750" y="1012"/>
                  </a:lnTo>
                  <a:lnTo>
                    <a:pt x="928" y="474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5"/>
            <p:cNvSpPr/>
            <p:nvPr/>
          </p:nvSpPr>
          <p:spPr>
            <a:xfrm>
              <a:off x="2388457" y="2326342"/>
              <a:ext cx="906" cy="2361"/>
            </a:xfrm>
            <a:custGeom>
              <a:avLst/>
              <a:pathLst>
                <a:path w="906" h="2361">
                  <a:moveTo>
                    <a:pt x="906" y="1777"/>
                  </a:moveTo>
                  <a:lnTo>
                    <a:pt x="475" y="2361"/>
                  </a:lnTo>
                  <a:lnTo>
                    <a:pt x="14" y="2172"/>
                  </a:lnTo>
                  <a:lnTo>
                    <a:pt x="0" y="715"/>
                  </a:lnTo>
                  <a:lnTo>
                    <a:pt x="139" y="220"/>
                  </a:lnTo>
                  <a:lnTo>
                    <a:pt x="298" y="0"/>
                  </a:lnTo>
                  <a:lnTo>
                    <a:pt x="534" y="4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6"/>
            <p:cNvSpPr/>
            <p:nvPr/>
          </p:nvSpPr>
          <p:spPr>
            <a:xfrm>
              <a:off x="2391765" y="2320423"/>
              <a:ext cx="2548" cy="6110"/>
            </a:xfrm>
            <a:custGeom>
              <a:avLst/>
              <a:pathLst>
                <a:path w="2548" h="6110">
                  <a:moveTo>
                    <a:pt x="2548" y="3664"/>
                  </a:moveTo>
                  <a:lnTo>
                    <a:pt x="1887" y="4240"/>
                  </a:lnTo>
                  <a:lnTo>
                    <a:pt x="1163" y="3989"/>
                  </a:lnTo>
                  <a:lnTo>
                    <a:pt x="1178" y="5549"/>
                  </a:lnTo>
                  <a:lnTo>
                    <a:pt x="1097" y="6110"/>
                  </a:lnTo>
                  <a:lnTo>
                    <a:pt x="294" y="5308"/>
                  </a:lnTo>
                  <a:lnTo>
                    <a:pt x="0" y="4791"/>
                  </a:lnTo>
                  <a:lnTo>
                    <a:pt x="25" y="2725"/>
                  </a:lnTo>
                  <a:lnTo>
                    <a:pt x="734" y="772"/>
                  </a:lnTo>
                  <a:lnTo>
                    <a:pt x="1275" y="0"/>
                  </a:lnTo>
                  <a:lnTo>
                    <a:pt x="1972" y="535"/>
                  </a:lnTo>
                  <a:lnTo>
                    <a:pt x="2507" y="272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7"/>
            <p:cNvSpPr/>
            <p:nvPr/>
          </p:nvSpPr>
          <p:spPr>
            <a:xfrm>
              <a:off x="1772891" y="2237147"/>
              <a:ext cx="712" cy="2649"/>
            </a:xfrm>
            <a:custGeom>
              <a:avLst/>
              <a:pathLst>
                <a:path w="712" h="2649">
                  <a:moveTo>
                    <a:pt x="668" y="2067"/>
                  </a:moveTo>
                  <a:lnTo>
                    <a:pt x="560" y="2649"/>
                  </a:lnTo>
                  <a:lnTo>
                    <a:pt x="399" y="2617"/>
                  </a:lnTo>
                  <a:lnTo>
                    <a:pt x="44" y="1435"/>
                  </a:lnTo>
                  <a:lnTo>
                    <a:pt x="0" y="601"/>
                  </a:lnTo>
                  <a:lnTo>
                    <a:pt x="304" y="0"/>
                  </a:lnTo>
                  <a:lnTo>
                    <a:pt x="712" y="172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8"/>
            <p:cNvSpPr/>
            <p:nvPr/>
          </p:nvSpPr>
          <p:spPr>
            <a:xfrm>
              <a:off x="1777456" y="2230786"/>
              <a:ext cx="1314" cy="3995"/>
            </a:xfrm>
            <a:custGeom>
              <a:avLst/>
              <a:pathLst>
                <a:path w="1314" h="3995">
                  <a:moveTo>
                    <a:pt x="1314" y="2799"/>
                  </a:moveTo>
                  <a:lnTo>
                    <a:pt x="1262" y="3471"/>
                  </a:lnTo>
                  <a:lnTo>
                    <a:pt x="826" y="3995"/>
                  </a:lnTo>
                  <a:lnTo>
                    <a:pt x="600" y="3861"/>
                  </a:lnTo>
                  <a:lnTo>
                    <a:pt x="469" y="2947"/>
                  </a:lnTo>
                  <a:lnTo>
                    <a:pt x="0" y="3899"/>
                  </a:lnTo>
                  <a:lnTo>
                    <a:pt x="34" y="2018"/>
                  </a:lnTo>
                  <a:lnTo>
                    <a:pt x="265" y="36"/>
                  </a:lnTo>
                  <a:lnTo>
                    <a:pt x="469" y="0"/>
                  </a:lnTo>
                  <a:lnTo>
                    <a:pt x="770" y="129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499"/>
            <p:cNvSpPr/>
            <p:nvPr/>
          </p:nvSpPr>
          <p:spPr>
            <a:xfrm>
              <a:off x="1776706" y="2224464"/>
              <a:ext cx="893" cy="3797"/>
            </a:xfrm>
            <a:custGeom>
              <a:avLst/>
              <a:pathLst>
                <a:path w="893" h="3797">
                  <a:moveTo>
                    <a:pt x="893" y="3231"/>
                  </a:moveTo>
                  <a:lnTo>
                    <a:pt x="832" y="3797"/>
                  </a:lnTo>
                  <a:lnTo>
                    <a:pt x="205" y="3122"/>
                  </a:lnTo>
                  <a:lnTo>
                    <a:pt x="0" y="2496"/>
                  </a:lnTo>
                  <a:lnTo>
                    <a:pt x="24" y="1096"/>
                  </a:lnTo>
                  <a:lnTo>
                    <a:pt x="179" y="183"/>
                  </a:lnTo>
                  <a:lnTo>
                    <a:pt x="297" y="0"/>
                  </a:lnTo>
                  <a:lnTo>
                    <a:pt x="666" y="395"/>
                  </a:lnTo>
                  <a:lnTo>
                    <a:pt x="772" y="62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0"/>
            <p:cNvSpPr/>
            <p:nvPr/>
          </p:nvSpPr>
          <p:spPr>
            <a:xfrm>
              <a:off x="1774744" y="2204362"/>
              <a:ext cx="4339" cy="13784"/>
            </a:xfrm>
            <a:custGeom>
              <a:avLst/>
              <a:pathLst>
                <a:path w="4339" h="13784">
                  <a:moveTo>
                    <a:pt x="1998" y="6724"/>
                  </a:moveTo>
                  <a:lnTo>
                    <a:pt x="2553" y="10601"/>
                  </a:lnTo>
                  <a:lnTo>
                    <a:pt x="2792" y="8987"/>
                  </a:lnTo>
                  <a:lnTo>
                    <a:pt x="4337" y="11783"/>
                  </a:lnTo>
                  <a:lnTo>
                    <a:pt x="4339" y="13161"/>
                  </a:lnTo>
                  <a:lnTo>
                    <a:pt x="4151" y="13623"/>
                  </a:lnTo>
                  <a:lnTo>
                    <a:pt x="3830" y="13784"/>
                  </a:lnTo>
                  <a:lnTo>
                    <a:pt x="3533" y="13382"/>
                  </a:lnTo>
                  <a:lnTo>
                    <a:pt x="3260" y="12416"/>
                  </a:lnTo>
                  <a:lnTo>
                    <a:pt x="2912" y="11906"/>
                  </a:lnTo>
                  <a:lnTo>
                    <a:pt x="2171" y="11575"/>
                  </a:lnTo>
                  <a:lnTo>
                    <a:pt x="1787" y="10477"/>
                  </a:lnTo>
                  <a:lnTo>
                    <a:pt x="1652" y="9727"/>
                  </a:lnTo>
                  <a:lnTo>
                    <a:pt x="1617" y="7554"/>
                  </a:lnTo>
                  <a:lnTo>
                    <a:pt x="1431" y="6879"/>
                  </a:lnTo>
                  <a:lnTo>
                    <a:pt x="1038" y="6729"/>
                  </a:lnTo>
                  <a:lnTo>
                    <a:pt x="662" y="6215"/>
                  </a:lnTo>
                  <a:lnTo>
                    <a:pt x="82" y="4696"/>
                  </a:lnTo>
                  <a:lnTo>
                    <a:pt x="0" y="4290"/>
                  </a:lnTo>
                  <a:lnTo>
                    <a:pt x="275" y="3053"/>
                  </a:lnTo>
                  <a:lnTo>
                    <a:pt x="905" y="981"/>
                  </a:lnTo>
                  <a:lnTo>
                    <a:pt x="1363" y="0"/>
                  </a:lnTo>
                  <a:lnTo>
                    <a:pt x="1648" y="106"/>
                  </a:lnTo>
                  <a:lnTo>
                    <a:pt x="2001" y="728"/>
                  </a:lnTo>
                  <a:lnTo>
                    <a:pt x="2420" y="1862"/>
                  </a:lnTo>
                  <a:lnTo>
                    <a:pt x="2342" y="2666"/>
                  </a:lnTo>
                  <a:lnTo>
                    <a:pt x="642" y="4230"/>
                  </a:lnTo>
                  <a:lnTo>
                    <a:pt x="587" y="4596"/>
                  </a:lnTo>
                  <a:lnTo>
                    <a:pt x="1411" y="5036"/>
                  </a:lnTo>
                  <a:lnTo>
                    <a:pt x="1716" y="54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1"/>
            <p:cNvSpPr/>
            <p:nvPr/>
          </p:nvSpPr>
          <p:spPr>
            <a:xfrm>
              <a:off x="1772659" y="2199416"/>
              <a:ext cx="1336" cy="3843"/>
            </a:xfrm>
            <a:custGeom>
              <a:avLst/>
              <a:pathLst>
                <a:path w="1336" h="3843">
                  <a:moveTo>
                    <a:pt x="1264" y="3553"/>
                  </a:moveTo>
                  <a:lnTo>
                    <a:pt x="1086" y="3843"/>
                  </a:lnTo>
                  <a:lnTo>
                    <a:pt x="479" y="3455"/>
                  </a:lnTo>
                  <a:lnTo>
                    <a:pt x="120" y="2797"/>
                  </a:lnTo>
                  <a:lnTo>
                    <a:pt x="0" y="1975"/>
                  </a:lnTo>
                  <a:lnTo>
                    <a:pt x="227" y="402"/>
                  </a:lnTo>
                  <a:lnTo>
                    <a:pt x="531" y="0"/>
                  </a:lnTo>
                  <a:lnTo>
                    <a:pt x="719" y="87"/>
                  </a:lnTo>
                  <a:lnTo>
                    <a:pt x="798" y="1470"/>
                  </a:lnTo>
                  <a:lnTo>
                    <a:pt x="1336" y="293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2"/>
            <p:cNvSpPr/>
            <p:nvPr/>
          </p:nvSpPr>
          <p:spPr>
            <a:xfrm>
              <a:off x="1769965" y="2197594"/>
              <a:ext cx="2075" cy="4292"/>
            </a:xfrm>
            <a:custGeom>
              <a:avLst/>
              <a:pathLst>
                <a:path w="2075" h="4292">
                  <a:moveTo>
                    <a:pt x="1776" y="3321"/>
                  </a:moveTo>
                  <a:lnTo>
                    <a:pt x="2075" y="4292"/>
                  </a:lnTo>
                  <a:lnTo>
                    <a:pt x="853" y="3670"/>
                  </a:lnTo>
                  <a:lnTo>
                    <a:pt x="336" y="3112"/>
                  </a:lnTo>
                  <a:lnTo>
                    <a:pt x="183" y="2569"/>
                  </a:lnTo>
                  <a:lnTo>
                    <a:pt x="0" y="784"/>
                  </a:lnTo>
                  <a:lnTo>
                    <a:pt x="84" y="203"/>
                  </a:lnTo>
                  <a:lnTo>
                    <a:pt x="629" y="0"/>
                  </a:lnTo>
                  <a:lnTo>
                    <a:pt x="1651" y="221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3"/>
            <p:cNvSpPr/>
            <p:nvPr/>
          </p:nvSpPr>
          <p:spPr>
            <a:xfrm>
              <a:off x="1771858" y="2194726"/>
              <a:ext cx="2656" cy="3423"/>
            </a:xfrm>
            <a:custGeom>
              <a:avLst/>
              <a:pathLst>
                <a:path w="2656" h="3423">
                  <a:moveTo>
                    <a:pt x="2506" y="1112"/>
                  </a:moveTo>
                  <a:lnTo>
                    <a:pt x="2656" y="1754"/>
                  </a:lnTo>
                  <a:lnTo>
                    <a:pt x="2201" y="2379"/>
                  </a:lnTo>
                  <a:lnTo>
                    <a:pt x="1876" y="2475"/>
                  </a:lnTo>
                  <a:lnTo>
                    <a:pt x="1359" y="1468"/>
                  </a:lnTo>
                  <a:lnTo>
                    <a:pt x="1133" y="1348"/>
                  </a:lnTo>
                  <a:lnTo>
                    <a:pt x="1315" y="2897"/>
                  </a:lnTo>
                  <a:lnTo>
                    <a:pt x="1252" y="3423"/>
                  </a:lnTo>
                  <a:lnTo>
                    <a:pt x="195" y="2471"/>
                  </a:lnTo>
                  <a:lnTo>
                    <a:pt x="0" y="1718"/>
                  </a:lnTo>
                  <a:lnTo>
                    <a:pt x="297" y="921"/>
                  </a:lnTo>
                  <a:lnTo>
                    <a:pt x="963" y="9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4"/>
            <p:cNvSpPr/>
            <p:nvPr/>
          </p:nvSpPr>
          <p:spPr>
            <a:xfrm>
              <a:off x="1752473" y="2175243"/>
              <a:ext cx="655470" cy="716163"/>
            </a:xfrm>
            <a:custGeom>
              <a:avLst/>
              <a:pathLst>
                <a:path w="655470" h="716163">
                  <a:moveTo>
                    <a:pt x="567785" y="129005"/>
                  </a:moveTo>
                  <a:lnTo>
                    <a:pt x="568303" y="129004"/>
                  </a:lnTo>
                  <a:lnTo>
                    <a:pt x="570947" y="128995"/>
                  </a:lnTo>
                  <a:lnTo>
                    <a:pt x="575672" y="128981"/>
                  </a:lnTo>
                  <a:lnTo>
                    <a:pt x="580398" y="128966"/>
                  </a:lnTo>
                  <a:lnTo>
                    <a:pt x="585123" y="128953"/>
                  </a:lnTo>
                  <a:lnTo>
                    <a:pt x="589848" y="128939"/>
                  </a:lnTo>
                  <a:lnTo>
                    <a:pt x="594574" y="128924"/>
                  </a:lnTo>
                  <a:lnTo>
                    <a:pt x="599299" y="128910"/>
                  </a:lnTo>
                  <a:lnTo>
                    <a:pt x="604024" y="128896"/>
                  </a:lnTo>
                  <a:lnTo>
                    <a:pt x="605142" y="123199"/>
                  </a:lnTo>
                  <a:lnTo>
                    <a:pt x="606184" y="120547"/>
                  </a:lnTo>
                  <a:lnTo>
                    <a:pt x="607611" y="121426"/>
                  </a:lnTo>
                  <a:lnTo>
                    <a:pt x="608372" y="121353"/>
                  </a:lnTo>
                  <a:lnTo>
                    <a:pt x="609217" y="119985"/>
                  </a:lnTo>
                  <a:lnTo>
                    <a:pt x="609902" y="119154"/>
                  </a:lnTo>
                  <a:lnTo>
                    <a:pt x="610353" y="119276"/>
                  </a:lnTo>
                  <a:lnTo>
                    <a:pt x="610739" y="120529"/>
                  </a:lnTo>
                  <a:lnTo>
                    <a:pt x="611059" y="121364"/>
                  </a:lnTo>
                  <a:lnTo>
                    <a:pt x="611433" y="121120"/>
                  </a:lnTo>
                  <a:lnTo>
                    <a:pt x="611754" y="119939"/>
                  </a:lnTo>
                  <a:lnTo>
                    <a:pt x="611743" y="118299"/>
                  </a:lnTo>
                  <a:lnTo>
                    <a:pt x="612181" y="117158"/>
                  </a:lnTo>
                  <a:lnTo>
                    <a:pt x="612702" y="116984"/>
                  </a:lnTo>
                  <a:lnTo>
                    <a:pt x="613183" y="117020"/>
                  </a:lnTo>
                  <a:lnTo>
                    <a:pt x="613423" y="116463"/>
                  </a:lnTo>
                  <a:lnTo>
                    <a:pt x="613397" y="115663"/>
                  </a:lnTo>
                  <a:lnTo>
                    <a:pt x="613223" y="114376"/>
                  </a:lnTo>
                  <a:lnTo>
                    <a:pt x="613282" y="112827"/>
                  </a:lnTo>
                  <a:lnTo>
                    <a:pt x="614484" y="110090"/>
                  </a:lnTo>
                  <a:lnTo>
                    <a:pt x="615958" y="108233"/>
                  </a:lnTo>
                  <a:lnTo>
                    <a:pt x="616474" y="107305"/>
                  </a:lnTo>
                  <a:lnTo>
                    <a:pt x="616625" y="105424"/>
                  </a:lnTo>
                  <a:lnTo>
                    <a:pt x="617470" y="103469"/>
                  </a:lnTo>
                  <a:lnTo>
                    <a:pt x="617892" y="102345"/>
                  </a:lnTo>
                  <a:lnTo>
                    <a:pt x="617995" y="101368"/>
                  </a:lnTo>
                  <a:lnTo>
                    <a:pt x="617776" y="100166"/>
                  </a:lnTo>
                  <a:lnTo>
                    <a:pt x="617799" y="97875"/>
                  </a:lnTo>
                  <a:lnTo>
                    <a:pt x="618089" y="95138"/>
                  </a:lnTo>
                  <a:lnTo>
                    <a:pt x="618437" y="92157"/>
                  </a:lnTo>
                  <a:lnTo>
                    <a:pt x="619216" y="89469"/>
                  </a:lnTo>
                  <a:lnTo>
                    <a:pt x="620493" y="86537"/>
                  </a:lnTo>
                  <a:lnTo>
                    <a:pt x="620822" y="82685"/>
                  </a:lnTo>
                  <a:lnTo>
                    <a:pt x="621169" y="78622"/>
                  </a:lnTo>
                  <a:lnTo>
                    <a:pt x="622713" y="74663"/>
                  </a:lnTo>
                  <a:lnTo>
                    <a:pt x="624464" y="70173"/>
                  </a:lnTo>
                  <a:lnTo>
                    <a:pt x="625460" y="67617"/>
                  </a:lnTo>
                  <a:lnTo>
                    <a:pt x="627258" y="62969"/>
                  </a:lnTo>
                  <a:lnTo>
                    <a:pt x="628536" y="59660"/>
                  </a:lnTo>
                  <a:lnTo>
                    <a:pt x="629181" y="58142"/>
                  </a:lnTo>
                  <a:lnTo>
                    <a:pt x="629854" y="56340"/>
                  </a:lnTo>
                  <a:lnTo>
                    <a:pt x="630951" y="56878"/>
                  </a:lnTo>
                  <a:lnTo>
                    <a:pt x="632042" y="57415"/>
                  </a:lnTo>
                  <a:lnTo>
                    <a:pt x="631882" y="60030"/>
                  </a:lnTo>
                  <a:lnTo>
                    <a:pt x="632060" y="61936"/>
                  </a:lnTo>
                  <a:lnTo>
                    <a:pt x="632576" y="63035"/>
                  </a:lnTo>
                  <a:lnTo>
                    <a:pt x="633325" y="63779"/>
                  </a:lnTo>
                  <a:lnTo>
                    <a:pt x="633890" y="64028"/>
                  </a:lnTo>
                  <a:lnTo>
                    <a:pt x="634557" y="64013"/>
                  </a:lnTo>
                  <a:lnTo>
                    <a:pt x="636375" y="62531"/>
                  </a:lnTo>
                  <a:lnTo>
                    <a:pt x="638512" y="61576"/>
                  </a:lnTo>
                  <a:lnTo>
                    <a:pt x="639687" y="60679"/>
                  </a:lnTo>
                  <a:lnTo>
                    <a:pt x="639902" y="59841"/>
                  </a:lnTo>
                  <a:lnTo>
                    <a:pt x="640437" y="59546"/>
                  </a:lnTo>
                  <a:lnTo>
                    <a:pt x="641293" y="59799"/>
                  </a:lnTo>
                  <a:lnTo>
                    <a:pt x="642868" y="61899"/>
                  </a:lnTo>
                  <a:lnTo>
                    <a:pt x="644707" y="65068"/>
                  </a:lnTo>
                  <a:lnTo>
                    <a:pt x="646161" y="67574"/>
                  </a:lnTo>
                  <a:lnTo>
                    <a:pt x="646206" y="71920"/>
                  </a:lnTo>
                  <a:lnTo>
                    <a:pt x="646234" y="76525"/>
                  </a:lnTo>
                  <a:lnTo>
                    <a:pt x="646264" y="81379"/>
                  </a:lnTo>
                  <a:lnTo>
                    <a:pt x="646286" y="84843"/>
                  </a:lnTo>
                  <a:lnTo>
                    <a:pt x="646323" y="89600"/>
                  </a:lnTo>
                  <a:lnTo>
                    <a:pt x="646352" y="93385"/>
                  </a:lnTo>
                  <a:lnTo>
                    <a:pt x="646392" y="98325"/>
                  </a:lnTo>
                  <a:lnTo>
                    <a:pt x="646412" y="100965"/>
                  </a:lnTo>
                  <a:lnTo>
                    <a:pt x="646613" y="101727"/>
                  </a:lnTo>
                  <a:lnTo>
                    <a:pt x="646492" y="102767"/>
                  </a:lnTo>
                  <a:lnTo>
                    <a:pt x="646439" y="103288"/>
                  </a:lnTo>
                  <a:lnTo>
                    <a:pt x="646452" y="103702"/>
                  </a:lnTo>
                  <a:lnTo>
                    <a:pt x="646532" y="104223"/>
                  </a:lnTo>
                  <a:lnTo>
                    <a:pt x="646519" y="104952"/>
                  </a:lnTo>
                  <a:lnTo>
                    <a:pt x="646333" y="105611"/>
                  </a:lnTo>
                  <a:lnTo>
                    <a:pt x="646239" y="106373"/>
                  </a:lnTo>
                  <a:lnTo>
                    <a:pt x="646213" y="107621"/>
                  </a:lnTo>
                  <a:lnTo>
                    <a:pt x="646412" y="108384"/>
                  </a:lnTo>
                  <a:lnTo>
                    <a:pt x="646746" y="108834"/>
                  </a:lnTo>
                  <a:lnTo>
                    <a:pt x="647026" y="108834"/>
                  </a:lnTo>
                  <a:lnTo>
                    <a:pt x="647385" y="109286"/>
                  </a:lnTo>
                  <a:lnTo>
                    <a:pt x="647852" y="110084"/>
                  </a:lnTo>
                  <a:lnTo>
                    <a:pt x="648558" y="110777"/>
                  </a:lnTo>
                  <a:lnTo>
                    <a:pt x="649291" y="111019"/>
                  </a:lnTo>
                  <a:lnTo>
                    <a:pt x="649797" y="110846"/>
                  </a:lnTo>
                  <a:lnTo>
                    <a:pt x="650409" y="111298"/>
                  </a:lnTo>
                  <a:lnTo>
                    <a:pt x="650623" y="112407"/>
                  </a:lnTo>
                  <a:lnTo>
                    <a:pt x="650503" y="113446"/>
                  </a:lnTo>
                  <a:lnTo>
                    <a:pt x="650157" y="113932"/>
                  </a:lnTo>
                  <a:lnTo>
                    <a:pt x="649783" y="114314"/>
                  </a:lnTo>
                  <a:lnTo>
                    <a:pt x="649717" y="115111"/>
                  </a:lnTo>
                  <a:lnTo>
                    <a:pt x="649903" y="115943"/>
                  </a:lnTo>
                  <a:lnTo>
                    <a:pt x="650170" y="116672"/>
                  </a:lnTo>
                  <a:lnTo>
                    <a:pt x="650463" y="117952"/>
                  </a:lnTo>
                  <a:lnTo>
                    <a:pt x="650343" y="119061"/>
                  </a:lnTo>
                  <a:lnTo>
                    <a:pt x="650077" y="119998"/>
                  </a:lnTo>
                  <a:lnTo>
                    <a:pt x="649956" y="120967"/>
                  </a:lnTo>
                  <a:lnTo>
                    <a:pt x="650183" y="121801"/>
                  </a:lnTo>
                  <a:lnTo>
                    <a:pt x="650783" y="122909"/>
                  </a:lnTo>
                  <a:lnTo>
                    <a:pt x="651156" y="123984"/>
                  </a:lnTo>
                  <a:lnTo>
                    <a:pt x="651742" y="124574"/>
                  </a:lnTo>
                  <a:lnTo>
                    <a:pt x="652022" y="124157"/>
                  </a:lnTo>
                  <a:lnTo>
                    <a:pt x="652249" y="123602"/>
                  </a:lnTo>
                  <a:lnTo>
                    <a:pt x="652488" y="123186"/>
                  </a:lnTo>
                  <a:lnTo>
                    <a:pt x="652901" y="123430"/>
                  </a:lnTo>
                  <a:lnTo>
                    <a:pt x="653381" y="123742"/>
                  </a:lnTo>
                  <a:lnTo>
                    <a:pt x="653905" y="124113"/>
                  </a:lnTo>
                  <a:lnTo>
                    <a:pt x="653842" y="125012"/>
                  </a:lnTo>
                  <a:lnTo>
                    <a:pt x="654162" y="126526"/>
                  </a:lnTo>
                  <a:lnTo>
                    <a:pt x="654409" y="129440"/>
                  </a:lnTo>
                  <a:lnTo>
                    <a:pt x="654029" y="130763"/>
                  </a:lnTo>
                  <a:lnTo>
                    <a:pt x="654111" y="132516"/>
                  </a:lnTo>
                  <a:lnTo>
                    <a:pt x="655163" y="133026"/>
                  </a:lnTo>
                  <a:lnTo>
                    <a:pt x="655420" y="133563"/>
                  </a:lnTo>
                  <a:lnTo>
                    <a:pt x="655470" y="134211"/>
                  </a:lnTo>
                  <a:lnTo>
                    <a:pt x="653151" y="138705"/>
                  </a:lnTo>
                  <a:lnTo>
                    <a:pt x="651188" y="138076"/>
                  </a:lnTo>
                  <a:lnTo>
                    <a:pt x="650124" y="139268"/>
                  </a:lnTo>
                  <a:lnTo>
                    <a:pt x="649009" y="139616"/>
                  </a:lnTo>
                  <a:lnTo>
                    <a:pt x="648520" y="141624"/>
                  </a:lnTo>
                  <a:lnTo>
                    <a:pt x="647908" y="142050"/>
                  </a:lnTo>
                  <a:lnTo>
                    <a:pt x="647069" y="141929"/>
                  </a:lnTo>
                  <a:lnTo>
                    <a:pt x="646346" y="141362"/>
                  </a:lnTo>
                  <a:lnTo>
                    <a:pt x="645795" y="141640"/>
                  </a:lnTo>
                  <a:lnTo>
                    <a:pt x="645023" y="145264"/>
                  </a:lnTo>
                  <a:lnTo>
                    <a:pt x="644391" y="144948"/>
                  </a:lnTo>
                  <a:lnTo>
                    <a:pt x="644139" y="146253"/>
                  </a:lnTo>
                  <a:lnTo>
                    <a:pt x="643809" y="146823"/>
                  </a:lnTo>
                  <a:lnTo>
                    <a:pt x="643324" y="147312"/>
                  </a:lnTo>
                  <a:lnTo>
                    <a:pt x="642903" y="145702"/>
                  </a:lnTo>
                  <a:lnTo>
                    <a:pt x="642635" y="144171"/>
                  </a:lnTo>
                  <a:lnTo>
                    <a:pt x="642241" y="143835"/>
                  </a:lnTo>
                  <a:lnTo>
                    <a:pt x="641716" y="143444"/>
                  </a:lnTo>
                  <a:lnTo>
                    <a:pt x="641176" y="143457"/>
                  </a:lnTo>
                  <a:lnTo>
                    <a:pt x="640817" y="143676"/>
                  </a:lnTo>
                  <a:lnTo>
                    <a:pt x="640370" y="144666"/>
                  </a:lnTo>
                  <a:lnTo>
                    <a:pt x="639723" y="145515"/>
                  </a:lnTo>
                  <a:lnTo>
                    <a:pt x="639234" y="144807"/>
                  </a:lnTo>
                  <a:lnTo>
                    <a:pt x="638851" y="143669"/>
                  </a:lnTo>
                  <a:lnTo>
                    <a:pt x="638523" y="145500"/>
                  </a:lnTo>
                  <a:lnTo>
                    <a:pt x="638046" y="147433"/>
                  </a:lnTo>
                  <a:lnTo>
                    <a:pt x="638125" y="149688"/>
                  </a:lnTo>
                  <a:lnTo>
                    <a:pt x="637920" y="151026"/>
                  </a:lnTo>
                  <a:lnTo>
                    <a:pt x="637468" y="150665"/>
                  </a:lnTo>
                  <a:lnTo>
                    <a:pt x="637018" y="149492"/>
                  </a:lnTo>
                  <a:lnTo>
                    <a:pt x="635754" y="148554"/>
                  </a:lnTo>
                  <a:lnTo>
                    <a:pt x="634748" y="148641"/>
                  </a:lnTo>
                  <a:lnTo>
                    <a:pt x="634952" y="147388"/>
                  </a:lnTo>
                  <a:lnTo>
                    <a:pt x="635904" y="145591"/>
                  </a:lnTo>
                  <a:lnTo>
                    <a:pt x="635611" y="145238"/>
                  </a:lnTo>
                  <a:lnTo>
                    <a:pt x="635144" y="145488"/>
                  </a:lnTo>
                  <a:lnTo>
                    <a:pt x="634940" y="145238"/>
                  </a:lnTo>
                  <a:lnTo>
                    <a:pt x="635274" y="143605"/>
                  </a:lnTo>
                  <a:lnTo>
                    <a:pt x="635306" y="141803"/>
                  </a:lnTo>
                  <a:lnTo>
                    <a:pt x="634881" y="142434"/>
                  </a:lnTo>
                  <a:lnTo>
                    <a:pt x="634345" y="144335"/>
                  </a:lnTo>
                  <a:lnTo>
                    <a:pt x="633049" y="145849"/>
                  </a:lnTo>
                  <a:lnTo>
                    <a:pt x="633110" y="148382"/>
                  </a:lnTo>
                  <a:lnTo>
                    <a:pt x="631890" y="153575"/>
                  </a:lnTo>
                  <a:lnTo>
                    <a:pt x="631835" y="155785"/>
                  </a:lnTo>
                  <a:lnTo>
                    <a:pt x="631053" y="157550"/>
                  </a:lnTo>
                  <a:lnTo>
                    <a:pt x="630045" y="159068"/>
                  </a:lnTo>
                  <a:lnTo>
                    <a:pt x="628699" y="158641"/>
                  </a:lnTo>
                  <a:lnTo>
                    <a:pt x="627673" y="159960"/>
                  </a:lnTo>
                  <a:lnTo>
                    <a:pt x="627151" y="161473"/>
                  </a:lnTo>
                  <a:lnTo>
                    <a:pt x="626698" y="161701"/>
                  </a:lnTo>
                  <a:lnTo>
                    <a:pt x="626462" y="159773"/>
                  </a:lnTo>
                  <a:lnTo>
                    <a:pt x="626290" y="159178"/>
                  </a:lnTo>
                  <a:lnTo>
                    <a:pt x="625912" y="162020"/>
                  </a:lnTo>
                  <a:lnTo>
                    <a:pt x="625527" y="162196"/>
                  </a:lnTo>
                  <a:lnTo>
                    <a:pt x="625381" y="160180"/>
                  </a:lnTo>
                  <a:lnTo>
                    <a:pt x="625198" y="158849"/>
                  </a:lnTo>
                  <a:lnTo>
                    <a:pt x="624673" y="159997"/>
                  </a:lnTo>
                  <a:lnTo>
                    <a:pt x="624324" y="163041"/>
                  </a:lnTo>
                  <a:lnTo>
                    <a:pt x="623959" y="162785"/>
                  </a:lnTo>
                  <a:lnTo>
                    <a:pt x="623842" y="161652"/>
                  </a:lnTo>
                  <a:lnTo>
                    <a:pt x="623581" y="161309"/>
                  </a:lnTo>
                  <a:lnTo>
                    <a:pt x="623491" y="162603"/>
                  </a:lnTo>
                  <a:lnTo>
                    <a:pt x="623623" y="164424"/>
                  </a:lnTo>
                  <a:lnTo>
                    <a:pt x="623433" y="165396"/>
                  </a:lnTo>
                  <a:lnTo>
                    <a:pt x="623069" y="164877"/>
                  </a:lnTo>
                  <a:lnTo>
                    <a:pt x="622704" y="164001"/>
                  </a:lnTo>
                  <a:lnTo>
                    <a:pt x="622101" y="164666"/>
                  </a:lnTo>
                  <a:lnTo>
                    <a:pt x="621548" y="164936"/>
                  </a:lnTo>
                  <a:lnTo>
                    <a:pt x="621546" y="164044"/>
                  </a:lnTo>
                  <a:lnTo>
                    <a:pt x="621651" y="162951"/>
                  </a:lnTo>
                  <a:lnTo>
                    <a:pt x="620548" y="163555"/>
                  </a:lnTo>
                  <a:lnTo>
                    <a:pt x="619226" y="165572"/>
                  </a:lnTo>
                  <a:lnTo>
                    <a:pt x="618199" y="168363"/>
                  </a:lnTo>
                  <a:lnTo>
                    <a:pt x="618555" y="168827"/>
                  </a:lnTo>
                  <a:lnTo>
                    <a:pt x="618956" y="169716"/>
                  </a:lnTo>
                  <a:lnTo>
                    <a:pt x="617172" y="174027"/>
                  </a:lnTo>
                  <a:lnTo>
                    <a:pt x="615343" y="177910"/>
                  </a:lnTo>
                  <a:lnTo>
                    <a:pt x="613962" y="184245"/>
                  </a:lnTo>
                  <a:lnTo>
                    <a:pt x="613408" y="184987"/>
                  </a:lnTo>
                  <a:lnTo>
                    <a:pt x="612932" y="186148"/>
                  </a:lnTo>
                  <a:lnTo>
                    <a:pt x="612426" y="189973"/>
                  </a:lnTo>
                  <a:lnTo>
                    <a:pt x="611842" y="193378"/>
                  </a:lnTo>
                  <a:lnTo>
                    <a:pt x="612169" y="194895"/>
                  </a:lnTo>
                  <a:lnTo>
                    <a:pt x="612384" y="196454"/>
                  </a:lnTo>
                  <a:lnTo>
                    <a:pt x="612902" y="197990"/>
                  </a:lnTo>
                  <a:lnTo>
                    <a:pt x="613343" y="198128"/>
                  </a:lnTo>
                  <a:lnTo>
                    <a:pt x="613820" y="197851"/>
                  </a:lnTo>
                  <a:lnTo>
                    <a:pt x="614171" y="197916"/>
                  </a:lnTo>
                  <a:lnTo>
                    <a:pt x="614396" y="198568"/>
                  </a:lnTo>
                  <a:lnTo>
                    <a:pt x="614296" y="199350"/>
                  </a:lnTo>
                  <a:lnTo>
                    <a:pt x="613745" y="199545"/>
                  </a:lnTo>
                  <a:lnTo>
                    <a:pt x="612719" y="200913"/>
                  </a:lnTo>
                  <a:lnTo>
                    <a:pt x="611818" y="201438"/>
                  </a:lnTo>
                  <a:lnTo>
                    <a:pt x="611367" y="203091"/>
                  </a:lnTo>
                  <a:lnTo>
                    <a:pt x="610690" y="205002"/>
                  </a:lnTo>
                  <a:lnTo>
                    <a:pt x="609376" y="207983"/>
                  </a:lnTo>
                  <a:lnTo>
                    <a:pt x="609938" y="208902"/>
                  </a:lnTo>
                  <a:lnTo>
                    <a:pt x="611968" y="209938"/>
                  </a:lnTo>
                  <a:lnTo>
                    <a:pt x="612873" y="211004"/>
                  </a:lnTo>
                  <a:lnTo>
                    <a:pt x="614242" y="216572"/>
                  </a:lnTo>
                  <a:lnTo>
                    <a:pt x="613930" y="217129"/>
                  </a:lnTo>
                  <a:lnTo>
                    <a:pt x="613805" y="218149"/>
                  </a:lnTo>
                  <a:lnTo>
                    <a:pt x="615023" y="219580"/>
                  </a:lnTo>
                  <a:lnTo>
                    <a:pt x="615412" y="223578"/>
                  </a:lnTo>
                  <a:lnTo>
                    <a:pt x="616411" y="224939"/>
                  </a:lnTo>
                  <a:lnTo>
                    <a:pt x="617901" y="225775"/>
                  </a:lnTo>
                  <a:lnTo>
                    <a:pt x="619723" y="224566"/>
                  </a:lnTo>
                  <a:lnTo>
                    <a:pt x="621240" y="222903"/>
                  </a:lnTo>
                  <a:lnTo>
                    <a:pt x="621187" y="221539"/>
                  </a:lnTo>
                  <a:lnTo>
                    <a:pt x="620234" y="218367"/>
                  </a:lnTo>
                  <a:lnTo>
                    <a:pt x="620004" y="216876"/>
                  </a:lnTo>
                  <a:lnTo>
                    <a:pt x="619297" y="215911"/>
                  </a:lnTo>
                  <a:lnTo>
                    <a:pt x="619028" y="216729"/>
                  </a:lnTo>
                  <a:lnTo>
                    <a:pt x="618570" y="215667"/>
                  </a:lnTo>
                  <a:lnTo>
                    <a:pt x="618519" y="215071"/>
                  </a:lnTo>
                  <a:lnTo>
                    <a:pt x="618945" y="214781"/>
                  </a:lnTo>
                  <a:lnTo>
                    <a:pt x="619441" y="214897"/>
                  </a:lnTo>
                  <a:lnTo>
                    <a:pt x="620019" y="215452"/>
                  </a:lnTo>
                  <a:lnTo>
                    <a:pt x="621507" y="218910"/>
                  </a:lnTo>
                  <a:lnTo>
                    <a:pt x="621919" y="223444"/>
                  </a:lnTo>
                  <a:lnTo>
                    <a:pt x="622008" y="226322"/>
                  </a:lnTo>
                  <a:lnTo>
                    <a:pt x="621840" y="227306"/>
                  </a:lnTo>
                  <a:lnTo>
                    <a:pt x="621406" y="227104"/>
                  </a:lnTo>
                  <a:lnTo>
                    <a:pt x="620580" y="227301"/>
                  </a:lnTo>
                  <a:lnTo>
                    <a:pt x="616661" y="228791"/>
                  </a:lnTo>
                  <a:lnTo>
                    <a:pt x="615790" y="230104"/>
                  </a:lnTo>
                  <a:lnTo>
                    <a:pt x="613794" y="231529"/>
                  </a:lnTo>
                  <a:lnTo>
                    <a:pt x="613670" y="230818"/>
                  </a:lnTo>
                  <a:lnTo>
                    <a:pt x="613814" y="229346"/>
                  </a:lnTo>
                  <a:lnTo>
                    <a:pt x="613688" y="226332"/>
                  </a:lnTo>
                  <a:lnTo>
                    <a:pt x="613295" y="226192"/>
                  </a:lnTo>
                  <a:lnTo>
                    <a:pt x="610194" y="231107"/>
                  </a:lnTo>
                  <a:lnTo>
                    <a:pt x="608995" y="231415"/>
                  </a:lnTo>
                  <a:lnTo>
                    <a:pt x="607987" y="232854"/>
                  </a:lnTo>
                  <a:lnTo>
                    <a:pt x="607761" y="232056"/>
                  </a:lnTo>
                  <a:lnTo>
                    <a:pt x="607581" y="228371"/>
                  </a:lnTo>
                  <a:lnTo>
                    <a:pt x="608212" y="225281"/>
                  </a:lnTo>
                  <a:lnTo>
                    <a:pt x="607876" y="225330"/>
                  </a:lnTo>
                  <a:lnTo>
                    <a:pt x="606822" y="227185"/>
                  </a:lnTo>
                  <a:lnTo>
                    <a:pt x="606372" y="226044"/>
                  </a:lnTo>
                  <a:lnTo>
                    <a:pt x="606146" y="224791"/>
                  </a:lnTo>
                  <a:lnTo>
                    <a:pt x="605822" y="224083"/>
                  </a:lnTo>
                  <a:lnTo>
                    <a:pt x="605471" y="223815"/>
                  </a:lnTo>
                  <a:lnTo>
                    <a:pt x="605771" y="226550"/>
                  </a:lnTo>
                  <a:lnTo>
                    <a:pt x="605057" y="228602"/>
                  </a:lnTo>
                  <a:lnTo>
                    <a:pt x="604861" y="233909"/>
                  </a:lnTo>
                  <a:lnTo>
                    <a:pt x="603964" y="236118"/>
                  </a:lnTo>
                  <a:lnTo>
                    <a:pt x="601165" y="237537"/>
                  </a:lnTo>
                  <a:lnTo>
                    <a:pt x="599341" y="237237"/>
                  </a:lnTo>
                  <a:lnTo>
                    <a:pt x="597706" y="237679"/>
                  </a:lnTo>
                  <a:lnTo>
                    <a:pt x="595533" y="238697"/>
                  </a:lnTo>
                  <a:lnTo>
                    <a:pt x="594332" y="238091"/>
                  </a:lnTo>
                  <a:lnTo>
                    <a:pt x="593102" y="239166"/>
                  </a:lnTo>
                  <a:lnTo>
                    <a:pt x="588925" y="239459"/>
                  </a:lnTo>
                  <a:lnTo>
                    <a:pt x="588045" y="238889"/>
                  </a:lnTo>
                  <a:lnTo>
                    <a:pt x="586920" y="240919"/>
                  </a:lnTo>
                  <a:lnTo>
                    <a:pt x="585120" y="242120"/>
                  </a:lnTo>
                  <a:lnTo>
                    <a:pt x="580570" y="246669"/>
                  </a:lnTo>
                  <a:lnTo>
                    <a:pt x="579566" y="248324"/>
                  </a:lnTo>
                  <a:lnTo>
                    <a:pt x="578344" y="250908"/>
                  </a:lnTo>
                  <a:lnTo>
                    <a:pt x="577523" y="252297"/>
                  </a:lnTo>
                  <a:lnTo>
                    <a:pt x="576849" y="252749"/>
                  </a:lnTo>
                  <a:lnTo>
                    <a:pt x="576434" y="253906"/>
                  </a:lnTo>
                  <a:lnTo>
                    <a:pt x="575981" y="254662"/>
                  </a:lnTo>
                  <a:lnTo>
                    <a:pt x="576418" y="252080"/>
                  </a:lnTo>
                  <a:lnTo>
                    <a:pt x="576893" y="249902"/>
                  </a:lnTo>
                  <a:lnTo>
                    <a:pt x="577288" y="245685"/>
                  </a:lnTo>
                  <a:lnTo>
                    <a:pt x="577172" y="242274"/>
                  </a:lnTo>
                  <a:lnTo>
                    <a:pt x="576682" y="240872"/>
                  </a:lnTo>
                  <a:lnTo>
                    <a:pt x="576176" y="239937"/>
                  </a:lnTo>
                  <a:lnTo>
                    <a:pt x="576769" y="243303"/>
                  </a:lnTo>
                  <a:lnTo>
                    <a:pt x="576865" y="247431"/>
                  </a:lnTo>
                  <a:lnTo>
                    <a:pt x="576661" y="249849"/>
                  </a:lnTo>
                  <a:lnTo>
                    <a:pt x="575545" y="254514"/>
                  </a:lnTo>
                  <a:lnTo>
                    <a:pt x="575070" y="255600"/>
                  </a:lnTo>
                  <a:lnTo>
                    <a:pt x="574514" y="256555"/>
                  </a:lnTo>
                  <a:lnTo>
                    <a:pt x="574096" y="256971"/>
                  </a:lnTo>
                  <a:lnTo>
                    <a:pt x="573709" y="257717"/>
                  </a:lnTo>
                  <a:lnTo>
                    <a:pt x="573260" y="258898"/>
                  </a:lnTo>
                  <a:lnTo>
                    <a:pt x="572834" y="261244"/>
                  </a:lnTo>
                  <a:lnTo>
                    <a:pt x="573092" y="263383"/>
                  </a:lnTo>
                  <a:lnTo>
                    <a:pt x="575268" y="264163"/>
                  </a:lnTo>
                  <a:lnTo>
                    <a:pt x="575852" y="263504"/>
                  </a:lnTo>
                  <a:lnTo>
                    <a:pt x="576149" y="265035"/>
                  </a:lnTo>
                  <a:lnTo>
                    <a:pt x="576316" y="267161"/>
                  </a:lnTo>
                  <a:lnTo>
                    <a:pt x="576153" y="269461"/>
                  </a:lnTo>
                  <a:lnTo>
                    <a:pt x="575789" y="271802"/>
                  </a:lnTo>
                  <a:lnTo>
                    <a:pt x="575513" y="274707"/>
                  </a:lnTo>
                  <a:lnTo>
                    <a:pt x="575279" y="279138"/>
                  </a:lnTo>
                  <a:lnTo>
                    <a:pt x="574927" y="283125"/>
                  </a:lnTo>
                  <a:lnTo>
                    <a:pt x="574881" y="281914"/>
                  </a:lnTo>
                  <a:lnTo>
                    <a:pt x="575101" y="277068"/>
                  </a:lnTo>
                  <a:lnTo>
                    <a:pt x="574744" y="277574"/>
                  </a:lnTo>
                  <a:lnTo>
                    <a:pt x="574499" y="278693"/>
                  </a:lnTo>
                  <a:lnTo>
                    <a:pt x="573834" y="284943"/>
                  </a:lnTo>
                  <a:lnTo>
                    <a:pt x="572921" y="288274"/>
                  </a:lnTo>
                  <a:lnTo>
                    <a:pt x="572080" y="290578"/>
                  </a:lnTo>
                  <a:lnTo>
                    <a:pt x="571212" y="290198"/>
                  </a:lnTo>
                  <a:lnTo>
                    <a:pt x="571408" y="292029"/>
                  </a:lnTo>
                  <a:lnTo>
                    <a:pt x="571169" y="292982"/>
                  </a:lnTo>
                  <a:lnTo>
                    <a:pt x="570965" y="294972"/>
                  </a:lnTo>
                  <a:lnTo>
                    <a:pt x="570448" y="296291"/>
                  </a:lnTo>
                  <a:lnTo>
                    <a:pt x="569961" y="296164"/>
                  </a:lnTo>
                  <a:lnTo>
                    <a:pt x="569263" y="297073"/>
                  </a:lnTo>
                  <a:lnTo>
                    <a:pt x="568987" y="297768"/>
                  </a:lnTo>
                  <a:lnTo>
                    <a:pt x="568967" y="299100"/>
                  </a:lnTo>
                  <a:lnTo>
                    <a:pt x="568499" y="300271"/>
                  </a:lnTo>
                  <a:lnTo>
                    <a:pt x="566813" y="306357"/>
                  </a:lnTo>
                  <a:lnTo>
                    <a:pt x="565348" y="308153"/>
                  </a:lnTo>
                  <a:lnTo>
                    <a:pt x="564998" y="307892"/>
                  </a:lnTo>
                  <a:lnTo>
                    <a:pt x="565384" y="305020"/>
                  </a:lnTo>
                  <a:lnTo>
                    <a:pt x="565648" y="302115"/>
                  </a:lnTo>
                  <a:lnTo>
                    <a:pt x="564759" y="300851"/>
                  </a:lnTo>
                  <a:lnTo>
                    <a:pt x="563909" y="300183"/>
                  </a:lnTo>
                  <a:lnTo>
                    <a:pt x="562933" y="300271"/>
                  </a:lnTo>
                  <a:lnTo>
                    <a:pt x="561855" y="298013"/>
                  </a:lnTo>
                  <a:lnTo>
                    <a:pt x="560466" y="296371"/>
                  </a:lnTo>
                  <a:lnTo>
                    <a:pt x="558526" y="291929"/>
                  </a:lnTo>
                  <a:lnTo>
                    <a:pt x="558583" y="290697"/>
                  </a:lnTo>
                  <a:lnTo>
                    <a:pt x="558534" y="288629"/>
                  </a:lnTo>
                  <a:lnTo>
                    <a:pt x="559123" y="285363"/>
                  </a:lnTo>
                  <a:lnTo>
                    <a:pt x="559688" y="283079"/>
                  </a:lnTo>
                  <a:lnTo>
                    <a:pt x="560469" y="281896"/>
                  </a:lnTo>
                  <a:lnTo>
                    <a:pt x="562732" y="280691"/>
                  </a:lnTo>
                  <a:lnTo>
                    <a:pt x="563300" y="278879"/>
                  </a:lnTo>
                  <a:lnTo>
                    <a:pt x="563637" y="277352"/>
                  </a:lnTo>
                  <a:lnTo>
                    <a:pt x="562515" y="279974"/>
                  </a:lnTo>
                  <a:lnTo>
                    <a:pt x="560835" y="280863"/>
                  </a:lnTo>
                  <a:lnTo>
                    <a:pt x="559930" y="281841"/>
                  </a:lnTo>
                  <a:lnTo>
                    <a:pt x="559205" y="283337"/>
                  </a:lnTo>
                  <a:lnTo>
                    <a:pt x="558777" y="285215"/>
                  </a:lnTo>
                  <a:lnTo>
                    <a:pt x="557806" y="287479"/>
                  </a:lnTo>
                  <a:lnTo>
                    <a:pt x="557875" y="288996"/>
                  </a:lnTo>
                  <a:lnTo>
                    <a:pt x="558037" y="290073"/>
                  </a:lnTo>
                  <a:lnTo>
                    <a:pt x="557962" y="292320"/>
                  </a:lnTo>
                  <a:lnTo>
                    <a:pt x="558576" y="294510"/>
                  </a:lnTo>
                  <a:lnTo>
                    <a:pt x="559793" y="298099"/>
                  </a:lnTo>
                  <a:lnTo>
                    <a:pt x="560025" y="303672"/>
                  </a:lnTo>
                  <a:lnTo>
                    <a:pt x="560954" y="307402"/>
                  </a:lnTo>
                  <a:lnTo>
                    <a:pt x="562378" y="311751"/>
                  </a:lnTo>
                  <a:lnTo>
                    <a:pt x="563472" y="312987"/>
                  </a:lnTo>
                  <a:lnTo>
                    <a:pt x="563525" y="314604"/>
                  </a:lnTo>
                  <a:lnTo>
                    <a:pt x="563020" y="317275"/>
                  </a:lnTo>
                  <a:lnTo>
                    <a:pt x="562354" y="318496"/>
                  </a:lnTo>
                  <a:lnTo>
                    <a:pt x="563220" y="318252"/>
                  </a:lnTo>
                  <a:lnTo>
                    <a:pt x="563652" y="318862"/>
                  </a:lnTo>
                  <a:lnTo>
                    <a:pt x="564071" y="321090"/>
                  </a:lnTo>
                  <a:lnTo>
                    <a:pt x="564039" y="323364"/>
                  </a:lnTo>
                  <a:lnTo>
                    <a:pt x="563897" y="324645"/>
                  </a:lnTo>
                  <a:lnTo>
                    <a:pt x="563635" y="325156"/>
                  </a:lnTo>
                  <a:lnTo>
                    <a:pt x="563646" y="323847"/>
                  </a:lnTo>
                  <a:lnTo>
                    <a:pt x="563460" y="323393"/>
                  </a:lnTo>
                  <a:lnTo>
                    <a:pt x="563153" y="323960"/>
                  </a:lnTo>
                  <a:lnTo>
                    <a:pt x="562955" y="324606"/>
                  </a:lnTo>
                  <a:lnTo>
                    <a:pt x="562872" y="327153"/>
                  </a:lnTo>
                  <a:lnTo>
                    <a:pt x="562662" y="328425"/>
                  </a:lnTo>
                  <a:lnTo>
                    <a:pt x="561919" y="328803"/>
                  </a:lnTo>
                  <a:lnTo>
                    <a:pt x="561165" y="332145"/>
                  </a:lnTo>
                  <a:lnTo>
                    <a:pt x="560465" y="334041"/>
                  </a:lnTo>
                  <a:lnTo>
                    <a:pt x="557707" y="346860"/>
                  </a:lnTo>
                  <a:lnTo>
                    <a:pt x="557812" y="349003"/>
                  </a:lnTo>
                  <a:lnTo>
                    <a:pt x="557307" y="349692"/>
                  </a:lnTo>
                  <a:lnTo>
                    <a:pt x="556543" y="350254"/>
                  </a:lnTo>
                  <a:lnTo>
                    <a:pt x="555771" y="351535"/>
                  </a:lnTo>
                  <a:lnTo>
                    <a:pt x="555258" y="352948"/>
                  </a:lnTo>
                  <a:lnTo>
                    <a:pt x="554781" y="356746"/>
                  </a:lnTo>
                  <a:lnTo>
                    <a:pt x="553869" y="361023"/>
                  </a:lnTo>
                  <a:lnTo>
                    <a:pt x="553299" y="359241"/>
                  </a:lnTo>
                  <a:lnTo>
                    <a:pt x="553153" y="357716"/>
                  </a:lnTo>
                  <a:lnTo>
                    <a:pt x="553407" y="353738"/>
                  </a:lnTo>
                  <a:lnTo>
                    <a:pt x="554394" y="347217"/>
                  </a:lnTo>
                  <a:lnTo>
                    <a:pt x="555481" y="343162"/>
                  </a:lnTo>
                  <a:lnTo>
                    <a:pt x="556311" y="341240"/>
                  </a:lnTo>
                  <a:lnTo>
                    <a:pt x="556993" y="337323"/>
                  </a:lnTo>
                  <a:lnTo>
                    <a:pt x="556131" y="336739"/>
                  </a:lnTo>
                  <a:lnTo>
                    <a:pt x="554817" y="336802"/>
                  </a:lnTo>
                  <a:lnTo>
                    <a:pt x="555065" y="334994"/>
                  </a:lnTo>
                  <a:lnTo>
                    <a:pt x="555448" y="333402"/>
                  </a:lnTo>
                  <a:lnTo>
                    <a:pt x="554763" y="331814"/>
                  </a:lnTo>
                  <a:lnTo>
                    <a:pt x="554358" y="331612"/>
                  </a:lnTo>
                  <a:lnTo>
                    <a:pt x="553940" y="330962"/>
                  </a:lnTo>
                  <a:lnTo>
                    <a:pt x="554430" y="329640"/>
                  </a:lnTo>
                  <a:lnTo>
                    <a:pt x="554669" y="328243"/>
                  </a:lnTo>
                  <a:lnTo>
                    <a:pt x="554523" y="326544"/>
                  </a:lnTo>
                  <a:lnTo>
                    <a:pt x="554728" y="325264"/>
                  </a:lnTo>
                  <a:lnTo>
                    <a:pt x="554386" y="325457"/>
                  </a:lnTo>
                  <a:lnTo>
                    <a:pt x="553836" y="326812"/>
                  </a:lnTo>
                  <a:lnTo>
                    <a:pt x="553494" y="327353"/>
                  </a:lnTo>
                  <a:lnTo>
                    <a:pt x="553285" y="326154"/>
                  </a:lnTo>
                  <a:lnTo>
                    <a:pt x="553048" y="326425"/>
                  </a:lnTo>
                  <a:lnTo>
                    <a:pt x="552893" y="327249"/>
                  </a:lnTo>
                  <a:lnTo>
                    <a:pt x="552542" y="327702"/>
                  </a:lnTo>
                  <a:lnTo>
                    <a:pt x="551801" y="326575"/>
                  </a:lnTo>
                  <a:lnTo>
                    <a:pt x="550720" y="325286"/>
                  </a:lnTo>
                  <a:lnTo>
                    <a:pt x="550118" y="323067"/>
                  </a:lnTo>
                  <a:lnTo>
                    <a:pt x="549775" y="321347"/>
                  </a:lnTo>
                  <a:lnTo>
                    <a:pt x="550124" y="318235"/>
                  </a:lnTo>
                  <a:lnTo>
                    <a:pt x="550871" y="317682"/>
                  </a:lnTo>
                  <a:lnTo>
                    <a:pt x="551841" y="318187"/>
                  </a:lnTo>
                  <a:lnTo>
                    <a:pt x="553113" y="318183"/>
                  </a:lnTo>
                  <a:lnTo>
                    <a:pt x="552931" y="317491"/>
                  </a:lnTo>
                  <a:lnTo>
                    <a:pt x="552477" y="317606"/>
                  </a:lnTo>
                  <a:lnTo>
                    <a:pt x="551136" y="315081"/>
                  </a:lnTo>
                  <a:lnTo>
                    <a:pt x="550705" y="313555"/>
                  </a:lnTo>
                  <a:lnTo>
                    <a:pt x="549963" y="313137"/>
                  </a:lnTo>
                  <a:lnTo>
                    <a:pt x="549625" y="314603"/>
                  </a:lnTo>
                  <a:lnTo>
                    <a:pt x="549249" y="314993"/>
                  </a:lnTo>
                  <a:lnTo>
                    <a:pt x="549713" y="311785"/>
                  </a:lnTo>
                  <a:lnTo>
                    <a:pt x="550319" y="311654"/>
                  </a:lnTo>
                  <a:lnTo>
                    <a:pt x="551214" y="310765"/>
                  </a:lnTo>
                  <a:lnTo>
                    <a:pt x="550954" y="308908"/>
                  </a:lnTo>
                  <a:lnTo>
                    <a:pt x="550389" y="308096"/>
                  </a:lnTo>
                  <a:lnTo>
                    <a:pt x="549369" y="309114"/>
                  </a:lnTo>
                  <a:lnTo>
                    <a:pt x="549381" y="307809"/>
                  </a:lnTo>
                  <a:lnTo>
                    <a:pt x="549572" y="306136"/>
                  </a:lnTo>
                  <a:lnTo>
                    <a:pt x="550341" y="306142"/>
                  </a:lnTo>
                  <a:lnTo>
                    <a:pt x="551015" y="306688"/>
                  </a:lnTo>
                  <a:lnTo>
                    <a:pt x="551588" y="303987"/>
                  </a:lnTo>
                  <a:lnTo>
                    <a:pt x="551614" y="302781"/>
                  </a:lnTo>
                  <a:lnTo>
                    <a:pt x="550661" y="304533"/>
                  </a:lnTo>
                  <a:lnTo>
                    <a:pt x="550447" y="300752"/>
                  </a:lnTo>
                  <a:lnTo>
                    <a:pt x="551385" y="297104"/>
                  </a:lnTo>
                  <a:lnTo>
                    <a:pt x="552279" y="295514"/>
                  </a:lnTo>
                  <a:lnTo>
                    <a:pt x="553396" y="295561"/>
                  </a:lnTo>
                  <a:lnTo>
                    <a:pt x="554532" y="295304"/>
                  </a:lnTo>
                  <a:lnTo>
                    <a:pt x="553819" y="294636"/>
                  </a:lnTo>
                  <a:lnTo>
                    <a:pt x="553088" y="294274"/>
                  </a:lnTo>
                  <a:lnTo>
                    <a:pt x="553637" y="292832"/>
                  </a:lnTo>
                  <a:lnTo>
                    <a:pt x="554106" y="292574"/>
                  </a:lnTo>
                  <a:lnTo>
                    <a:pt x="554566" y="291317"/>
                  </a:lnTo>
                  <a:lnTo>
                    <a:pt x="553459" y="291503"/>
                  </a:lnTo>
                  <a:lnTo>
                    <a:pt x="553590" y="289126"/>
                  </a:lnTo>
                  <a:lnTo>
                    <a:pt x="553052" y="289609"/>
                  </a:lnTo>
                  <a:lnTo>
                    <a:pt x="552408" y="289833"/>
                  </a:lnTo>
                  <a:lnTo>
                    <a:pt x="552158" y="290841"/>
                  </a:lnTo>
                  <a:lnTo>
                    <a:pt x="552207" y="292516"/>
                  </a:lnTo>
                  <a:lnTo>
                    <a:pt x="552019" y="293616"/>
                  </a:lnTo>
                  <a:lnTo>
                    <a:pt x="551518" y="294499"/>
                  </a:lnTo>
                  <a:lnTo>
                    <a:pt x="550673" y="295187"/>
                  </a:lnTo>
                  <a:lnTo>
                    <a:pt x="550591" y="293994"/>
                  </a:lnTo>
                  <a:lnTo>
                    <a:pt x="550311" y="293453"/>
                  </a:lnTo>
                  <a:lnTo>
                    <a:pt x="550207" y="296008"/>
                  </a:lnTo>
                  <a:lnTo>
                    <a:pt x="549985" y="296876"/>
                  </a:lnTo>
                  <a:lnTo>
                    <a:pt x="549367" y="294478"/>
                  </a:lnTo>
                  <a:lnTo>
                    <a:pt x="549181" y="294962"/>
                  </a:lnTo>
                  <a:lnTo>
                    <a:pt x="549205" y="295643"/>
                  </a:lnTo>
                  <a:lnTo>
                    <a:pt x="549047" y="296820"/>
                  </a:lnTo>
                  <a:lnTo>
                    <a:pt x="548517" y="297433"/>
                  </a:lnTo>
                  <a:lnTo>
                    <a:pt x="548550" y="298943"/>
                  </a:lnTo>
                  <a:lnTo>
                    <a:pt x="548344" y="299765"/>
                  </a:lnTo>
                  <a:lnTo>
                    <a:pt x="546646" y="298455"/>
                  </a:lnTo>
                  <a:lnTo>
                    <a:pt x="546606" y="298899"/>
                  </a:lnTo>
                  <a:lnTo>
                    <a:pt x="547567" y="301724"/>
                  </a:lnTo>
                  <a:lnTo>
                    <a:pt x="548268" y="302690"/>
                  </a:lnTo>
                  <a:lnTo>
                    <a:pt x="548353" y="304231"/>
                  </a:lnTo>
                  <a:lnTo>
                    <a:pt x="547751" y="305509"/>
                  </a:lnTo>
                  <a:lnTo>
                    <a:pt x="546921" y="304405"/>
                  </a:lnTo>
                  <a:lnTo>
                    <a:pt x="546781" y="304486"/>
                  </a:lnTo>
                  <a:lnTo>
                    <a:pt x="547232" y="306379"/>
                  </a:lnTo>
                  <a:lnTo>
                    <a:pt x="547517" y="308032"/>
                  </a:lnTo>
                  <a:lnTo>
                    <a:pt x="547224" y="309417"/>
                  </a:lnTo>
                  <a:lnTo>
                    <a:pt x="547269" y="311123"/>
                  </a:lnTo>
                  <a:lnTo>
                    <a:pt x="547206" y="312670"/>
                  </a:lnTo>
                  <a:lnTo>
                    <a:pt x="547027" y="314019"/>
                  </a:lnTo>
                  <a:lnTo>
                    <a:pt x="547431" y="320237"/>
                  </a:lnTo>
                  <a:lnTo>
                    <a:pt x="547917" y="321928"/>
                  </a:lnTo>
                  <a:lnTo>
                    <a:pt x="548395" y="323546"/>
                  </a:lnTo>
                  <a:lnTo>
                    <a:pt x="548648" y="325059"/>
                  </a:lnTo>
                  <a:lnTo>
                    <a:pt x="548141" y="325280"/>
                  </a:lnTo>
                  <a:lnTo>
                    <a:pt x="547333" y="324035"/>
                  </a:lnTo>
                  <a:lnTo>
                    <a:pt x="546623" y="323085"/>
                  </a:lnTo>
                  <a:lnTo>
                    <a:pt x="545778" y="320050"/>
                  </a:lnTo>
                  <a:lnTo>
                    <a:pt x="545638" y="318838"/>
                  </a:lnTo>
                  <a:lnTo>
                    <a:pt x="545432" y="317880"/>
                  </a:lnTo>
                  <a:lnTo>
                    <a:pt x="545532" y="320080"/>
                  </a:lnTo>
                  <a:lnTo>
                    <a:pt x="545833" y="322537"/>
                  </a:lnTo>
                  <a:lnTo>
                    <a:pt x="548482" y="328036"/>
                  </a:lnTo>
                  <a:lnTo>
                    <a:pt x="548971" y="330145"/>
                  </a:lnTo>
                  <a:lnTo>
                    <a:pt x="549343" y="331803"/>
                  </a:lnTo>
                  <a:lnTo>
                    <a:pt x="549249" y="333391"/>
                  </a:lnTo>
                  <a:lnTo>
                    <a:pt x="548559" y="332267"/>
                  </a:lnTo>
                  <a:lnTo>
                    <a:pt x="547964" y="330835"/>
                  </a:lnTo>
                  <a:lnTo>
                    <a:pt x="546383" y="329216"/>
                  </a:lnTo>
                  <a:lnTo>
                    <a:pt x="544390" y="328193"/>
                  </a:lnTo>
                  <a:lnTo>
                    <a:pt x="543266" y="324430"/>
                  </a:lnTo>
                  <a:lnTo>
                    <a:pt x="543269" y="326000"/>
                  </a:lnTo>
                  <a:lnTo>
                    <a:pt x="543020" y="327332"/>
                  </a:lnTo>
                  <a:lnTo>
                    <a:pt x="542333" y="325708"/>
                  </a:lnTo>
                  <a:lnTo>
                    <a:pt x="541900" y="324323"/>
                  </a:lnTo>
                  <a:lnTo>
                    <a:pt x="541755" y="322805"/>
                  </a:lnTo>
                  <a:lnTo>
                    <a:pt x="540897" y="322909"/>
                  </a:lnTo>
                  <a:lnTo>
                    <a:pt x="539998" y="324228"/>
                  </a:lnTo>
                  <a:lnTo>
                    <a:pt x="539128" y="323915"/>
                  </a:lnTo>
                  <a:lnTo>
                    <a:pt x="539025" y="321341"/>
                  </a:lnTo>
                  <a:lnTo>
                    <a:pt x="539260" y="319977"/>
                  </a:lnTo>
                  <a:lnTo>
                    <a:pt x="540236" y="316753"/>
                  </a:lnTo>
                  <a:lnTo>
                    <a:pt x="541156" y="315107"/>
                  </a:lnTo>
                  <a:lnTo>
                    <a:pt x="541562" y="312981"/>
                  </a:lnTo>
                  <a:lnTo>
                    <a:pt x="541423" y="309686"/>
                  </a:lnTo>
                  <a:lnTo>
                    <a:pt x="541250" y="313039"/>
                  </a:lnTo>
                  <a:lnTo>
                    <a:pt x="540725" y="314701"/>
                  </a:lnTo>
                  <a:lnTo>
                    <a:pt x="539898" y="315971"/>
                  </a:lnTo>
                  <a:lnTo>
                    <a:pt x="538811" y="318233"/>
                  </a:lnTo>
                  <a:lnTo>
                    <a:pt x="538545" y="320325"/>
                  </a:lnTo>
                  <a:lnTo>
                    <a:pt x="538206" y="324242"/>
                  </a:lnTo>
                  <a:lnTo>
                    <a:pt x="538665" y="325568"/>
                  </a:lnTo>
                  <a:lnTo>
                    <a:pt x="539134" y="325915"/>
                  </a:lnTo>
                  <a:lnTo>
                    <a:pt x="540520" y="325026"/>
                  </a:lnTo>
                  <a:lnTo>
                    <a:pt x="541237" y="325423"/>
                  </a:lnTo>
                  <a:lnTo>
                    <a:pt x="542831" y="330139"/>
                  </a:lnTo>
                  <a:lnTo>
                    <a:pt x="545801" y="332005"/>
                  </a:lnTo>
                  <a:lnTo>
                    <a:pt x="546884" y="333171"/>
                  </a:lnTo>
                  <a:lnTo>
                    <a:pt x="547766" y="335632"/>
                  </a:lnTo>
                  <a:lnTo>
                    <a:pt x="549093" y="337049"/>
                  </a:lnTo>
                  <a:lnTo>
                    <a:pt x="550123" y="339108"/>
                  </a:lnTo>
                  <a:lnTo>
                    <a:pt x="550150" y="340451"/>
                  </a:lnTo>
                  <a:lnTo>
                    <a:pt x="549794" y="342040"/>
                  </a:lnTo>
                  <a:lnTo>
                    <a:pt x="549653" y="344190"/>
                  </a:lnTo>
                  <a:lnTo>
                    <a:pt x="549216" y="345546"/>
                  </a:lnTo>
                  <a:lnTo>
                    <a:pt x="548165" y="345702"/>
                  </a:lnTo>
                  <a:lnTo>
                    <a:pt x="547531" y="345353"/>
                  </a:lnTo>
                  <a:lnTo>
                    <a:pt x="544121" y="337795"/>
                  </a:lnTo>
                  <a:lnTo>
                    <a:pt x="543714" y="337100"/>
                  </a:lnTo>
                  <a:lnTo>
                    <a:pt x="542449" y="333142"/>
                  </a:lnTo>
                  <a:lnTo>
                    <a:pt x="540966" y="331022"/>
                  </a:lnTo>
                  <a:lnTo>
                    <a:pt x="540507" y="331067"/>
                  </a:lnTo>
                  <a:lnTo>
                    <a:pt x="542619" y="334987"/>
                  </a:lnTo>
                  <a:lnTo>
                    <a:pt x="543481" y="337729"/>
                  </a:lnTo>
                  <a:lnTo>
                    <a:pt x="544999" y="341572"/>
                  </a:lnTo>
                  <a:lnTo>
                    <a:pt x="546085" y="343200"/>
                  </a:lnTo>
                  <a:lnTo>
                    <a:pt x="546884" y="345739"/>
                  </a:lnTo>
                  <a:lnTo>
                    <a:pt x="547626" y="346929"/>
                  </a:lnTo>
                  <a:lnTo>
                    <a:pt x="549654" y="348625"/>
                  </a:lnTo>
                  <a:lnTo>
                    <a:pt x="548949" y="349843"/>
                  </a:lnTo>
                  <a:lnTo>
                    <a:pt x="550074" y="350880"/>
                  </a:lnTo>
                  <a:lnTo>
                    <a:pt x="550235" y="352787"/>
                  </a:lnTo>
                  <a:lnTo>
                    <a:pt x="550132" y="354962"/>
                  </a:lnTo>
                  <a:lnTo>
                    <a:pt x="548570" y="354102"/>
                  </a:lnTo>
                  <a:lnTo>
                    <a:pt x="548519" y="355703"/>
                  </a:lnTo>
                  <a:lnTo>
                    <a:pt x="548659" y="356648"/>
                  </a:lnTo>
                  <a:lnTo>
                    <a:pt x="547969" y="357429"/>
                  </a:lnTo>
                  <a:lnTo>
                    <a:pt x="547010" y="356370"/>
                  </a:lnTo>
                  <a:lnTo>
                    <a:pt x="544519" y="350577"/>
                  </a:lnTo>
                  <a:lnTo>
                    <a:pt x="544540" y="351352"/>
                  </a:lnTo>
                  <a:lnTo>
                    <a:pt x="544742" y="352251"/>
                  </a:lnTo>
                  <a:lnTo>
                    <a:pt x="546187" y="355980"/>
                  </a:lnTo>
                  <a:lnTo>
                    <a:pt x="547476" y="358217"/>
                  </a:lnTo>
                  <a:lnTo>
                    <a:pt x="548569" y="359227"/>
                  </a:lnTo>
                  <a:lnTo>
                    <a:pt x="549411" y="361101"/>
                  </a:lnTo>
                  <a:lnTo>
                    <a:pt x="549708" y="362235"/>
                  </a:lnTo>
                  <a:lnTo>
                    <a:pt x="549906" y="363955"/>
                  </a:lnTo>
                  <a:lnTo>
                    <a:pt x="549282" y="365123"/>
                  </a:lnTo>
                  <a:lnTo>
                    <a:pt x="548571" y="365768"/>
                  </a:lnTo>
                  <a:lnTo>
                    <a:pt x="547877" y="364603"/>
                  </a:lnTo>
                  <a:lnTo>
                    <a:pt x="547368" y="363375"/>
                  </a:lnTo>
                  <a:lnTo>
                    <a:pt x="546284" y="361290"/>
                  </a:lnTo>
                  <a:lnTo>
                    <a:pt x="545959" y="358960"/>
                  </a:lnTo>
                  <a:lnTo>
                    <a:pt x="545135" y="359079"/>
                  </a:lnTo>
                  <a:lnTo>
                    <a:pt x="541689" y="356125"/>
                  </a:lnTo>
                  <a:lnTo>
                    <a:pt x="538919" y="355784"/>
                  </a:lnTo>
                  <a:lnTo>
                    <a:pt x="539190" y="356378"/>
                  </a:lnTo>
                  <a:lnTo>
                    <a:pt x="539540" y="356774"/>
                  </a:lnTo>
                  <a:lnTo>
                    <a:pt x="541746" y="357502"/>
                  </a:lnTo>
                  <a:lnTo>
                    <a:pt x="542617" y="358863"/>
                  </a:lnTo>
                  <a:lnTo>
                    <a:pt x="544432" y="360071"/>
                  </a:lnTo>
                  <a:lnTo>
                    <a:pt x="545494" y="360401"/>
                  </a:lnTo>
                  <a:lnTo>
                    <a:pt x="545925" y="364111"/>
                  </a:lnTo>
                  <a:lnTo>
                    <a:pt x="547393" y="366663"/>
                  </a:lnTo>
                  <a:lnTo>
                    <a:pt x="547584" y="368555"/>
                  </a:lnTo>
                  <a:lnTo>
                    <a:pt x="548586" y="368767"/>
                  </a:lnTo>
                  <a:lnTo>
                    <a:pt x="550350" y="366911"/>
                  </a:lnTo>
                  <a:lnTo>
                    <a:pt x="551488" y="367562"/>
                  </a:lnTo>
                  <a:lnTo>
                    <a:pt x="553130" y="368093"/>
                  </a:lnTo>
                  <a:lnTo>
                    <a:pt x="553506" y="369590"/>
                  </a:lnTo>
                  <a:lnTo>
                    <a:pt x="553787" y="372440"/>
                  </a:lnTo>
                  <a:lnTo>
                    <a:pt x="554368" y="375646"/>
                  </a:lnTo>
                  <a:lnTo>
                    <a:pt x="555873" y="388287"/>
                  </a:lnTo>
                  <a:lnTo>
                    <a:pt x="558135" y="398626"/>
                  </a:lnTo>
                  <a:lnTo>
                    <a:pt x="558413" y="400406"/>
                  </a:lnTo>
                  <a:lnTo>
                    <a:pt x="557887" y="398844"/>
                  </a:lnTo>
                  <a:lnTo>
                    <a:pt x="556210" y="391996"/>
                  </a:lnTo>
                  <a:lnTo>
                    <a:pt x="555284" y="387052"/>
                  </a:lnTo>
                  <a:lnTo>
                    <a:pt x="554332" y="378321"/>
                  </a:lnTo>
                  <a:lnTo>
                    <a:pt x="554056" y="376366"/>
                  </a:lnTo>
                  <a:lnTo>
                    <a:pt x="553731" y="375585"/>
                  </a:lnTo>
                  <a:lnTo>
                    <a:pt x="553517" y="376220"/>
                  </a:lnTo>
                  <a:lnTo>
                    <a:pt x="553425" y="377333"/>
                  </a:lnTo>
                  <a:lnTo>
                    <a:pt x="553580" y="378187"/>
                  </a:lnTo>
                  <a:lnTo>
                    <a:pt x="553206" y="381061"/>
                  </a:lnTo>
                  <a:lnTo>
                    <a:pt x="553368" y="382380"/>
                  </a:lnTo>
                  <a:lnTo>
                    <a:pt x="553977" y="383743"/>
                  </a:lnTo>
                  <a:lnTo>
                    <a:pt x="554638" y="387145"/>
                  </a:lnTo>
                  <a:lnTo>
                    <a:pt x="555167" y="391726"/>
                  </a:lnTo>
                  <a:lnTo>
                    <a:pt x="554452" y="389869"/>
                  </a:lnTo>
                  <a:lnTo>
                    <a:pt x="553689" y="388885"/>
                  </a:lnTo>
                  <a:lnTo>
                    <a:pt x="552502" y="388131"/>
                  </a:lnTo>
                  <a:lnTo>
                    <a:pt x="551445" y="386808"/>
                  </a:lnTo>
                  <a:lnTo>
                    <a:pt x="551522" y="388705"/>
                  </a:lnTo>
                  <a:lnTo>
                    <a:pt x="551420" y="390754"/>
                  </a:lnTo>
                  <a:lnTo>
                    <a:pt x="550605" y="390129"/>
                  </a:lnTo>
                  <a:lnTo>
                    <a:pt x="550051" y="389449"/>
                  </a:lnTo>
                  <a:lnTo>
                    <a:pt x="550541" y="391632"/>
                  </a:lnTo>
                  <a:lnTo>
                    <a:pt x="549476" y="390977"/>
                  </a:lnTo>
                  <a:lnTo>
                    <a:pt x="548767" y="391114"/>
                  </a:lnTo>
                  <a:lnTo>
                    <a:pt x="548305" y="393052"/>
                  </a:lnTo>
                  <a:lnTo>
                    <a:pt x="547686" y="394228"/>
                  </a:lnTo>
                  <a:lnTo>
                    <a:pt x="546772" y="394608"/>
                  </a:lnTo>
                  <a:lnTo>
                    <a:pt x="545414" y="392836"/>
                  </a:lnTo>
                  <a:lnTo>
                    <a:pt x="544974" y="390684"/>
                  </a:lnTo>
                  <a:lnTo>
                    <a:pt x="544793" y="388289"/>
                  </a:lnTo>
                  <a:lnTo>
                    <a:pt x="544720" y="391122"/>
                  </a:lnTo>
                  <a:lnTo>
                    <a:pt x="544962" y="394071"/>
                  </a:lnTo>
                  <a:lnTo>
                    <a:pt x="544877" y="396313"/>
                  </a:lnTo>
                  <a:lnTo>
                    <a:pt x="546184" y="396726"/>
                  </a:lnTo>
                  <a:lnTo>
                    <a:pt x="547406" y="396359"/>
                  </a:lnTo>
                  <a:lnTo>
                    <a:pt x="549055" y="396453"/>
                  </a:lnTo>
                  <a:lnTo>
                    <a:pt x="550130" y="396033"/>
                  </a:lnTo>
                  <a:lnTo>
                    <a:pt x="550778" y="395320"/>
                  </a:lnTo>
                  <a:lnTo>
                    <a:pt x="552331" y="395938"/>
                  </a:lnTo>
                  <a:lnTo>
                    <a:pt x="552441" y="398646"/>
                  </a:lnTo>
                  <a:lnTo>
                    <a:pt x="552264" y="401338"/>
                  </a:lnTo>
                  <a:lnTo>
                    <a:pt x="552174" y="404205"/>
                  </a:lnTo>
                  <a:lnTo>
                    <a:pt x="552605" y="404186"/>
                  </a:lnTo>
                  <a:lnTo>
                    <a:pt x="553110" y="403270"/>
                  </a:lnTo>
                  <a:lnTo>
                    <a:pt x="553363" y="398135"/>
                  </a:lnTo>
                  <a:lnTo>
                    <a:pt x="554782" y="396238"/>
                  </a:lnTo>
                  <a:lnTo>
                    <a:pt x="555258" y="396368"/>
                  </a:lnTo>
                  <a:lnTo>
                    <a:pt x="555710" y="398018"/>
                  </a:lnTo>
                  <a:lnTo>
                    <a:pt x="555862" y="399692"/>
                  </a:lnTo>
                  <a:lnTo>
                    <a:pt x="556022" y="401990"/>
                  </a:lnTo>
                  <a:lnTo>
                    <a:pt x="555691" y="405492"/>
                  </a:lnTo>
                  <a:lnTo>
                    <a:pt x="553510" y="409587"/>
                  </a:lnTo>
                  <a:lnTo>
                    <a:pt x="551948" y="413373"/>
                  </a:lnTo>
                  <a:lnTo>
                    <a:pt x="551150" y="414145"/>
                  </a:lnTo>
                  <a:lnTo>
                    <a:pt x="549998" y="413705"/>
                  </a:lnTo>
                  <a:lnTo>
                    <a:pt x="548692" y="412752"/>
                  </a:lnTo>
                  <a:lnTo>
                    <a:pt x="548052" y="412561"/>
                  </a:lnTo>
                  <a:lnTo>
                    <a:pt x="547565" y="412878"/>
                  </a:lnTo>
                  <a:lnTo>
                    <a:pt x="547268" y="411712"/>
                  </a:lnTo>
                  <a:lnTo>
                    <a:pt x="547077" y="409586"/>
                  </a:lnTo>
                  <a:lnTo>
                    <a:pt x="546569" y="408880"/>
                  </a:lnTo>
                  <a:lnTo>
                    <a:pt x="546185" y="408958"/>
                  </a:lnTo>
                  <a:lnTo>
                    <a:pt x="545923" y="411217"/>
                  </a:lnTo>
                  <a:lnTo>
                    <a:pt x="544705" y="411859"/>
                  </a:lnTo>
                  <a:lnTo>
                    <a:pt x="543048" y="410926"/>
                  </a:lnTo>
                  <a:lnTo>
                    <a:pt x="541314" y="409026"/>
                  </a:lnTo>
                  <a:lnTo>
                    <a:pt x="542058" y="411064"/>
                  </a:lnTo>
                  <a:lnTo>
                    <a:pt x="546362" y="414868"/>
                  </a:lnTo>
                  <a:lnTo>
                    <a:pt x="546846" y="415579"/>
                  </a:lnTo>
                  <a:lnTo>
                    <a:pt x="547299" y="416619"/>
                  </a:lnTo>
                  <a:lnTo>
                    <a:pt x="546697" y="418251"/>
                  </a:lnTo>
                  <a:lnTo>
                    <a:pt x="546225" y="420089"/>
                  </a:lnTo>
                  <a:lnTo>
                    <a:pt x="546158" y="421532"/>
                  </a:lnTo>
                  <a:lnTo>
                    <a:pt x="545992" y="422443"/>
                  </a:lnTo>
                  <a:lnTo>
                    <a:pt x="544276" y="424895"/>
                  </a:lnTo>
                  <a:lnTo>
                    <a:pt x="543346" y="424463"/>
                  </a:lnTo>
                  <a:lnTo>
                    <a:pt x="540970" y="420040"/>
                  </a:lnTo>
                  <a:lnTo>
                    <a:pt x="542053" y="423865"/>
                  </a:lnTo>
                  <a:lnTo>
                    <a:pt x="542919" y="425488"/>
                  </a:lnTo>
                  <a:lnTo>
                    <a:pt x="544664" y="426354"/>
                  </a:lnTo>
                  <a:lnTo>
                    <a:pt x="547937" y="424924"/>
                  </a:lnTo>
                  <a:lnTo>
                    <a:pt x="549010" y="426485"/>
                  </a:lnTo>
                  <a:lnTo>
                    <a:pt x="548129" y="429251"/>
                  </a:lnTo>
                  <a:lnTo>
                    <a:pt x="547254" y="431192"/>
                  </a:lnTo>
                  <a:lnTo>
                    <a:pt x="546106" y="431408"/>
                  </a:lnTo>
                  <a:lnTo>
                    <a:pt x="545094" y="431933"/>
                  </a:lnTo>
                  <a:lnTo>
                    <a:pt x="544798" y="433268"/>
                  </a:lnTo>
                  <a:lnTo>
                    <a:pt x="544077" y="433352"/>
                  </a:lnTo>
                  <a:lnTo>
                    <a:pt x="542950" y="433431"/>
                  </a:lnTo>
                  <a:lnTo>
                    <a:pt x="541206" y="433552"/>
                  </a:lnTo>
                  <a:lnTo>
                    <a:pt x="540248" y="433241"/>
                  </a:lnTo>
                  <a:lnTo>
                    <a:pt x="538909" y="435968"/>
                  </a:lnTo>
                  <a:lnTo>
                    <a:pt x="538404" y="436343"/>
                  </a:lnTo>
                  <a:lnTo>
                    <a:pt x="537698" y="435830"/>
                  </a:lnTo>
                  <a:lnTo>
                    <a:pt x="537402" y="433640"/>
                  </a:lnTo>
                  <a:lnTo>
                    <a:pt x="537087" y="432564"/>
                  </a:lnTo>
                  <a:lnTo>
                    <a:pt x="537079" y="436662"/>
                  </a:lnTo>
                  <a:lnTo>
                    <a:pt x="537203" y="437765"/>
                  </a:lnTo>
                  <a:lnTo>
                    <a:pt x="537455" y="438598"/>
                  </a:lnTo>
                  <a:lnTo>
                    <a:pt x="535890" y="440821"/>
                  </a:lnTo>
                  <a:lnTo>
                    <a:pt x="534391" y="443594"/>
                  </a:lnTo>
                  <a:lnTo>
                    <a:pt x="533854" y="444349"/>
                  </a:lnTo>
                  <a:lnTo>
                    <a:pt x="533243" y="445738"/>
                  </a:lnTo>
                  <a:lnTo>
                    <a:pt x="531993" y="449751"/>
                  </a:lnTo>
                  <a:lnTo>
                    <a:pt x="531684" y="452677"/>
                  </a:lnTo>
                  <a:lnTo>
                    <a:pt x="531232" y="455939"/>
                  </a:lnTo>
                  <a:lnTo>
                    <a:pt x="531175" y="454470"/>
                  </a:lnTo>
                  <a:lnTo>
                    <a:pt x="531253" y="451997"/>
                  </a:lnTo>
                  <a:lnTo>
                    <a:pt x="530943" y="449165"/>
                  </a:lnTo>
                  <a:lnTo>
                    <a:pt x="530747" y="454353"/>
                  </a:lnTo>
                  <a:lnTo>
                    <a:pt x="530261" y="456764"/>
                  </a:lnTo>
                  <a:lnTo>
                    <a:pt x="525804" y="456594"/>
                  </a:lnTo>
                  <a:lnTo>
                    <a:pt x="523853" y="457904"/>
                  </a:lnTo>
                  <a:lnTo>
                    <a:pt x="520857" y="462312"/>
                  </a:lnTo>
                  <a:lnTo>
                    <a:pt x="519962" y="464244"/>
                  </a:lnTo>
                  <a:lnTo>
                    <a:pt x="517488" y="471713"/>
                  </a:lnTo>
                  <a:lnTo>
                    <a:pt x="516856" y="476494"/>
                  </a:lnTo>
                  <a:lnTo>
                    <a:pt x="516350" y="474484"/>
                  </a:lnTo>
                  <a:lnTo>
                    <a:pt x="516475" y="472976"/>
                  </a:lnTo>
                  <a:lnTo>
                    <a:pt x="516486" y="471744"/>
                  </a:lnTo>
                  <a:lnTo>
                    <a:pt x="515862" y="474387"/>
                  </a:lnTo>
                  <a:lnTo>
                    <a:pt x="516454" y="478237"/>
                  </a:lnTo>
                  <a:lnTo>
                    <a:pt x="515923" y="479707"/>
                  </a:lnTo>
                  <a:lnTo>
                    <a:pt x="514289" y="482451"/>
                  </a:lnTo>
                  <a:lnTo>
                    <a:pt x="513394" y="482901"/>
                  </a:lnTo>
                  <a:lnTo>
                    <a:pt x="512390" y="483682"/>
                  </a:lnTo>
                  <a:lnTo>
                    <a:pt x="512074" y="486389"/>
                  </a:lnTo>
                  <a:lnTo>
                    <a:pt x="510711" y="488885"/>
                  </a:lnTo>
                  <a:lnTo>
                    <a:pt x="509916" y="489990"/>
                  </a:lnTo>
                  <a:lnTo>
                    <a:pt x="508461" y="489320"/>
                  </a:lnTo>
                  <a:lnTo>
                    <a:pt x="508909" y="491724"/>
                  </a:lnTo>
                  <a:lnTo>
                    <a:pt x="508375" y="493544"/>
                  </a:lnTo>
                  <a:lnTo>
                    <a:pt x="507454" y="494939"/>
                  </a:lnTo>
                  <a:lnTo>
                    <a:pt x="506310" y="495849"/>
                  </a:lnTo>
                  <a:lnTo>
                    <a:pt x="505654" y="495738"/>
                  </a:lnTo>
                  <a:lnTo>
                    <a:pt x="505093" y="496221"/>
                  </a:lnTo>
                  <a:lnTo>
                    <a:pt x="504654" y="497379"/>
                  </a:lnTo>
                  <a:lnTo>
                    <a:pt x="503581" y="498461"/>
                  </a:lnTo>
                  <a:lnTo>
                    <a:pt x="502467" y="497852"/>
                  </a:lnTo>
                  <a:lnTo>
                    <a:pt x="501204" y="497487"/>
                  </a:lnTo>
                  <a:lnTo>
                    <a:pt x="500500" y="498136"/>
                  </a:lnTo>
                  <a:lnTo>
                    <a:pt x="501683" y="499209"/>
                  </a:lnTo>
                  <a:lnTo>
                    <a:pt x="502316" y="500765"/>
                  </a:lnTo>
                  <a:lnTo>
                    <a:pt x="502186" y="502861"/>
                  </a:lnTo>
                  <a:lnTo>
                    <a:pt x="501869" y="503671"/>
                  </a:lnTo>
                  <a:lnTo>
                    <a:pt x="501123" y="504767"/>
                  </a:lnTo>
                  <a:lnTo>
                    <a:pt x="500795" y="504604"/>
                  </a:lnTo>
                  <a:lnTo>
                    <a:pt x="500595" y="503616"/>
                  </a:lnTo>
                  <a:lnTo>
                    <a:pt x="500352" y="501557"/>
                  </a:lnTo>
                  <a:lnTo>
                    <a:pt x="500005" y="501996"/>
                  </a:lnTo>
                  <a:lnTo>
                    <a:pt x="499945" y="502955"/>
                  </a:lnTo>
                  <a:lnTo>
                    <a:pt x="499647" y="503297"/>
                  </a:lnTo>
                  <a:lnTo>
                    <a:pt x="498588" y="500017"/>
                  </a:lnTo>
                  <a:lnTo>
                    <a:pt x="498641" y="502519"/>
                  </a:lnTo>
                  <a:lnTo>
                    <a:pt x="499011" y="504441"/>
                  </a:lnTo>
                  <a:lnTo>
                    <a:pt x="499369" y="505417"/>
                  </a:lnTo>
                  <a:lnTo>
                    <a:pt x="499730" y="505991"/>
                  </a:lnTo>
                  <a:lnTo>
                    <a:pt x="499818" y="506882"/>
                  </a:lnTo>
                  <a:lnTo>
                    <a:pt x="499094" y="509055"/>
                  </a:lnTo>
                  <a:lnTo>
                    <a:pt x="498722" y="509539"/>
                  </a:lnTo>
                  <a:lnTo>
                    <a:pt x="498058" y="509891"/>
                  </a:lnTo>
                  <a:lnTo>
                    <a:pt x="497685" y="511230"/>
                  </a:lnTo>
                  <a:lnTo>
                    <a:pt x="497796" y="512383"/>
                  </a:lnTo>
                  <a:lnTo>
                    <a:pt x="497216" y="514884"/>
                  </a:lnTo>
                  <a:lnTo>
                    <a:pt x="495829" y="516447"/>
                  </a:lnTo>
                  <a:lnTo>
                    <a:pt x="495405" y="516386"/>
                  </a:lnTo>
                  <a:lnTo>
                    <a:pt x="495060" y="516844"/>
                  </a:lnTo>
                  <a:lnTo>
                    <a:pt x="495262" y="517958"/>
                  </a:lnTo>
                  <a:lnTo>
                    <a:pt x="495608" y="518768"/>
                  </a:lnTo>
                  <a:lnTo>
                    <a:pt x="495595" y="519522"/>
                  </a:lnTo>
                  <a:lnTo>
                    <a:pt x="495229" y="520545"/>
                  </a:lnTo>
                  <a:lnTo>
                    <a:pt x="494505" y="520830"/>
                  </a:lnTo>
                  <a:lnTo>
                    <a:pt x="494099" y="521997"/>
                  </a:lnTo>
                  <a:lnTo>
                    <a:pt x="494228" y="523098"/>
                  </a:lnTo>
                  <a:lnTo>
                    <a:pt x="494467" y="523713"/>
                  </a:lnTo>
                  <a:lnTo>
                    <a:pt x="494417" y="524772"/>
                  </a:lnTo>
                  <a:lnTo>
                    <a:pt x="493594" y="525835"/>
                  </a:lnTo>
                  <a:lnTo>
                    <a:pt x="493401" y="526881"/>
                  </a:lnTo>
                  <a:lnTo>
                    <a:pt x="493810" y="527190"/>
                  </a:lnTo>
                  <a:lnTo>
                    <a:pt x="494124" y="526881"/>
                  </a:lnTo>
                  <a:lnTo>
                    <a:pt x="494354" y="527107"/>
                  </a:lnTo>
                  <a:lnTo>
                    <a:pt x="493860" y="528855"/>
                  </a:lnTo>
                  <a:lnTo>
                    <a:pt x="493417" y="529921"/>
                  </a:lnTo>
                  <a:lnTo>
                    <a:pt x="492997" y="531837"/>
                  </a:lnTo>
                  <a:lnTo>
                    <a:pt x="492020" y="532367"/>
                  </a:lnTo>
                  <a:lnTo>
                    <a:pt x="492057" y="532986"/>
                  </a:lnTo>
                  <a:lnTo>
                    <a:pt x="492608" y="533534"/>
                  </a:lnTo>
                  <a:lnTo>
                    <a:pt x="493070" y="535007"/>
                  </a:lnTo>
                  <a:lnTo>
                    <a:pt x="492203" y="537727"/>
                  </a:lnTo>
                  <a:lnTo>
                    <a:pt x="491661" y="537503"/>
                  </a:lnTo>
                  <a:lnTo>
                    <a:pt x="491330" y="536905"/>
                  </a:lnTo>
                  <a:lnTo>
                    <a:pt x="491119" y="539052"/>
                  </a:lnTo>
                  <a:lnTo>
                    <a:pt x="491200" y="540197"/>
                  </a:lnTo>
                  <a:lnTo>
                    <a:pt x="490993" y="542539"/>
                  </a:lnTo>
                  <a:lnTo>
                    <a:pt x="490662" y="545354"/>
                  </a:lnTo>
                  <a:lnTo>
                    <a:pt x="490437" y="546510"/>
                  </a:lnTo>
                  <a:lnTo>
                    <a:pt x="490484" y="548662"/>
                  </a:lnTo>
                  <a:lnTo>
                    <a:pt x="490624" y="550741"/>
                  </a:lnTo>
                  <a:lnTo>
                    <a:pt x="491155" y="553421"/>
                  </a:lnTo>
                  <a:lnTo>
                    <a:pt x="491966" y="564378"/>
                  </a:lnTo>
                  <a:lnTo>
                    <a:pt x="492518" y="568182"/>
                  </a:lnTo>
                  <a:lnTo>
                    <a:pt x="493513" y="578448"/>
                  </a:lnTo>
                  <a:lnTo>
                    <a:pt x="495159" y="588401"/>
                  </a:lnTo>
                  <a:lnTo>
                    <a:pt x="497482" y="600431"/>
                  </a:lnTo>
                  <a:lnTo>
                    <a:pt x="501294" y="615012"/>
                  </a:lnTo>
                  <a:lnTo>
                    <a:pt x="501750" y="617090"/>
                  </a:lnTo>
                  <a:lnTo>
                    <a:pt x="501254" y="618851"/>
                  </a:lnTo>
                  <a:lnTo>
                    <a:pt x="501102" y="620676"/>
                  </a:lnTo>
                  <a:lnTo>
                    <a:pt x="501059" y="623428"/>
                  </a:lnTo>
                  <a:lnTo>
                    <a:pt x="501197" y="626109"/>
                  </a:lnTo>
                  <a:lnTo>
                    <a:pt x="501647" y="629383"/>
                  </a:lnTo>
                  <a:lnTo>
                    <a:pt x="502513" y="634388"/>
                  </a:lnTo>
                  <a:lnTo>
                    <a:pt x="502029" y="633389"/>
                  </a:lnTo>
                  <a:lnTo>
                    <a:pt x="500775" y="626205"/>
                  </a:lnTo>
                  <a:lnTo>
                    <a:pt x="500629" y="621987"/>
                  </a:lnTo>
                  <a:lnTo>
                    <a:pt x="500810" y="616002"/>
                  </a:lnTo>
                  <a:lnTo>
                    <a:pt x="500515" y="616146"/>
                  </a:lnTo>
                  <a:lnTo>
                    <a:pt x="500276" y="618091"/>
                  </a:lnTo>
                  <a:lnTo>
                    <a:pt x="500145" y="620375"/>
                  </a:lnTo>
                  <a:lnTo>
                    <a:pt x="499827" y="621259"/>
                  </a:lnTo>
                  <a:lnTo>
                    <a:pt x="499392" y="617775"/>
                  </a:lnTo>
                  <a:lnTo>
                    <a:pt x="499423" y="616199"/>
                  </a:lnTo>
                  <a:lnTo>
                    <a:pt x="499884" y="614358"/>
                  </a:lnTo>
                  <a:lnTo>
                    <a:pt x="499750" y="613696"/>
                  </a:lnTo>
                  <a:lnTo>
                    <a:pt x="499004" y="612754"/>
                  </a:lnTo>
                  <a:lnTo>
                    <a:pt x="498846" y="611272"/>
                  </a:lnTo>
                  <a:lnTo>
                    <a:pt x="498947" y="609809"/>
                  </a:lnTo>
                  <a:lnTo>
                    <a:pt x="498519" y="609027"/>
                  </a:lnTo>
                  <a:lnTo>
                    <a:pt x="498184" y="609065"/>
                  </a:lnTo>
                  <a:lnTo>
                    <a:pt x="498408" y="612672"/>
                  </a:lnTo>
                  <a:lnTo>
                    <a:pt x="498763" y="614886"/>
                  </a:lnTo>
                  <a:lnTo>
                    <a:pt x="499201" y="620195"/>
                  </a:lnTo>
                  <a:lnTo>
                    <a:pt x="499908" y="623411"/>
                  </a:lnTo>
                  <a:lnTo>
                    <a:pt x="500320" y="626107"/>
                  </a:lnTo>
                  <a:lnTo>
                    <a:pt x="505134" y="654884"/>
                  </a:lnTo>
                  <a:lnTo>
                    <a:pt x="506273" y="658549"/>
                  </a:lnTo>
                  <a:lnTo>
                    <a:pt x="506695" y="661181"/>
                  </a:lnTo>
                  <a:lnTo>
                    <a:pt x="507133" y="666684"/>
                  </a:lnTo>
                  <a:lnTo>
                    <a:pt x="507233" y="673749"/>
                  </a:lnTo>
                  <a:lnTo>
                    <a:pt x="506446" y="686663"/>
                  </a:lnTo>
                  <a:lnTo>
                    <a:pt x="506267" y="695471"/>
                  </a:lnTo>
                  <a:lnTo>
                    <a:pt x="506154" y="695201"/>
                  </a:lnTo>
                  <a:lnTo>
                    <a:pt x="506079" y="694274"/>
                  </a:lnTo>
                  <a:lnTo>
                    <a:pt x="505897" y="694147"/>
                  </a:lnTo>
                  <a:lnTo>
                    <a:pt x="505214" y="698182"/>
                  </a:lnTo>
                  <a:lnTo>
                    <a:pt x="504286" y="701822"/>
                  </a:lnTo>
                  <a:lnTo>
                    <a:pt x="503980" y="707480"/>
                  </a:lnTo>
                  <a:lnTo>
                    <a:pt x="503535" y="710312"/>
                  </a:lnTo>
                  <a:lnTo>
                    <a:pt x="502198" y="713309"/>
                  </a:lnTo>
                  <a:lnTo>
                    <a:pt x="501370" y="713232"/>
                  </a:lnTo>
                  <a:lnTo>
                    <a:pt x="499338" y="715480"/>
                  </a:lnTo>
                  <a:lnTo>
                    <a:pt x="497911" y="714894"/>
                  </a:lnTo>
                  <a:lnTo>
                    <a:pt x="496210" y="716163"/>
                  </a:lnTo>
                  <a:lnTo>
                    <a:pt x="495091" y="716021"/>
                  </a:lnTo>
                  <a:lnTo>
                    <a:pt x="494445" y="713348"/>
                  </a:lnTo>
                  <a:lnTo>
                    <a:pt x="494544" y="712152"/>
                  </a:lnTo>
                  <a:lnTo>
                    <a:pt x="494801" y="710950"/>
                  </a:lnTo>
                  <a:lnTo>
                    <a:pt x="495237" y="710670"/>
                  </a:lnTo>
                  <a:lnTo>
                    <a:pt x="496739" y="713472"/>
                  </a:lnTo>
                  <a:lnTo>
                    <a:pt x="497023" y="712293"/>
                  </a:lnTo>
                  <a:lnTo>
                    <a:pt x="496569" y="710891"/>
                  </a:lnTo>
                  <a:lnTo>
                    <a:pt x="495701" y="710109"/>
                  </a:lnTo>
                  <a:lnTo>
                    <a:pt x="495059" y="709249"/>
                  </a:lnTo>
                  <a:lnTo>
                    <a:pt x="493767" y="702861"/>
                  </a:lnTo>
                  <a:lnTo>
                    <a:pt x="492428" y="698475"/>
                  </a:lnTo>
                  <a:lnTo>
                    <a:pt x="492202" y="695543"/>
                  </a:lnTo>
                  <a:lnTo>
                    <a:pt x="489893" y="693756"/>
                  </a:lnTo>
                  <a:lnTo>
                    <a:pt x="488222" y="691049"/>
                  </a:lnTo>
                  <a:lnTo>
                    <a:pt x="487132" y="686234"/>
                  </a:lnTo>
                  <a:lnTo>
                    <a:pt x="486506" y="677697"/>
                  </a:lnTo>
                  <a:lnTo>
                    <a:pt x="485769" y="676737"/>
                  </a:lnTo>
                  <a:lnTo>
                    <a:pt x="485457" y="676074"/>
                  </a:lnTo>
                  <a:lnTo>
                    <a:pt x="486177" y="672905"/>
                  </a:lnTo>
                  <a:lnTo>
                    <a:pt x="486936" y="670249"/>
                  </a:lnTo>
                  <a:lnTo>
                    <a:pt x="486336" y="670910"/>
                  </a:lnTo>
                  <a:lnTo>
                    <a:pt x="485893" y="671892"/>
                  </a:lnTo>
                  <a:lnTo>
                    <a:pt x="485329" y="674238"/>
                  </a:lnTo>
                  <a:lnTo>
                    <a:pt x="484918" y="674599"/>
                  </a:lnTo>
                  <a:lnTo>
                    <a:pt x="484541" y="674238"/>
                  </a:lnTo>
                  <a:lnTo>
                    <a:pt x="484106" y="669738"/>
                  </a:lnTo>
                  <a:lnTo>
                    <a:pt x="484231" y="664207"/>
                  </a:lnTo>
                  <a:lnTo>
                    <a:pt x="484840" y="662138"/>
                  </a:lnTo>
                  <a:lnTo>
                    <a:pt x="483904" y="662083"/>
                  </a:lnTo>
                  <a:lnTo>
                    <a:pt x="482934" y="662870"/>
                  </a:lnTo>
                  <a:lnTo>
                    <a:pt x="483076" y="664714"/>
                  </a:lnTo>
                  <a:lnTo>
                    <a:pt x="482939" y="665727"/>
                  </a:lnTo>
                  <a:lnTo>
                    <a:pt x="482233" y="665468"/>
                  </a:lnTo>
                  <a:lnTo>
                    <a:pt x="481697" y="664820"/>
                  </a:lnTo>
                  <a:lnTo>
                    <a:pt x="480970" y="662901"/>
                  </a:lnTo>
                  <a:lnTo>
                    <a:pt x="479979" y="659239"/>
                  </a:lnTo>
                  <a:lnTo>
                    <a:pt x="477945" y="649151"/>
                  </a:lnTo>
                  <a:lnTo>
                    <a:pt x="477549" y="647728"/>
                  </a:lnTo>
                  <a:lnTo>
                    <a:pt x="476876" y="646239"/>
                  </a:lnTo>
                  <a:lnTo>
                    <a:pt x="477193" y="645776"/>
                  </a:lnTo>
                  <a:lnTo>
                    <a:pt x="477770" y="645502"/>
                  </a:lnTo>
                  <a:lnTo>
                    <a:pt x="479076" y="640960"/>
                  </a:lnTo>
                  <a:lnTo>
                    <a:pt x="480102" y="638215"/>
                  </a:lnTo>
                  <a:lnTo>
                    <a:pt x="480442" y="636317"/>
                  </a:lnTo>
                  <a:lnTo>
                    <a:pt x="480383" y="635504"/>
                  </a:lnTo>
                  <a:lnTo>
                    <a:pt x="479930" y="634324"/>
                  </a:lnTo>
                  <a:lnTo>
                    <a:pt x="479334" y="635356"/>
                  </a:lnTo>
                  <a:lnTo>
                    <a:pt x="479079" y="635061"/>
                  </a:lnTo>
                  <a:lnTo>
                    <a:pt x="478409" y="632681"/>
                  </a:lnTo>
                  <a:lnTo>
                    <a:pt x="477769" y="632008"/>
                  </a:lnTo>
                  <a:lnTo>
                    <a:pt x="477324" y="632524"/>
                  </a:lnTo>
                  <a:lnTo>
                    <a:pt x="477794" y="634474"/>
                  </a:lnTo>
                  <a:lnTo>
                    <a:pt x="478216" y="635199"/>
                  </a:lnTo>
                  <a:lnTo>
                    <a:pt x="478053" y="638035"/>
                  </a:lnTo>
                  <a:lnTo>
                    <a:pt x="477882" y="638959"/>
                  </a:lnTo>
                  <a:lnTo>
                    <a:pt x="477486" y="639774"/>
                  </a:lnTo>
                  <a:lnTo>
                    <a:pt x="476868" y="639339"/>
                  </a:lnTo>
                  <a:lnTo>
                    <a:pt x="476555" y="640041"/>
                  </a:lnTo>
                  <a:lnTo>
                    <a:pt x="476187" y="639302"/>
                  </a:lnTo>
                  <a:lnTo>
                    <a:pt x="475820" y="638055"/>
                  </a:lnTo>
                  <a:lnTo>
                    <a:pt x="475412" y="636004"/>
                  </a:lnTo>
                  <a:lnTo>
                    <a:pt x="476491" y="624455"/>
                  </a:lnTo>
                  <a:lnTo>
                    <a:pt x="477489" y="617097"/>
                  </a:lnTo>
                  <a:lnTo>
                    <a:pt x="477603" y="608703"/>
                  </a:lnTo>
                  <a:lnTo>
                    <a:pt x="477677" y="607459"/>
                  </a:lnTo>
                  <a:lnTo>
                    <a:pt x="477593" y="605228"/>
                  </a:lnTo>
                  <a:lnTo>
                    <a:pt x="476255" y="600380"/>
                  </a:lnTo>
                  <a:lnTo>
                    <a:pt x="470337" y="588551"/>
                  </a:lnTo>
                  <a:lnTo>
                    <a:pt x="465750" y="574542"/>
                  </a:lnTo>
                  <a:lnTo>
                    <a:pt x="461777" y="569287"/>
                  </a:lnTo>
                  <a:lnTo>
                    <a:pt x="458763" y="570442"/>
                  </a:lnTo>
                  <a:lnTo>
                    <a:pt x="458242" y="571498"/>
                  </a:lnTo>
                  <a:lnTo>
                    <a:pt x="458018" y="572879"/>
                  </a:lnTo>
                  <a:lnTo>
                    <a:pt x="458207" y="574441"/>
                  </a:lnTo>
                  <a:lnTo>
                    <a:pt x="457933" y="575092"/>
                  </a:lnTo>
                  <a:lnTo>
                    <a:pt x="457124" y="575010"/>
                  </a:lnTo>
                  <a:lnTo>
                    <a:pt x="456034" y="575373"/>
                  </a:lnTo>
                  <a:lnTo>
                    <a:pt x="453189" y="579061"/>
                  </a:lnTo>
                  <a:lnTo>
                    <a:pt x="452186" y="578925"/>
                  </a:lnTo>
                  <a:lnTo>
                    <a:pt x="451274" y="579881"/>
                  </a:lnTo>
                  <a:lnTo>
                    <a:pt x="450592" y="580596"/>
                  </a:lnTo>
                  <a:lnTo>
                    <a:pt x="448812" y="580986"/>
                  </a:lnTo>
                  <a:lnTo>
                    <a:pt x="447303" y="581804"/>
                  </a:lnTo>
                  <a:lnTo>
                    <a:pt x="446651" y="581361"/>
                  </a:lnTo>
                  <a:lnTo>
                    <a:pt x="446225" y="579223"/>
                  </a:lnTo>
                  <a:lnTo>
                    <a:pt x="446225" y="577009"/>
                  </a:lnTo>
                  <a:lnTo>
                    <a:pt x="446570" y="578706"/>
                  </a:lnTo>
                  <a:lnTo>
                    <a:pt x="447104" y="580034"/>
                  </a:lnTo>
                  <a:lnTo>
                    <a:pt x="447349" y="579503"/>
                  </a:lnTo>
                  <a:lnTo>
                    <a:pt x="447440" y="578328"/>
                  </a:lnTo>
                  <a:lnTo>
                    <a:pt x="446909" y="576027"/>
                  </a:lnTo>
                  <a:lnTo>
                    <a:pt x="445198" y="573071"/>
                  </a:lnTo>
                  <a:lnTo>
                    <a:pt x="443251" y="568752"/>
                  </a:lnTo>
                  <a:lnTo>
                    <a:pt x="443844" y="568895"/>
                  </a:lnTo>
                  <a:lnTo>
                    <a:pt x="443995" y="567970"/>
                  </a:lnTo>
                  <a:lnTo>
                    <a:pt x="443391" y="566757"/>
                  </a:lnTo>
                  <a:lnTo>
                    <a:pt x="443646" y="565354"/>
                  </a:lnTo>
                  <a:lnTo>
                    <a:pt x="444071" y="563881"/>
                  </a:lnTo>
                  <a:lnTo>
                    <a:pt x="443249" y="564102"/>
                  </a:lnTo>
                  <a:lnTo>
                    <a:pt x="442512" y="565134"/>
                  </a:lnTo>
                  <a:lnTo>
                    <a:pt x="442488" y="566408"/>
                  </a:lnTo>
                  <a:lnTo>
                    <a:pt x="442342" y="567420"/>
                  </a:lnTo>
                  <a:lnTo>
                    <a:pt x="441945" y="567273"/>
                  </a:lnTo>
                  <a:lnTo>
                    <a:pt x="441208" y="566019"/>
                  </a:lnTo>
                  <a:lnTo>
                    <a:pt x="437580" y="562529"/>
                  </a:lnTo>
                  <a:lnTo>
                    <a:pt x="434408" y="560561"/>
                  </a:lnTo>
                  <a:lnTo>
                    <a:pt x="436843" y="559675"/>
                  </a:lnTo>
                  <a:lnTo>
                    <a:pt x="438163" y="560364"/>
                  </a:lnTo>
                  <a:lnTo>
                    <a:pt x="438005" y="559307"/>
                  </a:lnTo>
                  <a:lnTo>
                    <a:pt x="437688" y="558637"/>
                  </a:lnTo>
                  <a:lnTo>
                    <a:pt x="436646" y="557787"/>
                  </a:lnTo>
                  <a:lnTo>
                    <a:pt x="435320" y="558110"/>
                  </a:lnTo>
                  <a:lnTo>
                    <a:pt x="434482" y="557710"/>
                  </a:lnTo>
                  <a:lnTo>
                    <a:pt x="433626" y="558553"/>
                  </a:lnTo>
                  <a:lnTo>
                    <a:pt x="432687" y="559805"/>
                  </a:lnTo>
                  <a:lnTo>
                    <a:pt x="431851" y="560450"/>
                  </a:lnTo>
                  <a:lnTo>
                    <a:pt x="428581" y="561352"/>
                  </a:lnTo>
                  <a:lnTo>
                    <a:pt x="425929" y="562330"/>
                  </a:lnTo>
                  <a:lnTo>
                    <a:pt x="426354" y="561297"/>
                  </a:lnTo>
                  <a:lnTo>
                    <a:pt x="426808" y="560633"/>
                  </a:lnTo>
                  <a:lnTo>
                    <a:pt x="428375" y="559623"/>
                  </a:lnTo>
                  <a:lnTo>
                    <a:pt x="428609" y="557524"/>
                  </a:lnTo>
                  <a:lnTo>
                    <a:pt x="428241" y="555503"/>
                  </a:lnTo>
                  <a:lnTo>
                    <a:pt x="427829" y="555988"/>
                  </a:lnTo>
                  <a:lnTo>
                    <a:pt x="427396" y="557567"/>
                  </a:lnTo>
                  <a:lnTo>
                    <a:pt x="426864" y="556429"/>
                  </a:lnTo>
                  <a:lnTo>
                    <a:pt x="426276" y="556435"/>
                  </a:lnTo>
                  <a:lnTo>
                    <a:pt x="426116" y="558948"/>
                  </a:lnTo>
                  <a:lnTo>
                    <a:pt x="425362" y="560633"/>
                  </a:lnTo>
                  <a:lnTo>
                    <a:pt x="425022" y="562330"/>
                  </a:lnTo>
                  <a:lnTo>
                    <a:pt x="422811" y="563659"/>
                  </a:lnTo>
                  <a:lnTo>
                    <a:pt x="422527" y="563216"/>
                  </a:lnTo>
                  <a:lnTo>
                    <a:pt x="423174" y="561604"/>
                  </a:lnTo>
                  <a:lnTo>
                    <a:pt x="423123" y="560708"/>
                  </a:lnTo>
                  <a:lnTo>
                    <a:pt x="422385" y="561477"/>
                  </a:lnTo>
                  <a:lnTo>
                    <a:pt x="421147" y="564532"/>
                  </a:lnTo>
                  <a:lnTo>
                    <a:pt x="416790" y="565532"/>
                  </a:lnTo>
                  <a:lnTo>
                    <a:pt x="417028" y="564838"/>
                  </a:lnTo>
                  <a:lnTo>
                    <a:pt x="417948" y="564699"/>
                  </a:lnTo>
                  <a:lnTo>
                    <a:pt x="419239" y="563733"/>
                  </a:lnTo>
                  <a:lnTo>
                    <a:pt x="418978" y="562105"/>
                  </a:lnTo>
                  <a:lnTo>
                    <a:pt x="418480" y="560316"/>
                  </a:lnTo>
                  <a:lnTo>
                    <a:pt x="418021" y="560117"/>
                  </a:lnTo>
                  <a:lnTo>
                    <a:pt x="417717" y="559068"/>
                  </a:lnTo>
                  <a:lnTo>
                    <a:pt x="417732" y="555762"/>
                  </a:lnTo>
                  <a:lnTo>
                    <a:pt x="417439" y="553830"/>
                  </a:lnTo>
                  <a:lnTo>
                    <a:pt x="416729" y="551842"/>
                  </a:lnTo>
                  <a:lnTo>
                    <a:pt x="416490" y="552225"/>
                  </a:lnTo>
                  <a:lnTo>
                    <a:pt x="415968" y="555624"/>
                  </a:lnTo>
                  <a:lnTo>
                    <a:pt x="415534" y="560082"/>
                  </a:lnTo>
                  <a:lnTo>
                    <a:pt x="415320" y="561522"/>
                  </a:lnTo>
                  <a:lnTo>
                    <a:pt x="414028" y="561623"/>
                  </a:lnTo>
                  <a:lnTo>
                    <a:pt x="412885" y="561319"/>
                  </a:lnTo>
                  <a:lnTo>
                    <a:pt x="408999" y="561854"/>
                  </a:lnTo>
                  <a:lnTo>
                    <a:pt x="407547" y="560343"/>
                  </a:lnTo>
                  <a:lnTo>
                    <a:pt x="406945" y="560053"/>
                  </a:lnTo>
                  <a:lnTo>
                    <a:pt x="406579" y="560088"/>
                  </a:lnTo>
                  <a:lnTo>
                    <a:pt x="404889" y="561473"/>
                  </a:lnTo>
                  <a:lnTo>
                    <a:pt x="402963" y="562534"/>
                  </a:lnTo>
                  <a:lnTo>
                    <a:pt x="402510" y="562200"/>
                  </a:lnTo>
                  <a:lnTo>
                    <a:pt x="401862" y="562151"/>
                  </a:lnTo>
                  <a:lnTo>
                    <a:pt x="400466" y="565761"/>
                  </a:lnTo>
                  <a:lnTo>
                    <a:pt x="398820" y="567451"/>
                  </a:lnTo>
                  <a:lnTo>
                    <a:pt x="394667" y="564414"/>
                  </a:lnTo>
                  <a:lnTo>
                    <a:pt x="393634" y="561971"/>
                  </a:lnTo>
                  <a:lnTo>
                    <a:pt x="392717" y="561449"/>
                  </a:lnTo>
                  <a:lnTo>
                    <a:pt x="391589" y="561147"/>
                  </a:lnTo>
                  <a:lnTo>
                    <a:pt x="390377" y="564152"/>
                  </a:lnTo>
                  <a:lnTo>
                    <a:pt x="389457" y="568208"/>
                  </a:lnTo>
                  <a:lnTo>
                    <a:pt x="390911" y="570432"/>
                  </a:lnTo>
                  <a:lnTo>
                    <a:pt x="392156" y="571495"/>
                  </a:lnTo>
                  <a:lnTo>
                    <a:pt x="394213" y="570603"/>
                  </a:lnTo>
                  <a:lnTo>
                    <a:pt x="395350" y="568635"/>
                  </a:lnTo>
                  <a:lnTo>
                    <a:pt x="396279" y="568700"/>
                  </a:lnTo>
                  <a:lnTo>
                    <a:pt x="396723" y="568301"/>
                  </a:lnTo>
                  <a:lnTo>
                    <a:pt x="397128" y="567273"/>
                  </a:lnTo>
                  <a:lnTo>
                    <a:pt x="397922" y="568084"/>
                  </a:lnTo>
                  <a:lnTo>
                    <a:pt x="397951" y="568897"/>
                  </a:lnTo>
                  <a:lnTo>
                    <a:pt x="397387" y="570041"/>
                  </a:lnTo>
                  <a:lnTo>
                    <a:pt x="396676" y="571004"/>
                  </a:lnTo>
                  <a:lnTo>
                    <a:pt x="396246" y="572140"/>
                  </a:lnTo>
                  <a:lnTo>
                    <a:pt x="397056" y="574428"/>
                  </a:lnTo>
                  <a:lnTo>
                    <a:pt x="398329" y="575197"/>
                  </a:lnTo>
                  <a:lnTo>
                    <a:pt x="398808" y="574865"/>
                  </a:lnTo>
                  <a:lnTo>
                    <a:pt x="399105" y="572293"/>
                  </a:lnTo>
                  <a:lnTo>
                    <a:pt x="399888" y="570637"/>
                  </a:lnTo>
                  <a:lnTo>
                    <a:pt x="400952" y="570994"/>
                  </a:lnTo>
                  <a:lnTo>
                    <a:pt x="400801" y="572033"/>
                  </a:lnTo>
                  <a:lnTo>
                    <a:pt x="400950" y="573014"/>
                  </a:lnTo>
                  <a:lnTo>
                    <a:pt x="401439" y="574689"/>
                  </a:lnTo>
                  <a:lnTo>
                    <a:pt x="401383" y="577089"/>
                  </a:lnTo>
                  <a:lnTo>
                    <a:pt x="401478" y="577667"/>
                  </a:lnTo>
                  <a:lnTo>
                    <a:pt x="400331" y="578726"/>
                  </a:lnTo>
                  <a:lnTo>
                    <a:pt x="399477" y="579086"/>
                  </a:lnTo>
                  <a:lnTo>
                    <a:pt x="398793" y="580472"/>
                  </a:lnTo>
                  <a:lnTo>
                    <a:pt x="399151" y="581277"/>
                  </a:lnTo>
                  <a:lnTo>
                    <a:pt x="398455" y="581984"/>
                  </a:lnTo>
                  <a:lnTo>
                    <a:pt x="397984" y="581702"/>
                  </a:lnTo>
                  <a:lnTo>
                    <a:pt x="397747" y="581963"/>
                  </a:lnTo>
                  <a:lnTo>
                    <a:pt x="397676" y="582814"/>
                  </a:lnTo>
                  <a:lnTo>
                    <a:pt x="397316" y="583605"/>
                  </a:lnTo>
                  <a:lnTo>
                    <a:pt x="397840" y="585987"/>
                  </a:lnTo>
                  <a:lnTo>
                    <a:pt x="398913" y="587542"/>
                  </a:lnTo>
                  <a:lnTo>
                    <a:pt x="399670" y="589491"/>
                  </a:lnTo>
                  <a:lnTo>
                    <a:pt x="402712" y="592058"/>
                  </a:lnTo>
                  <a:lnTo>
                    <a:pt x="403450" y="591985"/>
                  </a:lnTo>
                  <a:lnTo>
                    <a:pt x="404176" y="594569"/>
                  </a:lnTo>
                  <a:lnTo>
                    <a:pt x="404761" y="595457"/>
                  </a:lnTo>
                  <a:lnTo>
                    <a:pt x="405324" y="595909"/>
                  </a:lnTo>
                  <a:lnTo>
                    <a:pt x="405260" y="597687"/>
                  </a:lnTo>
                  <a:lnTo>
                    <a:pt x="404259" y="598988"/>
                  </a:lnTo>
                  <a:lnTo>
                    <a:pt x="403988" y="600541"/>
                  </a:lnTo>
                  <a:lnTo>
                    <a:pt x="403737" y="601413"/>
                  </a:lnTo>
                  <a:lnTo>
                    <a:pt x="403285" y="600308"/>
                  </a:lnTo>
                  <a:lnTo>
                    <a:pt x="402822" y="599507"/>
                  </a:lnTo>
                  <a:lnTo>
                    <a:pt x="401749" y="601943"/>
                  </a:lnTo>
                  <a:lnTo>
                    <a:pt x="401231" y="602455"/>
                  </a:lnTo>
                  <a:lnTo>
                    <a:pt x="401488" y="599829"/>
                  </a:lnTo>
                  <a:lnTo>
                    <a:pt x="401083" y="598800"/>
                  </a:lnTo>
                  <a:lnTo>
                    <a:pt x="400470" y="596167"/>
                  </a:lnTo>
                  <a:lnTo>
                    <a:pt x="399577" y="594538"/>
                  </a:lnTo>
                  <a:lnTo>
                    <a:pt x="398949" y="593999"/>
                  </a:lnTo>
                  <a:lnTo>
                    <a:pt x="398459" y="592969"/>
                  </a:lnTo>
                  <a:lnTo>
                    <a:pt x="397866" y="592552"/>
                  </a:lnTo>
                  <a:lnTo>
                    <a:pt x="397361" y="592658"/>
                  </a:lnTo>
                  <a:lnTo>
                    <a:pt x="396505" y="592058"/>
                  </a:lnTo>
                  <a:lnTo>
                    <a:pt x="396448" y="590657"/>
                  </a:lnTo>
                  <a:lnTo>
                    <a:pt x="396211" y="589608"/>
                  </a:lnTo>
                  <a:lnTo>
                    <a:pt x="395541" y="588370"/>
                  </a:lnTo>
                  <a:lnTo>
                    <a:pt x="392341" y="586031"/>
                  </a:lnTo>
                  <a:lnTo>
                    <a:pt x="392321" y="587000"/>
                  </a:lnTo>
                  <a:lnTo>
                    <a:pt x="392543" y="587728"/>
                  </a:lnTo>
                  <a:lnTo>
                    <a:pt x="393003" y="588213"/>
                  </a:lnTo>
                  <a:lnTo>
                    <a:pt x="393553" y="589157"/>
                  </a:lnTo>
                  <a:lnTo>
                    <a:pt x="393548" y="591951"/>
                  </a:lnTo>
                  <a:lnTo>
                    <a:pt x="393310" y="593134"/>
                  </a:lnTo>
                  <a:lnTo>
                    <a:pt x="393208" y="594820"/>
                  </a:lnTo>
                  <a:lnTo>
                    <a:pt x="392996" y="596532"/>
                  </a:lnTo>
                  <a:lnTo>
                    <a:pt x="392605" y="597883"/>
                  </a:lnTo>
                  <a:lnTo>
                    <a:pt x="391731" y="598803"/>
                  </a:lnTo>
                  <a:lnTo>
                    <a:pt x="391345" y="598033"/>
                  </a:lnTo>
                  <a:lnTo>
                    <a:pt x="390722" y="594345"/>
                  </a:lnTo>
                  <a:lnTo>
                    <a:pt x="389841" y="593183"/>
                  </a:lnTo>
                  <a:lnTo>
                    <a:pt x="388441" y="593046"/>
                  </a:lnTo>
                  <a:lnTo>
                    <a:pt x="387490" y="593880"/>
                  </a:lnTo>
                  <a:lnTo>
                    <a:pt x="386454" y="597453"/>
                  </a:lnTo>
                  <a:lnTo>
                    <a:pt x="385619" y="598037"/>
                  </a:lnTo>
                  <a:lnTo>
                    <a:pt x="382761" y="596186"/>
                  </a:lnTo>
                  <a:lnTo>
                    <a:pt x="379497" y="593365"/>
                  </a:lnTo>
                  <a:lnTo>
                    <a:pt x="379581" y="592426"/>
                  </a:lnTo>
                  <a:lnTo>
                    <a:pt x="380095" y="592124"/>
                  </a:lnTo>
                  <a:lnTo>
                    <a:pt x="381079" y="592510"/>
                  </a:lnTo>
                  <a:lnTo>
                    <a:pt x="381027" y="591542"/>
                  </a:lnTo>
                  <a:lnTo>
                    <a:pt x="380021" y="588390"/>
                  </a:lnTo>
                  <a:lnTo>
                    <a:pt x="379836" y="586968"/>
                  </a:lnTo>
                  <a:lnTo>
                    <a:pt x="379966" y="585232"/>
                  </a:lnTo>
                  <a:lnTo>
                    <a:pt x="379638" y="585271"/>
                  </a:lnTo>
                  <a:lnTo>
                    <a:pt x="379033" y="586728"/>
                  </a:lnTo>
                  <a:lnTo>
                    <a:pt x="376953" y="585493"/>
                  </a:lnTo>
                  <a:lnTo>
                    <a:pt x="376378" y="584017"/>
                  </a:lnTo>
                  <a:lnTo>
                    <a:pt x="375155" y="579858"/>
                  </a:lnTo>
                  <a:lnTo>
                    <a:pt x="373430" y="579722"/>
                  </a:lnTo>
                  <a:lnTo>
                    <a:pt x="372649" y="577200"/>
                  </a:lnTo>
                  <a:lnTo>
                    <a:pt x="371239" y="578256"/>
                  </a:lnTo>
                  <a:lnTo>
                    <a:pt x="370525" y="579425"/>
                  </a:lnTo>
                  <a:lnTo>
                    <a:pt x="369898" y="581235"/>
                  </a:lnTo>
                  <a:lnTo>
                    <a:pt x="370142" y="582175"/>
                  </a:lnTo>
                  <a:lnTo>
                    <a:pt x="370767" y="583667"/>
                  </a:lnTo>
                  <a:lnTo>
                    <a:pt x="370482" y="584387"/>
                  </a:lnTo>
                  <a:lnTo>
                    <a:pt x="368474" y="585450"/>
                  </a:lnTo>
                  <a:lnTo>
                    <a:pt x="363813" y="584261"/>
                  </a:lnTo>
                  <a:lnTo>
                    <a:pt x="362450" y="583150"/>
                  </a:lnTo>
                  <a:lnTo>
                    <a:pt x="360621" y="580801"/>
                  </a:lnTo>
                  <a:lnTo>
                    <a:pt x="358086" y="578887"/>
                  </a:lnTo>
                  <a:lnTo>
                    <a:pt x="356865" y="578578"/>
                  </a:lnTo>
                  <a:lnTo>
                    <a:pt x="355669" y="578957"/>
                  </a:lnTo>
                  <a:lnTo>
                    <a:pt x="352191" y="579153"/>
                  </a:lnTo>
                  <a:lnTo>
                    <a:pt x="351383" y="579663"/>
                  </a:lnTo>
                  <a:lnTo>
                    <a:pt x="350696" y="580477"/>
                  </a:lnTo>
                  <a:lnTo>
                    <a:pt x="350250" y="579576"/>
                  </a:lnTo>
                  <a:lnTo>
                    <a:pt x="350044" y="577969"/>
                  </a:lnTo>
                  <a:lnTo>
                    <a:pt x="350447" y="577708"/>
                  </a:lnTo>
                  <a:lnTo>
                    <a:pt x="350896" y="576763"/>
                  </a:lnTo>
                  <a:lnTo>
                    <a:pt x="351302" y="574894"/>
                  </a:lnTo>
                  <a:lnTo>
                    <a:pt x="351348" y="573765"/>
                  </a:lnTo>
                  <a:lnTo>
                    <a:pt x="351064" y="573027"/>
                  </a:lnTo>
                  <a:lnTo>
                    <a:pt x="350526" y="572954"/>
                  </a:lnTo>
                  <a:lnTo>
                    <a:pt x="349335" y="577822"/>
                  </a:lnTo>
                  <a:lnTo>
                    <a:pt x="350015" y="580550"/>
                  </a:lnTo>
                  <a:lnTo>
                    <a:pt x="349969" y="581534"/>
                  </a:lnTo>
                  <a:lnTo>
                    <a:pt x="347594" y="582094"/>
                  </a:lnTo>
                  <a:lnTo>
                    <a:pt x="342202" y="587587"/>
                  </a:lnTo>
                  <a:lnTo>
                    <a:pt x="340099" y="590549"/>
                  </a:lnTo>
                  <a:lnTo>
                    <a:pt x="340207" y="589552"/>
                  </a:lnTo>
                  <a:lnTo>
                    <a:pt x="342749" y="585713"/>
                  </a:lnTo>
                  <a:lnTo>
                    <a:pt x="341852" y="585125"/>
                  </a:lnTo>
                  <a:lnTo>
                    <a:pt x="340406" y="586085"/>
                  </a:lnTo>
                  <a:lnTo>
                    <a:pt x="339888" y="585715"/>
                  </a:lnTo>
                  <a:lnTo>
                    <a:pt x="340500" y="582541"/>
                  </a:lnTo>
                  <a:lnTo>
                    <a:pt x="340300" y="579742"/>
                  </a:lnTo>
                  <a:lnTo>
                    <a:pt x="339274" y="579666"/>
                  </a:lnTo>
                  <a:lnTo>
                    <a:pt x="338620" y="581901"/>
                  </a:lnTo>
                  <a:lnTo>
                    <a:pt x="338166" y="581805"/>
                  </a:lnTo>
                  <a:lnTo>
                    <a:pt x="337571" y="580847"/>
                  </a:lnTo>
                  <a:lnTo>
                    <a:pt x="337110" y="581150"/>
                  </a:lnTo>
                  <a:lnTo>
                    <a:pt x="337451" y="586215"/>
                  </a:lnTo>
                  <a:lnTo>
                    <a:pt x="338098" y="588298"/>
                  </a:lnTo>
                  <a:lnTo>
                    <a:pt x="338638" y="590954"/>
                  </a:lnTo>
                  <a:lnTo>
                    <a:pt x="337162" y="594237"/>
                  </a:lnTo>
                  <a:lnTo>
                    <a:pt x="335791" y="596945"/>
                  </a:lnTo>
                  <a:lnTo>
                    <a:pt x="335642" y="599562"/>
                  </a:lnTo>
                  <a:lnTo>
                    <a:pt x="334264" y="602972"/>
                  </a:lnTo>
                  <a:lnTo>
                    <a:pt x="332968" y="604905"/>
                  </a:lnTo>
                  <a:lnTo>
                    <a:pt x="329922" y="609450"/>
                  </a:lnTo>
                  <a:lnTo>
                    <a:pt x="329053" y="610422"/>
                  </a:lnTo>
                  <a:lnTo>
                    <a:pt x="327679" y="612532"/>
                  </a:lnTo>
                  <a:lnTo>
                    <a:pt x="325783" y="614113"/>
                  </a:lnTo>
                  <a:lnTo>
                    <a:pt x="323964" y="616624"/>
                  </a:lnTo>
                  <a:lnTo>
                    <a:pt x="323351" y="617005"/>
                  </a:lnTo>
                  <a:lnTo>
                    <a:pt x="324512" y="614879"/>
                  </a:lnTo>
                  <a:lnTo>
                    <a:pt x="325889" y="612780"/>
                  </a:lnTo>
                  <a:lnTo>
                    <a:pt x="324708" y="613067"/>
                  </a:lnTo>
                  <a:lnTo>
                    <a:pt x="322888" y="612095"/>
                  </a:lnTo>
                  <a:lnTo>
                    <a:pt x="321774" y="612038"/>
                  </a:lnTo>
                  <a:lnTo>
                    <a:pt x="321766" y="612804"/>
                  </a:lnTo>
                  <a:lnTo>
                    <a:pt x="320919" y="613887"/>
                  </a:lnTo>
                  <a:lnTo>
                    <a:pt x="320041" y="612297"/>
                  </a:lnTo>
                  <a:lnTo>
                    <a:pt x="319659" y="611227"/>
                  </a:lnTo>
                  <a:lnTo>
                    <a:pt x="319477" y="610304"/>
                  </a:lnTo>
                  <a:lnTo>
                    <a:pt x="319105" y="610080"/>
                  </a:lnTo>
                  <a:lnTo>
                    <a:pt x="318746" y="610509"/>
                  </a:lnTo>
                  <a:lnTo>
                    <a:pt x="320057" y="617012"/>
                  </a:lnTo>
                  <a:lnTo>
                    <a:pt x="320615" y="617293"/>
                  </a:lnTo>
                  <a:lnTo>
                    <a:pt x="321233" y="617939"/>
                  </a:lnTo>
                  <a:lnTo>
                    <a:pt x="320464" y="619454"/>
                  </a:lnTo>
                  <a:lnTo>
                    <a:pt x="319636" y="620604"/>
                  </a:lnTo>
                  <a:lnTo>
                    <a:pt x="318334" y="621368"/>
                  </a:lnTo>
                  <a:lnTo>
                    <a:pt x="317230" y="618994"/>
                  </a:lnTo>
                  <a:lnTo>
                    <a:pt x="316992" y="621972"/>
                  </a:lnTo>
                  <a:lnTo>
                    <a:pt x="316852" y="624946"/>
                  </a:lnTo>
                  <a:lnTo>
                    <a:pt x="316481" y="625709"/>
                  </a:lnTo>
                  <a:lnTo>
                    <a:pt x="315890" y="626797"/>
                  </a:lnTo>
                  <a:lnTo>
                    <a:pt x="315569" y="625976"/>
                  </a:lnTo>
                  <a:lnTo>
                    <a:pt x="315416" y="624826"/>
                  </a:lnTo>
                  <a:lnTo>
                    <a:pt x="315038" y="625852"/>
                  </a:lnTo>
                  <a:lnTo>
                    <a:pt x="314483" y="626622"/>
                  </a:lnTo>
                  <a:lnTo>
                    <a:pt x="313568" y="626777"/>
                  </a:lnTo>
                  <a:lnTo>
                    <a:pt x="312882" y="627188"/>
                  </a:lnTo>
                  <a:lnTo>
                    <a:pt x="312898" y="628420"/>
                  </a:lnTo>
                  <a:lnTo>
                    <a:pt x="313055" y="629658"/>
                  </a:lnTo>
                  <a:lnTo>
                    <a:pt x="314269" y="628680"/>
                  </a:lnTo>
                  <a:lnTo>
                    <a:pt x="313829" y="631864"/>
                  </a:lnTo>
                  <a:lnTo>
                    <a:pt x="312712" y="635011"/>
                  </a:lnTo>
                  <a:lnTo>
                    <a:pt x="311802" y="635754"/>
                  </a:lnTo>
                  <a:lnTo>
                    <a:pt x="310411" y="635294"/>
                  </a:lnTo>
                  <a:lnTo>
                    <a:pt x="310067" y="635610"/>
                  </a:lnTo>
                  <a:lnTo>
                    <a:pt x="309759" y="636263"/>
                  </a:lnTo>
                  <a:lnTo>
                    <a:pt x="311380" y="641186"/>
                  </a:lnTo>
                  <a:lnTo>
                    <a:pt x="310339" y="648611"/>
                  </a:lnTo>
                  <a:lnTo>
                    <a:pt x="309673" y="651302"/>
                  </a:lnTo>
                  <a:lnTo>
                    <a:pt x="309211" y="651647"/>
                  </a:lnTo>
                  <a:lnTo>
                    <a:pt x="308710" y="651725"/>
                  </a:lnTo>
                  <a:lnTo>
                    <a:pt x="306913" y="649332"/>
                  </a:lnTo>
                  <a:lnTo>
                    <a:pt x="305933" y="647483"/>
                  </a:lnTo>
                  <a:lnTo>
                    <a:pt x="306797" y="652517"/>
                  </a:lnTo>
                  <a:lnTo>
                    <a:pt x="309150" y="653987"/>
                  </a:lnTo>
                  <a:lnTo>
                    <a:pt x="309271" y="655892"/>
                  </a:lnTo>
                  <a:lnTo>
                    <a:pt x="309257" y="657519"/>
                  </a:lnTo>
                  <a:lnTo>
                    <a:pt x="308794" y="659429"/>
                  </a:lnTo>
                  <a:lnTo>
                    <a:pt x="308360" y="661967"/>
                  </a:lnTo>
                  <a:lnTo>
                    <a:pt x="308680" y="663735"/>
                  </a:lnTo>
                  <a:lnTo>
                    <a:pt x="309052" y="668105"/>
                  </a:lnTo>
                  <a:lnTo>
                    <a:pt x="309369" y="670111"/>
                  </a:lnTo>
                  <a:lnTo>
                    <a:pt x="309719" y="676195"/>
                  </a:lnTo>
                  <a:lnTo>
                    <a:pt x="310090" y="678834"/>
                  </a:lnTo>
                  <a:lnTo>
                    <a:pt x="312230" y="688546"/>
                  </a:lnTo>
                  <a:lnTo>
                    <a:pt x="312951" y="688621"/>
                  </a:lnTo>
                  <a:lnTo>
                    <a:pt x="313067" y="689672"/>
                  </a:lnTo>
                  <a:lnTo>
                    <a:pt x="312998" y="691689"/>
                  </a:lnTo>
                  <a:lnTo>
                    <a:pt x="311459" y="692277"/>
                  </a:lnTo>
                  <a:lnTo>
                    <a:pt x="310813" y="693176"/>
                  </a:lnTo>
                  <a:lnTo>
                    <a:pt x="310687" y="693956"/>
                  </a:lnTo>
                  <a:lnTo>
                    <a:pt x="310592" y="694377"/>
                  </a:lnTo>
                  <a:lnTo>
                    <a:pt x="310393" y="694338"/>
                  </a:lnTo>
                  <a:lnTo>
                    <a:pt x="309659" y="693777"/>
                  </a:lnTo>
                  <a:lnTo>
                    <a:pt x="307990" y="691019"/>
                  </a:lnTo>
                  <a:lnTo>
                    <a:pt x="305558" y="689309"/>
                  </a:lnTo>
                  <a:lnTo>
                    <a:pt x="302363" y="688647"/>
                  </a:lnTo>
                  <a:lnTo>
                    <a:pt x="300180" y="687266"/>
                  </a:lnTo>
                  <a:lnTo>
                    <a:pt x="299010" y="685162"/>
                  </a:lnTo>
                  <a:lnTo>
                    <a:pt x="297786" y="683915"/>
                  </a:lnTo>
                  <a:lnTo>
                    <a:pt x="296510" y="683523"/>
                  </a:lnTo>
                  <a:lnTo>
                    <a:pt x="295452" y="682382"/>
                  </a:lnTo>
                  <a:lnTo>
                    <a:pt x="294614" y="680492"/>
                  </a:lnTo>
                  <a:lnTo>
                    <a:pt x="293388" y="679285"/>
                  </a:lnTo>
                  <a:lnTo>
                    <a:pt x="291774" y="678762"/>
                  </a:lnTo>
                  <a:lnTo>
                    <a:pt x="290724" y="677345"/>
                  </a:lnTo>
                  <a:lnTo>
                    <a:pt x="289991" y="673829"/>
                  </a:lnTo>
                  <a:lnTo>
                    <a:pt x="289337" y="668037"/>
                  </a:lnTo>
                  <a:lnTo>
                    <a:pt x="288514" y="664409"/>
                  </a:lnTo>
                  <a:lnTo>
                    <a:pt x="286911" y="659918"/>
                  </a:lnTo>
                  <a:lnTo>
                    <a:pt x="286764" y="659327"/>
                  </a:lnTo>
                  <a:lnTo>
                    <a:pt x="286750" y="658588"/>
                  </a:lnTo>
                  <a:lnTo>
                    <a:pt x="286949" y="655975"/>
                  </a:lnTo>
                  <a:lnTo>
                    <a:pt x="286780" y="654097"/>
                  </a:lnTo>
                  <a:lnTo>
                    <a:pt x="286272" y="652566"/>
                  </a:lnTo>
                  <a:lnTo>
                    <a:pt x="286156" y="650946"/>
                  </a:lnTo>
                  <a:lnTo>
                    <a:pt x="286431" y="649240"/>
                  </a:lnTo>
                  <a:lnTo>
                    <a:pt x="286449" y="647191"/>
                  </a:lnTo>
                  <a:lnTo>
                    <a:pt x="286210" y="644799"/>
                  </a:lnTo>
                  <a:lnTo>
                    <a:pt x="285188" y="642212"/>
                  </a:lnTo>
                  <a:lnTo>
                    <a:pt x="283383" y="639433"/>
                  </a:lnTo>
                  <a:lnTo>
                    <a:pt x="281846" y="635375"/>
                  </a:lnTo>
                  <a:lnTo>
                    <a:pt x="280576" y="630039"/>
                  </a:lnTo>
                  <a:lnTo>
                    <a:pt x="279321" y="626343"/>
                  </a:lnTo>
                  <a:lnTo>
                    <a:pt x="278080" y="624284"/>
                  </a:lnTo>
                  <a:lnTo>
                    <a:pt x="277231" y="621770"/>
                  </a:lnTo>
                  <a:lnTo>
                    <a:pt x="276774" y="618802"/>
                  </a:lnTo>
                  <a:lnTo>
                    <a:pt x="276639" y="617080"/>
                  </a:lnTo>
                  <a:lnTo>
                    <a:pt x="276826" y="616603"/>
                  </a:lnTo>
                  <a:lnTo>
                    <a:pt x="276063" y="613304"/>
                  </a:lnTo>
                  <a:lnTo>
                    <a:pt x="274350" y="607183"/>
                  </a:lnTo>
                  <a:lnTo>
                    <a:pt x="273367" y="602708"/>
                  </a:lnTo>
                  <a:lnTo>
                    <a:pt x="273113" y="599878"/>
                  </a:lnTo>
                  <a:lnTo>
                    <a:pt x="272024" y="596511"/>
                  </a:lnTo>
                  <a:lnTo>
                    <a:pt x="270099" y="592605"/>
                  </a:lnTo>
                  <a:lnTo>
                    <a:pt x="269052" y="590064"/>
                  </a:lnTo>
                  <a:lnTo>
                    <a:pt x="268795" y="588300"/>
                  </a:lnTo>
                  <a:lnTo>
                    <a:pt x="265791" y="583167"/>
                  </a:lnTo>
                  <a:lnTo>
                    <a:pt x="264918" y="579961"/>
                  </a:lnTo>
                  <a:lnTo>
                    <a:pt x="264236" y="578949"/>
                  </a:lnTo>
                  <a:lnTo>
                    <a:pt x="263454" y="579058"/>
                  </a:lnTo>
                  <a:lnTo>
                    <a:pt x="263053" y="578751"/>
                  </a:lnTo>
                  <a:lnTo>
                    <a:pt x="263033" y="578027"/>
                  </a:lnTo>
                  <a:lnTo>
                    <a:pt x="262779" y="577992"/>
                  </a:lnTo>
                  <a:lnTo>
                    <a:pt x="262292" y="578650"/>
                  </a:lnTo>
                  <a:lnTo>
                    <a:pt x="260694" y="578783"/>
                  </a:lnTo>
                  <a:lnTo>
                    <a:pt x="257985" y="578392"/>
                  </a:lnTo>
                  <a:lnTo>
                    <a:pt x="256030" y="577519"/>
                  </a:lnTo>
                  <a:lnTo>
                    <a:pt x="254828" y="576161"/>
                  </a:lnTo>
                  <a:lnTo>
                    <a:pt x="253986" y="576344"/>
                  </a:lnTo>
                  <a:lnTo>
                    <a:pt x="253502" y="578068"/>
                  </a:lnTo>
                  <a:lnTo>
                    <a:pt x="252473" y="579178"/>
                  </a:lnTo>
                  <a:lnTo>
                    <a:pt x="250899" y="579673"/>
                  </a:lnTo>
                  <a:lnTo>
                    <a:pt x="249545" y="582876"/>
                  </a:lnTo>
                  <a:lnTo>
                    <a:pt x="248411" y="588786"/>
                  </a:lnTo>
                  <a:lnTo>
                    <a:pt x="247913" y="592586"/>
                  </a:lnTo>
                  <a:lnTo>
                    <a:pt x="248051" y="594280"/>
                  </a:lnTo>
                  <a:lnTo>
                    <a:pt x="247753" y="595509"/>
                  </a:lnTo>
                  <a:lnTo>
                    <a:pt x="247016" y="596278"/>
                  </a:lnTo>
                  <a:lnTo>
                    <a:pt x="246267" y="597997"/>
                  </a:lnTo>
                  <a:lnTo>
                    <a:pt x="245504" y="600666"/>
                  </a:lnTo>
                  <a:lnTo>
                    <a:pt x="244615" y="601957"/>
                  </a:lnTo>
                  <a:lnTo>
                    <a:pt x="243600" y="601871"/>
                  </a:lnTo>
                  <a:lnTo>
                    <a:pt x="241723" y="599815"/>
                  </a:lnTo>
                  <a:lnTo>
                    <a:pt x="238987" y="595791"/>
                  </a:lnTo>
                  <a:lnTo>
                    <a:pt x="236841" y="593303"/>
                  </a:lnTo>
                  <a:lnTo>
                    <a:pt x="235287" y="592355"/>
                  </a:lnTo>
                  <a:lnTo>
                    <a:pt x="233915" y="590494"/>
                  </a:lnTo>
                  <a:lnTo>
                    <a:pt x="232723" y="587724"/>
                  </a:lnTo>
                  <a:lnTo>
                    <a:pt x="231625" y="585876"/>
                  </a:lnTo>
                  <a:lnTo>
                    <a:pt x="230621" y="584951"/>
                  </a:lnTo>
                  <a:lnTo>
                    <a:pt x="229447" y="581879"/>
                  </a:lnTo>
                  <a:lnTo>
                    <a:pt x="228105" y="576660"/>
                  </a:lnTo>
                  <a:lnTo>
                    <a:pt x="227434" y="572635"/>
                  </a:lnTo>
                  <a:lnTo>
                    <a:pt x="227434" y="568384"/>
                  </a:lnTo>
                  <a:lnTo>
                    <a:pt x="225679" y="559127"/>
                  </a:lnTo>
                  <a:lnTo>
                    <a:pt x="224748" y="555117"/>
                  </a:lnTo>
                  <a:lnTo>
                    <a:pt x="224056" y="553268"/>
                  </a:lnTo>
                  <a:lnTo>
                    <a:pt x="222701" y="551063"/>
                  </a:lnTo>
                  <a:lnTo>
                    <a:pt x="220683" y="548501"/>
                  </a:lnTo>
                  <a:lnTo>
                    <a:pt x="217978" y="543374"/>
                  </a:lnTo>
                  <a:lnTo>
                    <a:pt x="214587" y="535684"/>
                  </a:lnTo>
                  <a:lnTo>
                    <a:pt x="212186" y="531053"/>
                  </a:lnTo>
                  <a:lnTo>
                    <a:pt x="210779" y="529481"/>
                  </a:lnTo>
                  <a:lnTo>
                    <a:pt x="209556" y="526711"/>
                  </a:lnTo>
                  <a:lnTo>
                    <a:pt x="208520" y="522742"/>
                  </a:lnTo>
                  <a:lnTo>
                    <a:pt x="207313" y="520048"/>
                  </a:lnTo>
                  <a:lnTo>
                    <a:pt x="204817" y="520014"/>
                  </a:lnTo>
                  <a:lnTo>
                    <a:pt x="202321" y="519980"/>
                  </a:lnTo>
                  <a:lnTo>
                    <a:pt x="199825" y="519946"/>
                  </a:lnTo>
                  <a:lnTo>
                    <a:pt x="197328" y="519913"/>
                  </a:lnTo>
                  <a:lnTo>
                    <a:pt x="194832" y="519879"/>
                  </a:lnTo>
                  <a:lnTo>
                    <a:pt x="192335" y="519845"/>
                  </a:lnTo>
                  <a:lnTo>
                    <a:pt x="189839" y="519812"/>
                  </a:lnTo>
                  <a:lnTo>
                    <a:pt x="187344" y="519777"/>
                  </a:lnTo>
                  <a:lnTo>
                    <a:pt x="187336" y="523101"/>
                  </a:lnTo>
                  <a:lnTo>
                    <a:pt x="187328" y="526424"/>
                  </a:lnTo>
                  <a:lnTo>
                    <a:pt x="187321" y="529748"/>
                  </a:lnTo>
                  <a:lnTo>
                    <a:pt x="187314" y="533071"/>
                  </a:lnTo>
                  <a:lnTo>
                    <a:pt x="183300" y="533090"/>
                  </a:lnTo>
                  <a:lnTo>
                    <a:pt x="179287" y="533110"/>
                  </a:lnTo>
                  <a:lnTo>
                    <a:pt x="175273" y="533130"/>
                  </a:lnTo>
                  <a:lnTo>
                    <a:pt x="171260" y="533149"/>
                  </a:lnTo>
                  <a:lnTo>
                    <a:pt x="167246" y="533168"/>
                  </a:lnTo>
                  <a:lnTo>
                    <a:pt x="163233" y="533187"/>
                  </a:lnTo>
                  <a:lnTo>
                    <a:pt x="159219" y="533207"/>
                  </a:lnTo>
                  <a:lnTo>
                    <a:pt x="155206" y="533226"/>
                  </a:lnTo>
                  <a:lnTo>
                    <a:pt x="149821" y="528851"/>
                  </a:lnTo>
                  <a:lnTo>
                    <a:pt x="144435" y="524479"/>
                  </a:lnTo>
                  <a:lnTo>
                    <a:pt x="139050" y="520104"/>
                  </a:lnTo>
                  <a:lnTo>
                    <a:pt x="133665" y="515731"/>
                  </a:lnTo>
                  <a:lnTo>
                    <a:pt x="128280" y="511357"/>
                  </a:lnTo>
                  <a:lnTo>
                    <a:pt x="122894" y="506983"/>
                  </a:lnTo>
                  <a:lnTo>
                    <a:pt x="117509" y="502610"/>
                  </a:lnTo>
                  <a:lnTo>
                    <a:pt x="112124" y="498237"/>
                  </a:lnTo>
                  <a:lnTo>
                    <a:pt x="112668" y="496568"/>
                  </a:lnTo>
                  <a:lnTo>
                    <a:pt x="113386" y="492119"/>
                  </a:lnTo>
                  <a:lnTo>
                    <a:pt x="112088" y="492433"/>
                  </a:lnTo>
                  <a:lnTo>
                    <a:pt x="108839" y="493066"/>
                  </a:lnTo>
                  <a:lnTo>
                    <a:pt x="105589" y="493699"/>
                  </a:lnTo>
                  <a:lnTo>
                    <a:pt x="102340" y="494331"/>
                  </a:lnTo>
                  <a:lnTo>
                    <a:pt x="99090" y="494965"/>
                  </a:lnTo>
                  <a:lnTo>
                    <a:pt x="95841" y="495598"/>
                  </a:lnTo>
                  <a:lnTo>
                    <a:pt x="92592" y="496230"/>
                  </a:lnTo>
                  <a:lnTo>
                    <a:pt x="89343" y="496863"/>
                  </a:lnTo>
                  <a:lnTo>
                    <a:pt x="86093" y="497497"/>
                  </a:lnTo>
                  <a:lnTo>
                    <a:pt x="86068" y="497308"/>
                  </a:lnTo>
                  <a:lnTo>
                    <a:pt x="85989" y="494074"/>
                  </a:lnTo>
                  <a:lnTo>
                    <a:pt x="85463" y="492930"/>
                  </a:lnTo>
                  <a:lnTo>
                    <a:pt x="84785" y="493636"/>
                  </a:lnTo>
                  <a:lnTo>
                    <a:pt x="84476" y="489433"/>
                  </a:lnTo>
                  <a:lnTo>
                    <a:pt x="84646" y="487449"/>
                  </a:lnTo>
                  <a:lnTo>
                    <a:pt x="84563" y="485514"/>
                  </a:lnTo>
                  <a:lnTo>
                    <a:pt x="83929" y="480751"/>
                  </a:lnTo>
                  <a:lnTo>
                    <a:pt x="82242" y="474976"/>
                  </a:lnTo>
                  <a:lnTo>
                    <a:pt x="78596" y="467796"/>
                  </a:lnTo>
                  <a:lnTo>
                    <a:pt x="76738" y="465398"/>
                  </a:lnTo>
                  <a:lnTo>
                    <a:pt x="75280" y="462368"/>
                  </a:lnTo>
                  <a:lnTo>
                    <a:pt x="74356" y="461526"/>
                  </a:lnTo>
                  <a:lnTo>
                    <a:pt x="73192" y="461292"/>
                  </a:lnTo>
                  <a:lnTo>
                    <a:pt x="72854" y="462660"/>
                  </a:lnTo>
                  <a:lnTo>
                    <a:pt x="71533" y="461725"/>
                  </a:lnTo>
                  <a:lnTo>
                    <a:pt x="71732" y="458346"/>
                  </a:lnTo>
                  <a:lnTo>
                    <a:pt x="70446" y="453645"/>
                  </a:lnTo>
                  <a:lnTo>
                    <a:pt x="69394" y="453124"/>
                  </a:lnTo>
                  <a:lnTo>
                    <a:pt x="66746" y="453436"/>
                  </a:lnTo>
                  <a:lnTo>
                    <a:pt x="63207" y="450849"/>
                  </a:lnTo>
                  <a:lnTo>
                    <a:pt x="62161" y="449309"/>
                  </a:lnTo>
                  <a:lnTo>
                    <a:pt x="61799" y="446552"/>
                  </a:lnTo>
                  <a:lnTo>
                    <a:pt x="60141" y="444154"/>
                  </a:lnTo>
                  <a:lnTo>
                    <a:pt x="57957" y="441807"/>
                  </a:lnTo>
                  <a:lnTo>
                    <a:pt x="56740" y="442349"/>
                  </a:lnTo>
                  <a:lnTo>
                    <a:pt x="55149" y="441986"/>
                  </a:lnTo>
                  <a:lnTo>
                    <a:pt x="52882" y="440292"/>
                  </a:lnTo>
                  <a:lnTo>
                    <a:pt x="51558" y="440080"/>
                  </a:lnTo>
                  <a:lnTo>
                    <a:pt x="48981" y="440579"/>
                  </a:lnTo>
                  <a:lnTo>
                    <a:pt x="48019" y="440222"/>
                  </a:lnTo>
                  <a:lnTo>
                    <a:pt x="47126" y="438087"/>
                  </a:lnTo>
                  <a:lnTo>
                    <a:pt x="46163" y="437021"/>
                  </a:lnTo>
                  <a:lnTo>
                    <a:pt x="46367" y="434392"/>
                  </a:lnTo>
                  <a:lnTo>
                    <a:pt x="46243" y="432016"/>
                  </a:lnTo>
                  <a:lnTo>
                    <a:pt x="46387" y="430166"/>
                  </a:lnTo>
                  <a:lnTo>
                    <a:pt x="45954" y="426109"/>
                  </a:lnTo>
                  <a:lnTo>
                    <a:pt x="46289" y="422350"/>
                  </a:lnTo>
                  <a:lnTo>
                    <a:pt x="45999" y="420993"/>
                  </a:lnTo>
                  <a:lnTo>
                    <a:pt x="45455" y="419951"/>
                  </a:lnTo>
                  <a:lnTo>
                    <a:pt x="43748" y="418414"/>
                  </a:lnTo>
                  <a:lnTo>
                    <a:pt x="43435" y="416485"/>
                  </a:lnTo>
                  <a:lnTo>
                    <a:pt x="43714" y="413812"/>
                  </a:lnTo>
                  <a:lnTo>
                    <a:pt x="43268" y="412048"/>
                  </a:lnTo>
                  <a:lnTo>
                    <a:pt x="41868" y="410404"/>
                  </a:lnTo>
                  <a:lnTo>
                    <a:pt x="40562" y="406670"/>
                  </a:lnTo>
                  <a:lnTo>
                    <a:pt x="38905" y="404625"/>
                  </a:lnTo>
                  <a:lnTo>
                    <a:pt x="38223" y="401200"/>
                  </a:lnTo>
                  <a:lnTo>
                    <a:pt x="37203" y="399083"/>
                  </a:lnTo>
                  <a:lnTo>
                    <a:pt x="36848" y="397206"/>
                  </a:lnTo>
                  <a:lnTo>
                    <a:pt x="34584" y="390509"/>
                  </a:lnTo>
                  <a:lnTo>
                    <a:pt x="32165" y="385278"/>
                  </a:lnTo>
                  <a:lnTo>
                    <a:pt x="31793" y="382269"/>
                  </a:lnTo>
                  <a:lnTo>
                    <a:pt x="31696" y="378148"/>
                  </a:lnTo>
                  <a:lnTo>
                    <a:pt x="32644" y="375633"/>
                  </a:lnTo>
                  <a:lnTo>
                    <a:pt x="33157" y="373423"/>
                  </a:lnTo>
                  <a:lnTo>
                    <a:pt x="33106" y="371393"/>
                  </a:lnTo>
                  <a:lnTo>
                    <a:pt x="32959" y="369908"/>
                  </a:lnTo>
                  <a:lnTo>
                    <a:pt x="32127" y="367317"/>
                  </a:lnTo>
                  <a:lnTo>
                    <a:pt x="28908" y="365779"/>
                  </a:lnTo>
                  <a:lnTo>
                    <a:pt x="26288" y="359380"/>
                  </a:lnTo>
                  <a:lnTo>
                    <a:pt x="26134" y="354485"/>
                  </a:lnTo>
                  <a:lnTo>
                    <a:pt x="25104" y="349478"/>
                  </a:lnTo>
                  <a:lnTo>
                    <a:pt x="25090" y="346222"/>
                  </a:lnTo>
                  <a:lnTo>
                    <a:pt x="24933" y="342701"/>
                  </a:lnTo>
                  <a:lnTo>
                    <a:pt x="25712" y="341932"/>
                  </a:lnTo>
                  <a:lnTo>
                    <a:pt x="26411" y="342211"/>
                  </a:lnTo>
                  <a:lnTo>
                    <a:pt x="26341" y="343614"/>
                  </a:lnTo>
                  <a:lnTo>
                    <a:pt x="26574" y="346132"/>
                  </a:lnTo>
                  <a:lnTo>
                    <a:pt x="27393" y="348023"/>
                  </a:lnTo>
                  <a:lnTo>
                    <a:pt x="28176" y="348848"/>
                  </a:lnTo>
                  <a:lnTo>
                    <a:pt x="28887" y="350688"/>
                  </a:lnTo>
                  <a:lnTo>
                    <a:pt x="29421" y="351245"/>
                  </a:lnTo>
                  <a:lnTo>
                    <a:pt x="29972" y="351379"/>
                  </a:lnTo>
                  <a:lnTo>
                    <a:pt x="29676" y="350199"/>
                  </a:lnTo>
                  <a:lnTo>
                    <a:pt x="29363" y="349443"/>
                  </a:lnTo>
                  <a:lnTo>
                    <a:pt x="28978" y="347000"/>
                  </a:lnTo>
                  <a:lnTo>
                    <a:pt x="28249" y="343881"/>
                  </a:lnTo>
                  <a:lnTo>
                    <a:pt x="27411" y="342158"/>
                  </a:lnTo>
                  <a:lnTo>
                    <a:pt x="26986" y="339019"/>
                  </a:lnTo>
                  <a:lnTo>
                    <a:pt x="26622" y="338291"/>
                  </a:lnTo>
                  <a:lnTo>
                    <a:pt x="26396" y="337127"/>
                  </a:lnTo>
                  <a:lnTo>
                    <a:pt x="27204" y="335746"/>
                  </a:lnTo>
                  <a:lnTo>
                    <a:pt x="28308" y="334762"/>
                  </a:lnTo>
                  <a:lnTo>
                    <a:pt x="29788" y="334497"/>
                  </a:lnTo>
                  <a:lnTo>
                    <a:pt x="33988" y="334955"/>
                  </a:lnTo>
                  <a:lnTo>
                    <a:pt x="34882" y="334152"/>
                  </a:lnTo>
                  <a:lnTo>
                    <a:pt x="35621" y="334414"/>
                  </a:lnTo>
                  <a:lnTo>
                    <a:pt x="36162" y="334310"/>
                  </a:lnTo>
                  <a:lnTo>
                    <a:pt x="35022" y="333482"/>
                  </a:lnTo>
                  <a:lnTo>
                    <a:pt x="34381" y="333752"/>
                  </a:lnTo>
                  <a:lnTo>
                    <a:pt x="33627" y="333585"/>
                  </a:lnTo>
                  <a:lnTo>
                    <a:pt x="32126" y="333746"/>
                  </a:lnTo>
                  <a:lnTo>
                    <a:pt x="31520" y="333397"/>
                  </a:lnTo>
                  <a:lnTo>
                    <a:pt x="30851" y="332413"/>
                  </a:lnTo>
                  <a:lnTo>
                    <a:pt x="30415" y="332312"/>
                  </a:lnTo>
                  <a:lnTo>
                    <a:pt x="29026" y="334026"/>
                  </a:lnTo>
                  <a:lnTo>
                    <a:pt x="28407" y="333819"/>
                  </a:lnTo>
                  <a:lnTo>
                    <a:pt x="26944" y="331947"/>
                  </a:lnTo>
                  <a:lnTo>
                    <a:pt x="26306" y="331683"/>
                  </a:lnTo>
                  <a:lnTo>
                    <a:pt x="25278" y="332746"/>
                  </a:lnTo>
                  <a:lnTo>
                    <a:pt x="25152" y="337335"/>
                  </a:lnTo>
                  <a:lnTo>
                    <a:pt x="25471" y="340744"/>
                  </a:lnTo>
                  <a:lnTo>
                    <a:pt x="24852" y="341092"/>
                  </a:lnTo>
                  <a:lnTo>
                    <a:pt x="24139" y="339684"/>
                  </a:lnTo>
                  <a:lnTo>
                    <a:pt x="23043" y="338848"/>
                  </a:lnTo>
                  <a:lnTo>
                    <a:pt x="22138" y="337568"/>
                  </a:lnTo>
                  <a:lnTo>
                    <a:pt x="20860" y="335192"/>
                  </a:lnTo>
                  <a:lnTo>
                    <a:pt x="20189" y="334323"/>
                  </a:lnTo>
                  <a:lnTo>
                    <a:pt x="19431" y="336299"/>
                  </a:lnTo>
                  <a:lnTo>
                    <a:pt x="19400" y="335393"/>
                  </a:lnTo>
                  <a:lnTo>
                    <a:pt x="19779" y="333096"/>
                  </a:lnTo>
                  <a:lnTo>
                    <a:pt x="19672" y="329245"/>
                  </a:lnTo>
                  <a:lnTo>
                    <a:pt x="20816" y="332318"/>
                  </a:lnTo>
                  <a:lnTo>
                    <a:pt x="20460" y="330154"/>
                  </a:lnTo>
                  <a:lnTo>
                    <a:pt x="19570" y="327775"/>
                  </a:lnTo>
                  <a:lnTo>
                    <a:pt x="18892" y="326948"/>
                  </a:lnTo>
                  <a:lnTo>
                    <a:pt x="18041" y="322687"/>
                  </a:lnTo>
                  <a:lnTo>
                    <a:pt x="16127" y="320129"/>
                  </a:lnTo>
                  <a:lnTo>
                    <a:pt x="14593" y="315998"/>
                  </a:lnTo>
                  <a:lnTo>
                    <a:pt x="11455" y="309153"/>
                  </a:lnTo>
                  <a:lnTo>
                    <a:pt x="11246" y="303134"/>
                  </a:lnTo>
                  <a:lnTo>
                    <a:pt x="10102" y="295527"/>
                  </a:lnTo>
                  <a:lnTo>
                    <a:pt x="10585" y="291197"/>
                  </a:lnTo>
                  <a:lnTo>
                    <a:pt x="10520" y="288131"/>
                  </a:lnTo>
                  <a:lnTo>
                    <a:pt x="9959" y="283499"/>
                  </a:lnTo>
                  <a:lnTo>
                    <a:pt x="9373" y="280978"/>
                  </a:lnTo>
                  <a:lnTo>
                    <a:pt x="6829" y="274071"/>
                  </a:lnTo>
                  <a:lnTo>
                    <a:pt x="4382" y="269419"/>
                  </a:lnTo>
                  <a:lnTo>
                    <a:pt x="4013" y="265899"/>
                  </a:lnTo>
                  <a:lnTo>
                    <a:pt x="3841" y="262350"/>
                  </a:lnTo>
                  <a:lnTo>
                    <a:pt x="4377" y="259191"/>
                  </a:lnTo>
                  <a:lnTo>
                    <a:pt x="4840" y="255868"/>
                  </a:lnTo>
                  <a:lnTo>
                    <a:pt x="5178" y="254990"/>
                  </a:lnTo>
                  <a:lnTo>
                    <a:pt x="5310" y="255356"/>
                  </a:lnTo>
                  <a:lnTo>
                    <a:pt x="5216" y="256065"/>
                  </a:lnTo>
                  <a:lnTo>
                    <a:pt x="5563" y="256284"/>
                  </a:lnTo>
                  <a:lnTo>
                    <a:pt x="5694" y="254818"/>
                  </a:lnTo>
                  <a:lnTo>
                    <a:pt x="5901" y="254061"/>
                  </a:lnTo>
                  <a:lnTo>
                    <a:pt x="5535" y="253963"/>
                  </a:lnTo>
                  <a:lnTo>
                    <a:pt x="5572" y="253499"/>
                  </a:lnTo>
                  <a:lnTo>
                    <a:pt x="5792" y="252573"/>
                  </a:lnTo>
                  <a:lnTo>
                    <a:pt x="6550" y="248208"/>
                  </a:lnTo>
                  <a:lnTo>
                    <a:pt x="6471" y="242708"/>
                  </a:lnTo>
                  <a:lnTo>
                    <a:pt x="7284" y="235963"/>
                  </a:lnTo>
                  <a:lnTo>
                    <a:pt x="7245" y="233737"/>
                  </a:lnTo>
                  <a:lnTo>
                    <a:pt x="6725" y="228944"/>
                  </a:lnTo>
                  <a:lnTo>
                    <a:pt x="6208" y="226070"/>
                  </a:lnTo>
                  <a:lnTo>
                    <a:pt x="5284" y="224032"/>
                  </a:lnTo>
                  <a:lnTo>
                    <a:pt x="5691" y="221059"/>
                  </a:lnTo>
                  <a:lnTo>
                    <a:pt x="5658" y="218221"/>
                  </a:lnTo>
                  <a:lnTo>
                    <a:pt x="4027" y="214135"/>
                  </a:lnTo>
                  <a:lnTo>
                    <a:pt x="3406" y="208773"/>
                  </a:lnTo>
                  <a:lnTo>
                    <a:pt x="3287" y="206508"/>
                  </a:lnTo>
                  <a:lnTo>
                    <a:pt x="3449" y="200519"/>
                  </a:lnTo>
                  <a:lnTo>
                    <a:pt x="3022" y="197962"/>
                  </a:lnTo>
                  <a:lnTo>
                    <a:pt x="1934" y="193746"/>
                  </a:lnTo>
                  <a:lnTo>
                    <a:pt x="2400" y="190083"/>
                  </a:lnTo>
                  <a:lnTo>
                    <a:pt x="2901" y="187852"/>
                  </a:lnTo>
                  <a:lnTo>
                    <a:pt x="4126" y="178122"/>
                  </a:lnTo>
                  <a:lnTo>
                    <a:pt x="4421" y="177337"/>
                  </a:lnTo>
                  <a:lnTo>
                    <a:pt x="4933" y="177361"/>
                  </a:lnTo>
                  <a:lnTo>
                    <a:pt x="5825" y="175708"/>
                  </a:lnTo>
                  <a:lnTo>
                    <a:pt x="5414" y="175323"/>
                  </a:lnTo>
                  <a:lnTo>
                    <a:pt x="4791" y="176111"/>
                  </a:lnTo>
                  <a:lnTo>
                    <a:pt x="5345" y="172260"/>
                  </a:lnTo>
                  <a:lnTo>
                    <a:pt x="5968" y="168964"/>
                  </a:lnTo>
                  <a:lnTo>
                    <a:pt x="6373" y="167777"/>
                  </a:lnTo>
                  <a:lnTo>
                    <a:pt x="6578" y="157023"/>
                  </a:lnTo>
                  <a:lnTo>
                    <a:pt x="6935" y="148805"/>
                  </a:lnTo>
                  <a:lnTo>
                    <a:pt x="7523" y="146096"/>
                  </a:lnTo>
                  <a:lnTo>
                    <a:pt x="7319" y="143301"/>
                  </a:lnTo>
                  <a:lnTo>
                    <a:pt x="7556" y="139513"/>
                  </a:lnTo>
                  <a:lnTo>
                    <a:pt x="7389" y="135687"/>
                  </a:lnTo>
                  <a:lnTo>
                    <a:pt x="8645" y="117275"/>
                  </a:lnTo>
                  <a:lnTo>
                    <a:pt x="8481" y="115052"/>
                  </a:lnTo>
                  <a:lnTo>
                    <a:pt x="8864" y="112071"/>
                  </a:lnTo>
                  <a:lnTo>
                    <a:pt x="8502" y="104210"/>
                  </a:lnTo>
                  <a:lnTo>
                    <a:pt x="8662" y="95416"/>
                  </a:lnTo>
                  <a:lnTo>
                    <a:pt x="8343" y="94301"/>
                  </a:lnTo>
                  <a:lnTo>
                    <a:pt x="8183" y="93088"/>
                  </a:lnTo>
                  <a:lnTo>
                    <a:pt x="8482" y="92909"/>
                  </a:lnTo>
                  <a:lnTo>
                    <a:pt x="9065" y="94187"/>
                  </a:lnTo>
                  <a:lnTo>
                    <a:pt x="11768" y="94174"/>
                  </a:lnTo>
                  <a:lnTo>
                    <a:pt x="13494" y="92991"/>
                  </a:lnTo>
                  <a:lnTo>
                    <a:pt x="14121" y="93382"/>
                  </a:lnTo>
                  <a:lnTo>
                    <a:pt x="14849" y="94991"/>
                  </a:lnTo>
                  <a:lnTo>
                    <a:pt x="15765" y="95315"/>
                  </a:lnTo>
                  <a:lnTo>
                    <a:pt x="16912" y="95031"/>
                  </a:lnTo>
                  <a:lnTo>
                    <a:pt x="16563" y="94627"/>
                  </a:lnTo>
                  <a:lnTo>
                    <a:pt x="16025" y="94522"/>
                  </a:lnTo>
                  <a:lnTo>
                    <a:pt x="14821" y="93040"/>
                  </a:lnTo>
                  <a:lnTo>
                    <a:pt x="14138" y="91560"/>
                  </a:lnTo>
                  <a:lnTo>
                    <a:pt x="12032" y="91659"/>
                  </a:lnTo>
                  <a:lnTo>
                    <a:pt x="11600" y="90710"/>
                  </a:lnTo>
                  <a:lnTo>
                    <a:pt x="9246" y="91658"/>
                  </a:lnTo>
                  <a:lnTo>
                    <a:pt x="8518" y="90684"/>
                  </a:lnTo>
                  <a:lnTo>
                    <a:pt x="7235" y="91313"/>
                  </a:lnTo>
                  <a:lnTo>
                    <a:pt x="7549" y="88551"/>
                  </a:lnTo>
                  <a:lnTo>
                    <a:pt x="7492" y="85076"/>
                  </a:lnTo>
                  <a:lnTo>
                    <a:pt x="7558" y="81691"/>
                  </a:lnTo>
                  <a:lnTo>
                    <a:pt x="7875" y="84164"/>
                  </a:lnTo>
                  <a:lnTo>
                    <a:pt x="8673" y="86788"/>
                  </a:lnTo>
                  <a:lnTo>
                    <a:pt x="9056" y="83810"/>
                  </a:lnTo>
                  <a:lnTo>
                    <a:pt x="9320" y="80067"/>
                  </a:lnTo>
                  <a:lnTo>
                    <a:pt x="8542" y="78629"/>
                  </a:lnTo>
                  <a:lnTo>
                    <a:pt x="7247" y="77563"/>
                  </a:lnTo>
                  <a:lnTo>
                    <a:pt x="6784" y="74078"/>
                  </a:lnTo>
                  <a:lnTo>
                    <a:pt x="9846" y="71109"/>
                  </a:lnTo>
                  <a:lnTo>
                    <a:pt x="8220" y="70480"/>
                  </a:lnTo>
                  <a:lnTo>
                    <a:pt x="7582" y="69144"/>
                  </a:lnTo>
                  <a:lnTo>
                    <a:pt x="6793" y="68981"/>
                  </a:lnTo>
                  <a:lnTo>
                    <a:pt x="6735" y="70011"/>
                  </a:lnTo>
                  <a:lnTo>
                    <a:pt x="6480" y="71360"/>
                  </a:lnTo>
                  <a:lnTo>
                    <a:pt x="6204" y="69568"/>
                  </a:lnTo>
                  <a:lnTo>
                    <a:pt x="6125" y="67460"/>
                  </a:lnTo>
                  <a:lnTo>
                    <a:pt x="5804" y="63859"/>
                  </a:lnTo>
                  <a:lnTo>
                    <a:pt x="4549" y="58066"/>
                  </a:lnTo>
                  <a:lnTo>
                    <a:pt x="3792" y="50559"/>
                  </a:lnTo>
                  <a:lnTo>
                    <a:pt x="2837" y="46848"/>
                  </a:lnTo>
                  <a:lnTo>
                    <a:pt x="1009" y="43304"/>
                  </a:lnTo>
                  <a:lnTo>
                    <a:pt x="532" y="41237"/>
                  </a:lnTo>
                  <a:lnTo>
                    <a:pt x="94" y="35991"/>
                  </a:lnTo>
                  <a:lnTo>
                    <a:pt x="340" y="32024"/>
                  </a:lnTo>
                  <a:lnTo>
                    <a:pt x="0" y="29232"/>
                  </a:lnTo>
                  <a:lnTo>
                    <a:pt x="878" y="29390"/>
                  </a:lnTo>
                  <a:lnTo>
                    <a:pt x="3189" y="31584"/>
                  </a:lnTo>
                  <a:lnTo>
                    <a:pt x="6069" y="33308"/>
                  </a:lnTo>
                  <a:lnTo>
                    <a:pt x="6940" y="34562"/>
                  </a:lnTo>
                  <a:lnTo>
                    <a:pt x="8336" y="35494"/>
                  </a:lnTo>
                  <a:lnTo>
                    <a:pt x="16074" y="36940"/>
                  </a:lnTo>
                  <a:lnTo>
                    <a:pt x="16579" y="36802"/>
                  </a:lnTo>
                  <a:lnTo>
                    <a:pt x="17579" y="35906"/>
                  </a:lnTo>
                  <a:lnTo>
                    <a:pt x="18004" y="36012"/>
                  </a:lnTo>
                  <a:lnTo>
                    <a:pt x="19142" y="38061"/>
                  </a:lnTo>
                  <a:lnTo>
                    <a:pt x="19714" y="38306"/>
                  </a:lnTo>
                  <a:lnTo>
                    <a:pt x="20452" y="38200"/>
                  </a:lnTo>
                  <a:lnTo>
                    <a:pt x="20997" y="37811"/>
                  </a:lnTo>
                  <a:lnTo>
                    <a:pt x="21931" y="36406"/>
                  </a:lnTo>
                  <a:lnTo>
                    <a:pt x="22057" y="36926"/>
                  </a:lnTo>
                  <a:lnTo>
                    <a:pt x="22039" y="38227"/>
                  </a:lnTo>
                  <a:lnTo>
                    <a:pt x="22372" y="40081"/>
                  </a:lnTo>
                  <a:lnTo>
                    <a:pt x="23057" y="42488"/>
                  </a:lnTo>
                  <a:lnTo>
                    <a:pt x="23316" y="43984"/>
                  </a:lnTo>
                  <a:lnTo>
                    <a:pt x="21933" y="48201"/>
                  </a:lnTo>
                  <a:lnTo>
                    <a:pt x="21668" y="48292"/>
                  </a:lnTo>
                  <a:lnTo>
                    <a:pt x="21627" y="46865"/>
                  </a:lnTo>
                  <a:lnTo>
                    <a:pt x="21445" y="46584"/>
                  </a:lnTo>
                  <a:lnTo>
                    <a:pt x="18842" y="53711"/>
                  </a:lnTo>
                  <a:lnTo>
                    <a:pt x="17929" y="57086"/>
                  </a:lnTo>
                  <a:lnTo>
                    <a:pt x="17838" y="58613"/>
                  </a:lnTo>
                  <a:lnTo>
                    <a:pt x="17869" y="59507"/>
                  </a:lnTo>
                  <a:lnTo>
                    <a:pt x="18234" y="59727"/>
                  </a:lnTo>
                  <a:lnTo>
                    <a:pt x="19066" y="59377"/>
                  </a:lnTo>
                  <a:lnTo>
                    <a:pt x="20301" y="57975"/>
                  </a:lnTo>
                  <a:lnTo>
                    <a:pt x="20361" y="57671"/>
                  </a:lnTo>
                  <a:lnTo>
                    <a:pt x="19210" y="58170"/>
                  </a:lnTo>
                  <a:lnTo>
                    <a:pt x="18658" y="58212"/>
                  </a:lnTo>
                  <a:lnTo>
                    <a:pt x="18734" y="56616"/>
                  </a:lnTo>
                  <a:lnTo>
                    <a:pt x="18865" y="55857"/>
                  </a:lnTo>
                  <a:lnTo>
                    <a:pt x="19616" y="53492"/>
                  </a:lnTo>
                  <a:lnTo>
                    <a:pt x="20406" y="52074"/>
                  </a:lnTo>
                  <a:lnTo>
                    <a:pt x="21528" y="50562"/>
                  </a:lnTo>
                  <a:lnTo>
                    <a:pt x="22175" y="49321"/>
                  </a:lnTo>
                  <a:lnTo>
                    <a:pt x="22621" y="47502"/>
                  </a:lnTo>
                  <a:lnTo>
                    <a:pt x="23867" y="45333"/>
                  </a:lnTo>
                  <a:lnTo>
                    <a:pt x="24097" y="44728"/>
                  </a:lnTo>
                  <a:lnTo>
                    <a:pt x="24042" y="42942"/>
                  </a:lnTo>
                  <a:lnTo>
                    <a:pt x="24121" y="42603"/>
                  </a:lnTo>
                  <a:lnTo>
                    <a:pt x="24722" y="42844"/>
                  </a:lnTo>
                  <a:lnTo>
                    <a:pt x="24972" y="45917"/>
                  </a:lnTo>
                  <a:lnTo>
                    <a:pt x="24823" y="47288"/>
                  </a:lnTo>
                  <a:lnTo>
                    <a:pt x="23750" y="48959"/>
                  </a:lnTo>
                  <a:lnTo>
                    <a:pt x="23617" y="49549"/>
                  </a:lnTo>
                  <a:lnTo>
                    <a:pt x="23804" y="51830"/>
                  </a:lnTo>
                  <a:lnTo>
                    <a:pt x="23638" y="52051"/>
                  </a:lnTo>
                  <a:lnTo>
                    <a:pt x="23229" y="51782"/>
                  </a:lnTo>
                  <a:lnTo>
                    <a:pt x="23102" y="51927"/>
                  </a:lnTo>
                  <a:lnTo>
                    <a:pt x="24120" y="54407"/>
                  </a:lnTo>
                  <a:lnTo>
                    <a:pt x="24443" y="56334"/>
                  </a:lnTo>
                  <a:lnTo>
                    <a:pt x="24486" y="58056"/>
                  </a:lnTo>
                  <a:lnTo>
                    <a:pt x="24210" y="61358"/>
                  </a:lnTo>
                  <a:lnTo>
                    <a:pt x="23915" y="61907"/>
                  </a:lnTo>
                  <a:lnTo>
                    <a:pt x="23407" y="61705"/>
                  </a:lnTo>
                  <a:lnTo>
                    <a:pt x="22736" y="60672"/>
                  </a:lnTo>
                  <a:lnTo>
                    <a:pt x="22586" y="61005"/>
                  </a:lnTo>
                  <a:lnTo>
                    <a:pt x="22054" y="63569"/>
                  </a:lnTo>
                  <a:lnTo>
                    <a:pt x="21878" y="63344"/>
                  </a:lnTo>
                  <a:lnTo>
                    <a:pt x="21546" y="60301"/>
                  </a:lnTo>
                  <a:lnTo>
                    <a:pt x="21365" y="60076"/>
                  </a:lnTo>
                  <a:lnTo>
                    <a:pt x="20331" y="61462"/>
                  </a:lnTo>
                  <a:lnTo>
                    <a:pt x="19914" y="62794"/>
                  </a:lnTo>
                  <a:lnTo>
                    <a:pt x="19557" y="64922"/>
                  </a:lnTo>
                  <a:lnTo>
                    <a:pt x="19104" y="65916"/>
                  </a:lnTo>
                  <a:lnTo>
                    <a:pt x="20392" y="66136"/>
                  </a:lnTo>
                  <a:lnTo>
                    <a:pt x="21552" y="65707"/>
                  </a:lnTo>
                  <a:lnTo>
                    <a:pt x="22484" y="66717"/>
                  </a:lnTo>
                  <a:lnTo>
                    <a:pt x="22801" y="66744"/>
                  </a:lnTo>
                  <a:lnTo>
                    <a:pt x="23652" y="65759"/>
                  </a:lnTo>
                  <a:lnTo>
                    <a:pt x="23912" y="65087"/>
                  </a:lnTo>
                  <a:lnTo>
                    <a:pt x="24616" y="61878"/>
                  </a:lnTo>
                  <a:lnTo>
                    <a:pt x="24969" y="61304"/>
                  </a:lnTo>
                  <a:lnTo>
                    <a:pt x="25494" y="61280"/>
                  </a:lnTo>
                  <a:lnTo>
                    <a:pt x="26002" y="60799"/>
                  </a:lnTo>
                  <a:lnTo>
                    <a:pt x="26755" y="59041"/>
                  </a:lnTo>
                  <a:lnTo>
                    <a:pt x="26785" y="58343"/>
                  </a:lnTo>
                  <a:lnTo>
                    <a:pt x="26511" y="54408"/>
                  </a:lnTo>
                  <a:lnTo>
                    <a:pt x="26590" y="52176"/>
                  </a:lnTo>
                  <a:lnTo>
                    <a:pt x="26449" y="51469"/>
                  </a:lnTo>
                  <a:lnTo>
                    <a:pt x="26111" y="50736"/>
                  </a:lnTo>
                  <a:lnTo>
                    <a:pt x="26153" y="50024"/>
                  </a:lnTo>
                  <a:lnTo>
                    <a:pt x="26416" y="48850"/>
                  </a:lnTo>
                  <a:lnTo>
                    <a:pt x="26435" y="47790"/>
                  </a:lnTo>
                  <a:lnTo>
                    <a:pt x="26210" y="46847"/>
                  </a:lnTo>
                  <a:lnTo>
                    <a:pt x="26311" y="45774"/>
                  </a:lnTo>
                  <a:lnTo>
                    <a:pt x="27021" y="43467"/>
                  </a:lnTo>
                  <a:lnTo>
                    <a:pt x="27156" y="42450"/>
                  </a:lnTo>
                  <a:lnTo>
                    <a:pt x="28025" y="40155"/>
                  </a:lnTo>
                  <a:lnTo>
                    <a:pt x="27806" y="39230"/>
                  </a:lnTo>
                  <a:lnTo>
                    <a:pt x="27167" y="38103"/>
                  </a:lnTo>
                  <a:lnTo>
                    <a:pt x="26764" y="37109"/>
                  </a:lnTo>
                  <a:lnTo>
                    <a:pt x="26359" y="35556"/>
                  </a:lnTo>
                  <a:lnTo>
                    <a:pt x="26051" y="35037"/>
                  </a:lnTo>
                  <a:lnTo>
                    <a:pt x="25950" y="35274"/>
                  </a:lnTo>
                  <a:lnTo>
                    <a:pt x="26382" y="37814"/>
                  </a:lnTo>
                  <a:lnTo>
                    <a:pt x="26290" y="37986"/>
                  </a:lnTo>
                  <a:lnTo>
                    <a:pt x="25162" y="36617"/>
                  </a:lnTo>
                  <a:lnTo>
                    <a:pt x="24902" y="35754"/>
                  </a:lnTo>
                  <a:lnTo>
                    <a:pt x="24764" y="34582"/>
                  </a:lnTo>
                  <a:lnTo>
                    <a:pt x="24864" y="33702"/>
                  </a:lnTo>
                  <a:lnTo>
                    <a:pt x="25469" y="32834"/>
                  </a:lnTo>
                  <a:lnTo>
                    <a:pt x="26192" y="32518"/>
                  </a:lnTo>
                  <a:lnTo>
                    <a:pt x="26133" y="31788"/>
                  </a:lnTo>
                  <a:lnTo>
                    <a:pt x="25226" y="29411"/>
                  </a:lnTo>
                  <a:lnTo>
                    <a:pt x="24622" y="28329"/>
                  </a:lnTo>
                  <a:lnTo>
                    <a:pt x="24157" y="27805"/>
                  </a:lnTo>
                  <a:lnTo>
                    <a:pt x="23530" y="27668"/>
                  </a:lnTo>
                  <a:lnTo>
                    <a:pt x="23250" y="27282"/>
                  </a:lnTo>
                  <a:lnTo>
                    <a:pt x="23176" y="26725"/>
                  </a:lnTo>
                  <a:lnTo>
                    <a:pt x="23309" y="25993"/>
                  </a:lnTo>
                  <a:lnTo>
                    <a:pt x="23641" y="25760"/>
                  </a:lnTo>
                  <a:lnTo>
                    <a:pt x="24610" y="26053"/>
                  </a:lnTo>
                  <a:lnTo>
                    <a:pt x="25131" y="25533"/>
                  </a:lnTo>
                  <a:lnTo>
                    <a:pt x="25083" y="24590"/>
                  </a:lnTo>
                  <a:lnTo>
                    <a:pt x="24927" y="24067"/>
                  </a:lnTo>
                  <a:lnTo>
                    <a:pt x="24950" y="20691"/>
                  </a:lnTo>
                  <a:lnTo>
                    <a:pt x="24582" y="17947"/>
                  </a:lnTo>
                  <a:lnTo>
                    <a:pt x="24391" y="17484"/>
                  </a:lnTo>
                  <a:lnTo>
                    <a:pt x="24184" y="17436"/>
                  </a:lnTo>
                  <a:lnTo>
                    <a:pt x="23966" y="17805"/>
                  </a:lnTo>
                  <a:lnTo>
                    <a:pt x="23357" y="17901"/>
                  </a:lnTo>
                  <a:lnTo>
                    <a:pt x="22983" y="17002"/>
                  </a:lnTo>
                  <a:lnTo>
                    <a:pt x="22569" y="15266"/>
                  </a:lnTo>
                  <a:lnTo>
                    <a:pt x="21816" y="11129"/>
                  </a:lnTo>
                  <a:lnTo>
                    <a:pt x="22978" y="11129"/>
                  </a:lnTo>
                  <a:lnTo>
                    <a:pt x="27820" y="11129"/>
                  </a:lnTo>
                  <a:lnTo>
                    <a:pt x="32662" y="11129"/>
                  </a:lnTo>
                  <a:lnTo>
                    <a:pt x="37504" y="11129"/>
                  </a:lnTo>
                  <a:lnTo>
                    <a:pt x="42345" y="11129"/>
                  </a:lnTo>
                  <a:lnTo>
                    <a:pt x="47187" y="11129"/>
                  </a:lnTo>
                  <a:lnTo>
                    <a:pt x="52029" y="11129"/>
                  </a:lnTo>
                  <a:lnTo>
                    <a:pt x="56871" y="11129"/>
                  </a:lnTo>
                  <a:lnTo>
                    <a:pt x="61712" y="11128"/>
                  </a:lnTo>
                  <a:lnTo>
                    <a:pt x="66554" y="11128"/>
                  </a:lnTo>
                  <a:lnTo>
                    <a:pt x="71396" y="11128"/>
                  </a:lnTo>
                  <a:lnTo>
                    <a:pt x="76237" y="11128"/>
                  </a:lnTo>
                  <a:lnTo>
                    <a:pt x="81080" y="11128"/>
                  </a:lnTo>
                  <a:lnTo>
                    <a:pt x="85921" y="11128"/>
                  </a:lnTo>
                  <a:lnTo>
                    <a:pt x="90763" y="11128"/>
                  </a:lnTo>
                  <a:lnTo>
                    <a:pt x="95605" y="11128"/>
                  </a:lnTo>
                  <a:lnTo>
                    <a:pt x="100447" y="11128"/>
                  </a:lnTo>
                  <a:lnTo>
                    <a:pt x="105288" y="11128"/>
                  </a:lnTo>
                  <a:lnTo>
                    <a:pt x="110130" y="11128"/>
                  </a:lnTo>
                  <a:lnTo>
                    <a:pt x="114972" y="11128"/>
                  </a:lnTo>
                  <a:lnTo>
                    <a:pt x="119813" y="11128"/>
                  </a:lnTo>
                  <a:lnTo>
                    <a:pt x="124655" y="11128"/>
                  </a:lnTo>
                  <a:lnTo>
                    <a:pt x="129497" y="11128"/>
                  </a:lnTo>
                  <a:lnTo>
                    <a:pt x="134339" y="11128"/>
                  </a:lnTo>
                  <a:lnTo>
                    <a:pt x="139180" y="11128"/>
                  </a:lnTo>
                  <a:lnTo>
                    <a:pt x="144023" y="11128"/>
                  </a:lnTo>
                  <a:lnTo>
                    <a:pt x="148864" y="11128"/>
                  </a:lnTo>
                  <a:lnTo>
                    <a:pt x="153706" y="11128"/>
                  </a:lnTo>
                  <a:lnTo>
                    <a:pt x="158548" y="11128"/>
                  </a:lnTo>
                  <a:lnTo>
                    <a:pt x="163390" y="11128"/>
                  </a:lnTo>
                  <a:lnTo>
                    <a:pt x="168231" y="11128"/>
                  </a:lnTo>
                  <a:lnTo>
                    <a:pt x="173073" y="11128"/>
                  </a:lnTo>
                  <a:lnTo>
                    <a:pt x="177915" y="11126"/>
                  </a:lnTo>
                  <a:lnTo>
                    <a:pt x="182757" y="11126"/>
                  </a:lnTo>
                  <a:lnTo>
                    <a:pt x="187598" y="11126"/>
                  </a:lnTo>
                  <a:lnTo>
                    <a:pt x="192440" y="11126"/>
                  </a:lnTo>
                  <a:lnTo>
                    <a:pt x="197282" y="11126"/>
                  </a:lnTo>
                  <a:lnTo>
                    <a:pt x="202123" y="11126"/>
                  </a:lnTo>
                  <a:lnTo>
                    <a:pt x="206966" y="11126"/>
                  </a:lnTo>
                  <a:lnTo>
                    <a:pt x="211807" y="11126"/>
                  </a:lnTo>
                  <a:lnTo>
                    <a:pt x="216649" y="11126"/>
                  </a:lnTo>
                  <a:lnTo>
                    <a:pt x="221491" y="11126"/>
                  </a:lnTo>
                  <a:lnTo>
                    <a:pt x="226332" y="11126"/>
                  </a:lnTo>
                  <a:lnTo>
                    <a:pt x="231174" y="11126"/>
                  </a:lnTo>
                  <a:lnTo>
                    <a:pt x="236016" y="11126"/>
                  </a:lnTo>
                  <a:lnTo>
                    <a:pt x="240858" y="11126"/>
                  </a:lnTo>
                  <a:lnTo>
                    <a:pt x="245699" y="11126"/>
                  </a:lnTo>
                  <a:lnTo>
                    <a:pt x="250541" y="11126"/>
                  </a:lnTo>
                  <a:lnTo>
                    <a:pt x="255383" y="11126"/>
                  </a:lnTo>
                  <a:lnTo>
                    <a:pt x="260225" y="11126"/>
                  </a:lnTo>
                  <a:lnTo>
                    <a:pt x="265066" y="11126"/>
                  </a:lnTo>
                  <a:lnTo>
                    <a:pt x="269908" y="11126"/>
                  </a:lnTo>
                  <a:lnTo>
                    <a:pt x="274750" y="11126"/>
                  </a:lnTo>
                  <a:lnTo>
                    <a:pt x="279592" y="11126"/>
                  </a:lnTo>
                  <a:lnTo>
                    <a:pt x="284434" y="11126"/>
                  </a:lnTo>
                  <a:lnTo>
                    <a:pt x="289275" y="11126"/>
                  </a:lnTo>
                  <a:lnTo>
                    <a:pt x="294117" y="11125"/>
                  </a:lnTo>
                  <a:lnTo>
                    <a:pt x="298959" y="11125"/>
                  </a:lnTo>
                  <a:lnTo>
                    <a:pt x="303801" y="11125"/>
                  </a:lnTo>
                  <a:lnTo>
                    <a:pt x="308642" y="11125"/>
                  </a:lnTo>
                  <a:lnTo>
                    <a:pt x="313484" y="11125"/>
                  </a:lnTo>
                  <a:lnTo>
                    <a:pt x="318326" y="11125"/>
                  </a:lnTo>
                  <a:lnTo>
                    <a:pt x="323168" y="11125"/>
                  </a:lnTo>
                  <a:lnTo>
                    <a:pt x="328009" y="11125"/>
                  </a:lnTo>
                  <a:lnTo>
                    <a:pt x="332851" y="11125"/>
                  </a:lnTo>
                  <a:lnTo>
                    <a:pt x="335529" y="11167"/>
                  </a:lnTo>
                  <a:lnTo>
                    <a:pt x="335573" y="4922"/>
                  </a:lnTo>
                  <a:lnTo>
                    <a:pt x="335607" y="0"/>
                  </a:lnTo>
                  <a:lnTo>
                    <a:pt x="338058" y="598"/>
                  </a:lnTo>
                  <a:lnTo>
                    <a:pt x="338791" y="1496"/>
                  </a:lnTo>
                  <a:lnTo>
                    <a:pt x="339024" y="1923"/>
                  </a:lnTo>
                  <a:lnTo>
                    <a:pt x="338955" y="3282"/>
                  </a:lnTo>
                  <a:lnTo>
                    <a:pt x="339157" y="7401"/>
                  </a:lnTo>
                  <a:lnTo>
                    <a:pt x="339602" y="10836"/>
                  </a:lnTo>
                  <a:lnTo>
                    <a:pt x="340634" y="14972"/>
                  </a:lnTo>
                  <a:lnTo>
                    <a:pt x="340719" y="16582"/>
                  </a:lnTo>
                  <a:lnTo>
                    <a:pt x="341056" y="17589"/>
                  </a:lnTo>
                  <a:lnTo>
                    <a:pt x="341675" y="18528"/>
                  </a:lnTo>
                  <a:lnTo>
                    <a:pt x="344022" y="19667"/>
                  </a:lnTo>
                  <a:lnTo>
                    <a:pt x="348099" y="20998"/>
                  </a:lnTo>
                  <a:lnTo>
                    <a:pt x="350410" y="22528"/>
                  </a:lnTo>
                  <a:lnTo>
                    <a:pt x="350956" y="24252"/>
                  </a:lnTo>
                  <a:lnTo>
                    <a:pt x="352044" y="24946"/>
                  </a:lnTo>
                  <a:lnTo>
                    <a:pt x="353673" y="24607"/>
                  </a:lnTo>
                  <a:lnTo>
                    <a:pt x="354816" y="23887"/>
                  </a:lnTo>
                  <a:lnTo>
                    <a:pt x="355790" y="22254"/>
                  </a:lnTo>
                  <a:lnTo>
                    <a:pt x="357151" y="21890"/>
                  </a:lnTo>
                  <a:lnTo>
                    <a:pt x="358318" y="21994"/>
                  </a:lnTo>
                  <a:lnTo>
                    <a:pt x="359493" y="22155"/>
                  </a:lnTo>
                  <a:lnTo>
                    <a:pt x="360123" y="22393"/>
                  </a:lnTo>
                  <a:lnTo>
                    <a:pt x="361935" y="23695"/>
                  </a:lnTo>
                  <a:lnTo>
                    <a:pt x="363116" y="24757"/>
                  </a:lnTo>
                  <a:lnTo>
                    <a:pt x="364813" y="26729"/>
                  </a:lnTo>
                  <a:lnTo>
                    <a:pt x="365752" y="27608"/>
                  </a:lnTo>
                  <a:lnTo>
                    <a:pt x="366203" y="29661"/>
                  </a:lnTo>
                  <a:lnTo>
                    <a:pt x="366728" y="32298"/>
                  </a:lnTo>
                  <a:lnTo>
                    <a:pt x="367479" y="32298"/>
                  </a:lnTo>
                  <a:lnTo>
                    <a:pt x="368044" y="30753"/>
                  </a:lnTo>
                  <a:lnTo>
                    <a:pt x="369486" y="30473"/>
                  </a:lnTo>
                  <a:lnTo>
                    <a:pt x="371377" y="31553"/>
                  </a:lnTo>
                  <a:lnTo>
                    <a:pt x="373044" y="34634"/>
                  </a:lnTo>
                  <a:lnTo>
                    <a:pt x="375441" y="37382"/>
                  </a:lnTo>
                  <a:lnTo>
                    <a:pt x="376906" y="38749"/>
                  </a:lnTo>
                  <a:lnTo>
                    <a:pt x="378395" y="38742"/>
                  </a:lnTo>
                  <a:lnTo>
                    <a:pt x="380286" y="37382"/>
                  </a:lnTo>
                  <a:lnTo>
                    <a:pt x="382298" y="34748"/>
                  </a:lnTo>
                  <a:lnTo>
                    <a:pt x="383745" y="34292"/>
                  </a:lnTo>
                  <a:lnTo>
                    <a:pt x="384605" y="34546"/>
                  </a:lnTo>
                  <a:lnTo>
                    <a:pt x="385093" y="36600"/>
                  </a:lnTo>
                  <a:lnTo>
                    <a:pt x="385694" y="37382"/>
                  </a:lnTo>
                  <a:lnTo>
                    <a:pt x="387253" y="37145"/>
                  </a:lnTo>
                  <a:lnTo>
                    <a:pt x="390512" y="37542"/>
                  </a:lnTo>
                  <a:lnTo>
                    <a:pt x="393105" y="36982"/>
                  </a:lnTo>
                  <a:lnTo>
                    <a:pt x="393694" y="38162"/>
                  </a:lnTo>
                  <a:lnTo>
                    <a:pt x="394219" y="40019"/>
                  </a:lnTo>
                  <a:lnTo>
                    <a:pt x="395271" y="40606"/>
                  </a:lnTo>
                  <a:lnTo>
                    <a:pt x="396698" y="40019"/>
                  </a:lnTo>
                  <a:lnTo>
                    <a:pt x="399250" y="40475"/>
                  </a:lnTo>
                  <a:lnTo>
                    <a:pt x="400328" y="40583"/>
                  </a:lnTo>
                  <a:lnTo>
                    <a:pt x="402400" y="39882"/>
                  </a:lnTo>
                  <a:lnTo>
                    <a:pt x="403394" y="39071"/>
                  </a:lnTo>
                  <a:lnTo>
                    <a:pt x="404792" y="37700"/>
                  </a:lnTo>
                  <a:lnTo>
                    <a:pt x="406653" y="35871"/>
                  </a:lnTo>
                  <a:lnTo>
                    <a:pt x="409911" y="32671"/>
                  </a:lnTo>
                  <a:lnTo>
                    <a:pt x="412564" y="31516"/>
                  </a:lnTo>
                  <a:lnTo>
                    <a:pt x="415034" y="33812"/>
                  </a:lnTo>
                  <a:lnTo>
                    <a:pt x="417001" y="35836"/>
                  </a:lnTo>
                  <a:lnTo>
                    <a:pt x="417761" y="36620"/>
                  </a:lnTo>
                  <a:lnTo>
                    <a:pt x="419766" y="38683"/>
                  </a:lnTo>
                  <a:lnTo>
                    <a:pt x="422601" y="41602"/>
                  </a:lnTo>
                  <a:lnTo>
                    <a:pt x="425851" y="44949"/>
                  </a:lnTo>
                  <a:lnTo>
                    <a:pt x="429101" y="48296"/>
                  </a:lnTo>
                  <a:lnTo>
                    <a:pt x="431936" y="51215"/>
                  </a:lnTo>
                  <a:lnTo>
                    <a:pt x="433942" y="53279"/>
                  </a:lnTo>
                  <a:lnTo>
                    <a:pt x="434702" y="54062"/>
                  </a:lnTo>
                  <a:lnTo>
                    <a:pt x="436906" y="56427"/>
                  </a:lnTo>
                  <a:lnTo>
                    <a:pt x="439110" y="58792"/>
                  </a:lnTo>
                  <a:lnTo>
                    <a:pt x="441314" y="61156"/>
                  </a:lnTo>
                  <a:lnTo>
                    <a:pt x="443518" y="63521"/>
                  </a:lnTo>
                  <a:lnTo>
                    <a:pt x="445721" y="65886"/>
                  </a:lnTo>
                  <a:lnTo>
                    <a:pt x="447925" y="68249"/>
                  </a:lnTo>
                  <a:lnTo>
                    <a:pt x="450129" y="70614"/>
                  </a:lnTo>
                  <a:lnTo>
                    <a:pt x="452333" y="72979"/>
                  </a:lnTo>
                  <a:lnTo>
                    <a:pt x="452888" y="76911"/>
                  </a:lnTo>
                  <a:lnTo>
                    <a:pt x="453429" y="80738"/>
                  </a:lnTo>
                  <a:lnTo>
                    <a:pt x="454720" y="83517"/>
                  </a:lnTo>
                  <a:lnTo>
                    <a:pt x="455901" y="86055"/>
                  </a:lnTo>
                  <a:lnTo>
                    <a:pt x="456584" y="85922"/>
                  </a:lnTo>
                  <a:lnTo>
                    <a:pt x="457278" y="84850"/>
                  </a:lnTo>
                  <a:lnTo>
                    <a:pt x="457718" y="84334"/>
                  </a:lnTo>
                  <a:lnTo>
                    <a:pt x="458456" y="84249"/>
                  </a:lnTo>
                  <a:lnTo>
                    <a:pt x="460097" y="83331"/>
                  </a:lnTo>
                  <a:lnTo>
                    <a:pt x="460583" y="83532"/>
                  </a:lnTo>
                  <a:lnTo>
                    <a:pt x="460858" y="83991"/>
                  </a:lnTo>
                  <a:lnTo>
                    <a:pt x="460881" y="84709"/>
                  </a:lnTo>
                  <a:lnTo>
                    <a:pt x="460825" y="85280"/>
                  </a:lnTo>
                  <a:lnTo>
                    <a:pt x="460571" y="86428"/>
                  </a:lnTo>
                  <a:lnTo>
                    <a:pt x="460972" y="88613"/>
                  </a:lnTo>
                  <a:lnTo>
                    <a:pt x="461056" y="91042"/>
                  </a:lnTo>
                  <a:lnTo>
                    <a:pt x="461276" y="92877"/>
                  </a:lnTo>
                  <a:lnTo>
                    <a:pt x="461948" y="95226"/>
                  </a:lnTo>
                  <a:lnTo>
                    <a:pt x="462532" y="97061"/>
                  </a:lnTo>
                  <a:lnTo>
                    <a:pt x="463267" y="97416"/>
                  </a:lnTo>
                  <a:lnTo>
                    <a:pt x="464969" y="96347"/>
                  </a:lnTo>
                  <a:lnTo>
                    <a:pt x="466035" y="95943"/>
                  </a:lnTo>
                  <a:lnTo>
                    <a:pt x="466641" y="96117"/>
                  </a:lnTo>
                  <a:lnTo>
                    <a:pt x="467676" y="97836"/>
                  </a:lnTo>
                  <a:lnTo>
                    <a:pt x="468183" y="98869"/>
                  </a:lnTo>
                  <a:lnTo>
                    <a:pt x="468304" y="99727"/>
                  </a:lnTo>
                  <a:lnTo>
                    <a:pt x="466905" y="104974"/>
                  </a:lnTo>
                  <a:lnTo>
                    <a:pt x="469124" y="107576"/>
                  </a:lnTo>
                  <a:lnTo>
                    <a:pt x="471599" y="110422"/>
                  </a:lnTo>
                  <a:lnTo>
                    <a:pt x="474551" y="113814"/>
                  </a:lnTo>
                  <a:lnTo>
                    <a:pt x="476356" y="115890"/>
                  </a:lnTo>
                  <a:lnTo>
                    <a:pt x="478733" y="118855"/>
                  </a:lnTo>
                  <a:lnTo>
                    <a:pt x="479140" y="123080"/>
                  </a:lnTo>
                  <a:lnTo>
                    <a:pt x="479483" y="126645"/>
                  </a:lnTo>
                  <a:lnTo>
                    <a:pt x="479920" y="131615"/>
                  </a:lnTo>
                  <a:lnTo>
                    <a:pt x="480365" y="136685"/>
                  </a:lnTo>
                  <a:lnTo>
                    <a:pt x="480809" y="141737"/>
                  </a:lnTo>
                  <a:lnTo>
                    <a:pt x="481280" y="147098"/>
                  </a:lnTo>
                  <a:lnTo>
                    <a:pt x="481797" y="152988"/>
                  </a:lnTo>
                  <a:lnTo>
                    <a:pt x="482257" y="158215"/>
                  </a:lnTo>
                  <a:lnTo>
                    <a:pt x="482758" y="163922"/>
                  </a:lnTo>
                  <a:lnTo>
                    <a:pt x="483425" y="171348"/>
                  </a:lnTo>
                  <a:lnTo>
                    <a:pt x="482829" y="174209"/>
                  </a:lnTo>
                  <a:lnTo>
                    <a:pt x="481530" y="180439"/>
                  </a:lnTo>
                  <a:lnTo>
                    <a:pt x="480355" y="186070"/>
                  </a:lnTo>
                  <a:lnTo>
                    <a:pt x="480253" y="187704"/>
                  </a:lnTo>
                  <a:lnTo>
                    <a:pt x="479445" y="195915"/>
                  </a:lnTo>
                  <a:lnTo>
                    <a:pt x="478798" y="199307"/>
                  </a:lnTo>
                  <a:lnTo>
                    <a:pt x="477665" y="201276"/>
                  </a:lnTo>
                  <a:lnTo>
                    <a:pt x="476540" y="203185"/>
                  </a:lnTo>
                  <a:lnTo>
                    <a:pt x="475137" y="206384"/>
                  </a:lnTo>
                  <a:lnTo>
                    <a:pt x="473593" y="207964"/>
                  </a:lnTo>
                  <a:lnTo>
                    <a:pt x="472805" y="208893"/>
                  </a:lnTo>
                  <a:lnTo>
                    <a:pt x="472392" y="210359"/>
                  </a:lnTo>
                  <a:lnTo>
                    <a:pt x="471936" y="213572"/>
                  </a:lnTo>
                  <a:lnTo>
                    <a:pt x="472023" y="218479"/>
                  </a:lnTo>
                  <a:lnTo>
                    <a:pt x="473295" y="222702"/>
                  </a:lnTo>
                  <a:lnTo>
                    <a:pt x="475155" y="225064"/>
                  </a:lnTo>
                  <a:lnTo>
                    <a:pt x="477155" y="227364"/>
                  </a:lnTo>
                  <a:lnTo>
                    <a:pt x="480005" y="227374"/>
                  </a:lnTo>
                  <a:lnTo>
                    <a:pt x="482568" y="224305"/>
                  </a:lnTo>
                  <a:lnTo>
                    <a:pt x="485284" y="221055"/>
                  </a:lnTo>
                  <a:lnTo>
                    <a:pt x="487705" y="218156"/>
                  </a:lnTo>
                  <a:lnTo>
                    <a:pt x="490585" y="214709"/>
                  </a:lnTo>
                  <a:lnTo>
                    <a:pt x="493193" y="211585"/>
                  </a:lnTo>
                  <a:lnTo>
                    <a:pt x="496026" y="210463"/>
                  </a:lnTo>
                  <a:lnTo>
                    <a:pt x="499950" y="208909"/>
                  </a:lnTo>
                  <a:lnTo>
                    <a:pt x="504891" y="206951"/>
                  </a:lnTo>
                  <a:lnTo>
                    <a:pt x="507296" y="204722"/>
                  </a:lnTo>
                  <a:lnTo>
                    <a:pt x="510404" y="201840"/>
                  </a:lnTo>
                  <a:lnTo>
                    <a:pt x="513990" y="198516"/>
                  </a:lnTo>
                  <a:lnTo>
                    <a:pt x="517084" y="195648"/>
                  </a:lnTo>
                  <a:lnTo>
                    <a:pt x="518640" y="194058"/>
                  </a:lnTo>
                  <a:lnTo>
                    <a:pt x="519747" y="192244"/>
                  </a:lnTo>
                  <a:lnTo>
                    <a:pt x="520021" y="190902"/>
                  </a:lnTo>
                  <a:lnTo>
                    <a:pt x="519956" y="190132"/>
                  </a:lnTo>
                  <a:lnTo>
                    <a:pt x="519670" y="189360"/>
                  </a:lnTo>
                  <a:lnTo>
                    <a:pt x="519276" y="188790"/>
                  </a:lnTo>
                  <a:lnTo>
                    <a:pt x="518925" y="188305"/>
                  </a:lnTo>
                  <a:lnTo>
                    <a:pt x="518760" y="187705"/>
                  </a:lnTo>
                  <a:lnTo>
                    <a:pt x="518727" y="186392"/>
                  </a:lnTo>
                  <a:lnTo>
                    <a:pt x="518512" y="185637"/>
                  </a:lnTo>
                  <a:lnTo>
                    <a:pt x="518307" y="185082"/>
                  </a:lnTo>
                  <a:lnTo>
                    <a:pt x="518385" y="180000"/>
                  </a:lnTo>
                  <a:lnTo>
                    <a:pt x="518114" y="178425"/>
                  </a:lnTo>
                  <a:lnTo>
                    <a:pt x="517105" y="174431"/>
                  </a:lnTo>
                  <a:lnTo>
                    <a:pt x="519029" y="172641"/>
                  </a:lnTo>
                  <a:lnTo>
                    <a:pt x="520811" y="170980"/>
                  </a:lnTo>
                  <a:lnTo>
                    <a:pt x="522232" y="169751"/>
                  </a:lnTo>
                  <a:lnTo>
                    <a:pt x="525209" y="169557"/>
                  </a:lnTo>
                  <a:lnTo>
                    <a:pt x="527973" y="169582"/>
                  </a:lnTo>
                  <a:lnTo>
                    <a:pt x="531784" y="169615"/>
                  </a:lnTo>
                  <a:lnTo>
                    <a:pt x="534994" y="169642"/>
                  </a:lnTo>
                  <a:lnTo>
                    <a:pt x="538740" y="169676"/>
                  </a:lnTo>
                  <a:lnTo>
                    <a:pt x="540935" y="169694"/>
                  </a:lnTo>
                  <a:lnTo>
                    <a:pt x="543812" y="169637"/>
                  </a:lnTo>
                  <a:lnTo>
                    <a:pt x="545215" y="165027"/>
                  </a:lnTo>
                  <a:lnTo>
                    <a:pt x="546468" y="160905"/>
                  </a:lnTo>
                  <a:lnTo>
                    <a:pt x="547848" y="156966"/>
                  </a:lnTo>
                  <a:lnTo>
                    <a:pt x="550301" y="152341"/>
                  </a:lnTo>
                  <a:lnTo>
                    <a:pt x="551014" y="151510"/>
                  </a:lnTo>
                  <a:lnTo>
                    <a:pt x="551407" y="149687"/>
                  </a:lnTo>
                  <a:lnTo>
                    <a:pt x="552894" y="147954"/>
                  </a:lnTo>
                  <a:lnTo>
                    <a:pt x="554532" y="146347"/>
                  </a:lnTo>
                  <a:lnTo>
                    <a:pt x="555175" y="144839"/>
                  </a:lnTo>
                  <a:lnTo>
                    <a:pt x="555486" y="143980"/>
                  </a:lnTo>
                  <a:lnTo>
                    <a:pt x="559922" y="135849"/>
                  </a:lnTo>
                  <a:lnTo>
                    <a:pt x="562442" y="132093"/>
                  </a:lnTo>
                  <a:lnTo>
                    <a:pt x="564523" y="130002"/>
                  </a:lnTo>
                  <a:lnTo>
                    <a:pt x="566107" y="129004"/>
                  </a:lnTo>
                  <a:lnTo>
                    <a:pt x="567176" y="12914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5"/>
            <p:cNvSpPr/>
            <p:nvPr/>
          </p:nvSpPr>
          <p:spPr>
            <a:xfrm>
              <a:off x="5197241" y="2107686"/>
              <a:ext cx="9125" cy="8384"/>
            </a:xfrm>
            <a:custGeom>
              <a:avLst/>
              <a:pathLst>
                <a:path w="9125" h="8384">
                  <a:moveTo>
                    <a:pt x="9125" y="8372"/>
                  </a:moveTo>
                  <a:lnTo>
                    <a:pt x="7155" y="8384"/>
                  </a:lnTo>
                  <a:lnTo>
                    <a:pt x="3155" y="3572"/>
                  </a:lnTo>
                  <a:lnTo>
                    <a:pt x="1125" y="2045"/>
                  </a:lnTo>
                  <a:lnTo>
                    <a:pt x="0" y="356"/>
                  </a:lnTo>
                  <a:lnTo>
                    <a:pt x="502" y="0"/>
                  </a:lnTo>
                  <a:lnTo>
                    <a:pt x="2953" y="1193"/>
                  </a:lnTo>
                  <a:lnTo>
                    <a:pt x="4954" y="3790"/>
                  </a:lnTo>
                  <a:lnTo>
                    <a:pt x="6061" y="5497"/>
                  </a:lnTo>
                  <a:lnTo>
                    <a:pt x="7340" y="6947"/>
                  </a:lnTo>
                  <a:lnTo>
                    <a:pt x="8716" y="753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6"/>
            <p:cNvSpPr/>
            <p:nvPr/>
          </p:nvSpPr>
          <p:spPr>
            <a:xfrm>
              <a:off x="1165353" y="2101623"/>
              <a:ext cx="1515" cy="3777"/>
            </a:xfrm>
            <a:custGeom>
              <a:avLst/>
              <a:pathLst>
                <a:path w="1515" h="3777">
                  <a:moveTo>
                    <a:pt x="1442" y="2042"/>
                  </a:moveTo>
                  <a:lnTo>
                    <a:pt x="727" y="3777"/>
                  </a:lnTo>
                  <a:lnTo>
                    <a:pt x="199" y="2992"/>
                  </a:lnTo>
                  <a:lnTo>
                    <a:pt x="0" y="607"/>
                  </a:lnTo>
                  <a:lnTo>
                    <a:pt x="399" y="0"/>
                  </a:lnTo>
                  <a:lnTo>
                    <a:pt x="1515" y="172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7"/>
            <p:cNvSpPr/>
            <p:nvPr/>
          </p:nvSpPr>
          <p:spPr>
            <a:xfrm>
              <a:off x="1167730" y="2100880"/>
              <a:ext cx="2219" cy="2830"/>
            </a:xfrm>
            <a:custGeom>
              <a:avLst/>
              <a:pathLst>
                <a:path w="2219" h="2830">
                  <a:moveTo>
                    <a:pt x="2219" y="2184"/>
                  </a:moveTo>
                  <a:lnTo>
                    <a:pt x="1261" y="2830"/>
                  </a:lnTo>
                  <a:lnTo>
                    <a:pt x="0" y="1520"/>
                  </a:lnTo>
                  <a:lnTo>
                    <a:pt x="122" y="0"/>
                  </a:lnTo>
                  <a:lnTo>
                    <a:pt x="1507" y="126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8"/>
            <p:cNvSpPr/>
            <p:nvPr/>
          </p:nvSpPr>
          <p:spPr>
            <a:xfrm>
              <a:off x="1145131" y="2099929"/>
              <a:ext cx="6246" cy="8925"/>
            </a:xfrm>
            <a:custGeom>
              <a:avLst/>
              <a:pathLst>
                <a:path w="6246" h="8925">
                  <a:moveTo>
                    <a:pt x="3582" y="7941"/>
                  </a:moveTo>
                  <a:lnTo>
                    <a:pt x="3330" y="8925"/>
                  </a:lnTo>
                  <a:lnTo>
                    <a:pt x="3056" y="8896"/>
                  </a:lnTo>
                  <a:lnTo>
                    <a:pt x="1540" y="7264"/>
                  </a:lnTo>
                  <a:lnTo>
                    <a:pt x="1317" y="6713"/>
                  </a:lnTo>
                  <a:lnTo>
                    <a:pt x="2208" y="5938"/>
                  </a:lnTo>
                  <a:lnTo>
                    <a:pt x="2467" y="5338"/>
                  </a:lnTo>
                  <a:lnTo>
                    <a:pt x="2363" y="4556"/>
                  </a:lnTo>
                  <a:lnTo>
                    <a:pt x="1696" y="3468"/>
                  </a:lnTo>
                  <a:lnTo>
                    <a:pt x="466" y="2074"/>
                  </a:lnTo>
                  <a:lnTo>
                    <a:pt x="0" y="1070"/>
                  </a:lnTo>
                  <a:lnTo>
                    <a:pt x="298" y="455"/>
                  </a:lnTo>
                  <a:lnTo>
                    <a:pt x="884" y="76"/>
                  </a:lnTo>
                  <a:lnTo>
                    <a:pt x="2733" y="0"/>
                  </a:lnTo>
                  <a:lnTo>
                    <a:pt x="3731" y="1715"/>
                  </a:lnTo>
                  <a:lnTo>
                    <a:pt x="4484" y="2317"/>
                  </a:lnTo>
                  <a:lnTo>
                    <a:pt x="6246" y="2724"/>
                  </a:lnTo>
                  <a:lnTo>
                    <a:pt x="5332" y="3451"/>
                  </a:lnTo>
                  <a:lnTo>
                    <a:pt x="4813" y="4153"/>
                  </a:lnTo>
                  <a:lnTo>
                    <a:pt x="4173" y="68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09"/>
            <p:cNvSpPr/>
            <p:nvPr/>
          </p:nvSpPr>
          <p:spPr>
            <a:xfrm>
              <a:off x="1151085" y="2099594"/>
              <a:ext cx="6894" cy="7482"/>
            </a:xfrm>
            <a:custGeom>
              <a:avLst/>
              <a:pathLst>
                <a:path w="6894" h="7482">
                  <a:moveTo>
                    <a:pt x="5927" y="6295"/>
                  </a:moveTo>
                  <a:lnTo>
                    <a:pt x="5600" y="6680"/>
                  </a:lnTo>
                  <a:lnTo>
                    <a:pt x="5000" y="6980"/>
                  </a:lnTo>
                  <a:lnTo>
                    <a:pt x="3268" y="6647"/>
                  </a:lnTo>
                  <a:lnTo>
                    <a:pt x="2220" y="6752"/>
                  </a:lnTo>
                  <a:lnTo>
                    <a:pt x="1051" y="6961"/>
                  </a:lnTo>
                  <a:lnTo>
                    <a:pt x="173" y="7482"/>
                  </a:lnTo>
                  <a:lnTo>
                    <a:pt x="0" y="6758"/>
                  </a:lnTo>
                  <a:lnTo>
                    <a:pt x="29" y="6163"/>
                  </a:lnTo>
                  <a:lnTo>
                    <a:pt x="3809" y="4537"/>
                  </a:lnTo>
                  <a:lnTo>
                    <a:pt x="4689" y="3689"/>
                  </a:lnTo>
                  <a:lnTo>
                    <a:pt x="5228" y="2615"/>
                  </a:lnTo>
                  <a:lnTo>
                    <a:pt x="5720" y="601"/>
                  </a:lnTo>
                  <a:lnTo>
                    <a:pt x="6117" y="0"/>
                  </a:lnTo>
                  <a:lnTo>
                    <a:pt x="6360" y="30"/>
                  </a:lnTo>
                  <a:lnTo>
                    <a:pt x="6894" y="823"/>
                  </a:lnTo>
                  <a:lnTo>
                    <a:pt x="6707" y="1868"/>
                  </a:lnTo>
                  <a:lnTo>
                    <a:pt x="6232" y="2777"/>
                  </a:lnTo>
                  <a:lnTo>
                    <a:pt x="6076" y="36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0"/>
            <p:cNvSpPr/>
            <p:nvPr/>
          </p:nvSpPr>
          <p:spPr>
            <a:xfrm>
              <a:off x="1159131" y="2097932"/>
              <a:ext cx="5953" cy="11298"/>
            </a:xfrm>
            <a:custGeom>
              <a:avLst/>
              <a:pathLst>
                <a:path w="5953" h="11298">
                  <a:moveTo>
                    <a:pt x="4182" y="3526"/>
                  </a:moveTo>
                  <a:lnTo>
                    <a:pt x="4243" y="4516"/>
                  </a:lnTo>
                  <a:lnTo>
                    <a:pt x="5544" y="4391"/>
                  </a:lnTo>
                  <a:lnTo>
                    <a:pt x="5952" y="4902"/>
                  </a:lnTo>
                  <a:lnTo>
                    <a:pt x="5953" y="6847"/>
                  </a:lnTo>
                  <a:lnTo>
                    <a:pt x="5783" y="7397"/>
                  </a:lnTo>
                  <a:lnTo>
                    <a:pt x="5585" y="7531"/>
                  </a:lnTo>
                  <a:lnTo>
                    <a:pt x="5117" y="7104"/>
                  </a:lnTo>
                  <a:lnTo>
                    <a:pt x="4588" y="8095"/>
                  </a:lnTo>
                  <a:lnTo>
                    <a:pt x="2165" y="10522"/>
                  </a:lnTo>
                  <a:lnTo>
                    <a:pt x="1413" y="9164"/>
                  </a:lnTo>
                  <a:lnTo>
                    <a:pt x="0" y="11298"/>
                  </a:lnTo>
                  <a:lnTo>
                    <a:pt x="990" y="5778"/>
                  </a:lnTo>
                  <a:lnTo>
                    <a:pt x="2134" y="4943"/>
                  </a:lnTo>
                  <a:lnTo>
                    <a:pt x="2557" y="4316"/>
                  </a:lnTo>
                  <a:lnTo>
                    <a:pt x="2458" y="2699"/>
                  </a:lnTo>
                  <a:lnTo>
                    <a:pt x="2989" y="0"/>
                  </a:lnTo>
                  <a:lnTo>
                    <a:pt x="4142" y="125"/>
                  </a:lnTo>
                  <a:lnTo>
                    <a:pt x="4675" y="1240"/>
                  </a:lnTo>
                  <a:lnTo>
                    <a:pt x="4655" y="196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1"/>
            <p:cNvSpPr/>
            <p:nvPr/>
          </p:nvSpPr>
          <p:spPr>
            <a:xfrm>
              <a:off x="5195277" y="2097677"/>
              <a:ext cx="1502" cy="2823"/>
            </a:xfrm>
            <a:custGeom>
              <a:avLst/>
              <a:pathLst>
                <a:path w="1502" h="2823">
                  <a:moveTo>
                    <a:pt x="1140" y="2317"/>
                  </a:moveTo>
                  <a:lnTo>
                    <a:pt x="417" y="2823"/>
                  </a:lnTo>
                  <a:lnTo>
                    <a:pt x="31" y="1540"/>
                  </a:lnTo>
                  <a:lnTo>
                    <a:pt x="0" y="796"/>
                  </a:lnTo>
                  <a:lnTo>
                    <a:pt x="390" y="0"/>
                  </a:lnTo>
                  <a:lnTo>
                    <a:pt x="1085" y="506"/>
                  </a:lnTo>
                  <a:lnTo>
                    <a:pt x="1502" y="12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2"/>
            <p:cNvSpPr/>
            <p:nvPr/>
          </p:nvSpPr>
          <p:spPr>
            <a:xfrm>
              <a:off x="5206890" y="2096621"/>
              <a:ext cx="3205" cy="4438"/>
            </a:xfrm>
            <a:custGeom>
              <a:avLst/>
              <a:pathLst>
                <a:path w="3205" h="4438">
                  <a:moveTo>
                    <a:pt x="2612" y="3693"/>
                  </a:moveTo>
                  <a:lnTo>
                    <a:pt x="1675" y="4438"/>
                  </a:lnTo>
                  <a:lnTo>
                    <a:pt x="589" y="4029"/>
                  </a:lnTo>
                  <a:lnTo>
                    <a:pt x="0" y="2884"/>
                  </a:lnTo>
                  <a:lnTo>
                    <a:pt x="70" y="1502"/>
                  </a:lnTo>
                  <a:lnTo>
                    <a:pt x="1470" y="0"/>
                  </a:lnTo>
                  <a:lnTo>
                    <a:pt x="3205" y="187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3"/>
            <p:cNvSpPr/>
            <p:nvPr/>
          </p:nvSpPr>
          <p:spPr>
            <a:xfrm>
              <a:off x="1167956" y="2094566"/>
              <a:ext cx="2375" cy="3751"/>
            </a:xfrm>
            <a:custGeom>
              <a:avLst/>
              <a:pathLst>
                <a:path w="2375" h="3751">
                  <a:moveTo>
                    <a:pt x="1850" y="2881"/>
                  </a:moveTo>
                  <a:lnTo>
                    <a:pt x="1583" y="3751"/>
                  </a:lnTo>
                  <a:lnTo>
                    <a:pt x="473" y="2826"/>
                  </a:lnTo>
                  <a:lnTo>
                    <a:pt x="79" y="2071"/>
                  </a:lnTo>
                  <a:lnTo>
                    <a:pt x="0" y="1297"/>
                  </a:lnTo>
                  <a:lnTo>
                    <a:pt x="327" y="16"/>
                  </a:lnTo>
                  <a:lnTo>
                    <a:pt x="1216" y="0"/>
                  </a:lnTo>
                  <a:lnTo>
                    <a:pt x="1741" y="520"/>
                  </a:lnTo>
                  <a:lnTo>
                    <a:pt x="2230" y="1491"/>
                  </a:lnTo>
                  <a:lnTo>
                    <a:pt x="2375" y="209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4"/>
            <p:cNvSpPr/>
            <p:nvPr/>
          </p:nvSpPr>
          <p:spPr>
            <a:xfrm>
              <a:off x="5181370" y="2094156"/>
              <a:ext cx="4761" cy="8059"/>
            </a:xfrm>
            <a:custGeom>
              <a:avLst/>
              <a:pathLst>
                <a:path w="4761" h="8059">
                  <a:moveTo>
                    <a:pt x="1875" y="6826"/>
                  </a:moveTo>
                  <a:lnTo>
                    <a:pt x="888" y="8059"/>
                  </a:lnTo>
                  <a:lnTo>
                    <a:pt x="117" y="6800"/>
                  </a:lnTo>
                  <a:lnTo>
                    <a:pt x="0" y="6231"/>
                  </a:lnTo>
                  <a:lnTo>
                    <a:pt x="1480" y="4078"/>
                  </a:lnTo>
                  <a:lnTo>
                    <a:pt x="2590" y="3611"/>
                  </a:lnTo>
                  <a:lnTo>
                    <a:pt x="3068" y="2825"/>
                  </a:lnTo>
                  <a:lnTo>
                    <a:pt x="3559" y="98"/>
                  </a:lnTo>
                  <a:lnTo>
                    <a:pt x="4385" y="0"/>
                  </a:lnTo>
                  <a:lnTo>
                    <a:pt x="4761" y="318"/>
                  </a:lnTo>
                  <a:lnTo>
                    <a:pt x="4573" y="1597"/>
                  </a:lnTo>
                  <a:lnTo>
                    <a:pt x="3925" y="3545"/>
                  </a:lnTo>
                  <a:lnTo>
                    <a:pt x="3904" y="49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5"/>
            <p:cNvSpPr/>
            <p:nvPr/>
          </p:nvSpPr>
          <p:spPr>
            <a:xfrm>
              <a:off x="1192847" y="2093272"/>
              <a:ext cx="11009" cy="3019"/>
            </a:xfrm>
            <a:custGeom>
              <a:avLst/>
              <a:pathLst>
                <a:path w="11009" h="3019">
                  <a:moveTo>
                    <a:pt x="4986" y="220"/>
                  </a:moveTo>
                  <a:lnTo>
                    <a:pt x="7213" y="1421"/>
                  </a:lnTo>
                  <a:lnTo>
                    <a:pt x="9983" y="1281"/>
                  </a:lnTo>
                  <a:lnTo>
                    <a:pt x="10993" y="1572"/>
                  </a:lnTo>
                  <a:lnTo>
                    <a:pt x="11009" y="1908"/>
                  </a:lnTo>
                  <a:lnTo>
                    <a:pt x="9238" y="2400"/>
                  </a:lnTo>
                  <a:lnTo>
                    <a:pt x="8633" y="2239"/>
                  </a:lnTo>
                  <a:lnTo>
                    <a:pt x="7086" y="2900"/>
                  </a:lnTo>
                  <a:lnTo>
                    <a:pt x="6035" y="3019"/>
                  </a:lnTo>
                  <a:lnTo>
                    <a:pt x="3632" y="2396"/>
                  </a:lnTo>
                  <a:lnTo>
                    <a:pt x="1779" y="2823"/>
                  </a:lnTo>
                  <a:lnTo>
                    <a:pt x="1289" y="2662"/>
                  </a:lnTo>
                  <a:lnTo>
                    <a:pt x="706" y="2115"/>
                  </a:lnTo>
                  <a:lnTo>
                    <a:pt x="32" y="1185"/>
                  </a:lnTo>
                  <a:lnTo>
                    <a:pt x="0" y="603"/>
                  </a:lnTo>
                  <a:lnTo>
                    <a:pt x="608" y="367"/>
                  </a:lnTo>
                  <a:lnTo>
                    <a:pt x="2252" y="1165"/>
                  </a:lnTo>
                  <a:lnTo>
                    <a:pt x="2424" y="750"/>
                  </a:lnTo>
                  <a:lnTo>
                    <a:pt x="381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6"/>
            <p:cNvSpPr/>
            <p:nvPr/>
          </p:nvSpPr>
          <p:spPr>
            <a:xfrm>
              <a:off x="1208434" y="2086054"/>
              <a:ext cx="3477" cy="3858"/>
            </a:xfrm>
            <a:custGeom>
              <a:avLst/>
              <a:pathLst>
                <a:path w="3477" h="3858">
                  <a:moveTo>
                    <a:pt x="1760" y="3420"/>
                  </a:moveTo>
                  <a:lnTo>
                    <a:pt x="916" y="3858"/>
                  </a:lnTo>
                  <a:lnTo>
                    <a:pt x="0" y="3403"/>
                  </a:lnTo>
                  <a:lnTo>
                    <a:pt x="427" y="1843"/>
                  </a:lnTo>
                  <a:lnTo>
                    <a:pt x="864" y="1011"/>
                  </a:lnTo>
                  <a:lnTo>
                    <a:pt x="1696" y="0"/>
                  </a:lnTo>
                  <a:lnTo>
                    <a:pt x="2688" y="445"/>
                  </a:lnTo>
                  <a:lnTo>
                    <a:pt x="3477" y="172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7"/>
            <p:cNvSpPr/>
            <p:nvPr/>
          </p:nvSpPr>
          <p:spPr>
            <a:xfrm>
              <a:off x="1178050" y="2085104"/>
              <a:ext cx="14503" cy="12595"/>
            </a:xfrm>
            <a:custGeom>
              <a:avLst/>
              <a:pathLst>
                <a:path w="14503" h="12595">
                  <a:moveTo>
                    <a:pt x="7019" y="11380"/>
                  </a:moveTo>
                  <a:lnTo>
                    <a:pt x="927" y="12595"/>
                  </a:lnTo>
                  <a:lnTo>
                    <a:pt x="0" y="11760"/>
                  </a:lnTo>
                  <a:lnTo>
                    <a:pt x="924" y="11285"/>
                  </a:lnTo>
                  <a:lnTo>
                    <a:pt x="2019" y="11023"/>
                  </a:lnTo>
                  <a:lnTo>
                    <a:pt x="4311" y="9632"/>
                  </a:lnTo>
                  <a:lnTo>
                    <a:pt x="7128" y="8427"/>
                  </a:lnTo>
                  <a:lnTo>
                    <a:pt x="9326" y="6977"/>
                  </a:lnTo>
                  <a:lnTo>
                    <a:pt x="11235" y="6028"/>
                  </a:lnTo>
                  <a:lnTo>
                    <a:pt x="11772" y="4465"/>
                  </a:lnTo>
                  <a:lnTo>
                    <a:pt x="10095" y="3669"/>
                  </a:lnTo>
                  <a:lnTo>
                    <a:pt x="9765" y="3041"/>
                  </a:lnTo>
                  <a:lnTo>
                    <a:pt x="10562" y="2311"/>
                  </a:lnTo>
                  <a:lnTo>
                    <a:pt x="11226" y="1248"/>
                  </a:lnTo>
                  <a:lnTo>
                    <a:pt x="12793" y="0"/>
                  </a:lnTo>
                  <a:lnTo>
                    <a:pt x="14193" y="1564"/>
                  </a:lnTo>
                  <a:lnTo>
                    <a:pt x="14503" y="2611"/>
                  </a:lnTo>
                  <a:lnTo>
                    <a:pt x="14370" y="3852"/>
                  </a:lnTo>
                  <a:lnTo>
                    <a:pt x="14088" y="5146"/>
                  </a:lnTo>
                  <a:lnTo>
                    <a:pt x="12858" y="5814"/>
                  </a:lnTo>
                  <a:lnTo>
                    <a:pt x="12674" y="6495"/>
                  </a:lnTo>
                  <a:lnTo>
                    <a:pt x="13341" y="8420"/>
                  </a:lnTo>
                  <a:lnTo>
                    <a:pt x="10810" y="1011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8"/>
            <p:cNvSpPr/>
            <p:nvPr/>
          </p:nvSpPr>
          <p:spPr>
            <a:xfrm>
              <a:off x="5137675" y="2082624"/>
              <a:ext cx="4243" cy="4357"/>
            </a:xfrm>
            <a:custGeom>
              <a:avLst/>
              <a:pathLst>
                <a:path w="4243" h="4357">
                  <a:moveTo>
                    <a:pt x="3638" y="4270"/>
                  </a:moveTo>
                  <a:lnTo>
                    <a:pt x="2901" y="4357"/>
                  </a:lnTo>
                  <a:lnTo>
                    <a:pt x="2428" y="3334"/>
                  </a:lnTo>
                  <a:lnTo>
                    <a:pt x="0" y="2934"/>
                  </a:lnTo>
                  <a:lnTo>
                    <a:pt x="251" y="1963"/>
                  </a:lnTo>
                  <a:lnTo>
                    <a:pt x="1296" y="1556"/>
                  </a:lnTo>
                  <a:lnTo>
                    <a:pt x="2898" y="0"/>
                  </a:lnTo>
                  <a:lnTo>
                    <a:pt x="4243" y="265"/>
                  </a:lnTo>
                  <a:lnTo>
                    <a:pt x="3887" y="169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19"/>
            <p:cNvSpPr/>
            <p:nvPr/>
          </p:nvSpPr>
          <p:spPr>
            <a:xfrm>
              <a:off x="1228792" y="2076907"/>
              <a:ext cx="2752" cy="4367"/>
            </a:xfrm>
            <a:custGeom>
              <a:avLst/>
              <a:pathLst>
                <a:path w="2752" h="4367">
                  <a:moveTo>
                    <a:pt x="1063" y="3429"/>
                  </a:moveTo>
                  <a:lnTo>
                    <a:pt x="337" y="4367"/>
                  </a:lnTo>
                  <a:lnTo>
                    <a:pt x="124" y="4019"/>
                  </a:lnTo>
                  <a:lnTo>
                    <a:pt x="0" y="2861"/>
                  </a:lnTo>
                  <a:lnTo>
                    <a:pt x="407" y="1959"/>
                  </a:lnTo>
                  <a:lnTo>
                    <a:pt x="1646" y="0"/>
                  </a:lnTo>
                  <a:lnTo>
                    <a:pt x="2486" y="369"/>
                  </a:lnTo>
                  <a:lnTo>
                    <a:pt x="2752" y="885"/>
                  </a:lnTo>
                  <a:lnTo>
                    <a:pt x="2730" y="1628"/>
                  </a:lnTo>
                  <a:lnTo>
                    <a:pt x="2419" y="2598"/>
                  </a:lnTo>
                  <a:lnTo>
                    <a:pt x="2018" y="3086"/>
                  </a:lnTo>
                  <a:lnTo>
                    <a:pt x="1530" y="309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0"/>
            <p:cNvSpPr/>
            <p:nvPr/>
          </p:nvSpPr>
          <p:spPr>
            <a:xfrm>
              <a:off x="1238276" y="2071409"/>
              <a:ext cx="3405" cy="2697"/>
            </a:xfrm>
            <a:custGeom>
              <a:avLst/>
              <a:pathLst>
                <a:path w="3405" h="2697">
                  <a:moveTo>
                    <a:pt x="3405" y="1071"/>
                  </a:moveTo>
                  <a:lnTo>
                    <a:pt x="3221" y="2260"/>
                  </a:lnTo>
                  <a:lnTo>
                    <a:pt x="3055" y="2697"/>
                  </a:lnTo>
                  <a:lnTo>
                    <a:pt x="1300" y="2064"/>
                  </a:lnTo>
                  <a:lnTo>
                    <a:pt x="128" y="2293"/>
                  </a:lnTo>
                  <a:lnTo>
                    <a:pt x="0" y="1589"/>
                  </a:lnTo>
                  <a:lnTo>
                    <a:pt x="105" y="963"/>
                  </a:lnTo>
                  <a:lnTo>
                    <a:pt x="1943" y="7"/>
                  </a:lnTo>
                  <a:lnTo>
                    <a:pt x="2690" y="0"/>
                  </a:lnTo>
                  <a:lnTo>
                    <a:pt x="3189" y="49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1"/>
            <p:cNvSpPr/>
            <p:nvPr/>
          </p:nvSpPr>
          <p:spPr>
            <a:xfrm>
              <a:off x="5127369" y="2067587"/>
              <a:ext cx="10687" cy="7709"/>
            </a:xfrm>
            <a:custGeom>
              <a:avLst/>
              <a:pathLst>
                <a:path w="10687" h="7709">
                  <a:moveTo>
                    <a:pt x="3599" y="0"/>
                  </a:moveTo>
                  <a:lnTo>
                    <a:pt x="5554" y="966"/>
                  </a:lnTo>
                  <a:lnTo>
                    <a:pt x="6896" y="513"/>
                  </a:lnTo>
                  <a:lnTo>
                    <a:pt x="8594" y="2077"/>
                  </a:lnTo>
                  <a:lnTo>
                    <a:pt x="10687" y="4755"/>
                  </a:lnTo>
                  <a:lnTo>
                    <a:pt x="10218" y="5266"/>
                  </a:lnTo>
                  <a:lnTo>
                    <a:pt x="9691" y="5559"/>
                  </a:lnTo>
                  <a:lnTo>
                    <a:pt x="9171" y="5527"/>
                  </a:lnTo>
                  <a:lnTo>
                    <a:pt x="7538" y="5974"/>
                  </a:lnTo>
                  <a:lnTo>
                    <a:pt x="6648" y="5866"/>
                  </a:lnTo>
                  <a:lnTo>
                    <a:pt x="5000" y="7709"/>
                  </a:lnTo>
                  <a:lnTo>
                    <a:pt x="3188" y="6384"/>
                  </a:lnTo>
                  <a:lnTo>
                    <a:pt x="2577" y="3765"/>
                  </a:lnTo>
                  <a:lnTo>
                    <a:pt x="1138" y="3119"/>
                  </a:lnTo>
                  <a:lnTo>
                    <a:pt x="0" y="2219"/>
                  </a:lnTo>
                  <a:lnTo>
                    <a:pt x="2079" y="1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2"/>
            <p:cNvSpPr/>
            <p:nvPr/>
          </p:nvSpPr>
          <p:spPr>
            <a:xfrm>
              <a:off x="1248530" y="2051476"/>
              <a:ext cx="14582" cy="21457"/>
            </a:xfrm>
            <a:custGeom>
              <a:avLst/>
              <a:pathLst>
                <a:path w="14582" h="21457">
                  <a:moveTo>
                    <a:pt x="12769" y="6296"/>
                  </a:moveTo>
                  <a:lnTo>
                    <a:pt x="9291" y="9460"/>
                  </a:lnTo>
                  <a:lnTo>
                    <a:pt x="8162" y="11773"/>
                  </a:lnTo>
                  <a:lnTo>
                    <a:pt x="7300" y="13999"/>
                  </a:lnTo>
                  <a:lnTo>
                    <a:pt x="6623" y="15218"/>
                  </a:lnTo>
                  <a:lnTo>
                    <a:pt x="6130" y="15428"/>
                  </a:lnTo>
                  <a:lnTo>
                    <a:pt x="5581" y="16018"/>
                  </a:lnTo>
                  <a:lnTo>
                    <a:pt x="4432" y="17575"/>
                  </a:lnTo>
                  <a:lnTo>
                    <a:pt x="3950" y="17768"/>
                  </a:lnTo>
                  <a:lnTo>
                    <a:pt x="261" y="21401"/>
                  </a:lnTo>
                  <a:lnTo>
                    <a:pt x="0" y="21457"/>
                  </a:lnTo>
                  <a:lnTo>
                    <a:pt x="179" y="20508"/>
                  </a:lnTo>
                  <a:lnTo>
                    <a:pt x="1306" y="19163"/>
                  </a:lnTo>
                  <a:lnTo>
                    <a:pt x="2040" y="17937"/>
                  </a:lnTo>
                  <a:lnTo>
                    <a:pt x="2870" y="15911"/>
                  </a:lnTo>
                  <a:lnTo>
                    <a:pt x="3328" y="15167"/>
                  </a:lnTo>
                  <a:lnTo>
                    <a:pt x="3473" y="14149"/>
                  </a:lnTo>
                  <a:lnTo>
                    <a:pt x="3532" y="12098"/>
                  </a:lnTo>
                  <a:lnTo>
                    <a:pt x="3739" y="11321"/>
                  </a:lnTo>
                  <a:lnTo>
                    <a:pt x="4531" y="9779"/>
                  </a:lnTo>
                  <a:lnTo>
                    <a:pt x="5108" y="8936"/>
                  </a:lnTo>
                  <a:lnTo>
                    <a:pt x="5867" y="8645"/>
                  </a:lnTo>
                  <a:lnTo>
                    <a:pt x="7407" y="8903"/>
                  </a:lnTo>
                  <a:lnTo>
                    <a:pt x="8045" y="8118"/>
                  </a:lnTo>
                  <a:lnTo>
                    <a:pt x="8243" y="7524"/>
                  </a:lnTo>
                  <a:lnTo>
                    <a:pt x="7854" y="6981"/>
                  </a:lnTo>
                  <a:lnTo>
                    <a:pt x="7762" y="6039"/>
                  </a:lnTo>
                  <a:lnTo>
                    <a:pt x="7863" y="4415"/>
                  </a:lnTo>
                  <a:lnTo>
                    <a:pt x="8308" y="2973"/>
                  </a:lnTo>
                  <a:lnTo>
                    <a:pt x="9098" y="1715"/>
                  </a:lnTo>
                  <a:lnTo>
                    <a:pt x="10172" y="735"/>
                  </a:lnTo>
                  <a:lnTo>
                    <a:pt x="11532" y="36"/>
                  </a:lnTo>
                  <a:lnTo>
                    <a:pt x="12527" y="0"/>
                  </a:lnTo>
                  <a:lnTo>
                    <a:pt x="14317" y="1484"/>
                  </a:lnTo>
                  <a:lnTo>
                    <a:pt x="14582" y="2164"/>
                  </a:lnTo>
                  <a:lnTo>
                    <a:pt x="14146" y="3653"/>
                  </a:lnTo>
                  <a:lnTo>
                    <a:pt x="13896" y="504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3"/>
            <p:cNvSpPr/>
            <p:nvPr/>
          </p:nvSpPr>
          <p:spPr>
            <a:xfrm>
              <a:off x="1280758" y="2043059"/>
              <a:ext cx="1681" cy="3624"/>
            </a:xfrm>
            <a:custGeom>
              <a:avLst/>
              <a:pathLst>
                <a:path w="1681" h="3624">
                  <a:moveTo>
                    <a:pt x="465" y="3539"/>
                  </a:moveTo>
                  <a:lnTo>
                    <a:pt x="305" y="3624"/>
                  </a:lnTo>
                  <a:lnTo>
                    <a:pt x="14" y="2892"/>
                  </a:lnTo>
                  <a:lnTo>
                    <a:pt x="0" y="2224"/>
                  </a:lnTo>
                  <a:lnTo>
                    <a:pt x="185" y="1740"/>
                  </a:lnTo>
                  <a:lnTo>
                    <a:pt x="715" y="608"/>
                  </a:lnTo>
                  <a:lnTo>
                    <a:pt x="1092" y="204"/>
                  </a:lnTo>
                  <a:lnTo>
                    <a:pt x="1555" y="0"/>
                  </a:lnTo>
                  <a:lnTo>
                    <a:pt x="1681" y="302"/>
                  </a:lnTo>
                  <a:lnTo>
                    <a:pt x="1273" y="1644"/>
                  </a:lnTo>
                  <a:lnTo>
                    <a:pt x="760" y="254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4"/>
            <p:cNvSpPr/>
            <p:nvPr/>
          </p:nvSpPr>
          <p:spPr>
            <a:xfrm>
              <a:off x="1263066" y="2038245"/>
              <a:ext cx="17918" cy="22059"/>
            </a:xfrm>
            <a:custGeom>
              <a:avLst/>
              <a:pathLst>
                <a:path w="17918" h="22059">
                  <a:moveTo>
                    <a:pt x="13552" y="3103"/>
                  </a:moveTo>
                  <a:lnTo>
                    <a:pt x="14042" y="4506"/>
                  </a:lnTo>
                  <a:lnTo>
                    <a:pt x="14890" y="3617"/>
                  </a:lnTo>
                  <a:lnTo>
                    <a:pt x="15511" y="2398"/>
                  </a:lnTo>
                  <a:lnTo>
                    <a:pt x="15997" y="822"/>
                  </a:lnTo>
                  <a:lnTo>
                    <a:pt x="16311" y="206"/>
                  </a:lnTo>
                  <a:lnTo>
                    <a:pt x="16728" y="1036"/>
                  </a:lnTo>
                  <a:lnTo>
                    <a:pt x="17918" y="2167"/>
                  </a:lnTo>
                  <a:lnTo>
                    <a:pt x="16917" y="3905"/>
                  </a:lnTo>
                  <a:lnTo>
                    <a:pt x="14989" y="6514"/>
                  </a:lnTo>
                  <a:lnTo>
                    <a:pt x="14344" y="8258"/>
                  </a:lnTo>
                  <a:lnTo>
                    <a:pt x="14302" y="9011"/>
                  </a:lnTo>
                  <a:lnTo>
                    <a:pt x="16170" y="8434"/>
                  </a:lnTo>
                  <a:lnTo>
                    <a:pt x="16692" y="8518"/>
                  </a:lnTo>
                  <a:lnTo>
                    <a:pt x="17025" y="9114"/>
                  </a:lnTo>
                  <a:lnTo>
                    <a:pt x="16513" y="9822"/>
                  </a:lnTo>
                  <a:lnTo>
                    <a:pt x="15495" y="10464"/>
                  </a:lnTo>
                  <a:lnTo>
                    <a:pt x="14611" y="11710"/>
                  </a:lnTo>
                  <a:lnTo>
                    <a:pt x="12565" y="13867"/>
                  </a:lnTo>
                  <a:lnTo>
                    <a:pt x="11791" y="15659"/>
                  </a:lnTo>
                  <a:lnTo>
                    <a:pt x="10876" y="16342"/>
                  </a:lnTo>
                  <a:lnTo>
                    <a:pt x="9630" y="16505"/>
                  </a:lnTo>
                  <a:lnTo>
                    <a:pt x="7439" y="17673"/>
                  </a:lnTo>
                  <a:lnTo>
                    <a:pt x="6109" y="18774"/>
                  </a:lnTo>
                  <a:lnTo>
                    <a:pt x="5772" y="19368"/>
                  </a:lnTo>
                  <a:lnTo>
                    <a:pt x="5354" y="19649"/>
                  </a:lnTo>
                  <a:lnTo>
                    <a:pt x="4854" y="19619"/>
                  </a:lnTo>
                  <a:lnTo>
                    <a:pt x="4314" y="20101"/>
                  </a:lnTo>
                  <a:lnTo>
                    <a:pt x="3735" y="21097"/>
                  </a:lnTo>
                  <a:lnTo>
                    <a:pt x="3251" y="21563"/>
                  </a:lnTo>
                  <a:lnTo>
                    <a:pt x="2459" y="21666"/>
                  </a:lnTo>
                  <a:lnTo>
                    <a:pt x="2045" y="22059"/>
                  </a:lnTo>
                  <a:lnTo>
                    <a:pt x="1582" y="22043"/>
                  </a:lnTo>
                  <a:lnTo>
                    <a:pt x="317" y="20853"/>
                  </a:lnTo>
                  <a:lnTo>
                    <a:pt x="0" y="20157"/>
                  </a:lnTo>
                  <a:lnTo>
                    <a:pt x="1120" y="18765"/>
                  </a:lnTo>
                  <a:lnTo>
                    <a:pt x="1931" y="18302"/>
                  </a:lnTo>
                  <a:lnTo>
                    <a:pt x="3163" y="18091"/>
                  </a:lnTo>
                  <a:lnTo>
                    <a:pt x="4374" y="16804"/>
                  </a:lnTo>
                  <a:lnTo>
                    <a:pt x="6866" y="15099"/>
                  </a:lnTo>
                  <a:lnTo>
                    <a:pt x="7638" y="14168"/>
                  </a:lnTo>
                  <a:lnTo>
                    <a:pt x="8135" y="10933"/>
                  </a:lnTo>
                  <a:lnTo>
                    <a:pt x="8702" y="10382"/>
                  </a:lnTo>
                  <a:lnTo>
                    <a:pt x="9005" y="9088"/>
                  </a:lnTo>
                  <a:lnTo>
                    <a:pt x="10386" y="9125"/>
                  </a:lnTo>
                  <a:lnTo>
                    <a:pt x="11020" y="10575"/>
                  </a:lnTo>
                  <a:lnTo>
                    <a:pt x="11242" y="10773"/>
                  </a:lnTo>
                  <a:lnTo>
                    <a:pt x="11353" y="10632"/>
                  </a:lnTo>
                  <a:lnTo>
                    <a:pt x="11413" y="9472"/>
                  </a:lnTo>
                  <a:lnTo>
                    <a:pt x="12122" y="8658"/>
                  </a:lnTo>
                  <a:lnTo>
                    <a:pt x="11713" y="8061"/>
                  </a:lnTo>
                  <a:lnTo>
                    <a:pt x="10437" y="7309"/>
                  </a:lnTo>
                  <a:lnTo>
                    <a:pt x="9491" y="6955"/>
                  </a:lnTo>
                  <a:lnTo>
                    <a:pt x="8874" y="6997"/>
                  </a:lnTo>
                  <a:lnTo>
                    <a:pt x="8372" y="6576"/>
                  </a:lnTo>
                  <a:lnTo>
                    <a:pt x="7984" y="5690"/>
                  </a:lnTo>
                  <a:lnTo>
                    <a:pt x="7808" y="4811"/>
                  </a:lnTo>
                  <a:lnTo>
                    <a:pt x="7842" y="3940"/>
                  </a:lnTo>
                  <a:lnTo>
                    <a:pt x="8156" y="2963"/>
                  </a:lnTo>
                  <a:lnTo>
                    <a:pt x="8751" y="1884"/>
                  </a:lnTo>
                  <a:lnTo>
                    <a:pt x="9433" y="1271"/>
                  </a:lnTo>
                  <a:lnTo>
                    <a:pt x="10902" y="829"/>
                  </a:lnTo>
                  <a:lnTo>
                    <a:pt x="12204" y="111"/>
                  </a:lnTo>
                  <a:lnTo>
                    <a:pt x="12894" y="0"/>
                  </a:lnTo>
                  <a:lnTo>
                    <a:pt x="13415" y="30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5"/>
            <p:cNvSpPr/>
            <p:nvPr/>
          </p:nvSpPr>
          <p:spPr>
            <a:xfrm>
              <a:off x="1282404" y="2032186"/>
              <a:ext cx="4689" cy="4842"/>
            </a:xfrm>
            <a:custGeom>
              <a:avLst/>
              <a:pathLst>
                <a:path w="4689" h="4842">
                  <a:moveTo>
                    <a:pt x="3000" y="4148"/>
                  </a:moveTo>
                  <a:lnTo>
                    <a:pt x="2571" y="4668"/>
                  </a:lnTo>
                  <a:lnTo>
                    <a:pt x="2225" y="4782"/>
                  </a:lnTo>
                  <a:lnTo>
                    <a:pt x="1963" y="4487"/>
                  </a:lnTo>
                  <a:lnTo>
                    <a:pt x="788" y="4842"/>
                  </a:lnTo>
                  <a:lnTo>
                    <a:pt x="558" y="4630"/>
                  </a:lnTo>
                  <a:lnTo>
                    <a:pt x="33" y="2868"/>
                  </a:lnTo>
                  <a:lnTo>
                    <a:pt x="0" y="1956"/>
                  </a:lnTo>
                  <a:lnTo>
                    <a:pt x="205" y="1237"/>
                  </a:lnTo>
                  <a:lnTo>
                    <a:pt x="733" y="584"/>
                  </a:lnTo>
                  <a:lnTo>
                    <a:pt x="1582" y="0"/>
                  </a:lnTo>
                  <a:lnTo>
                    <a:pt x="2417" y="119"/>
                  </a:lnTo>
                  <a:lnTo>
                    <a:pt x="3876" y="1741"/>
                  </a:lnTo>
                  <a:lnTo>
                    <a:pt x="4560" y="2692"/>
                  </a:lnTo>
                  <a:lnTo>
                    <a:pt x="4689" y="3283"/>
                  </a:lnTo>
                  <a:lnTo>
                    <a:pt x="4178" y="383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6"/>
            <p:cNvSpPr/>
            <p:nvPr/>
          </p:nvSpPr>
          <p:spPr>
            <a:xfrm>
              <a:off x="1287533" y="2030014"/>
              <a:ext cx="2796" cy="4590"/>
            </a:xfrm>
            <a:custGeom>
              <a:avLst/>
              <a:pathLst>
                <a:path w="2796" h="4590">
                  <a:moveTo>
                    <a:pt x="1056" y="4367"/>
                  </a:moveTo>
                  <a:lnTo>
                    <a:pt x="560" y="4590"/>
                  </a:lnTo>
                  <a:lnTo>
                    <a:pt x="440" y="4283"/>
                  </a:lnTo>
                  <a:lnTo>
                    <a:pt x="382" y="2983"/>
                  </a:lnTo>
                  <a:lnTo>
                    <a:pt x="0" y="921"/>
                  </a:lnTo>
                  <a:lnTo>
                    <a:pt x="724" y="173"/>
                  </a:lnTo>
                  <a:lnTo>
                    <a:pt x="1175" y="0"/>
                  </a:lnTo>
                  <a:lnTo>
                    <a:pt x="1366" y="314"/>
                  </a:lnTo>
                  <a:lnTo>
                    <a:pt x="1890" y="1850"/>
                  </a:lnTo>
                  <a:lnTo>
                    <a:pt x="2411" y="2260"/>
                  </a:lnTo>
                  <a:lnTo>
                    <a:pt x="2796" y="2591"/>
                  </a:lnTo>
                  <a:lnTo>
                    <a:pt x="2118" y="306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7"/>
            <p:cNvSpPr/>
            <p:nvPr/>
          </p:nvSpPr>
          <p:spPr>
            <a:xfrm>
              <a:off x="1319710" y="2023809"/>
              <a:ext cx="3022" cy="3397"/>
            </a:xfrm>
            <a:custGeom>
              <a:avLst/>
              <a:pathLst>
                <a:path w="3022" h="3397">
                  <a:moveTo>
                    <a:pt x="3022" y="2752"/>
                  </a:moveTo>
                  <a:lnTo>
                    <a:pt x="2037" y="3397"/>
                  </a:lnTo>
                  <a:lnTo>
                    <a:pt x="993" y="2725"/>
                  </a:lnTo>
                  <a:lnTo>
                    <a:pt x="100" y="1481"/>
                  </a:lnTo>
                  <a:lnTo>
                    <a:pt x="0" y="0"/>
                  </a:lnTo>
                  <a:lnTo>
                    <a:pt x="1988" y="959"/>
                  </a:lnTo>
                  <a:lnTo>
                    <a:pt x="2414" y="141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8"/>
            <p:cNvSpPr/>
            <p:nvPr/>
          </p:nvSpPr>
          <p:spPr>
            <a:xfrm>
              <a:off x="1324100" y="2009360"/>
              <a:ext cx="2272" cy="4169"/>
            </a:xfrm>
            <a:custGeom>
              <a:avLst/>
              <a:pathLst>
                <a:path w="2272" h="4169">
                  <a:moveTo>
                    <a:pt x="1541" y="4032"/>
                  </a:moveTo>
                  <a:lnTo>
                    <a:pt x="1271" y="4169"/>
                  </a:lnTo>
                  <a:lnTo>
                    <a:pt x="489" y="3265"/>
                  </a:lnTo>
                  <a:lnTo>
                    <a:pt x="205" y="2588"/>
                  </a:lnTo>
                  <a:lnTo>
                    <a:pt x="0" y="1535"/>
                  </a:lnTo>
                  <a:lnTo>
                    <a:pt x="1592" y="18"/>
                  </a:lnTo>
                  <a:lnTo>
                    <a:pt x="1922" y="0"/>
                  </a:lnTo>
                  <a:lnTo>
                    <a:pt x="2220" y="849"/>
                  </a:lnTo>
                  <a:lnTo>
                    <a:pt x="2272" y="1520"/>
                  </a:lnTo>
                  <a:lnTo>
                    <a:pt x="1831" y="343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29"/>
            <p:cNvSpPr/>
            <p:nvPr/>
          </p:nvSpPr>
          <p:spPr>
            <a:xfrm>
              <a:off x="1296052" y="2007370"/>
              <a:ext cx="20674" cy="19102"/>
            </a:xfrm>
            <a:custGeom>
              <a:avLst/>
              <a:pathLst>
                <a:path w="20674" h="19102">
                  <a:moveTo>
                    <a:pt x="16214" y="2071"/>
                  </a:moveTo>
                  <a:lnTo>
                    <a:pt x="17317" y="6953"/>
                  </a:lnTo>
                  <a:lnTo>
                    <a:pt x="17794" y="7908"/>
                  </a:lnTo>
                  <a:lnTo>
                    <a:pt x="18503" y="8429"/>
                  </a:lnTo>
                  <a:lnTo>
                    <a:pt x="19495" y="8955"/>
                  </a:lnTo>
                  <a:lnTo>
                    <a:pt x="20086" y="9678"/>
                  </a:lnTo>
                  <a:lnTo>
                    <a:pt x="20606" y="10777"/>
                  </a:lnTo>
                  <a:lnTo>
                    <a:pt x="20674" y="11282"/>
                  </a:lnTo>
                  <a:lnTo>
                    <a:pt x="17554" y="9311"/>
                  </a:lnTo>
                  <a:lnTo>
                    <a:pt x="15592" y="12188"/>
                  </a:lnTo>
                  <a:lnTo>
                    <a:pt x="15000" y="12562"/>
                  </a:lnTo>
                  <a:lnTo>
                    <a:pt x="9432" y="12701"/>
                  </a:lnTo>
                  <a:lnTo>
                    <a:pt x="8319" y="13232"/>
                  </a:lnTo>
                  <a:lnTo>
                    <a:pt x="7600" y="14168"/>
                  </a:lnTo>
                  <a:lnTo>
                    <a:pt x="6328" y="16795"/>
                  </a:lnTo>
                  <a:lnTo>
                    <a:pt x="5682" y="17817"/>
                  </a:lnTo>
                  <a:lnTo>
                    <a:pt x="5001" y="18423"/>
                  </a:lnTo>
                  <a:lnTo>
                    <a:pt x="3555" y="19102"/>
                  </a:lnTo>
                  <a:lnTo>
                    <a:pt x="1818" y="19010"/>
                  </a:lnTo>
                  <a:lnTo>
                    <a:pt x="914" y="18667"/>
                  </a:lnTo>
                  <a:lnTo>
                    <a:pt x="429" y="17417"/>
                  </a:lnTo>
                  <a:lnTo>
                    <a:pt x="0" y="14953"/>
                  </a:lnTo>
                  <a:lnTo>
                    <a:pt x="2" y="14268"/>
                  </a:lnTo>
                  <a:lnTo>
                    <a:pt x="185" y="13090"/>
                  </a:lnTo>
                  <a:lnTo>
                    <a:pt x="1731" y="11461"/>
                  </a:lnTo>
                  <a:lnTo>
                    <a:pt x="2245" y="10603"/>
                  </a:lnTo>
                  <a:lnTo>
                    <a:pt x="4248" y="5022"/>
                  </a:lnTo>
                  <a:lnTo>
                    <a:pt x="4829" y="4254"/>
                  </a:lnTo>
                  <a:lnTo>
                    <a:pt x="5446" y="4067"/>
                  </a:lnTo>
                  <a:lnTo>
                    <a:pt x="7157" y="4455"/>
                  </a:lnTo>
                  <a:lnTo>
                    <a:pt x="8617" y="2827"/>
                  </a:lnTo>
                  <a:lnTo>
                    <a:pt x="11764" y="346"/>
                  </a:lnTo>
                  <a:lnTo>
                    <a:pt x="12455" y="51"/>
                  </a:lnTo>
                  <a:lnTo>
                    <a:pt x="14722" y="0"/>
                  </a:lnTo>
                  <a:lnTo>
                    <a:pt x="15340" y="383"/>
                  </a:lnTo>
                  <a:lnTo>
                    <a:pt x="15818" y="107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0"/>
            <p:cNvSpPr/>
            <p:nvPr/>
          </p:nvSpPr>
          <p:spPr>
            <a:xfrm>
              <a:off x="1357849" y="2007135"/>
              <a:ext cx="1134" cy="2702"/>
            </a:xfrm>
            <a:custGeom>
              <a:avLst/>
              <a:pathLst>
                <a:path w="1134" h="2702">
                  <a:moveTo>
                    <a:pt x="1134" y="2552"/>
                  </a:moveTo>
                  <a:lnTo>
                    <a:pt x="765" y="2702"/>
                  </a:lnTo>
                  <a:lnTo>
                    <a:pt x="460" y="2383"/>
                  </a:lnTo>
                  <a:lnTo>
                    <a:pt x="38" y="704"/>
                  </a:lnTo>
                  <a:lnTo>
                    <a:pt x="0" y="0"/>
                  </a:lnTo>
                  <a:lnTo>
                    <a:pt x="811" y="529"/>
                  </a:lnTo>
                  <a:lnTo>
                    <a:pt x="1121" y="175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1"/>
            <p:cNvSpPr/>
            <p:nvPr/>
          </p:nvSpPr>
          <p:spPr>
            <a:xfrm>
              <a:off x="1355730" y="2002195"/>
              <a:ext cx="1514" cy="4983"/>
            </a:xfrm>
            <a:custGeom>
              <a:avLst/>
              <a:pathLst>
                <a:path w="1514" h="4983">
                  <a:moveTo>
                    <a:pt x="1514" y="2190"/>
                  </a:moveTo>
                  <a:lnTo>
                    <a:pt x="1454" y="4544"/>
                  </a:lnTo>
                  <a:lnTo>
                    <a:pt x="1289" y="4915"/>
                  </a:lnTo>
                  <a:lnTo>
                    <a:pt x="988" y="4286"/>
                  </a:lnTo>
                  <a:lnTo>
                    <a:pt x="349" y="4983"/>
                  </a:lnTo>
                  <a:lnTo>
                    <a:pt x="0" y="4474"/>
                  </a:lnTo>
                  <a:lnTo>
                    <a:pt x="148" y="3653"/>
                  </a:lnTo>
                  <a:lnTo>
                    <a:pt x="100" y="3014"/>
                  </a:lnTo>
                  <a:lnTo>
                    <a:pt x="573" y="2963"/>
                  </a:lnTo>
                  <a:lnTo>
                    <a:pt x="686" y="1792"/>
                  </a:lnTo>
                  <a:lnTo>
                    <a:pt x="604" y="1298"/>
                  </a:lnTo>
                  <a:lnTo>
                    <a:pt x="837" y="243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2"/>
            <p:cNvSpPr/>
            <p:nvPr/>
          </p:nvSpPr>
          <p:spPr>
            <a:xfrm>
              <a:off x="1674289" y="2001068"/>
              <a:ext cx="4123" cy="11121"/>
            </a:xfrm>
            <a:custGeom>
              <a:avLst/>
              <a:pathLst>
                <a:path w="4123" h="11121">
                  <a:moveTo>
                    <a:pt x="2900" y="5445"/>
                  </a:moveTo>
                  <a:lnTo>
                    <a:pt x="4061" y="9296"/>
                  </a:lnTo>
                  <a:lnTo>
                    <a:pt x="4123" y="10648"/>
                  </a:lnTo>
                  <a:lnTo>
                    <a:pt x="3015" y="11121"/>
                  </a:lnTo>
                  <a:lnTo>
                    <a:pt x="2145" y="10927"/>
                  </a:lnTo>
                  <a:lnTo>
                    <a:pt x="1696" y="10483"/>
                  </a:lnTo>
                  <a:lnTo>
                    <a:pt x="1578" y="9855"/>
                  </a:lnTo>
                  <a:lnTo>
                    <a:pt x="1859" y="7908"/>
                  </a:lnTo>
                  <a:lnTo>
                    <a:pt x="1287" y="6762"/>
                  </a:lnTo>
                  <a:lnTo>
                    <a:pt x="625" y="6371"/>
                  </a:lnTo>
                  <a:lnTo>
                    <a:pt x="32" y="7045"/>
                  </a:lnTo>
                  <a:lnTo>
                    <a:pt x="0" y="5123"/>
                  </a:lnTo>
                  <a:lnTo>
                    <a:pt x="444" y="3744"/>
                  </a:lnTo>
                  <a:lnTo>
                    <a:pt x="196" y="1869"/>
                  </a:lnTo>
                  <a:lnTo>
                    <a:pt x="189" y="453"/>
                  </a:lnTo>
                  <a:lnTo>
                    <a:pt x="337" y="0"/>
                  </a:lnTo>
                  <a:lnTo>
                    <a:pt x="936" y="40"/>
                  </a:lnTo>
                  <a:lnTo>
                    <a:pt x="2162" y="150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3"/>
            <p:cNvSpPr/>
            <p:nvPr/>
          </p:nvSpPr>
          <p:spPr>
            <a:xfrm>
              <a:off x="1349160" y="2000806"/>
              <a:ext cx="4401" cy="10350"/>
            </a:xfrm>
            <a:custGeom>
              <a:avLst/>
              <a:pathLst>
                <a:path w="4401" h="10350">
                  <a:moveTo>
                    <a:pt x="4020" y="4262"/>
                  </a:moveTo>
                  <a:lnTo>
                    <a:pt x="3328" y="4909"/>
                  </a:lnTo>
                  <a:lnTo>
                    <a:pt x="3111" y="5733"/>
                  </a:lnTo>
                  <a:lnTo>
                    <a:pt x="2585" y="6081"/>
                  </a:lnTo>
                  <a:lnTo>
                    <a:pt x="2141" y="6752"/>
                  </a:lnTo>
                  <a:lnTo>
                    <a:pt x="652" y="9789"/>
                  </a:lnTo>
                  <a:lnTo>
                    <a:pt x="0" y="10350"/>
                  </a:lnTo>
                  <a:lnTo>
                    <a:pt x="720" y="7758"/>
                  </a:lnTo>
                  <a:lnTo>
                    <a:pt x="833" y="6934"/>
                  </a:lnTo>
                  <a:lnTo>
                    <a:pt x="847" y="6385"/>
                  </a:lnTo>
                  <a:lnTo>
                    <a:pt x="624" y="4430"/>
                  </a:lnTo>
                  <a:lnTo>
                    <a:pt x="1059" y="4516"/>
                  </a:lnTo>
                  <a:lnTo>
                    <a:pt x="1417" y="4110"/>
                  </a:lnTo>
                  <a:lnTo>
                    <a:pt x="2138" y="2377"/>
                  </a:lnTo>
                  <a:lnTo>
                    <a:pt x="2786" y="2223"/>
                  </a:lnTo>
                  <a:lnTo>
                    <a:pt x="3481" y="161"/>
                  </a:lnTo>
                  <a:lnTo>
                    <a:pt x="3857" y="0"/>
                  </a:lnTo>
                  <a:lnTo>
                    <a:pt x="4042" y="278"/>
                  </a:lnTo>
                  <a:lnTo>
                    <a:pt x="3733" y="1527"/>
                  </a:lnTo>
                  <a:lnTo>
                    <a:pt x="4401" y="2677"/>
                  </a:lnTo>
                  <a:lnTo>
                    <a:pt x="4235" y="379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4"/>
            <p:cNvSpPr/>
            <p:nvPr/>
          </p:nvSpPr>
          <p:spPr>
            <a:xfrm>
              <a:off x="1653183" y="1999247"/>
              <a:ext cx="9499" cy="18957"/>
            </a:xfrm>
            <a:custGeom>
              <a:avLst/>
              <a:pathLst>
                <a:path w="9499" h="18957">
                  <a:moveTo>
                    <a:pt x="6717" y="12744"/>
                  </a:moveTo>
                  <a:lnTo>
                    <a:pt x="6995" y="13142"/>
                  </a:lnTo>
                  <a:lnTo>
                    <a:pt x="7277" y="12862"/>
                  </a:lnTo>
                  <a:lnTo>
                    <a:pt x="7738" y="11809"/>
                  </a:lnTo>
                  <a:lnTo>
                    <a:pt x="8552" y="12017"/>
                  </a:lnTo>
                  <a:lnTo>
                    <a:pt x="9140" y="12370"/>
                  </a:lnTo>
                  <a:lnTo>
                    <a:pt x="9499" y="12803"/>
                  </a:lnTo>
                  <a:lnTo>
                    <a:pt x="9308" y="14338"/>
                  </a:lnTo>
                  <a:lnTo>
                    <a:pt x="9162" y="16830"/>
                  </a:lnTo>
                  <a:lnTo>
                    <a:pt x="8825" y="17714"/>
                  </a:lnTo>
                  <a:lnTo>
                    <a:pt x="8493" y="18957"/>
                  </a:lnTo>
                  <a:lnTo>
                    <a:pt x="7341" y="18219"/>
                  </a:lnTo>
                  <a:lnTo>
                    <a:pt x="6407" y="16638"/>
                  </a:lnTo>
                  <a:lnTo>
                    <a:pt x="5051" y="13914"/>
                  </a:lnTo>
                  <a:lnTo>
                    <a:pt x="4297" y="11949"/>
                  </a:lnTo>
                  <a:lnTo>
                    <a:pt x="4238" y="11119"/>
                  </a:lnTo>
                  <a:lnTo>
                    <a:pt x="3759" y="10516"/>
                  </a:lnTo>
                  <a:lnTo>
                    <a:pt x="2829" y="7128"/>
                  </a:lnTo>
                  <a:lnTo>
                    <a:pt x="2301" y="4449"/>
                  </a:lnTo>
                  <a:lnTo>
                    <a:pt x="1464" y="4143"/>
                  </a:lnTo>
                  <a:lnTo>
                    <a:pt x="407" y="3399"/>
                  </a:lnTo>
                  <a:lnTo>
                    <a:pt x="0" y="1931"/>
                  </a:lnTo>
                  <a:lnTo>
                    <a:pt x="281" y="647"/>
                  </a:lnTo>
                  <a:lnTo>
                    <a:pt x="1785" y="0"/>
                  </a:lnTo>
                  <a:lnTo>
                    <a:pt x="4047" y="3309"/>
                  </a:lnTo>
                  <a:lnTo>
                    <a:pt x="4391" y="4713"/>
                  </a:lnTo>
                  <a:lnTo>
                    <a:pt x="5201" y="6356"/>
                  </a:lnTo>
                  <a:lnTo>
                    <a:pt x="5355" y="8649"/>
                  </a:lnTo>
                  <a:lnTo>
                    <a:pt x="5766" y="954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5"/>
            <p:cNvSpPr/>
            <p:nvPr/>
          </p:nvSpPr>
          <p:spPr>
            <a:xfrm>
              <a:off x="1345862" y="1998324"/>
              <a:ext cx="2136" cy="2901"/>
            </a:xfrm>
            <a:custGeom>
              <a:avLst/>
              <a:pathLst>
                <a:path w="2136" h="2901">
                  <a:moveTo>
                    <a:pt x="2136" y="570"/>
                  </a:moveTo>
                  <a:lnTo>
                    <a:pt x="1977" y="2901"/>
                  </a:lnTo>
                  <a:lnTo>
                    <a:pt x="416" y="1418"/>
                  </a:lnTo>
                  <a:lnTo>
                    <a:pt x="0" y="683"/>
                  </a:lnTo>
                  <a:lnTo>
                    <a:pt x="278" y="137"/>
                  </a:lnTo>
                  <a:lnTo>
                    <a:pt x="176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6"/>
            <p:cNvSpPr/>
            <p:nvPr/>
          </p:nvSpPr>
          <p:spPr>
            <a:xfrm>
              <a:off x="1342126" y="1996916"/>
              <a:ext cx="4131" cy="7665"/>
            </a:xfrm>
            <a:custGeom>
              <a:avLst/>
              <a:pathLst>
                <a:path w="4131" h="7665">
                  <a:moveTo>
                    <a:pt x="1835" y="2654"/>
                  </a:moveTo>
                  <a:lnTo>
                    <a:pt x="2007" y="2670"/>
                  </a:lnTo>
                  <a:lnTo>
                    <a:pt x="2358" y="2444"/>
                  </a:lnTo>
                  <a:lnTo>
                    <a:pt x="3094" y="779"/>
                  </a:lnTo>
                  <a:lnTo>
                    <a:pt x="3335" y="705"/>
                  </a:lnTo>
                  <a:lnTo>
                    <a:pt x="3338" y="1219"/>
                  </a:lnTo>
                  <a:lnTo>
                    <a:pt x="2990" y="2866"/>
                  </a:lnTo>
                  <a:lnTo>
                    <a:pt x="3580" y="5065"/>
                  </a:lnTo>
                  <a:lnTo>
                    <a:pt x="4131" y="6123"/>
                  </a:lnTo>
                  <a:lnTo>
                    <a:pt x="4076" y="6494"/>
                  </a:lnTo>
                  <a:lnTo>
                    <a:pt x="2696" y="7257"/>
                  </a:lnTo>
                  <a:lnTo>
                    <a:pt x="1643" y="6707"/>
                  </a:lnTo>
                  <a:lnTo>
                    <a:pt x="1089" y="6898"/>
                  </a:lnTo>
                  <a:lnTo>
                    <a:pt x="584" y="7665"/>
                  </a:lnTo>
                  <a:lnTo>
                    <a:pt x="238" y="6815"/>
                  </a:lnTo>
                  <a:lnTo>
                    <a:pt x="0" y="2757"/>
                  </a:lnTo>
                  <a:lnTo>
                    <a:pt x="78" y="2045"/>
                  </a:lnTo>
                  <a:lnTo>
                    <a:pt x="650" y="636"/>
                  </a:lnTo>
                  <a:lnTo>
                    <a:pt x="1392" y="0"/>
                  </a:lnTo>
                  <a:lnTo>
                    <a:pt x="1713" y="186"/>
                  </a:lnTo>
                  <a:lnTo>
                    <a:pt x="1979" y="745"/>
                  </a:lnTo>
                  <a:lnTo>
                    <a:pt x="2045" y="133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7"/>
            <p:cNvSpPr/>
            <p:nvPr/>
          </p:nvSpPr>
          <p:spPr>
            <a:xfrm>
              <a:off x="1649966" y="1992352"/>
              <a:ext cx="5171" cy="8563"/>
            </a:xfrm>
            <a:custGeom>
              <a:avLst/>
              <a:pathLst>
                <a:path w="5171" h="8563">
                  <a:moveTo>
                    <a:pt x="4905" y="453"/>
                  </a:moveTo>
                  <a:lnTo>
                    <a:pt x="5154" y="1284"/>
                  </a:lnTo>
                  <a:lnTo>
                    <a:pt x="5171" y="1809"/>
                  </a:lnTo>
                  <a:lnTo>
                    <a:pt x="3527" y="3771"/>
                  </a:lnTo>
                  <a:lnTo>
                    <a:pt x="3497" y="4176"/>
                  </a:lnTo>
                  <a:lnTo>
                    <a:pt x="3111" y="5390"/>
                  </a:lnTo>
                  <a:lnTo>
                    <a:pt x="2766" y="5833"/>
                  </a:lnTo>
                  <a:lnTo>
                    <a:pt x="2154" y="7146"/>
                  </a:lnTo>
                  <a:lnTo>
                    <a:pt x="986" y="8563"/>
                  </a:lnTo>
                  <a:lnTo>
                    <a:pt x="1159" y="4306"/>
                  </a:lnTo>
                  <a:lnTo>
                    <a:pt x="0" y="1836"/>
                  </a:lnTo>
                  <a:lnTo>
                    <a:pt x="1168" y="585"/>
                  </a:lnTo>
                  <a:lnTo>
                    <a:pt x="1935" y="942"/>
                  </a:lnTo>
                  <a:lnTo>
                    <a:pt x="3206" y="1086"/>
                  </a:lnTo>
                  <a:lnTo>
                    <a:pt x="444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8"/>
            <p:cNvSpPr/>
            <p:nvPr/>
          </p:nvSpPr>
          <p:spPr>
            <a:xfrm>
              <a:off x="1400143" y="1981560"/>
              <a:ext cx="1969" cy="3982"/>
            </a:xfrm>
            <a:custGeom>
              <a:avLst/>
              <a:pathLst>
                <a:path w="1969" h="3982">
                  <a:moveTo>
                    <a:pt x="1945" y="3047"/>
                  </a:moveTo>
                  <a:lnTo>
                    <a:pt x="1504" y="3982"/>
                  </a:lnTo>
                  <a:lnTo>
                    <a:pt x="644" y="3914"/>
                  </a:lnTo>
                  <a:lnTo>
                    <a:pt x="160" y="3608"/>
                  </a:lnTo>
                  <a:lnTo>
                    <a:pt x="0" y="2793"/>
                  </a:lnTo>
                  <a:lnTo>
                    <a:pt x="1325" y="331"/>
                  </a:lnTo>
                  <a:lnTo>
                    <a:pt x="1628" y="0"/>
                  </a:lnTo>
                  <a:lnTo>
                    <a:pt x="1863" y="95"/>
                  </a:lnTo>
                  <a:lnTo>
                    <a:pt x="1969" y="11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39"/>
            <p:cNvSpPr/>
            <p:nvPr/>
          </p:nvSpPr>
          <p:spPr>
            <a:xfrm>
              <a:off x="1671439" y="1980642"/>
              <a:ext cx="10004" cy="23330"/>
            </a:xfrm>
            <a:custGeom>
              <a:avLst/>
              <a:pathLst>
                <a:path w="10004" h="23330">
                  <a:moveTo>
                    <a:pt x="9844" y="13776"/>
                  </a:moveTo>
                  <a:lnTo>
                    <a:pt x="9449" y="17022"/>
                  </a:lnTo>
                  <a:lnTo>
                    <a:pt x="8667" y="20346"/>
                  </a:lnTo>
                  <a:lnTo>
                    <a:pt x="7474" y="22134"/>
                  </a:lnTo>
                  <a:lnTo>
                    <a:pt x="6634" y="21736"/>
                  </a:lnTo>
                  <a:lnTo>
                    <a:pt x="6015" y="20296"/>
                  </a:lnTo>
                  <a:lnTo>
                    <a:pt x="5441" y="20375"/>
                  </a:lnTo>
                  <a:lnTo>
                    <a:pt x="4830" y="20078"/>
                  </a:lnTo>
                  <a:lnTo>
                    <a:pt x="4487" y="18883"/>
                  </a:lnTo>
                  <a:lnTo>
                    <a:pt x="4811" y="17344"/>
                  </a:lnTo>
                  <a:lnTo>
                    <a:pt x="4525" y="16150"/>
                  </a:lnTo>
                  <a:lnTo>
                    <a:pt x="4219" y="17194"/>
                  </a:lnTo>
                  <a:lnTo>
                    <a:pt x="3682" y="18152"/>
                  </a:lnTo>
                  <a:lnTo>
                    <a:pt x="2325" y="19397"/>
                  </a:lnTo>
                  <a:lnTo>
                    <a:pt x="1389" y="21777"/>
                  </a:lnTo>
                  <a:lnTo>
                    <a:pt x="949" y="23330"/>
                  </a:lnTo>
                  <a:lnTo>
                    <a:pt x="398" y="21637"/>
                  </a:lnTo>
                  <a:lnTo>
                    <a:pt x="46" y="17631"/>
                  </a:lnTo>
                  <a:lnTo>
                    <a:pt x="0" y="15930"/>
                  </a:lnTo>
                  <a:lnTo>
                    <a:pt x="983" y="13364"/>
                  </a:lnTo>
                  <a:lnTo>
                    <a:pt x="2254" y="10927"/>
                  </a:lnTo>
                  <a:lnTo>
                    <a:pt x="2511" y="3654"/>
                  </a:lnTo>
                  <a:lnTo>
                    <a:pt x="6550" y="0"/>
                  </a:lnTo>
                  <a:lnTo>
                    <a:pt x="6925" y="189"/>
                  </a:lnTo>
                  <a:lnTo>
                    <a:pt x="8237" y="2917"/>
                  </a:lnTo>
                  <a:lnTo>
                    <a:pt x="9632" y="6729"/>
                  </a:lnTo>
                  <a:lnTo>
                    <a:pt x="9994" y="8446"/>
                  </a:lnTo>
                  <a:lnTo>
                    <a:pt x="10004" y="1144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0"/>
            <p:cNvSpPr/>
            <p:nvPr/>
          </p:nvSpPr>
          <p:spPr>
            <a:xfrm>
              <a:off x="1649760" y="1969300"/>
              <a:ext cx="20198" cy="48066"/>
            </a:xfrm>
            <a:custGeom>
              <a:avLst/>
              <a:pathLst>
                <a:path w="20198" h="48066">
                  <a:moveTo>
                    <a:pt x="2146" y="0"/>
                  </a:moveTo>
                  <a:lnTo>
                    <a:pt x="4298" y="633"/>
                  </a:lnTo>
                  <a:lnTo>
                    <a:pt x="6270" y="572"/>
                  </a:lnTo>
                  <a:lnTo>
                    <a:pt x="6943" y="1791"/>
                  </a:lnTo>
                  <a:lnTo>
                    <a:pt x="7388" y="3076"/>
                  </a:lnTo>
                  <a:lnTo>
                    <a:pt x="7647" y="4285"/>
                  </a:lnTo>
                  <a:lnTo>
                    <a:pt x="7718" y="5417"/>
                  </a:lnTo>
                  <a:lnTo>
                    <a:pt x="7665" y="6219"/>
                  </a:lnTo>
                  <a:lnTo>
                    <a:pt x="7425" y="7074"/>
                  </a:lnTo>
                  <a:lnTo>
                    <a:pt x="7478" y="7362"/>
                  </a:lnTo>
                  <a:lnTo>
                    <a:pt x="11328" y="10170"/>
                  </a:lnTo>
                  <a:lnTo>
                    <a:pt x="13144" y="13125"/>
                  </a:lnTo>
                  <a:lnTo>
                    <a:pt x="13869" y="14677"/>
                  </a:lnTo>
                  <a:lnTo>
                    <a:pt x="14287" y="15989"/>
                  </a:lnTo>
                  <a:lnTo>
                    <a:pt x="15045" y="19271"/>
                  </a:lnTo>
                  <a:lnTo>
                    <a:pt x="16650" y="23080"/>
                  </a:lnTo>
                  <a:lnTo>
                    <a:pt x="17492" y="24240"/>
                  </a:lnTo>
                  <a:lnTo>
                    <a:pt x="17969" y="25370"/>
                  </a:lnTo>
                  <a:lnTo>
                    <a:pt x="17701" y="25413"/>
                  </a:lnTo>
                  <a:lnTo>
                    <a:pt x="16570" y="24576"/>
                  </a:lnTo>
                  <a:lnTo>
                    <a:pt x="14124" y="22021"/>
                  </a:lnTo>
                  <a:lnTo>
                    <a:pt x="13925" y="22124"/>
                  </a:lnTo>
                  <a:lnTo>
                    <a:pt x="13704" y="23506"/>
                  </a:lnTo>
                  <a:lnTo>
                    <a:pt x="13324" y="24719"/>
                  </a:lnTo>
                  <a:lnTo>
                    <a:pt x="12762" y="25589"/>
                  </a:lnTo>
                  <a:lnTo>
                    <a:pt x="13212" y="25851"/>
                  </a:lnTo>
                  <a:lnTo>
                    <a:pt x="15185" y="25302"/>
                  </a:lnTo>
                  <a:lnTo>
                    <a:pt x="16841" y="27793"/>
                  </a:lnTo>
                  <a:lnTo>
                    <a:pt x="17486" y="28238"/>
                  </a:lnTo>
                  <a:lnTo>
                    <a:pt x="18111" y="30027"/>
                  </a:lnTo>
                  <a:lnTo>
                    <a:pt x="18132" y="30713"/>
                  </a:lnTo>
                  <a:lnTo>
                    <a:pt x="17768" y="32037"/>
                  </a:lnTo>
                  <a:lnTo>
                    <a:pt x="17490" y="32576"/>
                  </a:lnTo>
                  <a:lnTo>
                    <a:pt x="17583" y="32941"/>
                  </a:lnTo>
                  <a:lnTo>
                    <a:pt x="18046" y="33130"/>
                  </a:lnTo>
                  <a:lnTo>
                    <a:pt x="19873" y="32757"/>
                  </a:lnTo>
                  <a:lnTo>
                    <a:pt x="20198" y="33408"/>
                  </a:lnTo>
                  <a:lnTo>
                    <a:pt x="19926" y="38572"/>
                  </a:lnTo>
                  <a:lnTo>
                    <a:pt x="20185" y="40474"/>
                  </a:lnTo>
                  <a:lnTo>
                    <a:pt x="20181" y="41338"/>
                  </a:lnTo>
                  <a:lnTo>
                    <a:pt x="19969" y="42485"/>
                  </a:lnTo>
                  <a:lnTo>
                    <a:pt x="19962" y="43454"/>
                  </a:lnTo>
                  <a:lnTo>
                    <a:pt x="20127" y="44450"/>
                  </a:lnTo>
                  <a:lnTo>
                    <a:pt x="20148" y="45339"/>
                  </a:lnTo>
                  <a:lnTo>
                    <a:pt x="19684" y="47659"/>
                  </a:lnTo>
                  <a:lnTo>
                    <a:pt x="19195" y="48048"/>
                  </a:lnTo>
                  <a:lnTo>
                    <a:pt x="18405" y="48066"/>
                  </a:lnTo>
                  <a:lnTo>
                    <a:pt x="17781" y="47406"/>
                  </a:lnTo>
                  <a:lnTo>
                    <a:pt x="16906" y="45412"/>
                  </a:lnTo>
                  <a:lnTo>
                    <a:pt x="16055" y="42313"/>
                  </a:lnTo>
                  <a:lnTo>
                    <a:pt x="15726" y="41870"/>
                  </a:lnTo>
                  <a:lnTo>
                    <a:pt x="14609" y="41406"/>
                  </a:lnTo>
                  <a:lnTo>
                    <a:pt x="14406" y="41038"/>
                  </a:lnTo>
                  <a:lnTo>
                    <a:pt x="13692" y="40973"/>
                  </a:lnTo>
                  <a:lnTo>
                    <a:pt x="13187" y="39697"/>
                  </a:lnTo>
                  <a:lnTo>
                    <a:pt x="13248" y="38025"/>
                  </a:lnTo>
                  <a:lnTo>
                    <a:pt x="12811" y="36320"/>
                  </a:lnTo>
                  <a:lnTo>
                    <a:pt x="12865" y="35555"/>
                  </a:lnTo>
                  <a:lnTo>
                    <a:pt x="12375" y="35235"/>
                  </a:lnTo>
                  <a:lnTo>
                    <a:pt x="11961" y="35715"/>
                  </a:lnTo>
                  <a:lnTo>
                    <a:pt x="12176" y="37387"/>
                  </a:lnTo>
                  <a:lnTo>
                    <a:pt x="11934" y="38683"/>
                  </a:lnTo>
                  <a:lnTo>
                    <a:pt x="11047" y="38139"/>
                  </a:lnTo>
                  <a:lnTo>
                    <a:pt x="9567" y="34002"/>
                  </a:lnTo>
                  <a:lnTo>
                    <a:pt x="7887" y="30680"/>
                  </a:lnTo>
                  <a:lnTo>
                    <a:pt x="7229" y="29890"/>
                  </a:lnTo>
                  <a:lnTo>
                    <a:pt x="7405" y="28927"/>
                  </a:lnTo>
                  <a:lnTo>
                    <a:pt x="8234" y="28416"/>
                  </a:lnTo>
                  <a:lnTo>
                    <a:pt x="8906" y="28456"/>
                  </a:lnTo>
                  <a:lnTo>
                    <a:pt x="9042" y="27883"/>
                  </a:lnTo>
                  <a:lnTo>
                    <a:pt x="7638" y="24676"/>
                  </a:lnTo>
                  <a:lnTo>
                    <a:pt x="7684" y="23766"/>
                  </a:lnTo>
                  <a:lnTo>
                    <a:pt x="8196" y="22147"/>
                  </a:lnTo>
                  <a:lnTo>
                    <a:pt x="7557" y="21470"/>
                  </a:lnTo>
                  <a:lnTo>
                    <a:pt x="5807" y="21978"/>
                  </a:lnTo>
                  <a:lnTo>
                    <a:pt x="5188" y="21639"/>
                  </a:lnTo>
                  <a:lnTo>
                    <a:pt x="4682" y="20340"/>
                  </a:lnTo>
                  <a:lnTo>
                    <a:pt x="4385" y="19214"/>
                  </a:lnTo>
                  <a:lnTo>
                    <a:pt x="2866" y="19009"/>
                  </a:lnTo>
                  <a:lnTo>
                    <a:pt x="2292" y="19149"/>
                  </a:lnTo>
                  <a:lnTo>
                    <a:pt x="1302" y="17446"/>
                  </a:lnTo>
                  <a:lnTo>
                    <a:pt x="851" y="16371"/>
                  </a:lnTo>
                  <a:lnTo>
                    <a:pt x="1030" y="15820"/>
                  </a:lnTo>
                  <a:lnTo>
                    <a:pt x="1942" y="14853"/>
                  </a:lnTo>
                  <a:lnTo>
                    <a:pt x="2475" y="14989"/>
                  </a:lnTo>
                  <a:lnTo>
                    <a:pt x="3499" y="16021"/>
                  </a:lnTo>
                  <a:lnTo>
                    <a:pt x="3899" y="15982"/>
                  </a:lnTo>
                  <a:lnTo>
                    <a:pt x="4917" y="14614"/>
                  </a:lnTo>
                  <a:lnTo>
                    <a:pt x="5072" y="13377"/>
                  </a:lnTo>
                  <a:lnTo>
                    <a:pt x="5832" y="12363"/>
                  </a:lnTo>
                  <a:lnTo>
                    <a:pt x="5712" y="11291"/>
                  </a:lnTo>
                  <a:lnTo>
                    <a:pt x="5291" y="9470"/>
                  </a:lnTo>
                  <a:lnTo>
                    <a:pt x="4359" y="8962"/>
                  </a:lnTo>
                  <a:lnTo>
                    <a:pt x="2459" y="10044"/>
                  </a:lnTo>
                  <a:lnTo>
                    <a:pt x="805" y="11714"/>
                  </a:lnTo>
                  <a:lnTo>
                    <a:pt x="143" y="11062"/>
                  </a:lnTo>
                  <a:lnTo>
                    <a:pt x="0" y="10039"/>
                  </a:lnTo>
                  <a:lnTo>
                    <a:pt x="1770" y="7255"/>
                  </a:lnTo>
                  <a:lnTo>
                    <a:pt x="2547" y="5719"/>
                  </a:lnTo>
                  <a:lnTo>
                    <a:pt x="2396" y="4807"/>
                  </a:lnTo>
                  <a:lnTo>
                    <a:pt x="1825" y="3630"/>
                  </a:lnTo>
                  <a:lnTo>
                    <a:pt x="1777" y="67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1"/>
            <p:cNvSpPr/>
            <p:nvPr/>
          </p:nvSpPr>
          <p:spPr>
            <a:xfrm>
              <a:off x="1657908" y="1965915"/>
              <a:ext cx="4639" cy="6194"/>
            </a:xfrm>
            <a:custGeom>
              <a:avLst/>
              <a:pathLst>
                <a:path w="4639" h="6194">
                  <a:moveTo>
                    <a:pt x="2926" y="6101"/>
                  </a:moveTo>
                  <a:lnTo>
                    <a:pt x="2347" y="6194"/>
                  </a:lnTo>
                  <a:lnTo>
                    <a:pt x="1660" y="5742"/>
                  </a:lnTo>
                  <a:lnTo>
                    <a:pt x="29" y="3334"/>
                  </a:lnTo>
                  <a:lnTo>
                    <a:pt x="0" y="2627"/>
                  </a:lnTo>
                  <a:lnTo>
                    <a:pt x="233" y="1825"/>
                  </a:lnTo>
                  <a:lnTo>
                    <a:pt x="1159" y="353"/>
                  </a:lnTo>
                  <a:lnTo>
                    <a:pt x="1539" y="0"/>
                  </a:lnTo>
                  <a:lnTo>
                    <a:pt x="3765" y="155"/>
                  </a:lnTo>
                  <a:lnTo>
                    <a:pt x="4477" y="549"/>
                  </a:lnTo>
                  <a:lnTo>
                    <a:pt x="4639" y="1236"/>
                  </a:lnTo>
                  <a:lnTo>
                    <a:pt x="4603" y="1934"/>
                  </a:lnTo>
                  <a:lnTo>
                    <a:pt x="4369" y="2641"/>
                  </a:lnTo>
                  <a:lnTo>
                    <a:pt x="4315" y="3382"/>
                  </a:lnTo>
                  <a:lnTo>
                    <a:pt x="4440" y="4153"/>
                  </a:lnTo>
                  <a:lnTo>
                    <a:pt x="4181" y="491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2"/>
            <p:cNvSpPr/>
            <p:nvPr/>
          </p:nvSpPr>
          <p:spPr>
            <a:xfrm>
              <a:off x="1661754" y="1964585"/>
              <a:ext cx="7178" cy="16824"/>
            </a:xfrm>
            <a:custGeom>
              <a:avLst/>
              <a:pathLst>
                <a:path w="7178" h="16824">
                  <a:moveTo>
                    <a:pt x="6661" y="11506"/>
                  </a:moveTo>
                  <a:lnTo>
                    <a:pt x="6427" y="16415"/>
                  </a:lnTo>
                  <a:lnTo>
                    <a:pt x="5977" y="16137"/>
                  </a:lnTo>
                  <a:lnTo>
                    <a:pt x="5549" y="16127"/>
                  </a:lnTo>
                  <a:lnTo>
                    <a:pt x="4675" y="16824"/>
                  </a:lnTo>
                  <a:lnTo>
                    <a:pt x="3752" y="16518"/>
                  </a:lnTo>
                  <a:lnTo>
                    <a:pt x="3320" y="15973"/>
                  </a:lnTo>
                  <a:lnTo>
                    <a:pt x="3161" y="15342"/>
                  </a:lnTo>
                  <a:lnTo>
                    <a:pt x="3326" y="13885"/>
                  </a:lnTo>
                  <a:lnTo>
                    <a:pt x="2814" y="13073"/>
                  </a:lnTo>
                  <a:lnTo>
                    <a:pt x="1090" y="12776"/>
                  </a:lnTo>
                  <a:lnTo>
                    <a:pt x="444" y="12428"/>
                  </a:lnTo>
                  <a:lnTo>
                    <a:pt x="86" y="10894"/>
                  </a:lnTo>
                  <a:lnTo>
                    <a:pt x="0" y="8882"/>
                  </a:lnTo>
                  <a:lnTo>
                    <a:pt x="270" y="8130"/>
                  </a:lnTo>
                  <a:lnTo>
                    <a:pt x="1138" y="7597"/>
                  </a:lnTo>
                  <a:lnTo>
                    <a:pt x="1816" y="5159"/>
                  </a:lnTo>
                  <a:lnTo>
                    <a:pt x="2192" y="4831"/>
                  </a:lnTo>
                  <a:lnTo>
                    <a:pt x="3624" y="0"/>
                  </a:lnTo>
                  <a:lnTo>
                    <a:pt x="4343" y="333"/>
                  </a:lnTo>
                  <a:lnTo>
                    <a:pt x="5602" y="3275"/>
                  </a:lnTo>
                  <a:lnTo>
                    <a:pt x="7178" y="752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3"/>
            <p:cNvSpPr/>
            <p:nvPr/>
          </p:nvSpPr>
          <p:spPr>
            <a:xfrm>
              <a:off x="1411046" y="1961578"/>
              <a:ext cx="3773" cy="5566"/>
            </a:xfrm>
            <a:custGeom>
              <a:avLst/>
              <a:pathLst>
                <a:path w="3773" h="5566">
                  <a:moveTo>
                    <a:pt x="1071" y="4868"/>
                  </a:moveTo>
                  <a:lnTo>
                    <a:pt x="294" y="5566"/>
                  </a:lnTo>
                  <a:lnTo>
                    <a:pt x="36" y="5326"/>
                  </a:lnTo>
                  <a:lnTo>
                    <a:pt x="0" y="4746"/>
                  </a:lnTo>
                  <a:lnTo>
                    <a:pt x="184" y="3823"/>
                  </a:lnTo>
                  <a:lnTo>
                    <a:pt x="543" y="2907"/>
                  </a:lnTo>
                  <a:lnTo>
                    <a:pt x="1742" y="1158"/>
                  </a:lnTo>
                  <a:lnTo>
                    <a:pt x="2948" y="0"/>
                  </a:lnTo>
                  <a:lnTo>
                    <a:pt x="3563" y="69"/>
                  </a:lnTo>
                  <a:lnTo>
                    <a:pt x="3773" y="807"/>
                  </a:lnTo>
                  <a:lnTo>
                    <a:pt x="3020" y="233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4"/>
            <p:cNvSpPr/>
            <p:nvPr/>
          </p:nvSpPr>
          <p:spPr>
            <a:xfrm>
              <a:off x="1416100" y="1961336"/>
              <a:ext cx="2610" cy="2838"/>
            </a:xfrm>
            <a:custGeom>
              <a:avLst/>
              <a:pathLst>
                <a:path w="2610" h="2838">
                  <a:moveTo>
                    <a:pt x="1402" y="2773"/>
                  </a:moveTo>
                  <a:lnTo>
                    <a:pt x="843" y="2838"/>
                  </a:lnTo>
                  <a:lnTo>
                    <a:pt x="0" y="2060"/>
                  </a:lnTo>
                  <a:lnTo>
                    <a:pt x="112" y="1126"/>
                  </a:lnTo>
                  <a:lnTo>
                    <a:pt x="1310" y="0"/>
                  </a:lnTo>
                  <a:lnTo>
                    <a:pt x="2517" y="171"/>
                  </a:lnTo>
                  <a:lnTo>
                    <a:pt x="2610" y="800"/>
                  </a:lnTo>
                  <a:lnTo>
                    <a:pt x="2554" y="1504"/>
                  </a:lnTo>
                  <a:lnTo>
                    <a:pt x="2454" y="1916"/>
                  </a:lnTo>
                  <a:lnTo>
                    <a:pt x="2070" y="233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5"/>
            <p:cNvSpPr/>
            <p:nvPr/>
          </p:nvSpPr>
          <p:spPr>
            <a:xfrm>
              <a:off x="1240839" y="1960558"/>
              <a:ext cx="3314" cy="2737"/>
            </a:xfrm>
            <a:custGeom>
              <a:avLst/>
              <a:pathLst>
                <a:path w="3314" h="2737">
                  <a:moveTo>
                    <a:pt x="124" y="0"/>
                  </a:moveTo>
                  <a:lnTo>
                    <a:pt x="1615" y="588"/>
                  </a:lnTo>
                  <a:lnTo>
                    <a:pt x="2449" y="204"/>
                  </a:lnTo>
                  <a:lnTo>
                    <a:pt x="3185" y="512"/>
                  </a:lnTo>
                  <a:lnTo>
                    <a:pt x="3314" y="1211"/>
                  </a:lnTo>
                  <a:lnTo>
                    <a:pt x="2036" y="2737"/>
                  </a:lnTo>
                  <a:lnTo>
                    <a:pt x="1516" y="2640"/>
                  </a:lnTo>
                  <a:lnTo>
                    <a:pt x="0" y="80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6"/>
            <p:cNvSpPr/>
            <p:nvPr/>
          </p:nvSpPr>
          <p:spPr>
            <a:xfrm>
              <a:off x="1658926" y="1955839"/>
              <a:ext cx="4315" cy="8384"/>
            </a:xfrm>
            <a:custGeom>
              <a:avLst/>
              <a:pathLst>
                <a:path w="4315" h="8384">
                  <a:moveTo>
                    <a:pt x="2284" y="7951"/>
                  </a:moveTo>
                  <a:lnTo>
                    <a:pt x="2162" y="8384"/>
                  </a:lnTo>
                  <a:lnTo>
                    <a:pt x="719" y="8342"/>
                  </a:lnTo>
                  <a:lnTo>
                    <a:pt x="195" y="7987"/>
                  </a:lnTo>
                  <a:lnTo>
                    <a:pt x="0" y="6723"/>
                  </a:lnTo>
                  <a:lnTo>
                    <a:pt x="134" y="5553"/>
                  </a:lnTo>
                  <a:lnTo>
                    <a:pt x="471" y="4650"/>
                  </a:lnTo>
                  <a:lnTo>
                    <a:pt x="878" y="2907"/>
                  </a:lnTo>
                  <a:lnTo>
                    <a:pt x="1198" y="0"/>
                  </a:lnTo>
                  <a:lnTo>
                    <a:pt x="3317" y="3252"/>
                  </a:lnTo>
                  <a:lnTo>
                    <a:pt x="3967" y="4699"/>
                  </a:lnTo>
                  <a:lnTo>
                    <a:pt x="4315" y="6469"/>
                  </a:lnTo>
                  <a:lnTo>
                    <a:pt x="3563" y="7130"/>
                  </a:lnTo>
                  <a:lnTo>
                    <a:pt x="2652" y="745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7"/>
            <p:cNvSpPr/>
            <p:nvPr/>
          </p:nvSpPr>
          <p:spPr>
            <a:xfrm>
              <a:off x="1642545" y="1951774"/>
              <a:ext cx="7406" cy="25275"/>
            </a:xfrm>
            <a:custGeom>
              <a:avLst/>
              <a:pathLst>
                <a:path w="7406" h="25275">
                  <a:moveTo>
                    <a:pt x="4553" y="2581"/>
                  </a:moveTo>
                  <a:lnTo>
                    <a:pt x="5289" y="4628"/>
                  </a:lnTo>
                  <a:lnTo>
                    <a:pt x="6356" y="4462"/>
                  </a:lnTo>
                  <a:lnTo>
                    <a:pt x="6955" y="6010"/>
                  </a:lnTo>
                  <a:lnTo>
                    <a:pt x="7406" y="8329"/>
                  </a:lnTo>
                  <a:lnTo>
                    <a:pt x="7078" y="9816"/>
                  </a:lnTo>
                  <a:lnTo>
                    <a:pt x="6604" y="9485"/>
                  </a:lnTo>
                  <a:lnTo>
                    <a:pt x="6079" y="10346"/>
                  </a:lnTo>
                  <a:lnTo>
                    <a:pt x="5757" y="13203"/>
                  </a:lnTo>
                  <a:lnTo>
                    <a:pt x="5906" y="16064"/>
                  </a:lnTo>
                  <a:lnTo>
                    <a:pt x="5745" y="18916"/>
                  </a:lnTo>
                  <a:lnTo>
                    <a:pt x="5133" y="21827"/>
                  </a:lnTo>
                  <a:lnTo>
                    <a:pt x="5006" y="23774"/>
                  </a:lnTo>
                  <a:lnTo>
                    <a:pt x="4767" y="24360"/>
                  </a:lnTo>
                  <a:lnTo>
                    <a:pt x="4503" y="24561"/>
                  </a:lnTo>
                  <a:lnTo>
                    <a:pt x="4162" y="24033"/>
                  </a:lnTo>
                  <a:lnTo>
                    <a:pt x="3669" y="23619"/>
                  </a:lnTo>
                  <a:lnTo>
                    <a:pt x="3045" y="25262"/>
                  </a:lnTo>
                  <a:lnTo>
                    <a:pt x="2282" y="25275"/>
                  </a:lnTo>
                  <a:lnTo>
                    <a:pt x="1652" y="21542"/>
                  </a:lnTo>
                  <a:lnTo>
                    <a:pt x="2216" y="15330"/>
                  </a:lnTo>
                  <a:lnTo>
                    <a:pt x="3477" y="14064"/>
                  </a:lnTo>
                  <a:lnTo>
                    <a:pt x="2726" y="12376"/>
                  </a:lnTo>
                  <a:lnTo>
                    <a:pt x="1139" y="10409"/>
                  </a:lnTo>
                  <a:lnTo>
                    <a:pt x="1274" y="9314"/>
                  </a:lnTo>
                  <a:lnTo>
                    <a:pt x="70" y="6154"/>
                  </a:lnTo>
                  <a:lnTo>
                    <a:pt x="0" y="5403"/>
                  </a:lnTo>
                  <a:lnTo>
                    <a:pt x="192" y="2767"/>
                  </a:lnTo>
                  <a:lnTo>
                    <a:pt x="1319" y="418"/>
                  </a:lnTo>
                  <a:lnTo>
                    <a:pt x="2808" y="0"/>
                  </a:lnTo>
                  <a:lnTo>
                    <a:pt x="3847" y="1005"/>
                  </a:lnTo>
                  <a:lnTo>
                    <a:pt x="4429" y="186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8"/>
            <p:cNvSpPr/>
            <p:nvPr/>
          </p:nvSpPr>
          <p:spPr>
            <a:xfrm>
              <a:off x="1647214" y="1947744"/>
              <a:ext cx="11683" cy="18230"/>
            </a:xfrm>
            <a:custGeom>
              <a:avLst/>
              <a:pathLst>
                <a:path w="11683" h="18230">
                  <a:moveTo>
                    <a:pt x="6963" y="1926"/>
                  </a:moveTo>
                  <a:lnTo>
                    <a:pt x="7718" y="2852"/>
                  </a:lnTo>
                  <a:lnTo>
                    <a:pt x="8129" y="1882"/>
                  </a:lnTo>
                  <a:lnTo>
                    <a:pt x="8896" y="1927"/>
                  </a:lnTo>
                  <a:lnTo>
                    <a:pt x="10318" y="2790"/>
                  </a:lnTo>
                  <a:lnTo>
                    <a:pt x="11164" y="4086"/>
                  </a:lnTo>
                  <a:lnTo>
                    <a:pt x="11642" y="5567"/>
                  </a:lnTo>
                  <a:lnTo>
                    <a:pt x="11683" y="6449"/>
                  </a:lnTo>
                  <a:lnTo>
                    <a:pt x="11538" y="8454"/>
                  </a:lnTo>
                  <a:lnTo>
                    <a:pt x="11644" y="10508"/>
                  </a:lnTo>
                  <a:lnTo>
                    <a:pt x="11585" y="11572"/>
                  </a:lnTo>
                  <a:lnTo>
                    <a:pt x="11396" y="12453"/>
                  </a:lnTo>
                  <a:lnTo>
                    <a:pt x="11075" y="13148"/>
                  </a:lnTo>
                  <a:lnTo>
                    <a:pt x="10725" y="13236"/>
                  </a:lnTo>
                  <a:lnTo>
                    <a:pt x="9618" y="11389"/>
                  </a:lnTo>
                  <a:lnTo>
                    <a:pt x="8351" y="8062"/>
                  </a:lnTo>
                  <a:lnTo>
                    <a:pt x="7386" y="7051"/>
                  </a:lnTo>
                  <a:lnTo>
                    <a:pt x="7347" y="7393"/>
                  </a:lnTo>
                  <a:lnTo>
                    <a:pt x="7612" y="8346"/>
                  </a:lnTo>
                  <a:lnTo>
                    <a:pt x="8400" y="10135"/>
                  </a:lnTo>
                  <a:lnTo>
                    <a:pt x="8541" y="11212"/>
                  </a:lnTo>
                  <a:lnTo>
                    <a:pt x="9095" y="12525"/>
                  </a:lnTo>
                  <a:lnTo>
                    <a:pt x="9343" y="13520"/>
                  </a:lnTo>
                  <a:lnTo>
                    <a:pt x="9484" y="14827"/>
                  </a:lnTo>
                  <a:lnTo>
                    <a:pt x="9478" y="15970"/>
                  </a:lnTo>
                  <a:lnTo>
                    <a:pt x="9326" y="16947"/>
                  </a:lnTo>
                  <a:lnTo>
                    <a:pt x="9068" y="17573"/>
                  </a:lnTo>
                  <a:lnTo>
                    <a:pt x="8707" y="17850"/>
                  </a:lnTo>
                  <a:lnTo>
                    <a:pt x="6775" y="17576"/>
                  </a:lnTo>
                  <a:lnTo>
                    <a:pt x="5624" y="18230"/>
                  </a:lnTo>
                  <a:lnTo>
                    <a:pt x="4277" y="17865"/>
                  </a:lnTo>
                  <a:lnTo>
                    <a:pt x="3952" y="17276"/>
                  </a:lnTo>
                  <a:lnTo>
                    <a:pt x="3749" y="16308"/>
                  </a:lnTo>
                  <a:lnTo>
                    <a:pt x="3646" y="13959"/>
                  </a:lnTo>
                  <a:lnTo>
                    <a:pt x="3307" y="10599"/>
                  </a:lnTo>
                  <a:lnTo>
                    <a:pt x="3389" y="8013"/>
                  </a:lnTo>
                  <a:lnTo>
                    <a:pt x="2520" y="5674"/>
                  </a:lnTo>
                  <a:lnTo>
                    <a:pt x="1776" y="4265"/>
                  </a:lnTo>
                  <a:lnTo>
                    <a:pt x="705" y="3002"/>
                  </a:lnTo>
                  <a:lnTo>
                    <a:pt x="0" y="1747"/>
                  </a:lnTo>
                  <a:lnTo>
                    <a:pt x="194" y="745"/>
                  </a:lnTo>
                  <a:lnTo>
                    <a:pt x="1288" y="0"/>
                  </a:lnTo>
                  <a:lnTo>
                    <a:pt x="3085" y="1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49"/>
            <p:cNvSpPr/>
            <p:nvPr/>
          </p:nvSpPr>
          <p:spPr>
            <a:xfrm>
              <a:off x="1426973" y="1944306"/>
              <a:ext cx="5301" cy="5455"/>
            </a:xfrm>
            <a:custGeom>
              <a:avLst/>
              <a:pathLst>
                <a:path w="5301" h="5455">
                  <a:moveTo>
                    <a:pt x="4173" y="1778"/>
                  </a:moveTo>
                  <a:lnTo>
                    <a:pt x="2729" y="2732"/>
                  </a:lnTo>
                  <a:lnTo>
                    <a:pt x="2472" y="2692"/>
                  </a:lnTo>
                  <a:lnTo>
                    <a:pt x="1580" y="4622"/>
                  </a:lnTo>
                  <a:lnTo>
                    <a:pt x="899" y="5455"/>
                  </a:lnTo>
                  <a:lnTo>
                    <a:pt x="0" y="3934"/>
                  </a:lnTo>
                  <a:lnTo>
                    <a:pt x="230" y="1569"/>
                  </a:lnTo>
                  <a:lnTo>
                    <a:pt x="1015" y="0"/>
                  </a:lnTo>
                  <a:lnTo>
                    <a:pt x="4986" y="523"/>
                  </a:lnTo>
                  <a:lnTo>
                    <a:pt x="5293" y="963"/>
                  </a:lnTo>
                  <a:lnTo>
                    <a:pt x="5301" y="1338"/>
                  </a:lnTo>
                  <a:lnTo>
                    <a:pt x="5009" y="164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0"/>
            <p:cNvSpPr/>
            <p:nvPr/>
          </p:nvSpPr>
          <p:spPr>
            <a:xfrm>
              <a:off x="1233793" y="1942629"/>
              <a:ext cx="3071" cy="3103"/>
            </a:xfrm>
            <a:custGeom>
              <a:avLst/>
              <a:pathLst>
                <a:path w="3071" h="3103">
                  <a:moveTo>
                    <a:pt x="2567" y="1709"/>
                  </a:moveTo>
                  <a:lnTo>
                    <a:pt x="1392" y="3103"/>
                  </a:lnTo>
                  <a:lnTo>
                    <a:pt x="325" y="2588"/>
                  </a:lnTo>
                  <a:lnTo>
                    <a:pt x="8" y="1572"/>
                  </a:lnTo>
                  <a:lnTo>
                    <a:pt x="0" y="1145"/>
                  </a:lnTo>
                  <a:lnTo>
                    <a:pt x="307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1"/>
            <p:cNvSpPr/>
            <p:nvPr/>
          </p:nvSpPr>
          <p:spPr>
            <a:xfrm>
              <a:off x="1626282" y="1933984"/>
              <a:ext cx="13765" cy="38951"/>
            </a:xfrm>
            <a:custGeom>
              <a:avLst/>
              <a:pathLst>
                <a:path w="13765" h="38951">
                  <a:moveTo>
                    <a:pt x="9685" y="5406"/>
                  </a:moveTo>
                  <a:lnTo>
                    <a:pt x="10650" y="8648"/>
                  </a:lnTo>
                  <a:lnTo>
                    <a:pt x="11350" y="11164"/>
                  </a:lnTo>
                  <a:lnTo>
                    <a:pt x="11971" y="14188"/>
                  </a:lnTo>
                  <a:lnTo>
                    <a:pt x="13012" y="20450"/>
                  </a:lnTo>
                  <a:lnTo>
                    <a:pt x="13497" y="22819"/>
                  </a:lnTo>
                  <a:lnTo>
                    <a:pt x="13649" y="24113"/>
                  </a:lnTo>
                  <a:lnTo>
                    <a:pt x="13765" y="27509"/>
                  </a:lnTo>
                  <a:lnTo>
                    <a:pt x="13608" y="28239"/>
                  </a:lnTo>
                  <a:lnTo>
                    <a:pt x="13297" y="28908"/>
                  </a:lnTo>
                  <a:lnTo>
                    <a:pt x="13236" y="29878"/>
                  </a:lnTo>
                  <a:lnTo>
                    <a:pt x="13525" y="32466"/>
                  </a:lnTo>
                  <a:lnTo>
                    <a:pt x="13544" y="36402"/>
                  </a:lnTo>
                  <a:lnTo>
                    <a:pt x="13271" y="38617"/>
                  </a:lnTo>
                  <a:lnTo>
                    <a:pt x="12955" y="38951"/>
                  </a:lnTo>
                  <a:lnTo>
                    <a:pt x="12178" y="38224"/>
                  </a:lnTo>
                  <a:lnTo>
                    <a:pt x="11540" y="37028"/>
                  </a:lnTo>
                  <a:lnTo>
                    <a:pt x="11068" y="35780"/>
                  </a:lnTo>
                  <a:lnTo>
                    <a:pt x="9908" y="31840"/>
                  </a:lnTo>
                  <a:lnTo>
                    <a:pt x="9563" y="30005"/>
                  </a:lnTo>
                  <a:lnTo>
                    <a:pt x="9542" y="28684"/>
                  </a:lnTo>
                  <a:lnTo>
                    <a:pt x="9721" y="27723"/>
                  </a:lnTo>
                  <a:lnTo>
                    <a:pt x="10101" y="27126"/>
                  </a:lnTo>
                  <a:lnTo>
                    <a:pt x="10760" y="25527"/>
                  </a:lnTo>
                  <a:lnTo>
                    <a:pt x="10666" y="25274"/>
                  </a:lnTo>
                  <a:lnTo>
                    <a:pt x="10165" y="25630"/>
                  </a:lnTo>
                  <a:lnTo>
                    <a:pt x="9140" y="25832"/>
                  </a:lnTo>
                  <a:lnTo>
                    <a:pt x="8239" y="24571"/>
                  </a:lnTo>
                  <a:lnTo>
                    <a:pt x="7536" y="23904"/>
                  </a:lnTo>
                  <a:lnTo>
                    <a:pt x="7678" y="21630"/>
                  </a:lnTo>
                  <a:lnTo>
                    <a:pt x="7490" y="20987"/>
                  </a:lnTo>
                  <a:lnTo>
                    <a:pt x="6108" y="21690"/>
                  </a:lnTo>
                  <a:lnTo>
                    <a:pt x="5588" y="21053"/>
                  </a:lnTo>
                  <a:lnTo>
                    <a:pt x="5474" y="20199"/>
                  </a:lnTo>
                  <a:lnTo>
                    <a:pt x="5500" y="18922"/>
                  </a:lnTo>
                  <a:lnTo>
                    <a:pt x="5764" y="17804"/>
                  </a:lnTo>
                  <a:lnTo>
                    <a:pt x="7076" y="14982"/>
                  </a:lnTo>
                  <a:lnTo>
                    <a:pt x="6944" y="14462"/>
                  </a:lnTo>
                  <a:lnTo>
                    <a:pt x="6306" y="14346"/>
                  </a:lnTo>
                  <a:lnTo>
                    <a:pt x="5466" y="13379"/>
                  </a:lnTo>
                  <a:lnTo>
                    <a:pt x="5081" y="10222"/>
                  </a:lnTo>
                  <a:lnTo>
                    <a:pt x="4176" y="8420"/>
                  </a:lnTo>
                  <a:lnTo>
                    <a:pt x="3642" y="8584"/>
                  </a:lnTo>
                  <a:lnTo>
                    <a:pt x="2428" y="13679"/>
                  </a:lnTo>
                  <a:lnTo>
                    <a:pt x="1826" y="14793"/>
                  </a:lnTo>
                  <a:lnTo>
                    <a:pt x="118" y="15509"/>
                  </a:lnTo>
                  <a:lnTo>
                    <a:pt x="466" y="14090"/>
                  </a:lnTo>
                  <a:lnTo>
                    <a:pt x="624" y="12823"/>
                  </a:lnTo>
                  <a:lnTo>
                    <a:pt x="18" y="8981"/>
                  </a:lnTo>
                  <a:lnTo>
                    <a:pt x="0" y="7504"/>
                  </a:lnTo>
                  <a:lnTo>
                    <a:pt x="404" y="6414"/>
                  </a:lnTo>
                  <a:lnTo>
                    <a:pt x="1610" y="5963"/>
                  </a:lnTo>
                  <a:lnTo>
                    <a:pt x="2251" y="5318"/>
                  </a:lnTo>
                  <a:lnTo>
                    <a:pt x="2750" y="4266"/>
                  </a:lnTo>
                  <a:lnTo>
                    <a:pt x="2874" y="3240"/>
                  </a:lnTo>
                  <a:lnTo>
                    <a:pt x="3809" y="528"/>
                  </a:lnTo>
                  <a:lnTo>
                    <a:pt x="4247" y="0"/>
                  </a:lnTo>
                  <a:lnTo>
                    <a:pt x="5410" y="37"/>
                  </a:lnTo>
                  <a:lnTo>
                    <a:pt x="7859" y="3035"/>
                  </a:lnTo>
                  <a:lnTo>
                    <a:pt x="8602" y="34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2"/>
            <p:cNvSpPr/>
            <p:nvPr/>
          </p:nvSpPr>
          <p:spPr>
            <a:xfrm>
              <a:off x="1425321" y="1921081"/>
              <a:ext cx="3173" cy="4393"/>
            </a:xfrm>
            <a:custGeom>
              <a:avLst/>
              <a:pathLst>
                <a:path w="3173" h="4393">
                  <a:moveTo>
                    <a:pt x="3173" y="3573"/>
                  </a:moveTo>
                  <a:lnTo>
                    <a:pt x="2856" y="4393"/>
                  </a:lnTo>
                  <a:lnTo>
                    <a:pt x="2555" y="4182"/>
                  </a:lnTo>
                  <a:lnTo>
                    <a:pt x="1921" y="3223"/>
                  </a:lnTo>
                  <a:lnTo>
                    <a:pt x="624" y="1822"/>
                  </a:lnTo>
                  <a:lnTo>
                    <a:pt x="33" y="861"/>
                  </a:lnTo>
                  <a:lnTo>
                    <a:pt x="0" y="451"/>
                  </a:lnTo>
                  <a:lnTo>
                    <a:pt x="442" y="0"/>
                  </a:lnTo>
                  <a:lnTo>
                    <a:pt x="1965" y="1129"/>
                  </a:lnTo>
                  <a:lnTo>
                    <a:pt x="2612" y="216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3"/>
            <p:cNvSpPr/>
            <p:nvPr/>
          </p:nvSpPr>
          <p:spPr>
            <a:xfrm>
              <a:off x="1411784" y="1921053"/>
              <a:ext cx="28353" cy="35392"/>
            </a:xfrm>
            <a:custGeom>
              <a:avLst/>
              <a:pathLst>
                <a:path w="28353" h="35392">
                  <a:moveTo>
                    <a:pt x="20600" y="4374"/>
                  </a:moveTo>
                  <a:lnTo>
                    <a:pt x="20682" y="5997"/>
                  </a:lnTo>
                  <a:lnTo>
                    <a:pt x="21144" y="5800"/>
                  </a:lnTo>
                  <a:lnTo>
                    <a:pt x="22892" y="4127"/>
                  </a:lnTo>
                  <a:lnTo>
                    <a:pt x="23803" y="3637"/>
                  </a:lnTo>
                  <a:lnTo>
                    <a:pt x="24989" y="3560"/>
                  </a:lnTo>
                  <a:lnTo>
                    <a:pt x="25929" y="4322"/>
                  </a:lnTo>
                  <a:lnTo>
                    <a:pt x="26121" y="4907"/>
                  </a:lnTo>
                  <a:lnTo>
                    <a:pt x="26038" y="5604"/>
                  </a:lnTo>
                  <a:lnTo>
                    <a:pt x="25286" y="7019"/>
                  </a:lnTo>
                  <a:lnTo>
                    <a:pt x="25318" y="7938"/>
                  </a:lnTo>
                  <a:lnTo>
                    <a:pt x="26125" y="9629"/>
                  </a:lnTo>
                  <a:lnTo>
                    <a:pt x="28112" y="10551"/>
                  </a:lnTo>
                  <a:lnTo>
                    <a:pt x="28353" y="11059"/>
                  </a:lnTo>
                  <a:lnTo>
                    <a:pt x="28343" y="11671"/>
                  </a:lnTo>
                  <a:lnTo>
                    <a:pt x="26975" y="14471"/>
                  </a:lnTo>
                  <a:lnTo>
                    <a:pt x="26473" y="15125"/>
                  </a:lnTo>
                  <a:lnTo>
                    <a:pt x="26117" y="15282"/>
                  </a:lnTo>
                  <a:lnTo>
                    <a:pt x="23633" y="14778"/>
                  </a:lnTo>
                  <a:lnTo>
                    <a:pt x="21360" y="13861"/>
                  </a:lnTo>
                  <a:lnTo>
                    <a:pt x="20440" y="13705"/>
                  </a:lnTo>
                  <a:lnTo>
                    <a:pt x="20115" y="14002"/>
                  </a:lnTo>
                  <a:lnTo>
                    <a:pt x="19471" y="14864"/>
                  </a:lnTo>
                  <a:lnTo>
                    <a:pt x="19933" y="15117"/>
                  </a:lnTo>
                  <a:lnTo>
                    <a:pt x="21925" y="15322"/>
                  </a:lnTo>
                  <a:lnTo>
                    <a:pt x="22627" y="16580"/>
                  </a:lnTo>
                  <a:lnTo>
                    <a:pt x="22934" y="17504"/>
                  </a:lnTo>
                  <a:lnTo>
                    <a:pt x="23087" y="18523"/>
                  </a:lnTo>
                  <a:lnTo>
                    <a:pt x="22689" y="18941"/>
                  </a:lnTo>
                  <a:lnTo>
                    <a:pt x="21837" y="19245"/>
                  </a:lnTo>
                  <a:lnTo>
                    <a:pt x="20816" y="19241"/>
                  </a:lnTo>
                  <a:lnTo>
                    <a:pt x="19553" y="20388"/>
                  </a:lnTo>
                  <a:lnTo>
                    <a:pt x="18856" y="21698"/>
                  </a:lnTo>
                  <a:lnTo>
                    <a:pt x="16327" y="22031"/>
                  </a:lnTo>
                  <a:lnTo>
                    <a:pt x="14404" y="23780"/>
                  </a:lnTo>
                  <a:lnTo>
                    <a:pt x="13724" y="24643"/>
                  </a:lnTo>
                  <a:lnTo>
                    <a:pt x="13488" y="25675"/>
                  </a:lnTo>
                  <a:lnTo>
                    <a:pt x="12762" y="26425"/>
                  </a:lnTo>
                  <a:lnTo>
                    <a:pt x="11124" y="27174"/>
                  </a:lnTo>
                  <a:lnTo>
                    <a:pt x="12101" y="27846"/>
                  </a:lnTo>
                  <a:lnTo>
                    <a:pt x="12254" y="28414"/>
                  </a:lnTo>
                  <a:lnTo>
                    <a:pt x="12272" y="29202"/>
                  </a:lnTo>
                  <a:lnTo>
                    <a:pt x="12137" y="29880"/>
                  </a:lnTo>
                  <a:lnTo>
                    <a:pt x="10844" y="32906"/>
                  </a:lnTo>
                  <a:lnTo>
                    <a:pt x="8397" y="35392"/>
                  </a:lnTo>
                  <a:lnTo>
                    <a:pt x="7777" y="35281"/>
                  </a:lnTo>
                  <a:lnTo>
                    <a:pt x="7510" y="34971"/>
                  </a:lnTo>
                  <a:lnTo>
                    <a:pt x="7292" y="34496"/>
                  </a:lnTo>
                  <a:lnTo>
                    <a:pt x="7283" y="34020"/>
                  </a:lnTo>
                  <a:lnTo>
                    <a:pt x="10435" y="29031"/>
                  </a:lnTo>
                  <a:lnTo>
                    <a:pt x="10310" y="28785"/>
                  </a:lnTo>
                  <a:lnTo>
                    <a:pt x="9453" y="28616"/>
                  </a:lnTo>
                  <a:lnTo>
                    <a:pt x="8094" y="27244"/>
                  </a:lnTo>
                  <a:lnTo>
                    <a:pt x="7135" y="28127"/>
                  </a:lnTo>
                  <a:lnTo>
                    <a:pt x="6918" y="28093"/>
                  </a:lnTo>
                  <a:lnTo>
                    <a:pt x="7173" y="26917"/>
                  </a:lnTo>
                  <a:lnTo>
                    <a:pt x="7798" y="25514"/>
                  </a:lnTo>
                  <a:lnTo>
                    <a:pt x="7689" y="25121"/>
                  </a:lnTo>
                  <a:lnTo>
                    <a:pt x="7345" y="24770"/>
                  </a:lnTo>
                  <a:lnTo>
                    <a:pt x="6556" y="24561"/>
                  </a:lnTo>
                  <a:lnTo>
                    <a:pt x="5319" y="24494"/>
                  </a:lnTo>
                  <a:lnTo>
                    <a:pt x="4403" y="24826"/>
                  </a:lnTo>
                  <a:lnTo>
                    <a:pt x="3808" y="25558"/>
                  </a:lnTo>
                  <a:lnTo>
                    <a:pt x="3759" y="25868"/>
                  </a:lnTo>
                  <a:lnTo>
                    <a:pt x="5026" y="25781"/>
                  </a:lnTo>
                  <a:lnTo>
                    <a:pt x="5371" y="26154"/>
                  </a:lnTo>
                  <a:lnTo>
                    <a:pt x="5712" y="26849"/>
                  </a:lnTo>
                  <a:lnTo>
                    <a:pt x="5920" y="27653"/>
                  </a:lnTo>
                  <a:lnTo>
                    <a:pt x="5994" y="28563"/>
                  </a:lnTo>
                  <a:lnTo>
                    <a:pt x="5728" y="29790"/>
                  </a:lnTo>
                  <a:lnTo>
                    <a:pt x="5124" y="31328"/>
                  </a:lnTo>
                  <a:lnTo>
                    <a:pt x="4238" y="31058"/>
                  </a:lnTo>
                  <a:lnTo>
                    <a:pt x="2423" y="27640"/>
                  </a:lnTo>
                  <a:lnTo>
                    <a:pt x="1622" y="22636"/>
                  </a:lnTo>
                  <a:lnTo>
                    <a:pt x="71" y="18811"/>
                  </a:lnTo>
                  <a:lnTo>
                    <a:pt x="0" y="17898"/>
                  </a:lnTo>
                  <a:lnTo>
                    <a:pt x="443" y="15539"/>
                  </a:lnTo>
                  <a:lnTo>
                    <a:pt x="2009" y="12190"/>
                  </a:lnTo>
                  <a:lnTo>
                    <a:pt x="3692" y="11272"/>
                  </a:lnTo>
                  <a:lnTo>
                    <a:pt x="4891" y="9865"/>
                  </a:lnTo>
                  <a:lnTo>
                    <a:pt x="6050" y="9441"/>
                  </a:lnTo>
                  <a:lnTo>
                    <a:pt x="6768" y="9477"/>
                  </a:lnTo>
                  <a:lnTo>
                    <a:pt x="7748" y="10083"/>
                  </a:lnTo>
                  <a:lnTo>
                    <a:pt x="8144" y="11366"/>
                  </a:lnTo>
                  <a:lnTo>
                    <a:pt x="7907" y="11969"/>
                  </a:lnTo>
                  <a:lnTo>
                    <a:pt x="7997" y="12287"/>
                  </a:lnTo>
                  <a:lnTo>
                    <a:pt x="8685" y="13057"/>
                  </a:lnTo>
                  <a:lnTo>
                    <a:pt x="9428" y="15748"/>
                  </a:lnTo>
                  <a:lnTo>
                    <a:pt x="10297" y="18136"/>
                  </a:lnTo>
                  <a:lnTo>
                    <a:pt x="10874" y="19107"/>
                  </a:lnTo>
                  <a:lnTo>
                    <a:pt x="11633" y="19704"/>
                  </a:lnTo>
                  <a:lnTo>
                    <a:pt x="10847" y="17880"/>
                  </a:lnTo>
                  <a:lnTo>
                    <a:pt x="10383" y="15622"/>
                  </a:lnTo>
                  <a:lnTo>
                    <a:pt x="10150" y="11121"/>
                  </a:lnTo>
                  <a:lnTo>
                    <a:pt x="9925" y="9932"/>
                  </a:lnTo>
                  <a:lnTo>
                    <a:pt x="10364" y="9612"/>
                  </a:lnTo>
                  <a:lnTo>
                    <a:pt x="11606" y="9788"/>
                  </a:lnTo>
                  <a:lnTo>
                    <a:pt x="11571" y="9117"/>
                  </a:lnTo>
                  <a:lnTo>
                    <a:pt x="10262" y="7600"/>
                  </a:lnTo>
                  <a:lnTo>
                    <a:pt x="9456" y="6346"/>
                  </a:lnTo>
                  <a:lnTo>
                    <a:pt x="9153" y="5354"/>
                  </a:lnTo>
                  <a:lnTo>
                    <a:pt x="9172" y="4494"/>
                  </a:lnTo>
                  <a:lnTo>
                    <a:pt x="9886" y="3224"/>
                  </a:lnTo>
                  <a:lnTo>
                    <a:pt x="10292" y="2862"/>
                  </a:lnTo>
                  <a:lnTo>
                    <a:pt x="10710" y="2706"/>
                  </a:lnTo>
                  <a:lnTo>
                    <a:pt x="11544" y="2976"/>
                  </a:lnTo>
                  <a:lnTo>
                    <a:pt x="11918" y="3373"/>
                  </a:lnTo>
                  <a:lnTo>
                    <a:pt x="12986" y="6231"/>
                  </a:lnTo>
                  <a:lnTo>
                    <a:pt x="13487" y="7120"/>
                  </a:lnTo>
                  <a:lnTo>
                    <a:pt x="13902" y="7121"/>
                  </a:lnTo>
                  <a:lnTo>
                    <a:pt x="14287" y="6647"/>
                  </a:lnTo>
                  <a:lnTo>
                    <a:pt x="14643" y="5697"/>
                  </a:lnTo>
                  <a:lnTo>
                    <a:pt x="15009" y="5129"/>
                  </a:lnTo>
                  <a:lnTo>
                    <a:pt x="15387" y="4943"/>
                  </a:lnTo>
                  <a:lnTo>
                    <a:pt x="16576" y="5363"/>
                  </a:lnTo>
                  <a:lnTo>
                    <a:pt x="16973" y="5207"/>
                  </a:lnTo>
                  <a:lnTo>
                    <a:pt x="17168" y="4490"/>
                  </a:lnTo>
                  <a:lnTo>
                    <a:pt x="17160" y="3211"/>
                  </a:lnTo>
                  <a:lnTo>
                    <a:pt x="17453" y="2751"/>
                  </a:lnTo>
                  <a:lnTo>
                    <a:pt x="17525" y="1812"/>
                  </a:lnTo>
                  <a:lnTo>
                    <a:pt x="16877" y="424"/>
                  </a:lnTo>
                  <a:lnTo>
                    <a:pt x="17621" y="0"/>
                  </a:lnTo>
                  <a:lnTo>
                    <a:pt x="20087" y="1061"/>
                  </a:lnTo>
                  <a:lnTo>
                    <a:pt x="21141" y="222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4"/>
            <p:cNvSpPr/>
            <p:nvPr/>
          </p:nvSpPr>
          <p:spPr>
            <a:xfrm>
              <a:off x="1617813" y="1912291"/>
              <a:ext cx="19253" cy="25074"/>
            </a:xfrm>
            <a:custGeom>
              <a:avLst/>
              <a:pathLst>
                <a:path w="19253" h="25074">
                  <a:moveTo>
                    <a:pt x="9518" y="717"/>
                  </a:moveTo>
                  <a:lnTo>
                    <a:pt x="11140" y="3596"/>
                  </a:lnTo>
                  <a:lnTo>
                    <a:pt x="11154" y="4257"/>
                  </a:lnTo>
                  <a:lnTo>
                    <a:pt x="10824" y="6236"/>
                  </a:lnTo>
                  <a:lnTo>
                    <a:pt x="9941" y="6795"/>
                  </a:lnTo>
                  <a:lnTo>
                    <a:pt x="10191" y="7582"/>
                  </a:lnTo>
                  <a:lnTo>
                    <a:pt x="10848" y="8175"/>
                  </a:lnTo>
                  <a:lnTo>
                    <a:pt x="11316" y="7681"/>
                  </a:lnTo>
                  <a:lnTo>
                    <a:pt x="13029" y="4908"/>
                  </a:lnTo>
                  <a:lnTo>
                    <a:pt x="13557" y="4325"/>
                  </a:lnTo>
                  <a:lnTo>
                    <a:pt x="13876" y="4266"/>
                  </a:lnTo>
                  <a:lnTo>
                    <a:pt x="15963" y="5101"/>
                  </a:lnTo>
                  <a:lnTo>
                    <a:pt x="17788" y="6424"/>
                  </a:lnTo>
                  <a:lnTo>
                    <a:pt x="18326" y="7481"/>
                  </a:lnTo>
                  <a:lnTo>
                    <a:pt x="18630" y="9329"/>
                  </a:lnTo>
                  <a:lnTo>
                    <a:pt x="18145" y="13334"/>
                  </a:lnTo>
                  <a:lnTo>
                    <a:pt x="16647" y="14031"/>
                  </a:lnTo>
                  <a:lnTo>
                    <a:pt x="15941" y="13959"/>
                  </a:lnTo>
                  <a:lnTo>
                    <a:pt x="15186" y="13376"/>
                  </a:lnTo>
                  <a:lnTo>
                    <a:pt x="13968" y="14770"/>
                  </a:lnTo>
                  <a:lnTo>
                    <a:pt x="14978" y="15836"/>
                  </a:lnTo>
                  <a:lnTo>
                    <a:pt x="18052" y="16078"/>
                  </a:lnTo>
                  <a:lnTo>
                    <a:pt x="18985" y="18335"/>
                  </a:lnTo>
                  <a:lnTo>
                    <a:pt x="19253" y="20072"/>
                  </a:lnTo>
                  <a:lnTo>
                    <a:pt x="18590" y="23265"/>
                  </a:lnTo>
                  <a:lnTo>
                    <a:pt x="16848" y="22382"/>
                  </a:lnTo>
                  <a:lnTo>
                    <a:pt x="15311" y="20532"/>
                  </a:lnTo>
                  <a:lnTo>
                    <a:pt x="12158" y="17914"/>
                  </a:lnTo>
                  <a:lnTo>
                    <a:pt x="11405" y="17791"/>
                  </a:lnTo>
                  <a:lnTo>
                    <a:pt x="10902" y="18254"/>
                  </a:lnTo>
                  <a:lnTo>
                    <a:pt x="10764" y="19843"/>
                  </a:lnTo>
                  <a:lnTo>
                    <a:pt x="10796" y="23288"/>
                  </a:lnTo>
                  <a:lnTo>
                    <a:pt x="9954" y="25074"/>
                  </a:lnTo>
                  <a:lnTo>
                    <a:pt x="7469" y="24287"/>
                  </a:lnTo>
                  <a:lnTo>
                    <a:pt x="6494" y="21678"/>
                  </a:lnTo>
                  <a:lnTo>
                    <a:pt x="5586" y="17550"/>
                  </a:lnTo>
                  <a:lnTo>
                    <a:pt x="2161" y="12662"/>
                  </a:lnTo>
                  <a:lnTo>
                    <a:pt x="1234" y="11684"/>
                  </a:lnTo>
                  <a:lnTo>
                    <a:pt x="0" y="8756"/>
                  </a:lnTo>
                  <a:lnTo>
                    <a:pt x="493" y="6439"/>
                  </a:lnTo>
                  <a:lnTo>
                    <a:pt x="639" y="5097"/>
                  </a:lnTo>
                  <a:lnTo>
                    <a:pt x="1296" y="4742"/>
                  </a:lnTo>
                  <a:lnTo>
                    <a:pt x="2260" y="3706"/>
                  </a:lnTo>
                  <a:lnTo>
                    <a:pt x="2800" y="1466"/>
                  </a:lnTo>
                  <a:lnTo>
                    <a:pt x="3666" y="3281"/>
                  </a:lnTo>
                  <a:lnTo>
                    <a:pt x="4824" y="5024"/>
                  </a:lnTo>
                  <a:lnTo>
                    <a:pt x="4840" y="3386"/>
                  </a:lnTo>
                  <a:lnTo>
                    <a:pt x="5384" y="2079"/>
                  </a:lnTo>
                  <a:lnTo>
                    <a:pt x="6520" y="2126"/>
                  </a:lnTo>
                  <a:lnTo>
                    <a:pt x="7053" y="1852"/>
                  </a:lnTo>
                  <a:lnTo>
                    <a:pt x="7799" y="630"/>
                  </a:lnTo>
                  <a:lnTo>
                    <a:pt x="8874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5"/>
            <p:cNvSpPr/>
            <p:nvPr/>
          </p:nvSpPr>
          <p:spPr>
            <a:xfrm>
              <a:off x="1639468" y="1910400"/>
              <a:ext cx="3961" cy="3794"/>
            </a:xfrm>
            <a:custGeom>
              <a:avLst/>
              <a:pathLst>
                <a:path w="3961" h="3794">
                  <a:moveTo>
                    <a:pt x="3961" y="3061"/>
                  </a:moveTo>
                  <a:lnTo>
                    <a:pt x="3880" y="3794"/>
                  </a:lnTo>
                  <a:lnTo>
                    <a:pt x="2331" y="3722"/>
                  </a:lnTo>
                  <a:lnTo>
                    <a:pt x="767" y="2641"/>
                  </a:lnTo>
                  <a:lnTo>
                    <a:pt x="0" y="1229"/>
                  </a:lnTo>
                  <a:lnTo>
                    <a:pt x="154" y="594"/>
                  </a:lnTo>
                  <a:lnTo>
                    <a:pt x="1607" y="0"/>
                  </a:lnTo>
                  <a:lnTo>
                    <a:pt x="2983" y="133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6"/>
            <p:cNvSpPr/>
            <p:nvPr/>
          </p:nvSpPr>
          <p:spPr>
            <a:xfrm>
              <a:off x="1636384" y="1909746"/>
              <a:ext cx="12608" cy="38770"/>
            </a:xfrm>
            <a:custGeom>
              <a:avLst/>
              <a:pathLst>
                <a:path w="12608" h="38770">
                  <a:moveTo>
                    <a:pt x="2870" y="5701"/>
                  </a:moveTo>
                  <a:lnTo>
                    <a:pt x="5756" y="6377"/>
                  </a:lnTo>
                  <a:lnTo>
                    <a:pt x="7869" y="6224"/>
                  </a:lnTo>
                  <a:lnTo>
                    <a:pt x="9799" y="10640"/>
                  </a:lnTo>
                  <a:lnTo>
                    <a:pt x="10987" y="14208"/>
                  </a:lnTo>
                  <a:lnTo>
                    <a:pt x="11684" y="16707"/>
                  </a:lnTo>
                  <a:lnTo>
                    <a:pt x="12080" y="19121"/>
                  </a:lnTo>
                  <a:lnTo>
                    <a:pt x="12608" y="21451"/>
                  </a:lnTo>
                  <a:lnTo>
                    <a:pt x="12561" y="21779"/>
                  </a:lnTo>
                  <a:lnTo>
                    <a:pt x="11447" y="20206"/>
                  </a:lnTo>
                  <a:lnTo>
                    <a:pt x="10646" y="17025"/>
                  </a:lnTo>
                  <a:lnTo>
                    <a:pt x="10236" y="15780"/>
                  </a:lnTo>
                  <a:lnTo>
                    <a:pt x="9832" y="15218"/>
                  </a:lnTo>
                  <a:lnTo>
                    <a:pt x="9406" y="14044"/>
                  </a:lnTo>
                  <a:lnTo>
                    <a:pt x="8579" y="11005"/>
                  </a:lnTo>
                  <a:lnTo>
                    <a:pt x="8548" y="10150"/>
                  </a:lnTo>
                  <a:lnTo>
                    <a:pt x="8181" y="9358"/>
                  </a:lnTo>
                  <a:lnTo>
                    <a:pt x="7757" y="9026"/>
                  </a:lnTo>
                  <a:lnTo>
                    <a:pt x="7276" y="9157"/>
                  </a:lnTo>
                  <a:lnTo>
                    <a:pt x="7111" y="9463"/>
                  </a:lnTo>
                  <a:lnTo>
                    <a:pt x="7184" y="11559"/>
                  </a:lnTo>
                  <a:lnTo>
                    <a:pt x="7562" y="13891"/>
                  </a:lnTo>
                  <a:lnTo>
                    <a:pt x="9645" y="18981"/>
                  </a:lnTo>
                  <a:lnTo>
                    <a:pt x="11037" y="21880"/>
                  </a:lnTo>
                  <a:lnTo>
                    <a:pt x="11311" y="22842"/>
                  </a:lnTo>
                  <a:lnTo>
                    <a:pt x="11494" y="25490"/>
                  </a:lnTo>
                  <a:lnTo>
                    <a:pt x="10894" y="26690"/>
                  </a:lnTo>
                  <a:lnTo>
                    <a:pt x="11630" y="29133"/>
                  </a:lnTo>
                  <a:lnTo>
                    <a:pt x="11604" y="29611"/>
                  </a:lnTo>
                  <a:lnTo>
                    <a:pt x="11444" y="30077"/>
                  </a:lnTo>
                  <a:lnTo>
                    <a:pt x="9459" y="31160"/>
                  </a:lnTo>
                  <a:lnTo>
                    <a:pt x="7641" y="35691"/>
                  </a:lnTo>
                  <a:lnTo>
                    <a:pt x="5652" y="38344"/>
                  </a:lnTo>
                  <a:lnTo>
                    <a:pt x="4736" y="38770"/>
                  </a:lnTo>
                  <a:lnTo>
                    <a:pt x="4296" y="38327"/>
                  </a:lnTo>
                  <a:lnTo>
                    <a:pt x="3879" y="37309"/>
                  </a:lnTo>
                  <a:lnTo>
                    <a:pt x="3634" y="35952"/>
                  </a:lnTo>
                  <a:lnTo>
                    <a:pt x="3560" y="34251"/>
                  </a:lnTo>
                  <a:lnTo>
                    <a:pt x="4056" y="33180"/>
                  </a:lnTo>
                  <a:lnTo>
                    <a:pt x="5040" y="27612"/>
                  </a:lnTo>
                  <a:lnTo>
                    <a:pt x="5068" y="25784"/>
                  </a:lnTo>
                  <a:lnTo>
                    <a:pt x="3841" y="23249"/>
                  </a:lnTo>
                  <a:lnTo>
                    <a:pt x="3102" y="21173"/>
                  </a:lnTo>
                  <a:lnTo>
                    <a:pt x="2702" y="18279"/>
                  </a:lnTo>
                  <a:lnTo>
                    <a:pt x="2032" y="10626"/>
                  </a:lnTo>
                  <a:lnTo>
                    <a:pt x="1721" y="8179"/>
                  </a:lnTo>
                  <a:lnTo>
                    <a:pt x="1283" y="6139"/>
                  </a:lnTo>
                  <a:lnTo>
                    <a:pt x="716" y="4507"/>
                  </a:lnTo>
                  <a:lnTo>
                    <a:pt x="288" y="2713"/>
                  </a:lnTo>
                  <a:lnTo>
                    <a:pt x="0" y="758"/>
                  </a:lnTo>
                  <a:lnTo>
                    <a:pt x="109" y="0"/>
                  </a:lnTo>
                  <a:lnTo>
                    <a:pt x="1091" y="1018"/>
                  </a:lnTo>
                  <a:lnTo>
                    <a:pt x="2270" y="38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7"/>
            <p:cNvSpPr/>
            <p:nvPr/>
          </p:nvSpPr>
          <p:spPr>
            <a:xfrm>
              <a:off x="1426896" y="1906911"/>
              <a:ext cx="15976" cy="13500"/>
            </a:xfrm>
            <a:custGeom>
              <a:avLst/>
              <a:pathLst>
                <a:path w="15976" h="13500">
                  <a:moveTo>
                    <a:pt x="10951" y="2670"/>
                  </a:moveTo>
                  <a:lnTo>
                    <a:pt x="11362" y="2910"/>
                  </a:lnTo>
                  <a:lnTo>
                    <a:pt x="11790" y="1151"/>
                  </a:lnTo>
                  <a:lnTo>
                    <a:pt x="12094" y="1096"/>
                  </a:lnTo>
                  <a:lnTo>
                    <a:pt x="13437" y="2585"/>
                  </a:lnTo>
                  <a:lnTo>
                    <a:pt x="14263" y="2255"/>
                  </a:lnTo>
                  <a:lnTo>
                    <a:pt x="14794" y="4084"/>
                  </a:lnTo>
                  <a:lnTo>
                    <a:pt x="15269" y="4252"/>
                  </a:lnTo>
                  <a:lnTo>
                    <a:pt x="15711" y="4029"/>
                  </a:lnTo>
                  <a:lnTo>
                    <a:pt x="15976" y="4158"/>
                  </a:lnTo>
                  <a:lnTo>
                    <a:pt x="15884" y="6094"/>
                  </a:lnTo>
                  <a:lnTo>
                    <a:pt x="14903" y="8056"/>
                  </a:lnTo>
                  <a:lnTo>
                    <a:pt x="14447" y="8553"/>
                  </a:lnTo>
                  <a:lnTo>
                    <a:pt x="13806" y="8046"/>
                  </a:lnTo>
                  <a:lnTo>
                    <a:pt x="13567" y="7857"/>
                  </a:lnTo>
                  <a:lnTo>
                    <a:pt x="13147" y="6990"/>
                  </a:lnTo>
                  <a:lnTo>
                    <a:pt x="12828" y="5893"/>
                  </a:lnTo>
                  <a:lnTo>
                    <a:pt x="12638" y="5876"/>
                  </a:lnTo>
                  <a:lnTo>
                    <a:pt x="11888" y="7166"/>
                  </a:lnTo>
                  <a:lnTo>
                    <a:pt x="11908" y="7802"/>
                  </a:lnTo>
                  <a:lnTo>
                    <a:pt x="12219" y="8762"/>
                  </a:lnTo>
                  <a:lnTo>
                    <a:pt x="12174" y="9358"/>
                  </a:lnTo>
                  <a:lnTo>
                    <a:pt x="11357" y="9642"/>
                  </a:lnTo>
                  <a:lnTo>
                    <a:pt x="10557" y="9495"/>
                  </a:lnTo>
                  <a:lnTo>
                    <a:pt x="9580" y="10330"/>
                  </a:lnTo>
                  <a:lnTo>
                    <a:pt x="9347" y="9809"/>
                  </a:lnTo>
                  <a:lnTo>
                    <a:pt x="9198" y="8343"/>
                  </a:lnTo>
                  <a:lnTo>
                    <a:pt x="8892" y="8509"/>
                  </a:lnTo>
                  <a:lnTo>
                    <a:pt x="8432" y="10306"/>
                  </a:lnTo>
                  <a:lnTo>
                    <a:pt x="7929" y="11443"/>
                  </a:lnTo>
                  <a:lnTo>
                    <a:pt x="7011" y="12386"/>
                  </a:lnTo>
                  <a:lnTo>
                    <a:pt x="6811" y="12844"/>
                  </a:lnTo>
                  <a:lnTo>
                    <a:pt x="6138" y="12906"/>
                  </a:lnTo>
                  <a:lnTo>
                    <a:pt x="5143" y="13500"/>
                  </a:lnTo>
                  <a:lnTo>
                    <a:pt x="4528" y="13401"/>
                  </a:lnTo>
                  <a:lnTo>
                    <a:pt x="861" y="11450"/>
                  </a:lnTo>
                  <a:lnTo>
                    <a:pt x="0" y="10737"/>
                  </a:lnTo>
                  <a:lnTo>
                    <a:pt x="3015" y="6266"/>
                  </a:lnTo>
                  <a:lnTo>
                    <a:pt x="4601" y="4537"/>
                  </a:lnTo>
                  <a:lnTo>
                    <a:pt x="5518" y="4631"/>
                  </a:lnTo>
                  <a:lnTo>
                    <a:pt x="6436" y="5169"/>
                  </a:lnTo>
                  <a:lnTo>
                    <a:pt x="6920" y="5083"/>
                  </a:lnTo>
                  <a:lnTo>
                    <a:pt x="6956" y="3102"/>
                  </a:lnTo>
                  <a:lnTo>
                    <a:pt x="6102" y="1624"/>
                  </a:lnTo>
                  <a:lnTo>
                    <a:pt x="6134" y="1009"/>
                  </a:lnTo>
                  <a:lnTo>
                    <a:pt x="8024" y="0"/>
                  </a:lnTo>
                  <a:lnTo>
                    <a:pt x="8732" y="144"/>
                  </a:lnTo>
                  <a:lnTo>
                    <a:pt x="9513" y="662"/>
                  </a:lnTo>
                  <a:lnTo>
                    <a:pt x="10252" y="150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8"/>
            <p:cNvSpPr/>
            <p:nvPr/>
          </p:nvSpPr>
          <p:spPr>
            <a:xfrm>
              <a:off x="1435353" y="1901923"/>
              <a:ext cx="3177" cy="4159"/>
            </a:xfrm>
            <a:custGeom>
              <a:avLst/>
              <a:pathLst>
                <a:path w="3177" h="4159">
                  <a:moveTo>
                    <a:pt x="1709" y="3970"/>
                  </a:moveTo>
                  <a:lnTo>
                    <a:pt x="1375" y="4159"/>
                  </a:lnTo>
                  <a:lnTo>
                    <a:pt x="545" y="3254"/>
                  </a:lnTo>
                  <a:lnTo>
                    <a:pt x="0" y="2295"/>
                  </a:lnTo>
                  <a:lnTo>
                    <a:pt x="360" y="1565"/>
                  </a:lnTo>
                  <a:lnTo>
                    <a:pt x="1969" y="25"/>
                  </a:lnTo>
                  <a:lnTo>
                    <a:pt x="2738" y="0"/>
                  </a:lnTo>
                  <a:lnTo>
                    <a:pt x="3051" y="245"/>
                  </a:lnTo>
                  <a:lnTo>
                    <a:pt x="3177" y="721"/>
                  </a:lnTo>
                  <a:lnTo>
                    <a:pt x="3115" y="1433"/>
                  </a:lnTo>
                  <a:lnTo>
                    <a:pt x="2768" y="232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59"/>
            <p:cNvSpPr/>
            <p:nvPr/>
          </p:nvSpPr>
          <p:spPr>
            <a:xfrm>
              <a:off x="1338890" y="1896727"/>
              <a:ext cx="4728" cy="6919"/>
            </a:xfrm>
            <a:custGeom>
              <a:avLst/>
              <a:pathLst>
                <a:path w="4728" h="6919">
                  <a:moveTo>
                    <a:pt x="2413" y="6445"/>
                  </a:moveTo>
                  <a:lnTo>
                    <a:pt x="1579" y="6919"/>
                  </a:lnTo>
                  <a:lnTo>
                    <a:pt x="695" y="6680"/>
                  </a:lnTo>
                  <a:lnTo>
                    <a:pt x="0" y="3753"/>
                  </a:lnTo>
                  <a:lnTo>
                    <a:pt x="532" y="3661"/>
                  </a:lnTo>
                  <a:lnTo>
                    <a:pt x="1649" y="1737"/>
                  </a:lnTo>
                  <a:lnTo>
                    <a:pt x="4120" y="177"/>
                  </a:lnTo>
                  <a:lnTo>
                    <a:pt x="472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0"/>
            <p:cNvSpPr/>
            <p:nvPr/>
          </p:nvSpPr>
          <p:spPr>
            <a:xfrm>
              <a:off x="1526458" y="1860679"/>
              <a:ext cx="4290" cy="5984"/>
            </a:xfrm>
            <a:custGeom>
              <a:avLst/>
              <a:pathLst>
                <a:path w="4290" h="5984">
                  <a:moveTo>
                    <a:pt x="544" y="5814"/>
                  </a:moveTo>
                  <a:lnTo>
                    <a:pt x="0" y="5984"/>
                  </a:lnTo>
                  <a:lnTo>
                    <a:pt x="817" y="4047"/>
                  </a:lnTo>
                  <a:lnTo>
                    <a:pt x="1915" y="1906"/>
                  </a:lnTo>
                  <a:lnTo>
                    <a:pt x="2948" y="561"/>
                  </a:lnTo>
                  <a:lnTo>
                    <a:pt x="4290" y="0"/>
                  </a:lnTo>
                  <a:lnTo>
                    <a:pt x="4140" y="976"/>
                  </a:lnTo>
                  <a:lnTo>
                    <a:pt x="2388" y="27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1"/>
            <p:cNvSpPr/>
            <p:nvPr/>
          </p:nvSpPr>
          <p:spPr>
            <a:xfrm>
              <a:off x="1484917" y="1856646"/>
              <a:ext cx="4061" cy="3455"/>
            </a:xfrm>
            <a:custGeom>
              <a:avLst/>
              <a:pathLst>
                <a:path w="4061" h="3455">
                  <a:moveTo>
                    <a:pt x="2839" y="2550"/>
                  </a:moveTo>
                  <a:lnTo>
                    <a:pt x="2245" y="3455"/>
                  </a:lnTo>
                  <a:lnTo>
                    <a:pt x="0" y="2907"/>
                  </a:lnTo>
                  <a:lnTo>
                    <a:pt x="468" y="1126"/>
                  </a:lnTo>
                  <a:lnTo>
                    <a:pt x="2183" y="0"/>
                  </a:lnTo>
                  <a:lnTo>
                    <a:pt x="4061" y="175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2"/>
            <p:cNvSpPr/>
            <p:nvPr/>
          </p:nvSpPr>
          <p:spPr>
            <a:xfrm>
              <a:off x="1489452" y="1850398"/>
              <a:ext cx="10385" cy="16673"/>
            </a:xfrm>
            <a:custGeom>
              <a:avLst/>
              <a:pathLst>
                <a:path w="10385" h="16673">
                  <a:moveTo>
                    <a:pt x="1550" y="16247"/>
                  </a:moveTo>
                  <a:lnTo>
                    <a:pt x="296" y="16673"/>
                  </a:lnTo>
                  <a:lnTo>
                    <a:pt x="0" y="15800"/>
                  </a:lnTo>
                  <a:lnTo>
                    <a:pt x="659" y="13626"/>
                  </a:lnTo>
                  <a:lnTo>
                    <a:pt x="1185" y="12391"/>
                  </a:lnTo>
                  <a:lnTo>
                    <a:pt x="1576" y="12099"/>
                  </a:lnTo>
                  <a:lnTo>
                    <a:pt x="3018" y="9646"/>
                  </a:lnTo>
                  <a:lnTo>
                    <a:pt x="4617" y="7861"/>
                  </a:lnTo>
                  <a:lnTo>
                    <a:pt x="6085" y="5251"/>
                  </a:lnTo>
                  <a:lnTo>
                    <a:pt x="7576" y="1529"/>
                  </a:lnTo>
                  <a:lnTo>
                    <a:pt x="7853" y="142"/>
                  </a:lnTo>
                  <a:lnTo>
                    <a:pt x="8544" y="0"/>
                  </a:lnTo>
                  <a:lnTo>
                    <a:pt x="9681" y="911"/>
                  </a:lnTo>
                  <a:lnTo>
                    <a:pt x="10385" y="2193"/>
                  </a:lnTo>
                  <a:lnTo>
                    <a:pt x="10058" y="3213"/>
                  </a:lnTo>
                  <a:lnTo>
                    <a:pt x="6291" y="8504"/>
                  </a:lnTo>
                  <a:lnTo>
                    <a:pt x="5974" y="9193"/>
                  </a:lnTo>
                  <a:lnTo>
                    <a:pt x="5631" y="10989"/>
                  </a:lnTo>
                  <a:lnTo>
                    <a:pt x="5321" y="11616"/>
                  </a:lnTo>
                  <a:lnTo>
                    <a:pt x="4825" y="11903"/>
                  </a:lnTo>
                  <a:lnTo>
                    <a:pt x="4463" y="12688"/>
                  </a:lnTo>
                  <a:lnTo>
                    <a:pt x="4237" y="13973"/>
                  </a:lnTo>
                  <a:lnTo>
                    <a:pt x="3772" y="14643"/>
                  </a:lnTo>
                  <a:lnTo>
                    <a:pt x="3070" y="14700"/>
                  </a:lnTo>
                  <a:lnTo>
                    <a:pt x="2583" y="15054"/>
                  </a:lnTo>
                  <a:lnTo>
                    <a:pt x="2313" y="1570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3"/>
            <p:cNvSpPr/>
            <p:nvPr/>
          </p:nvSpPr>
          <p:spPr>
            <a:xfrm>
              <a:off x="1267294" y="1849403"/>
              <a:ext cx="20946" cy="18694"/>
            </a:xfrm>
            <a:custGeom>
              <a:avLst/>
              <a:pathLst>
                <a:path w="20946" h="18694">
                  <a:moveTo>
                    <a:pt x="14773" y="390"/>
                  </a:moveTo>
                  <a:lnTo>
                    <a:pt x="15815" y="1856"/>
                  </a:lnTo>
                  <a:lnTo>
                    <a:pt x="16369" y="1939"/>
                  </a:lnTo>
                  <a:lnTo>
                    <a:pt x="18117" y="1493"/>
                  </a:lnTo>
                  <a:lnTo>
                    <a:pt x="18758" y="1807"/>
                  </a:lnTo>
                  <a:lnTo>
                    <a:pt x="19380" y="2439"/>
                  </a:lnTo>
                  <a:lnTo>
                    <a:pt x="19765" y="3404"/>
                  </a:lnTo>
                  <a:lnTo>
                    <a:pt x="19838" y="5101"/>
                  </a:lnTo>
                  <a:lnTo>
                    <a:pt x="19554" y="6616"/>
                  </a:lnTo>
                  <a:lnTo>
                    <a:pt x="19639" y="8752"/>
                  </a:lnTo>
                  <a:lnTo>
                    <a:pt x="19577" y="9675"/>
                  </a:lnTo>
                  <a:lnTo>
                    <a:pt x="20506" y="10886"/>
                  </a:lnTo>
                  <a:lnTo>
                    <a:pt x="20796" y="12527"/>
                  </a:lnTo>
                  <a:lnTo>
                    <a:pt x="20946" y="14291"/>
                  </a:lnTo>
                  <a:lnTo>
                    <a:pt x="18931" y="14879"/>
                  </a:lnTo>
                  <a:lnTo>
                    <a:pt x="16916" y="14973"/>
                  </a:lnTo>
                  <a:lnTo>
                    <a:pt x="15177" y="16168"/>
                  </a:lnTo>
                  <a:lnTo>
                    <a:pt x="14821" y="17049"/>
                  </a:lnTo>
                  <a:lnTo>
                    <a:pt x="15099" y="18359"/>
                  </a:lnTo>
                  <a:lnTo>
                    <a:pt x="14622" y="18694"/>
                  </a:lnTo>
                  <a:lnTo>
                    <a:pt x="14181" y="18407"/>
                  </a:lnTo>
                  <a:lnTo>
                    <a:pt x="13340" y="17194"/>
                  </a:lnTo>
                  <a:lnTo>
                    <a:pt x="12416" y="16616"/>
                  </a:lnTo>
                  <a:lnTo>
                    <a:pt x="9184" y="15723"/>
                  </a:lnTo>
                  <a:lnTo>
                    <a:pt x="5125" y="12200"/>
                  </a:lnTo>
                  <a:lnTo>
                    <a:pt x="3378" y="11471"/>
                  </a:lnTo>
                  <a:lnTo>
                    <a:pt x="1604" y="8896"/>
                  </a:lnTo>
                  <a:lnTo>
                    <a:pt x="0" y="5618"/>
                  </a:lnTo>
                  <a:lnTo>
                    <a:pt x="1045" y="5091"/>
                  </a:lnTo>
                  <a:lnTo>
                    <a:pt x="2097" y="4823"/>
                  </a:lnTo>
                  <a:lnTo>
                    <a:pt x="6814" y="5312"/>
                  </a:lnTo>
                  <a:lnTo>
                    <a:pt x="7404" y="2964"/>
                  </a:lnTo>
                  <a:lnTo>
                    <a:pt x="8010" y="2379"/>
                  </a:lnTo>
                  <a:lnTo>
                    <a:pt x="9509" y="1713"/>
                  </a:lnTo>
                  <a:lnTo>
                    <a:pt x="10909" y="413"/>
                  </a:lnTo>
                  <a:lnTo>
                    <a:pt x="11537" y="445"/>
                  </a:lnTo>
                  <a:lnTo>
                    <a:pt x="12179" y="946"/>
                  </a:lnTo>
                  <a:lnTo>
                    <a:pt x="13506" y="165"/>
                  </a:lnTo>
                  <a:lnTo>
                    <a:pt x="1421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4"/>
            <p:cNvSpPr/>
            <p:nvPr/>
          </p:nvSpPr>
          <p:spPr>
            <a:xfrm>
              <a:off x="1518842" y="1849274"/>
              <a:ext cx="2064" cy="2614"/>
            </a:xfrm>
            <a:custGeom>
              <a:avLst/>
              <a:pathLst>
                <a:path w="2064" h="2614">
                  <a:moveTo>
                    <a:pt x="1882" y="1891"/>
                  </a:moveTo>
                  <a:lnTo>
                    <a:pt x="1519" y="2614"/>
                  </a:lnTo>
                  <a:lnTo>
                    <a:pt x="529" y="2357"/>
                  </a:lnTo>
                  <a:lnTo>
                    <a:pt x="0" y="1900"/>
                  </a:lnTo>
                  <a:lnTo>
                    <a:pt x="1773" y="0"/>
                  </a:lnTo>
                  <a:lnTo>
                    <a:pt x="2064" y="38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5"/>
            <p:cNvSpPr/>
            <p:nvPr/>
          </p:nvSpPr>
          <p:spPr>
            <a:xfrm>
              <a:off x="1502733" y="1846927"/>
              <a:ext cx="6820" cy="6267"/>
            </a:xfrm>
            <a:custGeom>
              <a:avLst/>
              <a:pathLst>
                <a:path w="6820" h="6267">
                  <a:moveTo>
                    <a:pt x="3508" y="913"/>
                  </a:moveTo>
                  <a:lnTo>
                    <a:pt x="3761" y="1725"/>
                  </a:lnTo>
                  <a:lnTo>
                    <a:pt x="5942" y="1530"/>
                  </a:lnTo>
                  <a:lnTo>
                    <a:pt x="6570" y="1673"/>
                  </a:lnTo>
                  <a:lnTo>
                    <a:pt x="6820" y="2050"/>
                  </a:lnTo>
                  <a:lnTo>
                    <a:pt x="6524" y="2601"/>
                  </a:lnTo>
                  <a:lnTo>
                    <a:pt x="5683" y="3325"/>
                  </a:lnTo>
                  <a:lnTo>
                    <a:pt x="3221" y="4595"/>
                  </a:lnTo>
                  <a:lnTo>
                    <a:pt x="1221" y="6267"/>
                  </a:lnTo>
                  <a:lnTo>
                    <a:pt x="960" y="6113"/>
                  </a:lnTo>
                  <a:lnTo>
                    <a:pt x="595" y="4282"/>
                  </a:lnTo>
                  <a:lnTo>
                    <a:pt x="225" y="3542"/>
                  </a:lnTo>
                  <a:lnTo>
                    <a:pt x="0" y="2510"/>
                  </a:lnTo>
                  <a:lnTo>
                    <a:pt x="3" y="2128"/>
                  </a:lnTo>
                  <a:lnTo>
                    <a:pt x="370" y="1416"/>
                  </a:lnTo>
                  <a:lnTo>
                    <a:pt x="1101" y="37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6"/>
            <p:cNvSpPr/>
            <p:nvPr/>
          </p:nvSpPr>
          <p:spPr>
            <a:xfrm>
              <a:off x="1489237" y="1846607"/>
              <a:ext cx="2648" cy="9262"/>
            </a:xfrm>
            <a:custGeom>
              <a:avLst/>
              <a:pathLst>
                <a:path w="2648" h="9262">
                  <a:moveTo>
                    <a:pt x="2648" y="1209"/>
                  </a:moveTo>
                  <a:lnTo>
                    <a:pt x="2643" y="1988"/>
                  </a:lnTo>
                  <a:lnTo>
                    <a:pt x="2286" y="2734"/>
                  </a:lnTo>
                  <a:lnTo>
                    <a:pt x="2628" y="4104"/>
                  </a:lnTo>
                  <a:lnTo>
                    <a:pt x="2037" y="6461"/>
                  </a:lnTo>
                  <a:lnTo>
                    <a:pt x="1809" y="7958"/>
                  </a:lnTo>
                  <a:lnTo>
                    <a:pt x="1493" y="8899"/>
                  </a:lnTo>
                  <a:lnTo>
                    <a:pt x="1176" y="9262"/>
                  </a:lnTo>
                  <a:lnTo>
                    <a:pt x="858" y="9049"/>
                  </a:lnTo>
                  <a:lnTo>
                    <a:pt x="792" y="8529"/>
                  </a:lnTo>
                  <a:lnTo>
                    <a:pt x="978" y="7704"/>
                  </a:lnTo>
                  <a:lnTo>
                    <a:pt x="228" y="7730"/>
                  </a:lnTo>
                  <a:lnTo>
                    <a:pt x="0" y="5673"/>
                  </a:lnTo>
                  <a:lnTo>
                    <a:pt x="415" y="5022"/>
                  </a:lnTo>
                  <a:lnTo>
                    <a:pt x="564" y="4140"/>
                  </a:lnTo>
                  <a:lnTo>
                    <a:pt x="611" y="3549"/>
                  </a:lnTo>
                  <a:lnTo>
                    <a:pt x="1100" y="931"/>
                  </a:lnTo>
                  <a:lnTo>
                    <a:pt x="1275" y="748"/>
                  </a:lnTo>
                  <a:lnTo>
                    <a:pt x="1331" y="1372"/>
                  </a:lnTo>
                  <a:lnTo>
                    <a:pt x="1490" y="1555"/>
                  </a:lnTo>
                  <a:lnTo>
                    <a:pt x="1750" y="1299"/>
                  </a:lnTo>
                  <a:lnTo>
                    <a:pt x="2140" y="135"/>
                  </a:lnTo>
                  <a:lnTo>
                    <a:pt x="230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7"/>
            <p:cNvSpPr/>
            <p:nvPr/>
          </p:nvSpPr>
          <p:spPr>
            <a:xfrm>
              <a:off x="1441798" y="1846242"/>
              <a:ext cx="2063" cy="4305"/>
            </a:xfrm>
            <a:custGeom>
              <a:avLst/>
              <a:pathLst>
                <a:path w="2063" h="4305">
                  <a:moveTo>
                    <a:pt x="548" y="4197"/>
                  </a:moveTo>
                  <a:lnTo>
                    <a:pt x="0" y="4305"/>
                  </a:lnTo>
                  <a:lnTo>
                    <a:pt x="732" y="2846"/>
                  </a:lnTo>
                  <a:lnTo>
                    <a:pt x="1241" y="0"/>
                  </a:lnTo>
                  <a:lnTo>
                    <a:pt x="1926" y="395"/>
                  </a:lnTo>
                  <a:lnTo>
                    <a:pt x="2063" y="917"/>
                  </a:lnTo>
                  <a:lnTo>
                    <a:pt x="932" y="383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8"/>
            <p:cNvSpPr/>
            <p:nvPr/>
          </p:nvSpPr>
          <p:spPr>
            <a:xfrm>
              <a:off x="1203277" y="1843196"/>
              <a:ext cx="9560" cy="9092"/>
            </a:xfrm>
            <a:custGeom>
              <a:avLst/>
              <a:pathLst>
                <a:path w="9560" h="9092">
                  <a:moveTo>
                    <a:pt x="3767" y="4416"/>
                  </a:moveTo>
                  <a:lnTo>
                    <a:pt x="6222" y="6355"/>
                  </a:lnTo>
                  <a:lnTo>
                    <a:pt x="7795" y="6156"/>
                  </a:lnTo>
                  <a:lnTo>
                    <a:pt x="9044" y="7776"/>
                  </a:lnTo>
                  <a:lnTo>
                    <a:pt x="9560" y="9092"/>
                  </a:lnTo>
                  <a:lnTo>
                    <a:pt x="7686" y="8147"/>
                  </a:lnTo>
                  <a:lnTo>
                    <a:pt x="4977" y="8214"/>
                  </a:lnTo>
                  <a:lnTo>
                    <a:pt x="1313" y="4256"/>
                  </a:lnTo>
                  <a:lnTo>
                    <a:pt x="0" y="3357"/>
                  </a:lnTo>
                  <a:lnTo>
                    <a:pt x="299" y="1138"/>
                  </a:lnTo>
                  <a:lnTo>
                    <a:pt x="1705" y="0"/>
                  </a:lnTo>
                  <a:lnTo>
                    <a:pt x="2428" y="298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69"/>
            <p:cNvSpPr/>
            <p:nvPr/>
          </p:nvSpPr>
          <p:spPr>
            <a:xfrm>
              <a:off x="1486598" y="1833820"/>
              <a:ext cx="2192" cy="3138"/>
            </a:xfrm>
            <a:custGeom>
              <a:avLst/>
              <a:pathLst>
                <a:path w="2192" h="3138">
                  <a:moveTo>
                    <a:pt x="2192" y="2894"/>
                  </a:moveTo>
                  <a:lnTo>
                    <a:pt x="753" y="3138"/>
                  </a:lnTo>
                  <a:lnTo>
                    <a:pt x="94" y="2762"/>
                  </a:lnTo>
                  <a:lnTo>
                    <a:pt x="0" y="2357"/>
                  </a:lnTo>
                  <a:lnTo>
                    <a:pt x="273" y="865"/>
                  </a:lnTo>
                  <a:lnTo>
                    <a:pt x="251" y="236"/>
                  </a:lnTo>
                  <a:lnTo>
                    <a:pt x="977" y="0"/>
                  </a:lnTo>
                  <a:lnTo>
                    <a:pt x="1809" y="708"/>
                  </a:lnTo>
                  <a:lnTo>
                    <a:pt x="2051" y="143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0"/>
            <p:cNvSpPr/>
            <p:nvPr/>
          </p:nvSpPr>
          <p:spPr>
            <a:xfrm>
              <a:off x="1217524" y="1750998"/>
              <a:ext cx="35240" cy="22779"/>
            </a:xfrm>
            <a:custGeom>
              <a:avLst/>
              <a:pathLst>
                <a:path w="35240" h="22779">
                  <a:moveTo>
                    <a:pt x="4046" y="2569"/>
                  </a:moveTo>
                  <a:lnTo>
                    <a:pt x="4218" y="3289"/>
                  </a:lnTo>
                  <a:lnTo>
                    <a:pt x="5405" y="3172"/>
                  </a:lnTo>
                  <a:lnTo>
                    <a:pt x="7068" y="3483"/>
                  </a:lnTo>
                  <a:lnTo>
                    <a:pt x="8908" y="4181"/>
                  </a:lnTo>
                  <a:lnTo>
                    <a:pt x="10728" y="3930"/>
                  </a:lnTo>
                  <a:lnTo>
                    <a:pt x="13023" y="1718"/>
                  </a:lnTo>
                  <a:lnTo>
                    <a:pt x="14393" y="1138"/>
                  </a:lnTo>
                  <a:lnTo>
                    <a:pt x="15772" y="832"/>
                  </a:lnTo>
                  <a:lnTo>
                    <a:pt x="17260" y="1370"/>
                  </a:lnTo>
                  <a:lnTo>
                    <a:pt x="18714" y="2543"/>
                  </a:lnTo>
                  <a:lnTo>
                    <a:pt x="19276" y="3234"/>
                  </a:lnTo>
                  <a:lnTo>
                    <a:pt x="19724" y="4442"/>
                  </a:lnTo>
                  <a:lnTo>
                    <a:pt x="20020" y="5904"/>
                  </a:lnTo>
                  <a:lnTo>
                    <a:pt x="20462" y="6951"/>
                  </a:lnTo>
                  <a:lnTo>
                    <a:pt x="23187" y="8244"/>
                  </a:lnTo>
                  <a:lnTo>
                    <a:pt x="24928" y="8759"/>
                  </a:lnTo>
                  <a:lnTo>
                    <a:pt x="25347" y="9467"/>
                  </a:lnTo>
                  <a:lnTo>
                    <a:pt x="25718" y="10446"/>
                  </a:lnTo>
                  <a:lnTo>
                    <a:pt x="27159" y="11189"/>
                  </a:lnTo>
                  <a:lnTo>
                    <a:pt x="28664" y="10918"/>
                  </a:lnTo>
                  <a:lnTo>
                    <a:pt x="29504" y="11182"/>
                  </a:lnTo>
                  <a:lnTo>
                    <a:pt x="32060" y="11219"/>
                  </a:lnTo>
                  <a:lnTo>
                    <a:pt x="35240" y="12304"/>
                  </a:lnTo>
                  <a:lnTo>
                    <a:pt x="34725" y="15165"/>
                  </a:lnTo>
                  <a:lnTo>
                    <a:pt x="33691" y="16422"/>
                  </a:lnTo>
                  <a:lnTo>
                    <a:pt x="30777" y="16018"/>
                  </a:lnTo>
                  <a:lnTo>
                    <a:pt x="27874" y="16425"/>
                  </a:lnTo>
                  <a:lnTo>
                    <a:pt x="26668" y="17898"/>
                  </a:lnTo>
                  <a:lnTo>
                    <a:pt x="25664" y="19762"/>
                  </a:lnTo>
                  <a:lnTo>
                    <a:pt x="25528" y="21577"/>
                  </a:lnTo>
                  <a:lnTo>
                    <a:pt x="24942" y="22411"/>
                  </a:lnTo>
                  <a:lnTo>
                    <a:pt x="24334" y="22779"/>
                  </a:lnTo>
                  <a:lnTo>
                    <a:pt x="23841" y="21775"/>
                  </a:lnTo>
                  <a:lnTo>
                    <a:pt x="23183" y="18712"/>
                  </a:lnTo>
                  <a:lnTo>
                    <a:pt x="22719" y="17866"/>
                  </a:lnTo>
                  <a:lnTo>
                    <a:pt x="22210" y="17334"/>
                  </a:lnTo>
                  <a:lnTo>
                    <a:pt x="20790" y="16366"/>
                  </a:lnTo>
                  <a:lnTo>
                    <a:pt x="19349" y="15754"/>
                  </a:lnTo>
                  <a:lnTo>
                    <a:pt x="18506" y="15680"/>
                  </a:lnTo>
                  <a:lnTo>
                    <a:pt x="17899" y="14618"/>
                  </a:lnTo>
                  <a:lnTo>
                    <a:pt x="17563" y="13082"/>
                  </a:lnTo>
                  <a:lnTo>
                    <a:pt x="16986" y="12288"/>
                  </a:lnTo>
                  <a:lnTo>
                    <a:pt x="15843" y="11161"/>
                  </a:lnTo>
                  <a:lnTo>
                    <a:pt x="14674" y="10274"/>
                  </a:lnTo>
                  <a:lnTo>
                    <a:pt x="11026" y="8351"/>
                  </a:lnTo>
                  <a:lnTo>
                    <a:pt x="9826" y="8098"/>
                  </a:lnTo>
                  <a:lnTo>
                    <a:pt x="8609" y="8306"/>
                  </a:lnTo>
                  <a:lnTo>
                    <a:pt x="7305" y="9183"/>
                  </a:lnTo>
                  <a:lnTo>
                    <a:pt x="6041" y="10485"/>
                  </a:lnTo>
                  <a:lnTo>
                    <a:pt x="4748" y="11457"/>
                  </a:lnTo>
                  <a:lnTo>
                    <a:pt x="3409" y="11672"/>
                  </a:lnTo>
                  <a:lnTo>
                    <a:pt x="2129" y="11104"/>
                  </a:lnTo>
                  <a:lnTo>
                    <a:pt x="925" y="9832"/>
                  </a:lnTo>
                  <a:lnTo>
                    <a:pt x="322" y="8932"/>
                  </a:lnTo>
                  <a:lnTo>
                    <a:pt x="0" y="7380"/>
                  </a:lnTo>
                  <a:lnTo>
                    <a:pt x="16" y="5826"/>
                  </a:lnTo>
                  <a:lnTo>
                    <a:pt x="180" y="4328"/>
                  </a:lnTo>
                  <a:lnTo>
                    <a:pt x="828" y="706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1"/>
            <p:cNvSpPr/>
            <p:nvPr/>
          </p:nvSpPr>
          <p:spPr>
            <a:xfrm>
              <a:off x="1281918" y="1674139"/>
              <a:ext cx="3706" cy="3139"/>
            </a:xfrm>
            <a:custGeom>
              <a:avLst/>
              <a:pathLst>
                <a:path w="3706" h="3139">
                  <a:moveTo>
                    <a:pt x="440" y="2973"/>
                  </a:moveTo>
                  <a:lnTo>
                    <a:pt x="0" y="3139"/>
                  </a:lnTo>
                  <a:lnTo>
                    <a:pt x="24" y="2686"/>
                  </a:lnTo>
                  <a:lnTo>
                    <a:pt x="1318" y="1487"/>
                  </a:lnTo>
                  <a:lnTo>
                    <a:pt x="3706" y="0"/>
                  </a:lnTo>
                  <a:lnTo>
                    <a:pt x="3619" y="323"/>
                  </a:lnTo>
                  <a:lnTo>
                    <a:pt x="2342" y="147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2"/>
            <p:cNvSpPr/>
            <p:nvPr/>
          </p:nvSpPr>
          <p:spPr>
            <a:xfrm>
              <a:off x="1259891" y="1524042"/>
              <a:ext cx="432351" cy="491636"/>
            </a:xfrm>
            <a:custGeom>
              <a:avLst/>
              <a:pathLst>
                <a:path w="432351" h="491636">
                  <a:moveTo>
                    <a:pt x="307576" y="51914"/>
                  </a:moveTo>
                  <a:lnTo>
                    <a:pt x="307576" y="60548"/>
                  </a:lnTo>
                  <a:lnTo>
                    <a:pt x="307576" y="69183"/>
                  </a:lnTo>
                  <a:lnTo>
                    <a:pt x="307576" y="77817"/>
                  </a:lnTo>
                  <a:lnTo>
                    <a:pt x="307576" y="86451"/>
                  </a:lnTo>
                  <a:lnTo>
                    <a:pt x="307576" y="95086"/>
                  </a:lnTo>
                  <a:lnTo>
                    <a:pt x="307576" y="103720"/>
                  </a:lnTo>
                  <a:lnTo>
                    <a:pt x="307576" y="112354"/>
                  </a:lnTo>
                  <a:lnTo>
                    <a:pt x="307576" y="120989"/>
                  </a:lnTo>
                  <a:lnTo>
                    <a:pt x="307576" y="129623"/>
                  </a:lnTo>
                  <a:lnTo>
                    <a:pt x="307576" y="138257"/>
                  </a:lnTo>
                  <a:lnTo>
                    <a:pt x="307576" y="146892"/>
                  </a:lnTo>
                  <a:lnTo>
                    <a:pt x="307576" y="155526"/>
                  </a:lnTo>
                  <a:lnTo>
                    <a:pt x="307576" y="164160"/>
                  </a:lnTo>
                  <a:lnTo>
                    <a:pt x="307576" y="172795"/>
                  </a:lnTo>
                  <a:lnTo>
                    <a:pt x="307576" y="181429"/>
                  </a:lnTo>
                  <a:lnTo>
                    <a:pt x="307576" y="190063"/>
                  </a:lnTo>
                  <a:lnTo>
                    <a:pt x="307576" y="198698"/>
                  </a:lnTo>
                  <a:lnTo>
                    <a:pt x="307576" y="207332"/>
                  </a:lnTo>
                  <a:lnTo>
                    <a:pt x="307576" y="215967"/>
                  </a:lnTo>
                  <a:lnTo>
                    <a:pt x="307576" y="224601"/>
                  </a:lnTo>
                  <a:lnTo>
                    <a:pt x="307576" y="233236"/>
                  </a:lnTo>
                  <a:lnTo>
                    <a:pt x="307576" y="241870"/>
                  </a:lnTo>
                  <a:lnTo>
                    <a:pt x="307576" y="250504"/>
                  </a:lnTo>
                  <a:lnTo>
                    <a:pt x="307576" y="259138"/>
                  </a:lnTo>
                  <a:lnTo>
                    <a:pt x="307576" y="267772"/>
                  </a:lnTo>
                  <a:lnTo>
                    <a:pt x="307576" y="276407"/>
                  </a:lnTo>
                  <a:lnTo>
                    <a:pt x="307576" y="285041"/>
                  </a:lnTo>
                  <a:lnTo>
                    <a:pt x="307576" y="293676"/>
                  </a:lnTo>
                  <a:lnTo>
                    <a:pt x="307576" y="302310"/>
                  </a:lnTo>
                  <a:lnTo>
                    <a:pt x="307576" y="310944"/>
                  </a:lnTo>
                  <a:lnTo>
                    <a:pt x="307576" y="319579"/>
                  </a:lnTo>
                  <a:lnTo>
                    <a:pt x="307576" y="328213"/>
                  </a:lnTo>
                  <a:lnTo>
                    <a:pt x="310295" y="329428"/>
                  </a:lnTo>
                  <a:lnTo>
                    <a:pt x="312989" y="330633"/>
                  </a:lnTo>
                  <a:lnTo>
                    <a:pt x="313814" y="328229"/>
                  </a:lnTo>
                  <a:lnTo>
                    <a:pt x="316720" y="330067"/>
                  </a:lnTo>
                  <a:lnTo>
                    <a:pt x="319259" y="331673"/>
                  </a:lnTo>
                  <a:lnTo>
                    <a:pt x="320879" y="329613"/>
                  </a:lnTo>
                  <a:lnTo>
                    <a:pt x="322631" y="327384"/>
                  </a:lnTo>
                  <a:lnTo>
                    <a:pt x="324997" y="327225"/>
                  </a:lnTo>
                  <a:lnTo>
                    <a:pt x="327646" y="327046"/>
                  </a:lnTo>
                  <a:lnTo>
                    <a:pt x="329411" y="326929"/>
                  </a:lnTo>
                  <a:lnTo>
                    <a:pt x="329411" y="328828"/>
                  </a:lnTo>
                  <a:lnTo>
                    <a:pt x="328756" y="331982"/>
                  </a:lnTo>
                  <a:lnTo>
                    <a:pt x="328209" y="334615"/>
                  </a:lnTo>
                  <a:lnTo>
                    <a:pt x="329818" y="337284"/>
                  </a:lnTo>
                  <a:lnTo>
                    <a:pt x="331802" y="338688"/>
                  </a:lnTo>
                  <a:lnTo>
                    <a:pt x="333656" y="340001"/>
                  </a:lnTo>
                  <a:lnTo>
                    <a:pt x="334487" y="343637"/>
                  </a:lnTo>
                  <a:lnTo>
                    <a:pt x="336516" y="346441"/>
                  </a:lnTo>
                  <a:lnTo>
                    <a:pt x="338060" y="348576"/>
                  </a:lnTo>
                  <a:lnTo>
                    <a:pt x="339538" y="350620"/>
                  </a:lnTo>
                  <a:lnTo>
                    <a:pt x="341654" y="353547"/>
                  </a:lnTo>
                  <a:lnTo>
                    <a:pt x="343137" y="355595"/>
                  </a:lnTo>
                  <a:lnTo>
                    <a:pt x="345112" y="358327"/>
                  </a:lnTo>
                  <a:lnTo>
                    <a:pt x="346285" y="359948"/>
                  </a:lnTo>
                  <a:lnTo>
                    <a:pt x="346848" y="363105"/>
                  </a:lnTo>
                  <a:lnTo>
                    <a:pt x="347524" y="366894"/>
                  </a:lnTo>
                  <a:lnTo>
                    <a:pt x="347107" y="369135"/>
                  </a:lnTo>
                  <a:lnTo>
                    <a:pt x="348042" y="369497"/>
                  </a:lnTo>
                  <a:lnTo>
                    <a:pt x="349871" y="366983"/>
                  </a:lnTo>
                  <a:lnTo>
                    <a:pt x="351589" y="365424"/>
                  </a:lnTo>
                  <a:lnTo>
                    <a:pt x="353711" y="363499"/>
                  </a:lnTo>
                  <a:lnTo>
                    <a:pt x="355143" y="362201"/>
                  </a:lnTo>
                  <a:lnTo>
                    <a:pt x="357806" y="362136"/>
                  </a:lnTo>
                  <a:lnTo>
                    <a:pt x="359078" y="358363"/>
                  </a:lnTo>
                  <a:lnTo>
                    <a:pt x="359082" y="353069"/>
                  </a:lnTo>
                  <a:lnTo>
                    <a:pt x="360428" y="353158"/>
                  </a:lnTo>
                  <a:lnTo>
                    <a:pt x="361221" y="352441"/>
                  </a:lnTo>
                  <a:lnTo>
                    <a:pt x="361571" y="350887"/>
                  </a:lnTo>
                  <a:lnTo>
                    <a:pt x="360723" y="348762"/>
                  </a:lnTo>
                  <a:lnTo>
                    <a:pt x="363274" y="347771"/>
                  </a:lnTo>
                  <a:lnTo>
                    <a:pt x="365119" y="347054"/>
                  </a:lnTo>
                  <a:lnTo>
                    <a:pt x="367755" y="345100"/>
                  </a:lnTo>
                  <a:lnTo>
                    <a:pt x="370329" y="343194"/>
                  </a:lnTo>
                  <a:lnTo>
                    <a:pt x="371556" y="344670"/>
                  </a:lnTo>
                  <a:lnTo>
                    <a:pt x="372772" y="346097"/>
                  </a:lnTo>
                  <a:lnTo>
                    <a:pt x="375154" y="349535"/>
                  </a:lnTo>
                  <a:lnTo>
                    <a:pt x="375317" y="350362"/>
                  </a:lnTo>
                  <a:lnTo>
                    <a:pt x="375156" y="351977"/>
                  </a:lnTo>
                  <a:lnTo>
                    <a:pt x="374924" y="353590"/>
                  </a:lnTo>
                  <a:lnTo>
                    <a:pt x="376372" y="358116"/>
                  </a:lnTo>
                  <a:lnTo>
                    <a:pt x="376787" y="358621"/>
                  </a:lnTo>
                  <a:lnTo>
                    <a:pt x="377977" y="359247"/>
                  </a:lnTo>
                  <a:lnTo>
                    <a:pt x="379398" y="360746"/>
                  </a:lnTo>
                  <a:lnTo>
                    <a:pt x="380026" y="362045"/>
                  </a:lnTo>
                  <a:lnTo>
                    <a:pt x="382084" y="364112"/>
                  </a:lnTo>
                  <a:lnTo>
                    <a:pt x="382431" y="364972"/>
                  </a:lnTo>
                  <a:lnTo>
                    <a:pt x="382625" y="366363"/>
                  </a:lnTo>
                  <a:lnTo>
                    <a:pt x="382961" y="367558"/>
                  </a:lnTo>
                  <a:lnTo>
                    <a:pt x="383345" y="368416"/>
                  </a:lnTo>
                  <a:lnTo>
                    <a:pt x="383716" y="369634"/>
                  </a:lnTo>
                  <a:lnTo>
                    <a:pt x="384607" y="371070"/>
                  </a:lnTo>
                  <a:lnTo>
                    <a:pt x="386303" y="372677"/>
                  </a:lnTo>
                  <a:lnTo>
                    <a:pt x="387478" y="373789"/>
                  </a:lnTo>
                  <a:lnTo>
                    <a:pt x="389124" y="375350"/>
                  </a:lnTo>
                  <a:lnTo>
                    <a:pt x="390791" y="378538"/>
                  </a:lnTo>
                  <a:lnTo>
                    <a:pt x="392240" y="381306"/>
                  </a:lnTo>
                  <a:lnTo>
                    <a:pt x="393889" y="384042"/>
                  </a:lnTo>
                  <a:lnTo>
                    <a:pt x="393646" y="386223"/>
                  </a:lnTo>
                  <a:lnTo>
                    <a:pt x="395318" y="389598"/>
                  </a:lnTo>
                  <a:lnTo>
                    <a:pt x="397077" y="393886"/>
                  </a:lnTo>
                  <a:lnTo>
                    <a:pt x="398428" y="397691"/>
                  </a:lnTo>
                  <a:lnTo>
                    <a:pt x="399388" y="399818"/>
                  </a:lnTo>
                  <a:lnTo>
                    <a:pt x="400539" y="402900"/>
                  </a:lnTo>
                  <a:lnTo>
                    <a:pt x="401947" y="406670"/>
                  </a:lnTo>
                  <a:lnTo>
                    <a:pt x="403548" y="410961"/>
                  </a:lnTo>
                  <a:lnTo>
                    <a:pt x="404775" y="413714"/>
                  </a:lnTo>
                  <a:lnTo>
                    <a:pt x="406374" y="417567"/>
                  </a:lnTo>
                  <a:lnTo>
                    <a:pt x="407163" y="419866"/>
                  </a:lnTo>
                  <a:lnTo>
                    <a:pt x="406627" y="421437"/>
                  </a:lnTo>
                  <a:lnTo>
                    <a:pt x="405962" y="423385"/>
                  </a:lnTo>
                  <a:lnTo>
                    <a:pt x="408016" y="424308"/>
                  </a:lnTo>
                  <a:lnTo>
                    <a:pt x="409441" y="424947"/>
                  </a:lnTo>
                  <a:lnTo>
                    <a:pt x="409085" y="427110"/>
                  </a:lnTo>
                  <a:lnTo>
                    <a:pt x="408615" y="429964"/>
                  </a:lnTo>
                  <a:lnTo>
                    <a:pt x="410225" y="431090"/>
                  </a:lnTo>
                  <a:lnTo>
                    <a:pt x="411319" y="431854"/>
                  </a:lnTo>
                  <a:lnTo>
                    <a:pt x="411094" y="433352"/>
                  </a:lnTo>
                  <a:lnTo>
                    <a:pt x="411695" y="435046"/>
                  </a:lnTo>
                  <a:lnTo>
                    <a:pt x="411795" y="437848"/>
                  </a:lnTo>
                  <a:lnTo>
                    <a:pt x="413757" y="437667"/>
                  </a:lnTo>
                  <a:lnTo>
                    <a:pt x="414624" y="437587"/>
                  </a:lnTo>
                  <a:lnTo>
                    <a:pt x="415797" y="438830"/>
                  </a:lnTo>
                  <a:lnTo>
                    <a:pt x="417342" y="440471"/>
                  </a:lnTo>
                  <a:lnTo>
                    <a:pt x="418891" y="442007"/>
                  </a:lnTo>
                  <a:lnTo>
                    <a:pt x="420213" y="443319"/>
                  </a:lnTo>
                  <a:lnTo>
                    <a:pt x="421947" y="444094"/>
                  </a:lnTo>
                  <a:lnTo>
                    <a:pt x="424088" y="445210"/>
                  </a:lnTo>
                  <a:lnTo>
                    <a:pt x="425140" y="447490"/>
                  </a:lnTo>
                  <a:lnTo>
                    <a:pt x="427093" y="448468"/>
                  </a:lnTo>
                  <a:lnTo>
                    <a:pt x="427819" y="451661"/>
                  </a:lnTo>
                  <a:lnTo>
                    <a:pt x="430072" y="452834"/>
                  </a:lnTo>
                  <a:lnTo>
                    <a:pt x="431399" y="452052"/>
                  </a:lnTo>
                  <a:lnTo>
                    <a:pt x="431875" y="453354"/>
                  </a:lnTo>
                  <a:lnTo>
                    <a:pt x="432250" y="454853"/>
                  </a:lnTo>
                  <a:lnTo>
                    <a:pt x="432351" y="456743"/>
                  </a:lnTo>
                  <a:lnTo>
                    <a:pt x="432225" y="458584"/>
                  </a:lnTo>
                  <a:lnTo>
                    <a:pt x="431663" y="460126"/>
                  </a:lnTo>
                  <a:lnTo>
                    <a:pt x="431239" y="461789"/>
                  </a:lnTo>
                  <a:lnTo>
                    <a:pt x="430954" y="463573"/>
                  </a:lnTo>
                  <a:lnTo>
                    <a:pt x="430847" y="465491"/>
                  </a:lnTo>
                  <a:lnTo>
                    <a:pt x="430916" y="467544"/>
                  </a:lnTo>
                  <a:lnTo>
                    <a:pt x="431143" y="469335"/>
                  </a:lnTo>
                  <a:lnTo>
                    <a:pt x="431835" y="472647"/>
                  </a:lnTo>
                  <a:lnTo>
                    <a:pt x="432065" y="474677"/>
                  </a:lnTo>
                  <a:lnTo>
                    <a:pt x="432095" y="476028"/>
                  </a:lnTo>
                  <a:lnTo>
                    <a:pt x="430559" y="480782"/>
                  </a:lnTo>
                  <a:lnTo>
                    <a:pt x="430029" y="483050"/>
                  </a:lnTo>
                  <a:lnTo>
                    <a:pt x="430080" y="484066"/>
                  </a:lnTo>
                  <a:lnTo>
                    <a:pt x="428961" y="486428"/>
                  </a:lnTo>
                  <a:lnTo>
                    <a:pt x="426909" y="489730"/>
                  </a:lnTo>
                  <a:lnTo>
                    <a:pt x="425977" y="491636"/>
                  </a:lnTo>
                  <a:lnTo>
                    <a:pt x="425517" y="491009"/>
                  </a:lnTo>
                  <a:lnTo>
                    <a:pt x="422863" y="490515"/>
                  </a:lnTo>
                  <a:lnTo>
                    <a:pt x="421897" y="486296"/>
                  </a:lnTo>
                  <a:lnTo>
                    <a:pt x="421386" y="483023"/>
                  </a:lnTo>
                  <a:lnTo>
                    <a:pt x="420612" y="480171"/>
                  </a:lnTo>
                  <a:lnTo>
                    <a:pt x="420634" y="479524"/>
                  </a:lnTo>
                  <a:lnTo>
                    <a:pt x="421337" y="477622"/>
                  </a:lnTo>
                  <a:lnTo>
                    <a:pt x="423989" y="476055"/>
                  </a:lnTo>
                  <a:lnTo>
                    <a:pt x="424014" y="475433"/>
                  </a:lnTo>
                  <a:lnTo>
                    <a:pt x="423028" y="475018"/>
                  </a:lnTo>
                  <a:lnTo>
                    <a:pt x="422791" y="474337"/>
                  </a:lnTo>
                  <a:lnTo>
                    <a:pt x="422520" y="471252"/>
                  </a:lnTo>
                  <a:lnTo>
                    <a:pt x="422593" y="468545"/>
                  </a:lnTo>
                  <a:lnTo>
                    <a:pt x="422522" y="466752"/>
                  </a:lnTo>
                  <a:lnTo>
                    <a:pt x="422080" y="463083"/>
                  </a:lnTo>
                  <a:lnTo>
                    <a:pt x="421416" y="460838"/>
                  </a:lnTo>
                  <a:lnTo>
                    <a:pt x="419705" y="456459"/>
                  </a:lnTo>
                  <a:lnTo>
                    <a:pt x="419561" y="455355"/>
                  </a:lnTo>
                  <a:lnTo>
                    <a:pt x="420314" y="453970"/>
                  </a:lnTo>
                  <a:lnTo>
                    <a:pt x="420783" y="452679"/>
                  </a:lnTo>
                  <a:lnTo>
                    <a:pt x="417889" y="454924"/>
                  </a:lnTo>
                  <a:lnTo>
                    <a:pt x="413941" y="457284"/>
                  </a:lnTo>
                  <a:lnTo>
                    <a:pt x="412250" y="458929"/>
                  </a:lnTo>
                  <a:lnTo>
                    <a:pt x="411895" y="459590"/>
                  </a:lnTo>
                  <a:lnTo>
                    <a:pt x="411773" y="460147"/>
                  </a:lnTo>
                  <a:lnTo>
                    <a:pt x="412081" y="461699"/>
                  </a:lnTo>
                  <a:lnTo>
                    <a:pt x="412034" y="462197"/>
                  </a:lnTo>
                  <a:lnTo>
                    <a:pt x="411689" y="463115"/>
                  </a:lnTo>
                  <a:lnTo>
                    <a:pt x="411282" y="465707"/>
                  </a:lnTo>
                  <a:lnTo>
                    <a:pt x="410424" y="468456"/>
                  </a:lnTo>
                  <a:lnTo>
                    <a:pt x="409988" y="469021"/>
                  </a:lnTo>
                  <a:lnTo>
                    <a:pt x="408448" y="467994"/>
                  </a:lnTo>
                  <a:lnTo>
                    <a:pt x="408035" y="467114"/>
                  </a:lnTo>
                  <a:lnTo>
                    <a:pt x="407262" y="463524"/>
                  </a:lnTo>
                  <a:lnTo>
                    <a:pt x="407443" y="462568"/>
                  </a:lnTo>
                  <a:lnTo>
                    <a:pt x="408006" y="461763"/>
                  </a:lnTo>
                  <a:lnTo>
                    <a:pt x="408770" y="460023"/>
                  </a:lnTo>
                  <a:lnTo>
                    <a:pt x="409735" y="457348"/>
                  </a:lnTo>
                  <a:lnTo>
                    <a:pt x="411573" y="450550"/>
                  </a:lnTo>
                  <a:lnTo>
                    <a:pt x="412774" y="450517"/>
                  </a:lnTo>
                  <a:lnTo>
                    <a:pt x="414894" y="449171"/>
                  </a:lnTo>
                  <a:lnTo>
                    <a:pt x="411568" y="448496"/>
                  </a:lnTo>
                  <a:lnTo>
                    <a:pt x="411073" y="448141"/>
                  </a:lnTo>
                  <a:lnTo>
                    <a:pt x="410625" y="447215"/>
                  </a:lnTo>
                  <a:lnTo>
                    <a:pt x="410228" y="445717"/>
                  </a:lnTo>
                  <a:lnTo>
                    <a:pt x="409551" y="444050"/>
                  </a:lnTo>
                  <a:lnTo>
                    <a:pt x="408287" y="443466"/>
                  </a:lnTo>
                  <a:lnTo>
                    <a:pt x="407733" y="442851"/>
                  </a:lnTo>
                  <a:lnTo>
                    <a:pt x="406897" y="440829"/>
                  </a:lnTo>
                  <a:lnTo>
                    <a:pt x="406336" y="439920"/>
                  </a:lnTo>
                  <a:lnTo>
                    <a:pt x="406029" y="438796"/>
                  </a:lnTo>
                  <a:lnTo>
                    <a:pt x="405977" y="437460"/>
                  </a:lnTo>
                  <a:lnTo>
                    <a:pt x="405738" y="436787"/>
                  </a:lnTo>
                  <a:lnTo>
                    <a:pt x="404867" y="436543"/>
                  </a:lnTo>
                  <a:lnTo>
                    <a:pt x="404395" y="436085"/>
                  </a:lnTo>
                  <a:lnTo>
                    <a:pt x="404268" y="432635"/>
                  </a:lnTo>
                  <a:lnTo>
                    <a:pt x="402538" y="431747"/>
                  </a:lnTo>
                  <a:lnTo>
                    <a:pt x="401829" y="430984"/>
                  </a:lnTo>
                  <a:lnTo>
                    <a:pt x="400690" y="428830"/>
                  </a:lnTo>
                  <a:lnTo>
                    <a:pt x="400376" y="427783"/>
                  </a:lnTo>
                  <a:lnTo>
                    <a:pt x="400274" y="426908"/>
                  </a:lnTo>
                  <a:lnTo>
                    <a:pt x="400553" y="424529"/>
                  </a:lnTo>
                  <a:lnTo>
                    <a:pt x="400436" y="424083"/>
                  </a:lnTo>
                  <a:lnTo>
                    <a:pt x="399427" y="424330"/>
                  </a:lnTo>
                  <a:lnTo>
                    <a:pt x="393154" y="420645"/>
                  </a:lnTo>
                  <a:lnTo>
                    <a:pt x="393486" y="415778"/>
                  </a:lnTo>
                  <a:lnTo>
                    <a:pt x="392324" y="409358"/>
                  </a:lnTo>
                  <a:lnTo>
                    <a:pt x="391078" y="406754"/>
                  </a:lnTo>
                  <a:lnTo>
                    <a:pt x="391325" y="405742"/>
                  </a:lnTo>
                  <a:lnTo>
                    <a:pt x="391593" y="405205"/>
                  </a:lnTo>
                  <a:lnTo>
                    <a:pt x="392151" y="405194"/>
                  </a:lnTo>
                  <a:lnTo>
                    <a:pt x="394557" y="407084"/>
                  </a:lnTo>
                  <a:lnTo>
                    <a:pt x="396822" y="409329"/>
                  </a:lnTo>
                  <a:lnTo>
                    <a:pt x="397115" y="409001"/>
                  </a:lnTo>
                  <a:lnTo>
                    <a:pt x="393496" y="404249"/>
                  </a:lnTo>
                  <a:lnTo>
                    <a:pt x="392591" y="402827"/>
                  </a:lnTo>
                  <a:lnTo>
                    <a:pt x="392366" y="401119"/>
                  </a:lnTo>
                  <a:lnTo>
                    <a:pt x="392353" y="400206"/>
                  </a:lnTo>
                  <a:lnTo>
                    <a:pt x="392640" y="399725"/>
                  </a:lnTo>
                  <a:lnTo>
                    <a:pt x="396036" y="400152"/>
                  </a:lnTo>
                  <a:lnTo>
                    <a:pt x="396237" y="399798"/>
                  </a:lnTo>
                  <a:lnTo>
                    <a:pt x="392796" y="398410"/>
                  </a:lnTo>
                  <a:lnTo>
                    <a:pt x="392092" y="398415"/>
                  </a:lnTo>
                  <a:lnTo>
                    <a:pt x="391339" y="400409"/>
                  </a:lnTo>
                  <a:lnTo>
                    <a:pt x="390980" y="400881"/>
                  </a:lnTo>
                  <a:lnTo>
                    <a:pt x="390242" y="400786"/>
                  </a:lnTo>
                  <a:lnTo>
                    <a:pt x="389994" y="400480"/>
                  </a:lnTo>
                  <a:lnTo>
                    <a:pt x="389117" y="398063"/>
                  </a:lnTo>
                  <a:lnTo>
                    <a:pt x="388287" y="396382"/>
                  </a:lnTo>
                  <a:lnTo>
                    <a:pt x="386736" y="394051"/>
                  </a:lnTo>
                  <a:lnTo>
                    <a:pt x="386444" y="392390"/>
                  </a:lnTo>
                  <a:lnTo>
                    <a:pt x="386369" y="389946"/>
                  </a:lnTo>
                  <a:lnTo>
                    <a:pt x="386575" y="387636"/>
                  </a:lnTo>
                  <a:lnTo>
                    <a:pt x="387842" y="382358"/>
                  </a:lnTo>
                  <a:lnTo>
                    <a:pt x="388355" y="381446"/>
                  </a:lnTo>
                  <a:lnTo>
                    <a:pt x="388488" y="380872"/>
                  </a:lnTo>
                  <a:lnTo>
                    <a:pt x="388098" y="380959"/>
                  </a:lnTo>
                  <a:lnTo>
                    <a:pt x="387726" y="381459"/>
                  </a:lnTo>
                  <a:lnTo>
                    <a:pt x="386678" y="383911"/>
                  </a:lnTo>
                  <a:lnTo>
                    <a:pt x="385599" y="387929"/>
                  </a:lnTo>
                  <a:lnTo>
                    <a:pt x="384717" y="389300"/>
                  </a:lnTo>
                  <a:lnTo>
                    <a:pt x="384163" y="388968"/>
                  </a:lnTo>
                  <a:lnTo>
                    <a:pt x="383325" y="387330"/>
                  </a:lnTo>
                  <a:lnTo>
                    <a:pt x="381576" y="385333"/>
                  </a:lnTo>
                  <a:lnTo>
                    <a:pt x="379553" y="384815"/>
                  </a:lnTo>
                  <a:lnTo>
                    <a:pt x="378275" y="382772"/>
                  </a:lnTo>
                  <a:lnTo>
                    <a:pt x="376386" y="377086"/>
                  </a:lnTo>
                  <a:lnTo>
                    <a:pt x="376133" y="374252"/>
                  </a:lnTo>
                  <a:lnTo>
                    <a:pt x="375891" y="373560"/>
                  </a:lnTo>
                  <a:lnTo>
                    <a:pt x="374865" y="372639"/>
                  </a:lnTo>
                  <a:lnTo>
                    <a:pt x="374236" y="371277"/>
                  </a:lnTo>
                  <a:lnTo>
                    <a:pt x="373265" y="364370"/>
                  </a:lnTo>
                  <a:lnTo>
                    <a:pt x="371982" y="359570"/>
                  </a:lnTo>
                  <a:lnTo>
                    <a:pt x="371663" y="357034"/>
                  </a:lnTo>
                  <a:lnTo>
                    <a:pt x="371771" y="354517"/>
                  </a:lnTo>
                  <a:lnTo>
                    <a:pt x="371604" y="354240"/>
                  </a:lnTo>
                  <a:lnTo>
                    <a:pt x="371162" y="356201"/>
                  </a:lnTo>
                  <a:lnTo>
                    <a:pt x="371046" y="357224"/>
                  </a:lnTo>
                  <a:lnTo>
                    <a:pt x="370236" y="357513"/>
                  </a:lnTo>
                  <a:lnTo>
                    <a:pt x="370999" y="359498"/>
                  </a:lnTo>
                  <a:lnTo>
                    <a:pt x="371189" y="360491"/>
                  </a:lnTo>
                  <a:lnTo>
                    <a:pt x="370808" y="360409"/>
                  </a:lnTo>
                  <a:lnTo>
                    <a:pt x="370029" y="360657"/>
                  </a:lnTo>
                  <a:lnTo>
                    <a:pt x="371348" y="364047"/>
                  </a:lnTo>
                  <a:lnTo>
                    <a:pt x="371940" y="369305"/>
                  </a:lnTo>
                  <a:lnTo>
                    <a:pt x="372814" y="373202"/>
                  </a:lnTo>
                  <a:lnTo>
                    <a:pt x="373382" y="376359"/>
                  </a:lnTo>
                  <a:lnTo>
                    <a:pt x="373637" y="378757"/>
                  </a:lnTo>
                  <a:lnTo>
                    <a:pt x="374008" y="381048"/>
                  </a:lnTo>
                  <a:lnTo>
                    <a:pt x="375029" y="386111"/>
                  </a:lnTo>
                  <a:lnTo>
                    <a:pt x="375169" y="387118"/>
                  </a:lnTo>
                  <a:lnTo>
                    <a:pt x="375046" y="387942"/>
                  </a:lnTo>
                  <a:lnTo>
                    <a:pt x="374708" y="388919"/>
                  </a:lnTo>
                  <a:lnTo>
                    <a:pt x="374126" y="389287"/>
                  </a:lnTo>
                  <a:lnTo>
                    <a:pt x="372298" y="388622"/>
                  </a:lnTo>
                  <a:lnTo>
                    <a:pt x="371610" y="387369"/>
                  </a:lnTo>
                  <a:lnTo>
                    <a:pt x="370624" y="385069"/>
                  </a:lnTo>
                  <a:lnTo>
                    <a:pt x="369240" y="384007"/>
                  </a:lnTo>
                  <a:lnTo>
                    <a:pt x="365815" y="384534"/>
                  </a:lnTo>
                  <a:lnTo>
                    <a:pt x="365541" y="384358"/>
                  </a:lnTo>
                  <a:lnTo>
                    <a:pt x="365555" y="382478"/>
                  </a:lnTo>
                  <a:lnTo>
                    <a:pt x="365948" y="379132"/>
                  </a:lnTo>
                  <a:lnTo>
                    <a:pt x="365632" y="377783"/>
                  </a:lnTo>
                  <a:lnTo>
                    <a:pt x="363861" y="372866"/>
                  </a:lnTo>
                  <a:lnTo>
                    <a:pt x="363888" y="371905"/>
                  </a:lnTo>
                  <a:lnTo>
                    <a:pt x="366349" y="369650"/>
                  </a:lnTo>
                  <a:lnTo>
                    <a:pt x="365153" y="369478"/>
                  </a:lnTo>
                  <a:lnTo>
                    <a:pt x="364189" y="370358"/>
                  </a:lnTo>
                  <a:lnTo>
                    <a:pt x="363817" y="369790"/>
                  </a:lnTo>
                  <a:lnTo>
                    <a:pt x="363235" y="366639"/>
                  </a:lnTo>
                  <a:lnTo>
                    <a:pt x="362860" y="365465"/>
                  </a:lnTo>
                  <a:lnTo>
                    <a:pt x="362674" y="365213"/>
                  </a:lnTo>
                  <a:lnTo>
                    <a:pt x="362567" y="368207"/>
                  </a:lnTo>
                  <a:lnTo>
                    <a:pt x="362975" y="369783"/>
                  </a:lnTo>
                  <a:lnTo>
                    <a:pt x="363033" y="370694"/>
                  </a:lnTo>
                  <a:lnTo>
                    <a:pt x="362968" y="371964"/>
                  </a:lnTo>
                  <a:lnTo>
                    <a:pt x="362710" y="372874"/>
                  </a:lnTo>
                  <a:lnTo>
                    <a:pt x="362262" y="373426"/>
                  </a:lnTo>
                  <a:lnTo>
                    <a:pt x="361813" y="373564"/>
                  </a:lnTo>
                  <a:lnTo>
                    <a:pt x="360982" y="372931"/>
                  </a:lnTo>
                  <a:lnTo>
                    <a:pt x="360059" y="371738"/>
                  </a:lnTo>
                  <a:lnTo>
                    <a:pt x="359254" y="371175"/>
                  </a:lnTo>
                  <a:lnTo>
                    <a:pt x="358955" y="370697"/>
                  </a:lnTo>
                  <a:lnTo>
                    <a:pt x="358573" y="369380"/>
                  </a:lnTo>
                  <a:lnTo>
                    <a:pt x="357948" y="368380"/>
                  </a:lnTo>
                  <a:lnTo>
                    <a:pt x="354942" y="367112"/>
                  </a:lnTo>
                  <a:lnTo>
                    <a:pt x="353147" y="365616"/>
                  </a:lnTo>
                  <a:lnTo>
                    <a:pt x="352998" y="366010"/>
                  </a:lnTo>
                  <a:lnTo>
                    <a:pt x="353558" y="367611"/>
                  </a:lnTo>
                  <a:lnTo>
                    <a:pt x="353612" y="368558"/>
                  </a:lnTo>
                  <a:lnTo>
                    <a:pt x="353160" y="368846"/>
                  </a:lnTo>
                  <a:lnTo>
                    <a:pt x="352352" y="370365"/>
                  </a:lnTo>
                  <a:lnTo>
                    <a:pt x="352586" y="370575"/>
                  </a:lnTo>
                  <a:lnTo>
                    <a:pt x="353442" y="370075"/>
                  </a:lnTo>
                  <a:lnTo>
                    <a:pt x="354395" y="370134"/>
                  </a:lnTo>
                  <a:lnTo>
                    <a:pt x="355973" y="371061"/>
                  </a:lnTo>
                  <a:lnTo>
                    <a:pt x="357406" y="372270"/>
                  </a:lnTo>
                  <a:lnTo>
                    <a:pt x="357925" y="372948"/>
                  </a:lnTo>
                  <a:lnTo>
                    <a:pt x="358140" y="373951"/>
                  </a:lnTo>
                  <a:lnTo>
                    <a:pt x="358319" y="374310"/>
                  </a:lnTo>
                  <a:lnTo>
                    <a:pt x="359721" y="375480"/>
                  </a:lnTo>
                  <a:lnTo>
                    <a:pt x="359788" y="376096"/>
                  </a:lnTo>
                  <a:lnTo>
                    <a:pt x="358885" y="377932"/>
                  </a:lnTo>
                  <a:lnTo>
                    <a:pt x="360745" y="377731"/>
                  </a:lnTo>
                  <a:lnTo>
                    <a:pt x="361827" y="378388"/>
                  </a:lnTo>
                  <a:lnTo>
                    <a:pt x="363209" y="381223"/>
                  </a:lnTo>
                  <a:lnTo>
                    <a:pt x="363680" y="382806"/>
                  </a:lnTo>
                  <a:lnTo>
                    <a:pt x="363742" y="384831"/>
                  </a:lnTo>
                  <a:lnTo>
                    <a:pt x="363455" y="385421"/>
                  </a:lnTo>
                  <a:lnTo>
                    <a:pt x="362906" y="385830"/>
                  </a:lnTo>
                  <a:lnTo>
                    <a:pt x="359127" y="386492"/>
                  </a:lnTo>
                  <a:lnTo>
                    <a:pt x="357762" y="388937"/>
                  </a:lnTo>
                  <a:lnTo>
                    <a:pt x="357480" y="388973"/>
                  </a:lnTo>
                  <a:lnTo>
                    <a:pt x="356441" y="388310"/>
                  </a:lnTo>
                  <a:lnTo>
                    <a:pt x="354555" y="386361"/>
                  </a:lnTo>
                  <a:lnTo>
                    <a:pt x="352205" y="384505"/>
                  </a:lnTo>
                  <a:lnTo>
                    <a:pt x="346845" y="379009"/>
                  </a:lnTo>
                  <a:lnTo>
                    <a:pt x="346698" y="378751"/>
                  </a:lnTo>
                  <a:lnTo>
                    <a:pt x="346611" y="377689"/>
                  </a:lnTo>
                  <a:lnTo>
                    <a:pt x="346242" y="377147"/>
                  </a:lnTo>
                  <a:lnTo>
                    <a:pt x="345515" y="376684"/>
                  </a:lnTo>
                  <a:lnTo>
                    <a:pt x="344506" y="375290"/>
                  </a:lnTo>
                  <a:lnTo>
                    <a:pt x="343214" y="372971"/>
                  </a:lnTo>
                  <a:lnTo>
                    <a:pt x="342416" y="371159"/>
                  </a:lnTo>
                  <a:lnTo>
                    <a:pt x="342111" y="369855"/>
                  </a:lnTo>
                  <a:lnTo>
                    <a:pt x="341361" y="368364"/>
                  </a:lnTo>
                  <a:lnTo>
                    <a:pt x="338933" y="365251"/>
                  </a:lnTo>
                  <a:lnTo>
                    <a:pt x="337664" y="364055"/>
                  </a:lnTo>
                  <a:lnTo>
                    <a:pt x="336542" y="363381"/>
                  </a:lnTo>
                  <a:lnTo>
                    <a:pt x="335567" y="363233"/>
                  </a:lnTo>
                  <a:lnTo>
                    <a:pt x="335304" y="362818"/>
                  </a:lnTo>
                  <a:lnTo>
                    <a:pt x="335754" y="362136"/>
                  </a:lnTo>
                  <a:lnTo>
                    <a:pt x="335820" y="361731"/>
                  </a:lnTo>
                  <a:lnTo>
                    <a:pt x="333670" y="361092"/>
                  </a:lnTo>
                  <a:lnTo>
                    <a:pt x="331625" y="359634"/>
                  </a:lnTo>
                  <a:lnTo>
                    <a:pt x="326439" y="355535"/>
                  </a:lnTo>
                  <a:lnTo>
                    <a:pt x="323762" y="352969"/>
                  </a:lnTo>
                  <a:lnTo>
                    <a:pt x="322198" y="351743"/>
                  </a:lnTo>
                  <a:lnTo>
                    <a:pt x="321530" y="351053"/>
                  </a:lnTo>
                  <a:lnTo>
                    <a:pt x="321237" y="350493"/>
                  </a:lnTo>
                  <a:lnTo>
                    <a:pt x="321612" y="349908"/>
                  </a:lnTo>
                  <a:lnTo>
                    <a:pt x="322656" y="349294"/>
                  </a:lnTo>
                  <a:lnTo>
                    <a:pt x="323366" y="348600"/>
                  </a:lnTo>
                  <a:lnTo>
                    <a:pt x="324486" y="346006"/>
                  </a:lnTo>
                  <a:lnTo>
                    <a:pt x="324570" y="345172"/>
                  </a:lnTo>
                  <a:lnTo>
                    <a:pt x="323969" y="343285"/>
                  </a:lnTo>
                  <a:lnTo>
                    <a:pt x="323700" y="341568"/>
                  </a:lnTo>
                  <a:lnTo>
                    <a:pt x="323712" y="340616"/>
                  </a:lnTo>
                  <a:lnTo>
                    <a:pt x="323849" y="339675"/>
                  </a:lnTo>
                  <a:lnTo>
                    <a:pt x="324019" y="339056"/>
                  </a:lnTo>
                  <a:lnTo>
                    <a:pt x="324494" y="338457"/>
                  </a:lnTo>
                  <a:lnTo>
                    <a:pt x="324827" y="338156"/>
                  </a:lnTo>
                  <a:lnTo>
                    <a:pt x="325237" y="338361"/>
                  </a:lnTo>
                  <a:lnTo>
                    <a:pt x="326553" y="340720"/>
                  </a:lnTo>
                  <a:lnTo>
                    <a:pt x="326738" y="341578"/>
                  </a:lnTo>
                  <a:lnTo>
                    <a:pt x="326678" y="344806"/>
                  </a:lnTo>
                  <a:lnTo>
                    <a:pt x="327055" y="348582"/>
                  </a:lnTo>
                  <a:lnTo>
                    <a:pt x="327174" y="348303"/>
                  </a:lnTo>
                  <a:lnTo>
                    <a:pt x="327295" y="347055"/>
                  </a:lnTo>
                  <a:lnTo>
                    <a:pt x="327373" y="344670"/>
                  </a:lnTo>
                  <a:lnTo>
                    <a:pt x="327521" y="343525"/>
                  </a:lnTo>
                  <a:lnTo>
                    <a:pt x="327804" y="342408"/>
                  </a:lnTo>
                  <a:lnTo>
                    <a:pt x="328280" y="341818"/>
                  </a:lnTo>
                  <a:lnTo>
                    <a:pt x="329763" y="342161"/>
                  </a:lnTo>
                  <a:lnTo>
                    <a:pt x="330447" y="341961"/>
                  </a:lnTo>
                  <a:lnTo>
                    <a:pt x="327558" y="340254"/>
                  </a:lnTo>
                  <a:lnTo>
                    <a:pt x="325741" y="337056"/>
                  </a:lnTo>
                  <a:lnTo>
                    <a:pt x="325412" y="336723"/>
                  </a:lnTo>
                  <a:lnTo>
                    <a:pt x="324418" y="336580"/>
                  </a:lnTo>
                  <a:lnTo>
                    <a:pt x="323365" y="337870"/>
                  </a:lnTo>
                  <a:lnTo>
                    <a:pt x="320657" y="342087"/>
                  </a:lnTo>
                  <a:lnTo>
                    <a:pt x="319900" y="342828"/>
                  </a:lnTo>
                  <a:lnTo>
                    <a:pt x="316495" y="345162"/>
                  </a:lnTo>
                  <a:lnTo>
                    <a:pt x="314189" y="345632"/>
                  </a:lnTo>
                  <a:lnTo>
                    <a:pt x="311593" y="345265"/>
                  </a:lnTo>
                  <a:lnTo>
                    <a:pt x="309381" y="344506"/>
                  </a:lnTo>
                  <a:lnTo>
                    <a:pt x="303831" y="340815"/>
                  </a:lnTo>
                  <a:lnTo>
                    <a:pt x="302964" y="339958"/>
                  </a:lnTo>
                  <a:lnTo>
                    <a:pt x="304255" y="337675"/>
                  </a:lnTo>
                  <a:lnTo>
                    <a:pt x="304308" y="336963"/>
                  </a:lnTo>
                  <a:lnTo>
                    <a:pt x="303858" y="334638"/>
                  </a:lnTo>
                  <a:lnTo>
                    <a:pt x="303488" y="333974"/>
                  </a:lnTo>
                  <a:lnTo>
                    <a:pt x="302959" y="333608"/>
                  </a:lnTo>
                  <a:lnTo>
                    <a:pt x="302812" y="333869"/>
                  </a:lnTo>
                  <a:lnTo>
                    <a:pt x="302807" y="334559"/>
                  </a:lnTo>
                  <a:lnTo>
                    <a:pt x="302948" y="335836"/>
                  </a:lnTo>
                  <a:lnTo>
                    <a:pt x="302524" y="336511"/>
                  </a:lnTo>
                  <a:lnTo>
                    <a:pt x="301580" y="337240"/>
                  </a:lnTo>
                  <a:lnTo>
                    <a:pt x="299990" y="337975"/>
                  </a:lnTo>
                  <a:lnTo>
                    <a:pt x="295063" y="336097"/>
                  </a:lnTo>
                  <a:lnTo>
                    <a:pt x="290016" y="334543"/>
                  </a:lnTo>
                  <a:lnTo>
                    <a:pt x="285507" y="334220"/>
                  </a:lnTo>
                  <a:lnTo>
                    <a:pt x="279142" y="335459"/>
                  </a:lnTo>
                  <a:lnTo>
                    <a:pt x="275747" y="336704"/>
                  </a:lnTo>
                  <a:lnTo>
                    <a:pt x="273767" y="336825"/>
                  </a:lnTo>
                  <a:lnTo>
                    <a:pt x="271862" y="336600"/>
                  </a:lnTo>
                  <a:lnTo>
                    <a:pt x="271707" y="335732"/>
                  </a:lnTo>
                  <a:lnTo>
                    <a:pt x="272577" y="335223"/>
                  </a:lnTo>
                  <a:lnTo>
                    <a:pt x="272529" y="334593"/>
                  </a:lnTo>
                  <a:lnTo>
                    <a:pt x="271428" y="332631"/>
                  </a:lnTo>
                  <a:lnTo>
                    <a:pt x="269757" y="331441"/>
                  </a:lnTo>
                  <a:lnTo>
                    <a:pt x="267516" y="331021"/>
                  </a:lnTo>
                  <a:lnTo>
                    <a:pt x="266233" y="330447"/>
                  </a:lnTo>
                  <a:lnTo>
                    <a:pt x="265908" y="329721"/>
                  </a:lnTo>
                  <a:lnTo>
                    <a:pt x="265115" y="329027"/>
                  </a:lnTo>
                  <a:lnTo>
                    <a:pt x="263854" y="328366"/>
                  </a:lnTo>
                  <a:lnTo>
                    <a:pt x="263299" y="327182"/>
                  </a:lnTo>
                  <a:lnTo>
                    <a:pt x="263740" y="323517"/>
                  </a:lnTo>
                  <a:lnTo>
                    <a:pt x="264173" y="321318"/>
                  </a:lnTo>
                  <a:lnTo>
                    <a:pt x="264602" y="319810"/>
                  </a:lnTo>
                  <a:lnTo>
                    <a:pt x="265686" y="317314"/>
                  </a:lnTo>
                  <a:lnTo>
                    <a:pt x="265308" y="317499"/>
                  </a:lnTo>
                  <a:lnTo>
                    <a:pt x="263733" y="319330"/>
                  </a:lnTo>
                  <a:lnTo>
                    <a:pt x="262360" y="321220"/>
                  </a:lnTo>
                  <a:lnTo>
                    <a:pt x="261089" y="323680"/>
                  </a:lnTo>
                  <a:lnTo>
                    <a:pt x="260331" y="324811"/>
                  </a:lnTo>
                  <a:lnTo>
                    <a:pt x="259359" y="325853"/>
                  </a:lnTo>
                  <a:lnTo>
                    <a:pt x="257843" y="325603"/>
                  </a:lnTo>
                  <a:lnTo>
                    <a:pt x="255784" y="324062"/>
                  </a:lnTo>
                  <a:lnTo>
                    <a:pt x="254020" y="323269"/>
                  </a:lnTo>
                  <a:lnTo>
                    <a:pt x="252552" y="323220"/>
                  </a:lnTo>
                  <a:lnTo>
                    <a:pt x="251971" y="322956"/>
                  </a:lnTo>
                  <a:lnTo>
                    <a:pt x="252973" y="321582"/>
                  </a:lnTo>
                  <a:lnTo>
                    <a:pt x="253551" y="320478"/>
                  </a:lnTo>
                  <a:lnTo>
                    <a:pt x="254341" y="318707"/>
                  </a:lnTo>
                  <a:lnTo>
                    <a:pt x="254515" y="317845"/>
                  </a:lnTo>
                  <a:lnTo>
                    <a:pt x="249131" y="317562"/>
                  </a:lnTo>
                  <a:lnTo>
                    <a:pt x="248934" y="316629"/>
                  </a:lnTo>
                  <a:lnTo>
                    <a:pt x="248926" y="315942"/>
                  </a:lnTo>
                  <a:lnTo>
                    <a:pt x="248753" y="315374"/>
                  </a:lnTo>
                  <a:lnTo>
                    <a:pt x="247973" y="314951"/>
                  </a:lnTo>
                  <a:lnTo>
                    <a:pt x="246881" y="315274"/>
                  </a:lnTo>
                  <a:lnTo>
                    <a:pt x="245112" y="316378"/>
                  </a:lnTo>
                  <a:lnTo>
                    <a:pt x="244345" y="315539"/>
                  </a:lnTo>
                  <a:lnTo>
                    <a:pt x="244619" y="315068"/>
                  </a:lnTo>
                  <a:lnTo>
                    <a:pt x="245196" y="314723"/>
                  </a:lnTo>
                  <a:lnTo>
                    <a:pt x="246372" y="313126"/>
                  </a:lnTo>
                  <a:lnTo>
                    <a:pt x="244783" y="312298"/>
                  </a:lnTo>
                  <a:lnTo>
                    <a:pt x="243969" y="311350"/>
                  </a:lnTo>
                  <a:lnTo>
                    <a:pt x="243574" y="310571"/>
                  </a:lnTo>
                  <a:lnTo>
                    <a:pt x="243601" y="307757"/>
                  </a:lnTo>
                  <a:lnTo>
                    <a:pt x="244020" y="305955"/>
                  </a:lnTo>
                  <a:lnTo>
                    <a:pt x="247588" y="304208"/>
                  </a:lnTo>
                  <a:lnTo>
                    <a:pt x="246458" y="303522"/>
                  </a:lnTo>
                  <a:lnTo>
                    <a:pt x="244206" y="303759"/>
                  </a:lnTo>
                  <a:lnTo>
                    <a:pt x="242694" y="305245"/>
                  </a:lnTo>
                  <a:lnTo>
                    <a:pt x="240898" y="307392"/>
                  </a:lnTo>
                  <a:lnTo>
                    <a:pt x="239693" y="308193"/>
                  </a:lnTo>
                  <a:lnTo>
                    <a:pt x="239078" y="307649"/>
                  </a:lnTo>
                  <a:lnTo>
                    <a:pt x="238265" y="307461"/>
                  </a:lnTo>
                  <a:lnTo>
                    <a:pt x="237253" y="307630"/>
                  </a:lnTo>
                  <a:lnTo>
                    <a:pt x="236573" y="308178"/>
                  </a:lnTo>
                  <a:lnTo>
                    <a:pt x="236225" y="309109"/>
                  </a:lnTo>
                  <a:lnTo>
                    <a:pt x="235822" y="309738"/>
                  </a:lnTo>
                  <a:lnTo>
                    <a:pt x="235364" y="310063"/>
                  </a:lnTo>
                  <a:lnTo>
                    <a:pt x="235032" y="309959"/>
                  </a:lnTo>
                  <a:lnTo>
                    <a:pt x="234546" y="309005"/>
                  </a:lnTo>
                  <a:lnTo>
                    <a:pt x="233526" y="308413"/>
                  </a:lnTo>
                  <a:lnTo>
                    <a:pt x="233026" y="307686"/>
                  </a:lnTo>
                  <a:lnTo>
                    <a:pt x="232739" y="308144"/>
                  </a:lnTo>
                  <a:lnTo>
                    <a:pt x="232390" y="309516"/>
                  </a:lnTo>
                  <a:lnTo>
                    <a:pt x="232022" y="310210"/>
                  </a:lnTo>
                  <a:lnTo>
                    <a:pt x="230297" y="310923"/>
                  </a:lnTo>
                  <a:lnTo>
                    <a:pt x="229349" y="310790"/>
                  </a:lnTo>
                  <a:lnTo>
                    <a:pt x="228217" y="309064"/>
                  </a:lnTo>
                  <a:lnTo>
                    <a:pt x="228054" y="308465"/>
                  </a:lnTo>
                  <a:lnTo>
                    <a:pt x="228439" y="306973"/>
                  </a:lnTo>
                  <a:lnTo>
                    <a:pt x="230930" y="301067"/>
                  </a:lnTo>
                  <a:lnTo>
                    <a:pt x="230681" y="301100"/>
                  </a:lnTo>
                  <a:lnTo>
                    <a:pt x="229874" y="302029"/>
                  </a:lnTo>
                  <a:lnTo>
                    <a:pt x="228267" y="304389"/>
                  </a:lnTo>
                  <a:lnTo>
                    <a:pt x="227551" y="305093"/>
                  </a:lnTo>
                  <a:lnTo>
                    <a:pt x="226319" y="305181"/>
                  </a:lnTo>
                  <a:lnTo>
                    <a:pt x="225742" y="304927"/>
                  </a:lnTo>
                  <a:lnTo>
                    <a:pt x="225046" y="305119"/>
                  </a:lnTo>
                  <a:lnTo>
                    <a:pt x="224230" y="305751"/>
                  </a:lnTo>
                  <a:lnTo>
                    <a:pt x="223698" y="306444"/>
                  </a:lnTo>
                  <a:lnTo>
                    <a:pt x="223448" y="307197"/>
                  </a:lnTo>
                  <a:lnTo>
                    <a:pt x="223617" y="307326"/>
                  </a:lnTo>
                  <a:lnTo>
                    <a:pt x="224849" y="306466"/>
                  </a:lnTo>
                  <a:lnTo>
                    <a:pt x="225547" y="306235"/>
                  </a:lnTo>
                  <a:lnTo>
                    <a:pt x="225742" y="306652"/>
                  </a:lnTo>
                  <a:lnTo>
                    <a:pt x="224783" y="309318"/>
                  </a:lnTo>
                  <a:lnTo>
                    <a:pt x="224201" y="311863"/>
                  </a:lnTo>
                  <a:lnTo>
                    <a:pt x="223646" y="312504"/>
                  </a:lnTo>
                  <a:lnTo>
                    <a:pt x="222763" y="312397"/>
                  </a:lnTo>
                  <a:lnTo>
                    <a:pt x="221797" y="312648"/>
                  </a:lnTo>
                  <a:lnTo>
                    <a:pt x="221783" y="313359"/>
                  </a:lnTo>
                  <a:lnTo>
                    <a:pt x="223585" y="315395"/>
                  </a:lnTo>
                  <a:lnTo>
                    <a:pt x="224237" y="315682"/>
                  </a:lnTo>
                  <a:lnTo>
                    <a:pt x="225070" y="316410"/>
                  </a:lnTo>
                  <a:lnTo>
                    <a:pt x="225197" y="317131"/>
                  </a:lnTo>
                  <a:lnTo>
                    <a:pt x="224885" y="319080"/>
                  </a:lnTo>
                  <a:lnTo>
                    <a:pt x="224649" y="319848"/>
                  </a:lnTo>
                  <a:lnTo>
                    <a:pt x="224269" y="320247"/>
                  </a:lnTo>
                  <a:lnTo>
                    <a:pt x="222800" y="320181"/>
                  </a:lnTo>
                  <a:lnTo>
                    <a:pt x="222326" y="320383"/>
                  </a:lnTo>
                  <a:lnTo>
                    <a:pt x="221337" y="321608"/>
                  </a:lnTo>
                  <a:lnTo>
                    <a:pt x="220843" y="322622"/>
                  </a:lnTo>
                  <a:lnTo>
                    <a:pt x="221023" y="322712"/>
                  </a:lnTo>
                  <a:lnTo>
                    <a:pt x="221877" y="321874"/>
                  </a:lnTo>
                  <a:lnTo>
                    <a:pt x="223118" y="321425"/>
                  </a:lnTo>
                  <a:lnTo>
                    <a:pt x="224747" y="321363"/>
                  </a:lnTo>
                  <a:lnTo>
                    <a:pt x="225961" y="320918"/>
                  </a:lnTo>
                  <a:lnTo>
                    <a:pt x="226759" y="320090"/>
                  </a:lnTo>
                  <a:lnTo>
                    <a:pt x="227537" y="320325"/>
                  </a:lnTo>
                  <a:lnTo>
                    <a:pt x="228293" y="321621"/>
                  </a:lnTo>
                  <a:lnTo>
                    <a:pt x="228520" y="322758"/>
                  </a:lnTo>
                  <a:lnTo>
                    <a:pt x="228215" y="323733"/>
                  </a:lnTo>
                  <a:lnTo>
                    <a:pt x="227590" y="324429"/>
                  </a:lnTo>
                  <a:lnTo>
                    <a:pt x="226645" y="324846"/>
                  </a:lnTo>
                  <a:lnTo>
                    <a:pt x="226049" y="325470"/>
                  </a:lnTo>
                  <a:lnTo>
                    <a:pt x="225801" y="326302"/>
                  </a:lnTo>
                  <a:lnTo>
                    <a:pt x="225661" y="327537"/>
                  </a:lnTo>
                  <a:lnTo>
                    <a:pt x="225629" y="329176"/>
                  </a:lnTo>
                  <a:lnTo>
                    <a:pt x="225868" y="332128"/>
                  </a:lnTo>
                  <a:lnTo>
                    <a:pt x="225685" y="332527"/>
                  </a:lnTo>
                  <a:lnTo>
                    <a:pt x="225330" y="332747"/>
                  </a:lnTo>
                  <a:lnTo>
                    <a:pt x="224804" y="332787"/>
                  </a:lnTo>
                  <a:lnTo>
                    <a:pt x="224330" y="333480"/>
                  </a:lnTo>
                  <a:lnTo>
                    <a:pt x="223221" y="337407"/>
                  </a:lnTo>
                  <a:lnTo>
                    <a:pt x="222831" y="337833"/>
                  </a:lnTo>
                  <a:lnTo>
                    <a:pt x="222366" y="337411"/>
                  </a:lnTo>
                  <a:lnTo>
                    <a:pt x="221953" y="337458"/>
                  </a:lnTo>
                  <a:lnTo>
                    <a:pt x="221593" y="337970"/>
                  </a:lnTo>
                  <a:lnTo>
                    <a:pt x="220804" y="338361"/>
                  </a:lnTo>
                  <a:lnTo>
                    <a:pt x="219586" y="338629"/>
                  </a:lnTo>
                  <a:lnTo>
                    <a:pt x="218543" y="338527"/>
                  </a:lnTo>
                  <a:lnTo>
                    <a:pt x="216708" y="337677"/>
                  </a:lnTo>
                  <a:lnTo>
                    <a:pt x="215961" y="337078"/>
                  </a:lnTo>
                  <a:lnTo>
                    <a:pt x="215376" y="336095"/>
                  </a:lnTo>
                  <a:lnTo>
                    <a:pt x="213729" y="337136"/>
                  </a:lnTo>
                  <a:lnTo>
                    <a:pt x="213294" y="336681"/>
                  </a:lnTo>
                  <a:lnTo>
                    <a:pt x="212268" y="333960"/>
                  </a:lnTo>
                  <a:lnTo>
                    <a:pt x="212046" y="334123"/>
                  </a:lnTo>
                  <a:lnTo>
                    <a:pt x="211849" y="337055"/>
                  </a:lnTo>
                  <a:lnTo>
                    <a:pt x="211536" y="338082"/>
                  </a:lnTo>
                  <a:lnTo>
                    <a:pt x="210521" y="340207"/>
                  </a:lnTo>
                  <a:lnTo>
                    <a:pt x="209966" y="343868"/>
                  </a:lnTo>
                  <a:lnTo>
                    <a:pt x="209797" y="343975"/>
                  </a:lnTo>
                  <a:lnTo>
                    <a:pt x="209607" y="343448"/>
                  </a:lnTo>
                  <a:lnTo>
                    <a:pt x="208982" y="340179"/>
                  </a:lnTo>
                  <a:lnTo>
                    <a:pt x="208650" y="339461"/>
                  </a:lnTo>
                  <a:lnTo>
                    <a:pt x="207732" y="341346"/>
                  </a:lnTo>
                  <a:lnTo>
                    <a:pt x="207631" y="342028"/>
                  </a:lnTo>
                  <a:lnTo>
                    <a:pt x="207871" y="344462"/>
                  </a:lnTo>
                  <a:lnTo>
                    <a:pt x="207658" y="344829"/>
                  </a:lnTo>
                  <a:lnTo>
                    <a:pt x="205799" y="343519"/>
                  </a:lnTo>
                  <a:lnTo>
                    <a:pt x="205341" y="343455"/>
                  </a:lnTo>
                  <a:lnTo>
                    <a:pt x="205220" y="343676"/>
                  </a:lnTo>
                  <a:lnTo>
                    <a:pt x="205854" y="345565"/>
                  </a:lnTo>
                  <a:lnTo>
                    <a:pt x="205782" y="346244"/>
                  </a:lnTo>
                  <a:lnTo>
                    <a:pt x="203152" y="349893"/>
                  </a:lnTo>
                  <a:lnTo>
                    <a:pt x="202466" y="349763"/>
                  </a:lnTo>
                  <a:lnTo>
                    <a:pt x="202035" y="349400"/>
                  </a:lnTo>
                  <a:lnTo>
                    <a:pt x="201562" y="349456"/>
                  </a:lnTo>
                  <a:lnTo>
                    <a:pt x="199890" y="350817"/>
                  </a:lnTo>
                  <a:lnTo>
                    <a:pt x="199429" y="350757"/>
                  </a:lnTo>
                  <a:lnTo>
                    <a:pt x="198798" y="349951"/>
                  </a:lnTo>
                  <a:lnTo>
                    <a:pt x="198504" y="349987"/>
                  </a:lnTo>
                  <a:lnTo>
                    <a:pt x="198348" y="350824"/>
                  </a:lnTo>
                  <a:lnTo>
                    <a:pt x="198328" y="352461"/>
                  </a:lnTo>
                  <a:lnTo>
                    <a:pt x="197709" y="354018"/>
                  </a:lnTo>
                  <a:lnTo>
                    <a:pt x="195718" y="356533"/>
                  </a:lnTo>
                  <a:lnTo>
                    <a:pt x="195189" y="357690"/>
                  </a:lnTo>
                  <a:lnTo>
                    <a:pt x="194789" y="359273"/>
                  </a:lnTo>
                  <a:lnTo>
                    <a:pt x="194492" y="359424"/>
                  </a:lnTo>
                  <a:lnTo>
                    <a:pt x="193324" y="358407"/>
                  </a:lnTo>
                  <a:lnTo>
                    <a:pt x="191970" y="357746"/>
                  </a:lnTo>
                  <a:lnTo>
                    <a:pt x="191784" y="358075"/>
                  </a:lnTo>
                  <a:lnTo>
                    <a:pt x="192194" y="359042"/>
                  </a:lnTo>
                  <a:lnTo>
                    <a:pt x="192107" y="359634"/>
                  </a:lnTo>
                  <a:lnTo>
                    <a:pt x="191522" y="359856"/>
                  </a:lnTo>
                  <a:lnTo>
                    <a:pt x="190781" y="359769"/>
                  </a:lnTo>
                  <a:lnTo>
                    <a:pt x="189886" y="359377"/>
                  </a:lnTo>
                  <a:lnTo>
                    <a:pt x="188629" y="359821"/>
                  </a:lnTo>
                  <a:lnTo>
                    <a:pt x="187012" y="361100"/>
                  </a:lnTo>
                  <a:lnTo>
                    <a:pt x="185663" y="361064"/>
                  </a:lnTo>
                  <a:lnTo>
                    <a:pt x="183782" y="358958"/>
                  </a:lnTo>
                  <a:lnTo>
                    <a:pt x="183264" y="358801"/>
                  </a:lnTo>
                  <a:lnTo>
                    <a:pt x="183098" y="358210"/>
                  </a:lnTo>
                  <a:lnTo>
                    <a:pt x="183466" y="356507"/>
                  </a:lnTo>
                  <a:lnTo>
                    <a:pt x="184001" y="355219"/>
                  </a:lnTo>
                  <a:lnTo>
                    <a:pt x="184394" y="354627"/>
                  </a:lnTo>
                  <a:lnTo>
                    <a:pt x="186181" y="352976"/>
                  </a:lnTo>
                  <a:lnTo>
                    <a:pt x="188224" y="352370"/>
                  </a:lnTo>
                  <a:lnTo>
                    <a:pt x="189508" y="351378"/>
                  </a:lnTo>
                  <a:lnTo>
                    <a:pt x="191070" y="349331"/>
                  </a:lnTo>
                  <a:lnTo>
                    <a:pt x="191895" y="347791"/>
                  </a:lnTo>
                  <a:lnTo>
                    <a:pt x="193518" y="343828"/>
                  </a:lnTo>
                  <a:lnTo>
                    <a:pt x="193395" y="343522"/>
                  </a:lnTo>
                  <a:lnTo>
                    <a:pt x="193030" y="343308"/>
                  </a:lnTo>
                  <a:lnTo>
                    <a:pt x="189462" y="347065"/>
                  </a:lnTo>
                  <a:lnTo>
                    <a:pt x="188935" y="347416"/>
                  </a:lnTo>
                  <a:lnTo>
                    <a:pt x="188225" y="347390"/>
                  </a:lnTo>
                  <a:lnTo>
                    <a:pt x="185372" y="345950"/>
                  </a:lnTo>
                  <a:lnTo>
                    <a:pt x="184769" y="345332"/>
                  </a:lnTo>
                  <a:lnTo>
                    <a:pt x="184357" y="343525"/>
                  </a:lnTo>
                  <a:lnTo>
                    <a:pt x="185149" y="339416"/>
                  </a:lnTo>
                  <a:lnTo>
                    <a:pt x="185705" y="337430"/>
                  </a:lnTo>
                  <a:lnTo>
                    <a:pt x="187098" y="334366"/>
                  </a:lnTo>
                  <a:lnTo>
                    <a:pt x="188919" y="331097"/>
                  </a:lnTo>
                  <a:lnTo>
                    <a:pt x="189549" y="328975"/>
                  </a:lnTo>
                  <a:lnTo>
                    <a:pt x="190495" y="323302"/>
                  </a:lnTo>
                  <a:lnTo>
                    <a:pt x="190440" y="320728"/>
                  </a:lnTo>
                  <a:lnTo>
                    <a:pt x="190014" y="317587"/>
                  </a:lnTo>
                  <a:lnTo>
                    <a:pt x="189998" y="315723"/>
                  </a:lnTo>
                  <a:lnTo>
                    <a:pt x="190392" y="315133"/>
                  </a:lnTo>
                  <a:lnTo>
                    <a:pt x="194571" y="312228"/>
                  </a:lnTo>
                  <a:lnTo>
                    <a:pt x="196550" y="310054"/>
                  </a:lnTo>
                  <a:lnTo>
                    <a:pt x="200391" y="306839"/>
                  </a:lnTo>
                  <a:lnTo>
                    <a:pt x="201437" y="306867"/>
                  </a:lnTo>
                  <a:lnTo>
                    <a:pt x="202205" y="307973"/>
                  </a:lnTo>
                  <a:lnTo>
                    <a:pt x="203099" y="308859"/>
                  </a:lnTo>
                  <a:lnTo>
                    <a:pt x="204118" y="309521"/>
                  </a:lnTo>
                  <a:lnTo>
                    <a:pt x="205429" y="309452"/>
                  </a:lnTo>
                  <a:lnTo>
                    <a:pt x="207034" y="308652"/>
                  </a:lnTo>
                  <a:lnTo>
                    <a:pt x="209575" y="308955"/>
                  </a:lnTo>
                  <a:lnTo>
                    <a:pt x="214794" y="311070"/>
                  </a:lnTo>
                  <a:lnTo>
                    <a:pt x="215904" y="311188"/>
                  </a:lnTo>
                  <a:lnTo>
                    <a:pt x="215947" y="310918"/>
                  </a:lnTo>
                  <a:lnTo>
                    <a:pt x="215142" y="309436"/>
                  </a:lnTo>
                  <a:lnTo>
                    <a:pt x="211543" y="308578"/>
                  </a:lnTo>
                  <a:lnTo>
                    <a:pt x="210029" y="307718"/>
                  </a:lnTo>
                  <a:lnTo>
                    <a:pt x="205768" y="303939"/>
                  </a:lnTo>
                  <a:lnTo>
                    <a:pt x="204796" y="302481"/>
                  </a:lnTo>
                  <a:lnTo>
                    <a:pt x="205191" y="301797"/>
                  </a:lnTo>
                  <a:lnTo>
                    <a:pt x="206233" y="301234"/>
                  </a:lnTo>
                  <a:lnTo>
                    <a:pt x="206590" y="300689"/>
                  </a:lnTo>
                  <a:lnTo>
                    <a:pt x="206741" y="299743"/>
                  </a:lnTo>
                  <a:lnTo>
                    <a:pt x="207341" y="298449"/>
                  </a:lnTo>
                  <a:lnTo>
                    <a:pt x="208389" y="296800"/>
                  </a:lnTo>
                  <a:lnTo>
                    <a:pt x="209989" y="295206"/>
                  </a:lnTo>
                  <a:lnTo>
                    <a:pt x="213020" y="292840"/>
                  </a:lnTo>
                  <a:lnTo>
                    <a:pt x="211834" y="292739"/>
                  </a:lnTo>
                  <a:lnTo>
                    <a:pt x="209655" y="293174"/>
                  </a:lnTo>
                  <a:lnTo>
                    <a:pt x="208862" y="293627"/>
                  </a:lnTo>
                  <a:lnTo>
                    <a:pt x="207403" y="295321"/>
                  </a:lnTo>
                  <a:lnTo>
                    <a:pt x="206836" y="296514"/>
                  </a:lnTo>
                  <a:lnTo>
                    <a:pt x="206023" y="298842"/>
                  </a:lnTo>
                  <a:lnTo>
                    <a:pt x="205678" y="299282"/>
                  </a:lnTo>
                  <a:lnTo>
                    <a:pt x="204164" y="299619"/>
                  </a:lnTo>
                  <a:lnTo>
                    <a:pt x="200044" y="299855"/>
                  </a:lnTo>
                  <a:lnTo>
                    <a:pt x="199347" y="298664"/>
                  </a:lnTo>
                  <a:lnTo>
                    <a:pt x="198960" y="298471"/>
                  </a:lnTo>
                  <a:lnTo>
                    <a:pt x="198449" y="298638"/>
                  </a:lnTo>
                  <a:lnTo>
                    <a:pt x="194665" y="301678"/>
                  </a:lnTo>
                  <a:lnTo>
                    <a:pt x="193308" y="303231"/>
                  </a:lnTo>
                  <a:lnTo>
                    <a:pt x="192341" y="305000"/>
                  </a:lnTo>
                  <a:lnTo>
                    <a:pt x="190845" y="306297"/>
                  </a:lnTo>
                  <a:lnTo>
                    <a:pt x="188821" y="307119"/>
                  </a:lnTo>
                  <a:lnTo>
                    <a:pt x="187306" y="308138"/>
                  </a:lnTo>
                  <a:lnTo>
                    <a:pt x="185711" y="310174"/>
                  </a:lnTo>
                  <a:lnTo>
                    <a:pt x="185170" y="311733"/>
                  </a:lnTo>
                  <a:lnTo>
                    <a:pt x="185138" y="312466"/>
                  </a:lnTo>
                  <a:lnTo>
                    <a:pt x="185524" y="314779"/>
                  </a:lnTo>
                  <a:lnTo>
                    <a:pt x="185131" y="315212"/>
                  </a:lnTo>
                  <a:lnTo>
                    <a:pt x="184210" y="315394"/>
                  </a:lnTo>
                  <a:lnTo>
                    <a:pt x="182733" y="316926"/>
                  </a:lnTo>
                  <a:lnTo>
                    <a:pt x="179616" y="321480"/>
                  </a:lnTo>
                  <a:lnTo>
                    <a:pt x="179209" y="323132"/>
                  </a:lnTo>
                  <a:lnTo>
                    <a:pt x="179226" y="323699"/>
                  </a:lnTo>
                  <a:lnTo>
                    <a:pt x="179735" y="324987"/>
                  </a:lnTo>
                  <a:lnTo>
                    <a:pt x="179380" y="325824"/>
                  </a:lnTo>
                  <a:lnTo>
                    <a:pt x="178502" y="327147"/>
                  </a:lnTo>
                  <a:lnTo>
                    <a:pt x="176548" y="329242"/>
                  </a:lnTo>
                  <a:lnTo>
                    <a:pt x="175265" y="330040"/>
                  </a:lnTo>
                  <a:lnTo>
                    <a:pt x="174432" y="330080"/>
                  </a:lnTo>
                  <a:lnTo>
                    <a:pt x="173630" y="329782"/>
                  </a:lnTo>
                  <a:lnTo>
                    <a:pt x="172205" y="328431"/>
                  </a:lnTo>
                  <a:lnTo>
                    <a:pt x="171051" y="328349"/>
                  </a:lnTo>
                  <a:lnTo>
                    <a:pt x="170980" y="328538"/>
                  </a:lnTo>
                  <a:lnTo>
                    <a:pt x="172551" y="329982"/>
                  </a:lnTo>
                  <a:lnTo>
                    <a:pt x="174147" y="331841"/>
                  </a:lnTo>
                  <a:lnTo>
                    <a:pt x="175142" y="333383"/>
                  </a:lnTo>
                  <a:lnTo>
                    <a:pt x="175535" y="334609"/>
                  </a:lnTo>
                  <a:lnTo>
                    <a:pt x="175553" y="335870"/>
                  </a:lnTo>
                  <a:lnTo>
                    <a:pt x="175195" y="337168"/>
                  </a:lnTo>
                  <a:lnTo>
                    <a:pt x="174066" y="339422"/>
                  </a:lnTo>
                  <a:lnTo>
                    <a:pt x="172960" y="340096"/>
                  </a:lnTo>
                  <a:lnTo>
                    <a:pt x="170131" y="340777"/>
                  </a:lnTo>
                  <a:lnTo>
                    <a:pt x="169219" y="341314"/>
                  </a:lnTo>
                  <a:lnTo>
                    <a:pt x="168936" y="341733"/>
                  </a:lnTo>
                  <a:lnTo>
                    <a:pt x="170880" y="342685"/>
                  </a:lnTo>
                  <a:lnTo>
                    <a:pt x="171055" y="343172"/>
                  </a:lnTo>
                  <a:lnTo>
                    <a:pt x="170788" y="345063"/>
                  </a:lnTo>
                  <a:lnTo>
                    <a:pt x="170272" y="345680"/>
                  </a:lnTo>
                  <a:lnTo>
                    <a:pt x="168653" y="346808"/>
                  </a:lnTo>
                  <a:lnTo>
                    <a:pt x="167201" y="347136"/>
                  </a:lnTo>
                  <a:lnTo>
                    <a:pt x="166980" y="346920"/>
                  </a:lnTo>
                  <a:lnTo>
                    <a:pt x="167251" y="345434"/>
                  </a:lnTo>
                  <a:lnTo>
                    <a:pt x="167174" y="345068"/>
                  </a:lnTo>
                  <a:lnTo>
                    <a:pt x="166629" y="344764"/>
                  </a:lnTo>
                  <a:lnTo>
                    <a:pt x="165855" y="345331"/>
                  </a:lnTo>
                  <a:lnTo>
                    <a:pt x="163925" y="347515"/>
                  </a:lnTo>
                  <a:lnTo>
                    <a:pt x="163719" y="347876"/>
                  </a:lnTo>
                  <a:lnTo>
                    <a:pt x="164415" y="348460"/>
                  </a:lnTo>
                  <a:lnTo>
                    <a:pt x="164269" y="348950"/>
                  </a:lnTo>
                  <a:lnTo>
                    <a:pt x="163223" y="350522"/>
                  </a:lnTo>
                  <a:lnTo>
                    <a:pt x="162789" y="351568"/>
                  </a:lnTo>
                  <a:lnTo>
                    <a:pt x="162090" y="352636"/>
                  </a:lnTo>
                  <a:lnTo>
                    <a:pt x="158976" y="355900"/>
                  </a:lnTo>
                  <a:lnTo>
                    <a:pt x="159213" y="356695"/>
                  </a:lnTo>
                  <a:lnTo>
                    <a:pt x="158403" y="359539"/>
                  </a:lnTo>
                  <a:lnTo>
                    <a:pt x="157954" y="362038"/>
                  </a:lnTo>
                  <a:lnTo>
                    <a:pt x="158505" y="363092"/>
                  </a:lnTo>
                  <a:lnTo>
                    <a:pt x="161120" y="364329"/>
                  </a:lnTo>
                  <a:lnTo>
                    <a:pt x="162388" y="364627"/>
                  </a:lnTo>
                  <a:lnTo>
                    <a:pt x="163881" y="365492"/>
                  </a:lnTo>
                  <a:lnTo>
                    <a:pt x="166585" y="367817"/>
                  </a:lnTo>
                  <a:lnTo>
                    <a:pt x="167486" y="369337"/>
                  </a:lnTo>
                  <a:lnTo>
                    <a:pt x="167621" y="370052"/>
                  </a:lnTo>
                  <a:lnTo>
                    <a:pt x="167537" y="370834"/>
                  </a:lnTo>
                  <a:lnTo>
                    <a:pt x="167214" y="371888"/>
                  </a:lnTo>
                  <a:lnTo>
                    <a:pt x="166366" y="373879"/>
                  </a:lnTo>
                  <a:lnTo>
                    <a:pt x="164325" y="376837"/>
                  </a:lnTo>
                  <a:lnTo>
                    <a:pt x="163402" y="377675"/>
                  </a:lnTo>
                  <a:lnTo>
                    <a:pt x="162007" y="378333"/>
                  </a:lnTo>
                  <a:lnTo>
                    <a:pt x="161547" y="378813"/>
                  </a:lnTo>
                  <a:lnTo>
                    <a:pt x="159754" y="381617"/>
                  </a:lnTo>
                  <a:lnTo>
                    <a:pt x="159270" y="383130"/>
                  </a:lnTo>
                  <a:lnTo>
                    <a:pt x="159347" y="384447"/>
                  </a:lnTo>
                  <a:lnTo>
                    <a:pt x="159004" y="385374"/>
                  </a:lnTo>
                  <a:lnTo>
                    <a:pt x="156698" y="387190"/>
                  </a:lnTo>
                  <a:lnTo>
                    <a:pt x="156780" y="387512"/>
                  </a:lnTo>
                  <a:lnTo>
                    <a:pt x="157617" y="387650"/>
                  </a:lnTo>
                  <a:lnTo>
                    <a:pt x="157310" y="389251"/>
                  </a:lnTo>
                  <a:lnTo>
                    <a:pt x="157174" y="391472"/>
                  </a:lnTo>
                  <a:lnTo>
                    <a:pt x="156774" y="391846"/>
                  </a:lnTo>
                  <a:lnTo>
                    <a:pt x="155333" y="391830"/>
                  </a:lnTo>
                  <a:lnTo>
                    <a:pt x="153500" y="392695"/>
                  </a:lnTo>
                  <a:lnTo>
                    <a:pt x="153371" y="392940"/>
                  </a:lnTo>
                  <a:lnTo>
                    <a:pt x="153338" y="394539"/>
                  </a:lnTo>
                  <a:lnTo>
                    <a:pt x="148546" y="395709"/>
                  </a:lnTo>
                  <a:lnTo>
                    <a:pt x="147497" y="398744"/>
                  </a:lnTo>
                  <a:lnTo>
                    <a:pt x="146951" y="399675"/>
                  </a:lnTo>
                  <a:lnTo>
                    <a:pt x="145073" y="401882"/>
                  </a:lnTo>
                  <a:lnTo>
                    <a:pt x="143923" y="402771"/>
                  </a:lnTo>
                  <a:lnTo>
                    <a:pt x="142610" y="403308"/>
                  </a:lnTo>
                  <a:lnTo>
                    <a:pt x="141922" y="404055"/>
                  </a:lnTo>
                  <a:lnTo>
                    <a:pt x="141858" y="405016"/>
                  </a:lnTo>
                  <a:lnTo>
                    <a:pt x="141485" y="405844"/>
                  </a:lnTo>
                  <a:lnTo>
                    <a:pt x="140346" y="407217"/>
                  </a:lnTo>
                  <a:lnTo>
                    <a:pt x="139790" y="408942"/>
                  </a:lnTo>
                  <a:lnTo>
                    <a:pt x="139384" y="409213"/>
                  </a:lnTo>
                  <a:lnTo>
                    <a:pt x="137266" y="409629"/>
                  </a:lnTo>
                  <a:lnTo>
                    <a:pt x="136844" y="410174"/>
                  </a:lnTo>
                  <a:lnTo>
                    <a:pt x="136640" y="412507"/>
                  </a:lnTo>
                  <a:lnTo>
                    <a:pt x="136248" y="412581"/>
                  </a:lnTo>
                  <a:lnTo>
                    <a:pt x="135497" y="412039"/>
                  </a:lnTo>
                  <a:lnTo>
                    <a:pt x="134518" y="412458"/>
                  </a:lnTo>
                  <a:lnTo>
                    <a:pt x="132319" y="415096"/>
                  </a:lnTo>
                  <a:lnTo>
                    <a:pt x="131836" y="416044"/>
                  </a:lnTo>
                  <a:lnTo>
                    <a:pt x="131890" y="416552"/>
                  </a:lnTo>
                  <a:lnTo>
                    <a:pt x="132232" y="417055"/>
                  </a:lnTo>
                  <a:lnTo>
                    <a:pt x="132753" y="418624"/>
                  </a:lnTo>
                  <a:lnTo>
                    <a:pt x="132721" y="419680"/>
                  </a:lnTo>
                  <a:lnTo>
                    <a:pt x="131873" y="422625"/>
                  </a:lnTo>
                  <a:lnTo>
                    <a:pt x="131576" y="423079"/>
                  </a:lnTo>
                  <a:lnTo>
                    <a:pt x="130546" y="423809"/>
                  </a:lnTo>
                  <a:lnTo>
                    <a:pt x="130126" y="425438"/>
                  </a:lnTo>
                  <a:lnTo>
                    <a:pt x="129176" y="425258"/>
                  </a:lnTo>
                  <a:lnTo>
                    <a:pt x="128413" y="425566"/>
                  </a:lnTo>
                  <a:lnTo>
                    <a:pt x="127913" y="426653"/>
                  </a:lnTo>
                  <a:lnTo>
                    <a:pt x="127370" y="427279"/>
                  </a:lnTo>
                  <a:lnTo>
                    <a:pt x="126783" y="427444"/>
                  </a:lnTo>
                  <a:lnTo>
                    <a:pt x="126044" y="428305"/>
                  </a:lnTo>
                  <a:lnTo>
                    <a:pt x="125156" y="429863"/>
                  </a:lnTo>
                  <a:lnTo>
                    <a:pt x="124333" y="430857"/>
                  </a:lnTo>
                  <a:lnTo>
                    <a:pt x="123577" y="431286"/>
                  </a:lnTo>
                  <a:lnTo>
                    <a:pt x="122841" y="431391"/>
                  </a:lnTo>
                  <a:lnTo>
                    <a:pt x="122125" y="431173"/>
                  </a:lnTo>
                  <a:lnTo>
                    <a:pt x="121482" y="431352"/>
                  </a:lnTo>
                  <a:lnTo>
                    <a:pt x="120910" y="431928"/>
                  </a:lnTo>
                  <a:lnTo>
                    <a:pt x="120353" y="432831"/>
                  </a:lnTo>
                  <a:lnTo>
                    <a:pt x="119909" y="435389"/>
                  </a:lnTo>
                  <a:lnTo>
                    <a:pt x="119345" y="436533"/>
                  </a:lnTo>
                  <a:lnTo>
                    <a:pt x="118989" y="436734"/>
                  </a:lnTo>
                  <a:lnTo>
                    <a:pt x="118261" y="436564"/>
                  </a:lnTo>
                  <a:lnTo>
                    <a:pt x="117161" y="436025"/>
                  </a:lnTo>
                  <a:lnTo>
                    <a:pt x="116044" y="436216"/>
                  </a:lnTo>
                  <a:lnTo>
                    <a:pt x="114241" y="437784"/>
                  </a:lnTo>
                  <a:lnTo>
                    <a:pt x="113668" y="438969"/>
                  </a:lnTo>
                  <a:lnTo>
                    <a:pt x="114804" y="439231"/>
                  </a:lnTo>
                  <a:lnTo>
                    <a:pt x="115367" y="439571"/>
                  </a:lnTo>
                  <a:lnTo>
                    <a:pt x="115353" y="439902"/>
                  </a:lnTo>
                  <a:lnTo>
                    <a:pt x="114760" y="440224"/>
                  </a:lnTo>
                  <a:lnTo>
                    <a:pt x="113752" y="440201"/>
                  </a:lnTo>
                  <a:lnTo>
                    <a:pt x="113145" y="440477"/>
                  </a:lnTo>
                  <a:lnTo>
                    <a:pt x="112407" y="441152"/>
                  </a:lnTo>
                  <a:lnTo>
                    <a:pt x="110555" y="441881"/>
                  </a:lnTo>
                  <a:lnTo>
                    <a:pt x="109852" y="442403"/>
                  </a:lnTo>
                  <a:lnTo>
                    <a:pt x="108455" y="445369"/>
                  </a:lnTo>
                  <a:lnTo>
                    <a:pt x="108288" y="446041"/>
                  </a:lnTo>
                  <a:lnTo>
                    <a:pt x="108467" y="446190"/>
                  </a:lnTo>
                  <a:lnTo>
                    <a:pt x="109251" y="445877"/>
                  </a:lnTo>
                  <a:lnTo>
                    <a:pt x="110173" y="446371"/>
                  </a:lnTo>
                  <a:lnTo>
                    <a:pt x="110651" y="446998"/>
                  </a:lnTo>
                  <a:lnTo>
                    <a:pt x="110958" y="447772"/>
                  </a:lnTo>
                  <a:lnTo>
                    <a:pt x="111249" y="449263"/>
                  </a:lnTo>
                  <a:lnTo>
                    <a:pt x="111428" y="449483"/>
                  </a:lnTo>
                  <a:lnTo>
                    <a:pt x="109654" y="451987"/>
                  </a:lnTo>
                  <a:lnTo>
                    <a:pt x="109151" y="453051"/>
                  </a:lnTo>
                  <a:lnTo>
                    <a:pt x="108827" y="453446"/>
                  </a:lnTo>
                  <a:lnTo>
                    <a:pt x="108615" y="453140"/>
                  </a:lnTo>
                  <a:lnTo>
                    <a:pt x="108395" y="450351"/>
                  </a:lnTo>
                  <a:lnTo>
                    <a:pt x="108262" y="449878"/>
                  </a:lnTo>
                  <a:lnTo>
                    <a:pt x="107845" y="449829"/>
                  </a:lnTo>
                  <a:lnTo>
                    <a:pt x="107441" y="450711"/>
                  </a:lnTo>
                  <a:lnTo>
                    <a:pt x="106553" y="454007"/>
                  </a:lnTo>
                  <a:lnTo>
                    <a:pt x="105588" y="455668"/>
                  </a:lnTo>
                  <a:lnTo>
                    <a:pt x="98326" y="459929"/>
                  </a:lnTo>
                  <a:lnTo>
                    <a:pt x="97260" y="460895"/>
                  </a:lnTo>
                  <a:lnTo>
                    <a:pt x="97055" y="462713"/>
                  </a:lnTo>
                  <a:lnTo>
                    <a:pt x="96757" y="464288"/>
                  </a:lnTo>
                  <a:lnTo>
                    <a:pt x="96275" y="465541"/>
                  </a:lnTo>
                  <a:lnTo>
                    <a:pt x="95711" y="466335"/>
                  </a:lnTo>
                  <a:lnTo>
                    <a:pt x="95591" y="465771"/>
                  </a:lnTo>
                  <a:lnTo>
                    <a:pt x="95647" y="461343"/>
                  </a:lnTo>
                  <a:lnTo>
                    <a:pt x="95497" y="460463"/>
                  </a:lnTo>
                  <a:lnTo>
                    <a:pt x="94765" y="459898"/>
                  </a:lnTo>
                  <a:lnTo>
                    <a:pt x="94443" y="459976"/>
                  </a:lnTo>
                  <a:lnTo>
                    <a:pt x="94000" y="460225"/>
                  </a:lnTo>
                  <a:lnTo>
                    <a:pt x="93273" y="461183"/>
                  </a:lnTo>
                  <a:lnTo>
                    <a:pt x="92829" y="461422"/>
                  </a:lnTo>
                  <a:lnTo>
                    <a:pt x="92275" y="461343"/>
                  </a:lnTo>
                  <a:lnTo>
                    <a:pt x="91328" y="462286"/>
                  </a:lnTo>
                  <a:lnTo>
                    <a:pt x="89078" y="465312"/>
                  </a:lnTo>
                  <a:lnTo>
                    <a:pt x="87609" y="466064"/>
                  </a:lnTo>
                  <a:lnTo>
                    <a:pt x="87220" y="466693"/>
                  </a:lnTo>
                  <a:lnTo>
                    <a:pt x="86593" y="468348"/>
                  </a:lnTo>
                  <a:lnTo>
                    <a:pt x="86177" y="468954"/>
                  </a:lnTo>
                  <a:lnTo>
                    <a:pt x="85561" y="469007"/>
                  </a:lnTo>
                  <a:lnTo>
                    <a:pt x="84747" y="468508"/>
                  </a:lnTo>
                  <a:lnTo>
                    <a:pt x="84092" y="468861"/>
                  </a:lnTo>
                  <a:lnTo>
                    <a:pt x="83597" y="470066"/>
                  </a:lnTo>
                  <a:lnTo>
                    <a:pt x="83093" y="470542"/>
                  </a:lnTo>
                  <a:lnTo>
                    <a:pt x="81664" y="469653"/>
                  </a:lnTo>
                  <a:lnTo>
                    <a:pt x="81034" y="470261"/>
                  </a:lnTo>
                  <a:lnTo>
                    <a:pt x="80216" y="471816"/>
                  </a:lnTo>
                  <a:lnTo>
                    <a:pt x="79361" y="472842"/>
                  </a:lnTo>
                  <a:lnTo>
                    <a:pt x="78470" y="473340"/>
                  </a:lnTo>
                  <a:lnTo>
                    <a:pt x="76154" y="473859"/>
                  </a:lnTo>
                  <a:lnTo>
                    <a:pt x="75224" y="473527"/>
                  </a:lnTo>
                  <a:lnTo>
                    <a:pt x="75035" y="473076"/>
                  </a:lnTo>
                  <a:lnTo>
                    <a:pt x="75078" y="471093"/>
                  </a:lnTo>
                  <a:lnTo>
                    <a:pt x="75452" y="469663"/>
                  </a:lnTo>
                  <a:lnTo>
                    <a:pt x="75798" y="468988"/>
                  </a:lnTo>
                  <a:lnTo>
                    <a:pt x="76259" y="468392"/>
                  </a:lnTo>
                  <a:lnTo>
                    <a:pt x="76934" y="468323"/>
                  </a:lnTo>
                  <a:lnTo>
                    <a:pt x="78196" y="468769"/>
                  </a:lnTo>
                  <a:lnTo>
                    <a:pt x="78053" y="468290"/>
                  </a:lnTo>
                  <a:lnTo>
                    <a:pt x="77594" y="467721"/>
                  </a:lnTo>
                  <a:lnTo>
                    <a:pt x="76432" y="466740"/>
                  </a:lnTo>
                  <a:lnTo>
                    <a:pt x="75282" y="466240"/>
                  </a:lnTo>
                  <a:lnTo>
                    <a:pt x="74621" y="466557"/>
                  </a:lnTo>
                  <a:lnTo>
                    <a:pt x="73692" y="467313"/>
                  </a:lnTo>
                  <a:lnTo>
                    <a:pt x="73061" y="468183"/>
                  </a:lnTo>
                  <a:lnTo>
                    <a:pt x="72729" y="469171"/>
                  </a:lnTo>
                  <a:lnTo>
                    <a:pt x="72311" y="472399"/>
                  </a:lnTo>
                  <a:lnTo>
                    <a:pt x="72071" y="473272"/>
                  </a:lnTo>
                  <a:lnTo>
                    <a:pt x="69359" y="478961"/>
                  </a:lnTo>
                  <a:lnTo>
                    <a:pt x="68296" y="480714"/>
                  </a:lnTo>
                  <a:lnTo>
                    <a:pt x="67244" y="480583"/>
                  </a:lnTo>
                  <a:lnTo>
                    <a:pt x="66734" y="481245"/>
                  </a:lnTo>
                  <a:lnTo>
                    <a:pt x="66017" y="482666"/>
                  </a:lnTo>
                  <a:lnTo>
                    <a:pt x="65355" y="483346"/>
                  </a:lnTo>
                  <a:lnTo>
                    <a:pt x="64748" y="483284"/>
                  </a:lnTo>
                  <a:lnTo>
                    <a:pt x="64276" y="483014"/>
                  </a:lnTo>
                  <a:lnTo>
                    <a:pt x="63941" y="482535"/>
                  </a:lnTo>
                  <a:lnTo>
                    <a:pt x="63999" y="482088"/>
                  </a:lnTo>
                  <a:lnTo>
                    <a:pt x="64451" y="481672"/>
                  </a:lnTo>
                  <a:lnTo>
                    <a:pt x="64289" y="480534"/>
                  </a:lnTo>
                  <a:lnTo>
                    <a:pt x="63512" y="478671"/>
                  </a:lnTo>
                  <a:lnTo>
                    <a:pt x="62982" y="477658"/>
                  </a:lnTo>
                  <a:lnTo>
                    <a:pt x="61978" y="477541"/>
                  </a:lnTo>
                  <a:lnTo>
                    <a:pt x="61821" y="478388"/>
                  </a:lnTo>
                  <a:lnTo>
                    <a:pt x="62160" y="482718"/>
                  </a:lnTo>
                  <a:lnTo>
                    <a:pt x="62108" y="483695"/>
                  </a:lnTo>
                  <a:lnTo>
                    <a:pt x="61478" y="484931"/>
                  </a:lnTo>
                  <a:lnTo>
                    <a:pt x="59829" y="486308"/>
                  </a:lnTo>
                  <a:lnTo>
                    <a:pt x="59313" y="486174"/>
                  </a:lnTo>
                  <a:lnTo>
                    <a:pt x="57827" y="483457"/>
                  </a:lnTo>
                  <a:lnTo>
                    <a:pt x="56422" y="482919"/>
                  </a:lnTo>
                  <a:lnTo>
                    <a:pt x="56329" y="483803"/>
                  </a:lnTo>
                  <a:lnTo>
                    <a:pt x="56643" y="485610"/>
                  </a:lnTo>
                  <a:lnTo>
                    <a:pt x="56292" y="487296"/>
                  </a:lnTo>
                  <a:lnTo>
                    <a:pt x="55276" y="488868"/>
                  </a:lnTo>
                  <a:lnTo>
                    <a:pt x="54503" y="489629"/>
                  </a:lnTo>
                  <a:lnTo>
                    <a:pt x="53973" y="489583"/>
                  </a:lnTo>
                  <a:lnTo>
                    <a:pt x="53943" y="488484"/>
                  </a:lnTo>
                  <a:lnTo>
                    <a:pt x="54415" y="486330"/>
                  </a:lnTo>
                  <a:lnTo>
                    <a:pt x="54536" y="484536"/>
                  </a:lnTo>
                  <a:lnTo>
                    <a:pt x="54306" y="483101"/>
                  </a:lnTo>
                  <a:lnTo>
                    <a:pt x="54332" y="481998"/>
                  </a:lnTo>
                  <a:lnTo>
                    <a:pt x="54614" y="481231"/>
                  </a:lnTo>
                  <a:lnTo>
                    <a:pt x="56480" y="479100"/>
                  </a:lnTo>
                  <a:lnTo>
                    <a:pt x="57265" y="478781"/>
                  </a:lnTo>
                  <a:lnTo>
                    <a:pt x="57687" y="479309"/>
                  </a:lnTo>
                  <a:lnTo>
                    <a:pt x="58212" y="479398"/>
                  </a:lnTo>
                  <a:lnTo>
                    <a:pt x="58841" y="479052"/>
                  </a:lnTo>
                  <a:lnTo>
                    <a:pt x="59239" y="478371"/>
                  </a:lnTo>
                  <a:lnTo>
                    <a:pt x="59403" y="477354"/>
                  </a:lnTo>
                  <a:lnTo>
                    <a:pt x="60208" y="476052"/>
                  </a:lnTo>
                  <a:lnTo>
                    <a:pt x="61653" y="474465"/>
                  </a:lnTo>
                  <a:lnTo>
                    <a:pt x="63306" y="471533"/>
                  </a:lnTo>
                  <a:lnTo>
                    <a:pt x="65169" y="467257"/>
                  </a:lnTo>
                  <a:lnTo>
                    <a:pt x="67351" y="463572"/>
                  </a:lnTo>
                  <a:lnTo>
                    <a:pt x="69855" y="460477"/>
                  </a:lnTo>
                  <a:lnTo>
                    <a:pt x="72573" y="458023"/>
                  </a:lnTo>
                  <a:lnTo>
                    <a:pt x="78043" y="454648"/>
                  </a:lnTo>
                  <a:lnTo>
                    <a:pt x="78463" y="454854"/>
                  </a:lnTo>
                  <a:lnTo>
                    <a:pt x="77964" y="455948"/>
                  </a:lnTo>
                  <a:lnTo>
                    <a:pt x="78305" y="456632"/>
                  </a:lnTo>
                  <a:lnTo>
                    <a:pt x="78843" y="456720"/>
                  </a:lnTo>
                  <a:lnTo>
                    <a:pt x="80847" y="456179"/>
                  </a:lnTo>
                  <a:lnTo>
                    <a:pt x="81642" y="455469"/>
                  </a:lnTo>
                  <a:lnTo>
                    <a:pt x="81878" y="456153"/>
                  </a:lnTo>
                  <a:lnTo>
                    <a:pt x="81600" y="457016"/>
                  </a:lnTo>
                  <a:lnTo>
                    <a:pt x="80396" y="457890"/>
                  </a:lnTo>
                  <a:lnTo>
                    <a:pt x="80430" y="458616"/>
                  </a:lnTo>
                  <a:lnTo>
                    <a:pt x="82180" y="462022"/>
                  </a:lnTo>
                  <a:lnTo>
                    <a:pt x="82730" y="462537"/>
                  </a:lnTo>
                  <a:lnTo>
                    <a:pt x="83187" y="462474"/>
                  </a:lnTo>
                  <a:lnTo>
                    <a:pt x="83381" y="462034"/>
                  </a:lnTo>
                  <a:lnTo>
                    <a:pt x="83235" y="459577"/>
                  </a:lnTo>
                  <a:lnTo>
                    <a:pt x="83826" y="459109"/>
                  </a:lnTo>
                  <a:lnTo>
                    <a:pt x="85037" y="458995"/>
                  </a:lnTo>
                  <a:lnTo>
                    <a:pt x="85826" y="459316"/>
                  </a:lnTo>
                  <a:lnTo>
                    <a:pt x="86193" y="460072"/>
                  </a:lnTo>
                  <a:lnTo>
                    <a:pt x="86885" y="460698"/>
                  </a:lnTo>
                  <a:lnTo>
                    <a:pt x="87903" y="461194"/>
                  </a:lnTo>
                  <a:lnTo>
                    <a:pt x="88534" y="461041"/>
                  </a:lnTo>
                  <a:lnTo>
                    <a:pt x="88780" y="460240"/>
                  </a:lnTo>
                  <a:lnTo>
                    <a:pt x="88344" y="459287"/>
                  </a:lnTo>
                  <a:lnTo>
                    <a:pt x="86397" y="457189"/>
                  </a:lnTo>
                  <a:lnTo>
                    <a:pt x="85857" y="456314"/>
                  </a:lnTo>
                  <a:lnTo>
                    <a:pt x="85725" y="455095"/>
                  </a:lnTo>
                  <a:lnTo>
                    <a:pt x="86002" y="453534"/>
                  </a:lnTo>
                  <a:lnTo>
                    <a:pt x="86614" y="451218"/>
                  </a:lnTo>
                  <a:lnTo>
                    <a:pt x="87560" y="448147"/>
                  </a:lnTo>
                  <a:lnTo>
                    <a:pt x="88417" y="446000"/>
                  </a:lnTo>
                  <a:lnTo>
                    <a:pt x="90152" y="443570"/>
                  </a:lnTo>
                  <a:lnTo>
                    <a:pt x="91322" y="442368"/>
                  </a:lnTo>
                  <a:lnTo>
                    <a:pt x="94287" y="438686"/>
                  </a:lnTo>
                  <a:lnTo>
                    <a:pt x="99988" y="434935"/>
                  </a:lnTo>
                  <a:lnTo>
                    <a:pt x="101396" y="432527"/>
                  </a:lnTo>
                  <a:lnTo>
                    <a:pt x="103311" y="429868"/>
                  </a:lnTo>
                  <a:lnTo>
                    <a:pt x="104133" y="429214"/>
                  </a:lnTo>
                  <a:lnTo>
                    <a:pt x="104133" y="430241"/>
                  </a:lnTo>
                  <a:lnTo>
                    <a:pt x="104396" y="431157"/>
                  </a:lnTo>
                  <a:lnTo>
                    <a:pt x="105677" y="431768"/>
                  </a:lnTo>
                  <a:lnTo>
                    <a:pt x="106508" y="431980"/>
                  </a:lnTo>
                  <a:lnTo>
                    <a:pt x="106891" y="431794"/>
                  </a:lnTo>
                  <a:lnTo>
                    <a:pt x="106996" y="430817"/>
                  </a:lnTo>
                  <a:lnTo>
                    <a:pt x="106824" y="429049"/>
                  </a:lnTo>
                  <a:lnTo>
                    <a:pt x="106781" y="427380"/>
                  </a:lnTo>
                  <a:lnTo>
                    <a:pt x="106867" y="425810"/>
                  </a:lnTo>
                  <a:lnTo>
                    <a:pt x="107054" y="424568"/>
                  </a:lnTo>
                  <a:lnTo>
                    <a:pt x="107908" y="422362"/>
                  </a:lnTo>
                  <a:lnTo>
                    <a:pt x="109178" y="419850"/>
                  </a:lnTo>
                  <a:lnTo>
                    <a:pt x="110913" y="416930"/>
                  </a:lnTo>
                  <a:lnTo>
                    <a:pt x="112008" y="415607"/>
                  </a:lnTo>
                  <a:lnTo>
                    <a:pt x="113041" y="414905"/>
                  </a:lnTo>
                  <a:lnTo>
                    <a:pt x="114039" y="413633"/>
                  </a:lnTo>
                  <a:lnTo>
                    <a:pt x="115758" y="410622"/>
                  </a:lnTo>
                  <a:lnTo>
                    <a:pt x="116309" y="410128"/>
                  </a:lnTo>
                  <a:lnTo>
                    <a:pt x="117542" y="409535"/>
                  </a:lnTo>
                  <a:lnTo>
                    <a:pt x="117994" y="409798"/>
                  </a:lnTo>
                  <a:lnTo>
                    <a:pt x="118259" y="410552"/>
                  </a:lnTo>
                  <a:lnTo>
                    <a:pt x="118583" y="411023"/>
                  </a:lnTo>
                  <a:lnTo>
                    <a:pt x="119834" y="411447"/>
                  </a:lnTo>
                  <a:lnTo>
                    <a:pt x="120668" y="410775"/>
                  </a:lnTo>
                  <a:lnTo>
                    <a:pt x="120532" y="410420"/>
                  </a:lnTo>
                  <a:lnTo>
                    <a:pt x="119855" y="410193"/>
                  </a:lnTo>
                  <a:lnTo>
                    <a:pt x="119422" y="409756"/>
                  </a:lnTo>
                  <a:lnTo>
                    <a:pt x="119014" y="407960"/>
                  </a:lnTo>
                  <a:lnTo>
                    <a:pt x="118184" y="406877"/>
                  </a:lnTo>
                  <a:lnTo>
                    <a:pt x="117996" y="405655"/>
                  </a:lnTo>
                  <a:lnTo>
                    <a:pt x="118146" y="403751"/>
                  </a:lnTo>
                  <a:lnTo>
                    <a:pt x="118859" y="399280"/>
                  </a:lnTo>
                  <a:lnTo>
                    <a:pt x="118976" y="394681"/>
                  </a:lnTo>
                  <a:lnTo>
                    <a:pt x="119610" y="392048"/>
                  </a:lnTo>
                  <a:lnTo>
                    <a:pt x="120886" y="391096"/>
                  </a:lnTo>
                  <a:lnTo>
                    <a:pt x="123713" y="390445"/>
                  </a:lnTo>
                  <a:lnTo>
                    <a:pt x="122059" y="389253"/>
                  </a:lnTo>
                  <a:lnTo>
                    <a:pt x="121443" y="389245"/>
                  </a:lnTo>
                  <a:lnTo>
                    <a:pt x="120367" y="388686"/>
                  </a:lnTo>
                  <a:lnTo>
                    <a:pt x="119958" y="385820"/>
                  </a:lnTo>
                  <a:lnTo>
                    <a:pt x="119967" y="383733"/>
                  </a:lnTo>
                  <a:lnTo>
                    <a:pt x="120679" y="381319"/>
                  </a:lnTo>
                  <a:lnTo>
                    <a:pt x="123314" y="377245"/>
                  </a:lnTo>
                  <a:lnTo>
                    <a:pt x="126201" y="374426"/>
                  </a:lnTo>
                  <a:lnTo>
                    <a:pt x="125811" y="374193"/>
                  </a:lnTo>
                  <a:lnTo>
                    <a:pt x="125453" y="373355"/>
                  </a:lnTo>
                  <a:lnTo>
                    <a:pt x="126785" y="367708"/>
                  </a:lnTo>
                  <a:lnTo>
                    <a:pt x="128083" y="362667"/>
                  </a:lnTo>
                  <a:lnTo>
                    <a:pt x="126329" y="366963"/>
                  </a:lnTo>
                  <a:lnTo>
                    <a:pt x="124300" y="370250"/>
                  </a:lnTo>
                  <a:lnTo>
                    <a:pt x="118353" y="374066"/>
                  </a:lnTo>
                  <a:lnTo>
                    <a:pt x="114309" y="377266"/>
                  </a:lnTo>
                  <a:lnTo>
                    <a:pt x="112390" y="378033"/>
                  </a:lnTo>
                  <a:lnTo>
                    <a:pt x="111122" y="377219"/>
                  </a:lnTo>
                  <a:lnTo>
                    <a:pt x="110133" y="374150"/>
                  </a:lnTo>
                  <a:lnTo>
                    <a:pt x="109569" y="373058"/>
                  </a:lnTo>
                  <a:lnTo>
                    <a:pt x="108844" y="371056"/>
                  </a:lnTo>
                  <a:lnTo>
                    <a:pt x="109149" y="368455"/>
                  </a:lnTo>
                  <a:lnTo>
                    <a:pt x="109724" y="366654"/>
                  </a:lnTo>
                  <a:lnTo>
                    <a:pt x="110986" y="366359"/>
                  </a:lnTo>
                  <a:lnTo>
                    <a:pt x="112409" y="367227"/>
                  </a:lnTo>
                  <a:lnTo>
                    <a:pt x="113643" y="367301"/>
                  </a:lnTo>
                  <a:lnTo>
                    <a:pt x="112053" y="365526"/>
                  </a:lnTo>
                  <a:lnTo>
                    <a:pt x="109757" y="363979"/>
                  </a:lnTo>
                  <a:lnTo>
                    <a:pt x="108716" y="364482"/>
                  </a:lnTo>
                  <a:lnTo>
                    <a:pt x="107921" y="366995"/>
                  </a:lnTo>
                  <a:lnTo>
                    <a:pt x="106856" y="368721"/>
                  </a:lnTo>
                  <a:lnTo>
                    <a:pt x="105921" y="368109"/>
                  </a:lnTo>
                  <a:lnTo>
                    <a:pt x="105366" y="367406"/>
                  </a:lnTo>
                  <a:lnTo>
                    <a:pt x="105751" y="369514"/>
                  </a:lnTo>
                  <a:lnTo>
                    <a:pt x="105045" y="372723"/>
                  </a:lnTo>
                  <a:lnTo>
                    <a:pt x="104776" y="374945"/>
                  </a:lnTo>
                  <a:lnTo>
                    <a:pt x="105790" y="380809"/>
                  </a:lnTo>
                  <a:lnTo>
                    <a:pt x="105603" y="383153"/>
                  </a:lnTo>
                  <a:lnTo>
                    <a:pt x="103762" y="384230"/>
                  </a:lnTo>
                  <a:lnTo>
                    <a:pt x="102264" y="382302"/>
                  </a:lnTo>
                  <a:lnTo>
                    <a:pt x="99135" y="374870"/>
                  </a:lnTo>
                  <a:lnTo>
                    <a:pt x="98045" y="372753"/>
                  </a:lnTo>
                  <a:lnTo>
                    <a:pt x="95591" y="369260"/>
                  </a:lnTo>
                  <a:lnTo>
                    <a:pt x="94783" y="369758"/>
                  </a:lnTo>
                  <a:lnTo>
                    <a:pt x="93752" y="371481"/>
                  </a:lnTo>
                  <a:lnTo>
                    <a:pt x="92753" y="371957"/>
                  </a:lnTo>
                  <a:lnTo>
                    <a:pt x="90114" y="369415"/>
                  </a:lnTo>
                  <a:lnTo>
                    <a:pt x="88885" y="367476"/>
                  </a:lnTo>
                  <a:lnTo>
                    <a:pt x="87723" y="365122"/>
                  </a:lnTo>
                  <a:lnTo>
                    <a:pt x="85943" y="366418"/>
                  </a:lnTo>
                  <a:lnTo>
                    <a:pt x="84390" y="367962"/>
                  </a:lnTo>
                  <a:lnTo>
                    <a:pt x="82568" y="370426"/>
                  </a:lnTo>
                  <a:lnTo>
                    <a:pt x="81351" y="370404"/>
                  </a:lnTo>
                  <a:lnTo>
                    <a:pt x="78040" y="372515"/>
                  </a:lnTo>
                  <a:lnTo>
                    <a:pt x="77688" y="372560"/>
                  </a:lnTo>
                  <a:lnTo>
                    <a:pt x="77222" y="373698"/>
                  </a:lnTo>
                  <a:lnTo>
                    <a:pt x="76765" y="374208"/>
                  </a:lnTo>
                  <a:lnTo>
                    <a:pt x="76388" y="376399"/>
                  </a:lnTo>
                  <a:lnTo>
                    <a:pt x="71913" y="378099"/>
                  </a:lnTo>
                  <a:lnTo>
                    <a:pt x="67490" y="377147"/>
                  </a:lnTo>
                  <a:lnTo>
                    <a:pt x="69037" y="375942"/>
                  </a:lnTo>
                  <a:lnTo>
                    <a:pt x="70765" y="374994"/>
                  </a:lnTo>
                  <a:lnTo>
                    <a:pt x="72266" y="372713"/>
                  </a:lnTo>
                  <a:lnTo>
                    <a:pt x="71628" y="369666"/>
                  </a:lnTo>
                  <a:lnTo>
                    <a:pt x="71517" y="368113"/>
                  </a:lnTo>
                  <a:lnTo>
                    <a:pt x="71536" y="366149"/>
                  </a:lnTo>
                  <a:lnTo>
                    <a:pt x="73174" y="363394"/>
                  </a:lnTo>
                  <a:lnTo>
                    <a:pt x="71470" y="363399"/>
                  </a:lnTo>
                  <a:lnTo>
                    <a:pt x="70376" y="364386"/>
                  </a:lnTo>
                  <a:lnTo>
                    <a:pt x="69351" y="362316"/>
                  </a:lnTo>
                  <a:lnTo>
                    <a:pt x="68871" y="358243"/>
                  </a:lnTo>
                  <a:lnTo>
                    <a:pt x="70043" y="355835"/>
                  </a:lnTo>
                  <a:lnTo>
                    <a:pt x="70587" y="353979"/>
                  </a:lnTo>
                  <a:lnTo>
                    <a:pt x="71047" y="351431"/>
                  </a:lnTo>
                  <a:lnTo>
                    <a:pt x="71081" y="349241"/>
                  </a:lnTo>
                  <a:lnTo>
                    <a:pt x="70173" y="345533"/>
                  </a:lnTo>
                  <a:lnTo>
                    <a:pt x="67567" y="337675"/>
                  </a:lnTo>
                  <a:lnTo>
                    <a:pt x="66382" y="331816"/>
                  </a:lnTo>
                  <a:lnTo>
                    <a:pt x="64351" y="328694"/>
                  </a:lnTo>
                  <a:lnTo>
                    <a:pt x="65868" y="323585"/>
                  </a:lnTo>
                  <a:lnTo>
                    <a:pt x="67559" y="318932"/>
                  </a:lnTo>
                  <a:lnTo>
                    <a:pt x="69742" y="316850"/>
                  </a:lnTo>
                  <a:lnTo>
                    <a:pt x="69567" y="316538"/>
                  </a:lnTo>
                  <a:lnTo>
                    <a:pt x="68361" y="316552"/>
                  </a:lnTo>
                  <a:lnTo>
                    <a:pt x="67568" y="316828"/>
                  </a:lnTo>
                  <a:lnTo>
                    <a:pt x="66866" y="318341"/>
                  </a:lnTo>
                  <a:lnTo>
                    <a:pt x="66126" y="319497"/>
                  </a:lnTo>
                  <a:lnTo>
                    <a:pt x="63813" y="325423"/>
                  </a:lnTo>
                  <a:lnTo>
                    <a:pt x="62326" y="328310"/>
                  </a:lnTo>
                  <a:lnTo>
                    <a:pt x="61358" y="329138"/>
                  </a:lnTo>
                  <a:lnTo>
                    <a:pt x="62916" y="330258"/>
                  </a:lnTo>
                  <a:lnTo>
                    <a:pt x="63152" y="331201"/>
                  </a:lnTo>
                  <a:lnTo>
                    <a:pt x="63453" y="333345"/>
                  </a:lnTo>
                  <a:lnTo>
                    <a:pt x="63053" y="335951"/>
                  </a:lnTo>
                  <a:lnTo>
                    <a:pt x="62655" y="337388"/>
                  </a:lnTo>
                  <a:lnTo>
                    <a:pt x="60817" y="337273"/>
                  </a:lnTo>
                  <a:lnTo>
                    <a:pt x="59168" y="339368"/>
                  </a:lnTo>
                  <a:lnTo>
                    <a:pt x="55289" y="341647"/>
                  </a:lnTo>
                  <a:lnTo>
                    <a:pt x="50054" y="342950"/>
                  </a:lnTo>
                  <a:lnTo>
                    <a:pt x="47482" y="342794"/>
                  </a:lnTo>
                  <a:lnTo>
                    <a:pt x="44803" y="340135"/>
                  </a:lnTo>
                  <a:lnTo>
                    <a:pt x="44823" y="338596"/>
                  </a:lnTo>
                  <a:lnTo>
                    <a:pt x="44931" y="337256"/>
                  </a:lnTo>
                  <a:lnTo>
                    <a:pt x="41082" y="332673"/>
                  </a:lnTo>
                  <a:lnTo>
                    <a:pt x="38905" y="328108"/>
                  </a:lnTo>
                  <a:lnTo>
                    <a:pt x="37341" y="328007"/>
                  </a:lnTo>
                  <a:lnTo>
                    <a:pt x="35981" y="326789"/>
                  </a:lnTo>
                  <a:lnTo>
                    <a:pt x="34375" y="324895"/>
                  </a:lnTo>
                  <a:lnTo>
                    <a:pt x="34516" y="323367"/>
                  </a:lnTo>
                  <a:lnTo>
                    <a:pt x="34768" y="322292"/>
                  </a:lnTo>
                  <a:lnTo>
                    <a:pt x="33783" y="321540"/>
                  </a:lnTo>
                  <a:lnTo>
                    <a:pt x="32520" y="321614"/>
                  </a:lnTo>
                  <a:lnTo>
                    <a:pt x="31052" y="321093"/>
                  </a:lnTo>
                  <a:lnTo>
                    <a:pt x="34888" y="315218"/>
                  </a:lnTo>
                  <a:lnTo>
                    <a:pt x="36207" y="311285"/>
                  </a:lnTo>
                  <a:lnTo>
                    <a:pt x="37282" y="310726"/>
                  </a:lnTo>
                  <a:lnTo>
                    <a:pt x="38676" y="311332"/>
                  </a:lnTo>
                  <a:lnTo>
                    <a:pt x="40600" y="312883"/>
                  </a:lnTo>
                  <a:lnTo>
                    <a:pt x="42223" y="313567"/>
                  </a:lnTo>
                  <a:lnTo>
                    <a:pt x="42808" y="314294"/>
                  </a:lnTo>
                  <a:lnTo>
                    <a:pt x="43408" y="315672"/>
                  </a:lnTo>
                  <a:lnTo>
                    <a:pt x="42775" y="317978"/>
                  </a:lnTo>
                  <a:lnTo>
                    <a:pt x="42196" y="319597"/>
                  </a:lnTo>
                  <a:lnTo>
                    <a:pt x="42909" y="319157"/>
                  </a:lnTo>
                  <a:lnTo>
                    <a:pt x="44928" y="316652"/>
                  </a:lnTo>
                  <a:lnTo>
                    <a:pt x="46430" y="314449"/>
                  </a:lnTo>
                  <a:lnTo>
                    <a:pt x="47150" y="314678"/>
                  </a:lnTo>
                  <a:lnTo>
                    <a:pt x="47618" y="315066"/>
                  </a:lnTo>
                  <a:lnTo>
                    <a:pt x="48453" y="317339"/>
                  </a:lnTo>
                  <a:lnTo>
                    <a:pt x="49491" y="319652"/>
                  </a:lnTo>
                  <a:lnTo>
                    <a:pt x="51777" y="317448"/>
                  </a:lnTo>
                  <a:lnTo>
                    <a:pt x="53000" y="314704"/>
                  </a:lnTo>
                  <a:lnTo>
                    <a:pt x="51968" y="313501"/>
                  </a:lnTo>
                  <a:lnTo>
                    <a:pt x="50705" y="312789"/>
                  </a:lnTo>
                  <a:lnTo>
                    <a:pt x="47486" y="311856"/>
                  </a:lnTo>
                  <a:lnTo>
                    <a:pt x="48272" y="311070"/>
                  </a:lnTo>
                  <a:lnTo>
                    <a:pt x="50338" y="311156"/>
                  </a:lnTo>
                  <a:lnTo>
                    <a:pt x="51116" y="310403"/>
                  </a:lnTo>
                  <a:lnTo>
                    <a:pt x="50298" y="309361"/>
                  </a:lnTo>
                  <a:lnTo>
                    <a:pt x="49275" y="308431"/>
                  </a:lnTo>
                  <a:lnTo>
                    <a:pt x="46486" y="311534"/>
                  </a:lnTo>
                  <a:lnTo>
                    <a:pt x="41411" y="311378"/>
                  </a:lnTo>
                  <a:lnTo>
                    <a:pt x="37863" y="309566"/>
                  </a:lnTo>
                  <a:lnTo>
                    <a:pt x="34324" y="309881"/>
                  </a:lnTo>
                  <a:lnTo>
                    <a:pt x="33765" y="309521"/>
                  </a:lnTo>
                  <a:lnTo>
                    <a:pt x="33077" y="308550"/>
                  </a:lnTo>
                  <a:lnTo>
                    <a:pt x="35071" y="306246"/>
                  </a:lnTo>
                  <a:lnTo>
                    <a:pt x="36482" y="304972"/>
                  </a:lnTo>
                  <a:lnTo>
                    <a:pt x="36557" y="304234"/>
                  </a:lnTo>
                  <a:lnTo>
                    <a:pt x="35737" y="304141"/>
                  </a:lnTo>
                  <a:lnTo>
                    <a:pt x="34194" y="304753"/>
                  </a:lnTo>
                  <a:lnTo>
                    <a:pt x="33506" y="303691"/>
                  </a:lnTo>
                  <a:lnTo>
                    <a:pt x="33618" y="301850"/>
                  </a:lnTo>
                  <a:lnTo>
                    <a:pt x="33366" y="302015"/>
                  </a:lnTo>
                  <a:lnTo>
                    <a:pt x="32756" y="303020"/>
                  </a:lnTo>
                  <a:lnTo>
                    <a:pt x="31892" y="302524"/>
                  </a:lnTo>
                  <a:lnTo>
                    <a:pt x="31153" y="301694"/>
                  </a:lnTo>
                  <a:lnTo>
                    <a:pt x="31540" y="300810"/>
                  </a:lnTo>
                  <a:lnTo>
                    <a:pt x="32299" y="299595"/>
                  </a:lnTo>
                  <a:lnTo>
                    <a:pt x="31962" y="299414"/>
                  </a:lnTo>
                  <a:lnTo>
                    <a:pt x="31280" y="299673"/>
                  </a:lnTo>
                  <a:lnTo>
                    <a:pt x="30618" y="301263"/>
                  </a:lnTo>
                  <a:lnTo>
                    <a:pt x="30762" y="302550"/>
                  </a:lnTo>
                  <a:lnTo>
                    <a:pt x="30746" y="304395"/>
                  </a:lnTo>
                  <a:lnTo>
                    <a:pt x="29614" y="304733"/>
                  </a:lnTo>
                  <a:lnTo>
                    <a:pt x="28644" y="304512"/>
                  </a:lnTo>
                  <a:lnTo>
                    <a:pt x="27943" y="302655"/>
                  </a:lnTo>
                  <a:lnTo>
                    <a:pt x="27219" y="298674"/>
                  </a:lnTo>
                  <a:lnTo>
                    <a:pt x="25259" y="297617"/>
                  </a:lnTo>
                  <a:lnTo>
                    <a:pt x="24778" y="295604"/>
                  </a:lnTo>
                  <a:lnTo>
                    <a:pt x="26018" y="293023"/>
                  </a:lnTo>
                  <a:lnTo>
                    <a:pt x="25471" y="291691"/>
                  </a:lnTo>
                  <a:lnTo>
                    <a:pt x="24153" y="291258"/>
                  </a:lnTo>
                  <a:lnTo>
                    <a:pt x="22647" y="292562"/>
                  </a:lnTo>
                  <a:lnTo>
                    <a:pt x="21980" y="291404"/>
                  </a:lnTo>
                  <a:lnTo>
                    <a:pt x="21857" y="290131"/>
                  </a:lnTo>
                  <a:lnTo>
                    <a:pt x="21805" y="288305"/>
                  </a:lnTo>
                  <a:lnTo>
                    <a:pt x="22225" y="288113"/>
                  </a:lnTo>
                  <a:lnTo>
                    <a:pt x="22573" y="288475"/>
                  </a:lnTo>
                  <a:lnTo>
                    <a:pt x="25592" y="287461"/>
                  </a:lnTo>
                  <a:lnTo>
                    <a:pt x="25884" y="286967"/>
                  </a:lnTo>
                  <a:lnTo>
                    <a:pt x="23488" y="285425"/>
                  </a:lnTo>
                  <a:lnTo>
                    <a:pt x="22819" y="283805"/>
                  </a:lnTo>
                  <a:lnTo>
                    <a:pt x="23812" y="282887"/>
                  </a:lnTo>
                  <a:lnTo>
                    <a:pt x="25601" y="282809"/>
                  </a:lnTo>
                  <a:lnTo>
                    <a:pt x="28111" y="281850"/>
                  </a:lnTo>
                  <a:lnTo>
                    <a:pt x="27055" y="280131"/>
                  </a:lnTo>
                  <a:lnTo>
                    <a:pt x="26834" y="279188"/>
                  </a:lnTo>
                  <a:lnTo>
                    <a:pt x="26622" y="277641"/>
                  </a:lnTo>
                  <a:lnTo>
                    <a:pt x="27038" y="275019"/>
                  </a:lnTo>
                  <a:lnTo>
                    <a:pt x="29986" y="269007"/>
                  </a:lnTo>
                  <a:lnTo>
                    <a:pt x="32860" y="263995"/>
                  </a:lnTo>
                  <a:lnTo>
                    <a:pt x="33756" y="262837"/>
                  </a:lnTo>
                  <a:lnTo>
                    <a:pt x="35073" y="262214"/>
                  </a:lnTo>
                  <a:lnTo>
                    <a:pt x="36298" y="262693"/>
                  </a:lnTo>
                  <a:lnTo>
                    <a:pt x="37577" y="263770"/>
                  </a:lnTo>
                  <a:lnTo>
                    <a:pt x="37819" y="263309"/>
                  </a:lnTo>
                  <a:lnTo>
                    <a:pt x="37385" y="262869"/>
                  </a:lnTo>
                  <a:lnTo>
                    <a:pt x="36836" y="260818"/>
                  </a:lnTo>
                  <a:lnTo>
                    <a:pt x="38612" y="260014"/>
                  </a:lnTo>
                  <a:lnTo>
                    <a:pt x="39654" y="257697"/>
                  </a:lnTo>
                  <a:lnTo>
                    <a:pt x="39731" y="257026"/>
                  </a:lnTo>
                  <a:lnTo>
                    <a:pt x="38601" y="257990"/>
                  </a:lnTo>
                  <a:lnTo>
                    <a:pt x="37424" y="259572"/>
                  </a:lnTo>
                  <a:lnTo>
                    <a:pt x="37129" y="257981"/>
                  </a:lnTo>
                  <a:lnTo>
                    <a:pt x="36825" y="254319"/>
                  </a:lnTo>
                  <a:lnTo>
                    <a:pt x="37344" y="250859"/>
                  </a:lnTo>
                  <a:lnTo>
                    <a:pt x="37749" y="249307"/>
                  </a:lnTo>
                  <a:lnTo>
                    <a:pt x="38732" y="247833"/>
                  </a:lnTo>
                  <a:lnTo>
                    <a:pt x="41563" y="247243"/>
                  </a:lnTo>
                  <a:lnTo>
                    <a:pt x="42062" y="247538"/>
                  </a:lnTo>
                  <a:lnTo>
                    <a:pt x="42165" y="246842"/>
                  </a:lnTo>
                  <a:lnTo>
                    <a:pt x="40461" y="244667"/>
                  </a:lnTo>
                  <a:lnTo>
                    <a:pt x="41164" y="242965"/>
                  </a:lnTo>
                  <a:lnTo>
                    <a:pt x="41780" y="242084"/>
                  </a:lnTo>
                  <a:lnTo>
                    <a:pt x="45203" y="240705"/>
                  </a:lnTo>
                  <a:lnTo>
                    <a:pt x="47074" y="241133"/>
                  </a:lnTo>
                  <a:lnTo>
                    <a:pt x="49420" y="242740"/>
                  </a:lnTo>
                  <a:lnTo>
                    <a:pt x="50782" y="244740"/>
                  </a:lnTo>
                  <a:lnTo>
                    <a:pt x="50584" y="245766"/>
                  </a:lnTo>
                  <a:lnTo>
                    <a:pt x="50245" y="246360"/>
                  </a:lnTo>
                  <a:lnTo>
                    <a:pt x="49539" y="247026"/>
                  </a:lnTo>
                  <a:lnTo>
                    <a:pt x="49275" y="247542"/>
                  </a:lnTo>
                  <a:lnTo>
                    <a:pt x="49402" y="247953"/>
                  </a:lnTo>
                  <a:lnTo>
                    <a:pt x="50406" y="246760"/>
                  </a:lnTo>
                  <a:lnTo>
                    <a:pt x="52053" y="245310"/>
                  </a:lnTo>
                  <a:lnTo>
                    <a:pt x="52975" y="245941"/>
                  </a:lnTo>
                  <a:lnTo>
                    <a:pt x="53706" y="247086"/>
                  </a:lnTo>
                  <a:lnTo>
                    <a:pt x="54512" y="247066"/>
                  </a:lnTo>
                  <a:lnTo>
                    <a:pt x="57073" y="246082"/>
                  </a:lnTo>
                  <a:lnTo>
                    <a:pt x="58374" y="245040"/>
                  </a:lnTo>
                  <a:lnTo>
                    <a:pt x="59963" y="242333"/>
                  </a:lnTo>
                  <a:lnTo>
                    <a:pt x="62079" y="240583"/>
                  </a:lnTo>
                  <a:lnTo>
                    <a:pt x="65050" y="235065"/>
                  </a:lnTo>
                  <a:lnTo>
                    <a:pt x="65924" y="232801"/>
                  </a:lnTo>
                  <a:lnTo>
                    <a:pt x="66941" y="232453"/>
                  </a:lnTo>
                  <a:lnTo>
                    <a:pt x="67858" y="232654"/>
                  </a:lnTo>
                  <a:lnTo>
                    <a:pt x="68497" y="234511"/>
                  </a:lnTo>
                  <a:lnTo>
                    <a:pt x="69431" y="235054"/>
                  </a:lnTo>
                  <a:lnTo>
                    <a:pt x="74752" y="234604"/>
                  </a:lnTo>
                  <a:lnTo>
                    <a:pt x="77471" y="233753"/>
                  </a:lnTo>
                  <a:lnTo>
                    <a:pt x="79359" y="231952"/>
                  </a:lnTo>
                  <a:lnTo>
                    <a:pt x="81324" y="228920"/>
                  </a:lnTo>
                  <a:lnTo>
                    <a:pt x="82461" y="226887"/>
                  </a:lnTo>
                  <a:lnTo>
                    <a:pt x="83006" y="224239"/>
                  </a:lnTo>
                  <a:lnTo>
                    <a:pt x="82303" y="220812"/>
                  </a:lnTo>
                  <a:lnTo>
                    <a:pt x="81582" y="217967"/>
                  </a:lnTo>
                  <a:lnTo>
                    <a:pt x="80633" y="211464"/>
                  </a:lnTo>
                  <a:lnTo>
                    <a:pt x="77992" y="207170"/>
                  </a:lnTo>
                  <a:lnTo>
                    <a:pt x="76112" y="205889"/>
                  </a:lnTo>
                  <a:lnTo>
                    <a:pt x="74919" y="206071"/>
                  </a:lnTo>
                  <a:lnTo>
                    <a:pt x="75783" y="203335"/>
                  </a:lnTo>
                  <a:lnTo>
                    <a:pt x="78299" y="203630"/>
                  </a:lnTo>
                  <a:lnTo>
                    <a:pt x="79937" y="203096"/>
                  </a:lnTo>
                  <a:lnTo>
                    <a:pt x="81264" y="201777"/>
                  </a:lnTo>
                  <a:lnTo>
                    <a:pt x="81698" y="200779"/>
                  </a:lnTo>
                  <a:lnTo>
                    <a:pt x="82353" y="198739"/>
                  </a:lnTo>
                  <a:lnTo>
                    <a:pt x="82127" y="196561"/>
                  </a:lnTo>
                  <a:lnTo>
                    <a:pt x="81775" y="195381"/>
                  </a:lnTo>
                  <a:lnTo>
                    <a:pt x="80861" y="194081"/>
                  </a:lnTo>
                  <a:lnTo>
                    <a:pt x="79773" y="192177"/>
                  </a:lnTo>
                  <a:lnTo>
                    <a:pt x="79013" y="191543"/>
                  </a:lnTo>
                  <a:lnTo>
                    <a:pt x="78369" y="191585"/>
                  </a:lnTo>
                  <a:lnTo>
                    <a:pt x="75196" y="195401"/>
                  </a:lnTo>
                  <a:lnTo>
                    <a:pt x="73292" y="195472"/>
                  </a:lnTo>
                  <a:lnTo>
                    <a:pt x="71868" y="194769"/>
                  </a:lnTo>
                  <a:lnTo>
                    <a:pt x="70631" y="196944"/>
                  </a:lnTo>
                  <a:lnTo>
                    <a:pt x="67180" y="198853"/>
                  </a:lnTo>
                  <a:lnTo>
                    <a:pt x="65336" y="200780"/>
                  </a:lnTo>
                  <a:lnTo>
                    <a:pt x="61917" y="205567"/>
                  </a:lnTo>
                  <a:lnTo>
                    <a:pt x="61061" y="207733"/>
                  </a:lnTo>
                  <a:lnTo>
                    <a:pt x="59972" y="207831"/>
                  </a:lnTo>
                  <a:lnTo>
                    <a:pt x="59184" y="203630"/>
                  </a:lnTo>
                  <a:lnTo>
                    <a:pt x="55465" y="199623"/>
                  </a:lnTo>
                  <a:lnTo>
                    <a:pt x="54342" y="200985"/>
                  </a:lnTo>
                  <a:lnTo>
                    <a:pt x="54961" y="202245"/>
                  </a:lnTo>
                  <a:lnTo>
                    <a:pt x="55804" y="203141"/>
                  </a:lnTo>
                  <a:lnTo>
                    <a:pt x="57193" y="203532"/>
                  </a:lnTo>
                  <a:lnTo>
                    <a:pt x="56594" y="204746"/>
                  </a:lnTo>
                  <a:lnTo>
                    <a:pt x="56141" y="206365"/>
                  </a:lnTo>
                  <a:lnTo>
                    <a:pt x="54748" y="204847"/>
                  </a:lnTo>
                  <a:lnTo>
                    <a:pt x="52260" y="202643"/>
                  </a:lnTo>
                  <a:lnTo>
                    <a:pt x="49683" y="201508"/>
                  </a:lnTo>
                  <a:lnTo>
                    <a:pt x="42973" y="201634"/>
                  </a:lnTo>
                  <a:lnTo>
                    <a:pt x="38569" y="203895"/>
                  </a:lnTo>
                  <a:lnTo>
                    <a:pt x="38164" y="203426"/>
                  </a:lnTo>
                  <a:lnTo>
                    <a:pt x="37739" y="203239"/>
                  </a:lnTo>
                  <a:lnTo>
                    <a:pt x="37005" y="203778"/>
                  </a:lnTo>
                  <a:lnTo>
                    <a:pt x="36690" y="204696"/>
                  </a:lnTo>
                  <a:lnTo>
                    <a:pt x="36211" y="205277"/>
                  </a:lnTo>
                  <a:lnTo>
                    <a:pt x="35311" y="205484"/>
                  </a:lnTo>
                  <a:lnTo>
                    <a:pt x="33501" y="205142"/>
                  </a:lnTo>
                  <a:lnTo>
                    <a:pt x="30003" y="203735"/>
                  </a:lnTo>
                  <a:lnTo>
                    <a:pt x="22093" y="201669"/>
                  </a:lnTo>
                  <a:lnTo>
                    <a:pt x="20022" y="200399"/>
                  </a:lnTo>
                  <a:lnTo>
                    <a:pt x="18247" y="197375"/>
                  </a:lnTo>
                  <a:lnTo>
                    <a:pt x="18285" y="195322"/>
                  </a:lnTo>
                  <a:lnTo>
                    <a:pt x="19073" y="194453"/>
                  </a:lnTo>
                  <a:lnTo>
                    <a:pt x="18999" y="191511"/>
                  </a:lnTo>
                  <a:lnTo>
                    <a:pt x="17458" y="190729"/>
                  </a:lnTo>
                  <a:lnTo>
                    <a:pt x="14324" y="186501"/>
                  </a:lnTo>
                  <a:lnTo>
                    <a:pt x="13171" y="184698"/>
                  </a:lnTo>
                  <a:lnTo>
                    <a:pt x="13421" y="184499"/>
                  </a:lnTo>
                  <a:lnTo>
                    <a:pt x="13985" y="184989"/>
                  </a:lnTo>
                  <a:lnTo>
                    <a:pt x="15055" y="185354"/>
                  </a:lnTo>
                  <a:lnTo>
                    <a:pt x="17684" y="184768"/>
                  </a:lnTo>
                  <a:lnTo>
                    <a:pt x="18585" y="182032"/>
                  </a:lnTo>
                  <a:lnTo>
                    <a:pt x="20538" y="181250"/>
                  </a:lnTo>
                  <a:lnTo>
                    <a:pt x="22334" y="181635"/>
                  </a:lnTo>
                  <a:lnTo>
                    <a:pt x="21931" y="180894"/>
                  </a:lnTo>
                  <a:lnTo>
                    <a:pt x="21472" y="180311"/>
                  </a:lnTo>
                  <a:lnTo>
                    <a:pt x="16794" y="178917"/>
                  </a:lnTo>
                  <a:lnTo>
                    <a:pt x="16158" y="179344"/>
                  </a:lnTo>
                  <a:lnTo>
                    <a:pt x="7771" y="176867"/>
                  </a:lnTo>
                  <a:lnTo>
                    <a:pt x="1148" y="172563"/>
                  </a:lnTo>
                  <a:lnTo>
                    <a:pt x="605" y="171740"/>
                  </a:lnTo>
                  <a:lnTo>
                    <a:pt x="0" y="169904"/>
                  </a:lnTo>
                  <a:lnTo>
                    <a:pt x="893" y="168090"/>
                  </a:lnTo>
                  <a:lnTo>
                    <a:pt x="1791" y="167233"/>
                  </a:lnTo>
                  <a:lnTo>
                    <a:pt x="1832" y="168231"/>
                  </a:lnTo>
                  <a:lnTo>
                    <a:pt x="1976" y="169211"/>
                  </a:lnTo>
                  <a:lnTo>
                    <a:pt x="5772" y="166933"/>
                  </a:lnTo>
                  <a:lnTo>
                    <a:pt x="7756" y="163948"/>
                  </a:lnTo>
                  <a:lnTo>
                    <a:pt x="11516" y="163424"/>
                  </a:lnTo>
                  <a:lnTo>
                    <a:pt x="12390" y="162600"/>
                  </a:lnTo>
                  <a:lnTo>
                    <a:pt x="13557" y="160997"/>
                  </a:lnTo>
                  <a:lnTo>
                    <a:pt x="15224" y="158259"/>
                  </a:lnTo>
                  <a:lnTo>
                    <a:pt x="17581" y="156817"/>
                  </a:lnTo>
                  <a:lnTo>
                    <a:pt x="19186" y="155523"/>
                  </a:lnTo>
                  <a:lnTo>
                    <a:pt x="21277" y="154760"/>
                  </a:lnTo>
                  <a:lnTo>
                    <a:pt x="23062" y="156031"/>
                  </a:lnTo>
                  <a:lnTo>
                    <a:pt x="23612" y="156206"/>
                  </a:lnTo>
                  <a:lnTo>
                    <a:pt x="26852" y="156465"/>
                  </a:lnTo>
                  <a:lnTo>
                    <a:pt x="27916" y="155914"/>
                  </a:lnTo>
                  <a:lnTo>
                    <a:pt x="28370" y="155503"/>
                  </a:lnTo>
                  <a:lnTo>
                    <a:pt x="28708" y="154854"/>
                  </a:lnTo>
                  <a:lnTo>
                    <a:pt x="25528" y="152549"/>
                  </a:lnTo>
                  <a:lnTo>
                    <a:pt x="25850" y="151267"/>
                  </a:lnTo>
                  <a:lnTo>
                    <a:pt x="26256" y="150364"/>
                  </a:lnTo>
                  <a:lnTo>
                    <a:pt x="29966" y="147678"/>
                  </a:lnTo>
                  <a:lnTo>
                    <a:pt x="32818" y="146791"/>
                  </a:lnTo>
                  <a:lnTo>
                    <a:pt x="34343" y="146853"/>
                  </a:lnTo>
                  <a:lnTo>
                    <a:pt x="38770" y="143390"/>
                  </a:lnTo>
                  <a:lnTo>
                    <a:pt x="41196" y="142403"/>
                  </a:lnTo>
                  <a:lnTo>
                    <a:pt x="45764" y="141744"/>
                  </a:lnTo>
                  <a:lnTo>
                    <a:pt x="49517" y="141575"/>
                  </a:lnTo>
                  <a:lnTo>
                    <a:pt x="50533" y="142810"/>
                  </a:lnTo>
                  <a:lnTo>
                    <a:pt x="48518" y="142549"/>
                  </a:lnTo>
                  <a:lnTo>
                    <a:pt x="47629" y="142774"/>
                  </a:lnTo>
                  <a:lnTo>
                    <a:pt x="48262" y="143197"/>
                  </a:lnTo>
                  <a:lnTo>
                    <a:pt x="48974" y="144097"/>
                  </a:lnTo>
                  <a:lnTo>
                    <a:pt x="48768" y="145234"/>
                  </a:lnTo>
                  <a:lnTo>
                    <a:pt x="47528" y="148611"/>
                  </a:lnTo>
                  <a:lnTo>
                    <a:pt x="47629" y="151313"/>
                  </a:lnTo>
                  <a:lnTo>
                    <a:pt x="46823" y="152187"/>
                  </a:lnTo>
                  <a:lnTo>
                    <a:pt x="46042" y="153422"/>
                  </a:lnTo>
                  <a:lnTo>
                    <a:pt x="49884" y="157314"/>
                  </a:lnTo>
                  <a:lnTo>
                    <a:pt x="55834" y="157562"/>
                  </a:lnTo>
                  <a:lnTo>
                    <a:pt x="59070" y="156859"/>
                  </a:lnTo>
                  <a:lnTo>
                    <a:pt x="60940" y="158023"/>
                  </a:lnTo>
                  <a:lnTo>
                    <a:pt x="62472" y="158289"/>
                  </a:lnTo>
                  <a:lnTo>
                    <a:pt x="66703" y="157692"/>
                  </a:lnTo>
                  <a:lnTo>
                    <a:pt x="69889" y="158524"/>
                  </a:lnTo>
                  <a:lnTo>
                    <a:pt x="71222" y="158205"/>
                  </a:lnTo>
                  <a:lnTo>
                    <a:pt x="74168" y="152388"/>
                  </a:lnTo>
                  <a:lnTo>
                    <a:pt x="75320" y="151476"/>
                  </a:lnTo>
                  <a:lnTo>
                    <a:pt x="76573" y="152487"/>
                  </a:lnTo>
                  <a:lnTo>
                    <a:pt x="78208" y="153308"/>
                  </a:lnTo>
                  <a:lnTo>
                    <a:pt x="79251" y="152714"/>
                  </a:lnTo>
                  <a:lnTo>
                    <a:pt x="80102" y="154212"/>
                  </a:lnTo>
                  <a:lnTo>
                    <a:pt x="79702" y="151085"/>
                  </a:lnTo>
                  <a:lnTo>
                    <a:pt x="79125" y="149912"/>
                  </a:lnTo>
                  <a:lnTo>
                    <a:pt x="74309" y="147763"/>
                  </a:lnTo>
                  <a:lnTo>
                    <a:pt x="71087" y="148833"/>
                  </a:lnTo>
                  <a:lnTo>
                    <a:pt x="70080" y="147622"/>
                  </a:lnTo>
                  <a:lnTo>
                    <a:pt x="70412" y="145221"/>
                  </a:lnTo>
                  <a:lnTo>
                    <a:pt x="66965" y="139310"/>
                  </a:lnTo>
                  <a:lnTo>
                    <a:pt x="65528" y="138111"/>
                  </a:lnTo>
                  <a:lnTo>
                    <a:pt x="63828" y="138053"/>
                  </a:lnTo>
                  <a:lnTo>
                    <a:pt x="62962" y="136000"/>
                  </a:lnTo>
                  <a:lnTo>
                    <a:pt x="62238" y="133363"/>
                  </a:lnTo>
                  <a:lnTo>
                    <a:pt x="63704" y="132286"/>
                  </a:lnTo>
                  <a:lnTo>
                    <a:pt x="65029" y="131799"/>
                  </a:lnTo>
                  <a:lnTo>
                    <a:pt x="66257" y="132646"/>
                  </a:lnTo>
                  <a:lnTo>
                    <a:pt x="67644" y="136111"/>
                  </a:lnTo>
                  <a:lnTo>
                    <a:pt x="68936" y="136621"/>
                  </a:lnTo>
                  <a:lnTo>
                    <a:pt x="68560" y="140073"/>
                  </a:lnTo>
                  <a:lnTo>
                    <a:pt x="70163" y="143255"/>
                  </a:lnTo>
                  <a:lnTo>
                    <a:pt x="73780" y="146212"/>
                  </a:lnTo>
                  <a:lnTo>
                    <a:pt x="76677" y="145125"/>
                  </a:lnTo>
                  <a:lnTo>
                    <a:pt x="78722" y="145155"/>
                  </a:lnTo>
                  <a:lnTo>
                    <a:pt x="79945" y="145778"/>
                  </a:lnTo>
                  <a:lnTo>
                    <a:pt x="82939" y="148433"/>
                  </a:lnTo>
                  <a:lnTo>
                    <a:pt x="84460" y="148766"/>
                  </a:lnTo>
                  <a:lnTo>
                    <a:pt x="89216" y="147373"/>
                  </a:lnTo>
                  <a:lnTo>
                    <a:pt x="89265" y="144764"/>
                  </a:lnTo>
                  <a:lnTo>
                    <a:pt x="88865" y="142875"/>
                  </a:lnTo>
                  <a:lnTo>
                    <a:pt x="87749" y="141692"/>
                  </a:lnTo>
                  <a:lnTo>
                    <a:pt x="84536" y="141914"/>
                  </a:lnTo>
                  <a:lnTo>
                    <a:pt x="82035" y="139968"/>
                  </a:lnTo>
                  <a:lnTo>
                    <a:pt x="79907" y="140502"/>
                  </a:lnTo>
                  <a:lnTo>
                    <a:pt x="75971" y="143484"/>
                  </a:lnTo>
                  <a:lnTo>
                    <a:pt x="73999" y="142310"/>
                  </a:lnTo>
                  <a:lnTo>
                    <a:pt x="72759" y="140717"/>
                  </a:lnTo>
                  <a:lnTo>
                    <a:pt x="70763" y="139097"/>
                  </a:lnTo>
                  <a:lnTo>
                    <a:pt x="70512" y="136035"/>
                  </a:lnTo>
                  <a:lnTo>
                    <a:pt x="72187" y="132523"/>
                  </a:lnTo>
                  <a:lnTo>
                    <a:pt x="73426" y="130852"/>
                  </a:lnTo>
                  <a:lnTo>
                    <a:pt x="72316" y="129635"/>
                  </a:lnTo>
                  <a:lnTo>
                    <a:pt x="69528" y="128777"/>
                  </a:lnTo>
                  <a:lnTo>
                    <a:pt x="64690" y="129655"/>
                  </a:lnTo>
                  <a:lnTo>
                    <a:pt x="64462" y="128460"/>
                  </a:lnTo>
                  <a:lnTo>
                    <a:pt x="64487" y="127170"/>
                  </a:lnTo>
                  <a:lnTo>
                    <a:pt x="62514" y="129695"/>
                  </a:lnTo>
                  <a:lnTo>
                    <a:pt x="60489" y="129165"/>
                  </a:lnTo>
                  <a:lnTo>
                    <a:pt x="57761" y="129435"/>
                  </a:lnTo>
                  <a:lnTo>
                    <a:pt x="51741" y="127211"/>
                  </a:lnTo>
                  <a:lnTo>
                    <a:pt x="49598" y="124463"/>
                  </a:lnTo>
                  <a:lnTo>
                    <a:pt x="48698" y="122234"/>
                  </a:lnTo>
                  <a:lnTo>
                    <a:pt x="47076" y="116130"/>
                  </a:lnTo>
                  <a:lnTo>
                    <a:pt x="45003" y="112313"/>
                  </a:lnTo>
                  <a:lnTo>
                    <a:pt x="30686" y="99345"/>
                  </a:lnTo>
                  <a:lnTo>
                    <a:pt x="24173" y="96086"/>
                  </a:lnTo>
                  <a:lnTo>
                    <a:pt x="21035" y="92480"/>
                  </a:lnTo>
                  <a:lnTo>
                    <a:pt x="19068" y="91593"/>
                  </a:lnTo>
                  <a:lnTo>
                    <a:pt x="17191" y="91229"/>
                  </a:lnTo>
                  <a:lnTo>
                    <a:pt x="14785" y="90066"/>
                  </a:lnTo>
                  <a:lnTo>
                    <a:pt x="16402" y="88637"/>
                  </a:lnTo>
                  <a:lnTo>
                    <a:pt x="17515" y="88153"/>
                  </a:lnTo>
                  <a:lnTo>
                    <a:pt x="16357" y="89647"/>
                  </a:lnTo>
                  <a:lnTo>
                    <a:pt x="17237" y="90023"/>
                  </a:lnTo>
                  <a:lnTo>
                    <a:pt x="18638" y="89162"/>
                  </a:lnTo>
                  <a:lnTo>
                    <a:pt x="19393" y="88130"/>
                  </a:lnTo>
                  <a:lnTo>
                    <a:pt x="20501" y="83754"/>
                  </a:lnTo>
                  <a:lnTo>
                    <a:pt x="21647" y="77136"/>
                  </a:lnTo>
                  <a:lnTo>
                    <a:pt x="21340" y="74532"/>
                  </a:lnTo>
                  <a:lnTo>
                    <a:pt x="29284" y="75057"/>
                  </a:lnTo>
                  <a:lnTo>
                    <a:pt x="34570" y="74617"/>
                  </a:lnTo>
                  <a:lnTo>
                    <a:pt x="36322" y="74027"/>
                  </a:lnTo>
                  <a:lnTo>
                    <a:pt x="42992" y="73021"/>
                  </a:lnTo>
                  <a:lnTo>
                    <a:pt x="44719" y="72291"/>
                  </a:lnTo>
                  <a:lnTo>
                    <a:pt x="47925" y="70060"/>
                  </a:lnTo>
                  <a:lnTo>
                    <a:pt x="51697" y="66117"/>
                  </a:lnTo>
                  <a:lnTo>
                    <a:pt x="54935" y="60939"/>
                  </a:lnTo>
                  <a:lnTo>
                    <a:pt x="55451" y="59545"/>
                  </a:lnTo>
                  <a:lnTo>
                    <a:pt x="55656" y="59901"/>
                  </a:lnTo>
                  <a:lnTo>
                    <a:pt x="55947" y="59681"/>
                  </a:lnTo>
                  <a:lnTo>
                    <a:pt x="56293" y="57718"/>
                  </a:lnTo>
                  <a:lnTo>
                    <a:pt x="56718" y="53098"/>
                  </a:lnTo>
                  <a:lnTo>
                    <a:pt x="58324" y="48742"/>
                  </a:lnTo>
                  <a:lnTo>
                    <a:pt x="65157" y="38813"/>
                  </a:lnTo>
                  <a:lnTo>
                    <a:pt x="68328" y="34881"/>
                  </a:lnTo>
                  <a:lnTo>
                    <a:pt x="69386" y="33095"/>
                  </a:lnTo>
                  <a:lnTo>
                    <a:pt x="70488" y="31792"/>
                  </a:lnTo>
                  <a:lnTo>
                    <a:pt x="71264" y="33030"/>
                  </a:lnTo>
                  <a:lnTo>
                    <a:pt x="71635" y="33400"/>
                  </a:lnTo>
                  <a:lnTo>
                    <a:pt x="71849" y="33981"/>
                  </a:lnTo>
                  <a:lnTo>
                    <a:pt x="71198" y="34254"/>
                  </a:lnTo>
                  <a:lnTo>
                    <a:pt x="70136" y="35523"/>
                  </a:lnTo>
                  <a:lnTo>
                    <a:pt x="68654" y="36374"/>
                  </a:lnTo>
                  <a:lnTo>
                    <a:pt x="68297" y="36809"/>
                  </a:lnTo>
                  <a:lnTo>
                    <a:pt x="69165" y="36712"/>
                  </a:lnTo>
                  <a:lnTo>
                    <a:pt x="71768" y="35787"/>
                  </a:lnTo>
                  <a:lnTo>
                    <a:pt x="73235" y="34665"/>
                  </a:lnTo>
                  <a:lnTo>
                    <a:pt x="80533" y="32594"/>
                  </a:lnTo>
                  <a:lnTo>
                    <a:pt x="84492" y="29168"/>
                  </a:lnTo>
                  <a:lnTo>
                    <a:pt x="84646" y="28404"/>
                  </a:lnTo>
                  <a:lnTo>
                    <a:pt x="90517" y="24125"/>
                  </a:lnTo>
                  <a:lnTo>
                    <a:pt x="91329" y="24291"/>
                  </a:lnTo>
                  <a:lnTo>
                    <a:pt x="92265" y="24806"/>
                  </a:lnTo>
                  <a:lnTo>
                    <a:pt x="90639" y="27631"/>
                  </a:lnTo>
                  <a:lnTo>
                    <a:pt x="91783" y="28370"/>
                  </a:lnTo>
                  <a:lnTo>
                    <a:pt x="90767" y="31746"/>
                  </a:lnTo>
                  <a:lnTo>
                    <a:pt x="92896" y="31801"/>
                  </a:lnTo>
                  <a:lnTo>
                    <a:pt x="93372" y="33355"/>
                  </a:lnTo>
                  <a:lnTo>
                    <a:pt x="93491" y="32016"/>
                  </a:lnTo>
                  <a:lnTo>
                    <a:pt x="93465" y="30093"/>
                  </a:lnTo>
                  <a:lnTo>
                    <a:pt x="93634" y="28208"/>
                  </a:lnTo>
                  <a:lnTo>
                    <a:pt x="93948" y="26907"/>
                  </a:lnTo>
                  <a:lnTo>
                    <a:pt x="95443" y="27495"/>
                  </a:lnTo>
                  <a:lnTo>
                    <a:pt x="98810" y="26096"/>
                  </a:lnTo>
                  <a:lnTo>
                    <a:pt x="94729" y="25920"/>
                  </a:lnTo>
                  <a:lnTo>
                    <a:pt x="92280" y="22858"/>
                  </a:lnTo>
                  <a:lnTo>
                    <a:pt x="90920" y="22835"/>
                  </a:lnTo>
                  <a:lnTo>
                    <a:pt x="95470" y="18347"/>
                  </a:lnTo>
                  <a:lnTo>
                    <a:pt x="99631" y="15635"/>
                  </a:lnTo>
                  <a:lnTo>
                    <a:pt x="100571" y="15688"/>
                  </a:lnTo>
                  <a:lnTo>
                    <a:pt x="101025" y="16192"/>
                  </a:lnTo>
                  <a:lnTo>
                    <a:pt x="101122" y="17012"/>
                  </a:lnTo>
                  <a:lnTo>
                    <a:pt x="100225" y="17546"/>
                  </a:lnTo>
                  <a:lnTo>
                    <a:pt x="99343" y="18510"/>
                  </a:lnTo>
                  <a:lnTo>
                    <a:pt x="99748" y="19358"/>
                  </a:lnTo>
                  <a:lnTo>
                    <a:pt x="100350" y="19479"/>
                  </a:lnTo>
                  <a:lnTo>
                    <a:pt x="102350" y="18781"/>
                  </a:lnTo>
                  <a:lnTo>
                    <a:pt x="103244" y="17908"/>
                  </a:lnTo>
                  <a:lnTo>
                    <a:pt x="107506" y="17985"/>
                  </a:lnTo>
                  <a:lnTo>
                    <a:pt x="108757" y="17361"/>
                  </a:lnTo>
                  <a:lnTo>
                    <a:pt x="109057" y="16742"/>
                  </a:lnTo>
                  <a:lnTo>
                    <a:pt x="114575" y="16617"/>
                  </a:lnTo>
                  <a:lnTo>
                    <a:pt x="115587" y="16179"/>
                  </a:lnTo>
                  <a:lnTo>
                    <a:pt x="119036" y="13781"/>
                  </a:lnTo>
                  <a:lnTo>
                    <a:pt x="122225" y="10875"/>
                  </a:lnTo>
                  <a:lnTo>
                    <a:pt x="123695" y="9290"/>
                  </a:lnTo>
                  <a:lnTo>
                    <a:pt x="126216" y="5249"/>
                  </a:lnTo>
                  <a:lnTo>
                    <a:pt x="128374" y="2621"/>
                  </a:lnTo>
                  <a:lnTo>
                    <a:pt x="131929" y="0"/>
                  </a:lnTo>
                  <a:lnTo>
                    <a:pt x="132780" y="324"/>
                  </a:lnTo>
                  <a:lnTo>
                    <a:pt x="131628" y="844"/>
                  </a:lnTo>
                  <a:lnTo>
                    <a:pt x="130827" y="1953"/>
                  </a:lnTo>
                  <a:lnTo>
                    <a:pt x="131932" y="3430"/>
                  </a:lnTo>
                  <a:lnTo>
                    <a:pt x="139413" y="6478"/>
                  </a:lnTo>
                  <a:lnTo>
                    <a:pt x="141293" y="6645"/>
                  </a:lnTo>
                  <a:lnTo>
                    <a:pt x="142044" y="8468"/>
                  </a:lnTo>
                  <a:lnTo>
                    <a:pt x="141418" y="10226"/>
                  </a:lnTo>
                  <a:lnTo>
                    <a:pt x="139490" y="12181"/>
                  </a:lnTo>
                  <a:lnTo>
                    <a:pt x="135604" y="14178"/>
                  </a:lnTo>
                  <a:lnTo>
                    <a:pt x="136792" y="14934"/>
                  </a:lnTo>
                  <a:lnTo>
                    <a:pt x="137569" y="16715"/>
                  </a:lnTo>
                  <a:lnTo>
                    <a:pt x="138720" y="16931"/>
                  </a:lnTo>
                  <a:lnTo>
                    <a:pt x="140584" y="16263"/>
                  </a:lnTo>
                  <a:lnTo>
                    <a:pt x="142045" y="15168"/>
                  </a:lnTo>
                  <a:lnTo>
                    <a:pt x="145065" y="11603"/>
                  </a:lnTo>
                  <a:lnTo>
                    <a:pt x="146015" y="9616"/>
                  </a:lnTo>
                  <a:lnTo>
                    <a:pt x="146729" y="9114"/>
                  </a:lnTo>
                  <a:lnTo>
                    <a:pt x="149262" y="9592"/>
                  </a:lnTo>
                  <a:lnTo>
                    <a:pt x="150696" y="10613"/>
                  </a:lnTo>
                  <a:lnTo>
                    <a:pt x="152330" y="12427"/>
                  </a:lnTo>
                  <a:lnTo>
                    <a:pt x="151732" y="14180"/>
                  </a:lnTo>
                  <a:lnTo>
                    <a:pt x="151063" y="15169"/>
                  </a:lnTo>
                  <a:lnTo>
                    <a:pt x="153182" y="16537"/>
                  </a:lnTo>
                  <a:lnTo>
                    <a:pt x="155526" y="16823"/>
                  </a:lnTo>
                  <a:lnTo>
                    <a:pt x="157763" y="17922"/>
                  </a:lnTo>
                  <a:lnTo>
                    <a:pt x="160908" y="15670"/>
                  </a:lnTo>
                  <a:lnTo>
                    <a:pt x="163371" y="15190"/>
                  </a:lnTo>
                  <a:lnTo>
                    <a:pt x="165683" y="15265"/>
                  </a:lnTo>
                  <a:lnTo>
                    <a:pt x="168690" y="14038"/>
                  </a:lnTo>
                  <a:lnTo>
                    <a:pt x="173777" y="15709"/>
                  </a:lnTo>
                  <a:lnTo>
                    <a:pt x="175073" y="15275"/>
                  </a:lnTo>
                  <a:lnTo>
                    <a:pt x="177112" y="15563"/>
                  </a:lnTo>
                  <a:lnTo>
                    <a:pt x="179279" y="16573"/>
                  </a:lnTo>
                  <a:lnTo>
                    <a:pt x="180046" y="17650"/>
                  </a:lnTo>
                  <a:lnTo>
                    <a:pt x="177725" y="19928"/>
                  </a:lnTo>
                  <a:lnTo>
                    <a:pt x="177347" y="22281"/>
                  </a:lnTo>
                  <a:lnTo>
                    <a:pt x="178157" y="23261"/>
                  </a:lnTo>
                  <a:lnTo>
                    <a:pt x="179628" y="23430"/>
                  </a:lnTo>
                  <a:lnTo>
                    <a:pt x="179813" y="24803"/>
                  </a:lnTo>
                  <a:lnTo>
                    <a:pt x="180726" y="25147"/>
                  </a:lnTo>
                  <a:lnTo>
                    <a:pt x="185313" y="25043"/>
                  </a:lnTo>
                  <a:lnTo>
                    <a:pt x="184963" y="25696"/>
                  </a:lnTo>
                  <a:lnTo>
                    <a:pt x="184739" y="26485"/>
                  </a:lnTo>
                  <a:lnTo>
                    <a:pt x="183319" y="28236"/>
                  </a:lnTo>
                  <a:lnTo>
                    <a:pt x="191493" y="29221"/>
                  </a:lnTo>
                  <a:lnTo>
                    <a:pt x="192592" y="28250"/>
                  </a:lnTo>
                  <a:lnTo>
                    <a:pt x="194284" y="27863"/>
                  </a:lnTo>
                  <a:lnTo>
                    <a:pt x="197877" y="26527"/>
                  </a:lnTo>
                  <a:lnTo>
                    <a:pt x="199230" y="27112"/>
                  </a:lnTo>
                  <a:lnTo>
                    <a:pt x="200822" y="28478"/>
                  </a:lnTo>
                  <a:lnTo>
                    <a:pt x="202294" y="28761"/>
                  </a:lnTo>
                  <a:lnTo>
                    <a:pt x="203670" y="28484"/>
                  </a:lnTo>
                  <a:lnTo>
                    <a:pt x="206876" y="26535"/>
                  </a:lnTo>
                  <a:lnTo>
                    <a:pt x="210579" y="26439"/>
                  </a:lnTo>
                  <a:lnTo>
                    <a:pt x="212094" y="27074"/>
                  </a:lnTo>
                  <a:lnTo>
                    <a:pt x="213697" y="26797"/>
                  </a:lnTo>
                  <a:lnTo>
                    <a:pt x="218519" y="29031"/>
                  </a:lnTo>
                  <a:lnTo>
                    <a:pt x="220295" y="29293"/>
                  </a:lnTo>
                  <a:lnTo>
                    <a:pt x="222671" y="32201"/>
                  </a:lnTo>
                  <a:lnTo>
                    <a:pt x="223898" y="32287"/>
                  </a:lnTo>
                  <a:lnTo>
                    <a:pt x="225287" y="31053"/>
                  </a:lnTo>
                  <a:lnTo>
                    <a:pt x="226492" y="31091"/>
                  </a:lnTo>
                  <a:lnTo>
                    <a:pt x="227669" y="32273"/>
                  </a:lnTo>
                  <a:lnTo>
                    <a:pt x="229594" y="32633"/>
                  </a:lnTo>
                  <a:lnTo>
                    <a:pt x="230490" y="34499"/>
                  </a:lnTo>
                  <a:lnTo>
                    <a:pt x="231458" y="35176"/>
                  </a:lnTo>
                  <a:lnTo>
                    <a:pt x="238753" y="36559"/>
                  </a:lnTo>
                  <a:lnTo>
                    <a:pt x="242365" y="35929"/>
                  </a:lnTo>
                  <a:lnTo>
                    <a:pt x="247629" y="36095"/>
                  </a:lnTo>
                  <a:lnTo>
                    <a:pt x="250168" y="36978"/>
                  </a:lnTo>
                  <a:lnTo>
                    <a:pt x="252831" y="36865"/>
                  </a:lnTo>
                  <a:lnTo>
                    <a:pt x="257181" y="40090"/>
                  </a:lnTo>
                  <a:lnTo>
                    <a:pt x="259489" y="40592"/>
                  </a:lnTo>
                  <a:lnTo>
                    <a:pt x="259938" y="41338"/>
                  </a:lnTo>
                  <a:lnTo>
                    <a:pt x="266503" y="42123"/>
                  </a:lnTo>
                  <a:lnTo>
                    <a:pt x="268800" y="40442"/>
                  </a:lnTo>
                  <a:lnTo>
                    <a:pt x="272806" y="39996"/>
                  </a:lnTo>
                  <a:lnTo>
                    <a:pt x="276413" y="38582"/>
                  </a:lnTo>
                  <a:lnTo>
                    <a:pt x="278458" y="38597"/>
                  </a:lnTo>
                  <a:lnTo>
                    <a:pt x="280835" y="38949"/>
                  </a:lnTo>
                  <a:lnTo>
                    <a:pt x="281750" y="38778"/>
                  </a:lnTo>
                  <a:lnTo>
                    <a:pt x="282410" y="38160"/>
                  </a:lnTo>
                  <a:lnTo>
                    <a:pt x="288207" y="40596"/>
                  </a:lnTo>
                  <a:lnTo>
                    <a:pt x="291452" y="43382"/>
                  </a:lnTo>
                  <a:lnTo>
                    <a:pt x="292873" y="45440"/>
                  </a:lnTo>
                  <a:lnTo>
                    <a:pt x="299660" y="48380"/>
                  </a:lnTo>
                  <a:lnTo>
                    <a:pt x="301623" y="50025"/>
                  </a:lnTo>
                  <a:lnTo>
                    <a:pt x="302968" y="51837"/>
                  </a:lnTo>
                  <a:lnTo>
                    <a:pt x="303755" y="52032"/>
                  </a:lnTo>
                  <a:lnTo>
                    <a:pt x="304311" y="51503"/>
                  </a:lnTo>
                  <a:lnTo>
                    <a:pt x="306683" y="5165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3"/>
            <p:cNvSpPr/>
            <p:nvPr/>
          </p:nvSpPr>
          <p:spPr>
            <a:xfrm>
              <a:off x="3982445" y="2452247"/>
              <a:ext cx="1373" cy="2605"/>
            </a:xfrm>
            <a:custGeom>
              <a:avLst/>
              <a:pathLst>
                <a:path w="1373" h="2605">
                  <a:moveTo>
                    <a:pt x="1257" y="1331"/>
                  </a:moveTo>
                  <a:lnTo>
                    <a:pt x="953" y="2605"/>
                  </a:lnTo>
                  <a:lnTo>
                    <a:pt x="419" y="2301"/>
                  </a:lnTo>
                  <a:lnTo>
                    <a:pt x="0" y="1454"/>
                  </a:lnTo>
                  <a:lnTo>
                    <a:pt x="139" y="787"/>
                  </a:lnTo>
                  <a:lnTo>
                    <a:pt x="767" y="424"/>
                  </a:lnTo>
                  <a:lnTo>
                    <a:pt x="1094" y="60"/>
                  </a:lnTo>
                  <a:lnTo>
                    <a:pt x="137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4"/>
            <p:cNvSpPr/>
            <p:nvPr/>
          </p:nvSpPr>
          <p:spPr>
            <a:xfrm>
              <a:off x="3974402" y="2447608"/>
              <a:ext cx="3043" cy="7944"/>
            </a:xfrm>
            <a:custGeom>
              <a:avLst/>
              <a:pathLst>
                <a:path w="3043" h="7944">
                  <a:moveTo>
                    <a:pt x="2787" y="7674"/>
                  </a:moveTo>
                  <a:lnTo>
                    <a:pt x="2221" y="7944"/>
                  </a:lnTo>
                  <a:lnTo>
                    <a:pt x="1176" y="7900"/>
                  </a:lnTo>
                  <a:lnTo>
                    <a:pt x="579" y="7599"/>
                  </a:lnTo>
                  <a:lnTo>
                    <a:pt x="942" y="5199"/>
                  </a:lnTo>
                  <a:lnTo>
                    <a:pt x="912" y="4650"/>
                  </a:lnTo>
                  <a:lnTo>
                    <a:pt x="610" y="4329"/>
                  </a:lnTo>
                  <a:lnTo>
                    <a:pt x="156" y="3351"/>
                  </a:lnTo>
                  <a:lnTo>
                    <a:pt x="0" y="1900"/>
                  </a:lnTo>
                  <a:lnTo>
                    <a:pt x="177" y="562"/>
                  </a:lnTo>
                  <a:lnTo>
                    <a:pt x="508" y="0"/>
                  </a:lnTo>
                  <a:lnTo>
                    <a:pt x="720" y="92"/>
                  </a:lnTo>
                  <a:lnTo>
                    <a:pt x="1359" y="2139"/>
                  </a:lnTo>
                  <a:lnTo>
                    <a:pt x="1926" y="2737"/>
                  </a:lnTo>
                  <a:lnTo>
                    <a:pt x="3043" y="3077"/>
                  </a:lnTo>
                  <a:lnTo>
                    <a:pt x="2482" y="5096"/>
                  </a:lnTo>
                  <a:lnTo>
                    <a:pt x="2895" y="72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5"/>
            <p:cNvSpPr/>
            <p:nvPr/>
          </p:nvSpPr>
          <p:spPr>
            <a:xfrm>
              <a:off x="3804241" y="2287952"/>
              <a:ext cx="194873" cy="247714"/>
            </a:xfrm>
            <a:custGeom>
              <a:avLst/>
              <a:pathLst>
                <a:path w="194873" h="247714">
                  <a:moveTo>
                    <a:pt x="170003" y="97709"/>
                  </a:moveTo>
                  <a:lnTo>
                    <a:pt x="170369" y="97181"/>
                  </a:lnTo>
                  <a:lnTo>
                    <a:pt x="171017" y="96646"/>
                  </a:lnTo>
                  <a:lnTo>
                    <a:pt x="172083" y="97670"/>
                  </a:lnTo>
                  <a:lnTo>
                    <a:pt x="173023" y="98957"/>
                  </a:lnTo>
                  <a:lnTo>
                    <a:pt x="173246" y="99553"/>
                  </a:lnTo>
                  <a:lnTo>
                    <a:pt x="173202" y="100244"/>
                  </a:lnTo>
                  <a:lnTo>
                    <a:pt x="170973" y="102759"/>
                  </a:lnTo>
                  <a:lnTo>
                    <a:pt x="169590" y="103935"/>
                  </a:lnTo>
                  <a:lnTo>
                    <a:pt x="168980" y="104147"/>
                  </a:lnTo>
                  <a:lnTo>
                    <a:pt x="168812" y="104477"/>
                  </a:lnTo>
                  <a:lnTo>
                    <a:pt x="168374" y="107343"/>
                  </a:lnTo>
                  <a:lnTo>
                    <a:pt x="167516" y="107858"/>
                  </a:lnTo>
                  <a:lnTo>
                    <a:pt x="166416" y="108737"/>
                  </a:lnTo>
                  <a:lnTo>
                    <a:pt x="165644" y="110057"/>
                  </a:lnTo>
                  <a:lnTo>
                    <a:pt x="164419" y="113182"/>
                  </a:lnTo>
                  <a:lnTo>
                    <a:pt x="161307" y="117721"/>
                  </a:lnTo>
                  <a:lnTo>
                    <a:pt x="161261" y="118650"/>
                  </a:lnTo>
                  <a:lnTo>
                    <a:pt x="161533" y="119405"/>
                  </a:lnTo>
                  <a:lnTo>
                    <a:pt x="162546" y="119926"/>
                  </a:lnTo>
                  <a:lnTo>
                    <a:pt x="163883" y="121322"/>
                  </a:lnTo>
                  <a:lnTo>
                    <a:pt x="164605" y="122413"/>
                  </a:lnTo>
                  <a:lnTo>
                    <a:pt x="166586" y="121003"/>
                  </a:lnTo>
                  <a:lnTo>
                    <a:pt x="167074" y="121315"/>
                  </a:lnTo>
                  <a:lnTo>
                    <a:pt x="167591" y="122771"/>
                  </a:lnTo>
                  <a:lnTo>
                    <a:pt x="168137" y="126850"/>
                  </a:lnTo>
                  <a:lnTo>
                    <a:pt x="169023" y="127961"/>
                  </a:lnTo>
                  <a:lnTo>
                    <a:pt x="170183" y="128815"/>
                  </a:lnTo>
                  <a:lnTo>
                    <a:pt x="170902" y="129093"/>
                  </a:lnTo>
                  <a:lnTo>
                    <a:pt x="171865" y="130096"/>
                  </a:lnTo>
                  <a:lnTo>
                    <a:pt x="173145" y="130471"/>
                  </a:lnTo>
                  <a:lnTo>
                    <a:pt x="174001" y="130100"/>
                  </a:lnTo>
                  <a:lnTo>
                    <a:pt x="175071" y="130960"/>
                  </a:lnTo>
                  <a:lnTo>
                    <a:pt x="175245" y="130587"/>
                  </a:lnTo>
                  <a:lnTo>
                    <a:pt x="175387" y="124504"/>
                  </a:lnTo>
                  <a:lnTo>
                    <a:pt x="176285" y="125521"/>
                  </a:lnTo>
                  <a:lnTo>
                    <a:pt x="176803" y="125504"/>
                  </a:lnTo>
                  <a:lnTo>
                    <a:pt x="177257" y="124759"/>
                  </a:lnTo>
                  <a:lnTo>
                    <a:pt x="177492" y="123749"/>
                  </a:lnTo>
                  <a:lnTo>
                    <a:pt x="177644" y="121739"/>
                  </a:lnTo>
                  <a:lnTo>
                    <a:pt x="177446" y="119735"/>
                  </a:lnTo>
                  <a:lnTo>
                    <a:pt x="177847" y="118822"/>
                  </a:lnTo>
                  <a:lnTo>
                    <a:pt x="178158" y="118614"/>
                  </a:lnTo>
                  <a:lnTo>
                    <a:pt x="178388" y="118856"/>
                  </a:lnTo>
                  <a:lnTo>
                    <a:pt x="178525" y="119372"/>
                  </a:lnTo>
                  <a:lnTo>
                    <a:pt x="178564" y="121191"/>
                  </a:lnTo>
                  <a:lnTo>
                    <a:pt x="179212" y="121959"/>
                  </a:lnTo>
                  <a:lnTo>
                    <a:pt x="179606" y="122399"/>
                  </a:lnTo>
                  <a:lnTo>
                    <a:pt x="179985" y="123938"/>
                  </a:lnTo>
                  <a:lnTo>
                    <a:pt x="180351" y="125405"/>
                  </a:lnTo>
                  <a:lnTo>
                    <a:pt x="180585" y="128844"/>
                  </a:lnTo>
                  <a:lnTo>
                    <a:pt x="181492" y="129079"/>
                  </a:lnTo>
                  <a:lnTo>
                    <a:pt x="182558" y="129738"/>
                  </a:lnTo>
                  <a:lnTo>
                    <a:pt x="183274" y="129093"/>
                  </a:lnTo>
                  <a:lnTo>
                    <a:pt x="183828" y="129473"/>
                  </a:lnTo>
                  <a:lnTo>
                    <a:pt x="184018" y="131106"/>
                  </a:lnTo>
                  <a:lnTo>
                    <a:pt x="184014" y="132631"/>
                  </a:lnTo>
                  <a:lnTo>
                    <a:pt x="184090" y="133840"/>
                  </a:lnTo>
                  <a:lnTo>
                    <a:pt x="184383" y="134185"/>
                  </a:lnTo>
                  <a:lnTo>
                    <a:pt x="185312" y="133426"/>
                  </a:lnTo>
                  <a:lnTo>
                    <a:pt x="186097" y="133322"/>
                  </a:lnTo>
                  <a:lnTo>
                    <a:pt x="186816" y="134047"/>
                  </a:lnTo>
                  <a:lnTo>
                    <a:pt x="187708" y="135147"/>
                  </a:lnTo>
                  <a:lnTo>
                    <a:pt x="189008" y="138040"/>
                  </a:lnTo>
                  <a:lnTo>
                    <a:pt x="189438" y="138450"/>
                  </a:lnTo>
                  <a:lnTo>
                    <a:pt x="191399" y="138680"/>
                  </a:lnTo>
                  <a:lnTo>
                    <a:pt x="191804" y="139265"/>
                  </a:lnTo>
                  <a:lnTo>
                    <a:pt x="192478" y="139262"/>
                  </a:lnTo>
                  <a:lnTo>
                    <a:pt x="193205" y="138740"/>
                  </a:lnTo>
                  <a:lnTo>
                    <a:pt x="194819" y="139674"/>
                  </a:lnTo>
                  <a:lnTo>
                    <a:pt x="194873" y="140202"/>
                  </a:lnTo>
                  <a:lnTo>
                    <a:pt x="194600" y="140929"/>
                  </a:lnTo>
                  <a:lnTo>
                    <a:pt x="190750" y="144937"/>
                  </a:lnTo>
                  <a:lnTo>
                    <a:pt x="190466" y="146169"/>
                  </a:lnTo>
                  <a:lnTo>
                    <a:pt x="189680" y="147738"/>
                  </a:lnTo>
                  <a:lnTo>
                    <a:pt x="188823" y="148629"/>
                  </a:lnTo>
                  <a:lnTo>
                    <a:pt x="188407" y="148661"/>
                  </a:lnTo>
                  <a:lnTo>
                    <a:pt x="186528" y="147074"/>
                  </a:lnTo>
                  <a:lnTo>
                    <a:pt x="186308" y="147456"/>
                  </a:lnTo>
                  <a:lnTo>
                    <a:pt x="186154" y="148097"/>
                  </a:lnTo>
                  <a:lnTo>
                    <a:pt x="186161" y="148798"/>
                  </a:lnTo>
                  <a:lnTo>
                    <a:pt x="186573" y="150472"/>
                  </a:lnTo>
                  <a:lnTo>
                    <a:pt x="186383" y="151526"/>
                  </a:lnTo>
                  <a:lnTo>
                    <a:pt x="186025" y="152287"/>
                  </a:lnTo>
                  <a:lnTo>
                    <a:pt x="184847" y="151620"/>
                  </a:lnTo>
                  <a:lnTo>
                    <a:pt x="184628" y="151195"/>
                  </a:lnTo>
                  <a:lnTo>
                    <a:pt x="184607" y="150728"/>
                  </a:lnTo>
                  <a:lnTo>
                    <a:pt x="184153" y="150727"/>
                  </a:lnTo>
                  <a:lnTo>
                    <a:pt x="183453" y="151195"/>
                  </a:lnTo>
                  <a:lnTo>
                    <a:pt x="182106" y="154087"/>
                  </a:lnTo>
                  <a:lnTo>
                    <a:pt x="181635" y="155601"/>
                  </a:lnTo>
                  <a:lnTo>
                    <a:pt x="181459" y="156514"/>
                  </a:lnTo>
                  <a:lnTo>
                    <a:pt x="180858" y="157035"/>
                  </a:lnTo>
                  <a:lnTo>
                    <a:pt x="180207" y="157231"/>
                  </a:lnTo>
                  <a:lnTo>
                    <a:pt x="179381" y="158599"/>
                  </a:lnTo>
                  <a:lnTo>
                    <a:pt x="178471" y="159654"/>
                  </a:lnTo>
                  <a:lnTo>
                    <a:pt x="178179" y="158878"/>
                  </a:lnTo>
                  <a:lnTo>
                    <a:pt x="177998" y="158009"/>
                  </a:lnTo>
                  <a:lnTo>
                    <a:pt x="177760" y="157739"/>
                  </a:lnTo>
                  <a:lnTo>
                    <a:pt x="177199" y="157943"/>
                  </a:lnTo>
                  <a:lnTo>
                    <a:pt x="176517" y="157980"/>
                  </a:lnTo>
                  <a:lnTo>
                    <a:pt x="175802" y="157005"/>
                  </a:lnTo>
                  <a:lnTo>
                    <a:pt x="174879" y="156024"/>
                  </a:lnTo>
                  <a:lnTo>
                    <a:pt x="174067" y="155677"/>
                  </a:lnTo>
                  <a:lnTo>
                    <a:pt x="171681" y="156140"/>
                  </a:lnTo>
                  <a:lnTo>
                    <a:pt x="170501" y="156624"/>
                  </a:lnTo>
                  <a:lnTo>
                    <a:pt x="170131" y="157097"/>
                  </a:lnTo>
                  <a:lnTo>
                    <a:pt x="169465" y="157224"/>
                  </a:lnTo>
                  <a:lnTo>
                    <a:pt x="166669" y="158211"/>
                  </a:lnTo>
                  <a:lnTo>
                    <a:pt x="166096" y="157827"/>
                  </a:lnTo>
                  <a:lnTo>
                    <a:pt x="165677" y="156262"/>
                  </a:lnTo>
                  <a:lnTo>
                    <a:pt x="165311" y="154566"/>
                  </a:lnTo>
                  <a:lnTo>
                    <a:pt x="164588" y="153950"/>
                  </a:lnTo>
                  <a:lnTo>
                    <a:pt x="163774" y="153477"/>
                  </a:lnTo>
                  <a:lnTo>
                    <a:pt x="163471" y="152805"/>
                  </a:lnTo>
                  <a:lnTo>
                    <a:pt x="163450" y="151981"/>
                  </a:lnTo>
                  <a:lnTo>
                    <a:pt x="163535" y="151176"/>
                  </a:lnTo>
                  <a:lnTo>
                    <a:pt x="163597" y="150754"/>
                  </a:lnTo>
                  <a:lnTo>
                    <a:pt x="165484" y="147525"/>
                  </a:lnTo>
                  <a:lnTo>
                    <a:pt x="167182" y="144618"/>
                  </a:lnTo>
                  <a:lnTo>
                    <a:pt x="167337" y="144384"/>
                  </a:lnTo>
                  <a:lnTo>
                    <a:pt x="167491" y="143832"/>
                  </a:lnTo>
                  <a:lnTo>
                    <a:pt x="167781" y="142828"/>
                  </a:lnTo>
                  <a:lnTo>
                    <a:pt x="167780" y="142301"/>
                  </a:lnTo>
                  <a:lnTo>
                    <a:pt x="166510" y="141150"/>
                  </a:lnTo>
                  <a:lnTo>
                    <a:pt x="166460" y="140617"/>
                  </a:lnTo>
                  <a:lnTo>
                    <a:pt x="166716" y="140070"/>
                  </a:lnTo>
                  <a:lnTo>
                    <a:pt x="166716" y="139345"/>
                  </a:lnTo>
                  <a:lnTo>
                    <a:pt x="165818" y="137222"/>
                  </a:lnTo>
                  <a:lnTo>
                    <a:pt x="164266" y="133914"/>
                  </a:lnTo>
                  <a:lnTo>
                    <a:pt x="163816" y="133569"/>
                  </a:lnTo>
                  <a:lnTo>
                    <a:pt x="163484" y="133790"/>
                  </a:lnTo>
                  <a:lnTo>
                    <a:pt x="162874" y="136993"/>
                  </a:lnTo>
                  <a:lnTo>
                    <a:pt x="162569" y="137806"/>
                  </a:lnTo>
                  <a:lnTo>
                    <a:pt x="160800" y="139913"/>
                  </a:lnTo>
                  <a:lnTo>
                    <a:pt x="159316" y="141360"/>
                  </a:lnTo>
                  <a:lnTo>
                    <a:pt x="156677" y="143936"/>
                  </a:lnTo>
                  <a:lnTo>
                    <a:pt x="155992" y="144742"/>
                  </a:lnTo>
                  <a:lnTo>
                    <a:pt x="155514" y="144595"/>
                  </a:lnTo>
                  <a:lnTo>
                    <a:pt x="155033" y="144090"/>
                  </a:lnTo>
                  <a:lnTo>
                    <a:pt x="153554" y="141489"/>
                  </a:lnTo>
                  <a:lnTo>
                    <a:pt x="152596" y="140600"/>
                  </a:lnTo>
                  <a:lnTo>
                    <a:pt x="151953" y="141480"/>
                  </a:lnTo>
                  <a:lnTo>
                    <a:pt x="151410" y="142764"/>
                  </a:lnTo>
                  <a:lnTo>
                    <a:pt x="151462" y="145399"/>
                  </a:lnTo>
                  <a:lnTo>
                    <a:pt x="150849" y="146791"/>
                  </a:lnTo>
                  <a:lnTo>
                    <a:pt x="150239" y="147414"/>
                  </a:lnTo>
                  <a:lnTo>
                    <a:pt x="151351" y="154481"/>
                  </a:lnTo>
                  <a:lnTo>
                    <a:pt x="151240" y="155392"/>
                  </a:lnTo>
                  <a:lnTo>
                    <a:pt x="150389" y="155641"/>
                  </a:lnTo>
                  <a:lnTo>
                    <a:pt x="151018" y="158302"/>
                  </a:lnTo>
                  <a:lnTo>
                    <a:pt x="150489" y="158612"/>
                  </a:lnTo>
                  <a:lnTo>
                    <a:pt x="149150" y="157987"/>
                  </a:lnTo>
                  <a:lnTo>
                    <a:pt x="147349" y="157578"/>
                  </a:lnTo>
                  <a:lnTo>
                    <a:pt x="143951" y="158758"/>
                  </a:lnTo>
                  <a:lnTo>
                    <a:pt x="143703" y="159218"/>
                  </a:lnTo>
                  <a:lnTo>
                    <a:pt x="143609" y="159804"/>
                  </a:lnTo>
                  <a:lnTo>
                    <a:pt x="143806" y="160338"/>
                  </a:lnTo>
                  <a:lnTo>
                    <a:pt x="145450" y="160400"/>
                  </a:lnTo>
                  <a:lnTo>
                    <a:pt x="147066" y="160127"/>
                  </a:lnTo>
                  <a:lnTo>
                    <a:pt x="147511" y="160622"/>
                  </a:lnTo>
                  <a:lnTo>
                    <a:pt x="147579" y="161498"/>
                  </a:lnTo>
                  <a:lnTo>
                    <a:pt x="147393" y="162047"/>
                  </a:lnTo>
                  <a:lnTo>
                    <a:pt x="146857" y="162140"/>
                  </a:lnTo>
                  <a:lnTo>
                    <a:pt x="145679" y="162668"/>
                  </a:lnTo>
                  <a:lnTo>
                    <a:pt x="145543" y="163225"/>
                  </a:lnTo>
                  <a:lnTo>
                    <a:pt x="145506" y="163761"/>
                  </a:lnTo>
                  <a:lnTo>
                    <a:pt x="145903" y="165314"/>
                  </a:lnTo>
                  <a:lnTo>
                    <a:pt x="146351" y="166302"/>
                  </a:lnTo>
                  <a:lnTo>
                    <a:pt x="146406" y="166890"/>
                  </a:lnTo>
                  <a:lnTo>
                    <a:pt x="146219" y="167377"/>
                  </a:lnTo>
                  <a:lnTo>
                    <a:pt x="145994" y="167573"/>
                  </a:lnTo>
                  <a:lnTo>
                    <a:pt x="145599" y="166841"/>
                  </a:lnTo>
                  <a:lnTo>
                    <a:pt x="145374" y="166986"/>
                  </a:lnTo>
                  <a:lnTo>
                    <a:pt x="145262" y="167647"/>
                  </a:lnTo>
                  <a:lnTo>
                    <a:pt x="145151" y="168423"/>
                  </a:lnTo>
                  <a:lnTo>
                    <a:pt x="144890" y="168995"/>
                  </a:lnTo>
                  <a:lnTo>
                    <a:pt x="144341" y="168697"/>
                  </a:lnTo>
                  <a:lnTo>
                    <a:pt x="143797" y="168917"/>
                  </a:lnTo>
                  <a:lnTo>
                    <a:pt x="143472" y="171742"/>
                  </a:lnTo>
                  <a:lnTo>
                    <a:pt x="143197" y="174942"/>
                  </a:lnTo>
                  <a:lnTo>
                    <a:pt x="142298" y="177075"/>
                  </a:lnTo>
                  <a:lnTo>
                    <a:pt x="141802" y="177845"/>
                  </a:lnTo>
                  <a:lnTo>
                    <a:pt x="141072" y="178077"/>
                  </a:lnTo>
                  <a:lnTo>
                    <a:pt x="139982" y="177816"/>
                  </a:lnTo>
                  <a:lnTo>
                    <a:pt x="139322" y="177503"/>
                  </a:lnTo>
                  <a:lnTo>
                    <a:pt x="137417" y="177034"/>
                  </a:lnTo>
                  <a:lnTo>
                    <a:pt x="135503" y="176158"/>
                  </a:lnTo>
                  <a:lnTo>
                    <a:pt x="133351" y="175343"/>
                  </a:lnTo>
                  <a:lnTo>
                    <a:pt x="131346" y="177227"/>
                  </a:lnTo>
                  <a:lnTo>
                    <a:pt x="130769" y="178376"/>
                  </a:lnTo>
                  <a:lnTo>
                    <a:pt x="130404" y="179449"/>
                  </a:lnTo>
                  <a:lnTo>
                    <a:pt x="130025" y="179947"/>
                  </a:lnTo>
                  <a:lnTo>
                    <a:pt x="129156" y="186551"/>
                  </a:lnTo>
                  <a:lnTo>
                    <a:pt x="129247" y="187301"/>
                  </a:lnTo>
                  <a:lnTo>
                    <a:pt x="129732" y="187893"/>
                  </a:lnTo>
                  <a:lnTo>
                    <a:pt x="132186" y="189263"/>
                  </a:lnTo>
                  <a:lnTo>
                    <a:pt x="132548" y="189832"/>
                  </a:lnTo>
                  <a:lnTo>
                    <a:pt x="132763" y="190478"/>
                  </a:lnTo>
                  <a:lnTo>
                    <a:pt x="132868" y="193453"/>
                  </a:lnTo>
                  <a:lnTo>
                    <a:pt x="133071" y="193863"/>
                  </a:lnTo>
                  <a:lnTo>
                    <a:pt x="133913" y="194230"/>
                  </a:lnTo>
                  <a:lnTo>
                    <a:pt x="135129" y="194206"/>
                  </a:lnTo>
                  <a:lnTo>
                    <a:pt x="136082" y="193914"/>
                  </a:lnTo>
                  <a:lnTo>
                    <a:pt x="137045" y="194189"/>
                  </a:lnTo>
                  <a:lnTo>
                    <a:pt x="137717" y="194827"/>
                  </a:lnTo>
                  <a:lnTo>
                    <a:pt x="138046" y="195843"/>
                  </a:lnTo>
                  <a:lnTo>
                    <a:pt x="138228" y="196936"/>
                  </a:lnTo>
                  <a:lnTo>
                    <a:pt x="137084" y="203477"/>
                  </a:lnTo>
                  <a:lnTo>
                    <a:pt x="137176" y="205852"/>
                  </a:lnTo>
                  <a:lnTo>
                    <a:pt x="137531" y="209261"/>
                  </a:lnTo>
                  <a:lnTo>
                    <a:pt x="138178" y="211933"/>
                  </a:lnTo>
                  <a:lnTo>
                    <a:pt x="139395" y="214550"/>
                  </a:lnTo>
                  <a:lnTo>
                    <a:pt x="140324" y="216227"/>
                  </a:lnTo>
                  <a:lnTo>
                    <a:pt x="140519" y="217018"/>
                  </a:lnTo>
                  <a:lnTo>
                    <a:pt x="140567" y="218244"/>
                  </a:lnTo>
                  <a:lnTo>
                    <a:pt x="140416" y="219802"/>
                  </a:lnTo>
                  <a:lnTo>
                    <a:pt x="139880" y="222281"/>
                  </a:lnTo>
                  <a:lnTo>
                    <a:pt x="139227" y="224445"/>
                  </a:lnTo>
                  <a:lnTo>
                    <a:pt x="138517" y="225369"/>
                  </a:lnTo>
                  <a:lnTo>
                    <a:pt x="137536" y="228116"/>
                  </a:lnTo>
                  <a:lnTo>
                    <a:pt x="136665" y="231499"/>
                  </a:lnTo>
                  <a:lnTo>
                    <a:pt x="134992" y="235939"/>
                  </a:lnTo>
                  <a:lnTo>
                    <a:pt x="134433" y="238412"/>
                  </a:lnTo>
                  <a:lnTo>
                    <a:pt x="134248" y="245564"/>
                  </a:lnTo>
                  <a:lnTo>
                    <a:pt x="133804" y="247714"/>
                  </a:lnTo>
                  <a:lnTo>
                    <a:pt x="133736" y="246898"/>
                  </a:lnTo>
                  <a:lnTo>
                    <a:pt x="133135" y="246088"/>
                  </a:lnTo>
                  <a:lnTo>
                    <a:pt x="132083" y="246228"/>
                  </a:lnTo>
                  <a:lnTo>
                    <a:pt x="131391" y="245839"/>
                  </a:lnTo>
                  <a:lnTo>
                    <a:pt x="131060" y="244923"/>
                  </a:lnTo>
                  <a:lnTo>
                    <a:pt x="130201" y="245179"/>
                  </a:lnTo>
                  <a:lnTo>
                    <a:pt x="128816" y="246610"/>
                  </a:lnTo>
                  <a:lnTo>
                    <a:pt x="127406" y="245852"/>
                  </a:lnTo>
                  <a:lnTo>
                    <a:pt x="125967" y="242909"/>
                  </a:lnTo>
                  <a:lnTo>
                    <a:pt x="123229" y="241831"/>
                  </a:lnTo>
                  <a:lnTo>
                    <a:pt x="119761" y="242505"/>
                  </a:lnTo>
                  <a:lnTo>
                    <a:pt x="119629" y="239249"/>
                  </a:lnTo>
                  <a:lnTo>
                    <a:pt x="119637" y="235098"/>
                  </a:lnTo>
                  <a:lnTo>
                    <a:pt x="119798" y="229585"/>
                  </a:lnTo>
                  <a:lnTo>
                    <a:pt x="120976" y="225262"/>
                  </a:lnTo>
                  <a:lnTo>
                    <a:pt x="120943" y="224440"/>
                  </a:lnTo>
                  <a:lnTo>
                    <a:pt x="120714" y="223646"/>
                  </a:lnTo>
                  <a:lnTo>
                    <a:pt x="120354" y="222935"/>
                  </a:lnTo>
                  <a:lnTo>
                    <a:pt x="118256" y="221749"/>
                  </a:lnTo>
                  <a:lnTo>
                    <a:pt x="117638" y="221121"/>
                  </a:lnTo>
                  <a:lnTo>
                    <a:pt x="116824" y="219765"/>
                  </a:lnTo>
                  <a:lnTo>
                    <a:pt x="115796" y="218328"/>
                  </a:lnTo>
                  <a:lnTo>
                    <a:pt x="114907" y="217339"/>
                  </a:lnTo>
                  <a:lnTo>
                    <a:pt x="113503" y="216037"/>
                  </a:lnTo>
                  <a:lnTo>
                    <a:pt x="112208" y="215312"/>
                  </a:lnTo>
                  <a:lnTo>
                    <a:pt x="111448" y="215865"/>
                  </a:lnTo>
                  <a:lnTo>
                    <a:pt x="110747" y="216565"/>
                  </a:lnTo>
                  <a:lnTo>
                    <a:pt x="110093" y="216583"/>
                  </a:lnTo>
                  <a:lnTo>
                    <a:pt x="109434" y="216204"/>
                  </a:lnTo>
                  <a:lnTo>
                    <a:pt x="107012" y="212946"/>
                  </a:lnTo>
                  <a:lnTo>
                    <a:pt x="103345" y="207313"/>
                  </a:lnTo>
                  <a:lnTo>
                    <a:pt x="100439" y="203383"/>
                  </a:lnTo>
                  <a:lnTo>
                    <a:pt x="98613" y="201504"/>
                  </a:lnTo>
                  <a:lnTo>
                    <a:pt x="98181" y="200901"/>
                  </a:lnTo>
                  <a:lnTo>
                    <a:pt x="97156" y="199135"/>
                  </a:lnTo>
                  <a:lnTo>
                    <a:pt x="94639" y="194375"/>
                  </a:lnTo>
                  <a:lnTo>
                    <a:pt x="92968" y="195075"/>
                  </a:lnTo>
                  <a:lnTo>
                    <a:pt x="90580" y="191980"/>
                  </a:lnTo>
                  <a:lnTo>
                    <a:pt x="88436" y="188960"/>
                  </a:lnTo>
                  <a:lnTo>
                    <a:pt x="87949" y="188145"/>
                  </a:lnTo>
                  <a:lnTo>
                    <a:pt x="85510" y="182562"/>
                  </a:lnTo>
                  <a:lnTo>
                    <a:pt x="83078" y="178944"/>
                  </a:lnTo>
                  <a:lnTo>
                    <a:pt x="80424" y="174995"/>
                  </a:lnTo>
                  <a:lnTo>
                    <a:pt x="78706" y="172524"/>
                  </a:lnTo>
                  <a:lnTo>
                    <a:pt x="75797" y="168337"/>
                  </a:lnTo>
                  <a:lnTo>
                    <a:pt x="74376" y="165807"/>
                  </a:lnTo>
                  <a:lnTo>
                    <a:pt x="73895" y="164875"/>
                  </a:lnTo>
                  <a:lnTo>
                    <a:pt x="73423" y="163085"/>
                  </a:lnTo>
                  <a:lnTo>
                    <a:pt x="72667" y="154343"/>
                  </a:lnTo>
                  <a:lnTo>
                    <a:pt x="71793" y="150342"/>
                  </a:lnTo>
                  <a:lnTo>
                    <a:pt x="70549" y="148163"/>
                  </a:lnTo>
                  <a:lnTo>
                    <a:pt x="69487" y="143965"/>
                  </a:lnTo>
                  <a:lnTo>
                    <a:pt x="68608" y="137744"/>
                  </a:lnTo>
                  <a:lnTo>
                    <a:pt x="67881" y="133702"/>
                  </a:lnTo>
                  <a:lnTo>
                    <a:pt x="67305" y="131838"/>
                  </a:lnTo>
                  <a:lnTo>
                    <a:pt x="66136" y="129777"/>
                  </a:lnTo>
                  <a:lnTo>
                    <a:pt x="64372" y="127519"/>
                  </a:lnTo>
                  <a:lnTo>
                    <a:pt x="62696" y="126449"/>
                  </a:lnTo>
                  <a:lnTo>
                    <a:pt x="62091" y="126492"/>
                  </a:lnTo>
                  <a:lnTo>
                    <a:pt x="61792" y="126772"/>
                  </a:lnTo>
                  <a:lnTo>
                    <a:pt x="61453" y="127156"/>
                  </a:lnTo>
                  <a:lnTo>
                    <a:pt x="60788" y="128841"/>
                  </a:lnTo>
                  <a:lnTo>
                    <a:pt x="59805" y="129015"/>
                  </a:lnTo>
                  <a:lnTo>
                    <a:pt x="59089" y="128975"/>
                  </a:lnTo>
                  <a:lnTo>
                    <a:pt x="58415" y="128375"/>
                  </a:lnTo>
                  <a:lnTo>
                    <a:pt x="56294" y="127839"/>
                  </a:lnTo>
                  <a:lnTo>
                    <a:pt x="55545" y="127258"/>
                  </a:lnTo>
                  <a:lnTo>
                    <a:pt x="54269" y="127345"/>
                  </a:lnTo>
                  <a:lnTo>
                    <a:pt x="51529" y="128219"/>
                  </a:lnTo>
                  <a:lnTo>
                    <a:pt x="50864" y="128057"/>
                  </a:lnTo>
                  <a:lnTo>
                    <a:pt x="47969" y="124294"/>
                  </a:lnTo>
                  <a:lnTo>
                    <a:pt x="46715" y="122804"/>
                  </a:lnTo>
                  <a:lnTo>
                    <a:pt x="46463" y="121979"/>
                  </a:lnTo>
                  <a:lnTo>
                    <a:pt x="46478" y="120534"/>
                  </a:lnTo>
                  <a:lnTo>
                    <a:pt x="46902" y="118496"/>
                  </a:lnTo>
                  <a:lnTo>
                    <a:pt x="47264" y="117050"/>
                  </a:lnTo>
                  <a:lnTo>
                    <a:pt x="47106" y="115548"/>
                  </a:lnTo>
                  <a:lnTo>
                    <a:pt x="46556" y="113906"/>
                  </a:lnTo>
                  <a:lnTo>
                    <a:pt x="46556" y="112159"/>
                  </a:lnTo>
                  <a:lnTo>
                    <a:pt x="46931" y="111183"/>
                  </a:lnTo>
                  <a:lnTo>
                    <a:pt x="47700" y="111491"/>
                  </a:lnTo>
                  <a:lnTo>
                    <a:pt x="47977" y="110875"/>
                  </a:lnTo>
                  <a:lnTo>
                    <a:pt x="47879" y="109950"/>
                  </a:lnTo>
                  <a:lnTo>
                    <a:pt x="47464" y="109282"/>
                  </a:lnTo>
                  <a:lnTo>
                    <a:pt x="46912" y="107793"/>
                  </a:lnTo>
                  <a:lnTo>
                    <a:pt x="45273" y="106405"/>
                  </a:lnTo>
                  <a:lnTo>
                    <a:pt x="45036" y="105839"/>
                  </a:lnTo>
                  <a:lnTo>
                    <a:pt x="45122" y="105193"/>
                  </a:lnTo>
                  <a:lnTo>
                    <a:pt x="45404" y="104502"/>
                  </a:lnTo>
                  <a:lnTo>
                    <a:pt x="45461" y="103046"/>
                  </a:lnTo>
                  <a:lnTo>
                    <a:pt x="45489" y="101165"/>
                  </a:lnTo>
                  <a:lnTo>
                    <a:pt x="45706" y="100189"/>
                  </a:lnTo>
                  <a:lnTo>
                    <a:pt x="45766" y="99419"/>
                  </a:lnTo>
                  <a:lnTo>
                    <a:pt x="45529" y="98801"/>
                  </a:lnTo>
                  <a:lnTo>
                    <a:pt x="44977" y="98083"/>
                  </a:lnTo>
                  <a:lnTo>
                    <a:pt x="44088" y="96335"/>
                  </a:lnTo>
                  <a:lnTo>
                    <a:pt x="43002" y="96147"/>
                  </a:lnTo>
                  <a:lnTo>
                    <a:pt x="39464" y="96207"/>
                  </a:lnTo>
                  <a:lnTo>
                    <a:pt x="38365" y="95504"/>
                  </a:lnTo>
                  <a:lnTo>
                    <a:pt x="37482" y="94533"/>
                  </a:lnTo>
                  <a:lnTo>
                    <a:pt x="36603" y="90824"/>
                  </a:lnTo>
                  <a:lnTo>
                    <a:pt x="36154" y="89945"/>
                  </a:lnTo>
                  <a:lnTo>
                    <a:pt x="35740" y="89580"/>
                  </a:lnTo>
                  <a:lnTo>
                    <a:pt x="34749" y="89452"/>
                  </a:lnTo>
                  <a:lnTo>
                    <a:pt x="33557" y="89092"/>
                  </a:lnTo>
                  <a:lnTo>
                    <a:pt x="32945" y="88466"/>
                  </a:lnTo>
                  <a:lnTo>
                    <a:pt x="31276" y="85077"/>
                  </a:lnTo>
                  <a:lnTo>
                    <a:pt x="29676" y="82054"/>
                  </a:lnTo>
                  <a:lnTo>
                    <a:pt x="29031" y="84907"/>
                  </a:lnTo>
                  <a:lnTo>
                    <a:pt x="28405" y="85471"/>
                  </a:lnTo>
                  <a:lnTo>
                    <a:pt x="26996" y="85208"/>
                  </a:lnTo>
                  <a:lnTo>
                    <a:pt x="25935" y="84725"/>
                  </a:lnTo>
                  <a:lnTo>
                    <a:pt x="25331" y="85368"/>
                  </a:lnTo>
                  <a:lnTo>
                    <a:pt x="24708" y="86498"/>
                  </a:lnTo>
                  <a:lnTo>
                    <a:pt x="24826" y="87240"/>
                  </a:lnTo>
                  <a:lnTo>
                    <a:pt x="25304" y="88026"/>
                  </a:lnTo>
                  <a:lnTo>
                    <a:pt x="26264" y="89476"/>
                  </a:lnTo>
                  <a:lnTo>
                    <a:pt x="27735" y="93040"/>
                  </a:lnTo>
                  <a:lnTo>
                    <a:pt x="28403" y="95007"/>
                  </a:lnTo>
                  <a:lnTo>
                    <a:pt x="28503" y="95695"/>
                  </a:lnTo>
                  <a:lnTo>
                    <a:pt x="28374" y="96211"/>
                  </a:lnTo>
                  <a:lnTo>
                    <a:pt x="28176" y="96435"/>
                  </a:lnTo>
                  <a:lnTo>
                    <a:pt x="27886" y="96426"/>
                  </a:lnTo>
                  <a:lnTo>
                    <a:pt x="27495" y="96415"/>
                  </a:lnTo>
                  <a:lnTo>
                    <a:pt x="27269" y="95825"/>
                  </a:lnTo>
                  <a:lnTo>
                    <a:pt x="27194" y="94810"/>
                  </a:lnTo>
                  <a:lnTo>
                    <a:pt x="26703" y="93269"/>
                  </a:lnTo>
                  <a:lnTo>
                    <a:pt x="26199" y="92385"/>
                  </a:lnTo>
                  <a:lnTo>
                    <a:pt x="25645" y="91828"/>
                  </a:lnTo>
                  <a:lnTo>
                    <a:pt x="24867" y="91418"/>
                  </a:lnTo>
                  <a:lnTo>
                    <a:pt x="23844" y="90681"/>
                  </a:lnTo>
                  <a:lnTo>
                    <a:pt x="23315" y="90648"/>
                  </a:lnTo>
                  <a:lnTo>
                    <a:pt x="22799" y="91500"/>
                  </a:lnTo>
                  <a:lnTo>
                    <a:pt x="22370" y="92646"/>
                  </a:lnTo>
                  <a:lnTo>
                    <a:pt x="22117" y="95152"/>
                  </a:lnTo>
                  <a:lnTo>
                    <a:pt x="21351" y="98230"/>
                  </a:lnTo>
                  <a:lnTo>
                    <a:pt x="20877" y="99448"/>
                  </a:lnTo>
                  <a:lnTo>
                    <a:pt x="19422" y="100188"/>
                  </a:lnTo>
                  <a:lnTo>
                    <a:pt x="15966" y="100439"/>
                  </a:lnTo>
                  <a:lnTo>
                    <a:pt x="14931" y="101400"/>
                  </a:lnTo>
                  <a:lnTo>
                    <a:pt x="14229" y="102561"/>
                  </a:lnTo>
                  <a:lnTo>
                    <a:pt x="12921" y="106324"/>
                  </a:lnTo>
                  <a:lnTo>
                    <a:pt x="12014" y="107574"/>
                  </a:lnTo>
                  <a:lnTo>
                    <a:pt x="11223" y="109296"/>
                  </a:lnTo>
                  <a:lnTo>
                    <a:pt x="11459" y="114828"/>
                  </a:lnTo>
                  <a:lnTo>
                    <a:pt x="11837" y="121292"/>
                  </a:lnTo>
                  <a:lnTo>
                    <a:pt x="12502" y="123082"/>
                  </a:lnTo>
                  <a:lnTo>
                    <a:pt x="12924" y="123621"/>
                  </a:lnTo>
                  <a:lnTo>
                    <a:pt x="12981" y="124256"/>
                  </a:lnTo>
                  <a:lnTo>
                    <a:pt x="12708" y="124817"/>
                  </a:lnTo>
                  <a:lnTo>
                    <a:pt x="12361" y="125527"/>
                  </a:lnTo>
                  <a:lnTo>
                    <a:pt x="11835" y="126821"/>
                  </a:lnTo>
                  <a:lnTo>
                    <a:pt x="11243" y="126772"/>
                  </a:lnTo>
                  <a:lnTo>
                    <a:pt x="10051" y="126447"/>
                  </a:lnTo>
                  <a:lnTo>
                    <a:pt x="9061" y="126097"/>
                  </a:lnTo>
                  <a:lnTo>
                    <a:pt x="5725" y="125723"/>
                  </a:lnTo>
                  <a:lnTo>
                    <a:pt x="3024" y="125421"/>
                  </a:lnTo>
                  <a:lnTo>
                    <a:pt x="19" y="125085"/>
                  </a:lnTo>
                  <a:lnTo>
                    <a:pt x="18" y="118302"/>
                  </a:lnTo>
                  <a:lnTo>
                    <a:pt x="16" y="111518"/>
                  </a:lnTo>
                  <a:lnTo>
                    <a:pt x="15" y="104736"/>
                  </a:lnTo>
                  <a:lnTo>
                    <a:pt x="14" y="97953"/>
                  </a:lnTo>
                  <a:lnTo>
                    <a:pt x="13" y="91170"/>
                  </a:lnTo>
                  <a:lnTo>
                    <a:pt x="12" y="84387"/>
                  </a:lnTo>
                  <a:lnTo>
                    <a:pt x="11" y="77605"/>
                  </a:lnTo>
                  <a:lnTo>
                    <a:pt x="9" y="70822"/>
                  </a:lnTo>
                  <a:lnTo>
                    <a:pt x="8" y="64041"/>
                  </a:lnTo>
                  <a:lnTo>
                    <a:pt x="7" y="57258"/>
                  </a:lnTo>
                  <a:lnTo>
                    <a:pt x="6" y="50474"/>
                  </a:lnTo>
                  <a:lnTo>
                    <a:pt x="5" y="43691"/>
                  </a:lnTo>
                  <a:lnTo>
                    <a:pt x="4" y="36908"/>
                  </a:lnTo>
                  <a:lnTo>
                    <a:pt x="3" y="30126"/>
                  </a:lnTo>
                  <a:lnTo>
                    <a:pt x="1" y="23343"/>
                  </a:lnTo>
                  <a:lnTo>
                    <a:pt x="0" y="16560"/>
                  </a:lnTo>
                  <a:lnTo>
                    <a:pt x="1417" y="15719"/>
                  </a:lnTo>
                  <a:lnTo>
                    <a:pt x="3204" y="14657"/>
                  </a:lnTo>
                  <a:lnTo>
                    <a:pt x="4922" y="13638"/>
                  </a:lnTo>
                  <a:lnTo>
                    <a:pt x="6961" y="12428"/>
                  </a:lnTo>
                  <a:lnTo>
                    <a:pt x="9268" y="11060"/>
                  </a:lnTo>
                  <a:lnTo>
                    <a:pt x="11234" y="9891"/>
                  </a:lnTo>
                  <a:lnTo>
                    <a:pt x="13581" y="8499"/>
                  </a:lnTo>
                  <a:lnTo>
                    <a:pt x="15370" y="7437"/>
                  </a:lnTo>
                  <a:lnTo>
                    <a:pt x="17052" y="6439"/>
                  </a:lnTo>
                  <a:lnTo>
                    <a:pt x="19202" y="5257"/>
                  </a:lnTo>
                  <a:lnTo>
                    <a:pt x="22544" y="3418"/>
                  </a:lnTo>
                  <a:lnTo>
                    <a:pt x="24408" y="2393"/>
                  </a:lnTo>
                  <a:lnTo>
                    <a:pt x="26292" y="1357"/>
                  </a:lnTo>
                  <a:lnTo>
                    <a:pt x="28090" y="367"/>
                  </a:lnTo>
                  <a:lnTo>
                    <a:pt x="29292" y="0"/>
                  </a:lnTo>
                  <a:lnTo>
                    <a:pt x="30583" y="1412"/>
                  </a:lnTo>
                  <a:lnTo>
                    <a:pt x="32151" y="3355"/>
                  </a:lnTo>
                  <a:lnTo>
                    <a:pt x="33719" y="5300"/>
                  </a:lnTo>
                  <a:lnTo>
                    <a:pt x="35289" y="7244"/>
                  </a:lnTo>
                  <a:lnTo>
                    <a:pt x="36857" y="9187"/>
                  </a:lnTo>
                  <a:lnTo>
                    <a:pt x="38425" y="11132"/>
                  </a:lnTo>
                  <a:lnTo>
                    <a:pt x="39995" y="13076"/>
                  </a:lnTo>
                  <a:lnTo>
                    <a:pt x="41563" y="15019"/>
                  </a:lnTo>
                  <a:lnTo>
                    <a:pt x="43131" y="16963"/>
                  </a:lnTo>
                  <a:lnTo>
                    <a:pt x="44700" y="18905"/>
                  </a:lnTo>
                  <a:lnTo>
                    <a:pt x="46269" y="20850"/>
                  </a:lnTo>
                  <a:lnTo>
                    <a:pt x="47838" y="22793"/>
                  </a:lnTo>
                  <a:lnTo>
                    <a:pt x="49407" y="24737"/>
                  </a:lnTo>
                  <a:lnTo>
                    <a:pt x="50975" y="26680"/>
                  </a:lnTo>
                  <a:lnTo>
                    <a:pt x="52544" y="28625"/>
                  </a:lnTo>
                  <a:lnTo>
                    <a:pt x="54113" y="30569"/>
                  </a:lnTo>
                  <a:lnTo>
                    <a:pt x="55681" y="32512"/>
                  </a:lnTo>
                  <a:lnTo>
                    <a:pt x="57143" y="34323"/>
                  </a:lnTo>
                  <a:lnTo>
                    <a:pt x="57795" y="35665"/>
                  </a:lnTo>
                  <a:lnTo>
                    <a:pt x="58155" y="38624"/>
                  </a:lnTo>
                  <a:lnTo>
                    <a:pt x="58878" y="40977"/>
                  </a:lnTo>
                  <a:lnTo>
                    <a:pt x="60136" y="43528"/>
                  </a:lnTo>
                  <a:lnTo>
                    <a:pt x="61425" y="46138"/>
                  </a:lnTo>
                  <a:lnTo>
                    <a:pt x="63024" y="49588"/>
                  </a:lnTo>
                  <a:lnTo>
                    <a:pt x="64135" y="51982"/>
                  </a:lnTo>
                  <a:lnTo>
                    <a:pt x="65266" y="54423"/>
                  </a:lnTo>
                  <a:lnTo>
                    <a:pt x="67132" y="58451"/>
                  </a:lnTo>
                  <a:lnTo>
                    <a:pt x="68298" y="60966"/>
                  </a:lnTo>
                  <a:lnTo>
                    <a:pt x="69226" y="61048"/>
                  </a:lnTo>
                  <a:lnTo>
                    <a:pt x="71110" y="60451"/>
                  </a:lnTo>
                  <a:lnTo>
                    <a:pt x="73625" y="59652"/>
                  </a:lnTo>
                  <a:lnTo>
                    <a:pt x="75613" y="59020"/>
                  </a:lnTo>
                  <a:lnTo>
                    <a:pt x="78017" y="58255"/>
                  </a:lnTo>
                  <a:lnTo>
                    <a:pt x="80305" y="57528"/>
                  </a:lnTo>
                  <a:lnTo>
                    <a:pt x="82115" y="56952"/>
                  </a:lnTo>
                  <a:lnTo>
                    <a:pt x="84815" y="57388"/>
                  </a:lnTo>
                  <a:lnTo>
                    <a:pt x="87482" y="57819"/>
                  </a:lnTo>
                  <a:lnTo>
                    <a:pt x="89395" y="58129"/>
                  </a:lnTo>
                  <a:lnTo>
                    <a:pt x="91270" y="58434"/>
                  </a:lnTo>
                  <a:lnTo>
                    <a:pt x="93490" y="58792"/>
                  </a:lnTo>
                  <a:lnTo>
                    <a:pt x="94732" y="58992"/>
                  </a:lnTo>
                  <a:lnTo>
                    <a:pt x="96152" y="59222"/>
                  </a:lnTo>
                  <a:lnTo>
                    <a:pt x="96753" y="58617"/>
                  </a:lnTo>
                  <a:lnTo>
                    <a:pt x="97979" y="57381"/>
                  </a:lnTo>
                  <a:lnTo>
                    <a:pt x="99137" y="56213"/>
                  </a:lnTo>
                  <a:lnTo>
                    <a:pt x="100338" y="55003"/>
                  </a:lnTo>
                  <a:lnTo>
                    <a:pt x="101401" y="54390"/>
                  </a:lnTo>
                  <a:lnTo>
                    <a:pt x="102510" y="56329"/>
                  </a:lnTo>
                  <a:lnTo>
                    <a:pt x="103438" y="58557"/>
                  </a:lnTo>
                  <a:lnTo>
                    <a:pt x="104415" y="60905"/>
                  </a:lnTo>
                  <a:lnTo>
                    <a:pt x="105546" y="63171"/>
                  </a:lnTo>
                  <a:lnTo>
                    <a:pt x="106637" y="64515"/>
                  </a:lnTo>
                  <a:lnTo>
                    <a:pt x="108109" y="66332"/>
                  </a:lnTo>
                  <a:lnTo>
                    <a:pt x="108955" y="69446"/>
                  </a:lnTo>
                  <a:lnTo>
                    <a:pt x="110085" y="73599"/>
                  </a:lnTo>
                  <a:lnTo>
                    <a:pt x="110828" y="76332"/>
                  </a:lnTo>
                  <a:lnTo>
                    <a:pt x="111593" y="79144"/>
                  </a:lnTo>
                  <a:lnTo>
                    <a:pt x="112707" y="78035"/>
                  </a:lnTo>
                  <a:lnTo>
                    <a:pt x="113894" y="76850"/>
                  </a:lnTo>
                  <a:lnTo>
                    <a:pt x="114969" y="75780"/>
                  </a:lnTo>
                  <a:lnTo>
                    <a:pt x="114839" y="79250"/>
                  </a:lnTo>
                  <a:lnTo>
                    <a:pt x="114722" y="82404"/>
                  </a:lnTo>
                  <a:lnTo>
                    <a:pt x="114542" y="87175"/>
                  </a:lnTo>
                  <a:lnTo>
                    <a:pt x="114396" y="91088"/>
                  </a:lnTo>
                  <a:lnTo>
                    <a:pt x="114006" y="95755"/>
                  </a:lnTo>
                  <a:lnTo>
                    <a:pt x="113980" y="99311"/>
                  </a:lnTo>
                  <a:lnTo>
                    <a:pt x="113958" y="102434"/>
                  </a:lnTo>
                  <a:lnTo>
                    <a:pt x="113939" y="104913"/>
                  </a:lnTo>
                  <a:lnTo>
                    <a:pt x="116024" y="105024"/>
                  </a:lnTo>
                  <a:lnTo>
                    <a:pt x="117564" y="105106"/>
                  </a:lnTo>
                  <a:lnTo>
                    <a:pt x="119492" y="105209"/>
                  </a:lnTo>
                  <a:lnTo>
                    <a:pt x="119679" y="108325"/>
                  </a:lnTo>
                  <a:lnTo>
                    <a:pt x="119938" y="112703"/>
                  </a:lnTo>
                  <a:lnTo>
                    <a:pt x="120332" y="116671"/>
                  </a:lnTo>
                  <a:lnTo>
                    <a:pt x="120662" y="119999"/>
                  </a:lnTo>
                  <a:lnTo>
                    <a:pt x="121158" y="124305"/>
                  </a:lnTo>
                  <a:lnTo>
                    <a:pt x="121423" y="126606"/>
                  </a:lnTo>
                  <a:lnTo>
                    <a:pt x="121889" y="129313"/>
                  </a:lnTo>
                  <a:lnTo>
                    <a:pt x="122345" y="129965"/>
                  </a:lnTo>
                  <a:lnTo>
                    <a:pt x="123076" y="130399"/>
                  </a:lnTo>
                  <a:lnTo>
                    <a:pt x="125625" y="130076"/>
                  </a:lnTo>
                  <a:lnTo>
                    <a:pt x="127741" y="129809"/>
                  </a:lnTo>
                  <a:lnTo>
                    <a:pt x="129405" y="129597"/>
                  </a:lnTo>
                  <a:lnTo>
                    <a:pt x="131182" y="129372"/>
                  </a:lnTo>
                  <a:lnTo>
                    <a:pt x="133533" y="129073"/>
                  </a:lnTo>
                  <a:lnTo>
                    <a:pt x="134328" y="129763"/>
                  </a:lnTo>
                  <a:lnTo>
                    <a:pt x="135016" y="129280"/>
                  </a:lnTo>
                  <a:lnTo>
                    <a:pt x="135811" y="128798"/>
                  </a:lnTo>
                  <a:lnTo>
                    <a:pt x="136443" y="130764"/>
                  </a:lnTo>
                  <a:lnTo>
                    <a:pt x="136765" y="131763"/>
                  </a:lnTo>
                  <a:lnTo>
                    <a:pt x="137215" y="132796"/>
                  </a:lnTo>
                  <a:lnTo>
                    <a:pt x="137825" y="133761"/>
                  </a:lnTo>
                  <a:lnTo>
                    <a:pt x="137567" y="135781"/>
                  </a:lnTo>
                  <a:lnTo>
                    <a:pt x="137189" y="138726"/>
                  </a:lnTo>
                  <a:lnTo>
                    <a:pt x="137082" y="140242"/>
                  </a:lnTo>
                  <a:lnTo>
                    <a:pt x="137816" y="141874"/>
                  </a:lnTo>
                  <a:lnTo>
                    <a:pt x="138361" y="142828"/>
                  </a:lnTo>
                  <a:lnTo>
                    <a:pt x="139856" y="144768"/>
                  </a:lnTo>
                  <a:lnTo>
                    <a:pt x="141254" y="145852"/>
                  </a:lnTo>
                  <a:lnTo>
                    <a:pt x="142170" y="146171"/>
                  </a:lnTo>
                  <a:lnTo>
                    <a:pt x="143044" y="145756"/>
                  </a:lnTo>
                  <a:lnTo>
                    <a:pt x="143362" y="144654"/>
                  </a:lnTo>
                  <a:lnTo>
                    <a:pt x="143282" y="143138"/>
                  </a:lnTo>
                  <a:lnTo>
                    <a:pt x="142861" y="141546"/>
                  </a:lnTo>
                  <a:lnTo>
                    <a:pt x="142892" y="139650"/>
                  </a:lnTo>
                  <a:lnTo>
                    <a:pt x="143174" y="138262"/>
                  </a:lnTo>
                  <a:lnTo>
                    <a:pt x="144067" y="135743"/>
                  </a:lnTo>
                  <a:lnTo>
                    <a:pt x="144911" y="133368"/>
                  </a:lnTo>
                  <a:lnTo>
                    <a:pt x="146206" y="130947"/>
                  </a:lnTo>
                  <a:lnTo>
                    <a:pt x="147748" y="128548"/>
                  </a:lnTo>
                  <a:lnTo>
                    <a:pt x="148390" y="126802"/>
                  </a:lnTo>
                  <a:lnTo>
                    <a:pt x="148634" y="123764"/>
                  </a:lnTo>
                  <a:lnTo>
                    <a:pt x="149641" y="122041"/>
                  </a:lnTo>
                  <a:lnTo>
                    <a:pt x="150728" y="121006"/>
                  </a:lnTo>
                  <a:lnTo>
                    <a:pt x="152079" y="120110"/>
                  </a:lnTo>
                  <a:lnTo>
                    <a:pt x="152450" y="118594"/>
                  </a:lnTo>
                  <a:lnTo>
                    <a:pt x="154314" y="116018"/>
                  </a:lnTo>
                  <a:lnTo>
                    <a:pt x="155435" y="114746"/>
                  </a:lnTo>
                  <a:lnTo>
                    <a:pt x="156846" y="114001"/>
                  </a:lnTo>
                  <a:lnTo>
                    <a:pt x="158797" y="112325"/>
                  </a:lnTo>
                  <a:lnTo>
                    <a:pt x="160338" y="110361"/>
                  </a:lnTo>
                  <a:lnTo>
                    <a:pt x="161817" y="106653"/>
                  </a:lnTo>
                  <a:lnTo>
                    <a:pt x="162987" y="104231"/>
                  </a:lnTo>
                  <a:lnTo>
                    <a:pt x="163976" y="102736"/>
                  </a:lnTo>
                  <a:lnTo>
                    <a:pt x="164806" y="102685"/>
                  </a:lnTo>
                  <a:lnTo>
                    <a:pt x="165386" y="103892"/>
                  </a:lnTo>
                  <a:lnTo>
                    <a:pt x="165887" y="103993"/>
                  </a:lnTo>
                  <a:lnTo>
                    <a:pt x="166216" y="103440"/>
                  </a:lnTo>
                  <a:lnTo>
                    <a:pt x="166775" y="101882"/>
                  </a:lnTo>
                  <a:lnTo>
                    <a:pt x="167374" y="100074"/>
                  </a:lnTo>
                  <a:lnTo>
                    <a:pt x="167934" y="99319"/>
                  </a:lnTo>
                  <a:lnTo>
                    <a:pt x="169022" y="989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6"/>
            <p:cNvSpPr/>
            <p:nvPr/>
          </p:nvSpPr>
          <p:spPr>
            <a:xfrm>
              <a:off x="3969739" y="2421826"/>
              <a:ext cx="1164" cy="2670"/>
            </a:xfrm>
            <a:custGeom>
              <a:avLst/>
              <a:pathLst>
                <a:path w="1164" h="2670">
                  <a:moveTo>
                    <a:pt x="1164" y="2605"/>
                  </a:moveTo>
                  <a:lnTo>
                    <a:pt x="1126" y="1890"/>
                  </a:lnTo>
                  <a:lnTo>
                    <a:pt x="776" y="683"/>
                  </a:lnTo>
                  <a:lnTo>
                    <a:pt x="250" y="0"/>
                  </a:lnTo>
                  <a:lnTo>
                    <a:pt x="0" y="292"/>
                  </a:lnTo>
                  <a:lnTo>
                    <a:pt x="212" y="1269"/>
                  </a:lnTo>
                  <a:lnTo>
                    <a:pt x="826" y="26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7"/>
            <p:cNvSpPr/>
            <p:nvPr/>
          </p:nvSpPr>
          <p:spPr>
            <a:xfrm>
              <a:off x="3309732" y="2395782"/>
              <a:ext cx="123" cy="161"/>
            </a:xfrm>
            <a:custGeom>
              <a:avLst/>
              <a:pathLst>
                <a:path w="123" h="161">
                  <a:moveTo>
                    <a:pt x="0" y="161"/>
                  </a:moveTo>
                  <a:lnTo>
                    <a:pt x="123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8"/>
            <p:cNvSpPr/>
            <p:nvPr/>
          </p:nvSpPr>
          <p:spPr>
            <a:xfrm>
              <a:off x="2471942" y="3257861"/>
              <a:ext cx="411" cy="903"/>
            </a:xfrm>
            <a:custGeom>
              <a:avLst/>
              <a:pathLst>
                <a:path w="411" h="903">
                  <a:moveTo>
                    <a:pt x="0" y="901"/>
                  </a:moveTo>
                  <a:lnTo>
                    <a:pt x="129" y="829"/>
                  </a:lnTo>
                  <a:lnTo>
                    <a:pt x="189" y="634"/>
                  </a:lnTo>
                  <a:lnTo>
                    <a:pt x="168" y="373"/>
                  </a:lnTo>
                  <a:lnTo>
                    <a:pt x="173" y="85"/>
                  </a:lnTo>
                  <a:lnTo>
                    <a:pt x="389" y="0"/>
                  </a:lnTo>
                  <a:lnTo>
                    <a:pt x="411" y="269"/>
                  </a:lnTo>
                  <a:lnTo>
                    <a:pt x="352" y="477"/>
                  </a:lnTo>
                  <a:lnTo>
                    <a:pt x="286" y="644"/>
                  </a:lnTo>
                  <a:lnTo>
                    <a:pt x="253" y="9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79"/>
            <p:cNvSpPr/>
            <p:nvPr/>
          </p:nvSpPr>
          <p:spPr>
            <a:xfrm>
              <a:off x="2472784" y="3248654"/>
              <a:ext cx="944" cy="1979"/>
            </a:xfrm>
            <a:custGeom>
              <a:avLst/>
              <a:pathLst>
                <a:path w="944" h="1979">
                  <a:moveTo>
                    <a:pt x="576" y="1437"/>
                  </a:moveTo>
                  <a:lnTo>
                    <a:pt x="479" y="1760"/>
                  </a:lnTo>
                  <a:lnTo>
                    <a:pt x="394" y="1979"/>
                  </a:lnTo>
                  <a:lnTo>
                    <a:pt x="337" y="1761"/>
                  </a:lnTo>
                  <a:lnTo>
                    <a:pt x="131" y="1568"/>
                  </a:lnTo>
                  <a:lnTo>
                    <a:pt x="0" y="1577"/>
                  </a:lnTo>
                  <a:lnTo>
                    <a:pt x="0" y="1356"/>
                  </a:lnTo>
                  <a:lnTo>
                    <a:pt x="169" y="1491"/>
                  </a:lnTo>
                  <a:lnTo>
                    <a:pt x="426" y="1359"/>
                  </a:lnTo>
                  <a:lnTo>
                    <a:pt x="428" y="1119"/>
                  </a:lnTo>
                  <a:lnTo>
                    <a:pt x="352" y="903"/>
                  </a:lnTo>
                  <a:lnTo>
                    <a:pt x="317" y="751"/>
                  </a:lnTo>
                  <a:lnTo>
                    <a:pt x="412" y="517"/>
                  </a:lnTo>
                  <a:lnTo>
                    <a:pt x="728" y="0"/>
                  </a:lnTo>
                  <a:lnTo>
                    <a:pt x="944" y="147"/>
                  </a:lnTo>
                  <a:lnTo>
                    <a:pt x="782" y="54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0"/>
            <p:cNvSpPr/>
            <p:nvPr/>
          </p:nvSpPr>
          <p:spPr>
            <a:xfrm>
              <a:off x="2472780" y="3239332"/>
              <a:ext cx="1740" cy="6396"/>
            </a:xfrm>
            <a:custGeom>
              <a:avLst/>
              <a:pathLst>
                <a:path w="1740" h="6396">
                  <a:moveTo>
                    <a:pt x="1167" y="5928"/>
                  </a:moveTo>
                  <a:lnTo>
                    <a:pt x="833" y="6396"/>
                  </a:lnTo>
                  <a:lnTo>
                    <a:pt x="0" y="4407"/>
                  </a:lnTo>
                  <a:lnTo>
                    <a:pt x="100" y="2099"/>
                  </a:lnTo>
                  <a:lnTo>
                    <a:pt x="604" y="829"/>
                  </a:lnTo>
                  <a:lnTo>
                    <a:pt x="1080" y="82"/>
                  </a:lnTo>
                  <a:lnTo>
                    <a:pt x="1570" y="0"/>
                  </a:lnTo>
                  <a:lnTo>
                    <a:pt x="1740" y="1911"/>
                  </a:lnTo>
                  <a:lnTo>
                    <a:pt x="1621" y="46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1"/>
            <p:cNvSpPr/>
            <p:nvPr/>
          </p:nvSpPr>
          <p:spPr>
            <a:xfrm>
              <a:off x="2475143" y="3366051"/>
              <a:ext cx="2498" cy="6598"/>
            </a:xfrm>
            <a:custGeom>
              <a:avLst/>
              <a:pathLst>
                <a:path w="2498" h="6598">
                  <a:moveTo>
                    <a:pt x="809" y="5997"/>
                  </a:moveTo>
                  <a:lnTo>
                    <a:pt x="104" y="6598"/>
                  </a:lnTo>
                  <a:lnTo>
                    <a:pt x="0" y="3634"/>
                  </a:lnTo>
                  <a:lnTo>
                    <a:pt x="212" y="2835"/>
                  </a:lnTo>
                  <a:lnTo>
                    <a:pt x="1412" y="451"/>
                  </a:lnTo>
                  <a:lnTo>
                    <a:pt x="1741" y="0"/>
                  </a:lnTo>
                  <a:lnTo>
                    <a:pt x="1982" y="500"/>
                  </a:lnTo>
                  <a:lnTo>
                    <a:pt x="1922" y="1135"/>
                  </a:lnTo>
                  <a:lnTo>
                    <a:pt x="2498" y="2204"/>
                  </a:lnTo>
                  <a:lnTo>
                    <a:pt x="2359" y="3566"/>
                  </a:lnTo>
                  <a:lnTo>
                    <a:pt x="1734" y="50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2"/>
            <p:cNvSpPr/>
            <p:nvPr/>
          </p:nvSpPr>
          <p:spPr>
            <a:xfrm>
              <a:off x="2476594" y="3361676"/>
              <a:ext cx="2334" cy="3332"/>
            </a:xfrm>
            <a:custGeom>
              <a:avLst/>
              <a:pathLst>
                <a:path w="2334" h="3332">
                  <a:moveTo>
                    <a:pt x="1365" y="2363"/>
                  </a:moveTo>
                  <a:lnTo>
                    <a:pt x="0" y="3332"/>
                  </a:lnTo>
                  <a:lnTo>
                    <a:pt x="22" y="2542"/>
                  </a:lnTo>
                  <a:lnTo>
                    <a:pt x="387" y="1171"/>
                  </a:lnTo>
                  <a:lnTo>
                    <a:pt x="1096" y="784"/>
                  </a:lnTo>
                  <a:lnTo>
                    <a:pt x="1362" y="315"/>
                  </a:lnTo>
                  <a:lnTo>
                    <a:pt x="1814" y="0"/>
                  </a:lnTo>
                  <a:lnTo>
                    <a:pt x="2072" y="56"/>
                  </a:lnTo>
                  <a:lnTo>
                    <a:pt x="2334" y="444"/>
                  </a:lnTo>
                  <a:lnTo>
                    <a:pt x="1714" y="12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3"/>
            <p:cNvSpPr/>
            <p:nvPr/>
          </p:nvSpPr>
          <p:spPr>
            <a:xfrm>
              <a:off x="2425798" y="3309804"/>
              <a:ext cx="2295" cy="2654"/>
            </a:xfrm>
            <a:custGeom>
              <a:avLst/>
              <a:pathLst>
                <a:path w="2295" h="2654">
                  <a:moveTo>
                    <a:pt x="2295" y="1991"/>
                  </a:moveTo>
                  <a:lnTo>
                    <a:pt x="1683" y="2654"/>
                  </a:lnTo>
                  <a:lnTo>
                    <a:pt x="561" y="1991"/>
                  </a:lnTo>
                  <a:lnTo>
                    <a:pt x="0" y="1061"/>
                  </a:lnTo>
                  <a:lnTo>
                    <a:pt x="357" y="0"/>
                  </a:lnTo>
                  <a:lnTo>
                    <a:pt x="1275" y="0"/>
                  </a:lnTo>
                  <a:lnTo>
                    <a:pt x="2135" y="12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4"/>
            <p:cNvSpPr/>
            <p:nvPr/>
          </p:nvSpPr>
          <p:spPr>
            <a:xfrm>
              <a:off x="2437294" y="3304089"/>
              <a:ext cx="6643" cy="8452"/>
            </a:xfrm>
            <a:custGeom>
              <a:avLst/>
              <a:pathLst>
                <a:path w="6643" h="8452">
                  <a:moveTo>
                    <a:pt x="6279" y="1070"/>
                  </a:moveTo>
                  <a:lnTo>
                    <a:pt x="6643" y="4931"/>
                  </a:lnTo>
                  <a:lnTo>
                    <a:pt x="6532" y="5655"/>
                  </a:lnTo>
                  <a:lnTo>
                    <a:pt x="5504" y="8264"/>
                  </a:lnTo>
                  <a:lnTo>
                    <a:pt x="4642" y="8452"/>
                  </a:lnTo>
                  <a:lnTo>
                    <a:pt x="3947" y="8359"/>
                  </a:lnTo>
                  <a:lnTo>
                    <a:pt x="3420" y="7854"/>
                  </a:lnTo>
                  <a:lnTo>
                    <a:pt x="2741" y="6159"/>
                  </a:lnTo>
                  <a:lnTo>
                    <a:pt x="2082" y="6667"/>
                  </a:lnTo>
                  <a:lnTo>
                    <a:pt x="452" y="6078"/>
                  </a:lnTo>
                  <a:lnTo>
                    <a:pt x="0" y="5485"/>
                  </a:lnTo>
                  <a:lnTo>
                    <a:pt x="609" y="3407"/>
                  </a:lnTo>
                  <a:lnTo>
                    <a:pt x="1732" y="2568"/>
                  </a:lnTo>
                  <a:lnTo>
                    <a:pt x="2142" y="2396"/>
                  </a:lnTo>
                  <a:lnTo>
                    <a:pt x="2470" y="3671"/>
                  </a:lnTo>
                  <a:lnTo>
                    <a:pt x="3287" y="4774"/>
                  </a:lnTo>
                  <a:lnTo>
                    <a:pt x="4247" y="4886"/>
                  </a:lnTo>
                  <a:lnTo>
                    <a:pt x="4485" y="2918"/>
                  </a:lnTo>
                  <a:lnTo>
                    <a:pt x="578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5"/>
            <p:cNvSpPr/>
            <p:nvPr/>
          </p:nvSpPr>
          <p:spPr>
            <a:xfrm>
              <a:off x="2335505" y="3274225"/>
              <a:ext cx="153722" cy="339515"/>
            </a:xfrm>
            <a:custGeom>
              <a:avLst/>
              <a:pathLst>
                <a:path w="153722" h="339515">
                  <a:moveTo>
                    <a:pt x="151580" y="107220"/>
                  </a:moveTo>
                  <a:lnTo>
                    <a:pt x="153691" y="114411"/>
                  </a:lnTo>
                  <a:lnTo>
                    <a:pt x="153722" y="115203"/>
                  </a:lnTo>
                  <a:lnTo>
                    <a:pt x="153493" y="116104"/>
                  </a:lnTo>
                  <a:lnTo>
                    <a:pt x="152178" y="117790"/>
                  </a:lnTo>
                  <a:lnTo>
                    <a:pt x="151884" y="118665"/>
                  </a:lnTo>
                  <a:lnTo>
                    <a:pt x="151411" y="121869"/>
                  </a:lnTo>
                  <a:lnTo>
                    <a:pt x="149756" y="123628"/>
                  </a:lnTo>
                  <a:lnTo>
                    <a:pt x="148612" y="125833"/>
                  </a:lnTo>
                  <a:lnTo>
                    <a:pt x="147841" y="127766"/>
                  </a:lnTo>
                  <a:lnTo>
                    <a:pt x="147457" y="128545"/>
                  </a:lnTo>
                  <a:lnTo>
                    <a:pt x="145946" y="128972"/>
                  </a:lnTo>
                  <a:lnTo>
                    <a:pt x="145461" y="130188"/>
                  </a:lnTo>
                  <a:lnTo>
                    <a:pt x="144851" y="133843"/>
                  </a:lnTo>
                  <a:lnTo>
                    <a:pt x="144404" y="135371"/>
                  </a:lnTo>
                  <a:lnTo>
                    <a:pt x="143618" y="137164"/>
                  </a:lnTo>
                  <a:lnTo>
                    <a:pt x="143612" y="138265"/>
                  </a:lnTo>
                  <a:lnTo>
                    <a:pt x="144696" y="142265"/>
                  </a:lnTo>
                  <a:lnTo>
                    <a:pt x="144891" y="143520"/>
                  </a:lnTo>
                  <a:lnTo>
                    <a:pt x="144555" y="145419"/>
                  </a:lnTo>
                  <a:lnTo>
                    <a:pt x="144587" y="146764"/>
                  </a:lnTo>
                  <a:lnTo>
                    <a:pt x="145156" y="148385"/>
                  </a:lnTo>
                  <a:lnTo>
                    <a:pt x="145838" y="148755"/>
                  </a:lnTo>
                  <a:lnTo>
                    <a:pt x="146499" y="148079"/>
                  </a:lnTo>
                  <a:lnTo>
                    <a:pt x="147323" y="148139"/>
                  </a:lnTo>
                  <a:lnTo>
                    <a:pt x="147861" y="148569"/>
                  </a:lnTo>
                  <a:lnTo>
                    <a:pt x="148083" y="149042"/>
                  </a:lnTo>
                  <a:lnTo>
                    <a:pt x="148122" y="150281"/>
                  </a:lnTo>
                  <a:lnTo>
                    <a:pt x="147781" y="152916"/>
                  </a:lnTo>
                  <a:lnTo>
                    <a:pt x="147293" y="154615"/>
                  </a:lnTo>
                  <a:lnTo>
                    <a:pt x="145124" y="157224"/>
                  </a:lnTo>
                  <a:lnTo>
                    <a:pt x="144159" y="158735"/>
                  </a:lnTo>
                  <a:lnTo>
                    <a:pt x="143627" y="159847"/>
                  </a:lnTo>
                  <a:lnTo>
                    <a:pt x="142458" y="159251"/>
                  </a:lnTo>
                  <a:lnTo>
                    <a:pt x="141862" y="159297"/>
                  </a:lnTo>
                  <a:lnTo>
                    <a:pt x="141405" y="160157"/>
                  </a:lnTo>
                  <a:lnTo>
                    <a:pt x="141128" y="160898"/>
                  </a:lnTo>
                  <a:lnTo>
                    <a:pt x="140343" y="161079"/>
                  </a:lnTo>
                  <a:lnTo>
                    <a:pt x="139234" y="161529"/>
                  </a:lnTo>
                  <a:lnTo>
                    <a:pt x="138770" y="162027"/>
                  </a:lnTo>
                  <a:lnTo>
                    <a:pt x="138411" y="163316"/>
                  </a:lnTo>
                  <a:lnTo>
                    <a:pt x="138111" y="165164"/>
                  </a:lnTo>
                  <a:lnTo>
                    <a:pt x="138361" y="167380"/>
                  </a:lnTo>
                  <a:lnTo>
                    <a:pt x="138709" y="169355"/>
                  </a:lnTo>
                  <a:lnTo>
                    <a:pt x="138694" y="171170"/>
                  </a:lnTo>
                  <a:lnTo>
                    <a:pt x="138962" y="176217"/>
                  </a:lnTo>
                  <a:lnTo>
                    <a:pt x="138613" y="177396"/>
                  </a:lnTo>
                  <a:lnTo>
                    <a:pt x="137869" y="178732"/>
                  </a:lnTo>
                  <a:lnTo>
                    <a:pt x="136981" y="181087"/>
                  </a:lnTo>
                  <a:lnTo>
                    <a:pt x="135986" y="184359"/>
                  </a:lnTo>
                  <a:lnTo>
                    <a:pt x="136145" y="185299"/>
                  </a:lnTo>
                  <a:lnTo>
                    <a:pt x="138525" y="192176"/>
                  </a:lnTo>
                  <a:lnTo>
                    <a:pt x="140946" y="199174"/>
                  </a:lnTo>
                  <a:lnTo>
                    <a:pt x="143352" y="206129"/>
                  </a:lnTo>
                  <a:lnTo>
                    <a:pt x="143694" y="206439"/>
                  </a:lnTo>
                  <a:lnTo>
                    <a:pt x="144148" y="207242"/>
                  </a:lnTo>
                  <a:lnTo>
                    <a:pt x="144568" y="209677"/>
                  </a:lnTo>
                  <a:lnTo>
                    <a:pt x="144915" y="212259"/>
                  </a:lnTo>
                  <a:lnTo>
                    <a:pt x="144922" y="213595"/>
                  </a:lnTo>
                  <a:lnTo>
                    <a:pt x="144652" y="215275"/>
                  </a:lnTo>
                  <a:lnTo>
                    <a:pt x="144067" y="217208"/>
                  </a:lnTo>
                  <a:lnTo>
                    <a:pt x="143356" y="218774"/>
                  </a:lnTo>
                  <a:lnTo>
                    <a:pt x="142315" y="220101"/>
                  </a:lnTo>
                  <a:lnTo>
                    <a:pt x="141488" y="221353"/>
                  </a:lnTo>
                  <a:lnTo>
                    <a:pt x="140805" y="224666"/>
                  </a:lnTo>
                  <a:lnTo>
                    <a:pt x="140391" y="225832"/>
                  </a:lnTo>
                  <a:lnTo>
                    <a:pt x="140012" y="226302"/>
                  </a:lnTo>
                  <a:lnTo>
                    <a:pt x="139260" y="226735"/>
                  </a:lnTo>
                  <a:lnTo>
                    <a:pt x="138045" y="226635"/>
                  </a:lnTo>
                  <a:lnTo>
                    <a:pt x="137243" y="226374"/>
                  </a:lnTo>
                  <a:lnTo>
                    <a:pt x="136250" y="228853"/>
                  </a:lnTo>
                  <a:lnTo>
                    <a:pt x="134980" y="229762"/>
                  </a:lnTo>
                  <a:lnTo>
                    <a:pt x="134130" y="233144"/>
                  </a:lnTo>
                  <a:lnTo>
                    <a:pt x="131102" y="235826"/>
                  </a:lnTo>
                  <a:lnTo>
                    <a:pt x="128142" y="237915"/>
                  </a:lnTo>
                  <a:lnTo>
                    <a:pt x="127329" y="238741"/>
                  </a:lnTo>
                  <a:lnTo>
                    <a:pt x="124405" y="237017"/>
                  </a:lnTo>
                  <a:lnTo>
                    <a:pt x="123702" y="237555"/>
                  </a:lnTo>
                  <a:lnTo>
                    <a:pt x="122891" y="239156"/>
                  </a:lnTo>
                  <a:lnTo>
                    <a:pt x="122144" y="240399"/>
                  </a:lnTo>
                  <a:lnTo>
                    <a:pt x="121513" y="240476"/>
                  </a:lnTo>
                  <a:lnTo>
                    <a:pt x="120982" y="241119"/>
                  </a:lnTo>
                  <a:lnTo>
                    <a:pt x="120666" y="243411"/>
                  </a:lnTo>
                  <a:lnTo>
                    <a:pt x="120386" y="251312"/>
                  </a:lnTo>
                  <a:lnTo>
                    <a:pt x="119337" y="253661"/>
                  </a:lnTo>
                  <a:lnTo>
                    <a:pt x="118069" y="253647"/>
                  </a:lnTo>
                  <a:lnTo>
                    <a:pt x="117198" y="250912"/>
                  </a:lnTo>
                  <a:lnTo>
                    <a:pt x="116166" y="248845"/>
                  </a:lnTo>
                  <a:lnTo>
                    <a:pt x="114366" y="243945"/>
                  </a:lnTo>
                  <a:lnTo>
                    <a:pt x="113867" y="243306"/>
                  </a:lnTo>
                  <a:lnTo>
                    <a:pt x="113400" y="243336"/>
                  </a:lnTo>
                  <a:lnTo>
                    <a:pt x="111730" y="244789"/>
                  </a:lnTo>
                  <a:lnTo>
                    <a:pt x="110938" y="244159"/>
                  </a:lnTo>
                  <a:lnTo>
                    <a:pt x="110298" y="243397"/>
                  </a:lnTo>
                  <a:lnTo>
                    <a:pt x="109230" y="243641"/>
                  </a:lnTo>
                  <a:lnTo>
                    <a:pt x="107326" y="243697"/>
                  </a:lnTo>
                  <a:lnTo>
                    <a:pt x="106113" y="243743"/>
                  </a:lnTo>
                  <a:lnTo>
                    <a:pt x="105524" y="242404"/>
                  </a:lnTo>
                  <a:lnTo>
                    <a:pt x="104975" y="239669"/>
                  </a:lnTo>
                  <a:lnTo>
                    <a:pt x="104605" y="238689"/>
                  </a:lnTo>
                  <a:lnTo>
                    <a:pt x="104171" y="237900"/>
                  </a:lnTo>
                  <a:lnTo>
                    <a:pt x="103454" y="237501"/>
                  </a:lnTo>
                  <a:lnTo>
                    <a:pt x="100389" y="237511"/>
                  </a:lnTo>
                  <a:lnTo>
                    <a:pt x="99812" y="237514"/>
                  </a:lnTo>
                  <a:lnTo>
                    <a:pt x="99389" y="236988"/>
                  </a:lnTo>
                  <a:lnTo>
                    <a:pt x="98800" y="234642"/>
                  </a:lnTo>
                  <a:lnTo>
                    <a:pt x="98155" y="233539"/>
                  </a:lnTo>
                  <a:lnTo>
                    <a:pt x="97401" y="233492"/>
                  </a:lnTo>
                  <a:lnTo>
                    <a:pt x="97070" y="234785"/>
                  </a:lnTo>
                  <a:lnTo>
                    <a:pt x="98379" y="239009"/>
                  </a:lnTo>
                  <a:lnTo>
                    <a:pt x="98760" y="241299"/>
                  </a:lnTo>
                  <a:lnTo>
                    <a:pt x="99908" y="244609"/>
                  </a:lnTo>
                  <a:lnTo>
                    <a:pt x="103231" y="251615"/>
                  </a:lnTo>
                  <a:lnTo>
                    <a:pt x="103847" y="253840"/>
                  </a:lnTo>
                  <a:lnTo>
                    <a:pt x="103779" y="256682"/>
                  </a:lnTo>
                  <a:lnTo>
                    <a:pt x="103759" y="261032"/>
                  </a:lnTo>
                  <a:lnTo>
                    <a:pt x="103872" y="265149"/>
                  </a:lnTo>
                  <a:lnTo>
                    <a:pt x="104727" y="271053"/>
                  </a:lnTo>
                  <a:lnTo>
                    <a:pt x="105928" y="277062"/>
                  </a:lnTo>
                  <a:lnTo>
                    <a:pt x="106255" y="280893"/>
                  </a:lnTo>
                  <a:lnTo>
                    <a:pt x="106031" y="283724"/>
                  </a:lnTo>
                  <a:lnTo>
                    <a:pt x="105803" y="285230"/>
                  </a:lnTo>
                  <a:lnTo>
                    <a:pt x="105828" y="285901"/>
                  </a:lnTo>
                  <a:lnTo>
                    <a:pt x="106074" y="286507"/>
                  </a:lnTo>
                  <a:lnTo>
                    <a:pt x="107218" y="287377"/>
                  </a:lnTo>
                  <a:lnTo>
                    <a:pt x="109621" y="287921"/>
                  </a:lnTo>
                  <a:lnTo>
                    <a:pt x="111074" y="287924"/>
                  </a:lnTo>
                  <a:lnTo>
                    <a:pt x="113292" y="288574"/>
                  </a:lnTo>
                  <a:lnTo>
                    <a:pt x="113456" y="290687"/>
                  </a:lnTo>
                  <a:lnTo>
                    <a:pt x="113239" y="294171"/>
                  </a:lnTo>
                  <a:lnTo>
                    <a:pt x="112801" y="296149"/>
                  </a:lnTo>
                  <a:lnTo>
                    <a:pt x="112445" y="296726"/>
                  </a:lnTo>
                  <a:lnTo>
                    <a:pt x="111237" y="297185"/>
                  </a:lnTo>
                  <a:lnTo>
                    <a:pt x="109967" y="299324"/>
                  </a:lnTo>
                  <a:lnTo>
                    <a:pt x="108123" y="301434"/>
                  </a:lnTo>
                  <a:lnTo>
                    <a:pt x="107071" y="301721"/>
                  </a:lnTo>
                  <a:lnTo>
                    <a:pt x="106632" y="302134"/>
                  </a:lnTo>
                  <a:lnTo>
                    <a:pt x="106261" y="302768"/>
                  </a:lnTo>
                  <a:lnTo>
                    <a:pt x="105955" y="303570"/>
                  </a:lnTo>
                  <a:lnTo>
                    <a:pt x="105596" y="307527"/>
                  </a:lnTo>
                  <a:lnTo>
                    <a:pt x="105053" y="311996"/>
                  </a:lnTo>
                  <a:lnTo>
                    <a:pt x="104029" y="314649"/>
                  </a:lnTo>
                  <a:lnTo>
                    <a:pt x="102903" y="316842"/>
                  </a:lnTo>
                  <a:lnTo>
                    <a:pt x="101757" y="317090"/>
                  </a:lnTo>
                  <a:lnTo>
                    <a:pt x="100838" y="316916"/>
                  </a:lnTo>
                  <a:lnTo>
                    <a:pt x="100381" y="317559"/>
                  </a:lnTo>
                  <a:lnTo>
                    <a:pt x="99721" y="319366"/>
                  </a:lnTo>
                  <a:lnTo>
                    <a:pt x="98778" y="321612"/>
                  </a:lnTo>
                  <a:lnTo>
                    <a:pt x="98050" y="322810"/>
                  </a:lnTo>
                  <a:lnTo>
                    <a:pt x="97069" y="322697"/>
                  </a:lnTo>
                  <a:lnTo>
                    <a:pt x="96022" y="323802"/>
                  </a:lnTo>
                  <a:lnTo>
                    <a:pt x="94700" y="325613"/>
                  </a:lnTo>
                  <a:lnTo>
                    <a:pt x="93823" y="327101"/>
                  </a:lnTo>
                  <a:lnTo>
                    <a:pt x="93075" y="329639"/>
                  </a:lnTo>
                  <a:lnTo>
                    <a:pt x="92004" y="332308"/>
                  </a:lnTo>
                  <a:lnTo>
                    <a:pt x="90904" y="334176"/>
                  </a:lnTo>
                  <a:lnTo>
                    <a:pt x="90377" y="336486"/>
                  </a:lnTo>
                  <a:lnTo>
                    <a:pt x="89626" y="339418"/>
                  </a:lnTo>
                  <a:lnTo>
                    <a:pt x="88687" y="339515"/>
                  </a:lnTo>
                  <a:lnTo>
                    <a:pt x="88612" y="337756"/>
                  </a:lnTo>
                  <a:lnTo>
                    <a:pt x="89063" y="334922"/>
                  </a:lnTo>
                  <a:lnTo>
                    <a:pt x="88574" y="332480"/>
                  </a:lnTo>
                  <a:lnTo>
                    <a:pt x="87681" y="331171"/>
                  </a:lnTo>
                  <a:lnTo>
                    <a:pt x="87263" y="330784"/>
                  </a:lnTo>
                  <a:lnTo>
                    <a:pt x="86847" y="330944"/>
                  </a:lnTo>
                  <a:lnTo>
                    <a:pt x="85789" y="332149"/>
                  </a:lnTo>
                  <a:lnTo>
                    <a:pt x="84488" y="334339"/>
                  </a:lnTo>
                  <a:lnTo>
                    <a:pt x="83688" y="335916"/>
                  </a:lnTo>
                  <a:lnTo>
                    <a:pt x="82964" y="336638"/>
                  </a:lnTo>
                  <a:lnTo>
                    <a:pt x="81475" y="337290"/>
                  </a:lnTo>
                  <a:lnTo>
                    <a:pt x="80221" y="337625"/>
                  </a:lnTo>
                  <a:lnTo>
                    <a:pt x="79704" y="337175"/>
                  </a:lnTo>
                  <a:lnTo>
                    <a:pt x="78772" y="335564"/>
                  </a:lnTo>
                  <a:lnTo>
                    <a:pt x="76617" y="330527"/>
                  </a:lnTo>
                  <a:lnTo>
                    <a:pt x="73698" y="323704"/>
                  </a:lnTo>
                  <a:lnTo>
                    <a:pt x="73477" y="321729"/>
                  </a:lnTo>
                  <a:lnTo>
                    <a:pt x="73603" y="319709"/>
                  </a:lnTo>
                  <a:lnTo>
                    <a:pt x="73073" y="316761"/>
                  </a:lnTo>
                  <a:lnTo>
                    <a:pt x="72764" y="313623"/>
                  </a:lnTo>
                  <a:lnTo>
                    <a:pt x="72500" y="312543"/>
                  </a:lnTo>
                  <a:lnTo>
                    <a:pt x="72426" y="310197"/>
                  </a:lnTo>
                  <a:lnTo>
                    <a:pt x="71792" y="305971"/>
                  </a:lnTo>
                  <a:lnTo>
                    <a:pt x="71274" y="302509"/>
                  </a:lnTo>
                  <a:lnTo>
                    <a:pt x="70798" y="300750"/>
                  </a:lnTo>
                  <a:lnTo>
                    <a:pt x="70998" y="299251"/>
                  </a:lnTo>
                  <a:lnTo>
                    <a:pt x="70798" y="297754"/>
                  </a:lnTo>
                  <a:lnTo>
                    <a:pt x="70412" y="296533"/>
                  </a:lnTo>
                  <a:lnTo>
                    <a:pt x="69847" y="292606"/>
                  </a:lnTo>
                  <a:lnTo>
                    <a:pt x="70047" y="290913"/>
                  </a:lnTo>
                  <a:lnTo>
                    <a:pt x="69897" y="289218"/>
                  </a:lnTo>
                  <a:lnTo>
                    <a:pt x="69421" y="288056"/>
                  </a:lnTo>
                  <a:lnTo>
                    <a:pt x="68745" y="286808"/>
                  </a:lnTo>
                  <a:lnTo>
                    <a:pt x="67844" y="284201"/>
                  </a:lnTo>
                  <a:lnTo>
                    <a:pt x="66767" y="281727"/>
                  </a:lnTo>
                  <a:lnTo>
                    <a:pt x="66216" y="280749"/>
                  </a:lnTo>
                  <a:lnTo>
                    <a:pt x="65841" y="280359"/>
                  </a:lnTo>
                  <a:lnTo>
                    <a:pt x="65515" y="278013"/>
                  </a:lnTo>
                  <a:lnTo>
                    <a:pt x="65265" y="277296"/>
                  </a:lnTo>
                  <a:lnTo>
                    <a:pt x="64714" y="277101"/>
                  </a:lnTo>
                  <a:lnTo>
                    <a:pt x="63587" y="276123"/>
                  </a:lnTo>
                  <a:lnTo>
                    <a:pt x="62535" y="277296"/>
                  </a:lnTo>
                  <a:lnTo>
                    <a:pt x="62511" y="275472"/>
                  </a:lnTo>
                  <a:lnTo>
                    <a:pt x="62812" y="274364"/>
                  </a:lnTo>
                  <a:lnTo>
                    <a:pt x="66445" y="265664"/>
                  </a:lnTo>
                  <a:lnTo>
                    <a:pt x="68275" y="261663"/>
                  </a:lnTo>
                  <a:lnTo>
                    <a:pt x="68472" y="261073"/>
                  </a:lnTo>
                  <a:lnTo>
                    <a:pt x="68632" y="260146"/>
                  </a:lnTo>
                  <a:lnTo>
                    <a:pt x="68758" y="258909"/>
                  </a:lnTo>
                  <a:lnTo>
                    <a:pt x="68342" y="257493"/>
                  </a:lnTo>
                  <a:lnTo>
                    <a:pt x="66628" y="250775"/>
                  </a:lnTo>
                  <a:lnTo>
                    <a:pt x="66032" y="249513"/>
                  </a:lnTo>
                  <a:lnTo>
                    <a:pt x="65449" y="248480"/>
                  </a:lnTo>
                  <a:lnTo>
                    <a:pt x="64778" y="245659"/>
                  </a:lnTo>
                  <a:lnTo>
                    <a:pt x="63975" y="239091"/>
                  </a:lnTo>
                  <a:lnTo>
                    <a:pt x="63397" y="235790"/>
                  </a:lnTo>
                  <a:lnTo>
                    <a:pt x="63222" y="233259"/>
                  </a:lnTo>
                  <a:lnTo>
                    <a:pt x="63258" y="230398"/>
                  </a:lnTo>
                  <a:lnTo>
                    <a:pt x="63044" y="228201"/>
                  </a:lnTo>
                  <a:lnTo>
                    <a:pt x="62579" y="226670"/>
                  </a:lnTo>
                  <a:lnTo>
                    <a:pt x="62579" y="221984"/>
                  </a:lnTo>
                  <a:lnTo>
                    <a:pt x="63044" y="214143"/>
                  </a:lnTo>
                  <a:lnTo>
                    <a:pt x="63159" y="208183"/>
                  </a:lnTo>
                  <a:lnTo>
                    <a:pt x="62924" y="204107"/>
                  </a:lnTo>
                  <a:lnTo>
                    <a:pt x="63338" y="201004"/>
                  </a:lnTo>
                  <a:lnTo>
                    <a:pt x="64403" y="198876"/>
                  </a:lnTo>
                  <a:lnTo>
                    <a:pt x="64997" y="195587"/>
                  </a:lnTo>
                  <a:lnTo>
                    <a:pt x="65121" y="191138"/>
                  </a:lnTo>
                  <a:lnTo>
                    <a:pt x="65759" y="187482"/>
                  </a:lnTo>
                  <a:lnTo>
                    <a:pt x="66910" y="184619"/>
                  </a:lnTo>
                  <a:lnTo>
                    <a:pt x="67302" y="181795"/>
                  </a:lnTo>
                  <a:lnTo>
                    <a:pt x="66936" y="179011"/>
                  </a:lnTo>
                  <a:lnTo>
                    <a:pt x="66818" y="177223"/>
                  </a:lnTo>
                  <a:lnTo>
                    <a:pt x="65840" y="175405"/>
                  </a:lnTo>
                  <a:lnTo>
                    <a:pt x="64034" y="174130"/>
                  </a:lnTo>
                  <a:lnTo>
                    <a:pt x="62534" y="173984"/>
                  </a:lnTo>
                  <a:lnTo>
                    <a:pt x="61629" y="175401"/>
                  </a:lnTo>
                  <a:lnTo>
                    <a:pt x="59311" y="176714"/>
                  </a:lnTo>
                  <a:lnTo>
                    <a:pt x="55578" y="177924"/>
                  </a:lnTo>
                  <a:lnTo>
                    <a:pt x="52572" y="177917"/>
                  </a:lnTo>
                  <a:lnTo>
                    <a:pt x="50293" y="176694"/>
                  </a:lnTo>
                  <a:lnTo>
                    <a:pt x="48559" y="177102"/>
                  </a:lnTo>
                  <a:lnTo>
                    <a:pt x="47371" y="179142"/>
                  </a:lnTo>
                  <a:lnTo>
                    <a:pt x="46535" y="179604"/>
                  </a:lnTo>
                  <a:lnTo>
                    <a:pt x="46050" y="178484"/>
                  </a:lnTo>
                  <a:lnTo>
                    <a:pt x="45525" y="178177"/>
                  </a:lnTo>
                  <a:lnTo>
                    <a:pt x="44729" y="178887"/>
                  </a:lnTo>
                  <a:lnTo>
                    <a:pt x="44592" y="178563"/>
                  </a:lnTo>
                  <a:lnTo>
                    <a:pt x="42825" y="173050"/>
                  </a:lnTo>
                  <a:lnTo>
                    <a:pt x="41189" y="167941"/>
                  </a:lnTo>
                  <a:lnTo>
                    <a:pt x="39312" y="161858"/>
                  </a:lnTo>
                  <a:lnTo>
                    <a:pt x="37145" y="154835"/>
                  </a:lnTo>
                  <a:lnTo>
                    <a:pt x="36757" y="154372"/>
                  </a:lnTo>
                  <a:lnTo>
                    <a:pt x="36088" y="154418"/>
                  </a:lnTo>
                  <a:lnTo>
                    <a:pt x="35203" y="154539"/>
                  </a:lnTo>
                  <a:lnTo>
                    <a:pt x="33824" y="153810"/>
                  </a:lnTo>
                  <a:lnTo>
                    <a:pt x="32880" y="152790"/>
                  </a:lnTo>
                  <a:lnTo>
                    <a:pt x="32143" y="151803"/>
                  </a:lnTo>
                  <a:lnTo>
                    <a:pt x="30786" y="150555"/>
                  </a:lnTo>
                  <a:lnTo>
                    <a:pt x="29854" y="150340"/>
                  </a:lnTo>
                  <a:lnTo>
                    <a:pt x="29019" y="150708"/>
                  </a:lnTo>
                  <a:lnTo>
                    <a:pt x="26718" y="153165"/>
                  </a:lnTo>
                  <a:lnTo>
                    <a:pt x="25408" y="153393"/>
                  </a:lnTo>
                  <a:lnTo>
                    <a:pt x="24395" y="153438"/>
                  </a:lnTo>
                  <a:lnTo>
                    <a:pt x="21678" y="152222"/>
                  </a:lnTo>
                  <a:lnTo>
                    <a:pt x="19818" y="152028"/>
                  </a:lnTo>
                  <a:lnTo>
                    <a:pt x="17656" y="152829"/>
                  </a:lnTo>
                  <a:lnTo>
                    <a:pt x="16732" y="153287"/>
                  </a:lnTo>
                  <a:lnTo>
                    <a:pt x="15438" y="152037"/>
                  </a:lnTo>
                  <a:lnTo>
                    <a:pt x="14556" y="150138"/>
                  </a:lnTo>
                  <a:lnTo>
                    <a:pt x="13734" y="145622"/>
                  </a:lnTo>
                  <a:lnTo>
                    <a:pt x="13155" y="142060"/>
                  </a:lnTo>
                  <a:lnTo>
                    <a:pt x="12148" y="141343"/>
                  </a:lnTo>
                  <a:lnTo>
                    <a:pt x="11032" y="140735"/>
                  </a:lnTo>
                  <a:lnTo>
                    <a:pt x="10483" y="139560"/>
                  </a:lnTo>
                  <a:lnTo>
                    <a:pt x="10154" y="137509"/>
                  </a:lnTo>
                  <a:lnTo>
                    <a:pt x="10075" y="134880"/>
                  </a:lnTo>
                  <a:lnTo>
                    <a:pt x="10189" y="130604"/>
                  </a:lnTo>
                  <a:lnTo>
                    <a:pt x="10295" y="129070"/>
                  </a:lnTo>
                  <a:lnTo>
                    <a:pt x="10448" y="124453"/>
                  </a:lnTo>
                  <a:lnTo>
                    <a:pt x="11066" y="122042"/>
                  </a:lnTo>
                  <a:lnTo>
                    <a:pt x="11453" y="120872"/>
                  </a:lnTo>
                  <a:lnTo>
                    <a:pt x="11378" y="118937"/>
                  </a:lnTo>
                  <a:lnTo>
                    <a:pt x="11081" y="114970"/>
                  </a:lnTo>
                  <a:lnTo>
                    <a:pt x="10783" y="112165"/>
                  </a:lnTo>
                  <a:lnTo>
                    <a:pt x="9544" y="108982"/>
                  </a:lnTo>
                  <a:lnTo>
                    <a:pt x="7957" y="104907"/>
                  </a:lnTo>
                  <a:lnTo>
                    <a:pt x="7275" y="98386"/>
                  </a:lnTo>
                  <a:lnTo>
                    <a:pt x="6470" y="90682"/>
                  </a:lnTo>
                  <a:lnTo>
                    <a:pt x="5837" y="89909"/>
                  </a:lnTo>
                  <a:lnTo>
                    <a:pt x="5243" y="90296"/>
                  </a:lnTo>
                  <a:lnTo>
                    <a:pt x="4610" y="89909"/>
                  </a:lnTo>
                  <a:lnTo>
                    <a:pt x="4053" y="86813"/>
                  </a:lnTo>
                  <a:lnTo>
                    <a:pt x="3495" y="86233"/>
                  </a:lnTo>
                  <a:lnTo>
                    <a:pt x="2605" y="87319"/>
                  </a:lnTo>
                  <a:lnTo>
                    <a:pt x="1965" y="88166"/>
                  </a:lnTo>
                  <a:lnTo>
                    <a:pt x="334" y="88941"/>
                  </a:lnTo>
                  <a:lnTo>
                    <a:pt x="0" y="88166"/>
                  </a:lnTo>
                  <a:lnTo>
                    <a:pt x="112" y="87199"/>
                  </a:lnTo>
                  <a:lnTo>
                    <a:pt x="801" y="84387"/>
                  </a:lnTo>
                  <a:lnTo>
                    <a:pt x="1611" y="80795"/>
                  </a:lnTo>
                  <a:lnTo>
                    <a:pt x="2554" y="77514"/>
                  </a:lnTo>
                  <a:lnTo>
                    <a:pt x="3431" y="74158"/>
                  </a:lnTo>
                  <a:lnTo>
                    <a:pt x="4084" y="70584"/>
                  </a:lnTo>
                  <a:lnTo>
                    <a:pt x="4528" y="63475"/>
                  </a:lnTo>
                  <a:lnTo>
                    <a:pt x="4835" y="58569"/>
                  </a:lnTo>
                  <a:lnTo>
                    <a:pt x="5642" y="49838"/>
                  </a:lnTo>
                  <a:lnTo>
                    <a:pt x="7120" y="42866"/>
                  </a:lnTo>
                  <a:lnTo>
                    <a:pt x="7677" y="39656"/>
                  </a:lnTo>
                  <a:lnTo>
                    <a:pt x="9015" y="35480"/>
                  </a:lnTo>
                  <a:lnTo>
                    <a:pt x="9631" y="33212"/>
                  </a:lnTo>
                  <a:lnTo>
                    <a:pt x="10448" y="31429"/>
                  </a:lnTo>
                  <a:lnTo>
                    <a:pt x="12692" y="29000"/>
                  </a:lnTo>
                  <a:lnTo>
                    <a:pt x="15374" y="17018"/>
                  </a:lnTo>
                  <a:lnTo>
                    <a:pt x="15989" y="15113"/>
                  </a:lnTo>
                  <a:lnTo>
                    <a:pt x="18699" y="13327"/>
                  </a:lnTo>
                  <a:lnTo>
                    <a:pt x="20781" y="11932"/>
                  </a:lnTo>
                  <a:lnTo>
                    <a:pt x="22325" y="10470"/>
                  </a:lnTo>
                  <a:lnTo>
                    <a:pt x="22831" y="9695"/>
                  </a:lnTo>
                  <a:lnTo>
                    <a:pt x="23238" y="9336"/>
                  </a:lnTo>
                  <a:lnTo>
                    <a:pt x="22901" y="10724"/>
                  </a:lnTo>
                  <a:lnTo>
                    <a:pt x="22161" y="12490"/>
                  </a:lnTo>
                  <a:lnTo>
                    <a:pt x="21323" y="13566"/>
                  </a:lnTo>
                  <a:lnTo>
                    <a:pt x="17005" y="16267"/>
                  </a:lnTo>
                  <a:lnTo>
                    <a:pt x="16564" y="16840"/>
                  </a:lnTo>
                  <a:lnTo>
                    <a:pt x="16003" y="17964"/>
                  </a:lnTo>
                  <a:lnTo>
                    <a:pt x="15999" y="20538"/>
                  </a:lnTo>
                  <a:lnTo>
                    <a:pt x="16116" y="22558"/>
                  </a:lnTo>
                  <a:lnTo>
                    <a:pt x="17386" y="29181"/>
                  </a:lnTo>
                  <a:lnTo>
                    <a:pt x="17882" y="30814"/>
                  </a:lnTo>
                  <a:lnTo>
                    <a:pt x="19583" y="34405"/>
                  </a:lnTo>
                  <a:lnTo>
                    <a:pt x="19196" y="34901"/>
                  </a:lnTo>
                  <a:lnTo>
                    <a:pt x="18569" y="34962"/>
                  </a:lnTo>
                  <a:lnTo>
                    <a:pt x="19029" y="39666"/>
                  </a:lnTo>
                  <a:lnTo>
                    <a:pt x="20073" y="42895"/>
                  </a:lnTo>
                  <a:lnTo>
                    <a:pt x="20120" y="44929"/>
                  </a:lnTo>
                  <a:lnTo>
                    <a:pt x="19319" y="51241"/>
                  </a:lnTo>
                  <a:lnTo>
                    <a:pt x="17858" y="55017"/>
                  </a:lnTo>
                  <a:lnTo>
                    <a:pt x="16822" y="59412"/>
                  </a:lnTo>
                  <a:lnTo>
                    <a:pt x="16016" y="61161"/>
                  </a:lnTo>
                  <a:lnTo>
                    <a:pt x="14232" y="69803"/>
                  </a:lnTo>
                  <a:lnTo>
                    <a:pt x="15590" y="74947"/>
                  </a:lnTo>
                  <a:lnTo>
                    <a:pt x="15783" y="77556"/>
                  </a:lnTo>
                  <a:lnTo>
                    <a:pt x="16955" y="81267"/>
                  </a:lnTo>
                  <a:lnTo>
                    <a:pt x="17720" y="82484"/>
                  </a:lnTo>
                  <a:lnTo>
                    <a:pt x="18230" y="83982"/>
                  </a:lnTo>
                  <a:lnTo>
                    <a:pt x="17996" y="86516"/>
                  </a:lnTo>
                  <a:lnTo>
                    <a:pt x="18464" y="89947"/>
                  </a:lnTo>
                  <a:lnTo>
                    <a:pt x="19071" y="91760"/>
                  </a:lnTo>
                  <a:lnTo>
                    <a:pt x="19834" y="92486"/>
                  </a:lnTo>
                  <a:lnTo>
                    <a:pt x="20775" y="92476"/>
                  </a:lnTo>
                  <a:lnTo>
                    <a:pt x="23486" y="90190"/>
                  </a:lnTo>
                  <a:lnTo>
                    <a:pt x="24128" y="89162"/>
                  </a:lnTo>
                  <a:lnTo>
                    <a:pt x="24537" y="87329"/>
                  </a:lnTo>
                  <a:lnTo>
                    <a:pt x="25894" y="83613"/>
                  </a:lnTo>
                  <a:lnTo>
                    <a:pt x="25978" y="78809"/>
                  </a:lnTo>
                  <a:lnTo>
                    <a:pt x="26271" y="73047"/>
                  </a:lnTo>
                  <a:lnTo>
                    <a:pt x="25941" y="69282"/>
                  </a:lnTo>
                  <a:lnTo>
                    <a:pt x="24516" y="63922"/>
                  </a:lnTo>
                  <a:lnTo>
                    <a:pt x="23891" y="60110"/>
                  </a:lnTo>
                  <a:lnTo>
                    <a:pt x="22479" y="56560"/>
                  </a:lnTo>
                  <a:lnTo>
                    <a:pt x="21614" y="50488"/>
                  </a:lnTo>
                  <a:lnTo>
                    <a:pt x="21257" y="48598"/>
                  </a:lnTo>
                  <a:lnTo>
                    <a:pt x="20988" y="45979"/>
                  </a:lnTo>
                  <a:lnTo>
                    <a:pt x="20684" y="41344"/>
                  </a:lnTo>
                  <a:lnTo>
                    <a:pt x="21632" y="39661"/>
                  </a:lnTo>
                  <a:lnTo>
                    <a:pt x="21537" y="35864"/>
                  </a:lnTo>
                  <a:lnTo>
                    <a:pt x="23867" y="34819"/>
                  </a:lnTo>
                  <a:lnTo>
                    <a:pt x="28907" y="28645"/>
                  </a:lnTo>
                  <a:lnTo>
                    <a:pt x="32029" y="27081"/>
                  </a:lnTo>
                  <a:lnTo>
                    <a:pt x="35584" y="23783"/>
                  </a:lnTo>
                  <a:lnTo>
                    <a:pt x="36408" y="22156"/>
                  </a:lnTo>
                  <a:lnTo>
                    <a:pt x="37122" y="19446"/>
                  </a:lnTo>
                  <a:lnTo>
                    <a:pt x="37673" y="19134"/>
                  </a:lnTo>
                  <a:lnTo>
                    <a:pt x="39526" y="21675"/>
                  </a:lnTo>
                  <a:lnTo>
                    <a:pt x="40441" y="20792"/>
                  </a:lnTo>
                  <a:lnTo>
                    <a:pt x="40803" y="18810"/>
                  </a:lnTo>
                  <a:lnTo>
                    <a:pt x="40299" y="14946"/>
                  </a:lnTo>
                  <a:lnTo>
                    <a:pt x="39236" y="14944"/>
                  </a:lnTo>
                  <a:lnTo>
                    <a:pt x="36038" y="16348"/>
                  </a:lnTo>
                  <a:lnTo>
                    <a:pt x="35725" y="14686"/>
                  </a:lnTo>
                  <a:lnTo>
                    <a:pt x="35726" y="13232"/>
                  </a:lnTo>
                  <a:lnTo>
                    <a:pt x="34971" y="8623"/>
                  </a:lnTo>
                  <a:lnTo>
                    <a:pt x="35441" y="5152"/>
                  </a:lnTo>
                  <a:lnTo>
                    <a:pt x="35922" y="2348"/>
                  </a:lnTo>
                  <a:lnTo>
                    <a:pt x="36839" y="1219"/>
                  </a:lnTo>
                  <a:lnTo>
                    <a:pt x="38179" y="0"/>
                  </a:lnTo>
                  <a:lnTo>
                    <a:pt x="39197" y="1869"/>
                  </a:lnTo>
                  <a:lnTo>
                    <a:pt x="39813" y="3654"/>
                  </a:lnTo>
                  <a:lnTo>
                    <a:pt x="40148" y="5386"/>
                  </a:lnTo>
                  <a:lnTo>
                    <a:pt x="40376" y="10076"/>
                  </a:lnTo>
                  <a:lnTo>
                    <a:pt x="40922" y="14829"/>
                  </a:lnTo>
                  <a:lnTo>
                    <a:pt x="41496" y="18133"/>
                  </a:lnTo>
                  <a:lnTo>
                    <a:pt x="42408" y="20623"/>
                  </a:lnTo>
                  <a:lnTo>
                    <a:pt x="43109" y="20460"/>
                  </a:lnTo>
                  <a:lnTo>
                    <a:pt x="43610" y="20045"/>
                  </a:lnTo>
                  <a:lnTo>
                    <a:pt x="46939" y="19485"/>
                  </a:lnTo>
                  <a:lnTo>
                    <a:pt x="48960" y="21182"/>
                  </a:lnTo>
                  <a:lnTo>
                    <a:pt x="51533" y="22047"/>
                  </a:lnTo>
                  <a:lnTo>
                    <a:pt x="53938" y="25663"/>
                  </a:lnTo>
                  <a:lnTo>
                    <a:pt x="56409" y="30048"/>
                  </a:lnTo>
                  <a:lnTo>
                    <a:pt x="57038" y="33244"/>
                  </a:lnTo>
                  <a:lnTo>
                    <a:pt x="57247" y="36302"/>
                  </a:lnTo>
                  <a:lnTo>
                    <a:pt x="57846" y="38350"/>
                  </a:lnTo>
                  <a:lnTo>
                    <a:pt x="57248" y="40456"/>
                  </a:lnTo>
                  <a:lnTo>
                    <a:pt x="57571" y="43984"/>
                  </a:lnTo>
                  <a:lnTo>
                    <a:pt x="58277" y="47536"/>
                  </a:lnTo>
                  <a:lnTo>
                    <a:pt x="59346" y="49794"/>
                  </a:lnTo>
                  <a:lnTo>
                    <a:pt x="62393" y="50405"/>
                  </a:lnTo>
                  <a:lnTo>
                    <a:pt x="65689" y="48878"/>
                  </a:lnTo>
                  <a:lnTo>
                    <a:pt x="70777" y="47499"/>
                  </a:lnTo>
                  <a:lnTo>
                    <a:pt x="72415" y="46310"/>
                  </a:lnTo>
                  <a:lnTo>
                    <a:pt x="80839" y="45672"/>
                  </a:lnTo>
                  <a:lnTo>
                    <a:pt x="82444" y="47375"/>
                  </a:lnTo>
                  <a:lnTo>
                    <a:pt x="82600" y="49074"/>
                  </a:lnTo>
                  <a:lnTo>
                    <a:pt x="82619" y="50379"/>
                  </a:lnTo>
                  <a:lnTo>
                    <a:pt x="85330" y="56737"/>
                  </a:lnTo>
                  <a:lnTo>
                    <a:pt x="87554" y="57603"/>
                  </a:lnTo>
                  <a:lnTo>
                    <a:pt x="89445" y="59643"/>
                  </a:lnTo>
                  <a:lnTo>
                    <a:pt x="91398" y="60738"/>
                  </a:lnTo>
                  <a:lnTo>
                    <a:pt x="93536" y="62283"/>
                  </a:lnTo>
                  <a:lnTo>
                    <a:pt x="94737" y="62089"/>
                  </a:lnTo>
                  <a:lnTo>
                    <a:pt x="95637" y="61546"/>
                  </a:lnTo>
                  <a:lnTo>
                    <a:pt x="96699" y="61455"/>
                  </a:lnTo>
                  <a:lnTo>
                    <a:pt x="104219" y="50826"/>
                  </a:lnTo>
                  <a:lnTo>
                    <a:pt x="108246" y="51100"/>
                  </a:lnTo>
                  <a:lnTo>
                    <a:pt x="108866" y="50409"/>
                  </a:lnTo>
                  <a:lnTo>
                    <a:pt x="109402" y="49478"/>
                  </a:lnTo>
                  <a:lnTo>
                    <a:pt x="107916" y="47861"/>
                  </a:lnTo>
                  <a:lnTo>
                    <a:pt x="104564" y="47238"/>
                  </a:lnTo>
                  <a:lnTo>
                    <a:pt x="103546" y="48321"/>
                  </a:lnTo>
                  <a:lnTo>
                    <a:pt x="102971" y="45586"/>
                  </a:lnTo>
                  <a:lnTo>
                    <a:pt x="104064" y="45659"/>
                  </a:lnTo>
                  <a:lnTo>
                    <a:pt x="107794" y="44740"/>
                  </a:lnTo>
                  <a:lnTo>
                    <a:pt x="112071" y="45346"/>
                  </a:lnTo>
                  <a:lnTo>
                    <a:pt x="115556" y="43398"/>
                  </a:lnTo>
                  <a:lnTo>
                    <a:pt x="117309" y="43075"/>
                  </a:lnTo>
                  <a:lnTo>
                    <a:pt x="118317" y="43460"/>
                  </a:lnTo>
                  <a:lnTo>
                    <a:pt x="121093" y="42198"/>
                  </a:lnTo>
                  <a:lnTo>
                    <a:pt x="126317" y="43682"/>
                  </a:lnTo>
                  <a:lnTo>
                    <a:pt x="130436" y="42457"/>
                  </a:lnTo>
                  <a:lnTo>
                    <a:pt x="129961" y="44218"/>
                  </a:lnTo>
                  <a:lnTo>
                    <a:pt x="128609" y="45284"/>
                  </a:lnTo>
                  <a:lnTo>
                    <a:pt x="126423" y="45620"/>
                  </a:lnTo>
                  <a:lnTo>
                    <a:pt x="124753" y="48194"/>
                  </a:lnTo>
                  <a:lnTo>
                    <a:pt x="121192" y="47718"/>
                  </a:lnTo>
                  <a:lnTo>
                    <a:pt x="118694" y="48649"/>
                  </a:lnTo>
                  <a:lnTo>
                    <a:pt x="119496" y="49366"/>
                  </a:lnTo>
                  <a:lnTo>
                    <a:pt x="119495" y="52005"/>
                  </a:lnTo>
                  <a:lnTo>
                    <a:pt x="119837" y="52537"/>
                  </a:lnTo>
                  <a:lnTo>
                    <a:pt x="120197" y="52557"/>
                  </a:lnTo>
                  <a:lnTo>
                    <a:pt x="121048" y="54512"/>
                  </a:lnTo>
                  <a:lnTo>
                    <a:pt x="121280" y="55791"/>
                  </a:lnTo>
                  <a:lnTo>
                    <a:pt x="121555" y="58486"/>
                  </a:lnTo>
                  <a:lnTo>
                    <a:pt x="121180" y="61396"/>
                  </a:lnTo>
                  <a:lnTo>
                    <a:pt x="120658" y="62695"/>
                  </a:lnTo>
                  <a:lnTo>
                    <a:pt x="121674" y="62266"/>
                  </a:lnTo>
                  <a:lnTo>
                    <a:pt x="122249" y="60898"/>
                  </a:lnTo>
                  <a:lnTo>
                    <a:pt x="122165" y="59525"/>
                  </a:lnTo>
                  <a:lnTo>
                    <a:pt x="122249" y="57933"/>
                  </a:lnTo>
                  <a:lnTo>
                    <a:pt x="122819" y="58431"/>
                  </a:lnTo>
                  <a:lnTo>
                    <a:pt x="123218" y="59150"/>
                  </a:lnTo>
                  <a:lnTo>
                    <a:pt x="124515" y="66765"/>
                  </a:lnTo>
                  <a:lnTo>
                    <a:pt x="125430" y="70764"/>
                  </a:lnTo>
                  <a:lnTo>
                    <a:pt x="125664" y="70613"/>
                  </a:lnTo>
                  <a:lnTo>
                    <a:pt x="125881" y="70471"/>
                  </a:lnTo>
                  <a:lnTo>
                    <a:pt x="126153" y="69705"/>
                  </a:lnTo>
                  <a:lnTo>
                    <a:pt x="126557" y="67824"/>
                  </a:lnTo>
                  <a:lnTo>
                    <a:pt x="126906" y="69017"/>
                  </a:lnTo>
                  <a:lnTo>
                    <a:pt x="127115" y="69474"/>
                  </a:lnTo>
                  <a:lnTo>
                    <a:pt x="127326" y="69620"/>
                  </a:lnTo>
                  <a:lnTo>
                    <a:pt x="127134" y="67915"/>
                  </a:lnTo>
                  <a:lnTo>
                    <a:pt x="127394" y="65730"/>
                  </a:lnTo>
                  <a:lnTo>
                    <a:pt x="127304" y="64967"/>
                  </a:lnTo>
                  <a:lnTo>
                    <a:pt x="127710" y="64801"/>
                  </a:lnTo>
                  <a:lnTo>
                    <a:pt x="128193" y="65091"/>
                  </a:lnTo>
                  <a:lnTo>
                    <a:pt x="128881" y="65693"/>
                  </a:lnTo>
                  <a:lnTo>
                    <a:pt x="130106" y="68197"/>
                  </a:lnTo>
                  <a:lnTo>
                    <a:pt x="130916" y="70793"/>
                  </a:lnTo>
                  <a:lnTo>
                    <a:pt x="130985" y="72242"/>
                  </a:lnTo>
                  <a:lnTo>
                    <a:pt x="131278" y="73055"/>
                  </a:lnTo>
                  <a:lnTo>
                    <a:pt x="131808" y="73912"/>
                  </a:lnTo>
                  <a:lnTo>
                    <a:pt x="132067" y="75251"/>
                  </a:lnTo>
                  <a:lnTo>
                    <a:pt x="132114" y="73145"/>
                  </a:lnTo>
                  <a:lnTo>
                    <a:pt x="131803" y="71610"/>
                  </a:lnTo>
                  <a:lnTo>
                    <a:pt x="131726" y="69855"/>
                  </a:lnTo>
                  <a:lnTo>
                    <a:pt x="133322" y="69777"/>
                  </a:lnTo>
                  <a:lnTo>
                    <a:pt x="133737" y="67470"/>
                  </a:lnTo>
                  <a:lnTo>
                    <a:pt x="134606" y="68860"/>
                  </a:lnTo>
                  <a:lnTo>
                    <a:pt x="136910" y="75197"/>
                  </a:lnTo>
                  <a:lnTo>
                    <a:pt x="137762" y="76244"/>
                  </a:lnTo>
                  <a:lnTo>
                    <a:pt x="140272" y="77460"/>
                  </a:lnTo>
                  <a:lnTo>
                    <a:pt x="141853" y="80508"/>
                  </a:lnTo>
                  <a:lnTo>
                    <a:pt x="142780" y="83243"/>
                  </a:lnTo>
                  <a:lnTo>
                    <a:pt x="142229" y="86112"/>
                  </a:lnTo>
                  <a:lnTo>
                    <a:pt x="140752" y="87544"/>
                  </a:lnTo>
                  <a:lnTo>
                    <a:pt x="140161" y="89335"/>
                  </a:lnTo>
                  <a:lnTo>
                    <a:pt x="139821" y="91092"/>
                  </a:lnTo>
                  <a:lnTo>
                    <a:pt x="139815" y="92861"/>
                  </a:lnTo>
                  <a:lnTo>
                    <a:pt x="139368" y="94914"/>
                  </a:lnTo>
                  <a:lnTo>
                    <a:pt x="139301" y="95637"/>
                  </a:lnTo>
                  <a:lnTo>
                    <a:pt x="139034" y="98531"/>
                  </a:lnTo>
                  <a:lnTo>
                    <a:pt x="138426" y="102017"/>
                  </a:lnTo>
                  <a:lnTo>
                    <a:pt x="137616" y="105712"/>
                  </a:lnTo>
                  <a:lnTo>
                    <a:pt x="133398" y="105797"/>
                  </a:lnTo>
                  <a:lnTo>
                    <a:pt x="134440" y="107314"/>
                  </a:lnTo>
                  <a:lnTo>
                    <a:pt x="135398" y="108421"/>
                  </a:lnTo>
                  <a:lnTo>
                    <a:pt x="136971" y="111325"/>
                  </a:lnTo>
                  <a:lnTo>
                    <a:pt x="138223" y="109044"/>
                  </a:lnTo>
                  <a:lnTo>
                    <a:pt x="140015" y="108881"/>
                  </a:lnTo>
                  <a:lnTo>
                    <a:pt x="141954" y="106349"/>
                  </a:lnTo>
                  <a:lnTo>
                    <a:pt x="142683" y="105955"/>
                  </a:lnTo>
                  <a:lnTo>
                    <a:pt x="146311" y="107281"/>
                  </a:lnTo>
                  <a:lnTo>
                    <a:pt x="147186" y="105419"/>
                  </a:lnTo>
                  <a:lnTo>
                    <a:pt x="147915" y="104873"/>
                  </a:lnTo>
                  <a:lnTo>
                    <a:pt x="149877" y="1052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6"/>
            <p:cNvSpPr/>
            <p:nvPr/>
          </p:nvSpPr>
          <p:spPr>
            <a:xfrm>
              <a:off x="2433969" y="3089000"/>
              <a:ext cx="1702" cy="1393"/>
            </a:xfrm>
            <a:custGeom>
              <a:avLst/>
              <a:pathLst>
                <a:path w="1702" h="1393">
                  <a:moveTo>
                    <a:pt x="1152" y="1284"/>
                  </a:moveTo>
                  <a:lnTo>
                    <a:pt x="264" y="1393"/>
                  </a:lnTo>
                  <a:lnTo>
                    <a:pt x="0" y="1022"/>
                  </a:lnTo>
                  <a:lnTo>
                    <a:pt x="501" y="111"/>
                  </a:lnTo>
                  <a:lnTo>
                    <a:pt x="1430" y="0"/>
                  </a:lnTo>
                  <a:lnTo>
                    <a:pt x="1702" y="24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7"/>
            <p:cNvSpPr/>
            <p:nvPr/>
          </p:nvSpPr>
          <p:spPr>
            <a:xfrm>
              <a:off x="2436823" y="3086896"/>
              <a:ext cx="1352" cy="1774"/>
            </a:xfrm>
            <a:custGeom>
              <a:avLst/>
              <a:pathLst>
                <a:path w="1352" h="1774">
                  <a:moveTo>
                    <a:pt x="551" y="1562"/>
                  </a:moveTo>
                  <a:lnTo>
                    <a:pt x="256" y="1774"/>
                  </a:lnTo>
                  <a:lnTo>
                    <a:pt x="64" y="1728"/>
                  </a:lnTo>
                  <a:lnTo>
                    <a:pt x="0" y="1302"/>
                  </a:lnTo>
                  <a:lnTo>
                    <a:pt x="200" y="129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8"/>
            <p:cNvSpPr/>
            <p:nvPr/>
          </p:nvSpPr>
          <p:spPr>
            <a:xfrm>
              <a:off x="2437190" y="3079946"/>
              <a:ext cx="1465" cy="1328"/>
            </a:xfrm>
            <a:custGeom>
              <a:avLst/>
              <a:pathLst>
                <a:path w="1465" h="1328">
                  <a:moveTo>
                    <a:pt x="1402" y="357"/>
                  </a:moveTo>
                  <a:lnTo>
                    <a:pt x="1465" y="1328"/>
                  </a:lnTo>
                  <a:lnTo>
                    <a:pt x="817" y="649"/>
                  </a:lnTo>
                  <a:lnTo>
                    <a:pt x="318" y="593"/>
                  </a:lnTo>
                  <a:lnTo>
                    <a:pt x="113" y="416"/>
                  </a:lnTo>
                  <a:lnTo>
                    <a:pt x="0" y="44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89"/>
            <p:cNvSpPr/>
            <p:nvPr/>
          </p:nvSpPr>
          <p:spPr>
            <a:xfrm>
              <a:off x="2431766" y="3108264"/>
              <a:ext cx="3504" cy="2737"/>
            </a:xfrm>
            <a:custGeom>
              <a:avLst/>
              <a:pathLst>
                <a:path w="3504" h="2737">
                  <a:moveTo>
                    <a:pt x="1402" y="0"/>
                  </a:moveTo>
                  <a:lnTo>
                    <a:pt x="2353" y="1304"/>
                  </a:lnTo>
                  <a:lnTo>
                    <a:pt x="3504" y="1304"/>
                  </a:lnTo>
                  <a:lnTo>
                    <a:pt x="2303" y="2607"/>
                  </a:lnTo>
                  <a:lnTo>
                    <a:pt x="0" y="2737"/>
                  </a:lnTo>
                  <a:lnTo>
                    <a:pt x="49" y="65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0"/>
            <p:cNvSpPr/>
            <p:nvPr/>
          </p:nvSpPr>
          <p:spPr>
            <a:xfrm>
              <a:off x="2432918" y="3091196"/>
              <a:ext cx="1452" cy="1302"/>
            </a:xfrm>
            <a:custGeom>
              <a:avLst/>
              <a:pathLst>
                <a:path w="1452" h="1302">
                  <a:moveTo>
                    <a:pt x="1452" y="520"/>
                  </a:moveTo>
                  <a:lnTo>
                    <a:pt x="700" y="1302"/>
                  </a:lnTo>
                  <a:lnTo>
                    <a:pt x="194" y="1193"/>
                  </a:lnTo>
                  <a:lnTo>
                    <a:pt x="0" y="91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1"/>
            <p:cNvSpPr/>
            <p:nvPr/>
          </p:nvSpPr>
          <p:spPr>
            <a:xfrm>
              <a:off x="2430238" y="3090805"/>
              <a:ext cx="2028" cy="1888"/>
            </a:xfrm>
            <a:custGeom>
              <a:avLst/>
              <a:pathLst>
                <a:path w="2028" h="1888">
                  <a:moveTo>
                    <a:pt x="2028" y="1628"/>
                  </a:moveTo>
                  <a:lnTo>
                    <a:pt x="1177" y="1888"/>
                  </a:lnTo>
                  <a:lnTo>
                    <a:pt x="0" y="520"/>
                  </a:lnTo>
                  <a:lnTo>
                    <a:pt x="926" y="0"/>
                  </a:lnTo>
                  <a:lnTo>
                    <a:pt x="1527" y="32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2"/>
            <p:cNvSpPr/>
            <p:nvPr/>
          </p:nvSpPr>
          <p:spPr>
            <a:xfrm>
              <a:off x="4378740" y="3375032"/>
              <a:ext cx="1029" cy="2536"/>
            </a:xfrm>
            <a:custGeom>
              <a:avLst/>
              <a:pathLst>
                <a:path w="1029" h="2536">
                  <a:moveTo>
                    <a:pt x="562" y="2468"/>
                  </a:moveTo>
                  <a:lnTo>
                    <a:pt x="241" y="2536"/>
                  </a:lnTo>
                  <a:lnTo>
                    <a:pt x="0" y="1933"/>
                  </a:lnTo>
                  <a:lnTo>
                    <a:pt x="1029" y="0"/>
                  </a:lnTo>
                  <a:lnTo>
                    <a:pt x="925" y="1281"/>
                  </a:lnTo>
                  <a:lnTo>
                    <a:pt x="960" y="1927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3"/>
            <p:cNvSpPr/>
            <p:nvPr/>
          </p:nvSpPr>
          <p:spPr>
            <a:xfrm>
              <a:off x="4347870" y="3325922"/>
              <a:ext cx="2651" cy="11795"/>
            </a:xfrm>
            <a:custGeom>
              <a:avLst/>
              <a:pathLst>
                <a:path w="2651" h="11795">
                  <a:moveTo>
                    <a:pt x="2435" y="1109"/>
                  </a:moveTo>
                  <a:lnTo>
                    <a:pt x="2651" y="2578"/>
                  </a:lnTo>
                  <a:lnTo>
                    <a:pt x="2569" y="6013"/>
                  </a:lnTo>
                  <a:lnTo>
                    <a:pt x="2126" y="9385"/>
                  </a:lnTo>
                  <a:lnTo>
                    <a:pt x="2257" y="10854"/>
                  </a:lnTo>
                  <a:lnTo>
                    <a:pt x="1918" y="11795"/>
                  </a:lnTo>
                  <a:lnTo>
                    <a:pt x="1165" y="5479"/>
                  </a:lnTo>
                  <a:lnTo>
                    <a:pt x="209" y="2747"/>
                  </a:lnTo>
                  <a:lnTo>
                    <a:pt x="0" y="1692"/>
                  </a:lnTo>
                  <a:lnTo>
                    <a:pt x="555" y="1768"/>
                  </a:lnTo>
                  <a:lnTo>
                    <a:pt x="1548" y="41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4"/>
            <p:cNvSpPr/>
            <p:nvPr/>
          </p:nvSpPr>
          <p:spPr>
            <a:xfrm>
              <a:off x="4384530" y="3325395"/>
              <a:ext cx="1328" cy="3239"/>
            </a:xfrm>
            <a:custGeom>
              <a:avLst/>
              <a:pathLst>
                <a:path w="1328" h="3239">
                  <a:moveTo>
                    <a:pt x="1019" y="1448"/>
                  </a:moveTo>
                  <a:lnTo>
                    <a:pt x="66" y="3239"/>
                  </a:lnTo>
                  <a:lnTo>
                    <a:pt x="0" y="1734"/>
                  </a:lnTo>
                  <a:lnTo>
                    <a:pt x="828" y="764"/>
                  </a:lnTo>
                  <a:lnTo>
                    <a:pt x="1120" y="0"/>
                  </a:lnTo>
                  <a:lnTo>
                    <a:pt x="1328" y="1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5"/>
            <p:cNvSpPr/>
            <p:nvPr/>
          </p:nvSpPr>
          <p:spPr>
            <a:xfrm>
              <a:off x="4382631" y="3017469"/>
              <a:ext cx="1746" cy="3663"/>
            </a:xfrm>
            <a:custGeom>
              <a:avLst/>
              <a:pathLst>
                <a:path w="1746" h="3663">
                  <a:moveTo>
                    <a:pt x="1370" y="3546"/>
                  </a:moveTo>
                  <a:lnTo>
                    <a:pt x="901" y="3663"/>
                  </a:lnTo>
                  <a:lnTo>
                    <a:pt x="0" y="1265"/>
                  </a:lnTo>
                  <a:lnTo>
                    <a:pt x="485" y="0"/>
                  </a:lnTo>
                  <a:lnTo>
                    <a:pt x="1511" y="893"/>
                  </a:lnTo>
                  <a:lnTo>
                    <a:pt x="1746" y="1470"/>
                  </a:lnTo>
                  <a:lnTo>
                    <a:pt x="1741" y="1988"/>
                  </a:lnTo>
                  <a:lnTo>
                    <a:pt x="1494" y="313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6"/>
            <p:cNvSpPr/>
            <p:nvPr/>
          </p:nvSpPr>
          <p:spPr>
            <a:xfrm>
              <a:off x="4381027" y="3015670"/>
              <a:ext cx="1092" cy="3887"/>
            </a:xfrm>
            <a:custGeom>
              <a:avLst/>
              <a:pathLst>
                <a:path w="1092" h="3887">
                  <a:moveTo>
                    <a:pt x="1092" y="3315"/>
                  </a:moveTo>
                  <a:lnTo>
                    <a:pt x="961" y="3887"/>
                  </a:lnTo>
                  <a:lnTo>
                    <a:pt x="382" y="2487"/>
                  </a:lnTo>
                  <a:lnTo>
                    <a:pt x="0" y="1882"/>
                  </a:lnTo>
                  <a:lnTo>
                    <a:pt x="293" y="0"/>
                  </a:lnTo>
                  <a:lnTo>
                    <a:pt x="972" y="205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7"/>
            <p:cNvSpPr/>
            <p:nvPr/>
          </p:nvSpPr>
          <p:spPr>
            <a:xfrm>
              <a:off x="4388179" y="3012534"/>
              <a:ext cx="1726" cy="3944"/>
            </a:xfrm>
            <a:custGeom>
              <a:avLst/>
              <a:pathLst>
                <a:path w="1726" h="3944">
                  <a:moveTo>
                    <a:pt x="1386" y="3174"/>
                  </a:moveTo>
                  <a:lnTo>
                    <a:pt x="752" y="3944"/>
                  </a:lnTo>
                  <a:lnTo>
                    <a:pt x="0" y="3858"/>
                  </a:lnTo>
                  <a:lnTo>
                    <a:pt x="901" y="2413"/>
                  </a:lnTo>
                  <a:lnTo>
                    <a:pt x="1359" y="626"/>
                  </a:lnTo>
                  <a:lnTo>
                    <a:pt x="1726" y="0"/>
                  </a:lnTo>
                  <a:lnTo>
                    <a:pt x="1724" y="156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8"/>
            <p:cNvSpPr/>
            <p:nvPr/>
          </p:nvSpPr>
          <p:spPr>
            <a:xfrm>
              <a:off x="4388228" y="3005593"/>
              <a:ext cx="2262" cy="5238"/>
            </a:xfrm>
            <a:custGeom>
              <a:avLst/>
              <a:pathLst>
                <a:path w="2262" h="5238">
                  <a:moveTo>
                    <a:pt x="2262" y="1540"/>
                  </a:moveTo>
                  <a:lnTo>
                    <a:pt x="626" y="5238"/>
                  </a:lnTo>
                  <a:lnTo>
                    <a:pt x="0" y="5179"/>
                  </a:lnTo>
                  <a:lnTo>
                    <a:pt x="556" y="994"/>
                  </a:lnTo>
                  <a:lnTo>
                    <a:pt x="826" y="0"/>
                  </a:lnTo>
                  <a:lnTo>
                    <a:pt x="1807" y="143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599"/>
            <p:cNvSpPr/>
            <p:nvPr/>
          </p:nvSpPr>
          <p:spPr>
            <a:xfrm>
              <a:off x="4328315" y="2944241"/>
              <a:ext cx="83093" cy="436201"/>
            </a:xfrm>
            <a:custGeom>
              <a:avLst/>
              <a:pathLst>
                <a:path w="83093" h="436201">
                  <a:moveTo>
                    <a:pt x="66375" y="54289"/>
                  </a:moveTo>
                  <a:lnTo>
                    <a:pt x="65842" y="54556"/>
                  </a:lnTo>
                  <a:lnTo>
                    <a:pt x="64517" y="54609"/>
                  </a:lnTo>
                  <a:lnTo>
                    <a:pt x="63361" y="57306"/>
                  </a:lnTo>
                  <a:lnTo>
                    <a:pt x="62560" y="58422"/>
                  </a:lnTo>
                  <a:lnTo>
                    <a:pt x="61313" y="59363"/>
                  </a:lnTo>
                  <a:lnTo>
                    <a:pt x="59985" y="60882"/>
                  </a:lnTo>
                  <a:lnTo>
                    <a:pt x="59601" y="63562"/>
                  </a:lnTo>
                  <a:lnTo>
                    <a:pt x="59569" y="65502"/>
                  </a:lnTo>
                  <a:lnTo>
                    <a:pt x="59353" y="67668"/>
                  </a:lnTo>
                  <a:lnTo>
                    <a:pt x="57200" y="70813"/>
                  </a:lnTo>
                  <a:lnTo>
                    <a:pt x="56598" y="70493"/>
                  </a:lnTo>
                  <a:lnTo>
                    <a:pt x="56184" y="69320"/>
                  </a:lnTo>
                  <a:lnTo>
                    <a:pt x="55548" y="69558"/>
                  </a:lnTo>
                  <a:lnTo>
                    <a:pt x="55119" y="70144"/>
                  </a:lnTo>
                  <a:lnTo>
                    <a:pt x="54608" y="70064"/>
                  </a:lnTo>
                  <a:lnTo>
                    <a:pt x="54038" y="70776"/>
                  </a:lnTo>
                  <a:lnTo>
                    <a:pt x="53293" y="70554"/>
                  </a:lnTo>
                  <a:lnTo>
                    <a:pt x="52607" y="69561"/>
                  </a:lnTo>
                  <a:lnTo>
                    <a:pt x="52209" y="69301"/>
                  </a:lnTo>
                  <a:lnTo>
                    <a:pt x="51734" y="69290"/>
                  </a:lnTo>
                  <a:lnTo>
                    <a:pt x="51645" y="70466"/>
                  </a:lnTo>
                  <a:lnTo>
                    <a:pt x="52347" y="75026"/>
                  </a:lnTo>
                  <a:lnTo>
                    <a:pt x="52530" y="77127"/>
                  </a:lnTo>
                  <a:lnTo>
                    <a:pt x="50229" y="83288"/>
                  </a:lnTo>
                  <a:lnTo>
                    <a:pt x="50479" y="87259"/>
                  </a:lnTo>
                  <a:lnTo>
                    <a:pt x="49856" y="90312"/>
                  </a:lnTo>
                  <a:lnTo>
                    <a:pt x="48465" y="92763"/>
                  </a:lnTo>
                  <a:lnTo>
                    <a:pt x="45856" y="99083"/>
                  </a:lnTo>
                  <a:lnTo>
                    <a:pt x="44681" y="99221"/>
                  </a:lnTo>
                  <a:lnTo>
                    <a:pt x="43793" y="100648"/>
                  </a:lnTo>
                  <a:lnTo>
                    <a:pt x="41862" y="111038"/>
                  </a:lnTo>
                  <a:lnTo>
                    <a:pt x="41841" y="114597"/>
                  </a:lnTo>
                  <a:lnTo>
                    <a:pt x="41537" y="117202"/>
                  </a:lnTo>
                  <a:lnTo>
                    <a:pt x="41602" y="119703"/>
                  </a:lnTo>
                  <a:lnTo>
                    <a:pt x="40754" y="124621"/>
                  </a:lnTo>
                  <a:lnTo>
                    <a:pt x="39876" y="126707"/>
                  </a:lnTo>
                  <a:lnTo>
                    <a:pt x="39679" y="129392"/>
                  </a:lnTo>
                  <a:lnTo>
                    <a:pt x="40931" y="134918"/>
                  </a:lnTo>
                  <a:lnTo>
                    <a:pt x="41070" y="135893"/>
                  </a:lnTo>
                  <a:lnTo>
                    <a:pt x="41796" y="138861"/>
                  </a:lnTo>
                  <a:lnTo>
                    <a:pt x="42149" y="140979"/>
                  </a:lnTo>
                  <a:lnTo>
                    <a:pt x="42706" y="143097"/>
                  </a:lnTo>
                  <a:lnTo>
                    <a:pt x="44719" y="148597"/>
                  </a:lnTo>
                  <a:lnTo>
                    <a:pt x="45615" y="150280"/>
                  </a:lnTo>
                  <a:lnTo>
                    <a:pt x="46694" y="151424"/>
                  </a:lnTo>
                  <a:lnTo>
                    <a:pt x="48652" y="156374"/>
                  </a:lnTo>
                  <a:lnTo>
                    <a:pt x="49641" y="159528"/>
                  </a:lnTo>
                  <a:lnTo>
                    <a:pt x="49191" y="161678"/>
                  </a:lnTo>
                  <a:lnTo>
                    <a:pt x="49412" y="166232"/>
                  </a:lnTo>
                  <a:lnTo>
                    <a:pt x="48015" y="164888"/>
                  </a:lnTo>
                  <a:lnTo>
                    <a:pt x="48182" y="165425"/>
                  </a:lnTo>
                  <a:lnTo>
                    <a:pt x="49843" y="167910"/>
                  </a:lnTo>
                  <a:lnTo>
                    <a:pt x="52329" y="176645"/>
                  </a:lnTo>
                  <a:lnTo>
                    <a:pt x="54491" y="180953"/>
                  </a:lnTo>
                  <a:lnTo>
                    <a:pt x="56691" y="185854"/>
                  </a:lnTo>
                  <a:lnTo>
                    <a:pt x="57378" y="190510"/>
                  </a:lnTo>
                  <a:lnTo>
                    <a:pt x="59362" y="193589"/>
                  </a:lnTo>
                  <a:lnTo>
                    <a:pt x="61567" y="198056"/>
                  </a:lnTo>
                  <a:lnTo>
                    <a:pt x="61471" y="199059"/>
                  </a:lnTo>
                  <a:lnTo>
                    <a:pt x="62069" y="200258"/>
                  </a:lnTo>
                  <a:lnTo>
                    <a:pt x="63552" y="202628"/>
                  </a:lnTo>
                  <a:lnTo>
                    <a:pt x="64449" y="205133"/>
                  </a:lnTo>
                  <a:lnTo>
                    <a:pt x="64798" y="207515"/>
                  </a:lnTo>
                  <a:lnTo>
                    <a:pt x="65346" y="207895"/>
                  </a:lnTo>
                  <a:lnTo>
                    <a:pt x="65962" y="207310"/>
                  </a:lnTo>
                  <a:lnTo>
                    <a:pt x="66580" y="207082"/>
                  </a:lnTo>
                  <a:lnTo>
                    <a:pt x="67019" y="207260"/>
                  </a:lnTo>
                  <a:lnTo>
                    <a:pt x="67684" y="209871"/>
                  </a:lnTo>
                  <a:lnTo>
                    <a:pt x="68612" y="212207"/>
                  </a:lnTo>
                  <a:lnTo>
                    <a:pt x="69058" y="214353"/>
                  </a:lnTo>
                  <a:lnTo>
                    <a:pt x="69420" y="214066"/>
                  </a:lnTo>
                  <a:lnTo>
                    <a:pt x="69721" y="214390"/>
                  </a:lnTo>
                  <a:lnTo>
                    <a:pt x="69797" y="216185"/>
                  </a:lnTo>
                  <a:lnTo>
                    <a:pt x="69933" y="217367"/>
                  </a:lnTo>
                  <a:lnTo>
                    <a:pt x="71174" y="220812"/>
                  </a:lnTo>
                  <a:lnTo>
                    <a:pt x="71766" y="224056"/>
                  </a:lnTo>
                  <a:lnTo>
                    <a:pt x="73247" y="229315"/>
                  </a:lnTo>
                  <a:lnTo>
                    <a:pt x="74341" y="232303"/>
                  </a:lnTo>
                  <a:lnTo>
                    <a:pt x="75120" y="233987"/>
                  </a:lnTo>
                  <a:lnTo>
                    <a:pt x="76011" y="235425"/>
                  </a:lnTo>
                  <a:lnTo>
                    <a:pt x="76885" y="241259"/>
                  </a:lnTo>
                  <a:lnTo>
                    <a:pt x="77359" y="246549"/>
                  </a:lnTo>
                  <a:lnTo>
                    <a:pt x="78296" y="252419"/>
                  </a:lnTo>
                  <a:lnTo>
                    <a:pt x="79004" y="254980"/>
                  </a:lnTo>
                  <a:lnTo>
                    <a:pt x="79029" y="259813"/>
                  </a:lnTo>
                  <a:lnTo>
                    <a:pt x="79600" y="264791"/>
                  </a:lnTo>
                  <a:lnTo>
                    <a:pt x="80214" y="268150"/>
                  </a:lnTo>
                  <a:lnTo>
                    <a:pt x="80395" y="271582"/>
                  </a:lnTo>
                  <a:lnTo>
                    <a:pt x="80583" y="273285"/>
                  </a:lnTo>
                  <a:lnTo>
                    <a:pt x="80818" y="274563"/>
                  </a:lnTo>
                  <a:lnTo>
                    <a:pt x="81485" y="280384"/>
                  </a:lnTo>
                  <a:lnTo>
                    <a:pt x="81312" y="283085"/>
                  </a:lnTo>
                  <a:lnTo>
                    <a:pt x="80846" y="280434"/>
                  </a:lnTo>
                  <a:lnTo>
                    <a:pt x="80903" y="288241"/>
                  </a:lnTo>
                  <a:lnTo>
                    <a:pt x="81312" y="292371"/>
                  </a:lnTo>
                  <a:lnTo>
                    <a:pt x="81128" y="297436"/>
                  </a:lnTo>
                  <a:lnTo>
                    <a:pt x="81556" y="299214"/>
                  </a:lnTo>
                  <a:lnTo>
                    <a:pt x="82319" y="304938"/>
                  </a:lnTo>
                  <a:lnTo>
                    <a:pt x="82854" y="306992"/>
                  </a:lnTo>
                  <a:lnTo>
                    <a:pt x="82810" y="313993"/>
                  </a:lnTo>
                  <a:lnTo>
                    <a:pt x="83093" y="317522"/>
                  </a:lnTo>
                  <a:lnTo>
                    <a:pt x="82372" y="315420"/>
                  </a:lnTo>
                  <a:lnTo>
                    <a:pt x="81851" y="313022"/>
                  </a:lnTo>
                  <a:lnTo>
                    <a:pt x="81152" y="314289"/>
                  </a:lnTo>
                  <a:lnTo>
                    <a:pt x="80527" y="316157"/>
                  </a:lnTo>
                  <a:lnTo>
                    <a:pt x="81500" y="323681"/>
                  </a:lnTo>
                  <a:lnTo>
                    <a:pt x="80389" y="322966"/>
                  </a:lnTo>
                  <a:lnTo>
                    <a:pt x="80490" y="333086"/>
                  </a:lnTo>
                  <a:lnTo>
                    <a:pt x="80950" y="335450"/>
                  </a:lnTo>
                  <a:lnTo>
                    <a:pt x="80984" y="336583"/>
                  </a:lnTo>
                  <a:lnTo>
                    <a:pt x="80848" y="337938"/>
                  </a:lnTo>
                  <a:lnTo>
                    <a:pt x="80541" y="336456"/>
                  </a:lnTo>
                  <a:lnTo>
                    <a:pt x="80477" y="334931"/>
                  </a:lnTo>
                  <a:lnTo>
                    <a:pt x="80302" y="335269"/>
                  </a:lnTo>
                  <a:lnTo>
                    <a:pt x="80311" y="336054"/>
                  </a:lnTo>
                  <a:lnTo>
                    <a:pt x="79940" y="337840"/>
                  </a:lnTo>
                  <a:lnTo>
                    <a:pt x="79829" y="340053"/>
                  </a:lnTo>
                  <a:lnTo>
                    <a:pt x="80229" y="341934"/>
                  </a:lnTo>
                  <a:lnTo>
                    <a:pt x="80296" y="343370"/>
                  </a:lnTo>
                  <a:lnTo>
                    <a:pt x="80008" y="345146"/>
                  </a:lnTo>
                  <a:lnTo>
                    <a:pt x="79545" y="347028"/>
                  </a:lnTo>
                  <a:lnTo>
                    <a:pt x="78491" y="347276"/>
                  </a:lnTo>
                  <a:lnTo>
                    <a:pt x="78250" y="350949"/>
                  </a:lnTo>
                  <a:lnTo>
                    <a:pt x="77890" y="354849"/>
                  </a:lnTo>
                  <a:lnTo>
                    <a:pt x="76006" y="355468"/>
                  </a:lnTo>
                  <a:lnTo>
                    <a:pt x="74637" y="358901"/>
                  </a:lnTo>
                  <a:lnTo>
                    <a:pt x="72945" y="360180"/>
                  </a:lnTo>
                  <a:lnTo>
                    <a:pt x="71438" y="363585"/>
                  </a:lnTo>
                  <a:lnTo>
                    <a:pt x="69770" y="366731"/>
                  </a:lnTo>
                  <a:lnTo>
                    <a:pt x="68686" y="367148"/>
                  </a:lnTo>
                  <a:lnTo>
                    <a:pt x="67763" y="367825"/>
                  </a:lnTo>
                  <a:lnTo>
                    <a:pt x="66701" y="373052"/>
                  </a:lnTo>
                  <a:lnTo>
                    <a:pt x="64926" y="373651"/>
                  </a:lnTo>
                  <a:lnTo>
                    <a:pt x="61739" y="377924"/>
                  </a:lnTo>
                  <a:lnTo>
                    <a:pt x="60670" y="379982"/>
                  </a:lnTo>
                  <a:lnTo>
                    <a:pt x="59696" y="380785"/>
                  </a:lnTo>
                  <a:lnTo>
                    <a:pt x="58299" y="382566"/>
                  </a:lnTo>
                  <a:lnTo>
                    <a:pt x="57999" y="381931"/>
                  </a:lnTo>
                  <a:lnTo>
                    <a:pt x="57534" y="380403"/>
                  </a:lnTo>
                  <a:lnTo>
                    <a:pt x="56327" y="379612"/>
                  </a:lnTo>
                  <a:lnTo>
                    <a:pt x="55736" y="377900"/>
                  </a:lnTo>
                  <a:lnTo>
                    <a:pt x="55565" y="375694"/>
                  </a:lnTo>
                  <a:lnTo>
                    <a:pt x="55405" y="374819"/>
                  </a:lnTo>
                  <a:lnTo>
                    <a:pt x="55144" y="376067"/>
                  </a:lnTo>
                  <a:lnTo>
                    <a:pt x="54945" y="381315"/>
                  </a:lnTo>
                  <a:lnTo>
                    <a:pt x="54733" y="382508"/>
                  </a:lnTo>
                  <a:lnTo>
                    <a:pt x="54217" y="383026"/>
                  </a:lnTo>
                  <a:lnTo>
                    <a:pt x="53203" y="381534"/>
                  </a:lnTo>
                  <a:lnTo>
                    <a:pt x="52233" y="378510"/>
                  </a:lnTo>
                  <a:lnTo>
                    <a:pt x="50854" y="380599"/>
                  </a:lnTo>
                  <a:lnTo>
                    <a:pt x="51276" y="380856"/>
                  </a:lnTo>
                  <a:lnTo>
                    <a:pt x="51905" y="380684"/>
                  </a:lnTo>
                  <a:lnTo>
                    <a:pt x="52391" y="381207"/>
                  </a:lnTo>
                  <a:lnTo>
                    <a:pt x="52803" y="383224"/>
                  </a:lnTo>
                  <a:lnTo>
                    <a:pt x="52789" y="384322"/>
                  </a:lnTo>
                  <a:lnTo>
                    <a:pt x="52575" y="385597"/>
                  </a:lnTo>
                  <a:lnTo>
                    <a:pt x="51282" y="385801"/>
                  </a:lnTo>
                  <a:lnTo>
                    <a:pt x="49558" y="385352"/>
                  </a:lnTo>
                  <a:lnTo>
                    <a:pt x="49244" y="385524"/>
                  </a:lnTo>
                  <a:lnTo>
                    <a:pt x="50815" y="387490"/>
                  </a:lnTo>
                  <a:lnTo>
                    <a:pt x="52252" y="388626"/>
                  </a:lnTo>
                  <a:lnTo>
                    <a:pt x="52891" y="389871"/>
                  </a:lnTo>
                  <a:lnTo>
                    <a:pt x="52891" y="390897"/>
                  </a:lnTo>
                  <a:lnTo>
                    <a:pt x="52084" y="392559"/>
                  </a:lnTo>
                  <a:lnTo>
                    <a:pt x="51459" y="394592"/>
                  </a:lnTo>
                  <a:lnTo>
                    <a:pt x="51447" y="395853"/>
                  </a:lnTo>
                  <a:lnTo>
                    <a:pt x="51433" y="397261"/>
                  </a:lnTo>
                  <a:lnTo>
                    <a:pt x="50738" y="398479"/>
                  </a:lnTo>
                  <a:lnTo>
                    <a:pt x="50303" y="398236"/>
                  </a:lnTo>
                  <a:lnTo>
                    <a:pt x="49074" y="396121"/>
                  </a:lnTo>
                  <a:lnTo>
                    <a:pt x="45523" y="387787"/>
                  </a:lnTo>
                  <a:lnTo>
                    <a:pt x="46059" y="390139"/>
                  </a:lnTo>
                  <a:lnTo>
                    <a:pt x="49736" y="399620"/>
                  </a:lnTo>
                  <a:lnTo>
                    <a:pt x="50383" y="402741"/>
                  </a:lnTo>
                  <a:lnTo>
                    <a:pt x="50475" y="404943"/>
                  </a:lnTo>
                  <a:lnTo>
                    <a:pt x="50097" y="406052"/>
                  </a:lnTo>
                  <a:lnTo>
                    <a:pt x="49471" y="407356"/>
                  </a:lnTo>
                  <a:lnTo>
                    <a:pt x="48267" y="407455"/>
                  </a:lnTo>
                  <a:lnTo>
                    <a:pt x="46291" y="403928"/>
                  </a:lnTo>
                  <a:lnTo>
                    <a:pt x="43130" y="395469"/>
                  </a:lnTo>
                  <a:lnTo>
                    <a:pt x="42055" y="394316"/>
                  </a:lnTo>
                  <a:lnTo>
                    <a:pt x="45252" y="403983"/>
                  </a:lnTo>
                  <a:lnTo>
                    <a:pt x="45775" y="406331"/>
                  </a:lnTo>
                  <a:lnTo>
                    <a:pt x="46315" y="409043"/>
                  </a:lnTo>
                  <a:lnTo>
                    <a:pt x="46161" y="410655"/>
                  </a:lnTo>
                  <a:lnTo>
                    <a:pt x="45886" y="412164"/>
                  </a:lnTo>
                  <a:lnTo>
                    <a:pt x="38308" y="421133"/>
                  </a:lnTo>
                  <a:lnTo>
                    <a:pt x="37176" y="424998"/>
                  </a:lnTo>
                  <a:lnTo>
                    <a:pt x="36278" y="429764"/>
                  </a:lnTo>
                  <a:lnTo>
                    <a:pt x="34790" y="432417"/>
                  </a:lnTo>
                  <a:lnTo>
                    <a:pt x="33917" y="434844"/>
                  </a:lnTo>
                  <a:lnTo>
                    <a:pt x="31391" y="436201"/>
                  </a:lnTo>
                  <a:lnTo>
                    <a:pt x="30012" y="435776"/>
                  </a:lnTo>
                  <a:lnTo>
                    <a:pt x="31441" y="431374"/>
                  </a:lnTo>
                  <a:lnTo>
                    <a:pt x="30558" y="429742"/>
                  </a:lnTo>
                  <a:lnTo>
                    <a:pt x="30514" y="418406"/>
                  </a:lnTo>
                  <a:lnTo>
                    <a:pt x="30861" y="405976"/>
                  </a:lnTo>
                  <a:lnTo>
                    <a:pt x="31520" y="399767"/>
                  </a:lnTo>
                  <a:lnTo>
                    <a:pt x="32472" y="398219"/>
                  </a:lnTo>
                  <a:lnTo>
                    <a:pt x="33670" y="397264"/>
                  </a:lnTo>
                  <a:lnTo>
                    <a:pt x="33697" y="395955"/>
                  </a:lnTo>
                  <a:lnTo>
                    <a:pt x="33578" y="394465"/>
                  </a:lnTo>
                  <a:lnTo>
                    <a:pt x="32935" y="392345"/>
                  </a:lnTo>
                  <a:lnTo>
                    <a:pt x="32231" y="391366"/>
                  </a:lnTo>
                  <a:lnTo>
                    <a:pt x="31179" y="390946"/>
                  </a:lnTo>
                  <a:lnTo>
                    <a:pt x="30370" y="388347"/>
                  </a:lnTo>
                  <a:lnTo>
                    <a:pt x="29753" y="388454"/>
                  </a:lnTo>
                  <a:lnTo>
                    <a:pt x="28797" y="389317"/>
                  </a:lnTo>
                  <a:lnTo>
                    <a:pt x="28221" y="388202"/>
                  </a:lnTo>
                  <a:lnTo>
                    <a:pt x="28009" y="386451"/>
                  </a:lnTo>
                  <a:lnTo>
                    <a:pt x="27124" y="384291"/>
                  </a:lnTo>
                  <a:lnTo>
                    <a:pt x="26105" y="382186"/>
                  </a:lnTo>
                  <a:lnTo>
                    <a:pt x="26566" y="381857"/>
                  </a:lnTo>
                  <a:lnTo>
                    <a:pt x="27101" y="380647"/>
                  </a:lnTo>
                  <a:lnTo>
                    <a:pt x="27671" y="379092"/>
                  </a:lnTo>
                  <a:lnTo>
                    <a:pt x="29095" y="378877"/>
                  </a:lnTo>
                  <a:lnTo>
                    <a:pt x="30523" y="378949"/>
                  </a:lnTo>
                  <a:lnTo>
                    <a:pt x="30922" y="378545"/>
                  </a:lnTo>
                  <a:lnTo>
                    <a:pt x="31498" y="376897"/>
                  </a:lnTo>
                  <a:lnTo>
                    <a:pt x="32436" y="374779"/>
                  </a:lnTo>
                  <a:lnTo>
                    <a:pt x="33145" y="373604"/>
                  </a:lnTo>
                  <a:lnTo>
                    <a:pt x="33313" y="372655"/>
                  </a:lnTo>
                  <a:lnTo>
                    <a:pt x="33029" y="370422"/>
                  </a:lnTo>
                  <a:lnTo>
                    <a:pt x="32872" y="368132"/>
                  </a:lnTo>
                  <a:lnTo>
                    <a:pt x="33138" y="367408"/>
                  </a:lnTo>
                  <a:lnTo>
                    <a:pt x="34430" y="367816"/>
                  </a:lnTo>
                  <a:lnTo>
                    <a:pt x="35847" y="368882"/>
                  </a:lnTo>
                  <a:lnTo>
                    <a:pt x="36192" y="369364"/>
                  </a:lnTo>
                  <a:lnTo>
                    <a:pt x="37008" y="366559"/>
                  </a:lnTo>
                  <a:lnTo>
                    <a:pt x="37226" y="366219"/>
                  </a:lnTo>
                  <a:lnTo>
                    <a:pt x="37760" y="366224"/>
                  </a:lnTo>
                  <a:lnTo>
                    <a:pt x="39166" y="365708"/>
                  </a:lnTo>
                  <a:lnTo>
                    <a:pt x="40542" y="364965"/>
                  </a:lnTo>
                  <a:lnTo>
                    <a:pt x="41193" y="365085"/>
                  </a:lnTo>
                  <a:lnTo>
                    <a:pt x="41825" y="366973"/>
                  </a:lnTo>
                  <a:lnTo>
                    <a:pt x="42309" y="368820"/>
                  </a:lnTo>
                  <a:lnTo>
                    <a:pt x="42557" y="368970"/>
                  </a:lnTo>
                  <a:lnTo>
                    <a:pt x="43272" y="368182"/>
                  </a:lnTo>
                  <a:lnTo>
                    <a:pt x="43862" y="369168"/>
                  </a:lnTo>
                  <a:lnTo>
                    <a:pt x="45096" y="370779"/>
                  </a:lnTo>
                  <a:lnTo>
                    <a:pt x="45836" y="370849"/>
                  </a:lnTo>
                  <a:lnTo>
                    <a:pt x="45468" y="367094"/>
                  </a:lnTo>
                  <a:lnTo>
                    <a:pt x="45882" y="364425"/>
                  </a:lnTo>
                  <a:lnTo>
                    <a:pt x="45802" y="363692"/>
                  </a:lnTo>
                  <a:lnTo>
                    <a:pt x="45104" y="362464"/>
                  </a:lnTo>
                  <a:lnTo>
                    <a:pt x="42743" y="357554"/>
                  </a:lnTo>
                  <a:lnTo>
                    <a:pt x="42340" y="356093"/>
                  </a:lnTo>
                  <a:lnTo>
                    <a:pt x="42395" y="353784"/>
                  </a:lnTo>
                  <a:lnTo>
                    <a:pt x="42316" y="350397"/>
                  </a:lnTo>
                  <a:lnTo>
                    <a:pt x="42104" y="348267"/>
                  </a:lnTo>
                  <a:lnTo>
                    <a:pt x="42140" y="347020"/>
                  </a:lnTo>
                  <a:lnTo>
                    <a:pt x="42287" y="346025"/>
                  </a:lnTo>
                  <a:lnTo>
                    <a:pt x="42723" y="345630"/>
                  </a:lnTo>
                  <a:lnTo>
                    <a:pt x="43140" y="345495"/>
                  </a:lnTo>
                  <a:lnTo>
                    <a:pt x="43477" y="344622"/>
                  </a:lnTo>
                  <a:lnTo>
                    <a:pt x="44043" y="342390"/>
                  </a:lnTo>
                  <a:lnTo>
                    <a:pt x="45143" y="342590"/>
                  </a:lnTo>
                  <a:lnTo>
                    <a:pt x="46690" y="343858"/>
                  </a:lnTo>
                  <a:lnTo>
                    <a:pt x="47833" y="344641"/>
                  </a:lnTo>
                  <a:lnTo>
                    <a:pt x="48507" y="344488"/>
                  </a:lnTo>
                  <a:lnTo>
                    <a:pt x="48658" y="344169"/>
                  </a:lnTo>
                  <a:lnTo>
                    <a:pt x="48638" y="342970"/>
                  </a:lnTo>
                  <a:lnTo>
                    <a:pt x="48718" y="337848"/>
                  </a:lnTo>
                  <a:lnTo>
                    <a:pt x="48674" y="336763"/>
                  </a:lnTo>
                  <a:lnTo>
                    <a:pt x="49647" y="336258"/>
                  </a:lnTo>
                  <a:lnTo>
                    <a:pt x="51139" y="336150"/>
                  </a:lnTo>
                  <a:lnTo>
                    <a:pt x="51924" y="335852"/>
                  </a:lnTo>
                  <a:lnTo>
                    <a:pt x="52657" y="333693"/>
                  </a:lnTo>
                  <a:lnTo>
                    <a:pt x="54542" y="332950"/>
                  </a:lnTo>
                  <a:lnTo>
                    <a:pt x="55905" y="330043"/>
                  </a:lnTo>
                  <a:lnTo>
                    <a:pt x="57135" y="327053"/>
                  </a:lnTo>
                  <a:lnTo>
                    <a:pt x="57738" y="326257"/>
                  </a:lnTo>
                  <a:lnTo>
                    <a:pt x="58506" y="325737"/>
                  </a:lnTo>
                  <a:lnTo>
                    <a:pt x="59078" y="325812"/>
                  </a:lnTo>
                  <a:lnTo>
                    <a:pt x="59796" y="327542"/>
                  </a:lnTo>
                  <a:lnTo>
                    <a:pt x="60394" y="326502"/>
                  </a:lnTo>
                  <a:lnTo>
                    <a:pt x="61081" y="324468"/>
                  </a:lnTo>
                  <a:lnTo>
                    <a:pt x="61440" y="322481"/>
                  </a:lnTo>
                  <a:lnTo>
                    <a:pt x="61637" y="319284"/>
                  </a:lnTo>
                  <a:lnTo>
                    <a:pt x="61502" y="314381"/>
                  </a:lnTo>
                  <a:lnTo>
                    <a:pt x="61138" y="310544"/>
                  </a:lnTo>
                  <a:lnTo>
                    <a:pt x="60798" y="307667"/>
                  </a:lnTo>
                  <a:lnTo>
                    <a:pt x="60728" y="304793"/>
                  </a:lnTo>
                  <a:lnTo>
                    <a:pt x="61524" y="299029"/>
                  </a:lnTo>
                  <a:lnTo>
                    <a:pt x="62205" y="292754"/>
                  </a:lnTo>
                  <a:lnTo>
                    <a:pt x="62074" y="290276"/>
                  </a:lnTo>
                  <a:lnTo>
                    <a:pt x="61332" y="286360"/>
                  </a:lnTo>
                  <a:lnTo>
                    <a:pt x="60579" y="281590"/>
                  </a:lnTo>
                  <a:lnTo>
                    <a:pt x="59752" y="276348"/>
                  </a:lnTo>
                  <a:lnTo>
                    <a:pt x="59442" y="275566"/>
                  </a:lnTo>
                  <a:lnTo>
                    <a:pt x="59220" y="274106"/>
                  </a:lnTo>
                  <a:lnTo>
                    <a:pt x="59093" y="272400"/>
                  </a:lnTo>
                  <a:lnTo>
                    <a:pt x="59422" y="267045"/>
                  </a:lnTo>
                  <a:lnTo>
                    <a:pt x="59468" y="265247"/>
                  </a:lnTo>
                  <a:lnTo>
                    <a:pt x="60422" y="262809"/>
                  </a:lnTo>
                  <a:lnTo>
                    <a:pt x="60930" y="260015"/>
                  </a:lnTo>
                  <a:lnTo>
                    <a:pt x="61408" y="256936"/>
                  </a:lnTo>
                  <a:lnTo>
                    <a:pt x="61228" y="255307"/>
                  </a:lnTo>
                  <a:lnTo>
                    <a:pt x="61164" y="251989"/>
                  </a:lnTo>
                  <a:lnTo>
                    <a:pt x="61286" y="250380"/>
                  </a:lnTo>
                  <a:lnTo>
                    <a:pt x="61061" y="249077"/>
                  </a:lnTo>
                  <a:lnTo>
                    <a:pt x="60784" y="247187"/>
                  </a:lnTo>
                  <a:lnTo>
                    <a:pt x="60965" y="245959"/>
                  </a:lnTo>
                  <a:lnTo>
                    <a:pt x="61635" y="244907"/>
                  </a:lnTo>
                  <a:lnTo>
                    <a:pt x="62025" y="243092"/>
                  </a:lnTo>
                  <a:lnTo>
                    <a:pt x="62525" y="240983"/>
                  </a:lnTo>
                  <a:lnTo>
                    <a:pt x="62746" y="239051"/>
                  </a:lnTo>
                  <a:lnTo>
                    <a:pt x="62389" y="237436"/>
                  </a:lnTo>
                  <a:lnTo>
                    <a:pt x="61737" y="235021"/>
                  </a:lnTo>
                  <a:lnTo>
                    <a:pt x="60548" y="232828"/>
                  </a:lnTo>
                  <a:lnTo>
                    <a:pt x="59177" y="230030"/>
                  </a:lnTo>
                  <a:lnTo>
                    <a:pt x="58502" y="228311"/>
                  </a:lnTo>
                  <a:lnTo>
                    <a:pt x="57971" y="226556"/>
                  </a:lnTo>
                  <a:lnTo>
                    <a:pt x="57482" y="224512"/>
                  </a:lnTo>
                  <a:lnTo>
                    <a:pt x="57214" y="222880"/>
                  </a:lnTo>
                  <a:lnTo>
                    <a:pt x="57474" y="221812"/>
                  </a:lnTo>
                  <a:lnTo>
                    <a:pt x="59425" y="219356"/>
                  </a:lnTo>
                  <a:lnTo>
                    <a:pt x="59781" y="218472"/>
                  </a:lnTo>
                  <a:lnTo>
                    <a:pt x="59987" y="217107"/>
                  </a:lnTo>
                  <a:lnTo>
                    <a:pt x="59831" y="215772"/>
                  </a:lnTo>
                  <a:lnTo>
                    <a:pt x="59305" y="215052"/>
                  </a:lnTo>
                  <a:lnTo>
                    <a:pt x="58696" y="214560"/>
                  </a:lnTo>
                  <a:lnTo>
                    <a:pt x="57798" y="213015"/>
                  </a:lnTo>
                  <a:lnTo>
                    <a:pt x="56121" y="208775"/>
                  </a:lnTo>
                  <a:lnTo>
                    <a:pt x="55352" y="207830"/>
                  </a:lnTo>
                  <a:lnTo>
                    <a:pt x="54542" y="206609"/>
                  </a:lnTo>
                  <a:lnTo>
                    <a:pt x="54112" y="205326"/>
                  </a:lnTo>
                  <a:lnTo>
                    <a:pt x="53639" y="201807"/>
                  </a:lnTo>
                  <a:lnTo>
                    <a:pt x="53427" y="201493"/>
                  </a:lnTo>
                  <a:lnTo>
                    <a:pt x="52963" y="202555"/>
                  </a:lnTo>
                  <a:lnTo>
                    <a:pt x="52372" y="203671"/>
                  </a:lnTo>
                  <a:lnTo>
                    <a:pt x="51879" y="203481"/>
                  </a:lnTo>
                  <a:lnTo>
                    <a:pt x="51428" y="202487"/>
                  </a:lnTo>
                  <a:lnTo>
                    <a:pt x="51213" y="201148"/>
                  </a:lnTo>
                  <a:lnTo>
                    <a:pt x="50715" y="199311"/>
                  </a:lnTo>
                  <a:lnTo>
                    <a:pt x="50176" y="197815"/>
                  </a:lnTo>
                  <a:lnTo>
                    <a:pt x="50034" y="192782"/>
                  </a:lnTo>
                  <a:lnTo>
                    <a:pt x="49947" y="191141"/>
                  </a:lnTo>
                  <a:lnTo>
                    <a:pt x="49677" y="188851"/>
                  </a:lnTo>
                  <a:lnTo>
                    <a:pt x="49258" y="188031"/>
                  </a:lnTo>
                  <a:lnTo>
                    <a:pt x="48811" y="187420"/>
                  </a:lnTo>
                  <a:lnTo>
                    <a:pt x="47760" y="183248"/>
                  </a:lnTo>
                  <a:lnTo>
                    <a:pt x="47035" y="181088"/>
                  </a:lnTo>
                  <a:lnTo>
                    <a:pt x="44045" y="175223"/>
                  </a:lnTo>
                  <a:lnTo>
                    <a:pt x="43674" y="174287"/>
                  </a:lnTo>
                  <a:lnTo>
                    <a:pt x="42870" y="171873"/>
                  </a:lnTo>
                  <a:lnTo>
                    <a:pt x="41470" y="168452"/>
                  </a:lnTo>
                  <a:lnTo>
                    <a:pt x="40470" y="165692"/>
                  </a:lnTo>
                  <a:lnTo>
                    <a:pt x="39741" y="162838"/>
                  </a:lnTo>
                  <a:lnTo>
                    <a:pt x="39405" y="160361"/>
                  </a:lnTo>
                  <a:lnTo>
                    <a:pt x="39301" y="158427"/>
                  </a:lnTo>
                  <a:lnTo>
                    <a:pt x="38507" y="155657"/>
                  </a:lnTo>
                  <a:lnTo>
                    <a:pt x="37822" y="153386"/>
                  </a:lnTo>
                  <a:lnTo>
                    <a:pt x="37161" y="152649"/>
                  </a:lnTo>
                  <a:lnTo>
                    <a:pt x="36406" y="152342"/>
                  </a:lnTo>
                  <a:lnTo>
                    <a:pt x="35721" y="150991"/>
                  </a:lnTo>
                  <a:lnTo>
                    <a:pt x="34473" y="147937"/>
                  </a:lnTo>
                  <a:lnTo>
                    <a:pt x="33919" y="145970"/>
                  </a:lnTo>
                  <a:lnTo>
                    <a:pt x="33593" y="144646"/>
                  </a:lnTo>
                  <a:lnTo>
                    <a:pt x="33607" y="143282"/>
                  </a:lnTo>
                  <a:lnTo>
                    <a:pt x="33907" y="141013"/>
                  </a:lnTo>
                  <a:lnTo>
                    <a:pt x="34270" y="139720"/>
                  </a:lnTo>
                  <a:lnTo>
                    <a:pt x="34282" y="138710"/>
                  </a:lnTo>
                  <a:lnTo>
                    <a:pt x="33926" y="137886"/>
                  </a:lnTo>
                  <a:lnTo>
                    <a:pt x="32541" y="136424"/>
                  </a:lnTo>
                  <a:lnTo>
                    <a:pt x="29400" y="134205"/>
                  </a:lnTo>
                  <a:lnTo>
                    <a:pt x="28227" y="132514"/>
                  </a:lnTo>
                  <a:lnTo>
                    <a:pt x="27145" y="130344"/>
                  </a:lnTo>
                  <a:lnTo>
                    <a:pt x="26326" y="128874"/>
                  </a:lnTo>
                  <a:lnTo>
                    <a:pt x="22496" y="122618"/>
                  </a:lnTo>
                  <a:lnTo>
                    <a:pt x="21335" y="121573"/>
                  </a:lnTo>
                  <a:lnTo>
                    <a:pt x="20336" y="120462"/>
                  </a:lnTo>
                  <a:lnTo>
                    <a:pt x="20032" y="119385"/>
                  </a:lnTo>
                  <a:lnTo>
                    <a:pt x="20087" y="118350"/>
                  </a:lnTo>
                  <a:lnTo>
                    <a:pt x="20491" y="117580"/>
                  </a:lnTo>
                  <a:lnTo>
                    <a:pt x="21576" y="115972"/>
                  </a:lnTo>
                  <a:lnTo>
                    <a:pt x="21977" y="114137"/>
                  </a:lnTo>
                  <a:lnTo>
                    <a:pt x="21849" y="111726"/>
                  </a:lnTo>
                  <a:lnTo>
                    <a:pt x="21416" y="109293"/>
                  </a:lnTo>
                  <a:lnTo>
                    <a:pt x="21627" y="108446"/>
                  </a:lnTo>
                  <a:lnTo>
                    <a:pt x="21976" y="108350"/>
                  </a:lnTo>
                  <a:lnTo>
                    <a:pt x="22707" y="108278"/>
                  </a:lnTo>
                  <a:lnTo>
                    <a:pt x="24214" y="108141"/>
                  </a:lnTo>
                  <a:lnTo>
                    <a:pt x="27467" y="110355"/>
                  </a:lnTo>
                  <a:lnTo>
                    <a:pt x="27939" y="110113"/>
                  </a:lnTo>
                  <a:lnTo>
                    <a:pt x="29702" y="106095"/>
                  </a:lnTo>
                  <a:lnTo>
                    <a:pt x="30368" y="103690"/>
                  </a:lnTo>
                  <a:lnTo>
                    <a:pt x="30519" y="101684"/>
                  </a:lnTo>
                  <a:lnTo>
                    <a:pt x="30868" y="100409"/>
                  </a:lnTo>
                  <a:lnTo>
                    <a:pt x="31800" y="98312"/>
                  </a:lnTo>
                  <a:lnTo>
                    <a:pt x="31815" y="96400"/>
                  </a:lnTo>
                  <a:lnTo>
                    <a:pt x="31355" y="93851"/>
                  </a:lnTo>
                  <a:lnTo>
                    <a:pt x="30891" y="92865"/>
                  </a:lnTo>
                  <a:lnTo>
                    <a:pt x="30492" y="92440"/>
                  </a:lnTo>
                  <a:lnTo>
                    <a:pt x="29198" y="92780"/>
                  </a:lnTo>
                  <a:lnTo>
                    <a:pt x="28950" y="92208"/>
                  </a:lnTo>
                  <a:lnTo>
                    <a:pt x="28780" y="90307"/>
                  </a:lnTo>
                  <a:lnTo>
                    <a:pt x="28718" y="89140"/>
                  </a:lnTo>
                  <a:lnTo>
                    <a:pt x="28291" y="87781"/>
                  </a:lnTo>
                  <a:lnTo>
                    <a:pt x="26898" y="86624"/>
                  </a:lnTo>
                  <a:lnTo>
                    <a:pt x="25717" y="86296"/>
                  </a:lnTo>
                  <a:lnTo>
                    <a:pt x="25440" y="85804"/>
                  </a:lnTo>
                  <a:lnTo>
                    <a:pt x="25894" y="84494"/>
                  </a:lnTo>
                  <a:lnTo>
                    <a:pt x="26698" y="83199"/>
                  </a:lnTo>
                  <a:lnTo>
                    <a:pt x="27312" y="82451"/>
                  </a:lnTo>
                  <a:lnTo>
                    <a:pt x="27795" y="81111"/>
                  </a:lnTo>
                  <a:lnTo>
                    <a:pt x="27886" y="79739"/>
                  </a:lnTo>
                  <a:lnTo>
                    <a:pt x="27286" y="78518"/>
                  </a:lnTo>
                  <a:lnTo>
                    <a:pt x="26503" y="77166"/>
                  </a:lnTo>
                  <a:lnTo>
                    <a:pt x="25233" y="74585"/>
                  </a:lnTo>
                  <a:lnTo>
                    <a:pt x="23481" y="71841"/>
                  </a:lnTo>
                  <a:lnTo>
                    <a:pt x="22414" y="70909"/>
                  </a:lnTo>
                  <a:lnTo>
                    <a:pt x="21854" y="71035"/>
                  </a:lnTo>
                  <a:lnTo>
                    <a:pt x="19924" y="73393"/>
                  </a:lnTo>
                  <a:lnTo>
                    <a:pt x="18885" y="74927"/>
                  </a:lnTo>
                  <a:lnTo>
                    <a:pt x="18021" y="77662"/>
                  </a:lnTo>
                  <a:lnTo>
                    <a:pt x="17119" y="78250"/>
                  </a:lnTo>
                  <a:lnTo>
                    <a:pt x="16207" y="77045"/>
                  </a:lnTo>
                  <a:lnTo>
                    <a:pt x="15172" y="75804"/>
                  </a:lnTo>
                  <a:lnTo>
                    <a:pt x="12301" y="74008"/>
                  </a:lnTo>
                  <a:lnTo>
                    <a:pt x="11094" y="72500"/>
                  </a:lnTo>
                  <a:lnTo>
                    <a:pt x="8588" y="63312"/>
                  </a:lnTo>
                  <a:lnTo>
                    <a:pt x="8218" y="61441"/>
                  </a:lnTo>
                  <a:lnTo>
                    <a:pt x="8457" y="59326"/>
                  </a:lnTo>
                  <a:lnTo>
                    <a:pt x="8630" y="56299"/>
                  </a:lnTo>
                  <a:lnTo>
                    <a:pt x="8881" y="54336"/>
                  </a:lnTo>
                  <a:lnTo>
                    <a:pt x="9324" y="52462"/>
                  </a:lnTo>
                  <a:lnTo>
                    <a:pt x="9444" y="50794"/>
                  </a:lnTo>
                  <a:lnTo>
                    <a:pt x="9336" y="49165"/>
                  </a:lnTo>
                  <a:lnTo>
                    <a:pt x="8973" y="48232"/>
                  </a:lnTo>
                  <a:lnTo>
                    <a:pt x="8502" y="47956"/>
                  </a:lnTo>
                  <a:lnTo>
                    <a:pt x="8150" y="47587"/>
                  </a:lnTo>
                  <a:lnTo>
                    <a:pt x="7817" y="45441"/>
                  </a:lnTo>
                  <a:lnTo>
                    <a:pt x="7617" y="45720"/>
                  </a:lnTo>
                  <a:lnTo>
                    <a:pt x="7308" y="48328"/>
                  </a:lnTo>
                  <a:lnTo>
                    <a:pt x="6939" y="49266"/>
                  </a:lnTo>
                  <a:lnTo>
                    <a:pt x="6448" y="49734"/>
                  </a:lnTo>
                  <a:lnTo>
                    <a:pt x="6070" y="49322"/>
                  </a:lnTo>
                  <a:lnTo>
                    <a:pt x="5829" y="48276"/>
                  </a:lnTo>
                  <a:lnTo>
                    <a:pt x="5720" y="46506"/>
                  </a:lnTo>
                  <a:lnTo>
                    <a:pt x="5475" y="44130"/>
                  </a:lnTo>
                  <a:lnTo>
                    <a:pt x="5167" y="42577"/>
                  </a:lnTo>
                  <a:lnTo>
                    <a:pt x="4088" y="40997"/>
                  </a:lnTo>
                  <a:lnTo>
                    <a:pt x="3579" y="38947"/>
                  </a:lnTo>
                  <a:lnTo>
                    <a:pt x="1974" y="34484"/>
                  </a:lnTo>
                  <a:lnTo>
                    <a:pt x="631" y="31356"/>
                  </a:lnTo>
                  <a:lnTo>
                    <a:pt x="0" y="28544"/>
                  </a:lnTo>
                  <a:lnTo>
                    <a:pt x="551" y="27497"/>
                  </a:lnTo>
                  <a:lnTo>
                    <a:pt x="1244" y="25979"/>
                  </a:lnTo>
                  <a:lnTo>
                    <a:pt x="1984" y="23616"/>
                  </a:lnTo>
                  <a:lnTo>
                    <a:pt x="2819" y="20642"/>
                  </a:lnTo>
                  <a:lnTo>
                    <a:pt x="3168" y="18828"/>
                  </a:lnTo>
                  <a:lnTo>
                    <a:pt x="3412" y="18095"/>
                  </a:lnTo>
                  <a:lnTo>
                    <a:pt x="3900" y="17560"/>
                  </a:lnTo>
                  <a:lnTo>
                    <a:pt x="4425" y="17853"/>
                  </a:lnTo>
                  <a:lnTo>
                    <a:pt x="5349" y="19053"/>
                  </a:lnTo>
                  <a:lnTo>
                    <a:pt x="6740" y="20587"/>
                  </a:lnTo>
                  <a:lnTo>
                    <a:pt x="7978" y="22399"/>
                  </a:lnTo>
                  <a:lnTo>
                    <a:pt x="8480" y="24225"/>
                  </a:lnTo>
                  <a:lnTo>
                    <a:pt x="9171" y="25975"/>
                  </a:lnTo>
                  <a:lnTo>
                    <a:pt x="9703" y="26504"/>
                  </a:lnTo>
                  <a:lnTo>
                    <a:pt x="9969" y="26364"/>
                  </a:lnTo>
                  <a:lnTo>
                    <a:pt x="10769" y="25048"/>
                  </a:lnTo>
                  <a:lnTo>
                    <a:pt x="11456" y="23727"/>
                  </a:lnTo>
                  <a:lnTo>
                    <a:pt x="11470" y="22228"/>
                  </a:lnTo>
                  <a:lnTo>
                    <a:pt x="12103" y="20882"/>
                  </a:lnTo>
                  <a:lnTo>
                    <a:pt x="12932" y="18665"/>
                  </a:lnTo>
                  <a:lnTo>
                    <a:pt x="13321" y="17162"/>
                  </a:lnTo>
                  <a:lnTo>
                    <a:pt x="13617" y="17003"/>
                  </a:lnTo>
                  <a:lnTo>
                    <a:pt x="13951" y="17449"/>
                  </a:lnTo>
                  <a:lnTo>
                    <a:pt x="15256" y="22096"/>
                  </a:lnTo>
                  <a:lnTo>
                    <a:pt x="15506" y="22375"/>
                  </a:lnTo>
                  <a:lnTo>
                    <a:pt x="15874" y="21678"/>
                  </a:lnTo>
                  <a:lnTo>
                    <a:pt x="16388" y="18048"/>
                  </a:lnTo>
                  <a:lnTo>
                    <a:pt x="16951" y="16641"/>
                  </a:lnTo>
                  <a:lnTo>
                    <a:pt x="17145" y="16996"/>
                  </a:lnTo>
                  <a:lnTo>
                    <a:pt x="20298" y="23845"/>
                  </a:lnTo>
                  <a:lnTo>
                    <a:pt x="20599" y="23790"/>
                  </a:lnTo>
                  <a:lnTo>
                    <a:pt x="20938" y="23483"/>
                  </a:lnTo>
                  <a:lnTo>
                    <a:pt x="21159" y="22430"/>
                  </a:lnTo>
                  <a:lnTo>
                    <a:pt x="21407" y="20059"/>
                  </a:lnTo>
                  <a:lnTo>
                    <a:pt x="21875" y="17520"/>
                  </a:lnTo>
                  <a:lnTo>
                    <a:pt x="22888" y="16106"/>
                  </a:lnTo>
                  <a:lnTo>
                    <a:pt x="23676" y="15832"/>
                  </a:lnTo>
                  <a:lnTo>
                    <a:pt x="23969" y="17041"/>
                  </a:lnTo>
                  <a:lnTo>
                    <a:pt x="24651" y="18710"/>
                  </a:lnTo>
                  <a:lnTo>
                    <a:pt x="25485" y="18945"/>
                  </a:lnTo>
                  <a:lnTo>
                    <a:pt x="27246" y="15989"/>
                  </a:lnTo>
                  <a:lnTo>
                    <a:pt x="27821" y="15518"/>
                  </a:lnTo>
                  <a:lnTo>
                    <a:pt x="28437" y="15572"/>
                  </a:lnTo>
                  <a:lnTo>
                    <a:pt x="29068" y="15454"/>
                  </a:lnTo>
                  <a:lnTo>
                    <a:pt x="29667" y="14322"/>
                  </a:lnTo>
                  <a:lnTo>
                    <a:pt x="30299" y="12826"/>
                  </a:lnTo>
                  <a:lnTo>
                    <a:pt x="30515" y="9881"/>
                  </a:lnTo>
                  <a:lnTo>
                    <a:pt x="30649" y="7240"/>
                  </a:lnTo>
                  <a:lnTo>
                    <a:pt x="31083" y="6171"/>
                  </a:lnTo>
                  <a:lnTo>
                    <a:pt x="31599" y="5456"/>
                  </a:lnTo>
                  <a:lnTo>
                    <a:pt x="32570" y="4458"/>
                  </a:lnTo>
                  <a:lnTo>
                    <a:pt x="34766" y="1895"/>
                  </a:lnTo>
                  <a:lnTo>
                    <a:pt x="35330" y="682"/>
                  </a:lnTo>
                  <a:lnTo>
                    <a:pt x="35746" y="0"/>
                  </a:lnTo>
                  <a:lnTo>
                    <a:pt x="36599" y="1109"/>
                  </a:lnTo>
                  <a:lnTo>
                    <a:pt x="37617" y="3246"/>
                  </a:lnTo>
                  <a:lnTo>
                    <a:pt x="38234" y="4856"/>
                  </a:lnTo>
                  <a:lnTo>
                    <a:pt x="38647" y="6596"/>
                  </a:lnTo>
                  <a:lnTo>
                    <a:pt x="38843" y="8053"/>
                  </a:lnTo>
                  <a:lnTo>
                    <a:pt x="40468" y="9316"/>
                  </a:lnTo>
                  <a:lnTo>
                    <a:pt x="41502" y="11106"/>
                  </a:lnTo>
                  <a:lnTo>
                    <a:pt x="42191" y="12481"/>
                  </a:lnTo>
                  <a:lnTo>
                    <a:pt x="42869" y="12418"/>
                  </a:lnTo>
                  <a:lnTo>
                    <a:pt x="43546" y="12049"/>
                  </a:lnTo>
                  <a:lnTo>
                    <a:pt x="43985" y="10946"/>
                  </a:lnTo>
                  <a:lnTo>
                    <a:pt x="44752" y="10923"/>
                  </a:lnTo>
                  <a:lnTo>
                    <a:pt x="45660" y="11085"/>
                  </a:lnTo>
                  <a:lnTo>
                    <a:pt x="46063" y="11526"/>
                  </a:lnTo>
                  <a:lnTo>
                    <a:pt x="46806" y="14058"/>
                  </a:lnTo>
                  <a:lnTo>
                    <a:pt x="47142" y="14412"/>
                  </a:lnTo>
                  <a:lnTo>
                    <a:pt x="47813" y="14234"/>
                  </a:lnTo>
                  <a:lnTo>
                    <a:pt x="49094" y="13336"/>
                  </a:lnTo>
                  <a:lnTo>
                    <a:pt x="50127" y="12908"/>
                  </a:lnTo>
                  <a:lnTo>
                    <a:pt x="51060" y="13916"/>
                  </a:lnTo>
                  <a:lnTo>
                    <a:pt x="52835" y="16733"/>
                  </a:lnTo>
                  <a:lnTo>
                    <a:pt x="52336" y="18742"/>
                  </a:lnTo>
                  <a:lnTo>
                    <a:pt x="51941" y="20905"/>
                  </a:lnTo>
                  <a:lnTo>
                    <a:pt x="51163" y="22433"/>
                  </a:lnTo>
                  <a:lnTo>
                    <a:pt x="50588" y="22811"/>
                  </a:lnTo>
                  <a:lnTo>
                    <a:pt x="50224" y="24934"/>
                  </a:lnTo>
                  <a:lnTo>
                    <a:pt x="50064" y="28065"/>
                  </a:lnTo>
                  <a:lnTo>
                    <a:pt x="50261" y="29652"/>
                  </a:lnTo>
                  <a:lnTo>
                    <a:pt x="50710" y="30160"/>
                  </a:lnTo>
                  <a:lnTo>
                    <a:pt x="51202" y="31221"/>
                  </a:lnTo>
                  <a:lnTo>
                    <a:pt x="51403" y="32615"/>
                  </a:lnTo>
                  <a:lnTo>
                    <a:pt x="51469" y="35717"/>
                  </a:lnTo>
                  <a:lnTo>
                    <a:pt x="51443" y="39211"/>
                  </a:lnTo>
                  <a:lnTo>
                    <a:pt x="51509" y="40373"/>
                  </a:lnTo>
                  <a:lnTo>
                    <a:pt x="51896" y="40158"/>
                  </a:lnTo>
                  <a:lnTo>
                    <a:pt x="52258" y="39739"/>
                  </a:lnTo>
                  <a:lnTo>
                    <a:pt x="52992" y="40282"/>
                  </a:lnTo>
                  <a:lnTo>
                    <a:pt x="53905" y="41189"/>
                  </a:lnTo>
                  <a:lnTo>
                    <a:pt x="54480" y="42110"/>
                  </a:lnTo>
                  <a:lnTo>
                    <a:pt x="55000" y="41997"/>
                  </a:lnTo>
                  <a:lnTo>
                    <a:pt x="55403" y="42899"/>
                  </a:lnTo>
                  <a:lnTo>
                    <a:pt x="55555" y="44629"/>
                  </a:lnTo>
                  <a:lnTo>
                    <a:pt x="56029" y="45831"/>
                  </a:lnTo>
                  <a:lnTo>
                    <a:pt x="57357" y="48109"/>
                  </a:lnTo>
                  <a:lnTo>
                    <a:pt x="58419" y="48300"/>
                  </a:lnTo>
                  <a:lnTo>
                    <a:pt x="59317" y="51306"/>
                  </a:lnTo>
                  <a:lnTo>
                    <a:pt x="60252" y="50319"/>
                  </a:lnTo>
                  <a:lnTo>
                    <a:pt x="60682" y="51618"/>
                  </a:lnTo>
                  <a:lnTo>
                    <a:pt x="62609" y="51158"/>
                  </a:lnTo>
                  <a:lnTo>
                    <a:pt x="63952" y="49943"/>
                  </a:lnTo>
                  <a:lnTo>
                    <a:pt x="64437" y="50234"/>
                  </a:lnTo>
                  <a:lnTo>
                    <a:pt x="65645" y="52739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0"/>
            <p:cNvSpPr/>
            <p:nvPr/>
          </p:nvSpPr>
          <p:spPr>
            <a:xfrm>
              <a:off x="5096059" y="4229327"/>
              <a:ext cx="1803" cy="2868"/>
            </a:xfrm>
            <a:custGeom>
              <a:avLst/>
              <a:pathLst>
                <a:path w="1803" h="2868">
                  <a:moveTo>
                    <a:pt x="1803" y="1237"/>
                  </a:moveTo>
                  <a:lnTo>
                    <a:pt x="1403" y="2868"/>
                  </a:lnTo>
                  <a:lnTo>
                    <a:pt x="789" y="2848"/>
                  </a:lnTo>
                  <a:lnTo>
                    <a:pt x="0" y="1696"/>
                  </a:lnTo>
                  <a:lnTo>
                    <a:pt x="149" y="253"/>
                  </a:lnTo>
                  <a:lnTo>
                    <a:pt x="1044" y="0"/>
                  </a:lnTo>
                  <a:lnTo>
                    <a:pt x="1304" y="95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1"/>
            <p:cNvSpPr/>
            <p:nvPr/>
          </p:nvSpPr>
          <p:spPr>
            <a:xfrm>
              <a:off x="5090154" y="4205010"/>
              <a:ext cx="3109" cy="9664"/>
            </a:xfrm>
            <a:custGeom>
              <a:avLst/>
              <a:pathLst>
                <a:path w="3109" h="9664">
                  <a:moveTo>
                    <a:pt x="3109" y="6452"/>
                  </a:moveTo>
                  <a:lnTo>
                    <a:pt x="2509" y="9664"/>
                  </a:lnTo>
                  <a:lnTo>
                    <a:pt x="1473" y="8916"/>
                  </a:lnTo>
                  <a:lnTo>
                    <a:pt x="504" y="6596"/>
                  </a:lnTo>
                  <a:lnTo>
                    <a:pt x="0" y="4567"/>
                  </a:lnTo>
                  <a:lnTo>
                    <a:pt x="340" y="678"/>
                  </a:lnTo>
                  <a:lnTo>
                    <a:pt x="836" y="0"/>
                  </a:lnTo>
                  <a:lnTo>
                    <a:pt x="1353" y="222"/>
                  </a:lnTo>
                  <a:lnTo>
                    <a:pt x="1618" y="401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2"/>
            <p:cNvSpPr/>
            <p:nvPr/>
          </p:nvSpPr>
          <p:spPr>
            <a:xfrm>
              <a:off x="5087535" y="4184199"/>
              <a:ext cx="3945" cy="10965"/>
            </a:xfrm>
            <a:custGeom>
              <a:avLst/>
              <a:pathLst>
                <a:path w="3945" h="10965">
                  <a:moveTo>
                    <a:pt x="3945" y="9537"/>
                  </a:moveTo>
                  <a:lnTo>
                    <a:pt x="3422" y="10965"/>
                  </a:lnTo>
                  <a:lnTo>
                    <a:pt x="2965" y="10809"/>
                  </a:lnTo>
                  <a:lnTo>
                    <a:pt x="0" y="7499"/>
                  </a:lnTo>
                  <a:lnTo>
                    <a:pt x="124" y="6137"/>
                  </a:lnTo>
                  <a:lnTo>
                    <a:pt x="2" y="2663"/>
                  </a:lnTo>
                  <a:lnTo>
                    <a:pt x="328" y="776"/>
                  </a:lnTo>
                  <a:lnTo>
                    <a:pt x="1146" y="0"/>
                  </a:lnTo>
                  <a:lnTo>
                    <a:pt x="1782" y="401"/>
                  </a:lnTo>
                  <a:lnTo>
                    <a:pt x="2170" y="3179"/>
                  </a:lnTo>
                  <a:lnTo>
                    <a:pt x="3053" y="4311"/>
                  </a:lnTo>
                  <a:lnTo>
                    <a:pt x="2433" y="5266"/>
                  </a:lnTo>
                  <a:lnTo>
                    <a:pt x="3512" y="7367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3"/>
            <p:cNvSpPr/>
            <p:nvPr/>
          </p:nvSpPr>
          <p:spPr>
            <a:xfrm>
              <a:off x="5078125" y="4152425"/>
              <a:ext cx="4846" cy="7831"/>
            </a:xfrm>
            <a:custGeom>
              <a:avLst/>
              <a:pathLst>
                <a:path w="4846" h="7831">
                  <a:moveTo>
                    <a:pt x="3265" y="0"/>
                  </a:moveTo>
                  <a:lnTo>
                    <a:pt x="4396" y="4210"/>
                  </a:lnTo>
                  <a:lnTo>
                    <a:pt x="4846" y="4541"/>
                  </a:lnTo>
                  <a:lnTo>
                    <a:pt x="4160" y="7560"/>
                  </a:lnTo>
                  <a:lnTo>
                    <a:pt x="2739" y="7831"/>
                  </a:lnTo>
                  <a:lnTo>
                    <a:pt x="1061" y="7049"/>
                  </a:lnTo>
                  <a:lnTo>
                    <a:pt x="1676" y="6013"/>
                  </a:lnTo>
                  <a:lnTo>
                    <a:pt x="1358" y="4842"/>
                  </a:lnTo>
                  <a:lnTo>
                    <a:pt x="851" y="4605"/>
                  </a:lnTo>
                  <a:lnTo>
                    <a:pt x="270" y="5165"/>
                  </a:lnTo>
                  <a:lnTo>
                    <a:pt x="0" y="4974"/>
                  </a:lnTo>
                  <a:lnTo>
                    <a:pt x="371" y="3032"/>
                  </a:lnTo>
                  <a:lnTo>
                    <a:pt x="1305" y="297"/>
                  </a:lnTo>
                  <a:lnTo>
                    <a:pt x="1581" y="80"/>
                  </a:lnTo>
                  <a:lnTo>
                    <a:pt x="1831" y="51"/>
                  </a:lnTo>
                  <a:lnTo>
                    <a:pt x="2075" y="29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4"/>
            <p:cNvSpPr/>
            <p:nvPr/>
          </p:nvSpPr>
          <p:spPr>
            <a:xfrm>
              <a:off x="5077740" y="4124402"/>
              <a:ext cx="3999" cy="7127"/>
            </a:xfrm>
            <a:custGeom>
              <a:avLst/>
              <a:pathLst>
                <a:path w="3999" h="7127">
                  <a:moveTo>
                    <a:pt x="3661" y="5465"/>
                  </a:moveTo>
                  <a:lnTo>
                    <a:pt x="3999" y="5904"/>
                  </a:lnTo>
                  <a:lnTo>
                    <a:pt x="3813" y="7127"/>
                  </a:lnTo>
                  <a:lnTo>
                    <a:pt x="2253" y="5730"/>
                  </a:lnTo>
                  <a:lnTo>
                    <a:pt x="999" y="6273"/>
                  </a:lnTo>
                  <a:lnTo>
                    <a:pt x="648" y="6209"/>
                  </a:lnTo>
                  <a:lnTo>
                    <a:pt x="274" y="5078"/>
                  </a:lnTo>
                  <a:lnTo>
                    <a:pt x="0" y="2842"/>
                  </a:lnTo>
                  <a:lnTo>
                    <a:pt x="125" y="1272"/>
                  </a:lnTo>
                  <a:lnTo>
                    <a:pt x="653" y="178"/>
                  </a:lnTo>
                  <a:lnTo>
                    <a:pt x="850" y="0"/>
                  </a:lnTo>
                  <a:lnTo>
                    <a:pt x="1243" y="1353"/>
                  </a:lnTo>
                  <a:lnTo>
                    <a:pt x="1602" y="2273"/>
                  </a:lnTo>
                  <a:lnTo>
                    <a:pt x="1950" y="2669"/>
                  </a:lnTo>
                  <a:lnTo>
                    <a:pt x="2744" y="487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5"/>
            <p:cNvSpPr/>
            <p:nvPr/>
          </p:nvSpPr>
          <p:spPr>
            <a:xfrm>
              <a:off x="5075522" y="4109267"/>
              <a:ext cx="4189" cy="7834"/>
            </a:xfrm>
            <a:custGeom>
              <a:avLst/>
              <a:pathLst>
                <a:path w="4189" h="7834">
                  <a:moveTo>
                    <a:pt x="4175" y="7531"/>
                  </a:moveTo>
                  <a:lnTo>
                    <a:pt x="2877" y="7834"/>
                  </a:lnTo>
                  <a:lnTo>
                    <a:pt x="1052" y="6914"/>
                  </a:lnTo>
                  <a:lnTo>
                    <a:pt x="318" y="5632"/>
                  </a:lnTo>
                  <a:lnTo>
                    <a:pt x="0" y="4345"/>
                  </a:lnTo>
                  <a:lnTo>
                    <a:pt x="631" y="3393"/>
                  </a:lnTo>
                  <a:lnTo>
                    <a:pt x="1536" y="2943"/>
                  </a:lnTo>
                  <a:lnTo>
                    <a:pt x="2666" y="0"/>
                  </a:lnTo>
                  <a:lnTo>
                    <a:pt x="3058" y="1128"/>
                  </a:lnTo>
                  <a:lnTo>
                    <a:pt x="3479" y="4423"/>
                  </a:lnTo>
                  <a:lnTo>
                    <a:pt x="3936" y="5416"/>
                  </a:lnTo>
                  <a:lnTo>
                    <a:pt x="4189" y="6414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6"/>
            <p:cNvSpPr/>
            <p:nvPr/>
          </p:nvSpPr>
          <p:spPr>
            <a:xfrm>
              <a:off x="5066693" y="4103213"/>
              <a:ext cx="7780" cy="20612"/>
            </a:xfrm>
            <a:custGeom>
              <a:avLst/>
              <a:pathLst>
                <a:path w="7780" h="20612">
                  <a:moveTo>
                    <a:pt x="2964" y="6475"/>
                  </a:moveTo>
                  <a:lnTo>
                    <a:pt x="3487" y="7116"/>
                  </a:lnTo>
                  <a:lnTo>
                    <a:pt x="3772" y="7116"/>
                  </a:lnTo>
                  <a:lnTo>
                    <a:pt x="3943" y="8553"/>
                  </a:lnTo>
                  <a:lnTo>
                    <a:pt x="5570" y="11421"/>
                  </a:lnTo>
                  <a:lnTo>
                    <a:pt x="6017" y="11340"/>
                  </a:lnTo>
                  <a:lnTo>
                    <a:pt x="6392" y="12910"/>
                  </a:lnTo>
                  <a:lnTo>
                    <a:pt x="7091" y="13703"/>
                  </a:lnTo>
                  <a:lnTo>
                    <a:pt x="7280" y="15302"/>
                  </a:lnTo>
                  <a:lnTo>
                    <a:pt x="7780" y="16930"/>
                  </a:lnTo>
                  <a:lnTo>
                    <a:pt x="6907" y="18901"/>
                  </a:lnTo>
                  <a:lnTo>
                    <a:pt x="5223" y="18375"/>
                  </a:lnTo>
                  <a:lnTo>
                    <a:pt x="4257" y="20612"/>
                  </a:lnTo>
                  <a:lnTo>
                    <a:pt x="3382" y="20040"/>
                  </a:lnTo>
                  <a:lnTo>
                    <a:pt x="3232" y="18866"/>
                  </a:lnTo>
                  <a:lnTo>
                    <a:pt x="3354" y="18473"/>
                  </a:lnTo>
                  <a:lnTo>
                    <a:pt x="2833" y="15478"/>
                  </a:lnTo>
                  <a:lnTo>
                    <a:pt x="2598" y="10902"/>
                  </a:lnTo>
                  <a:lnTo>
                    <a:pt x="2245" y="8206"/>
                  </a:lnTo>
                  <a:lnTo>
                    <a:pt x="1864" y="7055"/>
                  </a:lnTo>
                  <a:lnTo>
                    <a:pt x="1074" y="8062"/>
                  </a:lnTo>
                  <a:lnTo>
                    <a:pt x="756" y="8229"/>
                  </a:lnTo>
                  <a:lnTo>
                    <a:pt x="0" y="6019"/>
                  </a:lnTo>
                  <a:lnTo>
                    <a:pt x="358" y="1529"/>
                  </a:lnTo>
                  <a:lnTo>
                    <a:pt x="545" y="245"/>
                  </a:lnTo>
                  <a:lnTo>
                    <a:pt x="1161" y="0"/>
                  </a:lnTo>
                  <a:lnTo>
                    <a:pt x="2092" y="118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7"/>
            <p:cNvSpPr/>
            <p:nvPr/>
          </p:nvSpPr>
          <p:spPr>
            <a:xfrm>
              <a:off x="5066049" y="4095702"/>
              <a:ext cx="1585" cy="3768"/>
            </a:xfrm>
            <a:custGeom>
              <a:avLst/>
              <a:pathLst>
                <a:path w="1585" h="3768">
                  <a:moveTo>
                    <a:pt x="1410" y="3001"/>
                  </a:moveTo>
                  <a:lnTo>
                    <a:pt x="1204" y="3768"/>
                  </a:lnTo>
                  <a:lnTo>
                    <a:pt x="0" y="1852"/>
                  </a:lnTo>
                  <a:lnTo>
                    <a:pt x="276" y="0"/>
                  </a:lnTo>
                  <a:lnTo>
                    <a:pt x="1585" y="66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8"/>
            <p:cNvSpPr/>
            <p:nvPr/>
          </p:nvSpPr>
          <p:spPr>
            <a:xfrm>
              <a:off x="5077723" y="4090952"/>
              <a:ext cx="1645" cy="15065"/>
            </a:xfrm>
            <a:custGeom>
              <a:avLst/>
              <a:pathLst>
                <a:path w="1645" h="15065">
                  <a:moveTo>
                    <a:pt x="1022" y="15028"/>
                  </a:moveTo>
                  <a:lnTo>
                    <a:pt x="832" y="15065"/>
                  </a:lnTo>
                  <a:lnTo>
                    <a:pt x="640" y="13706"/>
                  </a:lnTo>
                  <a:lnTo>
                    <a:pt x="0" y="6472"/>
                  </a:lnTo>
                  <a:lnTo>
                    <a:pt x="421" y="0"/>
                  </a:lnTo>
                  <a:lnTo>
                    <a:pt x="688" y="1370"/>
                  </a:lnTo>
                  <a:lnTo>
                    <a:pt x="1645" y="12719"/>
                  </a:lnTo>
                  <a:lnTo>
                    <a:pt x="1515" y="1457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09"/>
            <p:cNvSpPr/>
            <p:nvPr/>
          </p:nvSpPr>
          <p:spPr>
            <a:xfrm>
              <a:off x="5072629" y="4085674"/>
              <a:ext cx="3728" cy="5869"/>
            </a:xfrm>
            <a:custGeom>
              <a:avLst/>
              <a:pathLst>
                <a:path w="3728" h="5869">
                  <a:moveTo>
                    <a:pt x="2692" y="4513"/>
                  </a:moveTo>
                  <a:lnTo>
                    <a:pt x="1930" y="5869"/>
                  </a:lnTo>
                  <a:lnTo>
                    <a:pt x="522" y="5739"/>
                  </a:lnTo>
                  <a:lnTo>
                    <a:pt x="0" y="4974"/>
                  </a:lnTo>
                  <a:lnTo>
                    <a:pt x="1726" y="851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0"/>
            <p:cNvSpPr/>
            <p:nvPr/>
          </p:nvSpPr>
          <p:spPr>
            <a:xfrm>
              <a:off x="5077512" y="4076905"/>
              <a:ext cx="964" cy="11943"/>
            </a:xfrm>
            <a:custGeom>
              <a:avLst/>
              <a:pathLst>
                <a:path w="964" h="11943">
                  <a:moveTo>
                    <a:pt x="964" y="10114"/>
                  </a:moveTo>
                  <a:lnTo>
                    <a:pt x="768" y="11943"/>
                  </a:lnTo>
                  <a:lnTo>
                    <a:pt x="298" y="9825"/>
                  </a:lnTo>
                  <a:lnTo>
                    <a:pt x="0" y="891"/>
                  </a:lnTo>
                  <a:lnTo>
                    <a:pt x="122" y="63"/>
                  </a:lnTo>
                  <a:lnTo>
                    <a:pt x="366" y="0"/>
                  </a:lnTo>
                  <a:lnTo>
                    <a:pt x="939" y="621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1"/>
            <p:cNvSpPr/>
            <p:nvPr/>
          </p:nvSpPr>
          <p:spPr>
            <a:xfrm>
              <a:off x="5059591" y="4066565"/>
              <a:ext cx="7661" cy="29499"/>
            </a:xfrm>
            <a:custGeom>
              <a:avLst/>
              <a:pathLst>
                <a:path w="7661" h="29499">
                  <a:moveTo>
                    <a:pt x="2495" y="5624"/>
                  </a:moveTo>
                  <a:lnTo>
                    <a:pt x="3225" y="15392"/>
                  </a:lnTo>
                  <a:lnTo>
                    <a:pt x="4077" y="15371"/>
                  </a:lnTo>
                  <a:lnTo>
                    <a:pt x="4512" y="14852"/>
                  </a:lnTo>
                  <a:lnTo>
                    <a:pt x="5013" y="12564"/>
                  </a:lnTo>
                  <a:lnTo>
                    <a:pt x="5237" y="8968"/>
                  </a:lnTo>
                  <a:lnTo>
                    <a:pt x="5683" y="8454"/>
                  </a:lnTo>
                  <a:lnTo>
                    <a:pt x="6239" y="8838"/>
                  </a:lnTo>
                  <a:lnTo>
                    <a:pt x="5998" y="9984"/>
                  </a:lnTo>
                  <a:lnTo>
                    <a:pt x="6160" y="12861"/>
                  </a:lnTo>
                  <a:lnTo>
                    <a:pt x="6590" y="14451"/>
                  </a:lnTo>
                  <a:lnTo>
                    <a:pt x="6876" y="14739"/>
                  </a:lnTo>
                  <a:lnTo>
                    <a:pt x="7448" y="22257"/>
                  </a:lnTo>
                  <a:lnTo>
                    <a:pt x="7661" y="23832"/>
                  </a:lnTo>
                  <a:lnTo>
                    <a:pt x="7648" y="25093"/>
                  </a:lnTo>
                  <a:lnTo>
                    <a:pt x="6448" y="27904"/>
                  </a:lnTo>
                  <a:lnTo>
                    <a:pt x="4662" y="27820"/>
                  </a:lnTo>
                  <a:lnTo>
                    <a:pt x="3403" y="29499"/>
                  </a:lnTo>
                  <a:lnTo>
                    <a:pt x="2637" y="29390"/>
                  </a:lnTo>
                  <a:lnTo>
                    <a:pt x="2644" y="27488"/>
                  </a:lnTo>
                  <a:lnTo>
                    <a:pt x="1962" y="25976"/>
                  </a:lnTo>
                  <a:lnTo>
                    <a:pt x="1192" y="22738"/>
                  </a:lnTo>
                  <a:lnTo>
                    <a:pt x="1382" y="16990"/>
                  </a:lnTo>
                  <a:lnTo>
                    <a:pt x="13" y="6310"/>
                  </a:lnTo>
                  <a:lnTo>
                    <a:pt x="0" y="3641"/>
                  </a:lnTo>
                  <a:lnTo>
                    <a:pt x="469" y="155"/>
                  </a:lnTo>
                  <a:lnTo>
                    <a:pt x="928" y="0"/>
                  </a:lnTo>
                  <a:lnTo>
                    <a:pt x="1550" y="291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2"/>
            <p:cNvSpPr/>
            <p:nvPr/>
          </p:nvSpPr>
          <p:spPr>
            <a:xfrm>
              <a:off x="5069555" y="4051958"/>
              <a:ext cx="2219" cy="5006"/>
            </a:xfrm>
            <a:custGeom>
              <a:avLst/>
              <a:pathLst>
                <a:path w="2219" h="5006">
                  <a:moveTo>
                    <a:pt x="2059" y="3508"/>
                  </a:moveTo>
                  <a:lnTo>
                    <a:pt x="1586" y="5006"/>
                  </a:lnTo>
                  <a:lnTo>
                    <a:pt x="303" y="4513"/>
                  </a:lnTo>
                  <a:lnTo>
                    <a:pt x="0" y="4117"/>
                  </a:lnTo>
                  <a:lnTo>
                    <a:pt x="82" y="1633"/>
                  </a:lnTo>
                  <a:lnTo>
                    <a:pt x="403" y="776"/>
                  </a:lnTo>
                  <a:lnTo>
                    <a:pt x="1168" y="0"/>
                  </a:lnTo>
                  <a:lnTo>
                    <a:pt x="2219" y="1229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3"/>
            <p:cNvSpPr/>
            <p:nvPr/>
          </p:nvSpPr>
          <p:spPr>
            <a:xfrm>
              <a:off x="5069422" y="4039172"/>
              <a:ext cx="1836" cy="6134"/>
            </a:xfrm>
            <a:custGeom>
              <a:avLst/>
              <a:pathLst>
                <a:path w="1836" h="6134">
                  <a:moveTo>
                    <a:pt x="1102" y="5843"/>
                  </a:moveTo>
                  <a:lnTo>
                    <a:pt x="935" y="6134"/>
                  </a:lnTo>
                  <a:lnTo>
                    <a:pt x="673" y="5906"/>
                  </a:lnTo>
                  <a:lnTo>
                    <a:pt x="0" y="2331"/>
                  </a:lnTo>
                  <a:lnTo>
                    <a:pt x="170" y="1139"/>
                  </a:lnTo>
                  <a:lnTo>
                    <a:pt x="1013" y="0"/>
                  </a:lnTo>
                  <a:lnTo>
                    <a:pt x="1765" y="1985"/>
                  </a:lnTo>
                  <a:lnTo>
                    <a:pt x="1836" y="3087"/>
                  </a:lnTo>
                  <a:lnTo>
                    <a:pt x="1830" y="4025"/>
                  </a:lnTo>
                  <a:lnTo>
                    <a:pt x="1715" y="4836"/>
                  </a:lnTo>
                  <a:lnTo>
                    <a:pt x="1213" y="517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4"/>
            <p:cNvSpPr/>
            <p:nvPr/>
          </p:nvSpPr>
          <p:spPr>
            <a:xfrm>
              <a:off x="1145133" y="4054601"/>
              <a:ext cx="1711" cy="2755"/>
            </a:xfrm>
            <a:custGeom>
              <a:avLst/>
              <a:pathLst>
                <a:path w="1711" h="2755">
                  <a:moveTo>
                    <a:pt x="1677" y="2562"/>
                  </a:moveTo>
                  <a:lnTo>
                    <a:pt x="1034" y="2755"/>
                  </a:lnTo>
                  <a:lnTo>
                    <a:pt x="406" y="2371"/>
                  </a:lnTo>
                  <a:lnTo>
                    <a:pt x="0" y="704"/>
                  </a:lnTo>
                  <a:lnTo>
                    <a:pt x="185" y="0"/>
                  </a:lnTo>
                  <a:lnTo>
                    <a:pt x="592" y="323"/>
                  </a:lnTo>
                  <a:lnTo>
                    <a:pt x="1014" y="1552"/>
                  </a:lnTo>
                  <a:lnTo>
                    <a:pt x="1711" y="2115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5"/>
            <p:cNvSpPr/>
            <p:nvPr/>
          </p:nvSpPr>
          <p:spPr>
            <a:xfrm>
              <a:off x="1167833" y="4024758"/>
              <a:ext cx="763" cy="3523"/>
            </a:xfrm>
            <a:custGeom>
              <a:avLst/>
              <a:pathLst>
                <a:path w="763" h="3523">
                  <a:moveTo>
                    <a:pt x="394" y="3283"/>
                  </a:moveTo>
                  <a:lnTo>
                    <a:pt x="209" y="3523"/>
                  </a:lnTo>
                  <a:lnTo>
                    <a:pt x="0" y="2363"/>
                  </a:lnTo>
                  <a:lnTo>
                    <a:pt x="274" y="617"/>
                  </a:lnTo>
                  <a:lnTo>
                    <a:pt x="538" y="0"/>
                  </a:lnTo>
                  <a:lnTo>
                    <a:pt x="763" y="1373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6"/>
            <p:cNvSpPr/>
            <p:nvPr/>
          </p:nvSpPr>
          <p:spPr>
            <a:xfrm>
              <a:off x="1214952" y="4042057"/>
              <a:ext cx="6771" cy="7095"/>
            </a:xfrm>
            <a:custGeom>
              <a:avLst/>
              <a:pathLst>
                <a:path w="6771" h="7095">
                  <a:moveTo>
                    <a:pt x="6720" y="7072"/>
                  </a:moveTo>
                  <a:lnTo>
                    <a:pt x="3607" y="7095"/>
                  </a:lnTo>
                  <a:lnTo>
                    <a:pt x="2068" y="5759"/>
                  </a:lnTo>
                  <a:lnTo>
                    <a:pt x="1521" y="5748"/>
                  </a:lnTo>
                  <a:lnTo>
                    <a:pt x="202" y="2946"/>
                  </a:lnTo>
                  <a:lnTo>
                    <a:pt x="0" y="1477"/>
                  </a:lnTo>
                  <a:lnTo>
                    <a:pt x="693" y="510"/>
                  </a:lnTo>
                  <a:lnTo>
                    <a:pt x="2131" y="0"/>
                  </a:lnTo>
                  <a:lnTo>
                    <a:pt x="5019" y="2129"/>
                  </a:lnTo>
                  <a:lnTo>
                    <a:pt x="5455" y="4016"/>
                  </a:lnTo>
                  <a:lnTo>
                    <a:pt x="6120" y="4218"/>
                  </a:lnTo>
                  <a:lnTo>
                    <a:pt x="6637" y="5038"/>
                  </a:lnTo>
                  <a:lnTo>
                    <a:pt x="6771" y="636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7"/>
            <p:cNvSpPr/>
            <p:nvPr/>
          </p:nvSpPr>
          <p:spPr>
            <a:xfrm>
              <a:off x="1206632" y="4031955"/>
              <a:ext cx="6832" cy="10018"/>
            </a:xfrm>
            <a:custGeom>
              <a:avLst/>
              <a:pathLst>
                <a:path w="6832" h="10018">
                  <a:moveTo>
                    <a:pt x="5053" y="0"/>
                  </a:moveTo>
                  <a:lnTo>
                    <a:pt x="6324" y="2787"/>
                  </a:lnTo>
                  <a:lnTo>
                    <a:pt x="6832" y="6484"/>
                  </a:lnTo>
                  <a:lnTo>
                    <a:pt x="6285" y="10018"/>
                  </a:lnTo>
                  <a:lnTo>
                    <a:pt x="5083" y="9144"/>
                  </a:lnTo>
                  <a:lnTo>
                    <a:pt x="3338" y="9897"/>
                  </a:lnTo>
                  <a:lnTo>
                    <a:pt x="2757" y="9646"/>
                  </a:lnTo>
                  <a:lnTo>
                    <a:pt x="1359" y="5306"/>
                  </a:lnTo>
                  <a:lnTo>
                    <a:pt x="390" y="3353"/>
                  </a:lnTo>
                  <a:lnTo>
                    <a:pt x="0" y="1523"/>
                  </a:lnTo>
                  <a:lnTo>
                    <a:pt x="1236" y="1731"/>
                  </a:lnTo>
                  <a:lnTo>
                    <a:pt x="3038" y="5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8"/>
            <p:cNvSpPr/>
            <p:nvPr/>
          </p:nvSpPr>
          <p:spPr>
            <a:xfrm>
              <a:off x="3774037" y="3258331"/>
              <a:ext cx="13573" cy="11724"/>
            </a:xfrm>
            <a:custGeom>
              <a:avLst/>
              <a:pathLst>
                <a:path w="13573" h="11724">
                  <a:moveTo>
                    <a:pt x="5079" y="2333"/>
                  </a:moveTo>
                  <a:lnTo>
                    <a:pt x="5779" y="2687"/>
                  </a:lnTo>
                  <a:lnTo>
                    <a:pt x="6844" y="1664"/>
                  </a:lnTo>
                  <a:lnTo>
                    <a:pt x="9897" y="1529"/>
                  </a:lnTo>
                  <a:lnTo>
                    <a:pt x="13573" y="4816"/>
                  </a:lnTo>
                  <a:lnTo>
                    <a:pt x="12879" y="5683"/>
                  </a:lnTo>
                  <a:lnTo>
                    <a:pt x="12467" y="6869"/>
                  </a:lnTo>
                  <a:lnTo>
                    <a:pt x="10849" y="7952"/>
                  </a:lnTo>
                  <a:lnTo>
                    <a:pt x="9239" y="10493"/>
                  </a:lnTo>
                  <a:lnTo>
                    <a:pt x="4576" y="11724"/>
                  </a:lnTo>
                  <a:lnTo>
                    <a:pt x="3208" y="11036"/>
                  </a:lnTo>
                  <a:lnTo>
                    <a:pt x="2084" y="8581"/>
                  </a:lnTo>
                  <a:lnTo>
                    <a:pt x="0" y="5396"/>
                  </a:lnTo>
                  <a:lnTo>
                    <a:pt x="825" y="3366"/>
                  </a:lnTo>
                  <a:lnTo>
                    <a:pt x="1000" y="2435"/>
                  </a:lnTo>
                  <a:lnTo>
                    <a:pt x="1307" y="1542"/>
                  </a:lnTo>
                  <a:lnTo>
                    <a:pt x="2488" y="0"/>
                  </a:lnTo>
                  <a:lnTo>
                    <a:pt x="3663" y="24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19"/>
            <p:cNvSpPr/>
            <p:nvPr/>
          </p:nvSpPr>
          <p:spPr>
            <a:xfrm>
              <a:off x="3653373" y="3227201"/>
              <a:ext cx="1185" cy="2826"/>
            </a:xfrm>
            <a:custGeom>
              <a:avLst/>
              <a:pathLst>
                <a:path w="1185" h="2826">
                  <a:moveTo>
                    <a:pt x="750" y="1920"/>
                  </a:moveTo>
                  <a:lnTo>
                    <a:pt x="0" y="2826"/>
                  </a:lnTo>
                  <a:lnTo>
                    <a:pt x="513" y="481"/>
                  </a:lnTo>
                  <a:lnTo>
                    <a:pt x="1039" y="0"/>
                  </a:lnTo>
                  <a:lnTo>
                    <a:pt x="1185" y="9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0"/>
            <p:cNvSpPr/>
            <p:nvPr/>
          </p:nvSpPr>
          <p:spPr>
            <a:xfrm>
              <a:off x="3653422" y="3218389"/>
              <a:ext cx="1184" cy="3464"/>
            </a:xfrm>
            <a:custGeom>
              <a:avLst/>
              <a:pathLst>
                <a:path w="1184" h="3464">
                  <a:moveTo>
                    <a:pt x="1060" y="2836"/>
                  </a:moveTo>
                  <a:lnTo>
                    <a:pt x="910" y="3464"/>
                  </a:lnTo>
                  <a:lnTo>
                    <a:pt x="704" y="3327"/>
                  </a:lnTo>
                  <a:lnTo>
                    <a:pt x="0" y="1760"/>
                  </a:lnTo>
                  <a:lnTo>
                    <a:pt x="772" y="0"/>
                  </a:lnTo>
                  <a:lnTo>
                    <a:pt x="1184" y="1631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1"/>
            <p:cNvSpPr/>
            <p:nvPr/>
          </p:nvSpPr>
          <p:spPr>
            <a:xfrm>
              <a:off x="3651775" y="3178054"/>
              <a:ext cx="857" cy="4471"/>
            </a:xfrm>
            <a:custGeom>
              <a:avLst/>
              <a:pathLst>
                <a:path w="857" h="4471">
                  <a:moveTo>
                    <a:pt x="468" y="3814"/>
                  </a:moveTo>
                  <a:lnTo>
                    <a:pt x="109" y="4471"/>
                  </a:lnTo>
                  <a:lnTo>
                    <a:pt x="0" y="3322"/>
                  </a:lnTo>
                  <a:lnTo>
                    <a:pt x="235" y="744"/>
                  </a:lnTo>
                  <a:lnTo>
                    <a:pt x="605" y="0"/>
                  </a:lnTo>
                  <a:lnTo>
                    <a:pt x="857" y="1907"/>
                  </a:lnTo>
                  <a:lnTo>
                    <a:pt x="697" y="2962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2"/>
            <p:cNvSpPr/>
            <p:nvPr/>
          </p:nvSpPr>
          <p:spPr>
            <a:xfrm>
              <a:off x="3653011" y="3072752"/>
              <a:ext cx="118412" cy="188773"/>
            </a:xfrm>
            <a:custGeom>
              <a:avLst/>
              <a:pathLst>
                <a:path w="118412" h="188773">
                  <a:moveTo>
                    <a:pt x="118412" y="69373"/>
                  </a:moveTo>
                  <a:lnTo>
                    <a:pt x="112687" y="74634"/>
                  </a:lnTo>
                  <a:lnTo>
                    <a:pt x="111177" y="76971"/>
                  </a:lnTo>
                  <a:lnTo>
                    <a:pt x="109806" y="79858"/>
                  </a:lnTo>
                  <a:lnTo>
                    <a:pt x="108779" y="83468"/>
                  </a:lnTo>
                  <a:lnTo>
                    <a:pt x="108060" y="89808"/>
                  </a:lnTo>
                  <a:lnTo>
                    <a:pt x="108606" y="95607"/>
                  </a:lnTo>
                  <a:lnTo>
                    <a:pt x="108554" y="98712"/>
                  </a:lnTo>
                  <a:lnTo>
                    <a:pt x="107076" y="100768"/>
                  </a:lnTo>
                  <a:lnTo>
                    <a:pt x="105696" y="102252"/>
                  </a:lnTo>
                  <a:lnTo>
                    <a:pt x="104163" y="104510"/>
                  </a:lnTo>
                  <a:lnTo>
                    <a:pt x="103230" y="105076"/>
                  </a:lnTo>
                  <a:lnTo>
                    <a:pt x="102468" y="106880"/>
                  </a:lnTo>
                  <a:lnTo>
                    <a:pt x="101584" y="108129"/>
                  </a:lnTo>
                  <a:lnTo>
                    <a:pt x="98391" y="111396"/>
                  </a:lnTo>
                  <a:lnTo>
                    <a:pt x="94901" y="113922"/>
                  </a:lnTo>
                  <a:lnTo>
                    <a:pt x="89358" y="116953"/>
                  </a:lnTo>
                  <a:lnTo>
                    <a:pt x="87218" y="120233"/>
                  </a:lnTo>
                  <a:lnTo>
                    <a:pt x="85269" y="122484"/>
                  </a:lnTo>
                  <a:lnTo>
                    <a:pt x="82310" y="123160"/>
                  </a:lnTo>
                  <a:lnTo>
                    <a:pt x="78248" y="126284"/>
                  </a:lnTo>
                  <a:lnTo>
                    <a:pt x="75991" y="128785"/>
                  </a:lnTo>
                  <a:lnTo>
                    <a:pt x="73187" y="132855"/>
                  </a:lnTo>
                  <a:lnTo>
                    <a:pt x="72564" y="134143"/>
                  </a:lnTo>
                  <a:lnTo>
                    <a:pt x="72071" y="137140"/>
                  </a:lnTo>
                  <a:lnTo>
                    <a:pt x="71208" y="139727"/>
                  </a:lnTo>
                  <a:lnTo>
                    <a:pt x="69520" y="143970"/>
                  </a:lnTo>
                  <a:lnTo>
                    <a:pt x="68252" y="146149"/>
                  </a:lnTo>
                  <a:lnTo>
                    <a:pt x="67405" y="146264"/>
                  </a:lnTo>
                  <a:lnTo>
                    <a:pt x="65761" y="147456"/>
                  </a:lnTo>
                  <a:lnTo>
                    <a:pt x="63817" y="147700"/>
                  </a:lnTo>
                  <a:lnTo>
                    <a:pt x="60548" y="146210"/>
                  </a:lnTo>
                  <a:lnTo>
                    <a:pt x="59709" y="147251"/>
                  </a:lnTo>
                  <a:lnTo>
                    <a:pt x="59017" y="148903"/>
                  </a:lnTo>
                  <a:lnTo>
                    <a:pt x="56500" y="151814"/>
                  </a:lnTo>
                  <a:lnTo>
                    <a:pt x="53937" y="157630"/>
                  </a:lnTo>
                  <a:lnTo>
                    <a:pt x="52062" y="159173"/>
                  </a:lnTo>
                  <a:lnTo>
                    <a:pt x="49031" y="161003"/>
                  </a:lnTo>
                  <a:lnTo>
                    <a:pt x="46910" y="163422"/>
                  </a:lnTo>
                  <a:lnTo>
                    <a:pt x="45486" y="164394"/>
                  </a:lnTo>
                  <a:lnTo>
                    <a:pt x="43651" y="164900"/>
                  </a:lnTo>
                  <a:lnTo>
                    <a:pt x="40258" y="164656"/>
                  </a:lnTo>
                  <a:lnTo>
                    <a:pt x="37040" y="165529"/>
                  </a:lnTo>
                  <a:lnTo>
                    <a:pt x="34060" y="167171"/>
                  </a:lnTo>
                  <a:lnTo>
                    <a:pt x="32660" y="170280"/>
                  </a:lnTo>
                  <a:lnTo>
                    <a:pt x="31065" y="175199"/>
                  </a:lnTo>
                  <a:lnTo>
                    <a:pt x="28457" y="177230"/>
                  </a:lnTo>
                  <a:lnTo>
                    <a:pt x="27843" y="178995"/>
                  </a:lnTo>
                  <a:lnTo>
                    <a:pt x="27035" y="182621"/>
                  </a:lnTo>
                  <a:lnTo>
                    <a:pt x="25345" y="183557"/>
                  </a:lnTo>
                  <a:lnTo>
                    <a:pt x="23817" y="184160"/>
                  </a:lnTo>
                  <a:lnTo>
                    <a:pt x="22256" y="182580"/>
                  </a:lnTo>
                  <a:lnTo>
                    <a:pt x="19312" y="186956"/>
                  </a:lnTo>
                  <a:lnTo>
                    <a:pt x="18197" y="187681"/>
                  </a:lnTo>
                  <a:lnTo>
                    <a:pt x="16507" y="187857"/>
                  </a:lnTo>
                  <a:lnTo>
                    <a:pt x="15307" y="188773"/>
                  </a:lnTo>
                  <a:lnTo>
                    <a:pt x="14443" y="188512"/>
                  </a:lnTo>
                  <a:lnTo>
                    <a:pt x="13371" y="186801"/>
                  </a:lnTo>
                  <a:lnTo>
                    <a:pt x="11089" y="184730"/>
                  </a:lnTo>
                  <a:lnTo>
                    <a:pt x="9422" y="186079"/>
                  </a:lnTo>
                  <a:lnTo>
                    <a:pt x="9282" y="181937"/>
                  </a:lnTo>
                  <a:lnTo>
                    <a:pt x="6519" y="169288"/>
                  </a:lnTo>
                  <a:lnTo>
                    <a:pt x="7094" y="158273"/>
                  </a:lnTo>
                  <a:lnTo>
                    <a:pt x="7092" y="156716"/>
                  </a:lnTo>
                  <a:lnTo>
                    <a:pt x="6543" y="151799"/>
                  </a:lnTo>
                  <a:lnTo>
                    <a:pt x="4897" y="147306"/>
                  </a:lnTo>
                  <a:lnTo>
                    <a:pt x="4945" y="141613"/>
                  </a:lnTo>
                  <a:lnTo>
                    <a:pt x="4394" y="137538"/>
                  </a:lnTo>
                  <a:lnTo>
                    <a:pt x="3956" y="133355"/>
                  </a:lnTo>
                  <a:lnTo>
                    <a:pt x="4098" y="132242"/>
                  </a:lnTo>
                  <a:lnTo>
                    <a:pt x="4125" y="131234"/>
                  </a:lnTo>
                  <a:lnTo>
                    <a:pt x="3283" y="124785"/>
                  </a:lnTo>
                  <a:lnTo>
                    <a:pt x="3001" y="123478"/>
                  </a:lnTo>
                  <a:lnTo>
                    <a:pt x="2897" y="122127"/>
                  </a:lnTo>
                  <a:lnTo>
                    <a:pt x="3173" y="121094"/>
                  </a:lnTo>
                  <a:lnTo>
                    <a:pt x="3163" y="119897"/>
                  </a:lnTo>
                  <a:lnTo>
                    <a:pt x="2716" y="117917"/>
                  </a:lnTo>
                  <a:lnTo>
                    <a:pt x="2246" y="114153"/>
                  </a:lnTo>
                  <a:lnTo>
                    <a:pt x="0" y="111202"/>
                  </a:lnTo>
                  <a:lnTo>
                    <a:pt x="454" y="108439"/>
                  </a:lnTo>
                  <a:lnTo>
                    <a:pt x="892" y="109407"/>
                  </a:lnTo>
                  <a:lnTo>
                    <a:pt x="1483" y="110230"/>
                  </a:lnTo>
                  <a:lnTo>
                    <a:pt x="1603" y="108441"/>
                  </a:lnTo>
                  <a:lnTo>
                    <a:pt x="1613" y="107100"/>
                  </a:lnTo>
                  <a:lnTo>
                    <a:pt x="674" y="98738"/>
                  </a:lnTo>
                  <a:lnTo>
                    <a:pt x="2064" y="87586"/>
                  </a:lnTo>
                  <a:lnTo>
                    <a:pt x="1606" y="77547"/>
                  </a:lnTo>
                  <a:lnTo>
                    <a:pt x="3730" y="73490"/>
                  </a:lnTo>
                  <a:lnTo>
                    <a:pt x="4267" y="72269"/>
                  </a:lnTo>
                  <a:lnTo>
                    <a:pt x="4575" y="71199"/>
                  </a:lnTo>
                  <a:lnTo>
                    <a:pt x="5075" y="68907"/>
                  </a:lnTo>
                  <a:lnTo>
                    <a:pt x="5759" y="68161"/>
                  </a:lnTo>
                  <a:lnTo>
                    <a:pt x="6001" y="65750"/>
                  </a:lnTo>
                  <a:lnTo>
                    <a:pt x="5980" y="64544"/>
                  </a:lnTo>
                  <a:lnTo>
                    <a:pt x="5539" y="63511"/>
                  </a:lnTo>
                  <a:lnTo>
                    <a:pt x="5208" y="60698"/>
                  </a:lnTo>
                  <a:lnTo>
                    <a:pt x="5318" y="57138"/>
                  </a:lnTo>
                  <a:lnTo>
                    <a:pt x="5429" y="55645"/>
                  </a:lnTo>
                  <a:lnTo>
                    <a:pt x="5656" y="52925"/>
                  </a:lnTo>
                  <a:lnTo>
                    <a:pt x="6399" y="51914"/>
                  </a:lnTo>
                  <a:lnTo>
                    <a:pt x="6575" y="51110"/>
                  </a:lnTo>
                  <a:lnTo>
                    <a:pt x="6001" y="49389"/>
                  </a:lnTo>
                  <a:lnTo>
                    <a:pt x="6053" y="48364"/>
                  </a:lnTo>
                  <a:lnTo>
                    <a:pt x="7316" y="45486"/>
                  </a:lnTo>
                  <a:lnTo>
                    <a:pt x="7815" y="44622"/>
                  </a:lnTo>
                  <a:lnTo>
                    <a:pt x="8631" y="43729"/>
                  </a:lnTo>
                  <a:lnTo>
                    <a:pt x="9270" y="43739"/>
                  </a:lnTo>
                  <a:lnTo>
                    <a:pt x="10009" y="44247"/>
                  </a:lnTo>
                  <a:lnTo>
                    <a:pt x="10667" y="45053"/>
                  </a:lnTo>
                  <a:lnTo>
                    <a:pt x="11305" y="46518"/>
                  </a:lnTo>
                  <a:lnTo>
                    <a:pt x="11982" y="48183"/>
                  </a:lnTo>
                  <a:lnTo>
                    <a:pt x="13018" y="48815"/>
                  </a:lnTo>
                  <a:lnTo>
                    <a:pt x="13724" y="48653"/>
                  </a:lnTo>
                  <a:lnTo>
                    <a:pt x="14298" y="49389"/>
                  </a:lnTo>
                  <a:lnTo>
                    <a:pt x="14783" y="48986"/>
                  </a:lnTo>
                  <a:lnTo>
                    <a:pt x="15334" y="48125"/>
                  </a:lnTo>
                  <a:lnTo>
                    <a:pt x="16216" y="48183"/>
                  </a:lnTo>
                  <a:lnTo>
                    <a:pt x="17012" y="47207"/>
                  </a:lnTo>
                  <a:lnTo>
                    <a:pt x="19268" y="46740"/>
                  </a:lnTo>
                  <a:lnTo>
                    <a:pt x="21446" y="47036"/>
                  </a:lnTo>
                  <a:lnTo>
                    <a:pt x="23721" y="46228"/>
                  </a:lnTo>
                  <a:lnTo>
                    <a:pt x="25988" y="46290"/>
                  </a:lnTo>
                  <a:lnTo>
                    <a:pt x="28277" y="46353"/>
                  </a:lnTo>
                  <a:lnTo>
                    <a:pt x="28785" y="46473"/>
                  </a:lnTo>
                  <a:lnTo>
                    <a:pt x="29283" y="46981"/>
                  </a:lnTo>
                  <a:lnTo>
                    <a:pt x="31213" y="49535"/>
                  </a:lnTo>
                  <a:lnTo>
                    <a:pt x="32675" y="50058"/>
                  </a:lnTo>
                  <a:lnTo>
                    <a:pt x="35617" y="50757"/>
                  </a:lnTo>
                  <a:lnTo>
                    <a:pt x="38756" y="51503"/>
                  </a:lnTo>
                  <a:lnTo>
                    <a:pt x="41476" y="52149"/>
                  </a:lnTo>
                  <a:lnTo>
                    <a:pt x="43782" y="51547"/>
                  </a:lnTo>
                  <a:lnTo>
                    <a:pt x="45696" y="51048"/>
                  </a:lnTo>
                  <a:lnTo>
                    <a:pt x="46214" y="51136"/>
                  </a:lnTo>
                  <a:lnTo>
                    <a:pt x="46792" y="52716"/>
                  </a:lnTo>
                  <a:lnTo>
                    <a:pt x="47944" y="56649"/>
                  </a:lnTo>
                  <a:lnTo>
                    <a:pt x="49031" y="60359"/>
                  </a:lnTo>
                  <a:lnTo>
                    <a:pt x="50937" y="60559"/>
                  </a:lnTo>
                  <a:lnTo>
                    <a:pt x="52160" y="59163"/>
                  </a:lnTo>
                  <a:lnTo>
                    <a:pt x="53504" y="57199"/>
                  </a:lnTo>
                  <a:lnTo>
                    <a:pt x="54324" y="55678"/>
                  </a:lnTo>
                  <a:lnTo>
                    <a:pt x="55273" y="49643"/>
                  </a:lnTo>
                  <a:lnTo>
                    <a:pt x="55889" y="45736"/>
                  </a:lnTo>
                  <a:lnTo>
                    <a:pt x="57298" y="41348"/>
                  </a:lnTo>
                  <a:lnTo>
                    <a:pt x="58480" y="37676"/>
                  </a:lnTo>
                  <a:lnTo>
                    <a:pt x="60044" y="32808"/>
                  </a:lnTo>
                  <a:lnTo>
                    <a:pt x="60909" y="30116"/>
                  </a:lnTo>
                  <a:lnTo>
                    <a:pt x="62617" y="24797"/>
                  </a:lnTo>
                  <a:lnTo>
                    <a:pt x="64249" y="22725"/>
                  </a:lnTo>
                  <a:lnTo>
                    <a:pt x="67396" y="18726"/>
                  </a:lnTo>
                  <a:lnTo>
                    <a:pt x="70483" y="14801"/>
                  </a:lnTo>
                  <a:lnTo>
                    <a:pt x="72495" y="12243"/>
                  </a:lnTo>
                  <a:lnTo>
                    <a:pt x="74203" y="11075"/>
                  </a:lnTo>
                  <a:lnTo>
                    <a:pt x="77072" y="10070"/>
                  </a:lnTo>
                  <a:lnTo>
                    <a:pt x="80445" y="8889"/>
                  </a:lnTo>
                  <a:lnTo>
                    <a:pt x="83816" y="7709"/>
                  </a:lnTo>
                  <a:lnTo>
                    <a:pt x="87408" y="6452"/>
                  </a:lnTo>
                  <a:lnTo>
                    <a:pt x="91415" y="5048"/>
                  </a:lnTo>
                  <a:lnTo>
                    <a:pt x="94161" y="4086"/>
                  </a:lnTo>
                  <a:lnTo>
                    <a:pt x="97663" y="2859"/>
                  </a:lnTo>
                  <a:lnTo>
                    <a:pt x="100576" y="1839"/>
                  </a:lnTo>
                  <a:lnTo>
                    <a:pt x="103166" y="933"/>
                  </a:lnTo>
                  <a:lnTo>
                    <a:pt x="105830" y="0"/>
                  </a:lnTo>
                  <a:lnTo>
                    <a:pt x="106333" y="2950"/>
                  </a:lnTo>
                  <a:lnTo>
                    <a:pt x="106836" y="5902"/>
                  </a:lnTo>
                  <a:lnTo>
                    <a:pt x="107339" y="8854"/>
                  </a:lnTo>
                  <a:lnTo>
                    <a:pt x="107841" y="11806"/>
                  </a:lnTo>
                  <a:lnTo>
                    <a:pt x="108344" y="14758"/>
                  </a:lnTo>
                  <a:lnTo>
                    <a:pt x="108847" y="17709"/>
                  </a:lnTo>
                  <a:lnTo>
                    <a:pt x="109349" y="20661"/>
                  </a:lnTo>
                  <a:lnTo>
                    <a:pt x="109851" y="23611"/>
                  </a:lnTo>
                  <a:lnTo>
                    <a:pt x="110355" y="26563"/>
                  </a:lnTo>
                  <a:lnTo>
                    <a:pt x="110857" y="29514"/>
                  </a:lnTo>
                  <a:lnTo>
                    <a:pt x="111359" y="32466"/>
                  </a:lnTo>
                  <a:lnTo>
                    <a:pt x="111863" y="35418"/>
                  </a:lnTo>
                  <a:lnTo>
                    <a:pt x="112365" y="38370"/>
                  </a:lnTo>
                  <a:lnTo>
                    <a:pt x="112868" y="41321"/>
                  </a:lnTo>
                  <a:lnTo>
                    <a:pt x="113371" y="44273"/>
                  </a:lnTo>
                  <a:lnTo>
                    <a:pt x="113873" y="47225"/>
                  </a:lnTo>
                  <a:lnTo>
                    <a:pt x="114365" y="50107"/>
                  </a:lnTo>
                  <a:lnTo>
                    <a:pt x="115175" y="51067"/>
                  </a:lnTo>
                  <a:lnTo>
                    <a:pt x="115657" y="53792"/>
                  </a:lnTo>
                  <a:lnTo>
                    <a:pt x="116346" y="57688"/>
                  </a:lnTo>
                  <a:lnTo>
                    <a:pt x="117035" y="61582"/>
                  </a:lnTo>
                  <a:lnTo>
                    <a:pt x="117724" y="65478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3"/>
            <p:cNvSpPr/>
            <p:nvPr/>
          </p:nvSpPr>
          <p:spPr>
            <a:xfrm>
              <a:off x="3595464" y="5017675"/>
              <a:ext cx="3380" cy="4103"/>
            </a:xfrm>
            <a:custGeom>
              <a:avLst/>
              <a:pathLst>
                <a:path w="3380" h="4103">
                  <a:moveTo>
                    <a:pt x="3030" y="3552"/>
                  </a:moveTo>
                  <a:lnTo>
                    <a:pt x="2542" y="4103"/>
                  </a:lnTo>
                  <a:lnTo>
                    <a:pt x="247" y="3618"/>
                  </a:lnTo>
                  <a:lnTo>
                    <a:pt x="0" y="2481"/>
                  </a:lnTo>
                  <a:lnTo>
                    <a:pt x="677" y="735"/>
                  </a:lnTo>
                  <a:lnTo>
                    <a:pt x="1076" y="0"/>
                  </a:lnTo>
                  <a:lnTo>
                    <a:pt x="2265" y="398"/>
                  </a:lnTo>
                  <a:lnTo>
                    <a:pt x="3211" y="1815"/>
                  </a:lnTo>
                  <a:lnTo>
                    <a:pt x="3380" y="2294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4"/>
            <p:cNvSpPr/>
            <p:nvPr/>
          </p:nvSpPr>
          <p:spPr>
            <a:xfrm>
              <a:off x="3355381" y="4288472"/>
              <a:ext cx="186667" cy="373483"/>
            </a:xfrm>
            <a:custGeom>
              <a:avLst/>
              <a:pathLst>
                <a:path w="186667" h="373483">
                  <a:moveTo>
                    <a:pt x="168518" y="7557"/>
                  </a:moveTo>
                  <a:lnTo>
                    <a:pt x="168578" y="9112"/>
                  </a:lnTo>
                  <a:lnTo>
                    <a:pt x="168658" y="9819"/>
                  </a:lnTo>
                  <a:lnTo>
                    <a:pt x="169201" y="13926"/>
                  </a:lnTo>
                  <a:lnTo>
                    <a:pt x="170011" y="20058"/>
                  </a:lnTo>
                  <a:lnTo>
                    <a:pt x="170549" y="25719"/>
                  </a:lnTo>
                  <a:lnTo>
                    <a:pt x="171287" y="33485"/>
                  </a:lnTo>
                  <a:lnTo>
                    <a:pt x="171264" y="37807"/>
                  </a:lnTo>
                  <a:lnTo>
                    <a:pt x="171445" y="39478"/>
                  </a:lnTo>
                  <a:lnTo>
                    <a:pt x="172109" y="41564"/>
                  </a:lnTo>
                  <a:lnTo>
                    <a:pt x="172921" y="45148"/>
                  </a:lnTo>
                  <a:lnTo>
                    <a:pt x="173198" y="47183"/>
                  </a:lnTo>
                  <a:lnTo>
                    <a:pt x="173471" y="48703"/>
                  </a:lnTo>
                  <a:lnTo>
                    <a:pt x="174329" y="51589"/>
                  </a:lnTo>
                  <a:lnTo>
                    <a:pt x="174996" y="55964"/>
                  </a:lnTo>
                  <a:lnTo>
                    <a:pt x="175560" y="61755"/>
                  </a:lnTo>
                  <a:lnTo>
                    <a:pt x="176043" y="64534"/>
                  </a:lnTo>
                  <a:lnTo>
                    <a:pt x="176225" y="65899"/>
                  </a:lnTo>
                  <a:lnTo>
                    <a:pt x="176444" y="68386"/>
                  </a:lnTo>
                  <a:lnTo>
                    <a:pt x="176414" y="73636"/>
                  </a:lnTo>
                  <a:lnTo>
                    <a:pt x="176427" y="79716"/>
                  </a:lnTo>
                  <a:lnTo>
                    <a:pt x="176443" y="86505"/>
                  </a:lnTo>
                  <a:lnTo>
                    <a:pt x="176457" y="92109"/>
                  </a:lnTo>
                  <a:lnTo>
                    <a:pt x="176371" y="94946"/>
                  </a:lnTo>
                  <a:lnTo>
                    <a:pt x="176429" y="102997"/>
                  </a:lnTo>
                  <a:lnTo>
                    <a:pt x="175700" y="107193"/>
                  </a:lnTo>
                  <a:lnTo>
                    <a:pt x="175791" y="110485"/>
                  </a:lnTo>
                  <a:lnTo>
                    <a:pt x="176017" y="112621"/>
                  </a:lnTo>
                  <a:lnTo>
                    <a:pt x="175715" y="112950"/>
                  </a:lnTo>
                  <a:lnTo>
                    <a:pt x="175145" y="113330"/>
                  </a:lnTo>
                  <a:lnTo>
                    <a:pt x="172522" y="109951"/>
                  </a:lnTo>
                  <a:lnTo>
                    <a:pt x="169963" y="106385"/>
                  </a:lnTo>
                  <a:lnTo>
                    <a:pt x="169594" y="106278"/>
                  </a:lnTo>
                  <a:lnTo>
                    <a:pt x="169055" y="106650"/>
                  </a:lnTo>
                  <a:lnTo>
                    <a:pt x="167603" y="109244"/>
                  </a:lnTo>
                  <a:lnTo>
                    <a:pt x="166249" y="113302"/>
                  </a:lnTo>
                  <a:lnTo>
                    <a:pt x="165627" y="116761"/>
                  </a:lnTo>
                  <a:lnTo>
                    <a:pt x="164627" y="120337"/>
                  </a:lnTo>
                  <a:lnTo>
                    <a:pt x="163016" y="126091"/>
                  </a:lnTo>
                  <a:lnTo>
                    <a:pt x="162854" y="127332"/>
                  </a:lnTo>
                  <a:lnTo>
                    <a:pt x="162836" y="132006"/>
                  </a:lnTo>
                  <a:lnTo>
                    <a:pt x="162914" y="136456"/>
                  </a:lnTo>
                  <a:lnTo>
                    <a:pt x="163055" y="137077"/>
                  </a:lnTo>
                  <a:lnTo>
                    <a:pt x="163924" y="137287"/>
                  </a:lnTo>
                  <a:lnTo>
                    <a:pt x="164546" y="140935"/>
                  </a:lnTo>
                  <a:lnTo>
                    <a:pt x="165969" y="146740"/>
                  </a:lnTo>
                  <a:lnTo>
                    <a:pt x="168361" y="150466"/>
                  </a:lnTo>
                  <a:lnTo>
                    <a:pt x="170581" y="152154"/>
                  </a:lnTo>
                  <a:lnTo>
                    <a:pt x="173681" y="152581"/>
                  </a:lnTo>
                  <a:lnTo>
                    <a:pt x="176132" y="152460"/>
                  </a:lnTo>
                  <a:lnTo>
                    <a:pt x="175992" y="148553"/>
                  </a:lnTo>
                  <a:lnTo>
                    <a:pt x="176232" y="142259"/>
                  </a:lnTo>
                  <a:lnTo>
                    <a:pt x="176545" y="138029"/>
                  </a:lnTo>
                  <a:lnTo>
                    <a:pt x="176886" y="137841"/>
                  </a:lnTo>
                  <a:lnTo>
                    <a:pt x="177532" y="138245"/>
                  </a:lnTo>
                  <a:lnTo>
                    <a:pt x="177887" y="138678"/>
                  </a:lnTo>
                  <a:lnTo>
                    <a:pt x="178871" y="138502"/>
                  </a:lnTo>
                  <a:lnTo>
                    <a:pt x="180619" y="139333"/>
                  </a:lnTo>
                  <a:lnTo>
                    <a:pt x="182029" y="139241"/>
                  </a:lnTo>
                  <a:lnTo>
                    <a:pt x="183290" y="139160"/>
                  </a:lnTo>
                  <a:lnTo>
                    <a:pt x="185423" y="139019"/>
                  </a:lnTo>
                  <a:lnTo>
                    <a:pt x="186667" y="138969"/>
                  </a:lnTo>
                  <a:lnTo>
                    <a:pt x="186247" y="145791"/>
                  </a:lnTo>
                  <a:lnTo>
                    <a:pt x="184620" y="156471"/>
                  </a:lnTo>
                  <a:lnTo>
                    <a:pt x="184065" y="161368"/>
                  </a:lnTo>
                  <a:lnTo>
                    <a:pt x="182677" y="178872"/>
                  </a:lnTo>
                  <a:lnTo>
                    <a:pt x="180865" y="187694"/>
                  </a:lnTo>
                  <a:lnTo>
                    <a:pt x="179849" y="191335"/>
                  </a:lnTo>
                  <a:lnTo>
                    <a:pt x="176914" y="197779"/>
                  </a:lnTo>
                  <a:lnTo>
                    <a:pt x="176098" y="199086"/>
                  </a:lnTo>
                  <a:lnTo>
                    <a:pt x="175373" y="199923"/>
                  </a:lnTo>
                  <a:lnTo>
                    <a:pt x="174086" y="200662"/>
                  </a:lnTo>
                  <a:lnTo>
                    <a:pt x="169055" y="213693"/>
                  </a:lnTo>
                  <a:lnTo>
                    <a:pt x="167179" y="219978"/>
                  </a:lnTo>
                  <a:lnTo>
                    <a:pt x="165514" y="229140"/>
                  </a:lnTo>
                  <a:lnTo>
                    <a:pt x="163860" y="234170"/>
                  </a:lnTo>
                  <a:lnTo>
                    <a:pt x="161429" y="244899"/>
                  </a:lnTo>
                  <a:lnTo>
                    <a:pt x="159256" y="253183"/>
                  </a:lnTo>
                  <a:lnTo>
                    <a:pt x="157172" y="260735"/>
                  </a:lnTo>
                  <a:lnTo>
                    <a:pt x="153567" y="271135"/>
                  </a:lnTo>
                  <a:lnTo>
                    <a:pt x="151966" y="274142"/>
                  </a:lnTo>
                  <a:lnTo>
                    <a:pt x="150886" y="275518"/>
                  </a:lnTo>
                  <a:lnTo>
                    <a:pt x="148022" y="281555"/>
                  </a:lnTo>
                  <a:lnTo>
                    <a:pt x="143990" y="291260"/>
                  </a:lnTo>
                  <a:lnTo>
                    <a:pt x="140903" y="299862"/>
                  </a:lnTo>
                  <a:lnTo>
                    <a:pt x="136286" y="309624"/>
                  </a:lnTo>
                  <a:lnTo>
                    <a:pt x="133614" y="313898"/>
                  </a:lnTo>
                  <a:lnTo>
                    <a:pt x="129600" y="322309"/>
                  </a:lnTo>
                  <a:lnTo>
                    <a:pt x="128481" y="323553"/>
                  </a:lnTo>
                  <a:lnTo>
                    <a:pt x="123958" y="331370"/>
                  </a:lnTo>
                  <a:lnTo>
                    <a:pt x="120707" y="336117"/>
                  </a:lnTo>
                  <a:lnTo>
                    <a:pt x="115440" y="341620"/>
                  </a:lnTo>
                  <a:lnTo>
                    <a:pt x="113349" y="343161"/>
                  </a:lnTo>
                  <a:lnTo>
                    <a:pt x="108353" y="341735"/>
                  </a:lnTo>
                  <a:lnTo>
                    <a:pt x="106267" y="342497"/>
                  </a:lnTo>
                  <a:lnTo>
                    <a:pt x="104525" y="345821"/>
                  </a:lnTo>
                  <a:lnTo>
                    <a:pt x="104363" y="350594"/>
                  </a:lnTo>
                  <a:lnTo>
                    <a:pt x="103637" y="351310"/>
                  </a:lnTo>
                  <a:lnTo>
                    <a:pt x="102536" y="351096"/>
                  </a:lnTo>
                  <a:lnTo>
                    <a:pt x="99044" y="349105"/>
                  </a:lnTo>
                  <a:lnTo>
                    <a:pt x="97150" y="349486"/>
                  </a:lnTo>
                  <a:lnTo>
                    <a:pt x="96044" y="352031"/>
                  </a:lnTo>
                  <a:lnTo>
                    <a:pt x="95154" y="355257"/>
                  </a:lnTo>
                  <a:lnTo>
                    <a:pt x="92523" y="355422"/>
                  </a:lnTo>
                  <a:lnTo>
                    <a:pt x="87839" y="352083"/>
                  </a:lnTo>
                  <a:lnTo>
                    <a:pt x="82330" y="350052"/>
                  </a:lnTo>
                  <a:lnTo>
                    <a:pt x="81055" y="349827"/>
                  </a:lnTo>
                  <a:lnTo>
                    <a:pt x="78384" y="352303"/>
                  </a:lnTo>
                  <a:lnTo>
                    <a:pt x="77451" y="352663"/>
                  </a:lnTo>
                  <a:lnTo>
                    <a:pt x="73560" y="352132"/>
                  </a:lnTo>
                  <a:lnTo>
                    <a:pt x="71402" y="350568"/>
                  </a:lnTo>
                  <a:lnTo>
                    <a:pt x="69339" y="350563"/>
                  </a:lnTo>
                  <a:lnTo>
                    <a:pt x="67756" y="351855"/>
                  </a:lnTo>
                  <a:lnTo>
                    <a:pt x="65838" y="352308"/>
                  </a:lnTo>
                  <a:lnTo>
                    <a:pt x="60654" y="361277"/>
                  </a:lnTo>
                  <a:lnTo>
                    <a:pt x="57977" y="361288"/>
                  </a:lnTo>
                  <a:lnTo>
                    <a:pt x="55667" y="362327"/>
                  </a:lnTo>
                  <a:lnTo>
                    <a:pt x="54521" y="362293"/>
                  </a:lnTo>
                  <a:lnTo>
                    <a:pt x="52378" y="361040"/>
                  </a:lnTo>
                  <a:lnTo>
                    <a:pt x="51579" y="361124"/>
                  </a:lnTo>
                  <a:lnTo>
                    <a:pt x="50359" y="361687"/>
                  </a:lnTo>
                  <a:lnTo>
                    <a:pt x="49137" y="363265"/>
                  </a:lnTo>
                  <a:lnTo>
                    <a:pt x="46356" y="363949"/>
                  </a:lnTo>
                  <a:lnTo>
                    <a:pt x="45275" y="365294"/>
                  </a:lnTo>
                  <a:lnTo>
                    <a:pt x="40573" y="373483"/>
                  </a:lnTo>
                  <a:lnTo>
                    <a:pt x="39502" y="373157"/>
                  </a:lnTo>
                  <a:lnTo>
                    <a:pt x="38636" y="372623"/>
                  </a:lnTo>
                  <a:lnTo>
                    <a:pt x="36194" y="372525"/>
                  </a:lnTo>
                  <a:lnTo>
                    <a:pt x="33429" y="368162"/>
                  </a:lnTo>
                  <a:lnTo>
                    <a:pt x="32370" y="368439"/>
                  </a:lnTo>
                  <a:lnTo>
                    <a:pt x="32654" y="367132"/>
                  </a:lnTo>
                  <a:lnTo>
                    <a:pt x="32740" y="364815"/>
                  </a:lnTo>
                  <a:lnTo>
                    <a:pt x="32156" y="363179"/>
                  </a:lnTo>
                  <a:lnTo>
                    <a:pt x="31762" y="362449"/>
                  </a:lnTo>
                  <a:lnTo>
                    <a:pt x="30677" y="362584"/>
                  </a:lnTo>
                  <a:lnTo>
                    <a:pt x="30100" y="360610"/>
                  </a:lnTo>
                  <a:lnTo>
                    <a:pt x="28440" y="360423"/>
                  </a:lnTo>
                  <a:lnTo>
                    <a:pt x="27866" y="360922"/>
                  </a:lnTo>
                  <a:lnTo>
                    <a:pt x="27069" y="361023"/>
                  </a:lnTo>
                  <a:lnTo>
                    <a:pt x="26998" y="359026"/>
                  </a:lnTo>
                  <a:lnTo>
                    <a:pt x="27061" y="357768"/>
                  </a:lnTo>
                  <a:lnTo>
                    <a:pt x="27012" y="355835"/>
                  </a:lnTo>
                  <a:lnTo>
                    <a:pt x="26812" y="353463"/>
                  </a:lnTo>
                  <a:lnTo>
                    <a:pt x="26169" y="352707"/>
                  </a:lnTo>
                  <a:lnTo>
                    <a:pt x="25676" y="352389"/>
                  </a:lnTo>
                  <a:lnTo>
                    <a:pt x="24500" y="352551"/>
                  </a:lnTo>
                  <a:lnTo>
                    <a:pt x="23691" y="352805"/>
                  </a:lnTo>
                  <a:lnTo>
                    <a:pt x="23310" y="353494"/>
                  </a:lnTo>
                  <a:lnTo>
                    <a:pt x="22876" y="355231"/>
                  </a:lnTo>
                  <a:lnTo>
                    <a:pt x="22870" y="360515"/>
                  </a:lnTo>
                  <a:lnTo>
                    <a:pt x="22288" y="359000"/>
                  </a:lnTo>
                  <a:lnTo>
                    <a:pt x="21626" y="355835"/>
                  </a:lnTo>
                  <a:lnTo>
                    <a:pt x="21414" y="352458"/>
                  </a:lnTo>
                  <a:lnTo>
                    <a:pt x="21653" y="348465"/>
                  </a:lnTo>
                  <a:lnTo>
                    <a:pt x="22909" y="346950"/>
                  </a:lnTo>
                  <a:lnTo>
                    <a:pt x="22811" y="344252"/>
                  </a:lnTo>
                  <a:lnTo>
                    <a:pt x="22545" y="341911"/>
                  </a:lnTo>
                  <a:lnTo>
                    <a:pt x="21142" y="335918"/>
                  </a:lnTo>
                  <a:lnTo>
                    <a:pt x="20595" y="333177"/>
                  </a:lnTo>
                  <a:lnTo>
                    <a:pt x="19404" y="331318"/>
                  </a:lnTo>
                  <a:lnTo>
                    <a:pt x="18478" y="326843"/>
                  </a:lnTo>
                  <a:lnTo>
                    <a:pt x="17544" y="325218"/>
                  </a:lnTo>
                  <a:lnTo>
                    <a:pt x="17156" y="322087"/>
                  </a:lnTo>
                  <a:lnTo>
                    <a:pt x="16245" y="319579"/>
                  </a:lnTo>
                  <a:lnTo>
                    <a:pt x="15937" y="315617"/>
                  </a:lnTo>
                  <a:lnTo>
                    <a:pt x="16439" y="313343"/>
                  </a:lnTo>
                  <a:lnTo>
                    <a:pt x="17233" y="312106"/>
                  </a:lnTo>
                  <a:lnTo>
                    <a:pt x="18043" y="314071"/>
                  </a:lnTo>
                  <a:lnTo>
                    <a:pt x="19048" y="313303"/>
                  </a:lnTo>
                  <a:lnTo>
                    <a:pt x="20477" y="310438"/>
                  </a:lnTo>
                  <a:lnTo>
                    <a:pt x="21322" y="306089"/>
                  </a:lnTo>
                  <a:lnTo>
                    <a:pt x="21374" y="299132"/>
                  </a:lnTo>
                  <a:lnTo>
                    <a:pt x="21157" y="294786"/>
                  </a:lnTo>
                  <a:lnTo>
                    <a:pt x="20022" y="283558"/>
                  </a:lnTo>
                  <a:lnTo>
                    <a:pt x="19487" y="280978"/>
                  </a:lnTo>
                  <a:lnTo>
                    <a:pt x="16931" y="272941"/>
                  </a:lnTo>
                  <a:lnTo>
                    <a:pt x="13965" y="262181"/>
                  </a:lnTo>
                  <a:lnTo>
                    <a:pt x="10214" y="245213"/>
                  </a:lnTo>
                  <a:lnTo>
                    <a:pt x="8420" y="235018"/>
                  </a:lnTo>
                  <a:lnTo>
                    <a:pt x="5705" y="214441"/>
                  </a:lnTo>
                  <a:lnTo>
                    <a:pt x="3314" y="202797"/>
                  </a:lnTo>
                  <a:lnTo>
                    <a:pt x="377" y="191927"/>
                  </a:lnTo>
                  <a:lnTo>
                    <a:pt x="0" y="191220"/>
                  </a:lnTo>
                  <a:lnTo>
                    <a:pt x="449" y="189898"/>
                  </a:lnTo>
                  <a:lnTo>
                    <a:pt x="2028" y="187388"/>
                  </a:lnTo>
                  <a:lnTo>
                    <a:pt x="2746" y="186710"/>
                  </a:lnTo>
                  <a:lnTo>
                    <a:pt x="3128" y="187021"/>
                  </a:lnTo>
                  <a:lnTo>
                    <a:pt x="3499" y="186332"/>
                  </a:lnTo>
                  <a:lnTo>
                    <a:pt x="3860" y="184635"/>
                  </a:lnTo>
                  <a:lnTo>
                    <a:pt x="3940" y="183042"/>
                  </a:lnTo>
                  <a:lnTo>
                    <a:pt x="4117" y="180788"/>
                  </a:lnTo>
                  <a:lnTo>
                    <a:pt x="4470" y="179441"/>
                  </a:lnTo>
                  <a:lnTo>
                    <a:pt x="4857" y="176751"/>
                  </a:lnTo>
                  <a:lnTo>
                    <a:pt x="5515" y="175029"/>
                  </a:lnTo>
                  <a:lnTo>
                    <a:pt x="6911" y="173889"/>
                  </a:lnTo>
                  <a:lnTo>
                    <a:pt x="7969" y="175401"/>
                  </a:lnTo>
                  <a:lnTo>
                    <a:pt x="8413" y="176887"/>
                  </a:lnTo>
                  <a:lnTo>
                    <a:pt x="8596" y="178846"/>
                  </a:lnTo>
                  <a:lnTo>
                    <a:pt x="9064" y="179793"/>
                  </a:lnTo>
                  <a:lnTo>
                    <a:pt x="9816" y="179726"/>
                  </a:lnTo>
                  <a:lnTo>
                    <a:pt x="10346" y="180933"/>
                  </a:lnTo>
                  <a:lnTo>
                    <a:pt x="10653" y="183408"/>
                  </a:lnTo>
                  <a:lnTo>
                    <a:pt x="10591" y="185203"/>
                  </a:lnTo>
                  <a:lnTo>
                    <a:pt x="10163" y="186317"/>
                  </a:lnTo>
                  <a:lnTo>
                    <a:pt x="10223" y="187780"/>
                  </a:lnTo>
                  <a:lnTo>
                    <a:pt x="10768" y="189598"/>
                  </a:lnTo>
                  <a:lnTo>
                    <a:pt x="10993" y="191324"/>
                  </a:lnTo>
                  <a:lnTo>
                    <a:pt x="11359" y="193601"/>
                  </a:lnTo>
                  <a:lnTo>
                    <a:pt x="13277" y="194928"/>
                  </a:lnTo>
                  <a:lnTo>
                    <a:pt x="14214" y="195675"/>
                  </a:lnTo>
                  <a:lnTo>
                    <a:pt x="15830" y="195929"/>
                  </a:lnTo>
                  <a:lnTo>
                    <a:pt x="17357" y="196945"/>
                  </a:lnTo>
                  <a:lnTo>
                    <a:pt x="18795" y="198728"/>
                  </a:lnTo>
                  <a:lnTo>
                    <a:pt x="21158" y="199158"/>
                  </a:lnTo>
                  <a:lnTo>
                    <a:pt x="24446" y="198244"/>
                  </a:lnTo>
                  <a:lnTo>
                    <a:pt x="27153" y="198653"/>
                  </a:lnTo>
                  <a:lnTo>
                    <a:pt x="29280" y="200391"/>
                  </a:lnTo>
                  <a:lnTo>
                    <a:pt x="30820" y="200711"/>
                  </a:lnTo>
                  <a:lnTo>
                    <a:pt x="31775" y="199614"/>
                  </a:lnTo>
                  <a:lnTo>
                    <a:pt x="32188" y="198027"/>
                  </a:lnTo>
                  <a:lnTo>
                    <a:pt x="32061" y="195952"/>
                  </a:lnTo>
                  <a:lnTo>
                    <a:pt x="32534" y="194639"/>
                  </a:lnTo>
                  <a:lnTo>
                    <a:pt x="33608" y="194082"/>
                  </a:lnTo>
                  <a:lnTo>
                    <a:pt x="34467" y="192521"/>
                  </a:lnTo>
                  <a:lnTo>
                    <a:pt x="35114" y="189950"/>
                  </a:lnTo>
                  <a:lnTo>
                    <a:pt x="36609" y="187861"/>
                  </a:lnTo>
                  <a:lnTo>
                    <a:pt x="38952" y="186251"/>
                  </a:lnTo>
                  <a:lnTo>
                    <a:pt x="40117" y="186306"/>
                  </a:lnTo>
                  <a:lnTo>
                    <a:pt x="40117" y="182142"/>
                  </a:lnTo>
                  <a:lnTo>
                    <a:pt x="40117" y="168998"/>
                  </a:lnTo>
                  <a:lnTo>
                    <a:pt x="40117" y="155853"/>
                  </a:lnTo>
                  <a:lnTo>
                    <a:pt x="40117" y="142712"/>
                  </a:lnTo>
                  <a:lnTo>
                    <a:pt x="40117" y="129568"/>
                  </a:lnTo>
                  <a:lnTo>
                    <a:pt x="40117" y="116424"/>
                  </a:lnTo>
                  <a:lnTo>
                    <a:pt x="40117" y="103283"/>
                  </a:lnTo>
                  <a:lnTo>
                    <a:pt x="40117" y="90138"/>
                  </a:lnTo>
                  <a:lnTo>
                    <a:pt x="40117" y="77727"/>
                  </a:lnTo>
                  <a:lnTo>
                    <a:pt x="40664" y="78622"/>
                  </a:lnTo>
                  <a:lnTo>
                    <a:pt x="44259" y="85207"/>
                  </a:lnTo>
                  <a:lnTo>
                    <a:pt x="45230" y="88670"/>
                  </a:lnTo>
                  <a:lnTo>
                    <a:pt x="45712" y="90863"/>
                  </a:lnTo>
                  <a:lnTo>
                    <a:pt x="47258" y="98839"/>
                  </a:lnTo>
                  <a:lnTo>
                    <a:pt x="48410" y="105989"/>
                  </a:lnTo>
                  <a:lnTo>
                    <a:pt x="49346" y="111380"/>
                  </a:lnTo>
                  <a:lnTo>
                    <a:pt x="49417" y="113844"/>
                  </a:lnTo>
                  <a:lnTo>
                    <a:pt x="49549" y="116254"/>
                  </a:lnTo>
                  <a:lnTo>
                    <a:pt x="49681" y="117437"/>
                  </a:lnTo>
                  <a:lnTo>
                    <a:pt x="49594" y="118747"/>
                  </a:lnTo>
                  <a:lnTo>
                    <a:pt x="48936" y="121679"/>
                  </a:lnTo>
                  <a:lnTo>
                    <a:pt x="48264" y="123924"/>
                  </a:lnTo>
                  <a:lnTo>
                    <a:pt x="47456" y="126988"/>
                  </a:lnTo>
                  <a:lnTo>
                    <a:pt x="47379" y="131037"/>
                  </a:lnTo>
                  <a:lnTo>
                    <a:pt x="47623" y="135804"/>
                  </a:lnTo>
                  <a:lnTo>
                    <a:pt x="48118" y="138176"/>
                  </a:lnTo>
                  <a:lnTo>
                    <a:pt x="48740" y="138955"/>
                  </a:lnTo>
                  <a:lnTo>
                    <a:pt x="50229" y="137772"/>
                  </a:lnTo>
                  <a:lnTo>
                    <a:pt x="51171" y="138136"/>
                  </a:lnTo>
                  <a:lnTo>
                    <a:pt x="52501" y="139042"/>
                  </a:lnTo>
                  <a:lnTo>
                    <a:pt x="56861" y="138482"/>
                  </a:lnTo>
                  <a:lnTo>
                    <a:pt x="57388" y="138773"/>
                  </a:lnTo>
                  <a:lnTo>
                    <a:pt x="59033" y="139114"/>
                  </a:lnTo>
                  <a:lnTo>
                    <a:pt x="59584" y="138721"/>
                  </a:lnTo>
                  <a:lnTo>
                    <a:pt x="60076" y="137714"/>
                  </a:lnTo>
                  <a:lnTo>
                    <a:pt x="60646" y="134855"/>
                  </a:lnTo>
                  <a:lnTo>
                    <a:pt x="61156" y="133917"/>
                  </a:lnTo>
                  <a:lnTo>
                    <a:pt x="62080" y="133432"/>
                  </a:lnTo>
                  <a:lnTo>
                    <a:pt x="63174" y="132661"/>
                  </a:lnTo>
                  <a:lnTo>
                    <a:pt x="64082" y="131017"/>
                  </a:lnTo>
                  <a:lnTo>
                    <a:pt x="65521" y="125364"/>
                  </a:lnTo>
                  <a:lnTo>
                    <a:pt x="68397" y="120345"/>
                  </a:lnTo>
                  <a:lnTo>
                    <a:pt x="69280" y="119145"/>
                  </a:lnTo>
                  <a:lnTo>
                    <a:pt x="69837" y="117795"/>
                  </a:lnTo>
                  <a:lnTo>
                    <a:pt x="70320" y="115977"/>
                  </a:lnTo>
                  <a:lnTo>
                    <a:pt x="71328" y="109657"/>
                  </a:lnTo>
                  <a:lnTo>
                    <a:pt x="72090" y="104391"/>
                  </a:lnTo>
                  <a:lnTo>
                    <a:pt x="72350" y="101909"/>
                  </a:lnTo>
                  <a:lnTo>
                    <a:pt x="73029" y="97855"/>
                  </a:lnTo>
                  <a:lnTo>
                    <a:pt x="73852" y="95266"/>
                  </a:lnTo>
                  <a:lnTo>
                    <a:pt x="74656" y="93901"/>
                  </a:lnTo>
                  <a:lnTo>
                    <a:pt x="75059" y="93552"/>
                  </a:lnTo>
                  <a:lnTo>
                    <a:pt x="76094" y="92854"/>
                  </a:lnTo>
                  <a:lnTo>
                    <a:pt x="77426" y="92202"/>
                  </a:lnTo>
                  <a:lnTo>
                    <a:pt x="78826" y="92935"/>
                  </a:lnTo>
                  <a:lnTo>
                    <a:pt x="80327" y="94502"/>
                  </a:lnTo>
                  <a:lnTo>
                    <a:pt x="82022" y="97148"/>
                  </a:lnTo>
                  <a:lnTo>
                    <a:pt x="83756" y="100417"/>
                  </a:lnTo>
                  <a:lnTo>
                    <a:pt x="84554" y="102079"/>
                  </a:lnTo>
                  <a:lnTo>
                    <a:pt x="85415" y="102824"/>
                  </a:lnTo>
                  <a:lnTo>
                    <a:pt x="86947" y="103084"/>
                  </a:lnTo>
                  <a:lnTo>
                    <a:pt x="87952" y="103026"/>
                  </a:lnTo>
                  <a:lnTo>
                    <a:pt x="89515" y="106275"/>
                  </a:lnTo>
                  <a:lnTo>
                    <a:pt x="90305" y="106480"/>
                  </a:lnTo>
                  <a:lnTo>
                    <a:pt x="92073" y="107464"/>
                  </a:lnTo>
                  <a:lnTo>
                    <a:pt x="94256" y="108477"/>
                  </a:lnTo>
                  <a:lnTo>
                    <a:pt x="95632" y="108361"/>
                  </a:lnTo>
                  <a:lnTo>
                    <a:pt x="97104" y="106604"/>
                  </a:lnTo>
                  <a:lnTo>
                    <a:pt x="98167" y="106529"/>
                  </a:lnTo>
                  <a:lnTo>
                    <a:pt x="99539" y="106670"/>
                  </a:lnTo>
                  <a:lnTo>
                    <a:pt x="101048" y="106189"/>
                  </a:lnTo>
                  <a:lnTo>
                    <a:pt x="102154" y="105435"/>
                  </a:lnTo>
                  <a:lnTo>
                    <a:pt x="103000" y="103909"/>
                  </a:lnTo>
                  <a:lnTo>
                    <a:pt x="103746" y="102238"/>
                  </a:lnTo>
                  <a:lnTo>
                    <a:pt x="104602" y="97263"/>
                  </a:lnTo>
                  <a:lnTo>
                    <a:pt x="105095" y="93258"/>
                  </a:lnTo>
                  <a:lnTo>
                    <a:pt x="105859" y="88652"/>
                  </a:lnTo>
                  <a:lnTo>
                    <a:pt x="106796" y="82411"/>
                  </a:lnTo>
                  <a:lnTo>
                    <a:pt x="107130" y="78059"/>
                  </a:lnTo>
                  <a:lnTo>
                    <a:pt x="107474" y="76862"/>
                  </a:lnTo>
                  <a:lnTo>
                    <a:pt x="108833" y="75531"/>
                  </a:lnTo>
                  <a:lnTo>
                    <a:pt x="109958" y="74617"/>
                  </a:lnTo>
                  <a:lnTo>
                    <a:pt x="112982" y="72905"/>
                  </a:lnTo>
                  <a:lnTo>
                    <a:pt x="113602" y="71994"/>
                  </a:lnTo>
                  <a:lnTo>
                    <a:pt x="114167" y="69942"/>
                  </a:lnTo>
                  <a:lnTo>
                    <a:pt x="115487" y="66462"/>
                  </a:lnTo>
                  <a:lnTo>
                    <a:pt x="117115" y="63556"/>
                  </a:lnTo>
                  <a:lnTo>
                    <a:pt x="117954" y="61891"/>
                  </a:lnTo>
                  <a:lnTo>
                    <a:pt x="119494" y="47786"/>
                  </a:lnTo>
                  <a:lnTo>
                    <a:pt x="119680" y="46046"/>
                  </a:lnTo>
                  <a:lnTo>
                    <a:pt x="120799" y="42303"/>
                  </a:lnTo>
                  <a:lnTo>
                    <a:pt x="121490" y="40722"/>
                  </a:lnTo>
                  <a:lnTo>
                    <a:pt x="121934" y="40693"/>
                  </a:lnTo>
                  <a:lnTo>
                    <a:pt x="122566" y="39706"/>
                  </a:lnTo>
                  <a:lnTo>
                    <a:pt x="123386" y="37761"/>
                  </a:lnTo>
                  <a:lnTo>
                    <a:pt x="124361" y="36561"/>
                  </a:lnTo>
                  <a:lnTo>
                    <a:pt x="125491" y="36110"/>
                  </a:lnTo>
                  <a:lnTo>
                    <a:pt x="126223" y="34818"/>
                  </a:lnTo>
                  <a:lnTo>
                    <a:pt x="126557" y="32691"/>
                  </a:lnTo>
                  <a:lnTo>
                    <a:pt x="127139" y="31658"/>
                  </a:lnTo>
                  <a:lnTo>
                    <a:pt x="127967" y="31716"/>
                  </a:lnTo>
                  <a:lnTo>
                    <a:pt x="128438" y="31040"/>
                  </a:lnTo>
                  <a:lnTo>
                    <a:pt x="128555" y="29626"/>
                  </a:lnTo>
                  <a:lnTo>
                    <a:pt x="129055" y="28417"/>
                  </a:lnTo>
                  <a:lnTo>
                    <a:pt x="129940" y="27410"/>
                  </a:lnTo>
                  <a:lnTo>
                    <a:pt x="130403" y="26218"/>
                  </a:lnTo>
                  <a:lnTo>
                    <a:pt x="130445" y="24842"/>
                  </a:lnTo>
                  <a:lnTo>
                    <a:pt x="131500" y="21495"/>
                  </a:lnTo>
                  <a:lnTo>
                    <a:pt x="133569" y="16174"/>
                  </a:lnTo>
                  <a:lnTo>
                    <a:pt x="135518" y="13210"/>
                  </a:lnTo>
                  <a:lnTo>
                    <a:pt x="137347" y="12607"/>
                  </a:lnTo>
                  <a:lnTo>
                    <a:pt x="139081" y="11499"/>
                  </a:lnTo>
                  <a:lnTo>
                    <a:pt x="140720" y="9886"/>
                  </a:lnTo>
                  <a:lnTo>
                    <a:pt x="141923" y="7352"/>
                  </a:lnTo>
                  <a:lnTo>
                    <a:pt x="142691" y="3904"/>
                  </a:lnTo>
                  <a:lnTo>
                    <a:pt x="144013" y="1979"/>
                  </a:lnTo>
                  <a:lnTo>
                    <a:pt x="146681" y="1408"/>
                  </a:lnTo>
                  <a:lnTo>
                    <a:pt x="146824" y="1373"/>
                  </a:lnTo>
                  <a:lnTo>
                    <a:pt x="150068" y="0"/>
                  </a:lnTo>
                  <a:lnTo>
                    <a:pt x="152785" y="1119"/>
                  </a:lnTo>
                  <a:lnTo>
                    <a:pt x="156056" y="4279"/>
                  </a:lnTo>
                  <a:lnTo>
                    <a:pt x="159119" y="5399"/>
                  </a:lnTo>
                  <a:lnTo>
                    <a:pt x="161974" y="4478"/>
                  </a:lnTo>
                  <a:lnTo>
                    <a:pt x="164297" y="4267"/>
                  </a:lnTo>
                  <a:lnTo>
                    <a:pt x="166083" y="4772"/>
                  </a:lnTo>
                  <a:lnTo>
                    <a:pt x="167489" y="5869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5"/>
            <p:cNvSpPr/>
            <p:nvPr/>
          </p:nvSpPr>
          <p:spPr>
            <a:xfrm>
              <a:off x="3475797" y="4478633"/>
              <a:ext cx="26560" cy="60887"/>
            </a:xfrm>
            <a:custGeom>
              <a:avLst/>
              <a:pathLst>
                <a:path w="26560" h="60887">
                  <a:moveTo>
                    <a:pt x="19135" y="44920"/>
                  </a:moveTo>
                  <a:lnTo>
                    <a:pt x="20999" y="43045"/>
                  </a:lnTo>
                  <a:lnTo>
                    <a:pt x="21842" y="41890"/>
                  </a:lnTo>
                  <a:lnTo>
                    <a:pt x="22452" y="40950"/>
                  </a:lnTo>
                  <a:lnTo>
                    <a:pt x="23236" y="39516"/>
                  </a:lnTo>
                  <a:lnTo>
                    <a:pt x="23508" y="36033"/>
                  </a:lnTo>
                  <a:lnTo>
                    <a:pt x="23737" y="33072"/>
                  </a:lnTo>
                  <a:lnTo>
                    <a:pt x="24338" y="31615"/>
                  </a:lnTo>
                  <a:lnTo>
                    <a:pt x="24953" y="30645"/>
                  </a:lnTo>
                  <a:lnTo>
                    <a:pt x="25456" y="29110"/>
                  </a:lnTo>
                  <a:lnTo>
                    <a:pt x="26084" y="25419"/>
                  </a:lnTo>
                  <a:lnTo>
                    <a:pt x="26514" y="21806"/>
                  </a:lnTo>
                  <a:lnTo>
                    <a:pt x="26560" y="20329"/>
                  </a:lnTo>
                  <a:lnTo>
                    <a:pt x="26334" y="18814"/>
                  </a:lnTo>
                  <a:lnTo>
                    <a:pt x="25937" y="17195"/>
                  </a:lnTo>
                  <a:lnTo>
                    <a:pt x="25545" y="15014"/>
                  </a:lnTo>
                  <a:lnTo>
                    <a:pt x="25072" y="14673"/>
                  </a:lnTo>
                  <a:lnTo>
                    <a:pt x="24144" y="13449"/>
                  </a:lnTo>
                  <a:lnTo>
                    <a:pt x="22781" y="10991"/>
                  </a:lnTo>
                  <a:lnTo>
                    <a:pt x="21597" y="8856"/>
                  </a:lnTo>
                  <a:lnTo>
                    <a:pt x="20490" y="5742"/>
                  </a:lnTo>
                  <a:lnTo>
                    <a:pt x="20036" y="5234"/>
                  </a:lnTo>
                  <a:lnTo>
                    <a:pt x="18963" y="3130"/>
                  </a:lnTo>
                  <a:lnTo>
                    <a:pt x="18502" y="1921"/>
                  </a:lnTo>
                  <a:lnTo>
                    <a:pt x="18178" y="476"/>
                  </a:lnTo>
                  <a:lnTo>
                    <a:pt x="17873" y="0"/>
                  </a:lnTo>
                  <a:lnTo>
                    <a:pt x="17392" y="366"/>
                  </a:lnTo>
                  <a:lnTo>
                    <a:pt x="16126" y="1007"/>
                  </a:lnTo>
                  <a:lnTo>
                    <a:pt x="13409" y="3531"/>
                  </a:lnTo>
                  <a:lnTo>
                    <a:pt x="11725" y="5857"/>
                  </a:lnTo>
                  <a:lnTo>
                    <a:pt x="10311" y="8616"/>
                  </a:lnTo>
                  <a:lnTo>
                    <a:pt x="8841" y="9672"/>
                  </a:lnTo>
                  <a:lnTo>
                    <a:pt x="7764" y="10587"/>
                  </a:lnTo>
                  <a:lnTo>
                    <a:pt x="6911" y="13747"/>
                  </a:lnTo>
                  <a:lnTo>
                    <a:pt x="6114" y="16687"/>
                  </a:lnTo>
                  <a:lnTo>
                    <a:pt x="5398" y="19336"/>
                  </a:lnTo>
                  <a:lnTo>
                    <a:pt x="4987" y="20531"/>
                  </a:lnTo>
                  <a:lnTo>
                    <a:pt x="4613" y="21304"/>
                  </a:lnTo>
                  <a:lnTo>
                    <a:pt x="4237" y="22998"/>
                  </a:lnTo>
                  <a:lnTo>
                    <a:pt x="3464" y="25812"/>
                  </a:lnTo>
                  <a:lnTo>
                    <a:pt x="2756" y="27705"/>
                  </a:lnTo>
                  <a:lnTo>
                    <a:pt x="1767" y="28735"/>
                  </a:lnTo>
                  <a:lnTo>
                    <a:pt x="493" y="30068"/>
                  </a:lnTo>
                  <a:lnTo>
                    <a:pt x="58" y="30844"/>
                  </a:lnTo>
                  <a:lnTo>
                    <a:pt x="0" y="31981"/>
                  </a:lnTo>
                  <a:lnTo>
                    <a:pt x="454" y="34630"/>
                  </a:lnTo>
                  <a:lnTo>
                    <a:pt x="893" y="37187"/>
                  </a:lnTo>
                  <a:lnTo>
                    <a:pt x="1610" y="40174"/>
                  </a:lnTo>
                  <a:lnTo>
                    <a:pt x="2134" y="42361"/>
                  </a:lnTo>
                  <a:lnTo>
                    <a:pt x="2963" y="45030"/>
                  </a:lnTo>
                  <a:lnTo>
                    <a:pt x="3447" y="46594"/>
                  </a:lnTo>
                  <a:lnTo>
                    <a:pt x="3383" y="49217"/>
                  </a:lnTo>
                  <a:lnTo>
                    <a:pt x="3546" y="50158"/>
                  </a:lnTo>
                  <a:lnTo>
                    <a:pt x="3823" y="51243"/>
                  </a:lnTo>
                  <a:lnTo>
                    <a:pt x="4052" y="51520"/>
                  </a:lnTo>
                  <a:lnTo>
                    <a:pt x="4311" y="51910"/>
                  </a:lnTo>
                  <a:lnTo>
                    <a:pt x="4999" y="52663"/>
                  </a:lnTo>
                  <a:lnTo>
                    <a:pt x="5164" y="53165"/>
                  </a:lnTo>
                  <a:lnTo>
                    <a:pt x="5646" y="54059"/>
                  </a:lnTo>
                  <a:lnTo>
                    <a:pt x="6107" y="55690"/>
                  </a:lnTo>
                  <a:lnTo>
                    <a:pt x="6981" y="57932"/>
                  </a:lnTo>
                  <a:lnTo>
                    <a:pt x="7964" y="59637"/>
                  </a:lnTo>
                  <a:lnTo>
                    <a:pt x="9653" y="60341"/>
                  </a:lnTo>
                  <a:lnTo>
                    <a:pt x="10973" y="60887"/>
                  </a:lnTo>
                  <a:lnTo>
                    <a:pt x="11413" y="60555"/>
                  </a:lnTo>
                  <a:lnTo>
                    <a:pt x="11862" y="59181"/>
                  </a:lnTo>
                  <a:lnTo>
                    <a:pt x="12229" y="57424"/>
                  </a:lnTo>
                  <a:lnTo>
                    <a:pt x="12346" y="55202"/>
                  </a:lnTo>
                  <a:lnTo>
                    <a:pt x="12768" y="54019"/>
                  </a:lnTo>
                  <a:lnTo>
                    <a:pt x="14349" y="48363"/>
                  </a:lnTo>
                  <a:lnTo>
                    <a:pt x="15220" y="46268"/>
                  </a:lnTo>
                  <a:lnTo>
                    <a:pt x="15753" y="46118"/>
                  </a:lnTo>
                  <a:lnTo>
                    <a:pt x="16441" y="45717"/>
                  </a:lnTo>
                  <a:lnTo>
                    <a:pt x="17315" y="45544"/>
                  </a:lnTo>
                  <a:lnTo>
                    <a:pt x="17971" y="45711"/>
                  </a:lnTo>
                  <a:lnTo>
                    <a:pt x="18113" y="45648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6"/>
            <p:cNvSpPr/>
            <p:nvPr/>
          </p:nvSpPr>
          <p:spPr>
            <a:xfrm>
              <a:off x="3418192" y="3876185"/>
              <a:ext cx="132661" cy="290994"/>
            </a:xfrm>
            <a:custGeom>
              <a:avLst/>
              <a:pathLst>
                <a:path w="132661" h="290994">
                  <a:moveTo>
                    <a:pt x="124240" y="35865"/>
                  </a:moveTo>
                  <a:lnTo>
                    <a:pt x="124279" y="36650"/>
                  </a:lnTo>
                  <a:lnTo>
                    <a:pt x="124593" y="38133"/>
                  </a:lnTo>
                  <a:lnTo>
                    <a:pt x="124921" y="39201"/>
                  </a:lnTo>
                  <a:lnTo>
                    <a:pt x="124946" y="40777"/>
                  </a:lnTo>
                  <a:lnTo>
                    <a:pt x="125104" y="42231"/>
                  </a:lnTo>
                  <a:lnTo>
                    <a:pt x="125578" y="42592"/>
                  </a:lnTo>
                  <a:lnTo>
                    <a:pt x="125972" y="42684"/>
                  </a:lnTo>
                  <a:lnTo>
                    <a:pt x="126336" y="41634"/>
                  </a:lnTo>
                  <a:lnTo>
                    <a:pt x="126830" y="41660"/>
                  </a:lnTo>
                  <a:lnTo>
                    <a:pt x="127371" y="42329"/>
                  </a:lnTo>
                  <a:lnTo>
                    <a:pt x="127564" y="44009"/>
                  </a:lnTo>
                  <a:lnTo>
                    <a:pt x="127988" y="46271"/>
                  </a:lnTo>
                  <a:lnTo>
                    <a:pt x="128674" y="47815"/>
                  </a:lnTo>
                  <a:lnTo>
                    <a:pt x="129135" y="49304"/>
                  </a:lnTo>
                  <a:lnTo>
                    <a:pt x="128977" y="52016"/>
                  </a:lnTo>
                  <a:lnTo>
                    <a:pt x="128687" y="54498"/>
                  </a:lnTo>
                  <a:lnTo>
                    <a:pt x="129618" y="56948"/>
                  </a:lnTo>
                  <a:lnTo>
                    <a:pt x="130828" y="59277"/>
                  </a:lnTo>
                  <a:lnTo>
                    <a:pt x="131155" y="60310"/>
                  </a:lnTo>
                  <a:lnTo>
                    <a:pt x="131254" y="63764"/>
                  </a:lnTo>
                  <a:lnTo>
                    <a:pt x="131437" y="64938"/>
                  </a:lnTo>
                  <a:lnTo>
                    <a:pt x="132260" y="67812"/>
                  </a:lnTo>
                  <a:lnTo>
                    <a:pt x="132661" y="69720"/>
                  </a:lnTo>
                  <a:lnTo>
                    <a:pt x="132633" y="70825"/>
                  </a:lnTo>
                  <a:lnTo>
                    <a:pt x="130426" y="76515"/>
                  </a:lnTo>
                  <a:lnTo>
                    <a:pt x="129727" y="77067"/>
                  </a:lnTo>
                  <a:lnTo>
                    <a:pt x="129066" y="77390"/>
                  </a:lnTo>
                  <a:lnTo>
                    <a:pt x="128474" y="78561"/>
                  </a:lnTo>
                  <a:lnTo>
                    <a:pt x="128117" y="79773"/>
                  </a:lnTo>
                  <a:lnTo>
                    <a:pt x="128246" y="80414"/>
                  </a:lnTo>
                  <a:lnTo>
                    <a:pt x="128479" y="82367"/>
                  </a:lnTo>
                  <a:lnTo>
                    <a:pt x="128995" y="85441"/>
                  </a:lnTo>
                  <a:lnTo>
                    <a:pt x="129462" y="87590"/>
                  </a:lnTo>
                  <a:lnTo>
                    <a:pt x="129072" y="90286"/>
                  </a:lnTo>
                  <a:lnTo>
                    <a:pt x="128196" y="94859"/>
                  </a:lnTo>
                  <a:lnTo>
                    <a:pt x="127792" y="95266"/>
                  </a:lnTo>
                  <a:lnTo>
                    <a:pt x="127720" y="98729"/>
                  </a:lnTo>
                  <a:lnTo>
                    <a:pt x="127988" y="99993"/>
                  </a:lnTo>
                  <a:lnTo>
                    <a:pt x="128423" y="100983"/>
                  </a:lnTo>
                  <a:lnTo>
                    <a:pt x="128600" y="103337"/>
                  </a:lnTo>
                  <a:lnTo>
                    <a:pt x="128613" y="106564"/>
                  </a:lnTo>
                  <a:lnTo>
                    <a:pt x="128567" y="109169"/>
                  </a:lnTo>
                  <a:lnTo>
                    <a:pt x="128015" y="115801"/>
                  </a:lnTo>
                  <a:lnTo>
                    <a:pt x="129011" y="121583"/>
                  </a:lnTo>
                  <a:lnTo>
                    <a:pt x="129351" y="122215"/>
                  </a:lnTo>
                  <a:lnTo>
                    <a:pt x="130729" y="122256"/>
                  </a:lnTo>
                  <a:lnTo>
                    <a:pt x="130967" y="122749"/>
                  </a:lnTo>
                  <a:lnTo>
                    <a:pt x="130636" y="124394"/>
                  </a:lnTo>
                  <a:lnTo>
                    <a:pt x="130039" y="126079"/>
                  </a:lnTo>
                  <a:lnTo>
                    <a:pt x="129668" y="126948"/>
                  </a:lnTo>
                  <a:lnTo>
                    <a:pt x="127914" y="128919"/>
                  </a:lnTo>
                  <a:lnTo>
                    <a:pt x="125394" y="131103"/>
                  </a:lnTo>
                  <a:lnTo>
                    <a:pt x="124867" y="133198"/>
                  </a:lnTo>
                  <a:lnTo>
                    <a:pt x="124531" y="136243"/>
                  </a:lnTo>
                  <a:lnTo>
                    <a:pt x="124814" y="138026"/>
                  </a:lnTo>
                  <a:lnTo>
                    <a:pt x="125149" y="139056"/>
                  </a:lnTo>
                  <a:lnTo>
                    <a:pt x="125040" y="141711"/>
                  </a:lnTo>
                  <a:lnTo>
                    <a:pt x="124821" y="144513"/>
                  </a:lnTo>
                  <a:lnTo>
                    <a:pt x="124895" y="146717"/>
                  </a:lnTo>
                  <a:lnTo>
                    <a:pt x="124781" y="148671"/>
                  </a:lnTo>
                  <a:lnTo>
                    <a:pt x="124452" y="149629"/>
                  </a:lnTo>
                  <a:lnTo>
                    <a:pt x="124010" y="152572"/>
                  </a:lnTo>
                  <a:lnTo>
                    <a:pt x="123467" y="155527"/>
                  </a:lnTo>
                  <a:lnTo>
                    <a:pt x="123038" y="156878"/>
                  </a:lnTo>
                  <a:lnTo>
                    <a:pt x="122406" y="158283"/>
                  </a:lnTo>
                  <a:lnTo>
                    <a:pt x="121406" y="159469"/>
                  </a:lnTo>
                  <a:lnTo>
                    <a:pt x="121425" y="160058"/>
                  </a:lnTo>
                  <a:lnTo>
                    <a:pt x="122557" y="161423"/>
                  </a:lnTo>
                  <a:lnTo>
                    <a:pt x="122849" y="162366"/>
                  </a:lnTo>
                  <a:lnTo>
                    <a:pt x="122954" y="163010"/>
                  </a:lnTo>
                  <a:lnTo>
                    <a:pt x="122712" y="163636"/>
                  </a:lnTo>
                  <a:lnTo>
                    <a:pt x="122482" y="164510"/>
                  </a:lnTo>
                  <a:lnTo>
                    <a:pt x="123003" y="165414"/>
                  </a:lnTo>
                  <a:lnTo>
                    <a:pt x="123641" y="166175"/>
                  </a:lnTo>
                  <a:lnTo>
                    <a:pt x="124244" y="168141"/>
                  </a:lnTo>
                  <a:lnTo>
                    <a:pt x="124781" y="170888"/>
                  </a:lnTo>
                  <a:lnTo>
                    <a:pt x="124936" y="171849"/>
                  </a:lnTo>
                  <a:lnTo>
                    <a:pt x="125059" y="172227"/>
                  </a:lnTo>
                  <a:lnTo>
                    <a:pt x="125254" y="172273"/>
                  </a:lnTo>
                  <a:lnTo>
                    <a:pt x="125630" y="171869"/>
                  </a:lnTo>
                  <a:lnTo>
                    <a:pt x="126326" y="170365"/>
                  </a:lnTo>
                  <a:lnTo>
                    <a:pt x="126830" y="169826"/>
                  </a:lnTo>
                  <a:lnTo>
                    <a:pt x="127440" y="171967"/>
                  </a:lnTo>
                  <a:lnTo>
                    <a:pt x="125003" y="174082"/>
                  </a:lnTo>
                  <a:lnTo>
                    <a:pt x="123724" y="175190"/>
                  </a:lnTo>
                  <a:lnTo>
                    <a:pt x="120076" y="178356"/>
                  </a:lnTo>
                  <a:lnTo>
                    <a:pt x="116892" y="181117"/>
                  </a:lnTo>
                  <a:lnTo>
                    <a:pt x="116064" y="181642"/>
                  </a:lnTo>
                  <a:lnTo>
                    <a:pt x="114412" y="182993"/>
                  </a:lnTo>
                  <a:lnTo>
                    <a:pt x="113591" y="183818"/>
                  </a:lnTo>
                  <a:lnTo>
                    <a:pt x="110715" y="186231"/>
                  </a:lnTo>
                  <a:lnTo>
                    <a:pt x="109513" y="187431"/>
                  </a:lnTo>
                  <a:lnTo>
                    <a:pt x="108546" y="188626"/>
                  </a:lnTo>
                  <a:lnTo>
                    <a:pt x="106169" y="190415"/>
                  </a:lnTo>
                  <a:lnTo>
                    <a:pt x="103924" y="192097"/>
                  </a:lnTo>
                  <a:lnTo>
                    <a:pt x="101474" y="193831"/>
                  </a:lnTo>
                  <a:lnTo>
                    <a:pt x="98729" y="195776"/>
                  </a:lnTo>
                  <a:lnTo>
                    <a:pt x="97188" y="197176"/>
                  </a:lnTo>
                  <a:lnTo>
                    <a:pt x="96148" y="198388"/>
                  </a:lnTo>
                  <a:lnTo>
                    <a:pt x="93715" y="200835"/>
                  </a:lnTo>
                  <a:lnTo>
                    <a:pt x="93601" y="201432"/>
                  </a:lnTo>
                  <a:lnTo>
                    <a:pt x="93638" y="203097"/>
                  </a:lnTo>
                  <a:lnTo>
                    <a:pt x="93946" y="206534"/>
                  </a:lnTo>
                  <a:lnTo>
                    <a:pt x="94554" y="209656"/>
                  </a:lnTo>
                  <a:lnTo>
                    <a:pt x="95064" y="211454"/>
                  </a:lnTo>
                  <a:lnTo>
                    <a:pt x="95396" y="216068"/>
                  </a:lnTo>
                  <a:lnTo>
                    <a:pt x="95581" y="220123"/>
                  </a:lnTo>
                  <a:lnTo>
                    <a:pt x="93929" y="220134"/>
                  </a:lnTo>
                  <a:lnTo>
                    <a:pt x="91025" y="220151"/>
                  </a:lnTo>
                  <a:lnTo>
                    <a:pt x="88012" y="220169"/>
                  </a:lnTo>
                  <a:lnTo>
                    <a:pt x="85261" y="221710"/>
                  </a:lnTo>
                  <a:lnTo>
                    <a:pt x="82996" y="224064"/>
                  </a:lnTo>
                  <a:lnTo>
                    <a:pt x="80302" y="227749"/>
                  </a:lnTo>
                  <a:lnTo>
                    <a:pt x="79421" y="229195"/>
                  </a:lnTo>
                  <a:lnTo>
                    <a:pt x="78740" y="230309"/>
                  </a:lnTo>
                  <a:lnTo>
                    <a:pt x="78314" y="231737"/>
                  </a:lnTo>
                  <a:lnTo>
                    <a:pt x="78100" y="234874"/>
                  </a:lnTo>
                  <a:lnTo>
                    <a:pt x="78100" y="239716"/>
                  </a:lnTo>
                  <a:lnTo>
                    <a:pt x="77828" y="243202"/>
                  </a:lnTo>
                  <a:lnTo>
                    <a:pt x="77009" y="246388"/>
                  </a:lnTo>
                  <a:lnTo>
                    <a:pt x="72912" y="250255"/>
                  </a:lnTo>
                  <a:lnTo>
                    <a:pt x="70231" y="253414"/>
                  </a:lnTo>
                  <a:lnTo>
                    <a:pt x="67602" y="257151"/>
                  </a:lnTo>
                  <a:lnTo>
                    <a:pt x="65607" y="262002"/>
                  </a:lnTo>
                  <a:lnTo>
                    <a:pt x="64247" y="267964"/>
                  </a:lnTo>
                  <a:lnTo>
                    <a:pt x="61989" y="275345"/>
                  </a:lnTo>
                  <a:lnTo>
                    <a:pt x="59693" y="281740"/>
                  </a:lnTo>
                  <a:lnTo>
                    <a:pt x="57253" y="288538"/>
                  </a:lnTo>
                  <a:lnTo>
                    <a:pt x="54517" y="290994"/>
                  </a:lnTo>
                  <a:lnTo>
                    <a:pt x="52219" y="290434"/>
                  </a:lnTo>
                  <a:lnTo>
                    <a:pt x="49447" y="287678"/>
                  </a:lnTo>
                  <a:lnTo>
                    <a:pt x="47246" y="287159"/>
                  </a:lnTo>
                  <a:lnTo>
                    <a:pt x="45614" y="288876"/>
                  </a:lnTo>
                  <a:lnTo>
                    <a:pt x="44108" y="288348"/>
                  </a:lnTo>
                  <a:lnTo>
                    <a:pt x="42727" y="285578"/>
                  </a:lnTo>
                  <a:lnTo>
                    <a:pt x="41569" y="284571"/>
                  </a:lnTo>
                  <a:lnTo>
                    <a:pt x="40632" y="285321"/>
                  </a:lnTo>
                  <a:lnTo>
                    <a:pt x="39435" y="285191"/>
                  </a:lnTo>
                  <a:lnTo>
                    <a:pt x="37244" y="283667"/>
                  </a:lnTo>
                  <a:lnTo>
                    <a:pt x="35352" y="278964"/>
                  </a:lnTo>
                  <a:lnTo>
                    <a:pt x="34325" y="277019"/>
                  </a:lnTo>
                  <a:lnTo>
                    <a:pt x="33538" y="276277"/>
                  </a:lnTo>
                  <a:lnTo>
                    <a:pt x="31272" y="275518"/>
                  </a:lnTo>
                  <a:lnTo>
                    <a:pt x="26072" y="274433"/>
                  </a:lnTo>
                  <a:lnTo>
                    <a:pt x="25529" y="274684"/>
                  </a:lnTo>
                  <a:lnTo>
                    <a:pt x="23369" y="275611"/>
                  </a:lnTo>
                  <a:lnTo>
                    <a:pt x="20670" y="276771"/>
                  </a:lnTo>
                  <a:lnTo>
                    <a:pt x="18350" y="277931"/>
                  </a:lnTo>
                  <a:lnTo>
                    <a:pt x="15917" y="279149"/>
                  </a:lnTo>
                  <a:lnTo>
                    <a:pt x="13657" y="274237"/>
                  </a:lnTo>
                  <a:lnTo>
                    <a:pt x="11093" y="268662"/>
                  </a:lnTo>
                  <a:lnTo>
                    <a:pt x="8437" y="262444"/>
                  </a:lnTo>
                  <a:lnTo>
                    <a:pt x="6439" y="257567"/>
                  </a:lnTo>
                  <a:lnTo>
                    <a:pt x="5457" y="254756"/>
                  </a:lnTo>
                  <a:lnTo>
                    <a:pt x="3703" y="251045"/>
                  </a:lnTo>
                  <a:lnTo>
                    <a:pt x="2441" y="249230"/>
                  </a:lnTo>
                  <a:lnTo>
                    <a:pt x="1950" y="248315"/>
                  </a:lnTo>
                  <a:lnTo>
                    <a:pt x="696" y="238435"/>
                  </a:lnTo>
                  <a:lnTo>
                    <a:pt x="9" y="229357"/>
                  </a:lnTo>
                  <a:lnTo>
                    <a:pt x="9" y="222518"/>
                  </a:lnTo>
                  <a:lnTo>
                    <a:pt x="8" y="213035"/>
                  </a:lnTo>
                  <a:lnTo>
                    <a:pt x="7" y="203553"/>
                  </a:lnTo>
                  <a:lnTo>
                    <a:pt x="6" y="194071"/>
                  </a:lnTo>
                  <a:lnTo>
                    <a:pt x="5" y="184589"/>
                  </a:lnTo>
                  <a:lnTo>
                    <a:pt x="4" y="175106"/>
                  </a:lnTo>
                  <a:lnTo>
                    <a:pt x="2" y="165624"/>
                  </a:lnTo>
                  <a:lnTo>
                    <a:pt x="2" y="156139"/>
                  </a:lnTo>
                  <a:lnTo>
                    <a:pt x="1" y="146657"/>
                  </a:lnTo>
                  <a:lnTo>
                    <a:pt x="0" y="142051"/>
                  </a:lnTo>
                  <a:lnTo>
                    <a:pt x="2619" y="142051"/>
                  </a:lnTo>
                  <a:lnTo>
                    <a:pt x="5587" y="142051"/>
                  </a:lnTo>
                  <a:lnTo>
                    <a:pt x="8691" y="142051"/>
                  </a:lnTo>
                  <a:lnTo>
                    <a:pt x="12066" y="142051"/>
                  </a:lnTo>
                  <a:lnTo>
                    <a:pt x="15440" y="142051"/>
                  </a:lnTo>
                  <a:lnTo>
                    <a:pt x="18815" y="142051"/>
                  </a:lnTo>
                  <a:lnTo>
                    <a:pt x="21169" y="142051"/>
                  </a:lnTo>
                  <a:lnTo>
                    <a:pt x="21786" y="141971"/>
                  </a:lnTo>
                  <a:lnTo>
                    <a:pt x="22530" y="141682"/>
                  </a:lnTo>
                  <a:lnTo>
                    <a:pt x="22587" y="140750"/>
                  </a:lnTo>
                  <a:lnTo>
                    <a:pt x="21615" y="136084"/>
                  </a:lnTo>
                  <a:lnTo>
                    <a:pt x="21661" y="134436"/>
                  </a:lnTo>
                  <a:lnTo>
                    <a:pt x="21921" y="131271"/>
                  </a:lnTo>
                  <a:lnTo>
                    <a:pt x="22322" y="128541"/>
                  </a:lnTo>
                  <a:lnTo>
                    <a:pt x="22851" y="124948"/>
                  </a:lnTo>
                  <a:lnTo>
                    <a:pt x="22910" y="122836"/>
                  </a:lnTo>
                  <a:lnTo>
                    <a:pt x="22483" y="115954"/>
                  </a:lnTo>
                  <a:lnTo>
                    <a:pt x="22522" y="112116"/>
                  </a:lnTo>
                  <a:lnTo>
                    <a:pt x="22648" y="108128"/>
                  </a:lnTo>
                  <a:lnTo>
                    <a:pt x="22767" y="104347"/>
                  </a:lnTo>
                  <a:lnTo>
                    <a:pt x="22621" y="101713"/>
                  </a:lnTo>
                  <a:lnTo>
                    <a:pt x="22800" y="100276"/>
                  </a:lnTo>
                  <a:lnTo>
                    <a:pt x="23116" y="98221"/>
                  </a:lnTo>
                  <a:lnTo>
                    <a:pt x="23283" y="95901"/>
                  </a:lnTo>
                  <a:lnTo>
                    <a:pt x="23480" y="94903"/>
                  </a:lnTo>
                  <a:lnTo>
                    <a:pt x="23420" y="93979"/>
                  </a:lnTo>
                  <a:lnTo>
                    <a:pt x="23240" y="92251"/>
                  </a:lnTo>
                  <a:lnTo>
                    <a:pt x="23064" y="88384"/>
                  </a:lnTo>
                  <a:lnTo>
                    <a:pt x="22817" y="83008"/>
                  </a:lnTo>
                  <a:lnTo>
                    <a:pt x="22570" y="79136"/>
                  </a:lnTo>
                  <a:lnTo>
                    <a:pt x="22981" y="79352"/>
                  </a:lnTo>
                  <a:lnTo>
                    <a:pt x="23840" y="79718"/>
                  </a:lnTo>
                  <a:lnTo>
                    <a:pt x="24257" y="81614"/>
                  </a:lnTo>
                  <a:lnTo>
                    <a:pt x="24500" y="83692"/>
                  </a:lnTo>
                  <a:lnTo>
                    <a:pt x="25076" y="83810"/>
                  </a:lnTo>
                  <a:lnTo>
                    <a:pt x="26583" y="85045"/>
                  </a:lnTo>
                  <a:lnTo>
                    <a:pt x="27103" y="86762"/>
                  </a:lnTo>
                  <a:lnTo>
                    <a:pt x="27450" y="90465"/>
                  </a:lnTo>
                  <a:lnTo>
                    <a:pt x="27242" y="92360"/>
                  </a:lnTo>
                  <a:lnTo>
                    <a:pt x="26756" y="93896"/>
                  </a:lnTo>
                  <a:lnTo>
                    <a:pt x="27242" y="95249"/>
                  </a:lnTo>
                  <a:lnTo>
                    <a:pt x="28248" y="96152"/>
                  </a:lnTo>
                  <a:lnTo>
                    <a:pt x="28838" y="95881"/>
                  </a:lnTo>
                  <a:lnTo>
                    <a:pt x="30538" y="93353"/>
                  </a:lnTo>
                  <a:lnTo>
                    <a:pt x="31218" y="92906"/>
                  </a:lnTo>
                  <a:lnTo>
                    <a:pt x="32106" y="92415"/>
                  </a:lnTo>
                  <a:lnTo>
                    <a:pt x="32907" y="91763"/>
                  </a:lnTo>
                  <a:lnTo>
                    <a:pt x="35168" y="90609"/>
                  </a:lnTo>
                  <a:lnTo>
                    <a:pt x="36405" y="90104"/>
                  </a:lnTo>
                  <a:lnTo>
                    <a:pt x="37099" y="89201"/>
                  </a:lnTo>
                  <a:lnTo>
                    <a:pt x="37584" y="89201"/>
                  </a:lnTo>
                  <a:lnTo>
                    <a:pt x="37932" y="89925"/>
                  </a:lnTo>
                  <a:lnTo>
                    <a:pt x="37619" y="92542"/>
                  </a:lnTo>
                  <a:lnTo>
                    <a:pt x="37515" y="94891"/>
                  </a:lnTo>
                  <a:lnTo>
                    <a:pt x="37947" y="99280"/>
                  </a:lnTo>
                  <a:lnTo>
                    <a:pt x="38273" y="101335"/>
                  </a:lnTo>
                  <a:lnTo>
                    <a:pt x="38999" y="102827"/>
                  </a:lnTo>
                  <a:lnTo>
                    <a:pt x="39528" y="103603"/>
                  </a:lnTo>
                  <a:lnTo>
                    <a:pt x="40118" y="105187"/>
                  </a:lnTo>
                  <a:lnTo>
                    <a:pt x="41333" y="104913"/>
                  </a:lnTo>
                  <a:lnTo>
                    <a:pt x="44013" y="107158"/>
                  </a:lnTo>
                  <a:lnTo>
                    <a:pt x="44827" y="108197"/>
                  </a:lnTo>
                  <a:lnTo>
                    <a:pt x="45956" y="109227"/>
                  </a:lnTo>
                  <a:lnTo>
                    <a:pt x="46755" y="109614"/>
                  </a:lnTo>
                  <a:lnTo>
                    <a:pt x="49518" y="110402"/>
                  </a:lnTo>
                  <a:lnTo>
                    <a:pt x="50540" y="110933"/>
                  </a:lnTo>
                  <a:lnTo>
                    <a:pt x="52433" y="111648"/>
                  </a:lnTo>
                  <a:lnTo>
                    <a:pt x="53947" y="111764"/>
                  </a:lnTo>
                  <a:lnTo>
                    <a:pt x="55018" y="111446"/>
                  </a:lnTo>
                  <a:lnTo>
                    <a:pt x="55772" y="110806"/>
                  </a:lnTo>
                  <a:lnTo>
                    <a:pt x="56231" y="110090"/>
                  </a:lnTo>
                  <a:lnTo>
                    <a:pt x="56444" y="109484"/>
                  </a:lnTo>
                  <a:lnTo>
                    <a:pt x="56753" y="107291"/>
                  </a:lnTo>
                  <a:lnTo>
                    <a:pt x="57319" y="102538"/>
                  </a:lnTo>
                  <a:lnTo>
                    <a:pt x="57540" y="101124"/>
                  </a:lnTo>
                  <a:lnTo>
                    <a:pt x="58100" y="100469"/>
                  </a:lnTo>
                  <a:lnTo>
                    <a:pt x="58824" y="100039"/>
                  </a:lnTo>
                  <a:lnTo>
                    <a:pt x="59246" y="100804"/>
                  </a:lnTo>
                  <a:lnTo>
                    <a:pt x="59720" y="106076"/>
                  </a:lnTo>
                  <a:lnTo>
                    <a:pt x="61827" y="110834"/>
                  </a:lnTo>
                  <a:lnTo>
                    <a:pt x="62547" y="114828"/>
                  </a:lnTo>
                  <a:lnTo>
                    <a:pt x="63073" y="118245"/>
                  </a:lnTo>
                  <a:lnTo>
                    <a:pt x="63532" y="119183"/>
                  </a:lnTo>
                  <a:lnTo>
                    <a:pt x="64333" y="120357"/>
                  </a:lnTo>
                  <a:lnTo>
                    <a:pt x="65611" y="120773"/>
                  </a:lnTo>
                  <a:lnTo>
                    <a:pt x="66753" y="120891"/>
                  </a:lnTo>
                  <a:lnTo>
                    <a:pt x="69154" y="123352"/>
                  </a:lnTo>
                  <a:lnTo>
                    <a:pt x="71066" y="125315"/>
                  </a:lnTo>
                  <a:lnTo>
                    <a:pt x="72434" y="126717"/>
                  </a:lnTo>
                  <a:lnTo>
                    <a:pt x="73060" y="127782"/>
                  </a:lnTo>
                  <a:lnTo>
                    <a:pt x="73498" y="129536"/>
                  </a:lnTo>
                  <a:lnTo>
                    <a:pt x="73759" y="130893"/>
                  </a:lnTo>
                  <a:lnTo>
                    <a:pt x="74177" y="134404"/>
                  </a:lnTo>
                  <a:lnTo>
                    <a:pt x="74627" y="137180"/>
                  </a:lnTo>
                  <a:lnTo>
                    <a:pt x="75360" y="137711"/>
                  </a:lnTo>
                  <a:lnTo>
                    <a:pt x="76013" y="137925"/>
                  </a:lnTo>
                  <a:lnTo>
                    <a:pt x="76662" y="139821"/>
                  </a:lnTo>
                  <a:lnTo>
                    <a:pt x="77151" y="141489"/>
                  </a:lnTo>
                  <a:lnTo>
                    <a:pt x="78124" y="145552"/>
                  </a:lnTo>
                  <a:lnTo>
                    <a:pt x="78838" y="148365"/>
                  </a:lnTo>
                  <a:lnTo>
                    <a:pt x="79072" y="151098"/>
                  </a:lnTo>
                  <a:lnTo>
                    <a:pt x="79889" y="152922"/>
                  </a:lnTo>
                  <a:lnTo>
                    <a:pt x="80995" y="153698"/>
                  </a:lnTo>
                  <a:lnTo>
                    <a:pt x="82019" y="153793"/>
                  </a:lnTo>
                  <a:lnTo>
                    <a:pt x="82608" y="152979"/>
                  </a:lnTo>
                  <a:lnTo>
                    <a:pt x="84063" y="151562"/>
                  </a:lnTo>
                  <a:lnTo>
                    <a:pt x="85194" y="149941"/>
                  </a:lnTo>
                  <a:lnTo>
                    <a:pt x="86020" y="149378"/>
                  </a:lnTo>
                  <a:lnTo>
                    <a:pt x="86508" y="149721"/>
                  </a:lnTo>
                  <a:lnTo>
                    <a:pt x="86884" y="150844"/>
                  </a:lnTo>
                  <a:lnTo>
                    <a:pt x="87082" y="153043"/>
                  </a:lnTo>
                  <a:lnTo>
                    <a:pt x="87128" y="154266"/>
                  </a:lnTo>
                  <a:lnTo>
                    <a:pt x="87933" y="155432"/>
                  </a:lnTo>
                  <a:lnTo>
                    <a:pt x="88530" y="154968"/>
                  </a:lnTo>
                  <a:lnTo>
                    <a:pt x="88758" y="153629"/>
                  </a:lnTo>
                  <a:lnTo>
                    <a:pt x="88772" y="152948"/>
                  </a:lnTo>
                  <a:lnTo>
                    <a:pt x="88769" y="146971"/>
                  </a:lnTo>
                  <a:lnTo>
                    <a:pt x="88767" y="141789"/>
                  </a:lnTo>
                  <a:lnTo>
                    <a:pt x="88764" y="136912"/>
                  </a:lnTo>
                  <a:lnTo>
                    <a:pt x="88762" y="130968"/>
                  </a:lnTo>
                  <a:lnTo>
                    <a:pt x="88761" y="125788"/>
                  </a:lnTo>
                  <a:lnTo>
                    <a:pt x="88758" y="121520"/>
                  </a:lnTo>
                  <a:lnTo>
                    <a:pt x="88756" y="117067"/>
                  </a:lnTo>
                  <a:lnTo>
                    <a:pt x="88239" y="117321"/>
                  </a:lnTo>
                  <a:lnTo>
                    <a:pt x="87585" y="118334"/>
                  </a:lnTo>
                  <a:lnTo>
                    <a:pt x="86084" y="118455"/>
                  </a:lnTo>
                  <a:lnTo>
                    <a:pt x="85498" y="119217"/>
                  </a:lnTo>
                  <a:lnTo>
                    <a:pt x="85314" y="120360"/>
                  </a:lnTo>
                  <a:lnTo>
                    <a:pt x="85430" y="121858"/>
                  </a:lnTo>
                  <a:lnTo>
                    <a:pt x="85460" y="123883"/>
                  </a:lnTo>
                  <a:lnTo>
                    <a:pt x="85241" y="124838"/>
                  </a:lnTo>
                  <a:lnTo>
                    <a:pt x="84582" y="125216"/>
                  </a:lnTo>
                  <a:lnTo>
                    <a:pt x="83631" y="124434"/>
                  </a:lnTo>
                  <a:lnTo>
                    <a:pt x="81899" y="123413"/>
                  </a:lnTo>
                  <a:lnTo>
                    <a:pt x="80458" y="122781"/>
                  </a:lnTo>
                  <a:lnTo>
                    <a:pt x="79426" y="120092"/>
                  </a:lnTo>
                  <a:lnTo>
                    <a:pt x="78024" y="116034"/>
                  </a:lnTo>
                  <a:lnTo>
                    <a:pt x="77109" y="113988"/>
                  </a:lnTo>
                  <a:lnTo>
                    <a:pt x="74897" y="109758"/>
                  </a:lnTo>
                  <a:lnTo>
                    <a:pt x="74522" y="108904"/>
                  </a:lnTo>
                  <a:lnTo>
                    <a:pt x="73851" y="106921"/>
                  </a:lnTo>
                  <a:lnTo>
                    <a:pt x="73275" y="103560"/>
                  </a:lnTo>
                  <a:lnTo>
                    <a:pt x="72994" y="101329"/>
                  </a:lnTo>
                  <a:lnTo>
                    <a:pt x="72725" y="99670"/>
                  </a:lnTo>
                  <a:lnTo>
                    <a:pt x="72428" y="97197"/>
                  </a:lnTo>
                  <a:lnTo>
                    <a:pt x="72962" y="93396"/>
                  </a:lnTo>
                  <a:lnTo>
                    <a:pt x="73712" y="86162"/>
                  </a:lnTo>
                  <a:lnTo>
                    <a:pt x="74254" y="80951"/>
                  </a:lnTo>
                  <a:lnTo>
                    <a:pt x="74552" y="77084"/>
                  </a:lnTo>
                  <a:lnTo>
                    <a:pt x="75626" y="73151"/>
                  </a:lnTo>
                  <a:lnTo>
                    <a:pt x="75702" y="69633"/>
                  </a:lnTo>
                  <a:lnTo>
                    <a:pt x="75269" y="65117"/>
                  </a:lnTo>
                  <a:lnTo>
                    <a:pt x="75380" y="62624"/>
                  </a:lnTo>
                  <a:lnTo>
                    <a:pt x="75452" y="56296"/>
                  </a:lnTo>
                  <a:lnTo>
                    <a:pt x="75513" y="50975"/>
                  </a:lnTo>
                  <a:lnTo>
                    <a:pt x="75527" y="48389"/>
                  </a:lnTo>
                  <a:lnTo>
                    <a:pt x="75233" y="43884"/>
                  </a:lnTo>
                  <a:lnTo>
                    <a:pt x="74510" y="38898"/>
                  </a:lnTo>
                  <a:lnTo>
                    <a:pt x="72916" y="31952"/>
                  </a:lnTo>
                  <a:lnTo>
                    <a:pt x="72922" y="30469"/>
                  </a:lnTo>
                  <a:lnTo>
                    <a:pt x="73871" y="28833"/>
                  </a:lnTo>
                  <a:lnTo>
                    <a:pt x="75372" y="25962"/>
                  </a:lnTo>
                  <a:lnTo>
                    <a:pt x="76108" y="24259"/>
                  </a:lnTo>
                  <a:lnTo>
                    <a:pt x="76988" y="21835"/>
                  </a:lnTo>
                  <a:lnTo>
                    <a:pt x="77383" y="20606"/>
                  </a:lnTo>
                  <a:lnTo>
                    <a:pt x="78246" y="17498"/>
                  </a:lnTo>
                  <a:lnTo>
                    <a:pt x="78794" y="14979"/>
                  </a:lnTo>
                  <a:lnTo>
                    <a:pt x="78983" y="11718"/>
                  </a:lnTo>
                  <a:lnTo>
                    <a:pt x="78571" y="8622"/>
                  </a:lnTo>
                  <a:lnTo>
                    <a:pt x="79412" y="8016"/>
                  </a:lnTo>
                  <a:lnTo>
                    <a:pt x="82176" y="6919"/>
                  </a:lnTo>
                  <a:lnTo>
                    <a:pt x="85221" y="5710"/>
                  </a:lnTo>
                  <a:lnTo>
                    <a:pt x="88428" y="4435"/>
                  </a:lnTo>
                  <a:lnTo>
                    <a:pt x="91666" y="3151"/>
                  </a:lnTo>
                  <a:lnTo>
                    <a:pt x="94802" y="1907"/>
                  </a:lnTo>
                  <a:lnTo>
                    <a:pt x="97645" y="779"/>
                  </a:lnTo>
                  <a:lnTo>
                    <a:pt x="99613" y="0"/>
                  </a:lnTo>
                  <a:lnTo>
                    <a:pt x="99903" y="2132"/>
                  </a:lnTo>
                  <a:lnTo>
                    <a:pt x="100515" y="5670"/>
                  </a:lnTo>
                  <a:lnTo>
                    <a:pt x="101212" y="8276"/>
                  </a:lnTo>
                  <a:lnTo>
                    <a:pt x="102079" y="10558"/>
                  </a:lnTo>
                  <a:lnTo>
                    <a:pt x="102817" y="11937"/>
                  </a:lnTo>
                  <a:lnTo>
                    <a:pt x="103305" y="12359"/>
                  </a:lnTo>
                  <a:lnTo>
                    <a:pt x="106419" y="12214"/>
                  </a:lnTo>
                  <a:lnTo>
                    <a:pt x="107539" y="13600"/>
                  </a:lnTo>
                  <a:lnTo>
                    <a:pt x="108512" y="15354"/>
                  </a:lnTo>
                  <a:lnTo>
                    <a:pt x="108755" y="18078"/>
                  </a:lnTo>
                  <a:lnTo>
                    <a:pt x="109397" y="19786"/>
                  </a:lnTo>
                  <a:lnTo>
                    <a:pt x="110088" y="21131"/>
                  </a:lnTo>
                  <a:lnTo>
                    <a:pt x="110387" y="21296"/>
                  </a:lnTo>
                  <a:lnTo>
                    <a:pt x="110895" y="20967"/>
                  </a:lnTo>
                  <a:lnTo>
                    <a:pt x="111728" y="20938"/>
                  </a:lnTo>
                  <a:lnTo>
                    <a:pt x="112501" y="21521"/>
                  </a:lnTo>
                  <a:lnTo>
                    <a:pt x="112870" y="22118"/>
                  </a:lnTo>
                  <a:lnTo>
                    <a:pt x="112906" y="24401"/>
                  </a:lnTo>
                  <a:lnTo>
                    <a:pt x="113142" y="25422"/>
                  </a:lnTo>
                  <a:lnTo>
                    <a:pt x="114195" y="25817"/>
                  </a:lnTo>
                  <a:lnTo>
                    <a:pt x="115267" y="25993"/>
                  </a:lnTo>
                  <a:lnTo>
                    <a:pt x="116302" y="27537"/>
                  </a:lnTo>
                  <a:lnTo>
                    <a:pt x="117420" y="27811"/>
                  </a:lnTo>
                  <a:lnTo>
                    <a:pt x="118713" y="28446"/>
                  </a:lnTo>
                  <a:lnTo>
                    <a:pt x="119325" y="30111"/>
                  </a:lnTo>
                  <a:lnTo>
                    <a:pt x="120702" y="31820"/>
                  </a:lnTo>
                  <a:lnTo>
                    <a:pt x="122386" y="33349"/>
                  </a:lnTo>
                  <a:lnTo>
                    <a:pt x="123597" y="3508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7"/>
            <p:cNvSpPr/>
            <p:nvPr/>
          </p:nvSpPr>
          <p:spPr>
            <a:xfrm>
              <a:off x="3455042" y="4096308"/>
              <a:ext cx="88376" cy="199721"/>
            </a:xfrm>
            <a:custGeom>
              <a:avLst/>
              <a:pathLst>
                <a:path w="88376" h="199721">
                  <a:moveTo>
                    <a:pt x="68857" y="199721"/>
                  </a:moveTo>
                  <a:lnTo>
                    <a:pt x="67828" y="198033"/>
                  </a:lnTo>
                  <a:lnTo>
                    <a:pt x="66422" y="196936"/>
                  </a:lnTo>
                  <a:lnTo>
                    <a:pt x="64636" y="196431"/>
                  </a:lnTo>
                  <a:lnTo>
                    <a:pt x="62314" y="196642"/>
                  </a:lnTo>
                  <a:lnTo>
                    <a:pt x="59458" y="197563"/>
                  </a:lnTo>
                  <a:lnTo>
                    <a:pt x="56395" y="196443"/>
                  </a:lnTo>
                  <a:lnTo>
                    <a:pt x="53124" y="193283"/>
                  </a:lnTo>
                  <a:lnTo>
                    <a:pt x="50407" y="192164"/>
                  </a:lnTo>
                  <a:lnTo>
                    <a:pt x="47163" y="193537"/>
                  </a:lnTo>
                  <a:lnTo>
                    <a:pt x="47020" y="193572"/>
                  </a:lnTo>
                  <a:lnTo>
                    <a:pt x="46457" y="192501"/>
                  </a:lnTo>
                  <a:lnTo>
                    <a:pt x="45571" y="190190"/>
                  </a:lnTo>
                  <a:lnTo>
                    <a:pt x="44091" y="189783"/>
                  </a:lnTo>
                  <a:lnTo>
                    <a:pt x="43689" y="189243"/>
                  </a:lnTo>
                  <a:lnTo>
                    <a:pt x="43359" y="188383"/>
                  </a:lnTo>
                  <a:lnTo>
                    <a:pt x="43142" y="187287"/>
                  </a:lnTo>
                  <a:lnTo>
                    <a:pt x="43057" y="186066"/>
                  </a:lnTo>
                  <a:lnTo>
                    <a:pt x="43301" y="182266"/>
                  </a:lnTo>
                  <a:lnTo>
                    <a:pt x="43168" y="181839"/>
                  </a:lnTo>
                  <a:lnTo>
                    <a:pt x="42772" y="181383"/>
                  </a:lnTo>
                  <a:lnTo>
                    <a:pt x="41961" y="180927"/>
                  </a:lnTo>
                  <a:lnTo>
                    <a:pt x="40013" y="179201"/>
                  </a:lnTo>
                  <a:lnTo>
                    <a:pt x="37563" y="177536"/>
                  </a:lnTo>
                  <a:lnTo>
                    <a:pt x="33585" y="175707"/>
                  </a:lnTo>
                  <a:lnTo>
                    <a:pt x="32040" y="175225"/>
                  </a:lnTo>
                  <a:lnTo>
                    <a:pt x="31682" y="174668"/>
                  </a:lnTo>
                  <a:lnTo>
                    <a:pt x="31234" y="173265"/>
                  </a:lnTo>
                  <a:lnTo>
                    <a:pt x="30471" y="168902"/>
                  </a:lnTo>
                  <a:lnTo>
                    <a:pt x="29752" y="166020"/>
                  </a:lnTo>
                  <a:lnTo>
                    <a:pt x="28041" y="161573"/>
                  </a:lnTo>
                  <a:lnTo>
                    <a:pt x="27768" y="160190"/>
                  </a:lnTo>
                  <a:lnTo>
                    <a:pt x="27854" y="156661"/>
                  </a:lnTo>
                  <a:lnTo>
                    <a:pt x="27980" y="153810"/>
                  </a:lnTo>
                  <a:lnTo>
                    <a:pt x="28164" y="151389"/>
                  </a:lnTo>
                  <a:lnTo>
                    <a:pt x="28081" y="149124"/>
                  </a:lnTo>
                  <a:lnTo>
                    <a:pt x="28057" y="146311"/>
                  </a:lnTo>
                  <a:lnTo>
                    <a:pt x="28111" y="144423"/>
                  </a:lnTo>
                  <a:lnTo>
                    <a:pt x="27880" y="143607"/>
                  </a:lnTo>
                  <a:lnTo>
                    <a:pt x="27259" y="143032"/>
                  </a:lnTo>
                  <a:lnTo>
                    <a:pt x="25492" y="142773"/>
                  </a:lnTo>
                  <a:lnTo>
                    <a:pt x="23355" y="142888"/>
                  </a:lnTo>
                  <a:lnTo>
                    <a:pt x="23285" y="140026"/>
                  </a:lnTo>
                  <a:lnTo>
                    <a:pt x="23082" y="135599"/>
                  </a:lnTo>
                  <a:lnTo>
                    <a:pt x="22682" y="133051"/>
                  </a:lnTo>
                  <a:lnTo>
                    <a:pt x="22190" y="131727"/>
                  </a:lnTo>
                  <a:lnTo>
                    <a:pt x="21209" y="130344"/>
                  </a:lnTo>
                  <a:lnTo>
                    <a:pt x="19221" y="128451"/>
                  </a:lnTo>
                  <a:lnTo>
                    <a:pt x="16513" y="125574"/>
                  </a:lnTo>
                  <a:lnTo>
                    <a:pt x="14200" y="121315"/>
                  </a:lnTo>
                  <a:lnTo>
                    <a:pt x="11548" y="116017"/>
                  </a:lnTo>
                  <a:lnTo>
                    <a:pt x="10720" y="115099"/>
                  </a:lnTo>
                  <a:lnTo>
                    <a:pt x="9741" y="110124"/>
                  </a:lnTo>
                  <a:lnTo>
                    <a:pt x="8251" y="101609"/>
                  </a:lnTo>
                  <a:lnTo>
                    <a:pt x="8348" y="98770"/>
                  </a:lnTo>
                  <a:lnTo>
                    <a:pt x="8122" y="97381"/>
                  </a:lnTo>
                  <a:lnTo>
                    <a:pt x="6675" y="93197"/>
                  </a:lnTo>
                  <a:lnTo>
                    <a:pt x="6355" y="91024"/>
                  </a:lnTo>
                  <a:lnTo>
                    <a:pt x="6100" y="88828"/>
                  </a:lnTo>
                  <a:lnTo>
                    <a:pt x="3795" y="82699"/>
                  </a:lnTo>
                  <a:lnTo>
                    <a:pt x="3011" y="80024"/>
                  </a:lnTo>
                  <a:lnTo>
                    <a:pt x="2415" y="76587"/>
                  </a:lnTo>
                  <a:lnTo>
                    <a:pt x="1820" y="73840"/>
                  </a:lnTo>
                  <a:lnTo>
                    <a:pt x="1319" y="72732"/>
                  </a:lnTo>
                  <a:lnTo>
                    <a:pt x="663" y="70862"/>
                  </a:lnTo>
                  <a:lnTo>
                    <a:pt x="207" y="68730"/>
                  </a:lnTo>
                  <a:lnTo>
                    <a:pt x="0" y="67140"/>
                  </a:lnTo>
                  <a:lnTo>
                    <a:pt x="170" y="65007"/>
                  </a:lnTo>
                  <a:lnTo>
                    <a:pt x="394" y="63544"/>
                  </a:lnTo>
                  <a:lnTo>
                    <a:pt x="2586" y="65068"/>
                  </a:lnTo>
                  <a:lnTo>
                    <a:pt x="3782" y="65198"/>
                  </a:lnTo>
                  <a:lnTo>
                    <a:pt x="4719" y="64448"/>
                  </a:lnTo>
                  <a:lnTo>
                    <a:pt x="5877" y="65455"/>
                  </a:lnTo>
                  <a:lnTo>
                    <a:pt x="7259" y="68225"/>
                  </a:lnTo>
                  <a:lnTo>
                    <a:pt x="8764" y="68753"/>
                  </a:lnTo>
                  <a:lnTo>
                    <a:pt x="10396" y="67036"/>
                  </a:lnTo>
                  <a:lnTo>
                    <a:pt x="12597" y="67555"/>
                  </a:lnTo>
                  <a:lnTo>
                    <a:pt x="15369" y="70311"/>
                  </a:lnTo>
                  <a:lnTo>
                    <a:pt x="17667" y="70871"/>
                  </a:lnTo>
                  <a:lnTo>
                    <a:pt x="20403" y="68415"/>
                  </a:lnTo>
                  <a:lnTo>
                    <a:pt x="22843" y="61617"/>
                  </a:lnTo>
                  <a:lnTo>
                    <a:pt x="25139" y="55222"/>
                  </a:lnTo>
                  <a:lnTo>
                    <a:pt x="27397" y="47841"/>
                  </a:lnTo>
                  <a:lnTo>
                    <a:pt x="28757" y="41879"/>
                  </a:lnTo>
                  <a:lnTo>
                    <a:pt x="30752" y="37028"/>
                  </a:lnTo>
                  <a:lnTo>
                    <a:pt x="33382" y="33291"/>
                  </a:lnTo>
                  <a:lnTo>
                    <a:pt x="36062" y="30131"/>
                  </a:lnTo>
                  <a:lnTo>
                    <a:pt x="40158" y="26270"/>
                  </a:lnTo>
                  <a:lnTo>
                    <a:pt x="40978" y="23079"/>
                  </a:lnTo>
                  <a:lnTo>
                    <a:pt x="41251" y="19593"/>
                  </a:lnTo>
                  <a:lnTo>
                    <a:pt x="41251" y="14751"/>
                  </a:lnTo>
                  <a:lnTo>
                    <a:pt x="41465" y="11614"/>
                  </a:lnTo>
                  <a:lnTo>
                    <a:pt x="41890" y="10186"/>
                  </a:lnTo>
                  <a:lnTo>
                    <a:pt x="42571" y="9072"/>
                  </a:lnTo>
                  <a:lnTo>
                    <a:pt x="43452" y="7626"/>
                  </a:lnTo>
                  <a:lnTo>
                    <a:pt x="46147" y="3941"/>
                  </a:lnTo>
                  <a:lnTo>
                    <a:pt x="48411" y="1587"/>
                  </a:lnTo>
                  <a:lnTo>
                    <a:pt x="51162" y="46"/>
                  </a:lnTo>
                  <a:lnTo>
                    <a:pt x="54175" y="28"/>
                  </a:lnTo>
                  <a:lnTo>
                    <a:pt x="57080" y="11"/>
                  </a:lnTo>
                  <a:lnTo>
                    <a:pt x="58731" y="0"/>
                  </a:lnTo>
                  <a:lnTo>
                    <a:pt x="58754" y="4660"/>
                  </a:lnTo>
                  <a:lnTo>
                    <a:pt x="58882" y="9903"/>
                  </a:lnTo>
                  <a:lnTo>
                    <a:pt x="59204" y="10408"/>
                  </a:lnTo>
                  <a:lnTo>
                    <a:pt x="61389" y="10523"/>
                  </a:lnTo>
                  <a:lnTo>
                    <a:pt x="64893" y="10893"/>
                  </a:lnTo>
                  <a:lnTo>
                    <a:pt x="68271" y="11245"/>
                  </a:lnTo>
                  <a:lnTo>
                    <a:pt x="70428" y="15048"/>
                  </a:lnTo>
                  <a:lnTo>
                    <a:pt x="71151" y="15856"/>
                  </a:lnTo>
                  <a:lnTo>
                    <a:pt x="73396" y="16875"/>
                  </a:lnTo>
                  <a:lnTo>
                    <a:pt x="76261" y="23217"/>
                  </a:lnTo>
                  <a:lnTo>
                    <a:pt x="79706" y="23806"/>
                  </a:lnTo>
                  <a:lnTo>
                    <a:pt x="82076" y="25786"/>
                  </a:lnTo>
                  <a:lnTo>
                    <a:pt x="84164" y="27964"/>
                  </a:lnTo>
                  <a:lnTo>
                    <a:pt x="85367" y="30570"/>
                  </a:lnTo>
                  <a:lnTo>
                    <a:pt x="86145" y="31162"/>
                  </a:lnTo>
                  <a:lnTo>
                    <a:pt x="87197" y="31355"/>
                  </a:lnTo>
                  <a:lnTo>
                    <a:pt x="87709" y="31594"/>
                  </a:lnTo>
                  <a:lnTo>
                    <a:pt x="87594" y="33476"/>
                  </a:lnTo>
                  <a:lnTo>
                    <a:pt x="86894" y="36656"/>
                  </a:lnTo>
                  <a:lnTo>
                    <a:pt x="86986" y="41212"/>
                  </a:lnTo>
                  <a:lnTo>
                    <a:pt x="87951" y="47529"/>
                  </a:lnTo>
                  <a:lnTo>
                    <a:pt x="88081" y="53023"/>
                  </a:lnTo>
                  <a:lnTo>
                    <a:pt x="87785" y="62713"/>
                  </a:lnTo>
                  <a:lnTo>
                    <a:pt x="87795" y="72095"/>
                  </a:lnTo>
                  <a:lnTo>
                    <a:pt x="87898" y="75445"/>
                  </a:lnTo>
                  <a:lnTo>
                    <a:pt x="88055" y="77667"/>
                  </a:lnTo>
                  <a:lnTo>
                    <a:pt x="88258" y="78882"/>
                  </a:lnTo>
                  <a:lnTo>
                    <a:pt x="88221" y="80270"/>
                  </a:lnTo>
                  <a:lnTo>
                    <a:pt x="87646" y="84203"/>
                  </a:lnTo>
                  <a:lnTo>
                    <a:pt x="87183" y="88347"/>
                  </a:lnTo>
                  <a:lnTo>
                    <a:pt x="87167" y="90006"/>
                  </a:lnTo>
                  <a:lnTo>
                    <a:pt x="86989" y="91172"/>
                  </a:lnTo>
                  <a:lnTo>
                    <a:pt x="86647" y="92210"/>
                  </a:lnTo>
                  <a:lnTo>
                    <a:pt x="85142" y="94124"/>
                  </a:lnTo>
                  <a:lnTo>
                    <a:pt x="84884" y="95307"/>
                  </a:lnTo>
                  <a:lnTo>
                    <a:pt x="84889" y="97448"/>
                  </a:lnTo>
                  <a:lnTo>
                    <a:pt x="85080" y="99249"/>
                  </a:lnTo>
                  <a:lnTo>
                    <a:pt x="85644" y="99912"/>
                  </a:lnTo>
                  <a:lnTo>
                    <a:pt x="86325" y="100931"/>
                  </a:lnTo>
                  <a:lnTo>
                    <a:pt x="86594" y="102278"/>
                  </a:lnTo>
                  <a:lnTo>
                    <a:pt x="86596" y="103698"/>
                  </a:lnTo>
                  <a:lnTo>
                    <a:pt x="86380" y="106327"/>
                  </a:lnTo>
                  <a:lnTo>
                    <a:pt x="85774" y="110681"/>
                  </a:lnTo>
                  <a:lnTo>
                    <a:pt x="86377" y="115688"/>
                  </a:lnTo>
                  <a:lnTo>
                    <a:pt x="87055" y="118934"/>
                  </a:lnTo>
                  <a:lnTo>
                    <a:pt x="87989" y="122697"/>
                  </a:lnTo>
                  <a:lnTo>
                    <a:pt x="88376" y="125014"/>
                  </a:lnTo>
                  <a:lnTo>
                    <a:pt x="88355" y="126679"/>
                  </a:lnTo>
                  <a:lnTo>
                    <a:pt x="88217" y="128295"/>
                  </a:lnTo>
                  <a:lnTo>
                    <a:pt x="86819" y="135160"/>
                  </a:lnTo>
                  <a:lnTo>
                    <a:pt x="85811" y="139425"/>
                  </a:lnTo>
                  <a:lnTo>
                    <a:pt x="84581" y="143993"/>
                  </a:lnTo>
                  <a:lnTo>
                    <a:pt x="82954" y="146859"/>
                  </a:lnTo>
                  <a:lnTo>
                    <a:pt x="82535" y="148238"/>
                  </a:lnTo>
                  <a:lnTo>
                    <a:pt x="82368" y="149811"/>
                  </a:lnTo>
                  <a:lnTo>
                    <a:pt x="82426" y="153236"/>
                  </a:lnTo>
                  <a:lnTo>
                    <a:pt x="82351" y="156817"/>
                  </a:lnTo>
                  <a:lnTo>
                    <a:pt x="80959" y="162326"/>
                  </a:lnTo>
                  <a:lnTo>
                    <a:pt x="81824" y="167070"/>
                  </a:lnTo>
                  <a:lnTo>
                    <a:pt x="81627" y="167506"/>
                  </a:lnTo>
                  <a:lnTo>
                    <a:pt x="81158" y="168187"/>
                  </a:lnTo>
                  <a:lnTo>
                    <a:pt x="79155" y="173522"/>
                  </a:lnTo>
                  <a:lnTo>
                    <a:pt x="77129" y="178918"/>
                  </a:lnTo>
                  <a:lnTo>
                    <a:pt x="75649" y="182863"/>
                  </a:lnTo>
                  <a:lnTo>
                    <a:pt x="73965" y="187350"/>
                  </a:lnTo>
                  <a:lnTo>
                    <a:pt x="72078" y="192377"/>
                  </a:lnTo>
                  <a:lnTo>
                    <a:pt x="70465" y="196671"/>
                  </a:lnTo>
                  <a:close/>
                </a:path>
              </a:pathLst>
            </a:cu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8"/>
            <p:cNvSpPr/>
            <p:nvPr/>
          </p:nvSpPr>
          <p:spPr>
            <a:xfrm>
              <a:off x="3225549" y="2066059"/>
              <a:ext cx="9719" cy="24017"/>
            </a:xfrm>
            <a:custGeom>
              <a:avLst/>
              <a:pathLst>
                <a:path w="9719" h="24017">
                  <a:moveTo>
                    <a:pt x="8869" y="18823"/>
                  </a:moveTo>
                  <a:lnTo>
                    <a:pt x="9719" y="17119"/>
                  </a:lnTo>
                  <a:lnTo>
                    <a:pt x="9687" y="14819"/>
                  </a:lnTo>
                  <a:lnTo>
                    <a:pt x="9327" y="13457"/>
                  </a:lnTo>
                  <a:lnTo>
                    <a:pt x="7260" y="12855"/>
                  </a:lnTo>
                  <a:lnTo>
                    <a:pt x="6870" y="12002"/>
                  </a:lnTo>
                  <a:lnTo>
                    <a:pt x="6802" y="11238"/>
                  </a:lnTo>
                  <a:lnTo>
                    <a:pt x="6857" y="9072"/>
                  </a:lnTo>
                  <a:lnTo>
                    <a:pt x="6940" y="8358"/>
                  </a:lnTo>
                  <a:lnTo>
                    <a:pt x="7414" y="7309"/>
                  </a:lnTo>
                  <a:lnTo>
                    <a:pt x="7298" y="6302"/>
                  </a:lnTo>
                  <a:lnTo>
                    <a:pt x="6054" y="6472"/>
                  </a:lnTo>
                  <a:lnTo>
                    <a:pt x="5006" y="6132"/>
                  </a:lnTo>
                  <a:lnTo>
                    <a:pt x="4614" y="5621"/>
                  </a:lnTo>
                  <a:lnTo>
                    <a:pt x="4531" y="4788"/>
                  </a:lnTo>
                  <a:lnTo>
                    <a:pt x="4362" y="672"/>
                  </a:lnTo>
                  <a:lnTo>
                    <a:pt x="4124" y="0"/>
                  </a:lnTo>
                  <a:lnTo>
                    <a:pt x="2894" y="1106"/>
                  </a:lnTo>
                  <a:lnTo>
                    <a:pt x="1570" y="2895"/>
                  </a:lnTo>
                  <a:lnTo>
                    <a:pt x="613" y="4174"/>
                  </a:lnTo>
                  <a:lnTo>
                    <a:pt x="908" y="5274"/>
                  </a:lnTo>
                  <a:lnTo>
                    <a:pt x="1175" y="6758"/>
                  </a:lnTo>
                  <a:lnTo>
                    <a:pt x="1712" y="8242"/>
                  </a:lnTo>
                  <a:lnTo>
                    <a:pt x="2650" y="9878"/>
                  </a:lnTo>
                  <a:lnTo>
                    <a:pt x="2584" y="11668"/>
                  </a:lnTo>
                  <a:lnTo>
                    <a:pt x="1407" y="12945"/>
                  </a:lnTo>
                  <a:lnTo>
                    <a:pt x="588" y="13030"/>
                  </a:lnTo>
                  <a:lnTo>
                    <a:pt x="521" y="14748"/>
                  </a:lnTo>
                  <a:lnTo>
                    <a:pt x="633" y="16083"/>
                  </a:lnTo>
                  <a:lnTo>
                    <a:pt x="624" y="18123"/>
                  </a:lnTo>
                  <a:lnTo>
                    <a:pt x="547" y="18733"/>
                  </a:lnTo>
                  <a:lnTo>
                    <a:pt x="251" y="19505"/>
                  </a:lnTo>
                  <a:lnTo>
                    <a:pt x="0" y="20695"/>
                  </a:lnTo>
                  <a:lnTo>
                    <a:pt x="293" y="21291"/>
                  </a:lnTo>
                  <a:lnTo>
                    <a:pt x="3428" y="22847"/>
                  </a:lnTo>
                  <a:lnTo>
                    <a:pt x="5464" y="2401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29"/>
            <p:cNvSpPr/>
            <p:nvPr/>
          </p:nvSpPr>
          <p:spPr>
            <a:xfrm>
              <a:off x="3227303" y="2080157"/>
              <a:ext cx="7558" cy="8567"/>
            </a:xfrm>
            <a:custGeom>
              <a:avLst/>
              <a:pathLst>
                <a:path w="7558" h="8567">
                  <a:moveTo>
                    <a:pt x="3753" y="8443"/>
                  </a:moveTo>
                  <a:lnTo>
                    <a:pt x="2905" y="8567"/>
                  </a:lnTo>
                  <a:lnTo>
                    <a:pt x="838" y="7501"/>
                  </a:lnTo>
                  <a:lnTo>
                    <a:pt x="174" y="6774"/>
                  </a:lnTo>
                  <a:lnTo>
                    <a:pt x="0" y="6170"/>
                  </a:lnTo>
                  <a:lnTo>
                    <a:pt x="2366" y="2874"/>
                  </a:lnTo>
                  <a:lnTo>
                    <a:pt x="4209" y="882"/>
                  </a:lnTo>
                  <a:lnTo>
                    <a:pt x="5559" y="0"/>
                  </a:lnTo>
                  <a:lnTo>
                    <a:pt x="6438" y="158"/>
                  </a:lnTo>
                  <a:lnTo>
                    <a:pt x="7141" y="679"/>
                  </a:lnTo>
                  <a:lnTo>
                    <a:pt x="7505" y="1540"/>
                  </a:lnTo>
                  <a:lnTo>
                    <a:pt x="7558" y="2522"/>
                  </a:lnTo>
                  <a:lnTo>
                    <a:pt x="7180" y="3599"/>
                  </a:lnTo>
                  <a:lnTo>
                    <a:pt x="6500" y="4686"/>
                  </a:lnTo>
                  <a:lnTo>
                    <a:pt x="5133" y="6254"/>
                  </a:lnTo>
                  <a:lnTo>
                    <a:pt x="4309" y="777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0"/>
            <p:cNvSpPr/>
            <p:nvPr/>
          </p:nvSpPr>
          <p:spPr>
            <a:xfrm>
              <a:off x="3309766" y="2395803"/>
              <a:ext cx="97" cy="209"/>
            </a:xfrm>
            <a:custGeom>
              <a:avLst/>
              <a:pathLst>
                <a:path w="97" h="209">
                  <a:moveTo>
                    <a:pt x="97" y="209"/>
                  </a:moveTo>
                  <a:lnTo>
                    <a:pt x="0" y="0"/>
                  </a:lnTo>
                  <a:close/>
                </a:path>
              </a:pathLst>
            </a:custGeom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tx1631"/>
            <p:cNvSpPr/>
            <p:nvPr/>
          </p:nvSpPr>
          <p:spPr>
            <a:xfrm>
              <a:off x="5611454" y="2663876"/>
              <a:ext cx="71773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ASR(/10^5)</a:t>
              </a:r>
            </a:p>
          </p:txBody>
        </p:sp>
        <p:sp>
          <p:nvSpPr>
            <p:cNvPr id="1633" name="rc1632"/>
            <p:cNvSpPr/>
            <p:nvPr/>
          </p:nvSpPr>
          <p:spPr>
            <a:xfrm>
              <a:off x="5615054" y="2882870"/>
              <a:ext cx="212255" cy="212255"/>
            </a:xfrm>
            <a:prstGeom prst="rect">
              <a:avLst/>
            </a:prstGeom>
            <a:solidFill>
              <a:srgbClr val="FEE5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4" name="rc1633"/>
            <p:cNvSpPr/>
            <p:nvPr/>
          </p:nvSpPr>
          <p:spPr>
            <a:xfrm>
              <a:off x="5615054" y="3102326"/>
              <a:ext cx="212255" cy="212255"/>
            </a:xfrm>
            <a:prstGeom prst="rect">
              <a:avLst/>
            </a:prstGeom>
            <a:solidFill>
              <a:srgbClr val="FCBBA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5" name="rc1634"/>
            <p:cNvSpPr/>
            <p:nvPr/>
          </p:nvSpPr>
          <p:spPr>
            <a:xfrm>
              <a:off x="5615054" y="3321782"/>
              <a:ext cx="212255" cy="212255"/>
            </a:xfrm>
            <a:prstGeom prst="rect">
              <a:avLst/>
            </a:prstGeom>
            <a:solidFill>
              <a:srgbClr val="FC92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6" name="rc1635"/>
            <p:cNvSpPr/>
            <p:nvPr/>
          </p:nvSpPr>
          <p:spPr>
            <a:xfrm>
              <a:off x="5615054" y="3541238"/>
              <a:ext cx="212255" cy="212255"/>
            </a:xfrm>
            <a:prstGeom prst="rect">
              <a:avLst/>
            </a:prstGeom>
            <a:solidFill>
              <a:srgbClr val="FB6A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7" name="rc1636"/>
            <p:cNvSpPr/>
            <p:nvPr/>
          </p:nvSpPr>
          <p:spPr>
            <a:xfrm>
              <a:off x="5615054" y="3760694"/>
              <a:ext cx="212255" cy="212255"/>
            </a:xfrm>
            <a:prstGeom prst="rect">
              <a:avLst/>
            </a:prstGeom>
            <a:solidFill>
              <a:srgbClr val="EF3B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8" name="rc1637"/>
            <p:cNvSpPr/>
            <p:nvPr/>
          </p:nvSpPr>
          <p:spPr>
            <a:xfrm>
              <a:off x="5615054" y="3980150"/>
              <a:ext cx="212255" cy="212255"/>
            </a:xfrm>
            <a:prstGeom prst="rect">
              <a:avLst/>
            </a:prstGeom>
            <a:solidFill>
              <a:srgbClr val="CB181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9" name="rc1638"/>
            <p:cNvSpPr/>
            <p:nvPr/>
          </p:nvSpPr>
          <p:spPr>
            <a:xfrm>
              <a:off x="5615054" y="4199606"/>
              <a:ext cx="212255" cy="212255"/>
            </a:xfrm>
            <a:prstGeom prst="rect">
              <a:avLst/>
            </a:prstGeom>
            <a:solidFill>
              <a:srgbClr val="99000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0" name="rc1639"/>
            <p:cNvSpPr/>
            <p:nvPr/>
          </p:nvSpPr>
          <p:spPr>
            <a:xfrm>
              <a:off x="5615054" y="4419062"/>
              <a:ext cx="212255" cy="212255"/>
            </a:xfrm>
            <a:prstGeom prst="rect">
              <a:avLst/>
            </a:prstGeom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1" name="tx1640"/>
            <p:cNvSpPr/>
            <p:nvPr/>
          </p:nvSpPr>
          <p:spPr>
            <a:xfrm>
              <a:off x="5900499" y="2947306"/>
              <a:ext cx="28278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0~0.5</a:t>
              </a:r>
            </a:p>
          </p:txBody>
        </p:sp>
        <p:sp>
          <p:nvSpPr>
            <p:cNvPr id="1642" name="tx1641"/>
            <p:cNvSpPr/>
            <p:nvPr/>
          </p:nvSpPr>
          <p:spPr>
            <a:xfrm>
              <a:off x="5900499" y="3166762"/>
              <a:ext cx="375989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0.5~1.0</a:t>
              </a:r>
            </a:p>
          </p:txBody>
        </p:sp>
        <p:sp>
          <p:nvSpPr>
            <p:cNvPr id="1643" name="tx1642"/>
            <p:cNvSpPr/>
            <p:nvPr/>
          </p:nvSpPr>
          <p:spPr>
            <a:xfrm>
              <a:off x="5900499" y="3386218"/>
              <a:ext cx="375989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1.0~2.0</a:t>
              </a:r>
            </a:p>
          </p:txBody>
        </p:sp>
        <p:sp>
          <p:nvSpPr>
            <p:cNvPr id="1644" name="tx1643"/>
            <p:cNvSpPr/>
            <p:nvPr/>
          </p:nvSpPr>
          <p:spPr>
            <a:xfrm>
              <a:off x="5900499" y="3605674"/>
              <a:ext cx="375989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2.0~5.0</a:t>
              </a:r>
            </a:p>
          </p:txBody>
        </p:sp>
        <p:sp>
          <p:nvSpPr>
            <p:cNvPr id="1645" name="tx1644"/>
            <p:cNvSpPr/>
            <p:nvPr/>
          </p:nvSpPr>
          <p:spPr>
            <a:xfrm>
              <a:off x="5900499" y="3825130"/>
              <a:ext cx="43814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5.0~10.0</a:t>
              </a:r>
            </a:p>
          </p:txBody>
        </p:sp>
        <p:sp>
          <p:nvSpPr>
            <p:cNvPr id="1646" name="tx1645"/>
            <p:cNvSpPr/>
            <p:nvPr/>
          </p:nvSpPr>
          <p:spPr>
            <a:xfrm>
              <a:off x="5900499" y="4044586"/>
              <a:ext cx="500300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10.0~20.0</a:t>
              </a:r>
            </a:p>
          </p:txBody>
        </p:sp>
        <p:sp>
          <p:nvSpPr>
            <p:cNvPr id="1647" name="tx1646"/>
            <p:cNvSpPr/>
            <p:nvPr/>
          </p:nvSpPr>
          <p:spPr>
            <a:xfrm>
              <a:off x="5900499" y="4264042"/>
              <a:ext cx="282783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20.0+</a:t>
              </a:r>
            </a:p>
          </p:txBody>
        </p:sp>
        <p:sp>
          <p:nvSpPr>
            <p:cNvPr id="1648" name="tx1647"/>
            <p:cNvSpPr/>
            <p:nvPr/>
          </p:nvSpPr>
          <p:spPr>
            <a:xfrm>
              <a:off x="5900499" y="4485190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2025-03-25T17:34:47Z</dcterms:modified>
  <cp:category/>
</cp:coreProperties>
</file>